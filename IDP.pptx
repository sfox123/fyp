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8"/>
  </p:notesMasterIdLst>
  <p:sldIdLst>
    <p:sldId id="258" r:id="rId5"/>
    <p:sldId id="286" r:id="rId6"/>
    <p:sldId id="278" r:id="rId7"/>
    <p:sldId id="277" r:id="rId8"/>
    <p:sldId id="1196" r:id="rId9"/>
    <p:sldId id="280" r:id="rId10"/>
    <p:sldId id="281" r:id="rId11"/>
    <p:sldId id="279" r:id="rId12"/>
    <p:sldId id="287" r:id="rId13"/>
    <p:sldId id="285" r:id="rId14"/>
    <p:sldId id="282" r:id="rId15"/>
    <p:sldId id="1415" r:id="rId16"/>
    <p:sldId id="1393" r:id="rId17"/>
    <p:sldId id="1407" r:id="rId18"/>
    <p:sldId id="1422" r:id="rId19"/>
    <p:sldId id="1418" r:id="rId20"/>
    <p:sldId id="1443" r:id="rId21"/>
    <p:sldId id="260" r:id="rId22"/>
    <p:sldId id="1411" r:id="rId23"/>
    <p:sldId id="283" r:id="rId24"/>
    <p:sldId id="1423" r:id="rId25"/>
    <p:sldId id="1424" r:id="rId26"/>
    <p:sldId id="1419" r:id="rId27"/>
    <p:sldId id="289" r:id="rId28"/>
    <p:sldId id="1243" r:id="rId29"/>
    <p:sldId id="1244" r:id="rId30"/>
    <p:sldId id="1478" r:id="rId31"/>
    <p:sldId id="1479" r:id="rId32"/>
    <p:sldId id="1245" r:id="rId33"/>
    <p:sldId id="1406" r:id="rId34"/>
    <p:sldId id="1397" r:id="rId35"/>
    <p:sldId id="1402" r:id="rId36"/>
    <p:sldId id="1408" r:id="rId37"/>
    <p:sldId id="1409" r:id="rId38"/>
    <p:sldId id="1410" r:id="rId39"/>
    <p:sldId id="1413" r:id="rId40"/>
    <p:sldId id="1414" r:id="rId41"/>
    <p:sldId id="1417" r:id="rId42"/>
    <p:sldId id="1425" r:id="rId43"/>
    <p:sldId id="1426" r:id="rId44"/>
    <p:sldId id="1427" r:id="rId45"/>
    <p:sldId id="1428" r:id="rId46"/>
    <p:sldId id="1429" r:id="rId47"/>
    <p:sldId id="1438" r:id="rId48"/>
    <p:sldId id="1430" r:id="rId49"/>
    <p:sldId id="1436" r:id="rId50"/>
    <p:sldId id="1435" r:id="rId51"/>
    <p:sldId id="1437" r:id="rId52"/>
    <p:sldId id="1446" r:id="rId53"/>
    <p:sldId id="1477" r:id="rId54"/>
    <p:sldId id="1445" r:id="rId55"/>
    <p:sldId id="1444" r:id="rId56"/>
    <p:sldId id="1440" r:id="rId57"/>
    <p:sldId id="1439" r:id="rId58"/>
    <p:sldId id="1442" r:id="rId59"/>
    <p:sldId id="1480" r:id="rId60"/>
    <p:sldId id="1481" r:id="rId61"/>
    <p:sldId id="1488" r:id="rId62"/>
    <p:sldId id="330" r:id="rId63"/>
    <p:sldId id="1489" r:id="rId64"/>
    <p:sldId id="1485" r:id="rId65"/>
    <p:sldId id="1486" r:id="rId66"/>
    <p:sldId id="1487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8CD5E4BB-A546-4501-9F62-9EB1C11DDF22}">
          <p14:sldIdLst>
            <p14:sldId id="258"/>
            <p14:sldId id="286"/>
            <p14:sldId id="278"/>
            <p14:sldId id="277"/>
            <p14:sldId id="1196"/>
            <p14:sldId id="280"/>
            <p14:sldId id="281"/>
            <p14:sldId id="279"/>
            <p14:sldId id="287"/>
            <p14:sldId id="285"/>
            <p14:sldId id="282"/>
            <p14:sldId id="1415"/>
            <p14:sldId id="1393"/>
            <p14:sldId id="1407"/>
            <p14:sldId id="1422"/>
            <p14:sldId id="1418"/>
            <p14:sldId id="1443"/>
            <p14:sldId id="260"/>
          </p14:sldIdLst>
        </p14:section>
        <p14:section name="Opening &amp; Introduction" id="{688C0437-EAF0-4B03-AF2F-3D3EA7410A8F}">
          <p14:sldIdLst/>
        </p14:section>
        <p14:section name="Text" id="{FB298B06-A42D-46B3-9BCE-52CD23EE57C1}">
          <p14:sldIdLst/>
        </p14:section>
        <p14:section name="Imagery Slide" id="{4E01DC40-50BC-47C4-8E19-6E8C88338442}">
          <p14:sldIdLst>
            <p14:sldId id="1411"/>
            <p14:sldId id="283"/>
          </p14:sldIdLst>
        </p14:section>
        <p14:section name="Infographic Pictorial / Vector" id="{E20581A5-436F-4145-A75D-91F8A510F2D4}">
          <p14:sldIdLst>
            <p14:sldId id="1423"/>
            <p14:sldId id="1424"/>
            <p14:sldId id="1419"/>
          </p14:sldIdLst>
        </p14:section>
        <p14:section name="Plan/Strategy" id="{9C54D079-25DF-4FE3-A626-D535768C99E7}">
          <p14:sldIdLst/>
        </p14:section>
        <p14:section name="Team" id="{FBE8B28A-BB05-4DD0-A479-C9AB8343C734}">
          <p14:sldIdLst>
            <p14:sldId id="289"/>
            <p14:sldId id="1243"/>
          </p14:sldIdLst>
        </p14:section>
        <p14:section name="Single CV" id="{C5A6839C-A39B-4B5F-8EBA-7D33066ADBB4}">
          <p14:sldIdLst>
            <p14:sldId id="1244"/>
          </p14:sldIdLst>
        </p14:section>
        <p14:section name="Custom Mix" id="{5478954F-DBD0-4112-8493-90D52B87C05E}">
          <p14:sldIdLst>
            <p14:sldId id="1478"/>
            <p14:sldId id="1479"/>
          </p14:sldIdLst>
        </p14:section>
        <p14:section name="Gallery/Portfolio" id="{D3FB741E-FBF2-4591-A049-4F46B6BAE3E3}">
          <p14:sldIdLst>
            <p14:sldId id="1245"/>
            <p14:sldId id="1406"/>
            <p14:sldId id="1397"/>
            <p14:sldId id="1402"/>
          </p14:sldIdLst>
        </p14:section>
        <p14:section name="Featured / Points" id="{D30C59E7-85A7-473C-AC3F-88824EEDF322}">
          <p14:sldIdLst>
            <p14:sldId id="1408"/>
          </p14:sldIdLst>
        </p14:section>
        <p14:section name="Agenda - Calendar" id="{CC24F51D-B0D1-47DA-BCB2-AFEBF8EA4DC6}">
          <p14:sldIdLst>
            <p14:sldId id="1409"/>
            <p14:sldId id="1410"/>
          </p14:sldIdLst>
        </p14:section>
        <p14:section name="Timeline" id="{FC909DBB-CCAC-46B4-BF9F-6C67C913BC38}">
          <p14:sldIdLst>
            <p14:sldId id="1413"/>
            <p14:sldId id="1414"/>
          </p14:sldIdLst>
        </p14:section>
        <p14:section name="Section" id="{4276925C-C9E1-45BF-9EE2-64493FB28536}">
          <p14:sldIdLst>
            <p14:sldId id="1417"/>
            <p14:sldId id="1425"/>
          </p14:sldIdLst>
        </p14:section>
        <p14:section name="Table" id="{FA549D20-7B42-432B-AD37-EE78972C9B99}">
          <p14:sldIdLst/>
        </p14:section>
        <p14:section name="Infographic Office Chart" id="{3BFF7667-B286-4E88-9CFB-A9C79860E0F8}">
          <p14:sldIdLst>
            <p14:sldId id="1426"/>
            <p14:sldId id="1427"/>
          </p14:sldIdLst>
        </p14:section>
        <p14:section name="Infographic Custom Chart" id="{AA343EBC-637B-4CDC-A6DE-08D29B9B0D33}">
          <p14:sldIdLst>
            <p14:sldId id="1428"/>
            <p14:sldId id="1429"/>
          </p14:sldIdLst>
        </p14:section>
        <p14:section name="SWOT" id="{E013107B-E34E-4C4A-89A8-8C3552F5BF11}">
          <p14:sldIdLst>
            <p14:sldId id="1438"/>
            <p14:sldId id="1430"/>
            <p14:sldId id="1436"/>
            <p14:sldId id="1435"/>
            <p14:sldId id="1437"/>
          </p14:sldIdLst>
        </p14:section>
        <p14:section name="Infographic Process" id="{7D8596E1-C62C-4A6B-9D9C-17DA733B42F0}">
          <p14:sldIdLst>
            <p14:sldId id="1446"/>
          </p14:sldIdLst>
        </p14:section>
        <p14:section name="Funnel" id="{204BDB4E-4D2B-4DD3-98C9-1929179D2561}">
          <p14:sldIdLst>
            <p14:sldId id="1477"/>
          </p14:sldIdLst>
        </p14:section>
        <p14:section name="Pricing Table" id="{F0940627-A082-47A6-9A84-3297E79BD013}">
          <p14:sldIdLst>
            <p14:sldId id="1445"/>
          </p14:sldIdLst>
        </p14:section>
        <p14:section name="Social Media" id="{FE26D99A-BEBC-4DD6-AF03-5EE8F54DCC07}">
          <p14:sldIdLst/>
        </p14:section>
        <p14:section name="Mindmaps" id="{C77F2641-CBFE-4BCE-A023-78C6770B972A}">
          <p14:sldIdLst>
            <p14:sldId id="1444"/>
          </p14:sldIdLst>
        </p14:section>
        <p14:section name="Puzzle" id="{87279773-4605-4E3E-92AC-B103FF9A00C9}">
          <p14:sldIdLst>
            <p14:sldId id="1440"/>
          </p14:sldIdLst>
        </p14:section>
        <p14:section name="Tree" id="{92B666BF-EE41-4B31-8AAB-1CEF20113120}">
          <p14:sldIdLst>
            <p14:sldId id="1439"/>
          </p14:sldIdLst>
        </p14:section>
        <p14:section name="Matrix" id="{C577A2D1-F086-444C-ACF0-1E0F74F4B90D}">
          <p14:sldIdLst>
            <p14:sldId id="1442"/>
          </p14:sldIdLst>
        </p14:section>
        <p14:section name="Device &amp; Mockup" id="{960D7039-8322-4E6B-B4E9-FB928A3D4D24}">
          <p14:sldIdLst>
            <p14:sldId id="1480"/>
            <p14:sldId id="1481"/>
            <p14:sldId id="1488"/>
          </p14:sldIdLst>
        </p14:section>
        <p14:section name="Infographic - Maps" id="{96F9CDEF-9162-4A76-A69C-C21F6F61A31A}">
          <p14:sldIdLst>
            <p14:sldId id="330"/>
            <p14:sldId id="1489"/>
            <p14:sldId id="1485"/>
          </p14:sldIdLst>
        </p14:section>
        <p14:section name="Extra Slides" id="{877D322F-3776-47C2-91DC-8B58A2AD80A4}">
          <p14:sldIdLst>
            <p14:sldId id="1486"/>
            <p14:sldId id="14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8FF"/>
    <a:srgbClr val="232A4E"/>
    <a:srgbClr val="F1F3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6415FD-5F24-4DC0-9D7A-0FDEDA738135}" v="29" dt="2025-02-28T03:19:04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gradFill>
                <a:gsLst>
                  <a:gs pos="0">
                    <a:schemeClr val="accent1"/>
                  </a:gs>
                  <a:gs pos="9900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4A-4345-B138-31FE47905C5B}"/>
              </c:ext>
            </c:extLst>
          </c:dPt>
          <c:dPt>
            <c:idx val="1"/>
            <c:bubble3D val="0"/>
            <c:spPr>
              <a:gradFill>
                <a:gsLst>
                  <a:gs pos="0">
                    <a:schemeClr val="accent2"/>
                  </a:gs>
                  <a:gs pos="99000">
                    <a:schemeClr val="accent2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14A-4345-B138-31FE47905C5B}"/>
              </c:ext>
            </c:extLst>
          </c:dPt>
          <c:dPt>
            <c:idx val="2"/>
            <c:bubble3D val="0"/>
            <c:spPr>
              <a:gradFill>
                <a:gsLst>
                  <a:gs pos="0">
                    <a:schemeClr val="accent3"/>
                  </a:gs>
                  <a:gs pos="99000">
                    <a:schemeClr val="accent3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4A-4345-B138-31FE47905C5B}"/>
              </c:ext>
            </c:extLst>
          </c:dPt>
          <c:dPt>
            <c:idx val="3"/>
            <c:bubble3D val="0"/>
            <c:spPr>
              <a:gradFill>
                <a:gsLst>
                  <a:gs pos="0">
                    <a:schemeClr val="accent4"/>
                  </a:gs>
                  <a:gs pos="99000">
                    <a:schemeClr val="accent4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14A-4345-B138-31FE47905C5B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4A-4345-B138-31FE47905C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1</c:v>
                </c:pt>
                <c:pt idx="3">
                  <c:v>5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44-428F-A30C-2BC512842C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10615592"/>
        <c:axId val="810610672"/>
      </c:barChart>
      <c:catAx>
        <c:axId val="810615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 Light" panose="00000400000000000000" pitchFamily="50" charset="0"/>
                <a:ea typeface="+mn-ea"/>
                <a:cs typeface="+mn-cs"/>
              </a:defRPr>
            </a:pPr>
            <a:endParaRPr lang="en-US"/>
          </a:p>
        </c:txPr>
        <c:crossAx val="810610672"/>
        <c:crosses val="autoZero"/>
        <c:auto val="1"/>
        <c:lblAlgn val="ctr"/>
        <c:lblOffset val="100"/>
        <c:noMultiLvlLbl val="0"/>
      </c:catAx>
      <c:valAx>
        <c:axId val="8106106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10615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39ABC-44B2-4CCC-8635-7396CB67A0F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51C5-E0B3-4B78-ADE1-7A9623DDD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89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12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Title Slide">
    <p:bg>
      <p:bgPr>
        <a:solidFill>
          <a:srgbClr val="F1F3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36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3_Title Slide">
    <p:bg>
      <p:bgPr>
        <a:solidFill>
          <a:srgbClr val="F1F3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2E98C2-8B31-4F34-ABF6-5C7AACEDC2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08674" y="1434584"/>
            <a:ext cx="3087328" cy="3988832"/>
          </a:xfrm>
          <a:custGeom>
            <a:avLst/>
            <a:gdLst>
              <a:gd name="connsiteX0" fmla="*/ 131747 w 3087328"/>
              <a:gd name="connsiteY0" fmla="*/ 0 h 3988832"/>
              <a:gd name="connsiteX1" fmla="*/ 3087328 w 3087328"/>
              <a:gd name="connsiteY1" fmla="*/ 0 h 3988832"/>
              <a:gd name="connsiteX2" fmla="*/ 3087328 w 3087328"/>
              <a:gd name="connsiteY2" fmla="*/ 3988832 h 3988832"/>
              <a:gd name="connsiteX3" fmla="*/ 131747 w 3087328"/>
              <a:gd name="connsiteY3" fmla="*/ 3988832 h 3988832"/>
              <a:gd name="connsiteX4" fmla="*/ 0 w 3087328"/>
              <a:gd name="connsiteY4" fmla="*/ 3788195 h 3988832"/>
              <a:gd name="connsiteX5" fmla="*/ 0 w 3087328"/>
              <a:gd name="connsiteY5" fmla="*/ 200638 h 3988832"/>
              <a:gd name="connsiteX6" fmla="*/ 131747 w 3087328"/>
              <a:gd name="connsiteY6" fmla="*/ 0 h 398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87328" h="3988832">
                <a:moveTo>
                  <a:pt x="131747" y="0"/>
                </a:moveTo>
                <a:lnTo>
                  <a:pt x="3087328" y="0"/>
                </a:lnTo>
                <a:lnTo>
                  <a:pt x="3087328" y="3988832"/>
                </a:lnTo>
                <a:lnTo>
                  <a:pt x="131747" y="3988832"/>
                </a:lnTo>
                <a:cubicBezTo>
                  <a:pt x="58985" y="3988832"/>
                  <a:pt x="0" y="3899004"/>
                  <a:pt x="0" y="3788195"/>
                </a:cubicBezTo>
                <a:lnTo>
                  <a:pt x="0" y="200638"/>
                </a:lnTo>
                <a:cubicBezTo>
                  <a:pt x="0" y="89828"/>
                  <a:pt x="58985" y="0"/>
                  <a:pt x="13174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4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88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89A36B03-B672-4C39-86F0-3B7C5363D0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1"/>
          </a:xfrm>
          <a:custGeom>
            <a:avLst/>
            <a:gdLst>
              <a:gd name="connsiteX0" fmla="*/ 0 w 8636000"/>
              <a:gd name="connsiteY0" fmla="*/ 0 h 6291943"/>
              <a:gd name="connsiteX1" fmla="*/ 8636000 w 8636000"/>
              <a:gd name="connsiteY1" fmla="*/ 0 h 6291943"/>
              <a:gd name="connsiteX2" fmla="*/ 8636000 w 8636000"/>
              <a:gd name="connsiteY2" fmla="*/ 6291943 h 6291943"/>
              <a:gd name="connsiteX3" fmla="*/ 0 w 8636000"/>
              <a:gd name="connsiteY3" fmla="*/ 6291943 h 629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6000" h="6291943">
                <a:moveTo>
                  <a:pt x="0" y="0"/>
                </a:moveTo>
                <a:lnTo>
                  <a:pt x="8636000" y="0"/>
                </a:lnTo>
                <a:lnTo>
                  <a:pt x="8636000" y="6291943"/>
                </a:lnTo>
                <a:lnTo>
                  <a:pt x="0" y="629194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216E80C-E655-47D0-A221-C0DA47666C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000250"/>
            <a:ext cx="10972800" cy="2857500"/>
          </a:xfrm>
          <a:prstGeom prst="roundRect">
            <a:avLst>
              <a:gd name="adj" fmla="val 10667"/>
            </a:avLst>
          </a:prstGeom>
          <a:effectLst>
            <a:outerShdw blurRad="330200" sx="102000" sy="102000" algn="ctr" rotWithShape="0">
              <a:prstClr val="black">
                <a:alpha val="21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39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D78293D-4644-4D06-9E0F-F04D2A760D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33618" y="2642536"/>
            <a:ext cx="1577377" cy="1577376"/>
          </a:xfrm>
          <a:custGeom>
            <a:avLst/>
            <a:gdLst>
              <a:gd name="connsiteX0" fmla="*/ 788688 w 1577377"/>
              <a:gd name="connsiteY0" fmla="*/ 0 h 1577376"/>
              <a:gd name="connsiteX1" fmla="*/ 1197215 w 1577377"/>
              <a:gd name="connsiteY1" fmla="*/ 169217 h 1577376"/>
              <a:gd name="connsiteX2" fmla="*/ 1408159 w 1577377"/>
              <a:gd name="connsiteY2" fmla="*/ 380163 h 1577376"/>
              <a:gd name="connsiteX3" fmla="*/ 1408159 w 1577377"/>
              <a:gd name="connsiteY3" fmla="*/ 1197215 h 1577376"/>
              <a:gd name="connsiteX4" fmla="*/ 1197215 w 1577377"/>
              <a:gd name="connsiteY4" fmla="*/ 1408160 h 1577376"/>
              <a:gd name="connsiteX5" fmla="*/ 380161 w 1577377"/>
              <a:gd name="connsiteY5" fmla="*/ 1408160 h 1577376"/>
              <a:gd name="connsiteX6" fmla="*/ 169217 w 1577377"/>
              <a:gd name="connsiteY6" fmla="*/ 1197215 h 1577376"/>
              <a:gd name="connsiteX7" fmla="*/ 169217 w 1577377"/>
              <a:gd name="connsiteY7" fmla="*/ 380163 h 1577376"/>
              <a:gd name="connsiteX8" fmla="*/ 380161 w 1577377"/>
              <a:gd name="connsiteY8" fmla="*/ 169217 h 1577376"/>
              <a:gd name="connsiteX9" fmla="*/ 788688 w 1577377"/>
              <a:gd name="connsiteY9" fmla="*/ 0 h 1577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7377" h="1577376">
                <a:moveTo>
                  <a:pt x="788688" y="0"/>
                </a:moveTo>
                <a:cubicBezTo>
                  <a:pt x="936545" y="0"/>
                  <a:pt x="1084402" y="56406"/>
                  <a:pt x="1197215" y="169217"/>
                </a:cubicBezTo>
                <a:lnTo>
                  <a:pt x="1408159" y="380163"/>
                </a:lnTo>
                <a:cubicBezTo>
                  <a:pt x="1633783" y="605785"/>
                  <a:pt x="1633783" y="971592"/>
                  <a:pt x="1408159" y="1197215"/>
                </a:cubicBezTo>
                <a:lnTo>
                  <a:pt x="1197215" y="1408160"/>
                </a:lnTo>
                <a:cubicBezTo>
                  <a:pt x="971592" y="1633782"/>
                  <a:pt x="605785" y="1633782"/>
                  <a:pt x="380161" y="1408160"/>
                </a:cubicBezTo>
                <a:lnTo>
                  <a:pt x="169217" y="1197215"/>
                </a:lnTo>
                <a:cubicBezTo>
                  <a:pt x="-56405" y="971592"/>
                  <a:pt x="-56405" y="605785"/>
                  <a:pt x="169217" y="380163"/>
                </a:cubicBezTo>
                <a:lnTo>
                  <a:pt x="380161" y="169217"/>
                </a:lnTo>
                <a:cubicBezTo>
                  <a:pt x="492974" y="56406"/>
                  <a:pt x="640831" y="0"/>
                  <a:pt x="788688" y="0"/>
                </a:cubicBezTo>
                <a:close/>
              </a:path>
            </a:pathLst>
          </a:custGeom>
          <a:effectLst>
            <a:outerShdw blurRad="330200" sx="102000" sy="102000" algn="ctr" rotWithShape="0">
              <a:prstClr val="black">
                <a:alpha val="21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CF0ECF8-1963-4C2E-9902-FE1179488C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6081" y="2642536"/>
            <a:ext cx="1577377" cy="1577376"/>
          </a:xfrm>
          <a:custGeom>
            <a:avLst/>
            <a:gdLst>
              <a:gd name="connsiteX0" fmla="*/ 788688 w 1577377"/>
              <a:gd name="connsiteY0" fmla="*/ 0 h 1577376"/>
              <a:gd name="connsiteX1" fmla="*/ 1197215 w 1577377"/>
              <a:gd name="connsiteY1" fmla="*/ 169217 h 1577376"/>
              <a:gd name="connsiteX2" fmla="*/ 1408159 w 1577377"/>
              <a:gd name="connsiteY2" fmla="*/ 380163 h 1577376"/>
              <a:gd name="connsiteX3" fmla="*/ 1408159 w 1577377"/>
              <a:gd name="connsiteY3" fmla="*/ 1197215 h 1577376"/>
              <a:gd name="connsiteX4" fmla="*/ 1197215 w 1577377"/>
              <a:gd name="connsiteY4" fmla="*/ 1408160 h 1577376"/>
              <a:gd name="connsiteX5" fmla="*/ 380161 w 1577377"/>
              <a:gd name="connsiteY5" fmla="*/ 1408160 h 1577376"/>
              <a:gd name="connsiteX6" fmla="*/ 169217 w 1577377"/>
              <a:gd name="connsiteY6" fmla="*/ 1197215 h 1577376"/>
              <a:gd name="connsiteX7" fmla="*/ 169217 w 1577377"/>
              <a:gd name="connsiteY7" fmla="*/ 380163 h 1577376"/>
              <a:gd name="connsiteX8" fmla="*/ 380161 w 1577377"/>
              <a:gd name="connsiteY8" fmla="*/ 169217 h 1577376"/>
              <a:gd name="connsiteX9" fmla="*/ 788688 w 1577377"/>
              <a:gd name="connsiteY9" fmla="*/ 0 h 1577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7377" h="1577376">
                <a:moveTo>
                  <a:pt x="788688" y="0"/>
                </a:moveTo>
                <a:cubicBezTo>
                  <a:pt x="936545" y="0"/>
                  <a:pt x="1084402" y="56406"/>
                  <a:pt x="1197215" y="169217"/>
                </a:cubicBezTo>
                <a:lnTo>
                  <a:pt x="1408159" y="380163"/>
                </a:lnTo>
                <a:cubicBezTo>
                  <a:pt x="1633783" y="605785"/>
                  <a:pt x="1633783" y="971592"/>
                  <a:pt x="1408159" y="1197215"/>
                </a:cubicBezTo>
                <a:lnTo>
                  <a:pt x="1197215" y="1408160"/>
                </a:lnTo>
                <a:cubicBezTo>
                  <a:pt x="971592" y="1633782"/>
                  <a:pt x="605785" y="1633782"/>
                  <a:pt x="380161" y="1408160"/>
                </a:cubicBezTo>
                <a:lnTo>
                  <a:pt x="169217" y="1197215"/>
                </a:lnTo>
                <a:cubicBezTo>
                  <a:pt x="-56405" y="971592"/>
                  <a:pt x="-56405" y="605785"/>
                  <a:pt x="169217" y="380163"/>
                </a:cubicBezTo>
                <a:lnTo>
                  <a:pt x="380161" y="169217"/>
                </a:lnTo>
                <a:cubicBezTo>
                  <a:pt x="492974" y="56406"/>
                  <a:pt x="640831" y="0"/>
                  <a:pt x="788688" y="0"/>
                </a:cubicBezTo>
                <a:close/>
              </a:path>
            </a:pathLst>
          </a:custGeom>
          <a:effectLst>
            <a:outerShdw blurRad="330200" sx="102000" sy="102000" algn="ctr" rotWithShape="0">
              <a:prstClr val="black">
                <a:alpha val="21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A996B26-8B93-43C9-BAF3-D9C189B291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98544" y="2642536"/>
            <a:ext cx="1577377" cy="1577376"/>
          </a:xfrm>
          <a:custGeom>
            <a:avLst/>
            <a:gdLst>
              <a:gd name="connsiteX0" fmla="*/ 788688 w 1577377"/>
              <a:gd name="connsiteY0" fmla="*/ 0 h 1577376"/>
              <a:gd name="connsiteX1" fmla="*/ 1197215 w 1577377"/>
              <a:gd name="connsiteY1" fmla="*/ 169217 h 1577376"/>
              <a:gd name="connsiteX2" fmla="*/ 1408159 w 1577377"/>
              <a:gd name="connsiteY2" fmla="*/ 380163 h 1577376"/>
              <a:gd name="connsiteX3" fmla="*/ 1408159 w 1577377"/>
              <a:gd name="connsiteY3" fmla="*/ 1197215 h 1577376"/>
              <a:gd name="connsiteX4" fmla="*/ 1197215 w 1577377"/>
              <a:gd name="connsiteY4" fmla="*/ 1408160 h 1577376"/>
              <a:gd name="connsiteX5" fmla="*/ 380161 w 1577377"/>
              <a:gd name="connsiteY5" fmla="*/ 1408160 h 1577376"/>
              <a:gd name="connsiteX6" fmla="*/ 169217 w 1577377"/>
              <a:gd name="connsiteY6" fmla="*/ 1197215 h 1577376"/>
              <a:gd name="connsiteX7" fmla="*/ 169217 w 1577377"/>
              <a:gd name="connsiteY7" fmla="*/ 380163 h 1577376"/>
              <a:gd name="connsiteX8" fmla="*/ 380161 w 1577377"/>
              <a:gd name="connsiteY8" fmla="*/ 169217 h 1577376"/>
              <a:gd name="connsiteX9" fmla="*/ 788688 w 1577377"/>
              <a:gd name="connsiteY9" fmla="*/ 0 h 1577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7377" h="1577376">
                <a:moveTo>
                  <a:pt x="788688" y="0"/>
                </a:moveTo>
                <a:cubicBezTo>
                  <a:pt x="936545" y="0"/>
                  <a:pt x="1084402" y="56406"/>
                  <a:pt x="1197215" y="169217"/>
                </a:cubicBezTo>
                <a:lnTo>
                  <a:pt x="1408159" y="380163"/>
                </a:lnTo>
                <a:cubicBezTo>
                  <a:pt x="1633783" y="605785"/>
                  <a:pt x="1633783" y="971592"/>
                  <a:pt x="1408159" y="1197215"/>
                </a:cubicBezTo>
                <a:lnTo>
                  <a:pt x="1197215" y="1408160"/>
                </a:lnTo>
                <a:cubicBezTo>
                  <a:pt x="971592" y="1633782"/>
                  <a:pt x="605785" y="1633782"/>
                  <a:pt x="380161" y="1408160"/>
                </a:cubicBezTo>
                <a:lnTo>
                  <a:pt x="169217" y="1197215"/>
                </a:lnTo>
                <a:cubicBezTo>
                  <a:pt x="-56405" y="971592"/>
                  <a:pt x="-56405" y="605785"/>
                  <a:pt x="169217" y="380163"/>
                </a:cubicBezTo>
                <a:lnTo>
                  <a:pt x="380161" y="169217"/>
                </a:lnTo>
                <a:cubicBezTo>
                  <a:pt x="492974" y="56406"/>
                  <a:pt x="640831" y="0"/>
                  <a:pt x="788688" y="0"/>
                </a:cubicBezTo>
                <a:close/>
              </a:path>
            </a:pathLst>
          </a:custGeom>
          <a:effectLst>
            <a:outerShdw blurRad="330200" sx="102000" sy="102000" algn="ctr" rotWithShape="0">
              <a:prstClr val="black">
                <a:alpha val="21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19E1DC3-5CBE-4E24-9B13-70E16F924E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81006" y="2642536"/>
            <a:ext cx="1577377" cy="1577376"/>
          </a:xfrm>
          <a:custGeom>
            <a:avLst/>
            <a:gdLst>
              <a:gd name="connsiteX0" fmla="*/ 788688 w 1577377"/>
              <a:gd name="connsiteY0" fmla="*/ 0 h 1577376"/>
              <a:gd name="connsiteX1" fmla="*/ 1197215 w 1577377"/>
              <a:gd name="connsiteY1" fmla="*/ 169217 h 1577376"/>
              <a:gd name="connsiteX2" fmla="*/ 1408159 w 1577377"/>
              <a:gd name="connsiteY2" fmla="*/ 380163 h 1577376"/>
              <a:gd name="connsiteX3" fmla="*/ 1408159 w 1577377"/>
              <a:gd name="connsiteY3" fmla="*/ 1197215 h 1577376"/>
              <a:gd name="connsiteX4" fmla="*/ 1197215 w 1577377"/>
              <a:gd name="connsiteY4" fmla="*/ 1408160 h 1577376"/>
              <a:gd name="connsiteX5" fmla="*/ 380161 w 1577377"/>
              <a:gd name="connsiteY5" fmla="*/ 1408160 h 1577376"/>
              <a:gd name="connsiteX6" fmla="*/ 169217 w 1577377"/>
              <a:gd name="connsiteY6" fmla="*/ 1197215 h 1577376"/>
              <a:gd name="connsiteX7" fmla="*/ 169217 w 1577377"/>
              <a:gd name="connsiteY7" fmla="*/ 380163 h 1577376"/>
              <a:gd name="connsiteX8" fmla="*/ 380161 w 1577377"/>
              <a:gd name="connsiteY8" fmla="*/ 169217 h 1577376"/>
              <a:gd name="connsiteX9" fmla="*/ 788688 w 1577377"/>
              <a:gd name="connsiteY9" fmla="*/ 0 h 1577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7377" h="1577376">
                <a:moveTo>
                  <a:pt x="788688" y="0"/>
                </a:moveTo>
                <a:cubicBezTo>
                  <a:pt x="936545" y="0"/>
                  <a:pt x="1084402" y="56406"/>
                  <a:pt x="1197215" y="169217"/>
                </a:cubicBezTo>
                <a:lnTo>
                  <a:pt x="1408159" y="380163"/>
                </a:lnTo>
                <a:cubicBezTo>
                  <a:pt x="1633783" y="605785"/>
                  <a:pt x="1633783" y="971592"/>
                  <a:pt x="1408159" y="1197215"/>
                </a:cubicBezTo>
                <a:lnTo>
                  <a:pt x="1197215" y="1408160"/>
                </a:lnTo>
                <a:cubicBezTo>
                  <a:pt x="971592" y="1633782"/>
                  <a:pt x="605785" y="1633782"/>
                  <a:pt x="380161" y="1408160"/>
                </a:cubicBezTo>
                <a:lnTo>
                  <a:pt x="169217" y="1197215"/>
                </a:lnTo>
                <a:cubicBezTo>
                  <a:pt x="-56405" y="971592"/>
                  <a:pt x="-56405" y="605785"/>
                  <a:pt x="169217" y="380163"/>
                </a:cubicBezTo>
                <a:lnTo>
                  <a:pt x="380161" y="169217"/>
                </a:lnTo>
                <a:cubicBezTo>
                  <a:pt x="492974" y="56406"/>
                  <a:pt x="640831" y="0"/>
                  <a:pt x="788688" y="0"/>
                </a:cubicBezTo>
                <a:close/>
              </a:path>
            </a:pathLst>
          </a:custGeom>
          <a:effectLst>
            <a:outerShdw blurRad="330200" sx="102000" sy="102000" algn="ctr" rotWithShape="0">
              <a:prstClr val="black">
                <a:alpha val="21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2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B87B25-D894-4ACE-A1F7-F14B1BE9F5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78706" y="2063310"/>
            <a:ext cx="2427243" cy="3848332"/>
          </a:xfrm>
          <a:custGeom>
            <a:avLst/>
            <a:gdLst>
              <a:gd name="connsiteX0" fmla="*/ 108935 w 2427243"/>
              <a:gd name="connsiteY0" fmla="*/ 0 h 3848332"/>
              <a:gd name="connsiteX1" fmla="*/ 2318309 w 2427243"/>
              <a:gd name="connsiteY1" fmla="*/ 0 h 3848332"/>
              <a:gd name="connsiteX2" fmla="*/ 2427243 w 2427243"/>
              <a:gd name="connsiteY2" fmla="*/ 108935 h 3848332"/>
              <a:gd name="connsiteX3" fmla="*/ 2427243 w 2427243"/>
              <a:gd name="connsiteY3" fmla="*/ 3676389 h 3848332"/>
              <a:gd name="connsiteX4" fmla="*/ 2318309 w 2427243"/>
              <a:gd name="connsiteY4" fmla="*/ 3785323 h 3848332"/>
              <a:gd name="connsiteX5" fmla="*/ 108935 w 2427243"/>
              <a:gd name="connsiteY5" fmla="*/ 3785323 h 3848332"/>
              <a:gd name="connsiteX6" fmla="*/ 0 w 2427243"/>
              <a:gd name="connsiteY6" fmla="*/ 3676389 h 3848332"/>
              <a:gd name="connsiteX7" fmla="*/ 0 w 2427243"/>
              <a:gd name="connsiteY7" fmla="*/ 108935 h 3848332"/>
              <a:gd name="connsiteX8" fmla="*/ 108935 w 2427243"/>
              <a:gd name="connsiteY8" fmla="*/ 0 h 3848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7243" h="3848332">
                <a:moveTo>
                  <a:pt x="108935" y="0"/>
                </a:moveTo>
                <a:lnTo>
                  <a:pt x="2318309" y="0"/>
                </a:lnTo>
                <a:cubicBezTo>
                  <a:pt x="2378472" y="0"/>
                  <a:pt x="2427243" y="48771"/>
                  <a:pt x="2427243" y="108935"/>
                </a:cubicBezTo>
                <a:lnTo>
                  <a:pt x="2427243" y="3676389"/>
                </a:lnTo>
                <a:cubicBezTo>
                  <a:pt x="2427243" y="3736552"/>
                  <a:pt x="2378472" y="3785323"/>
                  <a:pt x="2318309" y="3785323"/>
                </a:cubicBezTo>
                <a:cubicBezTo>
                  <a:pt x="1571035" y="3877252"/>
                  <a:pt x="834578" y="3861030"/>
                  <a:pt x="108935" y="3785323"/>
                </a:cubicBezTo>
                <a:cubicBezTo>
                  <a:pt x="48771" y="3785323"/>
                  <a:pt x="0" y="3736552"/>
                  <a:pt x="0" y="3676389"/>
                </a:cubicBezTo>
                <a:lnTo>
                  <a:pt x="0" y="108935"/>
                </a:lnTo>
                <a:cubicBezTo>
                  <a:pt x="0" y="48771"/>
                  <a:pt x="48771" y="0"/>
                  <a:pt x="108935" y="0"/>
                </a:cubicBezTo>
                <a:close/>
              </a:path>
            </a:pathLst>
          </a:custGeom>
          <a:effectLst>
            <a:outerShdw blurRad="330200" sx="102000" sy="102000" algn="ctr" rotWithShape="0">
              <a:prstClr val="black">
                <a:alpha val="21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0B3ED1E-F96A-4862-AA5A-A40D3F4564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900000">
            <a:off x="8055280" y="1695115"/>
            <a:ext cx="2427243" cy="3848332"/>
          </a:xfrm>
          <a:custGeom>
            <a:avLst/>
            <a:gdLst>
              <a:gd name="connsiteX0" fmla="*/ 108935 w 2427243"/>
              <a:gd name="connsiteY0" fmla="*/ 0 h 3848332"/>
              <a:gd name="connsiteX1" fmla="*/ 2318309 w 2427243"/>
              <a:gd name="connsiteY1" fmla="*/ 0 h 3848332"/>
              <a:gd name="connsiteX2" fmla="*/ 2427243 w 2427243"/>
              <a:gd name="connsiteY2" fmla="*/ 108935 h 3848332"/>
              <a:gd name="connsiteX3" fmla="*/ 2427243 w 2427243"/>
              <a:gd name="connsiteY3" fmla="*/ 3676389 h 3848332"/>
              <a:gd name="connsiteX4" fmla="*/ 2318309 w 2427243"/>
              <a:gd name="connsiteY4" fmla="*/ 3785323 h 3848332"/>
              <a:gd name="connsiteX5" fmla="*/ 108935 w 2427243"/>
              <a:gd name="connsiteY5" fmla="*/ 3785323 h 3848332"/>
              <a:gd name="connsiteX6" fmla="*/ 0 w 2427243"/>
              <a:gd name="connsiteY6" fmla="*/ 3676389 h 3848332"/>
              <a:gd name="connsiteX7" fmla="*/ 0 w 2427243"/>
              <a:gd name="connsiteY7" fmla="*/ 108935 h 3848332"/>
              <a:gd name="connsiteX8" fmla="*/ 108935 w 2427243"/>
              <a:gd name="connsiteY8" fmla="*/ 0 h 3848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27243" h="3848332">
                <a:moveTo>
                  <a:pt x="108935" y="0"/>
                </a:moveTo>
                <a:lnTo>
                  <a:pt x="2318309" y="0"/>
                </a:lnTo>
                <a:cubicBezTo>
                  <a:pt x="2378472" y="0"/>
                  <a:pt x="2427243" y="48771"/>
                  <a:pt x="2427243" y="108935"/>
                </a:cubicBezTo>
                <a:lnTo>
                  <a:pt x="2427243" y="3676389"/>
                </a:lnTo>
                <a:cubicBezTo>
                  <a:pt x="2427243" y="3736552"/>
                  <a:pt x="2378472" y="3785323"/>
                  <a:pt x="2318309" y="3785323"/>
                </a:cubicBezTo>
                <a:cubicBezTo>
                  <a:pt x="1571035" y="3877252"/>
                  <a:pt x="834578" y="3861030"/>
                  <a:pt x="108935" y="3785323"/>
                </a:cubicBezTo>
                <a:cubicBezTo>
                  <a:pt x="48771" y="3785323"/>
                  <a:pt x="0" y="3736552"/>
                  <a:pt x="0" y="3676389"/>
                </a:cubicBezTo>
                <a:lnTo>
                  <a:pt x="0" y="108935"/>
                </a:lnTo>
                <a:cubicBezTo>
                  <a:pt x="0" y="48771"/>
                  <a:pt x="48771" y="0"/>
                  <a:pt x="108935" y="0"/>
                </a:cubicBezTo>
                <a:close/>
              </a:path>
            </a:pathLst>
          </a:custGeom>
          <a:effectLst>
            <a:outerShdw blurRad="330200" sx="102000" sy="102000" algn="ctr" rotWithShape="0">
              <a:prstClr val="black">
                <a:alpha val="21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5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79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56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gradFill flip="none" rotWithShape="1">
          <a:gsLst>
            <a:gs pos="0">
              <a:schemeClr val="accent1"/>
            </a:gs>
            <a:gs pos="99000">
              <a:schemeClr val="accent1">
                <a:lumMod val="60000"/>
                <a:lumOff val="4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BD973E-E950-4254-A96C-03133E5C31AA}"/>
              </a:ext>
            </a:extLst>
          </p:cNvPr>
          <p:cNvSpPr txBox="1"/>
          <p:nvPr userDrawn="1"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r>
              <a:rPr lang="en-US" sz="24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bg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15A068-FF8F-4694-BF0B-59B251FFDD17}"/>
              </a:ext>
            </a:extLst>
          </p:cNvPr>
          <p:cNvSpPr txBox="1"/>
          <p:nvPr userDrawn="1"/>
        </p:nvSpPr>
        <p:spPr>
          <a:xfrm>
            <a:off x="221512" y="6398640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codeXBuilder://</a:t>
            </a:r>
          </a:p>
        </p:txBody>
      </p:sp>
    </p:spTree>
    <p:extLst>
      <p:ext uri="{BB962C8B-B14F-4D97-AF65-F5344CB8AC3E}">
        <p14:creationId xmlns:p14="http://schemas.microsoft.com/office/powerpoint/2010/main" val="101977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Title Slide">
    <p:bg>
      <p:bgPr>
        <a:gradFill flip="none" rotWithShape="1">
          <a:gsLst>
            <a:gs pos="0">
              <a:schemeClr val="accent1"/>
            </a:gs>
            <a:gs pos="99000">
              <a:schemeClr val="accent1">
                <a:lumMod val="60000"/>
                <a:lumOff val="4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BD973E-E950-4254-A96C-03133E5C31AA}"/>
              </a:ext>
            </a:extLst>
          </p:cNvPr>
          <p:cNvSpPr txBox="1"/>
          <p:nvPr userDrawn="1"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r>
              <a:rPr lang="en-US" sz="24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bg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0FDF97-A170-4D1F-9198-415C21BD5257}"/>
              </a:ext>
            </a:extLst>
          </p:cNvPr>
          <p:cNvGrpSpPr/>
          <p:nvPr userDrawn="1"/>
        </p:nvGrpSpPr>
        <p:grpSpPr>
          <a:xfrm>
            <a:off x="1342633" y="6429418"/>
            <a:ext cx="2626016" cy="246221"/>
            <a:chOff x="666027" y="6491338"/>
            <a:chExt cx="2626016" cy="246221"/>
          </a:xfrm>
        </p:grpSpPr>
        <p:sp>
          <p:nvSpPr>
            <p:cNvPr id="4" name="Freeform 62">
              <a:extLst>
                <a:ext uri="{FF2B5EF4-FFF2-40B4-BE49-F238E27FC236}">
                  <a16:creationId xmlns:a16="http://schemas.microsoft.com/office/drawing/2014/main" id="{85364554-D91D-4274-B843-5DED11B2DD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027" y="6562424"/>
              <a:ext cx="95578" cy="93971"/>
            </a:xfrm>
            <a:custGeom>
              <a:avLst/>
              <a:gdLst>
                <a:gd name="T0" fmla="*/ 92739 w 55"/>
                <a:gd name="T1" fmla="*/ 185737 h 54"/>
                <a:gd name="T2" fmla="*/ 0 w 55"/>
                <a:gd name="T3" fmla="*/ 92869 h 54"/>
                <a:gd name="T4" fmla="*/ 92739 w 55"/>
                <a:gd name="T5" fmla="*/ 0 h 54"/>
                <a:gd name="T6" fmla="*/ 188913 w 55"/>
                <a:gd name="T7" fmla="*/ 92869 h 54"/>
                <a:gd name="T8" fmla="*/ 92739 w 55"/>
                <a:gd name="T9" fmla="*/ 185737 h 54"/>
                <a:gd name="T10" fmla="*/ 13739 w 55"/>
                <a:gd name="T11" fmla="*/ 92869 h 54"/>
                <a:gd name="T12" fmla="*/ 92739 w 55"/>
                <a:gd name="T13" fmla="*/ 171979 h 54"/>
                <a:gd name="T14" fmla="*/ 171739 w 55"/>
                <a:gd name="T15" fmla="*/ 92869 h 54"/>
                <a:gd name="T16" fmla="*/ 92739 w 55"/>
                <a:gd name="T17" fmla="*/ 13758 h 54"/>
                <a:gd name="T18" fmla="*/ 13739 w 55"/>
                <a:gd name="T19" fmla="*/ 92869 h 54"/>
                <a:gd name="T20" fmla="*/ 140826 w 55"/>
                <a:gd name="T21" fmla="*/ 127264 h 54"/>
                <a:gd name="T22" fmla="*/ 96174 w 55"/>
                <a:gd name="T23" fmla="*/ 151341 h 54"/>
                <a:gd name="T24" fmla="*/ 37783 w 55"/>
                <a:gd name="T25" fmla="*/ 92869 h 54"/>
                <a:gd name="T26" fmla="*/ 96174 w 55"/>
                <a:gd name="T27" fmla="*/ 34396 h 54"/>
                <a:gd name="T28" fmla="*/ 137391 w 55"/>
                <a:gd name="T29" fmla="*/ 58473 h 54"/>
                <a:gd name="T30" fmla="*/ 137391 w 55"/>
                <a:gd name="T31" fmla="*/ 72231 h 54"/>
                <a:gd name="T32" fmla="*/ 137391 w 55"/>
                <a:gd name="T33" fmla="*/ 72231 h 54"/>
                <a:gd name="T34" fmla="*/ 123652 w 55"/>
                <a:gd name="T35" fmla="*/ 72231 h 54"/>
                <a:gd name="T36" fmla="*/ 120217 w 55"/>
                <a:gd name="T37" fmla="*/ 72231 h 54"/>
                <a:gd name="T38" fmla="*/ 120217 w 55"/>
                <a:gd name="T39" fmla="*/ 61912 h 54"/>
                <a:gd name="T40" fmla="*/ 96174 w 55"/>
                <a:gd name="T41" fmla="*/ 51594 h 54"/>
                <a:gd name="T42" fmla="*/ 54957 w 55"/>
                <a:gd name="T43" fmla="*/ 92869 h 54"/>
                <a:gd name="T44" fmla="*/ 96174 w 55"/>
                <a:gd name="T45" fmla="*/ 134143 h 54"/>
                <a:gd name="T46" fmla="*/ 120217 w 55"/>
                <a:gd name="T47" fmla="*/ 123825 h 54"/>
                <a:gd name="T48" fmla="*/ 120217 w 55"/>
                <a:gd name="T49" fmla="*/ 113506 h 54"/>
                <a:gd name="T50" fmla="*/ 123652 w 55"/>
                <a:gd name="T51" fmla="*/ 113506 h 54"/>
                <a:gd name="T52" fmla="*/ 137391 w 55"/>
                <a:gd name="T53" fmla="*/ 113506 h 54"/>
                <a:gd name="T54" fmla="*/ 140826 w 55"/>
                <a:gd name="T55" fmla="*/ 113506 h 54"/>
                <a:gd name="T56" fmla="*/ 140826 w 55"/>
                <a:gd name="T57" fmla="*/ 127264 h 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5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4"/>
                    <a:pt x="27" y="54"/>
                  </a:cubicBezTo>
                  <a:close/>
                  <a:moveTo>
                    <a:pt x="4" y="27"/>
                  </a:moveTo>
                  <a:cubicBezTo>
                    <a:pt x="4" y="40"/>
                    <a:pt x="15" y="50"/>
                    <a:pt x="27" y="50"/>
                  </a:cubicBezTo>
                  <a:cubicBezTo>
                    <a:pt x="40" y="50"/>
                    <a:pt x="50" y="40"/>
                    <a:pt x="50" y="27"/>
                  </a:cubicBezTo>
                  <a:cubicBezTo>
                    <a:pt x="50" y="14"/>
                    <a:pt x="40" y="4"/>
                    <a:pt x="27" y="4"/>
                  </a:cubicBezTo>
                  <a:cubicBezTo>
                    <a:pt x="15" y="4"/>
                    <a:pt x="4" y="14"/>
                    <a:pt x="4" y="27"/>
                  </a:cubicBezTo>
                  <a:close/>
                  <a:moveTo>
                    <a:pt x="41" y="37"/>
                  </a:moveTo>
                  <a:cubicBezTo>
                    <a:pt x="41" y="42"/>
                    <a:pt x="33" y="44"/>
                    <a:pt x="28" y="44"/>
                  </a:cubicBezTo>
                  <a:cubicBezTo>
                    <a:pt x="18" y="44"/>
                    <a:pt x="11" y="37"/>
                    <a:pt x="11" y="27"/>
                  </a:cubicBezTo>
                  <a:cubicBezTo>
                    <a:pt x="11" y="17"/>
                    <a:pt x="18" y="10"/>
                    <a:pt x="28" y="10"/>
                  </a:cubicBezTo>
                  <a:cubicBezTo>
                    <a:pt x="31" y="10"/>
                    <a:pt x="40" y="11"/>
                    <a:pt x="40" y="17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6"/>
                    <a:pt x="31" y="15"/>
                    <a:pt x="28" y="15"/>
                  </a:cubicBezTo>
                  <a:cubicBezTo>
                    <a:pt x="21" y="15"/>
                    <a:pt x="16" y="20"/>
                    <a:pt x="16" y="27"/>
                  </a:cubicBezTo>
                  <a:cubicBezTo>
                    <a:pt x="16" y="34"/>
                    <a:pt x="21" y="39"/>
                    <a:pt x="28" y="39"/>
                  </a:cubicBezTo>
                  <a:cubicBezTo>
                    <a:pt x="31" y="39"/>
                    <a:pt x="35" y="38"/>
                    <a:pt x="35" y="36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6" y="33"/>
                    <a:pt x="36" y="33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000" b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0819EA-D9FC-452D-8CC0-0631FC651962}"/>
                </a:ext>
              </a:extLst>
            </p:cNvPr>
            <p:cNvSpPr txBox="1"/>
            <p:nvPr/>
          </p:nvSpPr>
          <p:spPr>
            <a:xfrm>
              <a:off x="771801" y="6491338"/>
              <a:ext cx="25202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0" spc="3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2019.All Rights Reserved</a:t>
              </a:r>
              <a:endParaRPr lang="id-ID" sz="1000" b="0" spc="3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815A068-FF8F-4694-BF0B-59B251FFDD17}"/>
              </a:ext>
            </a:extLst>
          </p:cNvPr>
          <p:cNvSpPr txBox="1"/>
          <p:nvPr userDrawn="1"/>
        </p:nvSpPr>
        <p:spPr>
          <a:xfrm>
            <a:off x="221512" y="6398640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coder://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7A1591-79FE-40FD-A8D5-B1756EEB3794}"/>
              </a:ext>
            </a:extLst>
          </p:cNvPr>
          <p:cNvGrpSpPr/>
          <p:nvPr userDrawn="1"/>
        </p:nvGrpSpPr>
        <p:grpSpPr>
          <a:xfrm>
            <a:off x="11161327" y="6472515"/>
            <a:ext cx="809162" cy="169756"/>
            <a:chOff x="5168894" y="3238491"/>
            <a:chExt cx="1816099" cy="381003"/>
          </a:xfrm>
          <a:solidFill>
            <a:schemeClr val="bg1">
              <a:lumMod val="95000"/>
            </a:schemeClr>
          </a:solidFill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6151FBA7-FA11-4E21-A462-1C4CA2BD8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3994" y="3238491"/>
              <a:ext cx="380999" cy="380999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F353F23F-46EE-4080-B5F8-49EE5BFA1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894" y="3238495"/>
              <a:ext cx="380999" cy="380999"/>
            </a:xfrm>
            <a:prstGeom prst="rect">
              <a:avLst/>
            </a:prstGeom>
          </p:spPr>
        </p:pic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3C962D2-5880-4253-A092-E6E906FFE33A}"/>
                </a:ext>
              </a:extLst>
            </p:cNvPr>
            <p:cNvSpPr/>
            <p:nvPr/>
          </p:nvSpPr>
          <p:spPr>
            <a:xfrm>
              <a:off x="5885616" y="3274545"/>
              <a:ext cx="382667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grpFill/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7" name="Picture Placeholder 25">
            <a:extLst>
              <a:ext uri="{FF2B5EF4-FFF2-40B4-BE49-F238E27FC236}">
                <a16:creationId xmlns:a16="http://schemas.microsoft.com/office/drawing/2014/main" id="{4A7A843B-68F9-4294-A4E6-D303206EFF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812802" y="3704095"/>
            <a:ext cx="2743206" cy="2533011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effectLst>
            <a:outerShdw blurRad="508000" dist="38100" dir="5400000" algn="t" rotWithShape="0">
              <a:prstClr val="black">
                <a:alpha val="25000"/>
              </a:prstClr>
            </a:outerShdw>
          </a:effectLst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8" name="Picture Placeholder 22">
            <a:extLst>
              <a:ext uri="{FF2B5EF4-FFF2-40B4-BE49-F238E27FC236}">
                <a16:creationId xmlns:a16="http://schemas.microsoft.com/office/drawing/2014/main" id="{4BBC3998-41A9-4ED5-B83C-DF551AED545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31412" y="3704095"/>
            <a:ext cx="2743206" cy="2533011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effectLst>
            <a:outerShdw blurRad="508000" dist="38100" dir="5400000" algn="t" rotWithShape="0">
              <a:prstClr val="black">
                <a:alpha val="25000"/>
              </a:prstClr>
            </a:outerShdw>
          </a:effectLst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798ABFC7-12FF-4CC5-BBF1-24F8FFCC0D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5993" y="3704095"/>
            <a:ext cx="4357234" cy="2529558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effectLst>
            <a:outerShdw blurRad="508000" dist="38100" dir="5400000" algn="t" rotWithShape="0">
              <a:prstClr val="black">
                <a:alpha val="25000"/>
              </a:prstClr>
            </a:outerShdw>
          </a:effectLst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EB1870EA-A2BC-42E7-87D6-C648BE0E5E3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12800" y="854118"/>
            <a:ext cx="2743207" cy="2533012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effectLst>
            <a:outerShdw blurRad="508000" dist="38100" dir="5400000" algn="t" rotWithShape="0">
              <a:prstClr val="black">
                <a:alpha val="25000"/>
              </a:prstClr>
            </a:outerShdw>
          </a:effectLst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3F7E8E3D-3087-4FA2-A660-3FA7E734264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917383" y="857571"/>
            <a:ext cx="4357234" cy="2529558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effectLst>
            <a:outerShdw blurRad="508000" dist="38100" dir="5400000" algn="t" rotWithShape="0">
              <a:prstClr val="black">
                <a:alpha val="25000"/>
              </a:prstClr>
            </a:outerShdw>
          </a:effectLst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34605809-E15F-4358-A37B-98F18EF4009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5993" y="854116"/>
            <a:ext cx="2743208" cy="2533013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effectLst>
            <a:outerShdw blurRad="508000" dist="38100" dir="5400000" algn="t" rotWithShape="0">
              <a:prstClr val="black">
                <a:alpha val="25000"/>
              </a:prstClr>
            </a:outerShdw>
          </a:effectLst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33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Title Slide">
    <p:bg>
      <p:bgPr>
        <a:gradFill flip="none" rotWithShape="1">
          <a:gsLst>
            <a:gs pos="0">
              <a:schemeClr val="accent1"/>
            </a:gs>
            <a:gs pos="99000">
              <a:schemeClr val="accent1">
                <a:lumMod val="60000"/>
                <a:lumOff val="4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BD973E-E950-4254-A96C-03133E5C31AA}"/>
              </a:ext>
            </a:extLst>
          </p:cNvPr>
          <p:cNvSpPr txBox="1"/>
          <p:nvPr userDrawn="1"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r>
              <a:rPr lang="en-US" sz="24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bg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15A068-FF8F-4694-BF0B-59B251FFDD17}"/>
              </a:ext>
            </a:extLst>
          </p:cNvPr>
          <p:cNvSpPr txBox="1"/>
          <p:nvPr userDrawn="1"/>
        </p:nvSpPr>
        <p:spPr>
          <a:xfrm>
            <a:off x="221512" y="6398640"/>
            <a:ext cx="1340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codeXbuilder://</a:t>
            </a:r>
          </a:p>
        </p:txBody>
      </p:sp>
      <p:sp>
        <p:nvSpPr>
          <p:cNvPr id="11" name="Picture Placeholder 20">
            <a:extLst>
              <a:ext uri="{FF2B5EF4-FFF2-40B4-BE49-F238E27FC236}">
                <a16:creationId xmlns:a16="http://schemas.microsoft.com/office/drawing/2014/main" id="{632831C0-693C-44E2-8BC8-85A7722C74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026558" y="1935892"/>
            <a:ext cx="4107542" cy="3933371"/>
          </a:xfrm>
          <a:custGeom>
            <a:avLst/>
            <a:gdLst>
              <a:gd name="connsiteX0" fmla="*/ 53809 w 4107542"/>
              <a:gd name="connsiteY0" fmla="*/ 0 h 3933371"/>
              <a:gd name="connsiteX1" fmla="*/ 4053733 w 4107542"/>
              <a:gd name="connsiteY1" fmla="*/ 0 h 3933371"/>
              <a:gd name="connsiteX2" fmla="*/ 4107542 w 4107542"/>
              <a:gd name="connsiteY2" fmla="*/ 53809 h 3933371"/>
              <a:gd name="connsiteX3" fmla="*/ 4107542 w 4107542"/>
              <a:gd name="connsiteY3" fmla="*/ 3879562 h 3933371"/>
              <a:gd name="connsiteX4" fmla="*/ 4053733 w 4107542"/>
              <a:gd name="connsiteY4" fmla="*/ 3933371 h 3933371"/>
              <a:gd name="connsiteX5" fmla="*/ 53809 w 4107542"/>
              <a:gd name="connsiteY5" fmla="*/ 3933371 h 3933371"/>
              <a:gd name="connsiteX6" fmla="*/ 0 w 4107542"/>
              <a:gd name="connsiteY6" fmla="*/ 3879562 h 3933371"/>
              <a:gd name="connsiteX7" fmla="*/ 0 w 4107542"/>
              <a:gd name="connsiteY7" fmla="*/ 53809 h 3933371"/>
              <a:gd name="connsiteX8" fmla="*/ 53809 w 4107542"/>
              <a:gd name="connsiteY8" fmla="*/ 0 h 3933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07542" h="3933371">
                <a:moveTo>
                  <a:pt x="53809" y="0"/>
                </a:moveTo>
                <a:lnTo>
                  <a:pt x="4053733" y="0"/>
                </a:lnTo>
                <a:cubicBezTo>
                  <a:pt x="4083451" y="0"/>
                  <a:pt x="4107542" y="24091"/>
                  <a:pt x="4107542" y="53809"/>
                </a:cubicBezTo>
                <a:lnTo>
                  <a:pt x="4107542" y="3879562"/>
                </a:lnTo>
                <a:cubicBezTo>
                  <a:pt x="4107542" y="3909280"/>
                  <a:pt x="4083451" y="3933371"/>
                  <a:pt x="4053733" y="3933371"/>
                </a:cubicBezTo>
                <a:lnTo>
                  <a:pt x="53809" y="3933371"/>
                </a:lnTo>
                <a:cubicBezTo>
                  <a:pt x="24091" y="3933371"/>
                  <a:pt x="0" y="3909280"/>
                  <a:pt x="0" y="3879562"/>
                </a:cubicBezTo>
                <a:lnTo>
                  <a:pt x="0" y="53809"/>
                </a:lnTo>
                <a:cubicBezTo>
                  <a:pt x="0" y="24091"/>
                  <a:pt x="24091" y="0"/>
                  <a:pt x="53809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635000" dist="63500" dir="5400000" algn="t" rotWithShape="0">
              <a:schemeClr val="accent1">
                <a:lumMod val="50000"/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pPr marL="0"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3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9_Title Slide">
    <p:bg>
      <p:bgPr>
        <a:gradFill flip="none" rotWithShape="1">
          <a:gsLst>
            <a:gs pos="0">
              <a:schemeClr val="accent1"/>
            </a:gs>
            <a:gs pos="99000">
              <a:schemeClr val="accent1">
                <a:lumMod val="60000"/>
                <a:lumOff val="4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E84D843-092B-4CCD-8D4A-055C811C769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73660" y="2112896"/>
            <a:ext cx="8444679" cy="4745104"/>
          </a:xfrm>
          <a:custGeom>
            <a:avLst/>
            <a:gdLst>
              <a:gd name="connsiteX0" fmla="*/ 0 w 8444679"/>
              <a:gd name="connsiteY0" fmla="*/ 0 h 4745104"/>
              <a:gd name="connsiteX1" fmla="*/ 8444679 w 8444679"/>
              <a:gd name="connsiteY1" fmla="*/ 0 h 4745104"/>
              <a:gd name="connsiteX2" fmla="*/ 8444679 w 8444679"/>
              <a:gd name="connsiteY2" fmla="*/ 4745104 h 4745104"/>
              <a:gd name="connsiteX3" fmla="*/ 0 w 8444679"/>
              <a:gd name="connsiteY3" fmla="*/ 4745104 h 474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44679" h="4745104">
                <a:moveTo>
                  <a:pt x="0" y="0"/>
                </a:moveTo>
                <a:lnTo>
                  <a:pt x="8444679" y="0"/>
                </a:lnTo>
                <a:lnTo>
                  <a:pt x="8444679" y="4745104"/>
                </a:lnTo>
                <a:lnTo>
                  <a:pt x="0" y="4745104"/>
                </a:lnTo>
                <a:close/>
              </a:path>
            </a:pathLst>
          </a:custGeom>
          <a:noFill/>
          <a:ln>
            <a:noFill/>
          </a:ln>
          <a:effectLst>
            <a:outerShdw blurRad="635000" dist="63500" dir="5400000" algn="t" rotWithShape="0">
              <a:schemeClr val="accent1">
                <a:lumMod val="50000"/>
                <a:alpha val="7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pPr marL="0" lvl="0"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BD973E-E950-4254-A96C-03133E5C31AA}"/>
              </a:ext>
            </a:extLst>
          </p:cNvPr>
          <p:cNvSpPr txBox="1"/>
          <p:nvPr userDrawn="1"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r>
              <a:rPr lang="en-US" sz="24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bg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0FDF97-A170-4D1F-9198-415C21BD5257}"/>
              </a:ext>
            </a:extLst>
          </p:cNvPr>
          <p:cNvGrpSpPr/>
          <p:nvPr userDrawn="1"/>
        </p:nvGrpSpPr>
        <p:grpSpPr>
          <a:xfrm>
            <a:off x="1342633" y="6429418"/>
            <a:ext cx="2626016" cy="246221"/>
            <a:chOff x="666027" y="6491338"/>
            <a:chExt cx="2626016" cy="246221"/>
          </a:xfrm>
        </p:grpSpPr>
        <p:sp>
          <p:nvSpPr>
            <p:cNvPr id="4" name="Freeform 62">
              <a:extLst>
                <a:ext uri="{FF2B5EF4-FFF2-40B4-BE49-F238E27FC236}">
                  <a16:creationId xmlns:a16="http://schemas.microsoft.com/office/drawing/2014/main" id="{85364554-D91D-4274-B843-5DED11B2DD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027" y="6562424"/>
              <a:ext cx="95578" cy="93971"/>
            </a:xfrm>
            <a:custGeom>
              <a:avLst/>
              <a:gdLst>
                <a:gd name="T0" fmla="*/ 92739 w 55"/>
                <a:gd name="T1" fmla="*/ 185737 h 54"/>
                <a:gd name="T2" fmla="*/ 0 w 55"/>
                <a:gd name="T3" fmla="*/ 92869 h 54"/>
                <a:gd name="T4" fmla="*/ 92739 w 55"/>
                <a:gd name="T5" fmla="*/ 0 h 54"/>
                <a:gd name="T6" fmla="*/ 188913 w 55"/>
                <a:gd name="T7" fmla="*/ 92869 h 54"/>
                <a:gd name="T8" fmla="*/ 92739 w 55"/>
                <a:gd name="T9" fmla="*/ 185737 h 54"/>
                <a:gd name="T10" fmla="*/ 13739 w 55"/>
                <a:gd name="T11" fmla="*/ 92869 h 54"/>
                <a:gd name="T12" fmla="*/ 92739 w 55"/>
                <a:gd name="T13" fmla="*/ 171979 h 54"/>
                <a:gd name="T14" fmla="*/ 171739 w 55"/>
                <a:gd name="T15" fmla="*/ 92869 h 54"/>
                <a:gd name="T16" fmla="*/ 92739 w 55"/>
                <a:gd name="T17" fmla="*/ 13758 h 54"/>
                <a:gd name="T18" fmla="*/ 13739 w 55"/>
                <a:gd name="T19" fmla="*/ 92869 h 54"/>
                <a:gd name="T20" fmla="*/ 140826 w 55"/>
                <a:gd name="T21" fmla="*/ 127264 h 54"/>
                <a:gd name="T22" fmla="*/ 96174 w 55"/>
                <a:gd name="T23" fmla="*/ 151341 h 54"/>
                <a:gd name="T24" fmla="*/ 37783 w 55"/>
                <a:gd name="T25" fmla="*/ 92869 h 54"/>
                <a:gd name="T26" fmla="*/ 96174 w 55"/>
                <a:gd name="T27" fmla="*/ 34396 h 54"/>
                <a:gd name="T28" fmla="*/ 137391 w 55"/>
                <a:gd name="T29" fmla="*/ 58473 h 54"/>
                <a:gd name="T30" fmla="*/ 137391 w 55"/>
                <a:gd name="T31" fmla="*/ 72231 h 54"/>
                <a:gd name="T32" fmla="*/ 137391 w 55"/>
                <a:gd name="T33" fmla="*/ 72231 h 54"/>
                <a:gd name="T34" fmla="*/ 123652 w 55"/>
                <a:gd name="T35" fmla="*/ 72231 h 54"/>
                <a:gd name="T36" fmla="*/ 120217 w 55"/>
                <a:gd name="T37" fmla="*/ 72231 h 54"/>
                <a:gd name="T38" fmla="*/ 120217 w 55"/>
                <a:gd name="T39" fmla="*/ 61912 h 54"/>
                <a:gd name="T40" fmla="*/ 96174 w 55"/>
                <a:gd name="T41" fmla="*/ 51594 h 54"/>
                <a:gd name="T42" fmla="*/ 54957 w 55"/>
                <a:gd name="T43" fmla="*/ 92869 h 54"/>
                <a:gd name="T44" fmla="*/ 96174 w 55"/>
                <a:gd name="T45" fmla="*/ 134143 h 54"/>
                <a:gd name="T46" fmla="*/ 120217 w 55"/>
                <a:gd name="T47" fmla="*/ 123825 h 54"/>
                <a:gd name="T48" fmla="*/ 120217 w 55"/>
                <a:gd name="T49" fmla="*/ 113506 h 54"/>
                <a:gd name="T50" fmla="*/ 123652 w 55"/>
                <a:gd name="T51" fmla="*/ 113506 h 54"/>
                <a:gd name="T52" fmla="*/ 137391 w 55"/>
                <a:gd name="T53" fmla="*/ 113506 h 54"/>
                <a:gd name="T54" fmla="*/ 140826 w 55"/>
                <a:gd name="T55" fmla="*/ 113506 h 54"/>
                <a:gd name="T56" fmla="*/ 140826 w 55"/>
                <a:gd name="T57" fmla="*/ 127264 h 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5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4"/>
                    <a:pt x="27" y="54"/>
                  </a:cubicBezTo>
                  <a:close/>
                  <a:moveTo>
                    <a:pt x="4" y="27"/>
                  </a:moveTo>
                  <a:cubicBezTo>
                    <a:pt x="4" y="40"/>
                    <a:pt x="15" y="50"/>
                    <a:pt x="27" y="50"/>
                  </a:cubicBezTo>
                  <a:cubicBezTo>
                    <a:pt x="40" y="50"/>
                    <a:pt x="50" y="40"/>
                    <a:pt x="50" y="27"/>
                  </a:cubicBezTo>
                  <a:cubicBezTo>
                    <a:pt x="50" y="14"/>
                    <a:pt x="40" y="4"/>
                    <a:pt x="27" y="4"/>
                  </a:cubicBezTo>
                  <a:cubicBezTo>
                    <a:pt x="15" y="4"/>
                    <a:pt x="4" y="14"/>
                    <a:pt x="4" y="27"/>
                  </a:cubicBezTo>
                  <a:close/>
                  <a:moveTo>
                    <a:pt x="41" y="37"/>
                  </a:moveTo>
                  <a:cubicBezTo>
                    <a:pt x="41" y="42"/>
                    <a:pt x="33" y="44"/>
                    <a:pt x="28" y="44"/>
                  </a:cubicBezTo>
                  <a:cubicBezTo>
                    <a:pt x="18" y="44"/>
                    <a:pt x="11" y="37"/>
                    <a:pt x="11" y="27"/>
                  </a:cubicBezTo>
                  <a:cubicBezTo>
                    <a:pt x="11" y="17"/>
                    <a:pt x="18" y="10"/>
                    <a:pt x="28" y="10"/>
                  </a:cubicBezTo>
                  <a:cubicBezTo>
                    <a:pt x="31" y="10"/>
                    <a:pt x="40" y="11"/>
                    <a:pt x="40" y="17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6"/>
                    <a:pt x="31" y="15"/>
                    <a:pt x="28" y="15"/>
                  </a:cubicBezTo>
                  <a:cubicBezTo>
                    <a:pt x="21" y="15"/>
                    <a:pt x="16" y="20"/>
                    <a:pt x="16" y="27"/>
                  </a:cubicBezTo>
                  <a:cubicBezTo>
                    <a:pt x="16" y="34"/>
                    <a:pt x="21" y="39"/>
                    <a:pt x="28" y="39"/>
                  </a:cubicBezTo>
                  <a:cubicBezTo>
                    <a:pt x="31" y="39"/>
                    <a:pt x="35" y="38"/>
                    <a:pt x="35" y="36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6" y="33"/>
                    <a:pt x="36" y="33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000" b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0819EA-D9FC-452D-8CC0-0631FC651962}"/>
                </a:ext>
              </a:extLst>
            </p:cNvPr>
            <p:cNvSpPr txBox="1"/>
            <p:nvPr/>
          </p:nvSpPr>
          <p:spPr>
            <a:xfrm>
              <a:off x="771801" y="6491338"/>
              <a:ext cx="25202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0" spc="3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2019.All Rights Reserved</a:t>
              </a:r>
              <a:endParaRPr lang="id-ID" sz="1000" b="0" spc="3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815A068-FF8F-4694-BF0B-59B251FFDD17}"/>
              </a:ext>
            </a:extLst>
          </p:cNvPr>
          <p:cNvSpPr txBox="1"/>
          <p:nvPr userDrawn="1"/>
        </p:nvSpPr>
        <p:spPr>
          <a:xfrm>
            <a:off x="221512" y="6398640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coder://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7A1591-79FE-40FD-A8D5-B1756EEB3794}"/>
              </a:ext>
            </a:extLst>
          </p:cNvPr>
          <p:cNvGrpSpPr/>
          <p:nvPr userDrawn="1"/>
        </p:nvGrpSpPr>
        <p:grpSpPr>
          <a:xfrm>
            <a:off x="11161327" y="6472515"/>
            <a:ext cx="809162" cy="169756"/>
            <a:chOff x="5168894" y="3238491"/>
            <a:chExt cx="1816099" cy="381003"/>
          </a:xfrm>
          <a:solidFill>
            <a:schemeClr val="bg1">
              <a:lumMod val="95000"/>
            </a:schemeClr>
          </a:solidFill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6151FBA7-FA11-4E21-A462-1C4CA2BD8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3994" y="3238491"/>
              <a:ext cx="380999" cy="380999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F353F23F-46EE-4080-B5F8-49EE5BFA1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894" y="3238495"/>
              <a:ext cx="380999" cy="380999"/>
            </a:xfrm>
            <a:prstGeom prst="rect">
              <a:avLst/>
            </a:prstGeom>
          </p:spPr>
        </p:pic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3C962D2-5880-4253-A092-E6E906FFE33A}"/>
                </a:ext>
              </a:extLst>
            </p:cNvPr>
            <p:cNvSpPr/>
            <p:nvPr/>
          </p:nvSpPr>
          <p:spPr>
            <a:xfrm>
              <a:off x="5885616" y="3274545"/>
              <a:ext cx="382667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grpFill/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951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gradFill flip="none" rotWithShape="1">
          <a:gsLst>
            <a:gs pos="0">
              <a:schemeClr val="accent1"/>
            </a:gs>
            <a:gs pos="99000">
              <a:schemeClr val="accent1">
                <a:lumMod val="60000"/>
                <a:lumOff val="4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B83EA13-ECFE-4E31-9638-6658BADC7E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6321" y="943898"/>
            <a:ext cx="10119360" cy="4970207"/>
          </a:xfrm>
          <a:custGeom>
            <a:avLst/>
            <a:gdLst>
              <a:gd name="connsiteX0" fmla="*/ 188271 w 10119360"/>
              <a:gd name="connsiteY0" fmla="*/ 0 h 4970207"/>
              <a:gd name="connsiteX1" fmla="*/ 9931089 w 10119360"/>
              <a:gd name="connsiteY1" fmla="*/ 0 h 4970207"/>
              <a:gd name="connsiteX2" fmla="*/ 10119360 w 10119360"/>
              <a:gd name="connsiteY2" fmla="*/ 188271 h 4970207"/>
              <a:gd name="connsiteX3" fmla="*/ 10119360 w 10119360"/>
              <a:gd name="connsiteY3" fmla="*/ 4781936 h 4970207"/>
              <a:gd name="connsiteX4" fmla="*/ 9931089 w 10119360"/>
              <a:gd name="connsiteY4" fmla="*/ 4970207 h 4970207"/>
              <a:gd name="connsiteX5" fmla="*/ 188271 w 10119360"/>
              <a:gd name="connsiteY5" fmla="*/ 4970207 h 4970207"/>
              <a:gd name="connsiteX6" fmla="*/ 0 w 10119360"/>
              <a:gd name="connsiteY6" fmla="*/ 4781936 h 4970207"/>
              <a:gd name="connsiteX7" fmla="*/ 0 w 10119360"/>
              <a:gd name="connsiteY7" fmla="*/ 188271 h 4970207"/>
              <a:gd name="connsiteX8" fmla="*/ 188271 w 10119360"/>
              <a:gd name="connsiteY8" fmla="*/ 0 h 4970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19360" h="4970207">
                <a:moveTo>
                  <a:pt x="188271" y="0"/>
                </a:moveTo>
                <a:lnTo>
                  <a:pt x="9931089" y="0"/>
                </a:lnTo>
                <a:cubicBezTo>
                  <a:pt x="10035068" y="0"/>
                  <a:pt x="10119360" y="84292"/>
                  <a:pt x="10119360" y="188271"/>
                </a:cubicBezTo>
                <a:lnTo>
                  <a:pt x="10119360" y="4781936"/>
                </a:lnTo>
                <a:cubicBezTo>
                  <a:pt x="10119360" y="4885915"/>
                  <a:pt x="10035068" y="4970207"/>
                  <a:pt x="9931089" y="4970207"/>
                </a:cubicBezTo>
                <a:lnTo>
                  <a:pt x="188271" y="4970207"/>
                </a:lnTo>
                <a:cubicBezTo>
                  <a:pt x="84292" y="4970207"/>
                  <a:pt x="0" y="4885915"/>
                  <a:pt x="0" y="4781936"/>
                </a:cubicBezTo>
                <a:lnTo>
                  <a:pt x="0" y="188271"/>
                </a:lnTo>
                <a:cubicBezTo>
                  <a:pt x="0" y="84292"/>
                  <a:pt x="84292" y="0"/>
                  <a:pt x="188271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736600" dist="38100" dir="5400000" algn="t" rotWithShape="0">
              <a:prstClr val="black">
                <a:alpha val="23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BD973E-E950-4254-A96C-03133E5C31AA}"/>
              </a:ext>
            </a:extLst>
          </p:cNvPr>
          <p:cNvSpPr txBox="1"/>
          <p:nvPr userDrawn="1"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r>
              <a:rPr lang="en-US" sz="24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bg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0FDF97-A170-4D1F-9198-415C21BD5257}"/>
              </a:ext>
            </a:extLst>
          </p:cNvPr>
          <p:cNvGrpSpPr/>
          <p:nvPr userDrawn="1"/>
        </p:nvGrpSpPr>
        <p:grpSpPr>
          <a:xfrm>
            <a:off x="1342633" y="6429418"/>
            <a:ext cx="2626016" cy="246221"/>
            <a:chOff x="666027" y="6491338"/>
            <a:chExt cx="2626016" cy="246221"/>
          </a:xfrm>
        </p:grpSpPr>
        <p:sp>
          <p:nvSpPr>
            <p:cNvPr id="4" name="Freeform 62">
              <a:extLst>
                <a:ext uri="{FF2B5EF4-FFF2-40B4-BE49-F238E27FC236}">
                  <a16:creationId xmlns:a16="http://schemas.microsoft.com/office/drawing/2014/main" id="{85364554-D91D-4274-B843-5DED11B2DD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027" y="6562424"/>
              <a:ext cx="95578" cy="93971"/>
            </a:xfrm>
            <a:custGeom>
              <a:avLst/>
              <a:gdLst>
                <a:gd name="T0" fmla="*/ 92739 w 55"/>
                <a:gd name="T1" fmla="*/ 185737 h 54"/>
                <a:gd name="T2" fmla="*/ 0 w 55"/>
                <a:gd name="T3" fmla="*/ 92869 h 54"/>
                <a:gd name="T4" fmla="*/ 92739 w 55"/>
                <a:gd name="T5" fmla="*/ 0 h 54"/>
                <a:gd name="T6" fmla="*/ 188913 w 55"/>
                <a:gd name="T7" fmla="*/ 92869 h 54"/>
                <a:gd name="T8" fmla="*/ 92739 w 55"/>
                <a:gd name="T9" fmla="*/ 185737 h 54"/>
                <a:gd name="T10" fmla="*/ 13739 w 55"/>
                <a:gd name="T11" fmla="*/ 92869 h 54"/>
                <a:gd name="T12" fmla="*/ 92739 w 55"/>
                <a:gd name="T13" fmla="*/ 171979 h 54"/>
                <a:gd name="T14" fmla="*/ 171739 w 55"/>
                <a:gd name="T15" fmla="*/ 92869 h 54"/>
                <a:gd name="T16" fmla="*/ 92739 w 55"/>
                <a:gd name="T17" fmla="*/ 13758 h 54"/>
                <a:gd name="T18" fmla="*/ 13739 w 55"/>
                <a:gd name="T19" fmla="*/ 92869 h 54"/>
                <a:gd name="T20" fmla="*/ 140826 w 55"/>
                <a:gd name="T21" fmla="*/ 127264 h 54"/>
                <a:gd name="T22" fmla="*/ 96174 w 55"/>
                <a:gd name="T23" fmla="*/ 151341 h 54"/>
                <a:gd name="T24" fmla="*/ 37783 w 55"/>
                <a:gd name="T25" fmla="*/ 92869 h 54"/>
                <a:gd name="T26" fmla="*/ 96174 w 55"/>
                <a:gd name="T27" fmla="*/ 34396 h 54"/>
                <a:gd name="T28" fmla="*/ 137391 w 55"/>
                <a:gd name="T29" fmla="*/ 58473 h 54"/>
                <a:gd name="T30" fmla="*/ 137391 w 55"/>
                <a:gd name="T31" fmla="*/ 72231 h 54"/>
                <a:gd name="T32" fmla="*/ 137391 w 55"/>
                <a:gd name="T33" fmla="*/ 72231 h 54"/>
                <a:gd name="T34" fmla="*/ 123652 w 55"/>
                <a:gd name="T35" fmla="*/ 72231 h 54"/>
                <a:gd name="T36" fmla="*/ 120217 w 55"/>
                <a:gd name="T37" fmla="*/ 72231 h 54"/>
                <a:gd name="T38" fmla="*/ 120217 w 55"/>
                <a:gd name="T39" fmla="*/ 61912 h 54"/>
                <a:gd name="T40" fmla="*/ 96174 w 55"/>
                <a:gd name="T41" fmla="*/ 51594 h 54"/>
                <a:gd name="T42" fmla="*/ 54957 w 55"/>
                <a:gd name="T43" fmla="*/ 92869 h 54"/>
                <a:gd name="T44" fmla="*/ 96174 w 55"/>
                <a:gd name="T45" fmla="*/ 134143 h 54"/>
                <a:gd name="T46" fmla="*/ 120217 w 55"/>
                <a:gd name="T47" fmla="*/ 123825 h 54"/>
                <a:gd name="T48" fmla="*/ 120217 w 55"/>
                <a:gd name="T49" fmla="*/ 113506 h 54"/>
                <a:gd name="T50" fmla="*/ 123652 w 55"/>
                <a:gd name="T51" fmla="*/ 113506 h 54"/>
                <a:gd name="T52" fmla="*/ 137391 w 55"/>
                <a:gd name="T53" fmla="*/ 113506 h 54"/>
                <a:gd name="T54" fmla="*/ 140826 w 55"/>
                <a:gd name="T55" fmla="*/ 113506 h 54"/>
                <a:gd name="T56" fmla="*/ 140826 w 55"/>
                <a:gd name="T57" fmla="*/ 127264 h 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5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4"/>
                    <a:pt x="27" y="54"/>
                  </a:cubicBezTo>
                  <a:close/>
                  <a:moveTo>
                    <a:pt x="4" y="27"/>
                  </a:moveTo>
                  <a:cubicBezTo>
                    <a:pt x="4" y="40"/>
                    <a:pt x="15" y="50"/>
                    <a:pt x="27" y="50"/>
                  </a:cubicBezTo>
                  <a:cubicBezTo>
                    <a:pt x="40" y="50"/>
                    <a:pt x="50" y="40"/>
                    <a:pt x="50" y="27"/>
                  </a:cubicBezTo>
                  <a:cubicBezTo>
                    <a:pt x="50" y="14"/>
                    <a:pt x="40" y="4"/>
                    <a:pt x="27" y="4"/>
                  </a:cubicBezTo>
                  <a:cubicBezTo>
                    <a:pt x="15" y="4"/>
                    <a:pt x="4" y="14"/>
                    <a:pt x="4" y="27"/>
                  </a:cubicBezTo>
                  <a:close/>
                  <a:moveTo>
                    <a:pt x="41" y="37"/>
                  </a:moveTo>
                  <a:cubicBezTo>
                    <a:pt x="41" y="42"/>
                    <a:pt x="33" y="44"/>
                    <a:pt x="28" y="44"/>
                  </a:cubicBezTo>
                  <a:cubicBezTo>
                    <a:pt x="18" y="44"/>
                    <a:pt x="11" y="37"/>
                    <a:pt x="11" y="27"/>
                  </a:cubicBezTo>
                  <a:cubicBezTo>
                    <a:pt x="11" y="17"/>
                    <a:pt x="18" y="10"/>
                    <a:pt x="28" y="10"/>
                  </a:cubicBezTo>
                  <a:cubicBezTo>
                    <a:pt x="31" y="10"/>
                    <a:pt x="40" y="11"/>
                    <a:pt x="40" y="17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6"/>
                    <a:pt x="31" y="15"/>
                    <a:pt x="28" y="15"/>
                  </a:cubicBezTo>
                  <a:cubicBezTo>
                    <a:pt x="21" y="15"/>
                    <a:pt x="16" y="20"/>
                    <a:pt x="16" y="27"/>
                  </a:cubicBezTo>
                  <a:cubicBezTo>
                    <a:pt x="16" y="34"/>
                    <a:pt x="21" y="39"/>
                    <a:pt x="28" y="39"/>
                  </a:cubicBezTo>
                  <a:cubicBezTo>
                    <a:pt x="31" y="39"/>
                    <a:pt x="35" y="38"/>
                    <a:pt x="35" y="36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6" y="33"/>
                    <a:pt x="36" y="33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000" b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0819EA-D9FC-452D-8CC0-0631FC651962}"/>
                </a:ext>
              </a:extLst>
            </p:cNvPr>
            <p:cNvSpPr txBox="1"/>
            <p:nvPr/>
          </p:nvSpPr>
          <p:spPr>
            <a:xfrm>
              <a:off x="771801" y="6491338"/>
              <a:ext cx="25202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0" spc="3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2019.All Rights Reserved</a:t>
              </a:r>
              <a:endParaRPr lang="id-ID" sz="1000" b="0" spc="3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815A068-FF8F-4694-BF0B-59B251FFDD17}"/>
              </a:ext>
            </a:extLst>
          </p:cNvPr>
          <p:cNvSpPr txBox="1"/>
          <p:nvPr userDrawn="1"/>
        </p:nvSpPr>
        <p:spPr>
          <a:xfrm>
            <a:off x="221512" y="6398640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coder://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7A1591-79FE-40FD-A8D5-B1756EEB3794}"/>
              </a:ext>
            </a:extLst>
          </p:cNvPr>
          <p:cNvGrpSpPr/>
          <p:nvPr userDrawn="1"/>
        </p:nvGrpSpPr>
        <p:grpSpPr>
          <a:xfrm>
            <a:off x="11161327" y="6472515"/>
            <a:ext cx="809162" cy="169756"/>
            <a:chOff x="5168894" y="3238491"/>
            <a:chExt cx="1816099" cy="381003"/>
          </a:xfrm>
          <a:solidFill>
            <a:schemeClr val="bg1">
              <a:lumMod val="95000"/>
            </a:schemeClr>
          </a:solidFill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6151FBA7-FA11-4E21-A462-1C4CA2BD8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3994" y="3238491"/>
              <a:ext cx="380999" cy="380999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F353F23F-46EE-4080-B5F8-49EE5BFA1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894" y="3238495"/>
              <a:ext cx="380999" cy="380999"/>
            </a:xfrm>
            <a:prstGeom prst="rect">
              <a:avLst/>
            </a:prstGeom>
          </p:spPr>
        </p:pic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3C962D2-5880-4253-A092-E6E906FFE33A}"/>
                </a:ext>
              </a:extLst>
            </p:cNvPr>
            <p:cNvSpPr/>
            <p:nvPr/>
          </p:nvSpPr>
          <p:spPr>
            <a:xfrm>
              <a:off x="5885616" y="3274545"/>
              <a:ext cx="382667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grpFill/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676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_Title Slide">
    <p:bg>
      <p:bgPr>
        <a:gradFill flip="none" rotWithShape="1">
          <a:gsLst>
            <a:gs pos="0">
              <a:schemeClr val="accent1"/>
            </a:gs>
            <a:gs pos="99000">
              <a:schemeClr val="accent1">
                <a:lumMod val="60000"/>
                <a:lumOff val="4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9B08009-D0E9-49D7-9342-41B0BD31A09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85030" y="762001"/>
            <a:ext cx="5907314" cy="6095999"/>
          </a:xfrm>
          <a:custGeom>
            <a:avLst/>
            <a:gdLst>
              <a:gd name="connsiteX0" fmla="*/ 0 w 5907314"/>
              <a:gd name="connsiteY0" fmla="*/ 0 h 6095999"/>
              <a:gd name="connsiteX1" fmla="*/ 5907314 w 5907314"/>
              <a:gd name="connsiteY1" fmla="*/ 0 h 6095999"/>
              <a:gd name="connsiteX2" fmla="*/ 5907314 w 5907314"/>
              <a:gd name="connsiteY2" fmla="*/ 6095999 h 6095999"/>
              <a:gd name="connsiteX3" fmla="*/ 0 w 5907314"/>
              <a:gd name="connsiteY3" fmla="*/ 6095999 h 609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7314" h="6095999">
                <a:moveTo>
                  <a:pt x="0" y="0"/>
                </a:moveTo>
                <a:lnTo>
                  <a:pt x="5907314" y="0"/>
                </a:lnTo>
                <a:lnTo>
                  <a:pt x="5907314" y="6095999"/>
                </a:lnTo>
                <a:lnTo>
                  <a:pt x="0" y="6095999"/>
                </a:lnTo>
                <a:close/>
              </a:path>
            </a:pathLst>
          </a:custGeom>
          <a:noFill/>
          <a:ln>
            <a:noFill/>
          </a:ln>
          <a:effectLst>
            <a:outerShdw blurRad="736600" dist="38100" dir="5400000" algn="t" rotWithShape="0">
              <a:prstClr val="black">
                <a:alpha val="23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51E3030-85CE-42FA-9159-A801A14D0E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7301500" cy="6095999"/>
          </a:xfrm>
          <a:custGeom>
            <a:avLst/>
            <a:gdLst>
              <a:gd name="connsiteX0" fmla="*/ 0 w 7301500"/>
              <a:gd name="connsiteY0" fmla="*/ 0 h 6095999"/>
              <a:gd name="connsiteX1" fmla="*/ 7016600 w 7301500"/>
              <a:gd name="connsiteY1" fmla="*/ 0 h 6095999"/>
              <a:gd name="connsiteX2" fmla="*/ 7027487 w 7301500"/>
              <a:gd name="connsiteY2" fmla="*/ 27612 h 6095999"/>
              <a:gd name="connsiteX3" fmla="*/ 7301500 w 7301500"/>
              <a:gd name="connsiteY3" fmla="*/ 1580271 h 6095999"/>
              <a:gd name="connsiteX4" fmla="*/ 2785772 w 7301500"/>
              <a:gd name="connsiteY4" fmla="*/ 6095999 h 6095999"/>
              <a:gd name="connsiteX5" fmla="*/ 83940 w 7301500"/>
              <a:gd name="connsiteY5" fmla="*/ 5198884 h 6095999"/>
              <a:gd name="connsiteX6" fmla="*/ 0 w 7301500"/>
              <a:gd name="connsiteY6" fmla="*/ 5132920 h 609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01500" h="6095999">
                <a:moveTo>
                  <a:pt x="0" y="0"/>
                </a:moveTo>
                <a:lnTo>
                  <a:pt x="7016600" y="0"/>
                </a:lnTo>
                <a:lnTo>
                  <a:pt x="7027487" y="27612"/>
                </a:lnTo>
                <a:cubicBezTo>
                  <a:pt x="7204756" y="511756"/>
                  <a:pt x="7301500" y="1034716"/>
                  <a:pt x="7301500" y="1580271"/>
                </a:cubicBezTo>
                <a:cubicBezTo>
                  <a:pt x="7301500" y="4074239"/>
                  <a:pt x="5279740" y="6095999"/>
                  <a:pt x="2785772" y="6095999"/>
                </a:cubicBezTo>
                <a:cubicBezTo>
                  <a:pt x="1772598" y="6095999"/>
                  <a:pt x="837356" y="5762330"/>
                  <a:pt x="83940" y="5198884"/>
                </a:cubicBezTo>
                <a:lnTo>
                  <a:pt x="0" y="5132920"/>
                </a:lnTo>
                <a:close/>
              </a:path>
            </a:pathLst>
          </a:custGeom>
          <a:noFill/>
          <a:ln>
            <a:noFill/>
          </a:ln>
          <a:effectLst>
            <a:outerShdw blurRad="736600" dist="38100" dir="5400000" algn="t" rotWithShape="0">
              <a:prstClr val="black">
                <a:alpha val="23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BD973E-E950-4254-A96C-03133E5C31AA}"/>
              </a:ext>
            </a:extLst>
          </p:cNvPr>
          <p:cNvSpPr txBox="1"/>
          <p:nvPr userDrawn="1"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r>
              <a:rPr lang="en-US" sz="24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bg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15A068-FF8F-4694-BF0B-59B251FFDD17}"/>
              </a:ext>
            </a:extLst>
          </p:cNvPr>
          <p:cNvSpPr txBox="1"/>
          <p:nvPr userDrawn="1"/>
        </p:nvSpPr>
        <p:spPr>
          <a:xfrm>
            <a:off x="221512" y="6398640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codeXBuilder://</a:t>
            </a:r>
          </a:p>
        </p:txBody>
      </p:sp>
    </p:spTree>
    <p:extLst>
      <p:ext uri="{BB962C8B-B14F-4D97-AF65-F5344CB8AC3E}">
        <p14:creationId xmlns:p14="http://schemas.microsoft.com/office/powerpoint/2010/main" val="265337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5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gradFill flip="none" rotWithShape="1">
          <a:gsLst>
            <a:gs pos="0">
              <a:schemeClr val="accent2"/>
            </a:gs>
            <a:gs pos="99000">
              <a:schemeClr val="accent2">
                <a:lumMod val="60000"/>
                <a:lumOff val="4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95AB8F-5275-4278-82FC-27E83FFFF5E6}"/>
              </a:ext>
            </a:extLst>
          </p:cNvPr>
          <p:cNvSpPr txBox="1"/>
          <p:nvPr userDrawn="1"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r>
              <a:rPr lang="en-US" sz="24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bg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FC75C1-AB1A-41C6-BEAA-E7208CA12ED5}"/>
              </a:ext>
            </a:extLst>
          </p:cNvPr>
          <p:cNvGrpSpPr/>
          <p:nvPr userDrawn="1"/>
        </p:nvGrpSpPr>
        <p:grpSpPr>
          <a:xfrm>
            <a:off x="1342633" y="6429418"/>
            <a:ext cx="2626016" cy="246221"/>
            <a:chOff x="666027" y="6491338"/>
            <a:chExt cx="2626016" cy="246221"/>
          </a:xfrm>
        </p:grpSpPr>
        <p:sp>
          <p:nvSpPr>
            <p:cNvPr id="13" name="Freeform 62">
              <a:extLst>
                <a:ext uri="{FF2B5EF4-FFF2-40B4-BE49-F238E27FC236}">
                  <a16:creationId xmlns:a16="http://schemas.microsoft.com/office/drawing/2014/main" id="{48E822A7-799A-463F-8F70-12A54F078B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027" y="6562424"/>
              <a:ext cx="95578" cy="93971"/>
            </a:xfrm>
            <a:custGeom>
              <a:avLst/>
              <a:gdLst>
                <a:gd name="T0" fmla="*/ 92739 w 55"/>
                <a:gd name="T1" fmla="*/ 185737 h 54"/>
                <a:gd name="T2" fmla="*/ 0 w 55"/>
                <a:gd name="T3" fmla="*/ 92869 h 54"/>
                <a:gd name="T4" fmla="*/ 92739 w 55"/>
                <a:gd name="T5" fmla="*/ 0 h 54"/>
                <a:gd name="T6" fmla="*/ 188913 w 55"/>
                <a:gd name="T7" fmla="*/ 92869 h 54"/>
                <a:gd name="T8" fmla="*/ 92739 w 55"/>
                <a:gd name="T9" fmla="*/ 185737 h 54"/>
                <a:gd name="T10" fmla="*/ 13739 w 55"/>
                <a:gd name="T11" fmla="*/ 92869 h 54"/>
                <a:gd name="T12" fmla="*/ 92739 w 55"/>
                <a:gd name="T13" fmla="*/ 171979 h 54"/>
                <a:gd name="T14" fmla="*/ 171739 w 55"/>
                <a:gd name="T15" fmla="*/ 92869 h 54"/>
                <a:gd name="T16" fmla="*/ 92739 w 55"/>
                <a:gd name="T17" fmla="*/ 13758 h 54"/>
                <a:gd name="T18" fmla="*/ 13739 w 55"/>
                <a:gd name="T19" fmla="*/ 92869 h 54"/>
                <a:gd name="T20" fmla="*/ 140826 w 55"/>
                <a:gd name="T21" fmla="*/ 127264 h 54"/>
                <a:gd name="T22" fmla="*/ 96174 w 55"/>
                <a:gd name="T23" fmla="*/ 151341 h 54"/>
                <a:gd name="T24" fmla="*/ 37783 w 55"/>
                <a:gd name="T25" fmla="*/ 92869 h 54"/>
                <a:gd name="T26" fmla="*/ 96174 w 55"/>
                <a:gd name="T27" fmla="*/ 34396 h 54"/>
                <a:gd name="T28" fmla="*/ 137391 w 55"/>
                <a:gd name="T29" fmla="*/ 58473 h 54"/>
                <a:gd name="T30" fmla="*/ 137391 w 55"/>
                <a:gd name="T31" fmla="*/ 72231 h 54"/>
                <a:gd name="T32" fmla="*/ 137391 w 55"/>
                <a:gd name="T33" fmla="*/ 72231 h 54"/>
                <a:gd name="T34" fmla="*/ 123652 w 55"/>
                <a:gd name="T35" fmla="*/ 72231 h 54"/>
                <a:gd name="T36" fmla="*/ 120217 w 55"/>
                <a:gd name="T37" fmla="*/ 72231 h 54"/>
                <a:gd name="T38" fmla="*/ 120217 w 55"/>
                <a:gd name="T39" fmla="*/ 61912 h 54"/>
                <a:gd name="T40" fmla="*/ 96174 w 55"/>
                <a:gd name="T41" fmla="*/ 51594 h 54"/>
                <a:gd name="T42" fmla="*/ 54957 w 55"/>
                <a:gd name="T43" fmla="*/ 92869 h 54"/>
                <a:gd name="T44" fmla="*/ 96174 w 55"/>
                <a:gd name="T45" fmla="*/ 134143 h 54"/>
                <a:gd name="T46" fmla="*/ 120217 w 55"/>
                <a:gd name="T47" fmla="*/ 123825 h 54"/>
                <a:gd name="T48" fmla="*/ 120217 w 55"/>
                <a:gd name="T49" fmla="*/ 113506 h 54"/>
                <a:gd name="T50" fmla="*/ 123652 w 55"/>
                <a:gd name="T51" fmla="*/ 113506 h 54"/>
                <a:gd name="T52" fmla="*/ 137391 w 55"/>
                <a:gd name="T53" fmla="*/ 113506 h 54"/>
                <a:gd name="T54" fmla="*/ 140826 w 55"/>
                <a:gd name="T55" fmla="*/ 113506 h 54"/>
                <a:gd name="T56" fmla="*/ 140826 w 55"/>
                <a:gd name="T57" fmla="*/ 127264 h 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5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4"/>
                    <a:pt x="27" y="54"/>
                  </a:cubicBezTo>
                  <a:close/>
                  <a:moveTo>
                    <a:pt x="4" y="27"/>
                  </a:moveTo>
                  <a:cubicBezTo>
                    <a:pt x="4" y="40"/>
                    <a:pt x="15" y="50"/>
                    <a:pt x="27" y="50"/>
                  </a:cubicBezTo>
                  <a:cubicBezTo>
                    <a:pt x="40" y="50"/>
                    <a:pt x="50" y="40"/>
                    <a:pt x="50" y="27"/>
                  </a:cubicBezTo>
                  <a:cubicBezTo>
                    <a:pt x="50" y="14"/>
                    <a:pt x="40" y="4"/>
                    <a:pt x="27" y="4"/>
                  </a:cubicBezTo>
                  <a:cubicBezTo>
                    <a:pt x="15" y="4"/>
                    <a:pt x="4" y="14"/>
                    <a:pt x="4" y="27"/>
                  </a:cubicBezTo>
                  <a:close/>
                  <a:moveTo>
                    <a:pt x="41" y="37"/>
                  </a:moveTo>
                  <a:cubicBezTo>
                    <a:pt x="41" y="42"/>
                    <a:pt x="33" y="44"/>
                    <a:pt x="28" y="44"/>
                  </a:cubicBezTo>
                  <a:cubicBezTo>
                    <a:pt x="18" y="44"/>
                    <a:pt x="11" y="37"/>
                    <a:pt x="11" y="27"/>
                  </a:cubicBezTo>
                  <a:cubicBezTo>
                    <a:pt x="11" y="17"/>
                    <a:pt x="18" y="10"/>
                    <a:pt x="28" y="10"/>
                  </a:cubicBezTo>
                  <a:cubicBezTo>
                    <a:pt x="31" y="10"/>
                    <a:pt x="40" y="11"/>
                    <a:pt x="40" y="17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6"/>
                    <a:pt x="31" y="15"/>
                    <a:pt x="28" y="15"/>
                  </a:cubicBezTo>
                  <a:cubicBezTo>
                    <a:pt x="21" y="15"/>
                    <a:pt x="16" y="20"/>
                    <a:pt x="16" y="27"/>
                  </a:cubicBezTo>
                  <a:cubicBezTo>
                    <a:pt x="16" y="34"/>
                    <a:pt x="21" y="39"/>
                    <a:pt x="28" y="39"/>
                  </a:cubicBezTo>
                  <a:cubicBezTo>
                    <a:pt x="31" y="39"/>
                    <a:pt x="35" y="38"/>
                    <a:pt x="35" y="36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6" y="33"/>
                    <a:pt x="36" y="33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000" b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D81A039-41F9-4179-9393-DE17E46FAF63}"/>
                </a:ext>
              </a:extLst>
            </p:cNvPr>
            <p:cNvSpPr txBox="1"/>
            <p:nvPr/>
          </p:nvSpPr>
          <p:spPr>
            <a:xfrm>
              <a:off x="771801" y="6491338"/>
              <a:ext cx="25202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0" spc="3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2019.All Rights Reserved</a:t>
              </a:r>
              <a:endParaRPr lang="id-ID" sz="1000" b="0" spc="3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25E1D83-8139-4EEF-B4A5-FDD5804AFCFE}"/>
              </a:ext>
            </a:extLst>
          </p:cNvPr>
          <p:cNvSpPr txBox="1"/>
          <p:nvPr userDrawn="1"/>
        </p:nvSpPr>
        <p:spPr>
          <a:xfrm>
            <a:off x="221512" y="6398640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coder://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93EAE9D-DD77-41F1-BB80-9B81E003B525}"/>
              </a:ext>
            </a:extLst>
          </p:cNvPr>
          <p:cNvGrpSpPr/>
          <p:nvPr userDrawn="1"/>
        </p:nvGrpSpPr>
        <p:grpSpPr>
          <a:xfrm>
            <a:off x="11161327" y="6472515"/>
            <a:ext cx="809162" cy="169756"/>
            <a:chOff x="5168894" y="3238491"/>
            <a:chExt cx="1816099" cy="381003"/>
          </a:xfrm>
          <a:solidFill>
            <a:schemeClr val="bg1">
              <a:lumMod val="95000"/>
            </a:schemeClr>
          </a:solidFill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518B3738-3D08-49C2-8A01-4667090E9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3994" y="3238491"/>
              <a:ext cx="380999" cy="380999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001B2EC1-4AE8-4989-8EFE-A56B0682C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894" y="3238495"/>
              <a:ext cx="380999" cy="380999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46795D-5E74-4381-BDDB-BE92A77FA469}"/>
                </a:ext>
              </a:extLst>
            </p:cNvPr>
            <p:cNvSpPr/>
            <p:nvPr/>
          </p:nvSpPr>
          <p:spPr>
            <a:xfrm>
              <a:off x="5885616" y="3274545"/>
              <a:ext cx="382667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grpFill/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1897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gradFill flip="none" rotWithShape="1">
          <a:gsLst>
            <a:gs pos="0">
              <a:schemeClr val="accent2"/>
            </a:gs>
            <a:gs pos="99000">
              <a:schemeClr val="accent2">
                <a:lumMod val="60000"/>
                <a:lumOff val="4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95AB8F-5275-4278-82FC-27E83FFFF5E6}"/>
              </a:ext>
            </a:extLst>
          </p:cNvPr>
          <p:cNvSpPr txBox="1"/>
          <p:nvPr userDrawn="1"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r>
              <a:rPr lang="en-US" sz="24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bg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FC75C1-AB1A-41C6-BEAA-E7208CA12ED5}"/>
              </a:ext>
            </a:extLst>
          </p:cNvPr>
          <p:cNvGrpSpPr/>
          <p:nvPr userDrawn="1"/>
        </p:nvGrpSpPr>
        <p:grpSpPr>
          <a:xfrm>
            <a:off x="1342633" y="6429418"/>
            <a:ext cx="2626016" cy="246221"/>
            <a:chOff x="666027" y="6491338"/>
            <a:chExt cx="2626016" cy="246221"/>
          </a:xfrm>
        </p:grpSpPr>
        <p:sp>
          <p:nvSpPr>
            <p:cNvPr id="13" name="Freeform 62">
              <a:extLst>
                <a:ext uri="{FF2B5EF4-FFF2-40B4-BE49-F238E27FC236}">
                  <a16:creationId xmlns:a16="http://schemas.microsoft.com/office/drawing/2014/main" id="{48E822A7-799A-463F-8F70-12A54F078B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027" y="6562424"/>
              <a:ext cx="95578" cy="93971"/>
            </a:xfrm>
            <a:custGeom>
              <a:avLst/>
              <a:gdLst>
                <a:gd name="T0" fmla="*/ 92739 w 55"/>
                <a:gd name="T1" fmla="*/ 185737 h 54"/>
                <a:gd name="T2" fmla="*/ 0 w 55"/>
                <a:gd name="T3" fmla="*/ 92869 h 54"/>
                <a:gd name="T4" fmla="*/ 92739 w 55"/>
                <a:gd name="T5" fmla="*/ 0 h 54"/>
                <a:gd name="T6" fmla="*/ 188913 w 55"/>
                <a:gd name="T7" fmla="*/ 92869 h 54"/>
                <a:gd name="T8" fmla="*/ 92739 w 55"/>
                <a:gd name="T9" fmla="*/ 185737 h 54"/>
                <a:gd name="T10" fmla="*/ 13739 w 55"/>
                <a:gd name="T11" fmla="*/ 92869 h 54"/>
                <a:gd name="T12" fmla="*/ 92739 w 55"/>
                <a:gd name="T13" fmla="*/ 171979 h 54"/>
                <a:gd name="T14" fmla="*/ 171739 w 55"/>
                <a:gd name="T15" fmla="*/ 92869 h 54"/>
                <a:gd name="T16" fmla="*/ 92739 w 55"/>
                <a:gd name="T17" fmla="*/ 13758 h 54"/>
                <a:gd name="T18" fmla="*/ 13739 w 55"/>
                <a:gd name="T19" fmla="*/ 92869 h 54"/>
                <a:gd name="T20" fmla="*/ 140826 w 55"/>
                <a:gd name="T21" fmla="*/ 127264 h 54"/>
                <a:gd name="T22" fmla="*/ 96174 w 55"/>
                <a:gd name="T23" fmla="*/ 151341 h 54"/>
                <a:gd name="T24" fmla="*/ 37783 w 55"/>
                <a:gd name="T25" fmla="*/ 92869 h 54"/>
                <a:gd name="T26" fmla="*/ 96174 w 55"/>
                <a:gd name="T27" fmla="*/ 34396 h 54"/>
                <a:gd name="T28" fmla="*/ 137391 w 55"/>
                <a:gd name="T29" fmla="*/ 58473 h 54"/>
                <a:gd name="T30" fmla="*/ 137391 w 55"/>
                <a:gd name="T31" fmla="*/ 72231 h 54"/>
                <a:gd name="T32" fmla="*/ 137391 w 55"/>
                <a:gd name="T33" fmla="*/ 72231 h 54"/>
                <a:gd name="T34" fmla="*/ 123652 w 55"/>
                <a:gd name="T35" fmla="*/ 72231 h 54"/>
                <a:gd name="T36" fmla="*/ 120217 w 55"/>
                <a:gd name="T37" fmla="*/ 72231 h 54"/>
                <a:gd name="T38" fmla="*/ 120217 w 55"/>
                <a:gd name="T39" fmla="*/ 61912 h 54"/>
                <a:gd name="T40" fmla="*/ 96174 w 55"/>
                <a:gd name="T41" fmla="*/ 51594 h 54"/>
                <a:gd name="T42" fmla="*/ 54957 w 55"/>
                <a:gd name="T43" fmla="*/ 92869 h 54"/>
                <a:gd name="T44" fmla="*/ 96174 w 55"/>
                <a:gd name="T45" fmla="*/ 134143 h 54"/>
                <a:gd name="T46" fmla="*/ 120217 w 55"/>
                <a:gd name="T47" fmla="*/ 123825 h 54"/>
                <a:gd name="T48" fmla="*/ 120217 w 55"/>
                <a:gd name="T49" fmla="*/ 113506 h 54"/>
                <a:gd name="T50" fmla="*/ 123652 w 55"/>
                <a:gd name="T51" fmla="*/ 113506 h 54"/>
                <a:gd name="T52" fmla="*/ 137391 w 55"/>
                <a:gd name="T53" fmla="*/ 113506 h 54"/>
                <a:gd name="T54" fmla="*/ 140826 w 55"/>
                <a:gd name="T55" fmla="*/ 113506 h 54"/>
                <a:gd name="T56" fmla="*/ 140826 w 55"/>
                <a:gd name="T57" fmla="*/ 127264 h 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5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4"/>
                    <a:pt x="27" y="54"/>
                  </a:cubicBezTo>
                  <a:close/>
                  <a:moveTo>
                    <a:pt x="4" y="27"/>
                  </a:moveTo>
                  <a:cubicBezTo>
                    <a:pt x="4" y="40"/>
                    <a:pt x="15" y="50"/>
                    <a:pt x="27" y="50"/>
                  </a:cubicBezTo>
                  <a:cubicBezTo>
                    <a:pt x="40" y="50"/>
                    <a:pt x="50" y="40"/>
                    <a:pt x="50" y="27"/>
                  </a:cubicBezTo>
                  <a:cubicBezTo>
                    <a:pt x="50" y="14"/>
                    <a:pt x="40" y="4"/>
                    <a:pt x="27" y="4"/>
                  </a:cubicBezTo>
                  <a:cubicBezTo>
                    <a:pt x="15" y="4"/>
                    <a:pt x="4" y="14"/>
                    <a:pt x="4" y="27"/>
                  </a:cubicBezTo>
                  <a:close/>
                  <a:moveTo>
                    <a:pt x="41" y="37"/>
                  </a:moveTo>
                  <a:cubicBezTo>
                    <a:pt x="41" y="42"/>
                    <a:pt x="33" y="44"/>
                    <a:pt x="28" y="44"/>
                  </a:cubicBezTo>
                  <a:cubicBezTo>
                    <a:pt x="18" y="44"/>
                    <a:pt x="11" y="37"/>
                    <a:pt x="11" y="27"/>
                  </a:cubicBezTo>
                  <a:cubicBezTo>
                    <a:pt x="11" y="17"/>
                    <a:pt x="18" y="10"/>
                    <a:pt x="28" y="10"/>
                  </a:cubicBezTo>
                  <a:cubicBezTo>
                    <a:pt x="31" y="10"/>
                    <a:pt x="40" y="11"/>
                    <a:pt x="40" y="17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6"/>
                    <a:pt x="31" y="15"/>
                    <a:pt x="28" y="15"/>
                  </a:cubicBezTo>
                  <a:cubicBezTo>
                    <a:pt x="21" y="15"/>
                    <a:pt x="16" y="20"/>
                    <a:pt x="16" y="27"/>
                  </a:cubicBezTo>
                  <a:cubicBezTo>
                    <a:pt x="16" y="34"/>
                    <a:pt x="21" y="39"/>
                    <a:pt x="28" y="39"/>
                  </a:cubicBezTo>
                  <a:cubicBezTo>
                    <a:pt x="31" y="39"/>
                    <a:pt x="35" y="38"/>
                    <a:pt x="35" y="36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6" y="33"/>
                    <a:pt x="36" y="33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000" b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D81A039-41F9-4179-9393-DE17E46FAF63}"/>
                </a:ext>
              </a:extLst>
            </p:cNvPr>
            <p:cNvSpPr txBox="1"/>
            <p:nvPr/>
          </p:nvSpPr>
          <p:spPr>
            <a:xfrm>
              <a:off x="771801" y="6491338"/>
              <a:ext cx="25202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0" spc="3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2019.All Rights Reserved</a:t>
              </a:r>
              <a:endParaRPr lang="id-ID" sz="1000" b="0" spc="3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25E1D83-8139-4EEF-B4A5-FDD5804AFCFE}"/>
              </a:ext>
            </a:extLst>
          </p:cNvPr>
          <p:cNvSpPr txBox="1"/>
          <p:nvPr userDrawn="1"/>
        </p:nvSpPr>
        <p:spPr>
          <a:xfrm>
            <a:off x="221512" y="6398640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coder://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93EAE9D-DD77-41F1-BB80-9B81E003B525}"/>
              </a:ext>
            </a:extLst>
          </p:cNvPr>
          <p:cNvGrpSpPr/>
          <p:nvPr userDrawn="1"/>
        </p:nvGrpSpPr>
        <p:grpSpPr>
          <a:xfrm>
            <a:off x="11161327" y="6472515"/>
            <a:ext cx="809162" cy="169756"/>
            <a:chOff x="5168894" y="3238491"/>
            <a:chExt cx="1816099" cy="381003"/>
          </a:xfrm>
          <a:solidFill>
            <a:schemeClr val="bg1">
              <a:lumMod val="95000"/>
            </a:schemeClr>
          </a:solidFill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518B3738-3D08-49C2-8A01-4667090E9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3994" y="3238491"/>
              <a:ext cx="380999" cy="380999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001B2EC1-4AE8-4989-8EFE-A56B0682C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894" y="3238495"/>
              <a:ext cx="380999" cy="380999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46795D-5E74-4381-BDDB-BE92A77FA469}"/>
                </a:ext>
              </a:extLst>
            </p:cNvPr>
            <p:cNvSpPr/>
            <p:nvPr/>
          </p:nvSpPr>
          <p:spPr>
            <a:xfrm>
              <a:off x="5885616" y="3274545"/>
              <a:ext cx="382667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grpFill/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0" name="Freeform 9">
            <a:extLst>
              <a:ext uri="{FF2B5EF4-FFF2-40B4-BE49-F238E27FC236}">
                <a16:creationId xmlns:a16="http://schemas.microsoft.com/office/drawing/2014/main" id="{AE5E3A72-0A75-402D-B5D7-865A1EE8C8DE}"/>
              </a:ext>
            </a:extLst>
          </p:cNvPr>
          <p:cNvSpPr>
            <a:spLocks/>
          </p:cNvSpPr>
          <p:nvPr userDrawn="1"/>
        </p:nvSpPr>
        <p:spPr bwMode="auto">
          <a:xfrm>
            <a:off x="6331208" y="769441"/>
            <a:ext cx="4592080" cy="4712816"/>
          </a:xfrm>
          <a:custGeom>
            <a:avLst/>
            <a:gdLst>
              <a:gd name="T0" fmla="*/ 1096 w 2112"/>
              <a:gd name="T1" fmla="*/ 208 h 2168"/>
              <a:gd name="T2" fmla="*/ 440 w 2112"/>
              <a:gd name="T3" fmla="*/ 352 h 2168"/>
              <a:gd name="T4" fmla="*/ 200 w 2112"/>
              <a:gd name="T5" fmla="*/ 920 h 2168"/>
              <a:gd name="T6" fmla="*/ 248 w 2112"/>
              <a:gd name="T7" fmla="*/ 1336 h 2168"/>
              <a:gd name="T8" fmla="*/ 312 w 2112"/>
              <a:gd name="T9" fmla="*/ 1504 h 2168"/>
              <a:gd name="T10" fmla="*/ 512 w 2112"/>
              <a:gd name="T11" fmla="*/ 1912 h 2168"/>
              <a:gd name="T12" fmla="*/ 1256 w 2112"/>
              <a:gd name="T13" fmla="*/ 1968 h 2168"/>
              <a:gd name="T14" fmla="*/ 1672 w 2112"/>
              <a:gd name="T15" fmla="*/ 1736 h 2168"/>
              <a:gd name="T16" fmla="*/ 2040 w 2112"/>
              <a:gd name="T17" fmla="*/ 1240 h 2168"/>
              <a:gd name="T18" fmla="*/ 1992 w 2112"/>
              <a:gd name="T19" fmla="*/ 728 h 2168"/>
              <a:gd name="T20" fmla="*/ 1888 w 2112"/>
              <a:gd name="T21" fmla="*/ 184 h 2168"/>
              <a:gd name="T22" fmla="*/ 1096 w 2112"/>
              <a:gd name="T23" fmla="*/ 208 h 2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112" h="2168">
                <a:moveTo>
                  <a:pt x="1096" y="208"/>
                </a:moveTo>
                <a:cubicBezTo>
                  <a:pt x="1096" y="208"/>
                  <a:pt x="776" y="392"/>
                  <a:pt x="440" y="352"/>
                </a:cubicBezTo>
                <a:cubicBezTo>
                  <a:pt x="104" y="312"/>
                  <a:pt x="0" y="560"/>
                  <a:pt x="200" y="920"/>
                </a:cubicBezTo>
                <a:cubicBezTo>
                  <a:pt x="400" y="1280"/>
                  <a:pt x="248" y="1336"/>
                  <a:pt x="248" y="1336"/>
                </a:cubicBezTo>
                <a:cubicBezTo>
                  <a:pt x="312" y="1504"/>
                  <a:pt x="312" y="1504"/>
                  <a:pt x="312" y="1504"/>
                </a:cubicBezTo>
                <a:cubicBezTo>
                  <a:pt x="312" y="1504"/>
                  <a:pt x="440" y="1680"/>
                  <a:pt x="512" y="1912"/>
                </a:cubicBezTo>
                <a:cubicBezTo>
                  <a:pt x="584" y="2144"/>
                  <a:pt x="1040" y="2168"/>
                  <a:pt x="1256" y="1968"/>
                </a:cubicBezTo>
                <a:cubicBezTo>
                  <a:pt x="1472" y="1768"/>
                  <a:pt x="1464" y="1776"/>
                  <a:pt x="1672" y="1736"/>
                </a:cubicBezTo>
                <a:cubicBezTo>
                  <a:pt x="1880" y="1696"/>
                  <a:pt x="2112" y="1624"/>
                  <a:pt x="2040" y="1240"/>
                </a:cubicBezTo>
                <a:cubicBezTo>
                  <a:pt x="1968" y="856"/>
                  <a:pt x="1976" y="856"/>
                  <a:pt x="1992" y="728"/>
                </a:cubicBezTo>
                <a:cubicBezTo>
                  <a:pt x="2008" y="600"/>
                  <a:pt x="2096" y="368"/>
                  <a:pt x="1888" y="184"/>
                </a:cubicBezTo>
                <a:cubicBezTo>
                  <a:pt x="1680" y="0"/>
                  <a:pt x="1280" y="120"/>
                  <a:pt x="1096" y="20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1AD6203D-60E4-4241-AAC4-A4B7CE96BB4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71682" y="1006819"/>
            <a:ext cx="3996318" cy="3959406"/>
          </a:xfrm>
          <a:custGeom>
            <a:avLst/>
            <a:gdLst>
              <a:gd name="connsiteX0" fmla="*/ 3281855 w 5456700"/>
              <a:gd name="connsiteY0" fmla="*/ 40 h 5406300"/>
              <a:gd name="connsiteX1" fmla="*/ 4012537 w 5456700"/>
              <a:gd name="connsiteY1" fmla="*/ 31068 h 5406300"/>
              <a:gd name="connsiteX2" fmla="*/ 5403826 w 5456700"/>
              <a:gd name="connsiteY2" fmla="*/ 1917071 h 5406300"/>
              <a:gd name="connsiteX3" fmla="*/ 5392035 w 5456700"/>
              <a:gd name="connsiteY3" fmla="*/ 3378723 h 5406300"/>
              <a:gd name="connsiteX4" fmla="*/ 4130443 w 5456700"/>
              <a:gd name="connsiteY4" fmla="*/ 4746075 h 5406300"/>
              <a:gd name="connsiteX5" fmla="*/ 2078882 w 5456700"/>
              <a:gd name="connsiteY5" fmla="*/ 5406176 h 5406300"/>
              <a:gd name="connsiteX6" fmla="*/ 687594 w 5456700"/>
              <a:gd name="connsiteY6" fmla="*/ 4309937 h 5406300"/>
              <a:gd name="connsiteX7" fmla="*/ 27321 w 5456700"/>
              <a:gd name="connsiteY7" fmla="*/ 2895435 h 5406300"/>
              <a:gd name="connsiteX8" fmla="*/ 86274 w 5456700"/>
              <a:gd name="connsiteY8" fmla="*/ 1822771 h 5406300"/>
              <a:gd name="connsiteX9" fmla="*/ 958777 w 5456700"/>
              <a:gd name="connsiteY9" fmla="*/ 702957 h 5406300"/>
              <a:gd name="connsiteX10" fmla="*/ 2043510 w 5456700"/>
              <a:gd name="connsiteY10" fmla="*/ 431844 h 5406300"/>
              <a:gd name="connsiteX11" fmla="*/ 3281855 w 5456700"/>
              <a:gd name="connsiteY11" fmla="*/ 40 h 54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56700" h="5406300">
                <a:moveTo>
                  <a:pt x="3281855" y="40"/>
                </a:moveTo>
                <a:cubicBezTo>
                  <a:pt x="3473809" y="-703"/>
                  <a:pt x="3711877" y="8967"/>
                  <a:pt x="4012537" y="31068"/>
                </a:cubicBezTo>
                <a:cubicBezTo>
                  <a:pt x="5616056" y="148943"/>
                  <a:pt x="5509941" y="1398420"/>
                  <a:pt x="5403826" y="1917071"/>
                </a:cubicBezTo>
                <a:cubicBezTo>
                  <a:pt x="5297710" y="2435722"/>
                  <a:pt x="5344872" y="2577172"/>
                  <a:pt x="5392035" y="3378723"/>
                </a:cubicBezTo>
                <a:cubicBezTo>
                  <a:pt x="5439198" y="4180274"/>
                  <a:pt x="4778925" y="4698925"/>
                  <a:pt x="4130443" y="4746075"/>
                </a:cubicBezTo>
                <a:cubicBezTo>
                  <a:pt x="3481961" y="4793225"/>
                  <a:pt x="3175406" y="5394388"/>
                  <a:pt x="2078882" y="5406176"/>
                </a:cubicBezTo>
                <a:cubicBezTo>
                  <a:pt x="982358" y="5417963"/>
                  <a:pt x="1053102" y="4592837"/>
                  <a:pt x="687594" y="4309937"/>
                </a:cubicBezTo>
                <a:cubicBezTo>
                  <a:pt x="322086" y="4027036"/>
                  <a:pt x="-114166" y="3343360"/>
                  <a:pt x="27321" y="2895435"/>
                </a:cubicBezTo>
                <a:cubicBezTo>
                  <a:pt x="168808" y="2447509"/>
                  <a:pt x="251342" y="2435722"/>
                  <a:pt x="86274" y="1822771"/>
                </a:cubicBezTo>
                <a:cubicBezTo>
                  <a:pt x="-78794" y="1209820"/>
                  <a:pt x="416410" y="761894"/>
                  <a:pt x="958777" y="702957"/>
                </a:cubicBezTo>
                <a:cubicBezTo>
                  <a:pt x="1501144" y="644019"/>
                  <a:pt x="2043510" y="431844"/>
                  <a:pt x="2043510" y="431844"/>
                </a:cubicBezTo>
                <a:cubicBezTo>
                  <a:pt x="2484183" y="201987"/>
                  <a:pt x="2450055" y="3257"/>
                  <a:pt x="3281855" y="40"/>
                </a:cubicBez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78313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gradFill flip="none" rotWithShape="1">
          <a:gsLst>
            <a:gs pos="0">
              <a:schemeClr val="accent3"/>
            </a:gs>
            <a:gs pos="99000">
              <a:schemeClr val="accent3">
                <a:lumMod val="60000"/>
                <a:lumOff val="4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E3390B-DF21-4886-BF40-0F49677A42EF}"/>
              </a:ext>
            </a:extLst>
          </p:cNvPr>
          <p:cNvSpPr txBox="1"/>
          <p:nvPr userDrawn="1"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r>
              <a:rPr lang="en-US" sz="24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bg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CA2F164-79A2-4F71-99A6-ED93057B9049}"/>
              </a:ext>
            </a:extLst>
          </p:cNvPr>
          <p:cNvGrpSpPr/>
          <p:nvPr userDrawn="1"/>
        </p:nvGrpSpPr>
        <p:grpSpPr>
          <a:xfrm>
            <a:off x="1342633" y="6429418"/>
            <a:ext cx="2626016" cy="246221"/>
            <a:chOff x="666027" y="6491338"/>
            <a:chExt cx="2626016" cy="246221"/>
          </a:xfrm>
        </p:grpSpPr>
        <p:sp>
          <p:nvSpPr>
            <p:cNvPr id="4" name="Freeform 62">
              <a:extLst>
                <a:ext uri="{FF2B5EF4-FFF2-40B4-BE49-F238E27FC236}">
                  <a16:creationId xmlns:a16="http://schemas.microsoft.com/office/drawing/2014/main" id="{1C06890C-99A0-4A2B-AF64-B1C5DE55D9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027" y="6562424"/>
              <a:ext cx="95578" cy="93971"/>
            </a:xfrm>
            <a:custGeom>
              <a:avLst/>
              <a:gdLst>
                <a:gd name="T0" fmla="*/ 92739 w 55"/>
                <a:gd name="T1" fmla="*/ 185737 h 54"/>
                <a:gd name="T2" fmla="*/ 0 w 55"/>
                <a:gd name="T3" fmla="*/ 92869 h 54"/>
                <a:gd name="T4" fmla="*/ 92739 w 55"/>
                <a:gd name="T5" fmla="*/ 0 h 54"/>
                <a:gd name="T6" fmla="*/ 188913 w 55"/>
                <a:gd name="T7" fmla="*/ 92869 h 54"/>
                <a:gd name="T8" fmla="*/ 92739 w 55"/>
                <a:gd name="T9" fmla="*/ 185737 h 54"/>
                <a:gd name="T10" fmla="*/ 13739 w 55"/>
                <a:gd name="T11" fmla="*/ 92869 h 54"/>
                <a:gd name="T12" fmla="*/ 92739 w 55"/>
                <a:gd name="T13" fmla="*/ 171979 h 54"/>
                <a:gd name="T14" fmla="*/ 171739 w 55"/>
                <a:gd name="T15" fmla="*/ 92869 h 54"/>
                <a:gd name="T16" fmla="*/ 92739 w 55"/>
                <a:gd name="T17" fmla="*/ 13758 h 54"/>
                <a:gd name="T18" fmla="*/ 13739 w 55"/>
                <a:gd name="T19" fmla="*/ 92869 h 54"/>
                <a:gd name="T20" fmla="*/ 140826 w 55"/>
                <a:gd name="T21" fmla="*/ 127264 h 54"/>
                <a:gd name="T22" fmla="*/ 96174 w 55"/>
                <a:gd name="T23" fmla="*/ 151341 h 54"/>
                <a:gd name="T24" fmla="*/ 37783 w 55"/>
                <a:gd name="T25" fmla="*/ 92869 h 54"/>
                <a:gd name="T26" fmla="*/ 96174 w 55"/>
                <a:gd name="T27" fmla="*/ 34396 h 54"/>
                <a:gd name="T28" fmla="*/ 137391 w 55"/>
                <a:gd name="T29" fmla="*/ 58473 h 54"/>
                <a:gd name="T30" fmla="*/ 137391 w 55"/>
                <a:gd name="T31" fmla="*/ 72231 h 54"/>
                <a:gd name="T32" fmla="*/ 137391 w 55"/>
                <a:gd name="T33" fmla="*/ 72231 h 54"/>
                <a:gd name="T34" fmla="*/ 123652 w 55"/>
                <a:gd name="T35" fmla="*/ 72231 h 54"/>
                <a:gd name="T36" fmla="*/ 120217 w 55"/>
                <a:gd name="T37" fmla="*/ 72231 h 54"/>
                <a:gd name="T38" fmla="*/ 120217 w 55"/>
                <a:gd name="T39" fmla="*/ 61912 h 54"/>
                <a:gd name="T40" fmla="*/ 96174 w 55"/>
                <a:gd name="T41" fmla="*/ 51594 h 54"/>
                <a:gd name="T42" fmla="*/ 54957 w 55"/>
                <a:gd name="T43" fmla="*/ 92869 h 54"/>
                <a:gd name="T44" fmla="*/ 96174 w 55"/>
                <a:gd name="T45" fmla="*/ 134143 h 54"/>
                <a:gd name="T46" fmla="*/ 120217 w 55"/>
                <a:gd name="T47" fmla="*/ 123825 h 54"/>
                <a:gd name="T48" fmla="*/ 120217 w 55"/>
                <a:gd name="T49" fmla="*/ 113506 h 54"/>
                <a:gd name="T50" fmla="*/ 123652 w 55"/>
                <a:gd name="T51" fmla="*/ 113506 h 54"/>
                <a:gd name="T52" fmla="*/ 137391 w 55"/>
                <a:gd name="T53" fmla="*/ 113506 h 54"/>
                <a:gd name="T54" fmla="*/ 140826 w 55"/>
                <a:gd name="T55" fmla="*/ 113506 h 54"/>
                <a:gd name="T56" fmla="*/ 140826 w 55"/>
                <a:gd name="T57" fmla="*/ 127264 h 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5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4"/>
                    <a:pt x="27" y="54"/>
                  </a:cubicBezTo>
                  <a:close/>
                  <a:moveTo>
                    <a:pt x="4" y="27"/>
                  </a:moveTo>
                  <a:cubicBezTo>
                    <a:pt x="4" y="40"/>
                    <a:pt x="15" y="50"/>
                    <a:pt x="27" y="50"/>
                  </a:cubicBezTo>
                  <a:cubicBezTo>
                    <a:pt x="40" y="50"/>
                    <a:pt x="50" y="40"/>
                    <a:pt x="50" y="27"/>
                  </a:cubicBezTo>
                  <a:cubicBezTo>
                    <a:pt x="50" y="14"/>
                    <a:pt x="40" y="4"/>
                    <a:pt x="27" y="4"/>
                  </a:cubicBezTo>
                  <a:cubicBezTo>
                    <a:pt x="15" y="4"/>
                    <a:pt x="4" y="14"/>
                    <a:pt x="4" y="27"/>
                  </a:cubicBezTo>
                  <a:close/>
                  <a:moveTo>
                    <a:pt x="41" y="37"/>
                  </a:moveTo>
                  <a:cubicBezTo>
                    <a:pt x="41" y="42"/>
                    <a:pt x="33" y="44"/>
                    <a:pt x="28" y="44"/>
                  </a:cubicBezTo>
                  <a:cubicBezTo>
                    <a:pt x="18" y="44"/>
                    <a:pt x="11" y="37"/>
                    <a:pt x="11" y="27"/>
                  </a:cubicBezTo>
                  <a:cubicBezTo>
                    <a:pt x="11" y="17"/>
                    <a:pt x="18" y="10"/>
                    <a:pt x="28" y="10"/>
                  </a:cubicBezTo>
                  <a:cubicBezTo>
                    <a:pt x="31" y="10"/>
                    <a:pt x="40" y="11"/>
                    <a:pt x="40" y="17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6"/>
                    <a:pt x="31" y="15"/>
                    <a:pt x="28" y="15"/>
                  </a:cubicBezTo>
                  <a:cubicBezTo>
                    <a:pt x="21" y="15"/>
                    <a:pt x="16" y="20"/>
                    <a:pt x="16" y="27"/>
                  </a:cubicBezTo>
                  <a:cubicBezTo>
                    <a:pt x="16" y="34"/>
                    <a:pt x="21" y="39"/>
                    <a:pt x="28" y="39"/>
                  </a:cubicBezTo>
                  <a:cubicBezTo>
                    <a:pt x="31" y="39"/>
                    <a:pt x="35" y="38"/>
                    <a:pt x="35" y="36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6" y="33"/>
                    <a:pt x="36" y="33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000" b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281CB7-9E7D-460C-808C-C3FF8D66AC57}"/>
                </a:ext>
              </a:extLst>
            </p:cNvPr>
            <p:cNvSpPr txBox="1"/>
            <p:nvPr/>
          </p:nvSpPr>
          <p:spPr>
            <a:xfrm>
              <a:off x="771801" y="6491338"/>
              <a:ext cx="25202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0" spc="3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2019.All Rights Reserved</a:t>
              </a:r>
              <a:endParaRPr lang="id-ID" sz="1000" b="0" spc="3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9A2A586-4A43-452D-9093-32FC326E4985}"/>
              </a:ext>
            </a:extLst>
          </p:cNvPr>
          <p:cNvSpPr txBox="1"/>
          <p:nvPr userDrawn="1"/>
        </p:nvSpPr>
        <p:spPr>
          <a:xfrm>
            <a:off x="221512" y="6398640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coder://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10C6917-F202-4508-99CA-67E473B8E9F9}"/>
              </a:ext>
            </a:extLst>
          </p:cNvPr>
          <p:cNvGrpSpPr/>
          <p:nvPr userDrawn="1"/>
        </p:nvGrpSpPr>
        <p:grpSpPr>
          <a:xfrm>
            <a:off x="11161327" y="6472515"/>
            <a:ext cx="809162" cy="169756"/>
            <a:chOff x="5168894" y="3238491"/>
            <a:chExt cx="1816099" cy="381003"/>
          </a:xfrm>
          <a:solidFill>
            <a:schemeClr val="bg1">
              <a:lumMod val="95000"/>
            </a:schemeClr>
          </a:solidFill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1433C354-CBC4-4CC2-95FE-C8DEDBDBD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3994" y="3238491"/>
              <a:ext cx="380999" cy="380999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87FDB0B8-83B8-4A23-9928-DAE014774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894" y="3238495"/>
              <a:ext cx="380999" cy="380999"/>
            </a:xfrm>
            <a:prstGeom prst="rect">
              <a:avLst/>
            </a:prstGeom>
          </p:spPr>
        </p:pic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B1FB539-735F-45A6-9F96-B644EC70F82B}"/>
                </a:ext>
              </a:extLst>
            </p:cNvPr>
            <p:cNvSpPr/>
            <p:nvPr/>
          </p:nvSpPr>
          <p:spPr>
            <a:xfrm>
              <a:off x="5885616" y="3274545"/>
              <a:ext cx="382667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grpFill/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243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gradFill flip="none" rotWithShape="1">
          <a:gsLst>
            <a:gs pos="0">
              <a:schemeClr val="accent4"/>
            </a:gs>
            <a:gs pos="99000">
              <a:schemeClr val="accent4">
                <a:lumMod val="60000"/>
                <a:lumOff val="4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EB05B8-753E-4F1A-958B-AD8AC48D32DA}"/>
              </a:ext>
            </a:extLst>
          </p:cNvPr>
          <p:cNvSpPr txBox="1"/>
          <p:nvPr userDrawn="1"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r>
              <a:rPr lang="en-US" sz="24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bg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7CB4A9-C500-43DF-B064-4A485C017D77}"/>
              </a:ext>
            </a:extLst>
          </p:cNvPr>
          <p:cNvGrpSpPr/>
          <p:nvPr userDrawn="1"/>
        </p:nvGrpSpPr>
        <p:grpSpPr>
          <a:xfrm>
            <a:off x="1342633" y="6429418"/>
            <a:ext cx="2626016" cy="246221"/>
            <a:chOff x="666027" y="6491338"/>
            <a:chExt cx="2626016" cy="246221"/>
          </a:xfrm>
        </p:grpSpPr>
        <p:sp>
          <p:nvSpPr>
            <p:cNvPr id="4" name="Freeform 62">
              <a:extLst>
                <a:ext uri="{FF2B5EF4-FFF2-40B4-BE49-F238E27FC236}">
                  <a16:creationId xmlns:a16="http://schemas.microsoft.com/office/drawing/2014/main" id="{57D6463A-513A-4070-9E37-3DC2C3E2CB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027" y="6562424"/>
              <a:ext cx="95578" cy="93971"/>
            </a:xfrm>
            <a:custGeom>
              <a:avLst/>
              <a:gdLst>
                <a:gd name="T0" fmla="*/ 92739 w 55"/>
                <a:gd name="T1" fmla="*/ 185737 h 54"/>
                <a:gd name="T2" fmla="*/ 0 w 55"/>
                <a:gd name="T3" fmla="*/ 92869 h 54"/>
                <a:gd name="T4" fmla="*/ 92739 w 55"/>
                <a:gd name="T5" fmla="*/ 0 h 54"/>
                <a:gd name="T6" fmla="*/ 188913 w 55"/>
                <a:gd name="T7" fmla="*/ 92869 h 54"/>
                <a:gd name="T8" fmla="*/ 92739 w 55"/>
                <a:gd name="T9" fmla="*/ 185737 h 54"/>
                <a:gd name="T10" fmla="*/ 13739 w 55"/>
                <a:gd name="T11" fmla="*/ 92869 h 54"/>
                <a:gd name="T12" fmla="*/ 92739 w 55"/>
                <a:gd name="T13" fmla="*/ 171979 h 54"/>
                <a:gd name="T14" fmla="*/ 171739 w 55"/>
                <a:gd name="T15" fmla="*/ 92869 h 54"/>
                <a:gd name="T16" fmla="*/ 92739 w 55"/>
                <a:gd name="T17" fmla="*/ 13758 h 54"/>
                <a:gd name="T18" fmla="*/ 13739 w 55"/>
                <a:gd name="T19" fmla="*/ 92869 h 54"/>
                <a:gd name="T20" fmla="*/ 140826 w 55"/>
                <a:gd name="T21" fmla="*/ 127264 h 54"/>
                <a:gd name="T22" fmla="*/ 96174 w 55"/>
                <a:gd name="T23" fmla="*/ 151341 h 54"/>
                <a:gd name="T24" fmla="*/ 37783 w 55"/>
                <a:gd name="T25" fmla="*/ 92869 h 54"/>
                <a:gd name="T26" fmla="*/ 96174 w 55"/>
                <a:gd name="T27" fmla="*/ 34396 h 54"/>
                <a:gd name="T28" fmla="*/ 137391 w 55"/>
                <a:gd name="T29" fmla="*/ 58473 h 54"/>
                <a:gd name="T30" fmla="*/ 137391 w 55"/>
                <a:gd name="T31" fmla="*/ 72231 h 54"/>
                <a:gd name="T32" fmla="*/ 137391 w 55"/>
                <a:gd name="T33" fmla="*/ 72231 h 54"/>
                <a:gd name="T34" fmla="*/ 123652 w 55"/>
                <a:gd name="T35" fmla="*/ 72231 h 54"/>
                <a:gd name="T36" fmla="*/ 120217 w 55"/>
                <a:gd name="T37" fmla="*/ 72231 h 54"/>
                <a:gd name="T38" fmla="*/ 120217 w 55"/>
                <a:gd name="T39" fmla="*/ 61912 h 54"/>
                <a:gd name="T40" fmla="*/ 96174 w 55"/>
                <a:gd name="T41" fmla="*/ 51594 h 54"/>
                <a:gd name="T42" fmla="*/ 54957 w 55"/>
                <a:gd name="T43" fmla="*/ 92869 h 54"/>
                <a:gd name="T44" fmla="*/ 96174 w 55"/>
                <a:gd name="T45" fmla="*/ 134143 h 54"/>
                <a:gd name="T46" fmla="*/ 120217 w 55"/>
                <a:gd name="T47" fmla="*/ 123825 h 54"/>
                <a:gd name="T48" fmla="*/ 120217 w 55"/>
                <a:gd name="T49" fmla="*/ 113506 h 54"/>
                <a:gd name="T50" fmla="*/ 123652 w 55"/>
                <a:gd name="T51" fmla="*/ 113506 h 54"/>
                <a:gd name="T52" fmla="*/ 137391 w 55"/>
                <a:gd name="T53" fmla="*/ 113506 h 54"/>
                <a:gd name="T54" fmla="*/ 140826 w 55"/>
                <a:gd name="T55" fmla="*/ 113506 h 54"/>
                <a:gd name="T56" fmla="*/ 140826 w 55"/>
                <a:gd name="T57" fmla="*/ 127264 h 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5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4"/>
                    <a:pt x="27" y="54"/>
                  </a:cubicBezTo>
                  <a:close/>
                  <a:moveTo>
                    <a:pt x="4" y="27"/>
                  </a:moveTo>
                  <a:cubicBezTo>
                    <a:pt x="4" y="40"/>
                    <a:pt x="15" y="50"/>
                    <a:pt x="27" y="50"/>
                  </a:cubicBezTo>
                  <a:cubicBezTo>
                    <a:pt x="40" y="50"/>
                    <a:pt x="50" y="40"/>
                    <a:pt x="50" y="27"/>
                  </a:cubicBezTo>
                  <a:cubicBezTo>
                    <a:pt x="50" y="14"/>
                    <a:pt x="40" y="4"/>
                    <a:pt x="27" y="4"/>
                  </a:cubicBezTo>
                  <a:cubicBezTo>
                    <a:pt x="15" y="4"/>
                    <a:pt x="4" y="14"/>
                    <a:pt x="4" y="27"/>
                  </a:cubicBezTo>
                  <a:close/>
                  <a:moveTo>
                    <a:pt x="41" y="37"/>
                  </a:moveTo>
                  <a:cubicBezTo>
                    <a:pt x="41" y="42"/>
                    <a:pt x="33" y="44"/>
                    <a:pt x="28" y="44"/>
                  </a:cubicBezTo>
                  <a:cubicBezTo>
                    <a:pt x="18" y="44"/>
                    <a:pt x="11" y="37"/>
                    <a:pt x="11" y="27"/>
                  </a:cubicBezTo>
                  <a:cubicBezTo>
                    <a:pt x="11" y="17"/>
                    <a:pt x="18" y="10"/>
                    <a:pt x="28" y="10"/>
                  </a:cubicBezTo>
                  <a:cubicBezTo>
                    <a:pt x="31" y="10"/>
                    <a:pt x="40" y="11"/>
                    <a:pt x="40" y="17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6"/>
                    <a:pt x="31" y="15"/>
                    <a:pt x="28" y="15"/>
                  </a:cubicBezTo>
                  <a:cubicBezTo>
                    <a:pt x="21" y="15"/>
                    <a:pt x="16" y="20"/>
                    <a:pt x="16" y="27"/>
                  </a:cubicBezTo>
                  <a:cubicBezTo>
                    <a:pt x="16" y="34"/>
                    <a:pt x="21" y="39"/>
                    <a:pt x="28" y="39"/>
                  </a:cubicBezTo>
                  <a:cubicBezTo>
                    <a:pt x="31" y="39"/>
                    <a:pt x="35" y="38"/>
                    <a:pt x="35" y="36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6" y="33"/>
                    <a:pt x="36" y="33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000" b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CF69DD-5C13-4E87-8DB3-38C53575BBD8}"/>
                </a:ext>
              </a:extLst>
            </p:cNvPr>
            <p:cNvSpPr txBox="1"/>
            <p:nvPr/>
          </p:nvSpPr>
          <p:spPr>
            <a:xfrm>
              <a:off x="771801" y="6491338"/>
              <a:ext cx="25202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0" spc="3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2019.All Rights Reserved</a:t>
              </a:r>
              <a:endParaRPr lang="id-ID" sz="1000" b="0" spc="3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611CDDB-420B-45DB-BCB9-2EB238462138}"/>
              </a:ext>
            </a:extLst>
          </p:cNvPr>
          <p:cNvSpPr txBox="1"/>
          <p:nvPr userDrawn="1"/>
        </p:nvSpPr>
        <p:spPr>
          <a:xfrm>
            <a:off x="221512" y="6398640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coder://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981E400-AE53-4517-8507-F6488C6FA1AD}"/>
              </a:ext>
            </a:extLst>
          </p:cNvPr>
          <p:cNvGrpSpPr/>
          <p:nvPr userDrawn="1"/>
        </p:nvGrpSpPr>
        <p:grpSpPr>
          <a:xfrm>
            <a:off x="11161327" y="6472515"/>
            <a:ext cx="809162" cy="169756"/>
            <a:chOff x="5168894" y="3238491"/>
            <a:chExt cx="1816099" cy="381003"/>
          </a:xfrm>
          <a:solidFill>
            <a:schemeClr val="bg1">
              <a:lumMod val="95000"/>
            </a:schemeClr>
          </a:solidFill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93A87E66-1C35-4B01-A54F-602642518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3994" y="3238491"/>
              <a:ext cx="380999" cy="380999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88956E6A-42DF-40FC-A644-74BB16E89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894" y="3238495"/>
              <a:ext cx="380999" cy="380999"/>
            </a:xfrm>
            <a:prstGeom prst="rect">
              <a:avLst/>
            </a:prstGeom>
          </p:spPr>
        </p:pic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71F1A0C-3611-40A8-8973-1224D12114E5}"/>
                </a:ext>
              </a:extLst>
            </p:cNvPr>
            <p:cNvSpPr/>
            <p:nvPr/>
          </p:nvSpPr>
          <p:spPr>
            <a:xfrm>
              <a:off x="5885616" y="3274545"/>
              <a:ext cx="382667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grpFill/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622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Title Slide">
    <p:bg>
      <p:bgPr>
        <a:gradFill flip="none" rotWithShape="1">
          <a:gsLst>
            <a:gs pos="0">
              <a:schemeClr val="accent4"/>
            </a:gs>
            <a:gs pos="99000">
              <a:schemeClr val="accent4">
                <a:lumMod val="60000"/>
                <a:lumOff val="4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EB05B8-753E-4F1A-958B-AD8AC48D32DA}"/>
              </a:ext>
            </a:extLst>
          </p:cNvPr>
          <p:cNvSpPr txBox="1"/>
          <p:nvPr userDrawn="1"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r>
              <a:rPr lang="en-US" sz="24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bg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7CB4A9-C500-43DF-B064-4A485C017D77}"/>
              </a:ext>
            </a:extLst>
          </p:cNvPr>
          <p:cNvGrpSpPr/>
          <p:nvPr userDrawn="1"/>
        </p:nvGrpSpPr>
        <p:grpSpPr>
          <a:xfrm>
            <a:off x="1342633" y="6429418"/>
            <a:ext cx="2626016" cy="246221"/>
            <a:chOff x="666027" y="6491338"/>
            <a:chExt cx="2626016" cy="246221"/>
          </a:xfrm>
        </p:grpSpPr>
        <p:sp>
          <p:nvSpPr>
            <p:cNvPr id="4" name="Freeform 62">
              <a:extLst>
                <a:ext uri="{FF2B5EF4-FFF2-40B4-BE49-F238E27FC236}">
                  <a16:creationId xmlns:a16="http://schemas.microsoft.com/office/drawing/2014/main" id="{57D6463A-513A-4070-9E37-3DC2C3E2CB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027" y="6562424"/>
              <a:ext cx="95578" cy="93971"/>
            </a:xfrm>
            <a:custGeom>
              <a:avLst/>
              <a:gdLst>
                <a:gd name="T0" fmla="*/ 92739 w 55"/>
                <a:gd name="T1" fmla="*/ 185737 h 54"/>
                <a:gd name="T2" fmla="*/ 0 w 55"/>
                <a:gd name="T3" fmla="*/ 92869 h 54"/>
                <a:gd name="T4" fmla="*/ 92739 w 55"/>
                <a:gd name="T5" fmla="*/ 0 h 54"/>
                <a:gd name="T6" fmla="*/ 188913 w 55"/>
                <a:gd name="T7" fmla="*/ 92869 h 54"/>
                <a:gd name="T8" fmla="*/ 92739 w 55"/>
                <a:gd name="T9" fmla="*/ 185737 h 54"/>
                <a:gd name="T10" fmla="*/ 13739 w 55"/>
                <a:gd name="T11" fmla="*/ 92869 h 54"/>
                <a:gd name="T12" fmla="*/ 92739 w 55"/>
                <a:gd name="T13" fmla="*/ 171979 h 54"/>
                <a:gd name="T14" fmla="*/ 171739 w 55"/>
                <a:gd name="T15" fmla="*/ 92869 h 54"/>
                <a:gd name="T16" fmla="*/ 92739 w 55"/>
                <a:gd name="T17" fmla="*/ 13758 h 54"/>
                <a:gd name="T18" fmla="*/ 13739 w 55"/>
                <a:gd name="T19" fmla="*/ 92869 h 54"/>
                <a:gd name="T20" fmla="*/ 140826 w 55"/>
                <a:gd name="T21" fmla="*/ 127264 h 54"/>
                <a:gd name="T22" fmla="*/ 96174 w 55"/>
                <a:gd name="T23" fmla="*/ 151341 h 54"/>
                <a:gd name="T24" fmla="*/ 37783 w 55"/>
                <a:gd name="T25" fmla="*/ 92869 h 54"/>
                <a:gd name="T26" fmla="*/ 96174 w 55"/>
                <a:gd name="T27" fmla="*/ 34396 h 54"/>
                <a:gd name="T28" fmla="*/ 137391 w 55"/>
                <a:gd name="T29" fmla="*/ 58473 h 54"/>
                <a:gd name="T30" fmla="*/ 137391 w 55"/>
                <a:gd name="T31" fmla="*/ 72231 h 54"/>
                <a:gd name="T32" fmla="*/ 137391 w 55"/>
                <a:gd name="T33" fmla="*/ 72231 h 54"/>
                <a:gd name="T34" fmla="*/ 123652 w 55"/>
                <a:gd name="T35" fmla="*/ 72231 h 54"/>
                <a:gd name="T36" fmla="*/ 120217 w 55"/>
                <a:gd name="T37" fmla="*/ 72231 h 54"/>
                <a:gd name="T38" fmla="*/ 120217 w 55"/>
                <a:gd name="T39" fmla="*/ 61912 h 54"/>
                <a:gd name="T40" fmla="*/ 96174 w 55"/>
                <a:gd name="T41" fmla="*/ 51594 h 54"/>
                <a:gd name="T42" fmla="*/ 54957 w 55"/>
                <a:gd name="T43" fmla="*/ 92869 h 54"/>
                <a:gd name="T44" fmla="*/ 96174 w 55"/>
                <a:gd name="T45" fmla="*/ 134143 h 54"/>
                <a:gd name="T46" fmla="*/ 120217 w 55"/>
                <a:gd name="T47" fmla="*/ 123825 h 54"/>
                <a:gd name="T48" fmla="*/ 120217 w 55"/>
                <a:gd name="T49" fmla="*/ 113506 h 54"/>
                <a:gd name="T50" fmla="*/ 123652 w 55"/>
                <a:gd name="T51" fmla="*/ 113506 h 54"/>
                <a:gd name="T52" fmla="*/ 137391 w 55"/>
                <a:gd name="T53" fmla="*/ 113506 h 54"/>
                <a:gd name="T54" fmla="*/ 140826 w 55"/>
                <a:gd name="T55" fmla="*/ 113506 h 54"/>
                <a:gd name="T56" fmla="*/ 140826 w 55"/>
                <a:gd name="T57" fmla="*/ 127264 h 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5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4"/>
                    <a:pt x="27" y="54"/>
                  </a:cubicBezTo>
                  <a:close/>
                  <a:moveTo>
                    <a:pt x="4" y="27"/>
                  </a:moveTo>
                  <a:cubicBezTo>
                    <a:pt x="4" y="40"/>
                    <a:pt x="15" y="50"/>
                    <a:pt x="27" y="50"/>
                  </a:cubicBezTo>
                  <a:cubicBezTo>
                    <a:pt x="40" y="50"/>
                    <a:pt x="50" y="40"/>
                    <a:pt x="50" y="27"/>
                  </a:cubicBezTo>
                  <a:cubicBezTo>
                    <a:pt x="50" y="14"/>
                    <a:pt x="40" y="4"/>
                    <a:pt x="27" y="4"/>
                  </a:cubicBezTo>
                  <a:cubicBezTo>
                    <a:pt x="15" y="4"/>
                    <a:pt x="4" y="14"/>
                    <a:pt x="4" y="27"/>
                  </a:cubicBezTo>
                  <a:close/>
                  <a:moveTo>
                    <a:pt x="41" y="37"/>
                  </a:moveTo>
                  <a:cubicBezTo>
                    <a:pt x="41" y="42"/>
                    <a:pt x="33" y="44"/>
                    <a:pt x="28" y="44"/>
                  </a:cubicBezTo>
                  <a:cubicBezTo>
                    <a:pt x="18" y="44"/>
                    <a:pt x="11" y="37"/>
                    <a:pt x="11" y="27"/>
                  </a:cubicBezTo>
                  <a:cubicBezTo>
                    <a:pt x="11" y="17"/>
                    <a:pt x="18" y="10"/>
                    <a:pt x="28" y="10"/>
                  </a:cubicBezTo>
                  <a:cubicBezTo>
                    <a:pt x="31" y="10"/>
                    <a:pt x="40" y="11"/>
                    <a:pt x="40" y="17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6"/>
                    <a:pt x="31" y="15"/>
                    <a:pt x="28" y="15"/>
                  </a:cubicBezTo>
                  <a:cubicBezTo>
                    <a:pt x="21" y="15"/>
                    <a:pt x="16" y="20"/>
                    <a:pt x="16" y="27"/>
                  </a:cubicBezTo>
                  <a:cubicBezTo>
                    <a:pt x="16" y="34"/>
                    <a:pt x="21" y="39"/>
                    <a:pt x="28" y="39"/>
                  </a:cubicBezTo>
                  <a:cubicBezTo>
                    <a:pt x="31" y="39"/>
                    <a:pt x="35" y="38"/>
                    <a:pt x="35" y="36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6" y="33"/>
                    <a:pt x="36" y="33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000" b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CF69DD-5C13-4E87-8DB3-38C53575BBD8}"/>
                </a:ext>
              </a:extLst>
            </p:cNvPr>
            <p:cNvSpPr txBox="1"/>
            <p:nvPr/>
          </p:nvSpPr>
          <p:spPr>
            <a:xfrm>
              <a:off x="771801" y="6491338"/>
              <a:ext cx="25202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0" spc="3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2019.All Rights Reserved</a:t>
              </a:r>
              <a:endParaRPr lang="id-ID" sz="1000" b="0" spc="3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611CDDB-420B-45DB-BCB9-2EB238462138}"/>
              </a:ext>
            </a:extLst>
          </p:cNvPr>
          <p:cNvSpPr txBox="1"/>
          <p:nvPr userDrawn="1"/>
        </p:nvSpPr>
        <p:spPr>
          <a:xfrm>
            <a:off x="221512" y="6398640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coder://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981E400-AE53-4517-8507-F6488C6FA1AD}"/>
              </a:ext>
            </a:extLst>
          </p:cNvPr>
          <p:cNvGrpSpPr/>
          <p:nvPr userDrawn="1"/>
        </p:nvGrpSpPr>
        <p:grpSpPr>
          <a:xfrm>
            <a:off x="11161327" y="6472515"/>
            <a:ext cx="809162" cy="169756"/>
            <a:chOff x="5168894" y="3238491"/>
            <a:chExt cx="1816099" cy="381003"/>
          </a:xfrm>
          <a:solidFill>
            <a:schemeClr val="bg1">
              <a:lumMod val="95000"/>
            </a:schemeClr>
          </a:solidFill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93A87E66-1C35-4B01-A54F-602642518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3994" y="3238491"/>
              <a:ext cx="380999" cy="380999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88956E6A-42DF-40FC-A644-74BB16E89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894" y="3238495"/>
              <a:ext cx="380999" cy="380999"/>
            </a:xfrm>
            <a:prstGeom prst="rect">
              <a:avLst/>
            </a:prstGeom>
          </p:spPr>
        </p:pic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71F1A0C-3611-40A8-8973-1224D12114E5}"/>
                </a:ext>
              </a:extLst>
            </p:cNvPr>
            <p:cNvSpPr/>
            <p:nvPr/>
          </p:nvSpPr>
          <p:spPr>
            <a:xfrm>
              <a:off x="5885616" y="3274545"/>
              <a:ext cx="382667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grpFill/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690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3B4FB-0E14-4465-AC3A-FB6EF455F7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439948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71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85B4513-B478-4A09-9B9E-4F4C7939A6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16602" y="1257299"/>
            <a:ext cx="9051399" cy="4292000"/>
          </a:xfrm>
          <a:custGeom>
            <a:avLst/>
            <a:gdLst>
              <a:gd name="connsiteX0" fmla="*/ 5641449 w 9051399"/>
              <a:gd name="connsiteY0" fmla="*/ 2295547 h 4292000"/>
              <a:gd name="connsiteX1" fmla="*/ 5375712 w 9051399"/>
              <a:gd name="connsiteY1" fmla="*/ 2351760 h 4292000"/>
              <a:gd name="connsiteX2" fmla="*/ 5179813 w 9051399"/>
              <a:gd name="connsiteY2" fmla="*/ 2508478 h 4292000"/>
              <a:gd name="connsiteX3" fmla="*/ 5057165 w 9051399"/>
              <a:gd name="connsiteY3" fmla="*/ 2750371 h 4292000"/>
              <a:gd name="connsiteX4" fmla="*/ 5014577 w 9051399"/>
              <a:gd name="connsiteY4" fmla="*/ 3062102 h 4292000"/>
              <a:gd name="connsiteX5" fmla="*/ 5057165 w 9051399"/>
              <a:gd name="connsiteY5" fmla="*/ 3375541 h 4292000"/>
              <a:gd name="connsiteX6" fmla="*/ 5179813 w 9051399"/>
              <a:gd name="connsiteY6" fmla="*/ 3615725 h 4292000"/>
              <a:gd name="connsiteX7" fmla="*/ 5375712 w 9051399"/>
              <a:gd name="connsiteY7" fmla="*/ 3770742 h 4292000"/>
              <a:gd name="connsiteX8" fmla="*/ 5641449 w 9051399"/>
              <a:gd name="connsiteY8" fmla="*/ 3825253 h 4292000"/>
              <a:gd name="connsiteX9" fmla="*/ 5905484 w 9051399"/>
              <a:gd name="connsiteY9" fmla="*/ 3770742 h 4292000"/>
              <a:gd name="connsiteX10" fmla="*/ 6103088 w 9051399"/>
              <a:gd name="connsiteY10" fmla="*/ 3615725 h 4292000"/>
              <a:gd name="connsiteX11" fmla="*/ 6225736 w 9051399"/>
              <a:gd name="connsiteY11" fmla="*/ 3375541 h 4292000"/>
              <a:gd name="connsiteX12" fmla="*/ 6268323 w 9051399"/>
              <a:gd name="connsiteY12" fmla="*/ 3062102 h 4292000"/>
              <a:gd name="connsiteX13" fmla="*/ 6225736 w 9051399"/>
              <a:gd name="connsiteY13" fmla="*/ 2746964 h 4292000"/>
              <a:gd name="connsiteX14" fmla="*/ 6103088 w 9051399"/>
              <a:gd name="connsiteY14" fmla="*/ 2505072 h 4292000"/>
              <a:gd name="connsiteX15" fmla="*/ 5905484 w 9051399"/>
              <a:gd name="connsiteY15" fmla="*/ 2350059 h 4292000"/>
              <a:gd name="connsiteX16" fmla="*/ 5641449 w 9051399"/>
              <a:gd name="connsiteY16" fmla="*/ 2295547 h 4292000"/>
              <a:gd name="connsiteX17" fmla="*/ 1319506 w 9051399"/>
              <a:gd name="connsiteY17" fmla="*/ 1393698 h 4292000"/>
              <a:gd name="connsiteX18" fmla="*/ 936042 w 9051399"/>
              <a:gd name="connsiteY18" fmla="*/ 1467532 h 4292000"/>
              <a:gd name="connsiteX19" fmla="*/ 819333 w 9051399"/>
              <a:gd name="connsiteY19" fmla="*/ 1693802 h 4292000"/>
              <a:gd name="connsiteX20" fmla="*/ 862202 w 9051399"/>
              <a:gd name="connsiteY20" fmla="*/ 1846239 h 4292000"/>
              <a:gd name="connsiteX21" fmla="*/ 983674 w 9051399"/>
              <a:gd name="connsiteY21" fmla="*/ 1958184 h 4292000"/>
              <a:gd name="connsiteX22" fmla="*/ 1164691 w 9051399"/>
              <a:gd name="connsiteY22" fmla="*/ 2048691 h 4292000"/>
              <a:gd name="connsiteX23" fmla="*/ 1390961 w 9051399"/>
              <a:gd name="connsiteY23" fmla="*/ 2132050 h 4292000"/>
              <a:gd name="connsiteX24" fmla="*/ 1838735 w 9051399"/>
              <a:gd name="connsiteY24" fmla="*/ 2320214 h 4292000"/>
              <a:gd name="connsiteX25" fmla="*/ 2155512 w 9051399"/>
              <a:gd name="connsiteY25" fmla="*/ 2536954 h 4292000"/>
              <a:gd name="connsiteX26" fmla="*/ 2265671 w 9051399"/>
              <a:gd name="connsiteY26" fmla="*/ 2671526 h 4292000"/>
              <a:gd name="connsiteX27" fmla="*/ 2289903 w 9051399"/>
              <a:gd name="connsiteY27" fmla="*/ 2719989 h 4292000"/>
              <a:gd name="connsiteX28" fmla="*/ 2257708 w 9051399"/>
              <a:gd name="connsiteY28" fmla="*/ 2619478 h 4292000"/>
              <a:gd name="connsiteX29" fmla="*/ 2045790 w 9051399"/>
              <a:gd name="connsiteY29" fmla="*/ 1891102 h 4292000"/>
              <a:gd name="connsiteX30" fmla="*/ 1952385 w 9051399"/>
              <a:gd name="connsiteY30" fmla="*/ 1537052 h 4292000"/>
              <a:gd name="connsiteX31" fmla="*/ 1888157 w 9051399"/>
              <a:gd name="connsiteY31" fmla="*/ 1507428 h 4292000"/>
              <a:gd name="connsiteX32" fmla="*/ 1726794 w 9051399"/>
              <a:gd name="connsiteY32" fmla="*/ 1448481 h 4292000"/>
              <a:gd name="connsiteX33" fmla="*/ 1319506 w 9051399"/>
              <a:gd name="connsiteY33" fmla="*/ 1393698 h 4292000"/>
              <a:gd name="connsiteX34" fmla="*/ 6572594 w 9051399"/>
              <a:gd name="connsiteY34" fmla="*/ 844958 h 4292000"/>
              <a:gd name="connsiteX35" fmla="*/ 9051399 w 9051399"/>
              <a:gd name="connsiteY35" fmla="*/ 844958 h 4292000"/>
              <a:gd name="connsiteX36" fmla="*/ 9051399 w 9051399"/>
              <a:gd name="connsiteY36" fmla="*/ 1419315 h 4292000"/>
              <a:gd name="connsiteX37" fmla="*/ 8148835 w 9051399"/>
              <a:gd name="connsiteY37" fmla="*/ 1419315 h 4292000"/>
              <a:gd name="connsiteX38" fmla="*/ 8148835 w 9051399"/>
              <a:gd name="connsiteY38" fmla="*/ 3837663 h 4292000"/>
              <a:gd name="connsiteX39" fmla="*/ 7475154 w 9051399"/>
              <a:gd name="connsiteY39" fmla="*/ 3837663 h 4292000"/>
              <a:gd name="connsiteX40" fmla="*/ 7475154 w 9051399"/>
              <a:gd name="connsiteY40" fmla="*/ 1419315 h 4292000"/>
              <a:gd name="connsiteX41" fmla="*/ 6572594 w 9051399"/>
              <a:gd name="connsiteY41" fmla="*/ 1419315 h 4292000"/>
              <a:gd name="connsiteX42" fmla="*/ 1599515 w 9051399"/>
              <a:gd name="connsiteY42" fmla="*/ 0 h 4292000"/>
              <a:gd name="connsiteX43" fmla="*/ 2323604 w 9051399"/>
              <a:gd name="connsiteY43" fmla="*/ 0 h 4292000"/>
              <a:gd name="connsiteX44" fmla="*/ 2418336 w 9051399"/>
              <a:gd name="connsiteY44" fmla="*/ 524860 h 4292000"/>
              <a:gd name="connsiteX45" fmla="*/ 2525982 w 9051399"/>
              <a:gd name="connsiteY45" fmla="*/ 1071143 h 4292000"/>
              <a:gd name="connsiteX46" fmla="*/ 2640095 w 9051399"/>
              <a:gd name="connsiteY46" fmla="*/ 1602427 h 4292000"/>
              <a:gd name="connsiteX47" fmla="*/ 2758491 w 9051399"/>
              <a:gd name="connsiteY47" fmla="*/ 2078017 h 4292000"/>
              <a:gd name="connsiteX48" fmla="*/ 2908716 w 9051399"/>
              <a:gd name="connsiteY48" fmla="*/ 1632422 h 4292000"/>
              <a:gd name="connsiteX49" fmla="*/ 3050375 w 9051399"/>
              <a:gd name="connsiteY49" fmla="*/ 1161117 h 4292000"/>
              <a:gd name="connsiteX50" fmla="*/ 3177003 w 9051399"/>
              <a:gd name="connsiteY50" fmla="*/ 706954 h 4292000"/>
              <a:gd name="connsiteX51" fmla="*/ 3282144 w 9051399"/>
              <a:gd name="connsiteY51" fmla="*/ 317059 h 4292000"/>
              <a:gd name="connsiteX52" fmla="*/ 3851923 w 9051399"/>
              <a:gd name="connsiteY52" fmla="*/ 317059 h 4292000"/>
              <a:gd name="connsiteX53" fmla="*/ 3965295 w 9051399"/>
              <a:gd name="connsiteY53" fmla="*/ 713378 h 4292000"/>
              <a:gd name="connsiteX54" fmla="*/ 4097884 w 9051399"/>
              <a:gd name="connsiteY54" fmla="*/ 1169688 h 4292000"/>
              <a:gd name="connsiteX55" fmla="*/ 4241185 w 9051399"/>
              <a:gd name="connsiteY55" fmla="*/ 1640990 h 4292000"/>
              <a:gd name="connsiteX56" fmla="*/ 4382340 w 9051399"/>
              <a:gd name="connsiteY56" fmla="*/ 2078017 h 4292000"/>
              <a:gd name="connsiteX57" fmla="*/ 4496415 w 9051399"/>
              <a:gd name="connsiteY57" fmla="*/ 1602427 h 4292000"/>
              <a:gd name="connsiteX58" fmla="*/ 4606176 w 9051399"/>
              <a:gd name="connsiteY58" fmla="*/ 1071143 h 4292000"/>
              <a:gd name="connsiteX59" fmla="*/ 4707331 w 9051399"/>
              <a:gd name="connsiteY59" fmla="*/ 524860 h 4292000"/>
              <a:gd name="connsiteX60" fmla="*/ 4799886 w 9051399"/>
              <a:gd name="connsiteY60" fmla="*/ 0 h 4292000"/>
              <a:gd name="connsiteX61" fmla="*/ 5494186 w 9051399"/>
              <a:gd name="connsiteY61" fmla="*/ 0 h 4292000"/>
              <a:gd name="connsiteX62" fmla="*/ 5147234 w 9051399"/>
              <a:gd name="connsiteY62" fmla="*/ 1512454 h 4292000"/>
              <a:gd name="connsiteX63" fmla="*/ 5047157 w 9051399"/>
              <a:gd name="connsiteY63" fmla="*/ 1891102 h 4292000"/>
              <a:gd name="connsiteX64" fmla="*/ 5019029 w 9051399"/>
              <a:gd name="connsiteY64" fmla="*/ 1990791 h 4292000"/>
              <a:gd name="connsiteX65" fmla="*/ 5090168 w 9051399"/>
              <a:gd name="connsiteY65" fmla="*/ 1951235 h 4292000"/>
              <a:gd name="connsiteX66" fmla="*/ 5193441 w 9051399"/>
              <a:gd name="connsiteY66" fmla="*/ 1907159 h 4292000"/>
              <a:gd name="connsiteX67" fmla="*/ 5641449 w 9051399"/>
              <a:gd name="connsiteY67" fmla="*/ 1828800 h 4292000"/>
              <a:gd name="connsiteX68" fmla="*/ 6097973 w 9051399"/>
              <a:gd name="connsiteY68" fmla="*/ 1907159 h 4292000"/>
              <a:gd name="connsiteX69" fmla="*/ 6472736 w 9051399"/>
              <a:gd name="connsiteY69" fmla="*/ 2142236 h 4292000"/>
              <a:gd name="connsiteX70" fmla="*/ 6724848 w 9051399"/>
              <a:gd name="connsiteY70" fmla="*/ 2528919 h 4292000"/>
              <a:gd name="connsiteX71" fmla="*/ 6816835 w 9051399"/>
              <a:gd name="connsiteY71" fmla="*/ 3062102 h 4292000"/>
              <a:gd name="connsiteX72" fmla="*/ 6726549 w 9051399"/>
              <a:gd name="connsiteY72" fmla="*/ 3595284 h 4292000"/>
              <a:gd name="connsiteX73" fmla="*/ 6479549 w 9051399"/>
              <a:gd name="connsiteY73" fmla="*/ 3980266 h 4292000"/>
              <a:gd name="connsiteX74" fmla="*/ 6106491 w 9051399"/>
              <a:gd name="connsiteY74" fmla="*/ 4213641 h 4292000"/>
              <a:gd name="connsiteX75" fmla="*/ 5641449 w 9051399"/>
              <a:gd name="connsiteY75" fmla="*/ 4292000 h 4292000"/>
              <a:gd name="connsiteX76" fmla="*/ 5184924 w 9051399"/>
              <a:gd name="connsiteY76" fmla="*/ 4213641 h 4292000"/>
              <a:gd name="connsiteX77" fmla="*/ 4810161 w 9051399"/>
              <a:gd name="connsiteY77" fmla="*/ 3980266 h 4292000"/>
              <a:gd name="connsiteX78" fmla="*/ 4558053 w 9051399"/>
              <a:gd name="connsiteY78" fmla="*/ 3595284 h 4292000"/>
              <a:gd name="connsiteX79" fmla="*/ 4466065 w 9051399"/>
              <a:gd name="connsiteY79" fmla="*/ 3062102 h 4292000"/>
              <a:gd name="connsiteX80" fmla="*/ 4469832 w 9051399"/>
              <a:gd name="connsiteY80" fmla="*/ 2969205 h 4292000"/>
              <a:gd name="connsiteX81" fmla="*/ 4111341 w 9051399"/>
              <a:gd name="connsiteY81" fmla="*/ 2969205 h 4292000"/>
              <a:gd name="connsiteX82" fmla="*/ 3820524 w 9051399"/>
              <a:gd name="connsiteY82" fmla="*/ 2105864 h 4292000"/>
              <a:gd name="connsiteX83" fmla="*/ 3542562 w 9051399"/>
              <a:gd name="connsiteY83" fmla="*/ 1199679 h 4292000"/>
              <a:gd name="connsiteX84" fmla="*/ 3268048 w 9051399"/>
              <a:gd name="connsiteY84" fmla="*/ 2105864 h 4292000"/>
              <a:gd name="connsiteX85" fmla="*/ 2980615 w 9051399"/>
              <a:gd name="connsiteY85" fmla="*/ 2969205 h 4292000"/>
              <a:gd name="connsiteX86" fmla="*/ 2381537 w 9051399"/>
              <a:gd name="connsiteY86" fmla="*/ 2969205 h 4292000"/>
              <a:gd name="connsiteX87" fmla="*/ 2390120 w 9051399"/>
              <a:gd name="connsiteY87" fmla="*/ 3012122 h 4292000"/>
              <a:gd name="connsiteX88" fmla="*/ 2405600 w 9051399"/>
              <a:gd name="connsiteY88" fmla="*/ 3232438 h 4292000"/>
              <a:gd name="connsiteX89" fmla="*/ 2081677 w 9051399"/>
              <a:gd name="connsiteY89" fmla="*/ 3949356 h 4292000"/>
              <a:gd name="connsiteX90" fmla="*/ 1105145 w 9051399"/>
              <a:gd name="connsiteY90" fmla="*/ 4204207 h 4292000"/>
              <a:gd name="connsiteX91" fmla="*/ 709772 w 9051399"/>
              <a:gd name="connsiteY91" fmla="*/ 4178005 h 4292000"/>
              <a:gd name="connsiteX92" fmla="*/ 397758 w 9051399"/>
              <a:gd name="connsiteY92" fmla="*/ 4113696 h 4292000"/>
              <a:gd name="connsiteX93" fmla="*/ 164341 w 9051399"/>
              <a:gd name="connsiteY93" fmla="*/ 4032715 h 4292000"/>
              <a:gd name="connsiteX94" fmla="*/ 0 w 9051399"/>
              <a:gd name="connsiteY94" fmla="*/ 3951735 h 4292000"/>
              <a:gd name="connsiteX95" fmla="*/ 209594 w 9051399"/>
              <a:gd name="connsiteY95" fmla="*/ 3361055 h 4292000"/>
              <a:gd name="connsiteX96" fmla="*/ 574007 w 9051399"/>
              <a:gd name="connsiteY96" fmla="*/ 3506340 h 4292000"/>
              <a:gd name="connsiteX97" fmla="*/ 1105145 w 9051399"/>
              <a:gd name="connsiteY97" fmla="*/ 3570649 h 4292000"/>
              <a:gd name="connsiteX98" fmla="*/ 1364759 w 9051399"/>
              <a:gd name="connsiteY98" fmla="*/ 3544452 h 4292000"/>
              <a:gd name="connsiteX99" fmla="*/ 1529105 w 9051399"/>
              <a:gd name="connsiteY99" fmla="*/ 3472996 h 4292000"/>
              <a:gd name="connsiteX100" fmla="*/ 1614848 w 9051399"/>
              <a:gd name="connsiteY100" fmla="*/ 3365818 h 4292000"/>
              <a:gd name="connsiteX101" fmla="*/ 1638667 w 9051399"/>
              <a:gd name="connsiteY101" fmla="*/ 3227675 h 4292000"/>
              <a:gd name="connsiteX102" fmla="*/ 1486231 w 9051399"/>
              <a:gd name="connsiteY102" fmla="*/ 2958530 h 4292000"/>
              <a:gd name="connsiteX103" fmla="*/ 962239 w 9051399"/>
              <a:gd name="connsiteY103" fmla="*/ 2727497 h 4292000"/>
              <a:gd name="connsiteX104" fmla="*/ 638316 w 9051399"/>
              <a:gd name="connsiteY104" fmla="*/ 2596500 h 4292000"/>
              <a:gd name="connsiteX105" fmla="*/ 347742 w 9051399"/>
              <a:gd name="connsiteY105" fmla="*/ 2410720 h 4292000"/>
              <a:gd name="connsiteX106" fmla="*/ 138143 w 9051399"/>
              <a:gd name="connsiteY106" fmla="*/ 2139197 h 4292000"/>
              <a:gd name="connsiteX107" fmla="*/ 57163 w 9051399"/>
              <a:gd name="connsiteY107" fmla="*/ 1750965 h 4292000"/>
              <a:gd name="connsiteX108" fmla="*/ 142906 w 9051399"/>
              <a:gd name="connsiteY108" fmla="*/ 1338919 h 4292000"/>
              <a:gd name="connsiteX109" fmla="*/ 385848 w 9051399"/>
              <a:gd name="connsiteY109" fmla="*/ 1026905 h 4292000"/>
              <a:gd name="connsiteX110" fmla="*/ 766933 w 9051399"/>
              <a:gd name="connsiteY110" fmla="*/ 829216 h 4292000"/>
              <a:gd name="connsiteX111" fmla="*/ 1271869 w 9051399"/>
              <a:gd name="connsiteY111" fmla="*/ 760144 h 4292000"/>
              <a:gd name="connsiteX112" fmla="*/ 1721137 w 9051399"/>
              <a:gd name="connsiteY112" fmla="*/ 800338 h 4292000"/>
              <a:gd name="connsiteX113" fmla="*/ 1776716 w 9051399"/>
              <a:gd name="connsiteY113" fmla="*/ 814005 h 4292000"/>
              <a:gd name="connsiteX114" fmla="*/ 1761423 w 9051399"/>
              <a:gd name="connsiteY114" fmla="*/ 750870 h 4292000"/>
              <a:gd name="connsiteX115" fmla="*/ 1599515 w 9051399"/>
              <a:gd name="connsiteY115" fmla="*/ 0 h 42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9051399" h="4292000">
                <a:moveTo>
                  <a:pt x="5641449" y="2295547"/>
                </a:moveTo>
                <a:cubicBezTo>
                  <a:pt x="5541512" y="2295547"/>
                  <a:pt x="5452934" y="2314284"/>
                  <a:pt x="5375712" y="2351760"/>
                </a:cubicBezTo>
                <a:cubicBezTo>
                  <a:pt x="5298486" y="2389236"/>
                  <a:pt x="5233187" y="2441478"/>
                  <a:pt x="5179813" y="2508478"/>
                </a:cubicBezTo>
                <a:cubicBezTo>
                  <a:pt x="5126438" y="2575481"/>
                  <a:pt x="5085555" y="2656113"/>
                  <a:pt x="5057165" y="2750371"/>
                </a:cubicBezTo>
                <a:cubicBezTo>
                  <a:pt x="5028774" y="2844628"/>
                  <a:pt x="5014577" y="2948540"/>
                  <a:pt x="5014577" y="3062102"/>
                </a:cubicBezTo>
                <a:cubicBezTo>
                  <a:pt x="5014577" y="3177937"/>
                  <a:pt x="5028774" y="3282417"/>
                  <a:pt x="5057165" y="3375541"/>
                </a:cubicBezTo>
                <a:cubicBezTo>
                  <a:pt x="5085555" y="3468662"/>
                  <a:pt x="5126438" y="3548725"/>
                  <a:pt x="5179813" y="3615725"/>
                </a:cubicBezTo>
                <a:cubicBezTo>
                  <a:pt x="5233187" y="3682729"/>
                  <a:pt x="5298486" y="3734402"/>
                  <a:pt x="5375712" y="3770742"/>
                </a:cubicBezTo>
                <a:cubicBezTo>
                  <a:pt x="5452934" y="3807081"/>
                  <a:pt x="5541512" y="3825253"/>
                  <a:pt x="5641449" y="3825253"/>
                </a:cubicBezTo>
                <a:cubicBezTo>
                  <a:pt x="5739115" y="3825253"/>
                  <a:pt x="5827125" y="3807081"/>
                  <a:pt x="5905484" y="3770742"/>
                </a:cubicBezTo>
                <a:cubicBezTo>
                  <a:pt x="5983843" y="3734402"/>
                  <a:pt x="6049710" y="3682729"/>
                  <a:pt x="6103088" y="3615725"/>
                </a:cubicBezTo>
                <a:cubicBezTo>
                  <a:pt x="6156462" y="3548725"/>
                  <a:pt x="6197345" y="3468662"/>
                  <a:pt x="6225736" y="3375541"/>
                </a:cubicBezTo>
                <a:cubicBezTo>
                  <a:pt x="6254126" y="3282417"/>
                  <a:pt x="6268323" y="3177937"/>
                  <a:pt x="6268323" y="3062102"/>
                </a:cubicBezTo>
                <a:cubicBezTo>
                  <a:pt x="6268323" y="2946266"/>
                  <a:pt x="6254126" y="2841222"/>
                  <a:pt x="6225736" y="2746964"/>
                </a:cubicBezTo>
                <a:cubicBezTo>
                  <a:pt x="6197345" y="2652707"/>
                  <a:pt x="6156462" y="2572075"/>
                  <a:pt x="6103088" y="2505072"/>
                </a:cubicBezTo>
                <a:cubicBezTo>
                  <a:pt x="6049710" y="2438068"/>
                  <a:pt x="5983843" y="2386398"/>
                  <a:pt x="5905484" y="2350059"/>
                </a:cubicBezTo>
                <a:cubicBezTo>
                  <a:pt x="5827125" y="2313719"/>
                  <a:pt x="5739115" y="2295547"/>
                  <a:pt x="5641449" y="2295547"/>
                </a:cubicBezTo>
                <a:close/>
                <a:moveTo>
                  <a:pt x="1319506" y="1393698"/>
                </a:moveTo>
                <a:cubicBezTo>
                  <a:pt x="1141667" y="1393698"/>
                  <a:pt x="1013844" y="1418311"/>
                  <a:pt x="936042" y="1467532"/>
                </a:cubicBezTo>
                <a:cubicBezTo>
                  <a:pt x="858235" y="1516758"/>
                  <a:pt x="819333" y="1592181"/>
                  <a:pt x="819333" y="1693802"/>
                </a:cubicBezTo>
                <a:cubicBezTo>
                  <a:pt x="819333" y="1754143"/>
                  <a:pt x="833621" y="1804954"/>
                  <a:pt x="862202" y="1846239"/>
                </a:cubicBezTo>
                <a:cubicBezTo>
                  <a:pt x="890784" y="1887523"/>
                  <a:pt x="931274" y="1924836"/>
                  <a:pt x="983674" y="1958184"/>
                </a:cubicBezTo>
                <a:cubicBezTo>
                  <a:pt x="1036074" y="1991528"/>
                  <a:pt x="1096414" y="2021698"/>
                  <a:pt x="1164691" y="2048691"/>
                </a:cubicBezTo>
                <a:cubicBezTo>
                  <a:pt x="1232968" y="2075683"/>
                  <a:pt x="1308392" y="2103469"/>
                  <a:pt x="1390961" y="2132050"/>
                </a:cubicBezTo>
                <a:cubicBezTo>
                  <a:pt x="1562449" y="2195565"/>
                  <a:pt x="1711707" y="2258289"/>
                  <a:pt x="1838735" y="2320214"/>
                </a:cubicBezTo>
                <a:cubicBezTo>
                  <a:pt x="1965763" y="2382139"/>
                  <a:pt x="2071357" y="2454389"/>
                  <a:pt x="2155512" y="2536954"/>
                </a:cubicBezTo>
                <a:cubicBezTo>
                  <a:pt x="2197591" y="2578239"/>
                  <a:pt x="2234311" y="2623096"/>
                  <a:pt x="2265671" y="2671526"/>
                </a:cubicBezTo>
                <a:lnTo>
                  <a:pt x="2289903" y="2719989"/>
                </a:lnTo>
                <a:lnTo>
                  <a:pt x="2257708" y="2619478"/>
                </a:lnTo>
                <a:cubicBezTo>
                  <a:pt x="2184374" y="2383113"/>
                  <a:pt x="2113735" y="2140320"/>
                  <a:pt x="2045790" y="1891102"/>
                </a:cubicBezTo>
                <a:lnTo>
                  <a:pt x="1952385" y="1537052"/>
                </a:lnTo>
                <a:lnTo>
                  <a:pt x="1888157" y="1507428"/>
                </a:lnTo>
                <a:cubicBezTo>
                  <a:pt x="1836949" y="1486389"/>
                  <a:pt x="1783162" y="1466740"/>
                  <a:pt x="1726794" y="1448481"/>
                </a:cubicBezTo>
                <a:cubicBezTo>
                  <a:pt x="1614054" y="1411959"/>
                  <a:pt x="1478294" y="1393698"/>
                  <a:pt x="1319506" y="1393698"/>
                </a:cubicBezTo>
                <a:close/>
                <a:moveTo>
                  <a:pt x="6572594" y="844958"/>
                </a:moveTo>
                <a:lnTo>
                  <a:pt x="9051399" y="844958"/>
                </a:lnTo>
                <a:lnTo>
                  <a:pt x="9051399" y="1419315"/>
                </a:lnTo>
                <a:lnTo>
                  <a:pt x="8148835" y="1419315"/>
                </a:lnTo>
                <a:lnTo>
                  <a:pt x="8148835" y="3837663"/>
                </a:lnTo>
                <a:lnTo>
                  <a:pt x="7475154" y="3837663"/>
                </a:lnTo>
                <a:lnTo>
                  <a:pt x="7475154" y="1419315"/>
                </a:lnTo>
                <a:lnTo>
                  <a:pt x="6572594" y="1419315"/>
                </a:lnTo>
                <a:close/>
                <a:moveTo>
                  <a:pt x="1599515" y="0"/>
                </a:moveTo>
                <a:lnTo>
                  <a:pt x="2323604" y="0"/>
                </a:lnTo>
                <a:cubicBezTo>
                  <a:pt x="2352305" y="168524"/>
                  <a:pt x="2383880" y="343480"/>
                  <a:pt x="2418336" y="524860"/>
                </a:cubicBezTo>
                <a:cubicBezTo>
                  <a:pt x="2452787" y="706240"/>
                  <a:pt x="2488672" y="888334"/>
                  <a:pt x="2525982" y="1071143"/>
                </a:cubicBezTo>
                <a:cubicBezTo>
                  <a:pt x="2563297" y="1253948"/>
                  <a:pt x="2601334" y="1431044"/>
                  <a:pt x="2640095" y="1602427"/>
                </a:cubicBezTo>
                <a:cubicBezTo>
                  <a:pt x="2678855" y="1773810"/>
                  <a:pt x="2718323" y="1932341"/>
                  <a:pt x="2758491" y="2078017"/>
                </a:cubicBezTo>
                <a:cubicBezTo>
                  <a:pt x="2809994" y="1938054"/>
                  <a:pt x="2860067" y="1789520"/>
                  <a:pt x="2908716" y="1632422"/>
                </a:cubicBezTo>
                <a:cubicBezTo>
                  <a:pt x="2957364" y="1475320"/>
                  <a:pt x="3004582" y="1318218"/>
                  <a:pt x="3050375" y="1161117"/>
                </a:cubicBezTo>
                <a:cubicBezTo>
                  <a:pt x="3096165" y="1004019"/>
                  <a:pt x="3138377" y="852630"/>
                  <a:pt x="3177003" y="706954"/>
                </a:cubicBezTo>
                <a:cubicBezTo>
                  <a:pt x="3215633" y="561279"/>
                  <a:pt x="3250677" y="431314"/>
                  <a:pt x="3282144" y="317059"/>
                </a:cubicBezTo>
                <a:lnTo>
                  <a:pt x="3851923" y="317059"/>
                </a:lnTo>
                <a:cubicBezTo>
                  <a:pt x="3886156" y="434168"/>
                  <a:pt x="3923946" y="566277"/>
                  <a:pt x="3965295" y="713378"/>
                </a:cubicBezTo>
                <a:cubicBezTo>
                  <a:pt x="4006650" y="860483"/>
                  <a:pt x="4050842" y="1012586"/>
                  <a:pt x="4097884" y="1169688"/>
                </a:cubicBezTo>
                <a:cubicBezTo>
                  <a:pt x="4144926" y="1326786"/>
                  <a:pt x="4192691" y="1483888"/>
                  <a:pt x="4241185" y="1640990"/>
                </a:cubicBezTo>
                <a:cubicBezTo>
                  <a:pt x="4289673" y="1798092"/>
                  <a:pt x="4336727" y="1943767"/>
                  <a:pt x="4382340" y="2078017"/>
                </a:cubicBezTo>
                <a:cubicBezTo>
                  <a:pt x="4419650" y="1932341"/>
                  <a:pt x="4457675" y="1773810"/>
                  <a:pt x="4496415" y="1602427"/>
                </a:cubicBezTo>
                <a:cubicBezTo>
                  <a:pt x="4535154" y="1431044"/>
                  <a:pt x="4571741" y="1253948"/>
                  <a:pt x="4606176" y="1071143"/>
                </a:cubicBezTo>
                <a:cubicBezTo>
                  <a:pt x="4640606" y="888334"/>
                  <a:pt x="4674326" y="706240"/>
                  <a:pt x="4707331" y="524860"/>
                </a:cubicBezTo>
                <a:cubicBezTo>
                  <a:pt x="4740333" y="343480"/>
                  <a:pt x="4771185" y="168524"/>
                  <a:pt x="4799886" y="0"/>
                </a:cubicBezTo>
                <a:lnTo>
                  <a:pt x="5494186" y="0"/>
                </a:lnTo>
                <a:cubicBezTo>
                  <a:pt x="5393632" y="497009"/>
                  <a:pt x="5277981" y="1001160"/>
                  <a:pt x="5147234" y="1512454"/>
                </a:cubicBezTo>
                <a:cubicBezTo>
                  <a:pt x="5114548" y="1640276"/>
                  <a:pt x="5081189" y="1766492"/>
                  <a:pt x="5047157" y="1891102"/>
                </a:cubicBezTo>
                <a:lnTo>
                  <a:pt x="5019029" y="1990791"/>
                </a:lnTo>
                <a:lnTo>
                  <a:pt x="5090168" y="1951235"/>
                </a:lnTo>
                <a:cubicBezTo>
                  <a:pt x="5123528" y="1934911"/>
                  <a:pt x="5157952" y="1920219"/>
                  <a:pt x="5193441" y="1907159"/>
                </a:cubicBezTo>
                <a:cubicBezTo>
                  <a:pt x="5335394" y="1854921"/>
                  <a:pt x="5484731" y="1828800"/>
                  <a:pt x="5641449" y="1828800"/>
                </a:cubicBezTo>
                <a:cubicBezTo>
                  <a:pt x="5802709" y="1828800"/>
                  <a:pt x="5954884" y="1854921"/>
                  <a:pt x="6097973" y="1907159"/>
                </a:cubicBezTo>
                <a:cubicBezTo>
                  <a:pt x="6241066" y="1959397"/>
                  <a:pt x="6365987" y="2037756"/>
                  <a:pt x="6472736" y="2142236"/>
                </a:cubicBezTo>
                <a:cubicBezTo>
                  <a:pt x="6579485" y="2246716"/>
                  <a:pt x="6663524" y="2375611"/>
                  <a:pt x="6724848" y="2528919"/>
                </a:cubicBezTo>
                <a:cubicBezTo>
                  <a:pt x="6786171" y="2682231"/>
                  <a:pt x="6816835" y="2859958"/>
                  <a:pt x="6816835" y="3062102"/>
                </a:cubicBezTo>
                <a:cubicBezTo>
                  <a:pt x="6816835" y="3264245"/>
                  <a:pt x="6786740" y="3441972"/>
                  <a:pt x="6726549" y="3595284"/>
                </a:cubicBezTo>
                <a:cubicBezTo>
                  <a:pt x="6666362" y="3748596"/>
                  <a:pt x="6584028" y="3876923"/>
                  <a:pt x="6479549" y="3980266"/>
                </a:cubicBezTo>
                <a:cubicBezTo>
                  <a:pt x="6375072" y="4083609"/>
                  <a:pt x="6250720" y="4161400"/>
                  <a:pt x="6106491" y="4213641"/>
                </a:cubicBezTo>
                <a:cubicBezTo>
                  <a:pt x="5962268" y="4265879"/>
                  <a:pt x="5807252" y="4292000"/>
                  <a:pt x="5641449" y="4292000"/>
                </a:cubicBezTo>
                <a:cubicBezTo>
                  <a:pt x="5480188" y="4292000"/>
                  <a:pt x="5328013" y="4265879"/>
                  <a:pt x="5184924" y="4213641"/>
                </a:cubicBezTo>
                <a:cubicBezTo>
                  <a:pt x="5041831" y="4161400"/>
                  <a:pt x="4916910" y="4083609"/>
                  <a:pt x="4810161" y="3980266"/>
                </a:cubicBezTo>
                <a:cubicBezTo>
                  <a:pt x="4703412" y="3876923"/>
                  <a:pt x="4619377" y="3748596"/>
                  <a:pt x="4558053" y="3595284"/>
                </a:cubicBezTo>
                <a:cubicBezTo>
                  <a:pt x="4496726" y="3441972"/>
                  <a:pt x="4466065" y="3264245"/>
                  <a:pt x="4466065" y="3062102"/>
                </a:cubicBezTo>
                <a:lnTo>
                  <a:pt x="4469832" y="2969205"/>
                </a:lnTo>
                <a:lnTo>
                  <a:pt x="4111341" y="2969205"/>
                </a:lnTo>
                <a:cubicBezTo>
                  <a:pt x="4011547" y="2694994"/>
                  <a:pt x="3914609" y="2407212"/>
                  <a:pt x="3820524" y="2105864"/>
                </a:cubicBezTo>
                <a:cubicBezTo>
                  <a:pt x="3726443" y="1804515"/>
                  <a:pt x="3633788" y="1502457"/>
                  <a:pt x="3542562" y="1199679"/>
                </a:cubicBezTo>
                <a:cubicBezTo>
                  <a:pt x="3451071" y="1502457"/>
                  <a:pt x="3359568" y="1804515"/>
                  <a:pt x="3268048" y="2105864"/>
                </a:cubicBezTo>
                <a:cubicBezTo>
                  <a:pt x="3176536" y="2407212"/>
                  <a:pt x="3080724" y="2694994"/>
                  <a:pt x="2980615" y="2969205"/>
                </a:cubicBezTo>
                <a:lnTo>
                  <a:pt x="2381537" y="2969205"/>
                </a:lnTo>
                <a:lnTo>
                  <a:pt x="2390120" y="3012122"/>
                </a:lnTo>
                <a:cubicBezTo>
                  <a:pt x="2400440" y="3079605"/>
                  <a:pt x="2405600" y="3153044"/>
                  <a:pt x="2405600" y="3232438"/>
                </a:cubicBezTo>
                <a:cubicBezTo>
                  <a:pt x="2405600" y="3540483"/>
                  <a:pt x="2297628" y="3779453"/>
                  <a:pt x="2081677" y="3949356"/>
                </a:cubicBezTo>
                <a:cubicBezTo>
                  <a:pt x="1865732" y="4119253"/>
                  <a:pt x="1540219" y="4204207"/>
                  <a:pt x="1105145" y="4204207"/>
                </a:cubicBezTo>
                <a:cubicBezTo>
                  <a:pt x="959066" y="4204207"/>
                  <a:pt x="827269" y="4195472"/>
                  <a:pt x="709772" y="4178005"/>
                </a:cubicBezTo>
                <a:cubicBezTo>
                  <a:pt x="592268" y="4160538"/>
                  <a:pt x="488264" y="4139104"/>
                  <a:pt x="397758" y="4113696"/>
                </a:cubicBezTo>
                <a:cubicBezTo>
                  <a:pt x="307251" y="4088293"/>
                  <a:pt x="229444" y="4061297"/>
                  <a:pt x="164341" y="4032715"/>
                </a:cubicBezTo>
                <a:cubicBezTo>
                  <a:pt x="99242" y="4004134"/>
                  <a:pt x="44459" y="3977142"/>
                  <a:pt x="0" y="3951735"/>
                </a:cubicBezTo>
                <a:lnTo>
                  <a:pt x="209594" y="3361055"/>
                </a:lnTo>
                <a:cubicBezTo>
                  <a:pt x="308041" y="3415039"/>
                  <a:pt x="429512" y="3463471"/>
                  <a:pt x="574007" y="3506340"/>
                </a:cubicBezTo>
                <a:cubicBezTo>
                  <a:pt x="718502" y="3549214"/>
                  <a:pt x="895551" y="3570649"/>
                  <a:pt x="1105145" y="3570649"/>
                </a:cubicBezTo>
                <a:cubicBezTo>
                  <a:pt x="1209944" y="3570649"/>
                  <a:pt x="1296482" y="3561918"/>
                  <a:pt x="1364759" y="3544452"/>
                </a:cubicBezTo>
                <a:cubicBezTo>
                  <a:pt x="1433041" y="3526985"/>
                  <a:pt x="1487820" y="3503167"/>
                  <a:pt x="1529105" y="3472996"/>
                </a:cubicBezTo>
                <a:cubicBezTo>
                  <a:pt x="1570389" y="3442826"/>
                  <a:pt x="1598970" y="3407103"/>
                  <a:pt x="1614848" y="3365818"/>
                </a:cubicBezTo>
                <a:cubicBezTo>
                  <a:pt x="1630726" y="3324533"/>
                  <a:pt x="1638667" y="3278485"/>
                  <a:pt x="1638667" y="3227675"/>
                </a:cubicBezTo>
                <a:cubicBezTo>
                  <a:pt x="1638667" y="3119697"/>
                  <a:pt x="1587856" y="3029986"/>
                  <a:pt x="1486231" y="2958530"/>
                </a:cubicBezTo>
                <a:cubicBezTo>
                  <a:pt x="1384609" y="2887080"/>
                  <a:pt x="1209944" y="2810067"/>
                  <a:pt x="962239" y="2727497"/>
                </a:cubicBezTo>
                <a:cubicBezTo>
                  <a:pt x="854266" y="2689390"/>
                  <a:pt x="746294" y="2645726"/>
                  <a:pt x="638316" y="2596500"/>
                </a:cubicBezTo>
                <a:cubicBezTo>
                  <a:pt x="530344" y="2547279"/>
                  <a:pt x="433485" y="2485349"/>
                  <a:pt x="347742" y="2410720"/>
                </a:cubicBezTo>
                <a:cubicBezTo>
                  <a:pt x="261994" y="2336091"/>
                  <a:pt x="192128" y="2245585"/>
                  <a:pt x="138143" y="2139197"/>
                </a:cubicBezTo>
                <a:cubicBezTo>
                  <a:pt x="84155" y="2032813"/>
                  <a:pt x="57163" y="1903401"/>
                  <a:pt x="57163" y="1750965"/>
                </a:cubicBezTo>
                <a:cubicBezTo>
                  <a:pt x="57163" y="1598533"/>
                  <a:pt x="85744" y="1461185"/>
                  <a:pt x="142906" y="1338919"/>
                </a:cubicBezTo>
                <a:cubicBezTo>
                  <a:pt x="200068" y="1216653"/>
                  <a:pt x="281049" y="1112649"/>
                  <a:pt x="385848" y="1026905"/>
                </a:cubicBezTo>
                <a:cubicBezTo>
                  <a:pt x="490648" y="941161"/>
                  <a:pt x="617676" y="875263"/>
                  <a:pt x="766933" y="829216"/>
                </a:cubicBezTo>
                <a:cubicBezTo>
                  <a:pt x="916192" y="783168"/>
                  <a:pt x="1084505" y="760144"/>
                  <a:pt x="1271869" y="760144"/>
                </a:cubicBezTo>
                <a:cubicBezTo>
                  <a:pt x="1438596" y="760144"/>
                  <a:pt x="1588352" y="773542"/>
                  <a:pt x="1721137" y="800338"/>
                </a:cubicBezTo>
                <a:lnTo>
                  <a:pt x="1776716" y="814005"/>
                </a:lnTo>
                <a:lnTo>
                  <a:pt x="1761423" y="750870"/>
                </a:lnTo>
                <a:cubicBezTo>
                  <a:pt x="1703694" y="498795"/>
                  <a:pt x="1649724" y="248505"/>
                  <a:pt x="15995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8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6245BBF-8618-4DA8-9976-6C5D17A523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08672" y="3249473"/>
            <a:ext cx="3087328" cy="2619234"/>
          </a:xfrm>
          <a:custGeom>
            <a:avLst/>
            <a:gdLst>
              <a:gd name="connsiteX0" fmla="*/ 131747 w 3087328"/>
              <a:gd name="connsiteY0" fmla="*/ 0 h 2619234"/>
              <a:gd name="connsiteX1" fmla="*/ 3087328 w 3087328"/>
              <a:gd name="connsiteY1" fmla="*/ 0 h 2619234"/>
              <a:gd name="connsiteX2" fmla="*/ 3087328 w 3087328"/>
              <a:gd name="connsiteY2" fmla="*/ 2619234 h 2619234"/>
              <a:gd name="connsiteX3" fmla="*/ 131747 w 3087328"/>
              <a:gd name="connsiteY3" fmla="*/ 2619234 h 2619234"/>
              <a:gd name="connsiteX4" fmla="*/ 0 w 3087328"/>
              <a:gd name="connsiteY4" fmla="*/ 2487487 h 2619234"/>
              <a:gd name="connsiteX5" fmla="*/ 0 w 3087328"/>
              <a:gd name="connsiteY5" fmla="*/ 131747 h 2619234"/>
              <a:gd name="connsiteX6" fmla="*/ 131747 w 3087328"/>
              <a:gd name="connsiteY6" fmla="*/ 0 h 261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87328" h="2619234">
                <a:moveTo>
                  <a:pt x="131747" y="0"/>
                </a:moveTo>
                <a:lnTo>
                  <a:pt x="3087328" y="0"/>
                </a:lnTo>
                <a:lnTo>
                  <a:pt x="3087328" y="2619234"/>
                </a:lnTo>
                <a:lnTo>
                  <a:pt x="131747" y="2619234"/>
                </a:lnTo>
                <a:cubicBezTo>
                  <a:pt x="58985" y="2619234"/>
                  <a:pt x="0" y="2560249"/>
                  <a:pt x="0" y="2487487"/>
                </a:cubicBezTo>
                <a:lnTo>
                  <a:pt x="0" y="131747"/>
                </a:lnTo>
                <a:cubicBezTo>
                  <a:pt x="0" y="58985"/>
                  <a:pt x="58985" y="0"/>
                  <a:pt x="13174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9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5ACD453-970A-4A6D-B4C4-6C9601B38C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566058"/>
            <a:ext cx="9144000" cy="6291943"/>
          </a:xfrm>
          <a:custGeom>
            <a:avLst/>
            <a:gdLst>
              <a:gd name="connsiteX0" fmla="*/ 0 w 8636000"/>
              <a:gd name="connsiteY0" fmla="*/ 0 h 6291943"/>
              <a:gd name="connsiteX1" fmla="*/ 8636000 w 8636000"/>
              <a:gd name="connsiteY1" fmla="*/ 0 h 6291943"/>
              <a:gd name="connsiteX2" fmla="*/ 8636000 w 8636000"/>
              <a:gd name="connsiteY2" fmla="*/ 6291943 h 6291943"/>
              <a:gd name="connsiteX3" fmla="*/ 0 w 8636000"/>
              <a:gd name="connsiteY3" fmla="*/ 6291943 h 629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6000" h="6291943">
                <a:moveTo>
                  <a:pt x="0" y="0"/>
                </a:moveTo>
                <a:lnTo>
                  <a:pt x="8636000" y="0"/>
                </a:lnTo>
                <a:lnTo>
                  <a:pt x="8636000" y="6291943"/>
                </a:lnTo>
                <a:lnTo>
                  <a:pt x="0" y="629194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F2DD37-45D9-3D39-96EA-6C75CF19CF95}"/>
              </a:ext>
            </a:extLst>
          </p:cNvPr>
          <p:cNvSpPr txBox="1"/>
          <p:nvPr userDrawn="1"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>
                    <a:lumMod val="95000"/>
                  </a:schemeClr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r>
              <a:rPr lang="en-US" sz="2400" b="1" i="0" spc="0" baseline="30000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accent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007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5ACD453-970A-4A6D-B4C4-6C9601B38C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566058"/>
            <a:ext cx="10972800" cy="6291943"/>
          </a:xfrm>
          <a:custGeom>
            <a:avLst/>
            <a:gdLst>
              <a:gd name="connsiteX0" fmla="*/ 0 w 8636000"/>
              <a:gd name="connsiteY0" fmla="*/ 0 h 6291943"/>
              <a:gd name="connsiteX1" fmla="*/ 8636000 w 8636000"/>
              <a:gd name="connsiteY1" fmla="*/ 0 h 6291943"/>
              <a:gd name="connsiteX2" fmla="*/ 8636000 w 8636000"/>
              <a:gd name="connsiteY2" fmla="*/ 6291943 h 6291943"/>
              <a:gd name="connsiteX3" fmla="*/ 0 w 8636000"/>
              <a:gd name="connsiteY3" fmla="*/ 6291943 h 629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6000" h="6291943">
                <a:moveTo>
                  <a:pt x="0" y="0"/>
                </a:moveTo>
                <a:lnTo>
                  <a:pt x="8636000" y="0"/>
                </a:lnTo>
                <a:lnTo>
                  <a:pt x="8636000" y="6291943"/>
                </a:lnTo>
                <a:lnTo>
                  <a:pt x="0" y="629194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9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977BBB2-B34A-41F1-81A7-D44923091F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05752" y="3429000"/>
            <a:ext cx="1919048" cy="1919048"/>
          </a:xfrm>
          <a:custGeom>
            <a:avLst/>
            <a:gdLst>
              <a:gd name="connsiteX0" fmla="*/ 319848 w 1919048"/>
              <a:gd name="connsiteY0" fmla="*/ 0 h 1919048"/>
              <a:gd name="connsiteX1" fmla="*/ 1599200 w 1919048"/>
              <a:gd name="connsiteY1" fmla="*/ 0 h 1919048"/>
              <a:gd name="connsiteX2" fmla="*/ 1919048 w 1919048"/>
              <a:gd name="connsiteY2" fmla="*/ 319848 h 1919048"/>
              <a:gd name="connsiteX3" fmla="*/ 1919048 w 1919048"/>
              <a:gd name="connsiteY3" fmla="*/ 1599200 h 1919048"/>
              <a:gd name="connsiteX4" fmla="*/ 1599200 w 1919048"/>
              <a:gd name="connsiteY4" fmla="*/ 1919048 h 1919048"/>
              <a:gd name="connsiteX5" fmla="*/ 319848 w 1919048"/>
              <a:gd name="connsiteY5" fmla="*/ 1919048 h 1919048"/>
              <a:gd name="connsiteX6" fmla="*/ 0 w 1919048"/>
              <a:gd name="connsiteY6" fmla="*/ 1599200 h 1919048"/>
              <a:gd name="connsiteX7" fmla="*/ 0 w 1919048"/>
              <a:gd name="connsiteY7" fmla="*/ 319848 h 1919048"/>
              <a:gd name="connsiteX8" fmla="*/ 319848 w 1919048"/>
              <a:gd name="connsiteY8" fmla="*/ 0 h 1919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19048" h="1919048">
                <a:moveTo>
                  <a:pt x="319848" y="0"/>
                </a:moveTo>
                <a:lnTo>
                  <a:pt x="1599200" y="0"/>
                </a:lnTo>
                <a:cubicBezTo>
                  <a:pt x="1775847" y="0"/>
                  <a:pt x="1919048" y="143201"/>
                  <a:pt x="1919048" y="319848"/>
                </a:cubicBezTo>
                <a:lnTo>
                  <a:pt x="1919048" y="1599200"/>
                </a:lnTo>
                <a:cubicBezTo>
                  <a:pt x="1919048" y="1775847"/>
                  <a:pt x="1775847" y="1919048"/>
                  <a:pt x="1599200" y="1919048"/>
                </a:cubicBezTo>
                <a:lnTo>
                  <a:pt x="319848" y="1919048"/>
                </a:lnTo>
                <a:cubicBezTo>
                  <a:pt x="143201" y="1919048"/>
                  <a:pt x="0" y="1775847"/>
                  <a:pt x="0" y="1599200"/>
                </a:cubicBezTo>
                <a:lnTo>
                  <a:pt x="0" y="319848"/>
                </a:lnTo>
                <a:cubicBezTo>
                  <a:pt x="0" y="143201"/>
                  <a:pt x="143201" y="0"/>
                  <a:pt x="31984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CF9DFA6-E0DB-4749-AA34-1203313E03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64876" y="3429000"/>
            <a:ext cx="1919048" cy="1919048"/>
          </a:xfrm>
          <a:custGeom>
            <a:avLst/>
            <a:gdLst>
              <a:gd name="connsiteX0" fmla="*/ 319848 w 1919048"/>
              <a:gd name="connsiteY0" fmla="*/ 0 h 1919048"/>
              <a:gd name="connsiteX1" fmla="*/ 1599200 w 1919048"/>
              <a:gd name="connsiteY1" fmla="*/ 0 h 1919048"/>
              <a:gd name="connsiteX2" fmla="*/ 1919048 w 1919048"/>
              <a:gd name="connsiteY2" fmla="*/ 319848 h 1919048"/>
              <a:gd name="connsiteX3" fmla="*/ 1919048 w 1919048"/>
              <a:gd name="connsiteY3" fmla="*/ 1599200 h 1919048"/>
              <a:gd name="connsiteX4" fmla="*/ 1599200 w 1919048"/>
              <a:gd name="connsiteY4" fmla="*/ 1919048 h 1919048"/>
              <a:gd name="connsiteX5" fmla="*/ 319848 w 1919048"/>
              <a:gd name="connsiteY5" fmla="*/ 1919048 h 1919048"/>
              <a:gd name="connsiteX6" fmla="*/ 0 w 1919048"/>
              <a:gd name="connsiteY6" fmla="*/ 1599200 h 1919048"/>
              <a:gd name="connsiteX7" fmla="*/ 0 w 1919048"/>
              <a:gd name="connsiteY7" fmla="*/ 319848 h 1919048"/>
              <a:gd name="connsiteX8" fmla="*/ 319848 w 1919048"/>
              <a:gd name="connsiteY8" fmla="*/ 0 h 1919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19048" h="1919048">
                <a:moveTo>
                  <a:pt x="319848" y="0"/>
                </a:moveTo>
                <a:lnTo>
                  <a:pt x="1599200" y="0"/>
                </a:lnTo>
                <a:cubicBezTo>
                  <a:pt x="1775847" y="0"/>
                  <a:pt x="1919048" y="143201"/>
                  <a:pt x="1919048" y="319848"/>
                </a:cubicBezTo>
                <a:lnTo>
                  <a:pt x="1919048" y="1599200"/>
                </a:lnTo>
                <a:cubicBezTo>
                  <a:pt x="1919048" y="1775847"/>
                  <a:pt x="1775847" y="1919048"/>
                  <a:pt x="1599200" y="1919048"/>
                </a:cubicBezTo>
                <a:lnTo>
                  <a:pt x="319848" y="1919048"/>
                </a:lnTo>
                <a:cubicBezTo>
                  <a:pt x="143201" y="1919048"/>
                  <a:pt x="0" y="1775847"/>
                  <a:pt x="0" y="1599200"/>
                </a:cubicBezTo>
                <a:lnTo>
                  <a:pt x="0" y="319848"/>
                </a:lnTo>
                <a:cubicBezTo>
                  <a:pt x="0" y="143201"/>
                  <a:pt x="143201" y="0"/>
                  <a:pt x="31984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6B5E75D-4FC3-40FF-888E-8E3D0AEB44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24000" y="3429000"/>
            <a:ext cx="1919048" cy="1919048"/>
          </a:xfrm>
          <a:custGeom>
            <a:avLst/>
            <a:gdLst>
              <a:gd name="connsiteX0" fmla="*/ 319848 w 1919048"/>
              <a:gd name="connsiteY0" fmla="*/ 0 h 1919048"/>
              <a:gd name="connsiteX1" fmla="*/ 1599200 w 1919048"/>
              <a:gd name="connsiteY1" fmla="*/ 0 h 1919048"/>
              <a:gd name="connsiteX2" fmla="*/ 1919048 w 1919048"/>
              <a:gd name="connsiteY2" fmla="*/ 319848 h 1919048"/>
              <a:gd name="connsiteX3" fmla="*/ 1919048 w 1919048"/>
              <a:gd name="connsiteY3" fmla="*/ 1599200 h 1919048"/>
              <a:gd name="connsiteX4" fmla="*/ 1599200 w 1919048"/>
              <a:gd name="connsiteY4" fmla="*/ 1919048 h 1919048"/>
              <a:gd name="connsiteX5" fmla="*/ 319848 w 1919048"/>
              <a:gd name="connsiteY5" fmla="*/ 1919048 h 1919048"/>
              <a:gd name="connsiteX6" fmla="*/ 0 w 1919048"/>
              <a:gd name="connsiteY6" fmla="*/ 1599200 h 1919048"/>
              <a:gd name="connsiteX7" fmla="*/ 0 w 1919048"/>
              <a:gd name="connsiteY7" fmla="*/ 319848 h 1919048"/>
              <a:gd name="connsiteX8" fmla="*/ 319848 w 1919048"/>
              <a:gd name="connsiteY8" fmla="*/ 0 h 1919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19048" h="1919048">
                <a:moveTo>
                  <a:pt x="319848" y="0"/>
                </a:moveTo>
                <a:lnTo>
                  <a:pt x="1599200" y="0"/>
                </a:lnTo>
                <a:cubicBezTo>
                  <a:pt x="1775847" y="0"/>
                  <a:pt x="1919048" y="143201"/>
                  <a:pt x="1919048" y="319848"/>
                </a:cubicBezTo>
                <a:lnTo>
                  <a:pt x="1919048" y="1599200"/>
                </a:lnTo>
                <a:cubicBezTo>
                  <a:pt x="1919048" y="1775847"/>
                  <a:pt x="1775847" y="1919048"/>
                  <a:pt x="1599200" y="1919048"/>
                </a:cubicBezTo>
                <a:lnTo>
                  <a:pt x="319848" y="1919048"/>
                </a:lnTo>
                <a:cubicBezTo>
                  <a:pt x="143201" y="1919048"/>
                  <a:pt x="0" y="1775847"/>
                  <a:pt x="0" y="1599200"/>
                </a:cubicBezTo>
                <a:lnTo>
                  <a:pt x="0" y="319848"/>
                </a:lnTo>
                <a:cubicBezTo>
                  <a:pt x="0" y="143201"/>
                  <a:pt x="143201" y="0"/>
                  <a:pt x="31984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52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4EC80C8-E9BF-4097-B9BF-098CC689CEB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001" y="1510765"/>
            <a:ext cx="2403015" cy="3861335"/>
          </a:xfrm>
          <a:custGeom>
            <a:avLst/>
            <a:gdLst>
              <a:gd name="connsiteX0" fmla="*/ 400511 w 2403015"/>
              <a:gd name="connsiteY0" fmla="*/ 0 h 3861335"/>
              <a:gd name="connsiteX1" fmla="*/ 2002504 w 2403015"/>
              <a:gd name="connsiteY1" fmla="*/ 0 h 3861335"/>
              <a:gd name="connsiteX2" fmla="*/ 2403015 w 2403015"/>
              <a:gd name="connsiteY2" fmla="*/ 400511 h 3861335"/>
              <a:gd name="connsiteX3" fmla="*/ 2403015 w 2403015"/>
              <a:gd name="connsiteY3" fmla="*/ 3460824 h 3861335"/>
              <a:gd name="connsiteX4" fmla="*/ 2002504 w 2403015"/>
              <a:gd name="connsiteY4" fmla="*/ 3861335 h 3861335"/>
              <a:gd name="connsiteX5" fmla="*/ 400511 w 2403015"/>
              <a:gd name="connsiteY5" fmla="*/ 3861335 h 3861335"/>
              <a:gd name="connsiteX6" fmla="*/ 0 w 2403015"/>
              <a:gd name="connsiteY6" fmla="*/ 3460824 h 3861335"/>
              <a:gd name="connsiteX7" fmla="*/ 0 w 2403015"/>
              <a:gd name="connsiteY7" fmla="*/ 400511 h 3861335"/>
              <a:gd name="connsiteX8" fmla="*/ 400511 w 2403015"/>
              <a:gd name="connsiteY8" fmla="*/ 0 h 3861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03015" h="3861335">
                <a:moveTo>
                  <a:pt x="400511" y="0"/>
                </a:moveTo>
                <a:lnTo>
                  <a:pt x="2002504" y="0"/>
                </a:lnTo>
                <a:cubicBezTo>
                  <a:pt x="2223700" y="0"/>
                  <a:pt x="2403015" y="179315"/>
                  <a:pt x="2403015" y="400511"/>
                </a:cubicBezTo>
                <a:lnTo>
                  <a:pt x="2403015" y="3460824"/>
                </a:lnTo>
                <a:cubicBezTo>
                  <a:pt x="2403015" y="3682020"/>
                  <a:pt x="2223700" y="3861335"/>
                  <a:pt x="2002504" y="3861335"/>
                </a:cubicBezTo>
                <a:lnTo>
                  <a:pt x="400511" y="3861335"/>
                </a:lnTo>
                <a:cubicBezTo>
                  <a:pt x="179315" y="3861335"/>
                  <a:pt x="0" y="3682020"/>
                  <a:pt x="0" y="3460824"/>
                </a:cubicBezTo>
                <a:lnTo>
                  <a:pt x="0" y="400511"/>
                </a:lnTo>
                <a:cubicBezTo>
                  <a:pt x="0" y="179315"/>
                  <a:pt x="179315" y="0"/>
                  <a:pt x="40051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1DB8B4-2540-46B9-BE35-F74932CC4C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05300" y="1245976"/>
            <a:ext cx="3581400" cy="4323132"/>
          </a:xfrm>
          <a:custGeom>
            <a:avLst/>
            <a:gdLst>
              <a:gd name="connsiteX0" fmla="*/ 1790700 w 3581400"/>
              <a:gd name="connsiteY0" fmla="*/ 0 h 4323132"/>
              <a:gd name="connsiteX1" fmla="*/ 3056916 w 3581400"/>
              <a:gd name="connsiteY1" fmla="*/ 524484 h 4323132"/>
              <a:gd name="connsiteX2" fmla="*/ 3056916 w 3581400"/>
              <a:gd name="connsiteY2" fmla="*/ 3056916 h 4323132"/>
              <a:gd name="connsiteX3" fmla="*/ 1790700 w 3581400"/>
              <a:gd name="connsiteY3" fmla="*/ 4323132 h 4323132"/>
              <a:gd name="connsiteX4" fmla="*/ 524484 w 3581400"/>
              <a:gd name="connsiteY4" fmla="*/ 3056916 h 4323132"/>
              <a:gd name="connsiteX5" fmla="*/ 524484 w 3581400"/>
              <a:gd name="connsiteY5" fmla="*/ 524484 h 4323132"/>
              <a:gd name="connsiteX6" fmla="*/ 1790700 w 3581400"/>
              <a:gd name="connsiteY6" fmla="*/ 0 h 432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81400" h="4323132">
                <a:moveTo>
                  <a:pt x="1790700" y="0"/>
                </a:moveTo>
                <a:cubicBezTo>
                  <a:pt x="2248980" y="0"/>
                  <a:pt x="2707260" y="174828"/>
                  <a:pt x="3056916" y="524484"/>
                </a:cubicBezTo>
                <a:cubicBezTo>
                  <a:pt x="3756228" y="1223796"/>
                  <a:pt x="3756228" y="2357605"/>
                  <a:pt x="3056916" y="3056916"/>
                </a:cubicBezTo>
                <a:lnTo>
                  <a:pt x="1790700" y="4323132"/>
                </a:lnTo>
                <a:lnTo>
                  <a:pt x="524484" y="3056916"/>
                </a:lnTo>
                <a:cubicBezTo>
                  <a:pt x="-174827" y="2357605"/>
                  <a:pt x="-174827" y="1223796"/>
                  <a:pt x="524484" y="524484"/>
                </a:cubicBezTo>
                <a:cubicBezTo>
                  <a:pt x="874140" y="174828"/>
                  <a:pt x="1332420" y="0"/>
                  <a:pt x="1790700" y="0"/>
                </a:cubicBezTo>
                <a:close/>
              </a:path>
            </a:pathLst>
          </a:custGeom>
          <a:solidFill>
            <a:srgbClr val="F1F3FE">
              <a:alpha val="50000"/>
            </a:srgbClr>
          </a:solidFill>
          <a:ln w="63500">
            <a:gradFill flip="none" rotWithShape="1">
              <a:gsLst>
                <a:gs pos="0">
                  <a:schemeClr val="accent4"/>
                </a:gs>
                <a:gs pos="100000">
                  <a:schemeClr val="accent6"/>
                </a:gs>
                <a:gs pos="51000">
                  <a:schemeClr val="accent5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0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5ACD453-970A-4A6D-B4C4-6C9601B38C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81600" y="1607457"/>
            <a:ext cx="5486400" cy="2659743"/>
          </a:xfrm>
          <a:prstGeom prst="round2SameRect">
            <a:avLst>
              <a:gd name="adj1" fmla="val 4662"/>
              <a:gd name="adj2" fmla="val 0"/>
            </a:avLst>
          </a:pr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8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FC7A4E3-0572-4531-BD9D-C07E9A7912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698955" cy="6858000"/>
          </a:xfrm>
          <a:custGeom>
            <a:avLst/>
            <a:gdLst>
              <a:gd name="connsiteX0" fmla="*/ 0 w 4698955"/>
              <a:gd name="connsiteY0" fmla="*/ 0 h 6858000"/>
              <a:gd name="connsiteX1" fmla="*/ 753518 w 4698955"/>
              <a:gd name="connsiteY1" fmla="*/ 0 h 6858000"/>
              <a:gd name="connsiteX2" fmla="*/ 3945437 w 4698955"/>
              <a:gd name="connsiteY2" fmla="*/ 0 h 6858000"/>
              <a:gd name="connsiteX3" fmla="*/ 4698955 w 4698955"/>
              <a:gd name="connsiteY3" fmla="*/ 0 h 6858000"/>
              <a:gd name="connsiteX4" fmla="*/ 4593388 w 4698955"/>
              <a:gd name="connsiteY4" fmla="*/ 51439 h 6858000"/>
              <a:gd name="connsiteX5" fmla="*/ 4389286 w 4698955"/>
              <a:gd name="connsiteY5" fmla="*/ 186097 h 6858000"/>
              <a:gd name="connsiteX6" fmla="*/ 3955292 w 4698955"/>
              <a:gd name="connsiteY6" fmla="*/ 1154547 h 6858000"/>
              <a:gd name="connsiteX7" fmla="*/ 3955292 w 4698955"/>
              <a:gd name="connsiteY7" fmla="*/ 2384197 h 6858000"/>
              <a:gd name="connsiteX8" fmla="*/ 3722222 w 4698955"/>
              <a:gd name="connsiteY8" fmla="*/ 2954818 h 6858000"/>
              <a:gd name="connsiteX9" fmla="*/ 2966750 w 4698955"/>
              <a:gd name="connsiteY9" fmla="*/ 3147706 h 6858000"/>
              <a:gd name="connsiteX10" fmla="*/ 2966750 w 4698955"/>
              <a:gd name="connsiteY10" fmla="*/ 3714308 h 6858000"/>
              <a:gd name="connsiteX11" fmla="*/ 3702130 w 4698955"/>
              <a:gd name="connsiteY11" fmla="*/ 3893130 h 6858000"/>
              <a:gd name="connsiteX12" fmla="*/ 3955292 w 4698955"/>
              <a:gd name="connsiteY12" fmla="*/ 4489873 h 6858000"/>
              <a:gd name="connsiteX13" fmla="*/ 3955292 w 4698955"/>
              <a:gd name="connsiteY13" fmla="*/ 5707469 h 6858000"/>
              <a:gd name="connsiteX14" fmla="*/ 4373213 w 4698955"/>
              <a:gd name="connsiteY14" fmla="*/ 6667880 h 6858000"/>
              <a:gd name="connsiteX15" fmla="*/ 4603772 w 4698955"/>
              <a:gd name="connsiteY15" fmla="*/ 6817820 h 6858000"/>
              <a:gd name="connsiteX16" fmla="*/ 4692806 w 4698955"/>
              <a:gd name="connsiteY16" fmla="*/ 6858000 h 6858000"/>
              <a:gd name="connsiteX17" fmla="*/ 3939288 w 4698955"/>
              <a:gd name="connsiteY17" fmla="*/ 6858000 h 6858000"/>
              <a:gd name="connsiteX18" fmla="*/ 753518 w 4698955"/>
              <a:gd name="connsiteY18" fmla="*/ 6858000 h 6858000"/>
              <a:gd name="connsiteX19" fmla="*/ 0 w 4698955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698955" h="6858000">
                <a:moveTo>
                  <a:pt x="0" y="0"/>
                </a:moveTo>
                <a:lnTo>
                  <a:pt x="753518" y="0"/>
                </a:lnTo>
                <a:lnTo>
                  <a:pt x="3945437" y="0"/>
                </a:lnTo>
                <a:lnTo>
                  <a:pt x="4698955" y="0"/>
                </a:lnTo>
                <a:lnTo>
                  <a:pt x="4593388" y="51439"/>
                </a:lnTo>
                <a:cubicBezTo>
                  <a:pt x="4520612" y="90813"/>
                  <a:pt x="4452577" y="135699"/>
                  <a:pt x="4389286" y="186097"/>
                </a:cubicBezTo>
                <a:cubicBezTo>
                  <a:pt x="4099958" y="416490"/>
                  <a:pt x="3955292" y="739306"/>
                  <a:pt x="3955292" y="1154547"/>
                </a:cubicBezTo>
                <a:lnTo>
                  <a:pt x="3955292" y="2384197"/>
                </a:lnTo>
                <a:cubicBezTo>
                  <a:pt x="3955292" y="2641380"/>
                  <a:pt x="3877603" y="2831586"/>
                  <a:pt x="3722222" y="2954818"/>
                </a:cubicBezTo>
                <a:cubicBezTo>
                  <a:pt x="3566842" y="3078053"/>
                  <a:pt x="3315018" y="3142348"/>
                  <a:pt x="2966750" y="3147706"/>
                </a:cubicBezTo>
                <a:lnTo>
                  <a:pt x="2966750" y="3714308"/>
                </a:lnTo>
                <a:cubicBezTo>
                  <a:pt x="3288228" y="3714308"/>
                  <a:pt x="3533354" y="3773917"/>
                  <a:pt x="3702130" y="3893130"/>
                </a:cubicBezTo>
                <a:cubicBezTo>
                  <a:pt x="3870904" y="4012345"/>
                  <a:pt x="3955292" y="4211260"/>
                  <a:pt x="3955292" y="4489873"/>
                </a:cubicBezTo>
                <a:lnTo>
                  <a:pt x="3955292" y="5707469"/>
                </a:lnTo>
                <a:cubicBezTo>
                  <a:pt x="3955292" y="6120031"/>
                  <a:pt x="4094600" y="6440169"/>
                  <a:pt x="4373213" y="6667880"/>
                </a:cubicBezTo>
                <a:cubicBezTo>
                  <a:pt x="4442866" y="6724810"/>
                  <a:pt x="4519719" y="6774789"/>
                  <a:pt x="4603772" y="6817820"/>
                </a:cubicBezTo>
                <a:lnTo>
                  <a:pt x="4692806" y="6858000"/>
                </a:lnTo>
                <a:lnTo>
                  <a:pt x="3939288" y="6858000"/>
                </a:lnTo>
                <a:lnTo>
                  <a:pt x="75351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7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grpId="0" nodeType="withEffect" nodePh="1" p14:presetBounceEnd="50000">
                                      <p:stCondLst>
                                        <p:cond delay="50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grpId="0" nodeType="withEffect" nodePh="1">
                                      <p:stCondLst>
                                        <p:cond delay="50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</p:bldLst>
      </p:timing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496FED2-2592-4059-9D29-15A3990D8C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1218" y="0"/>
            <a:ext cx="6248034" cy="6858000"/>
          </a:xfrm>
          <a:custGeom>
            <a:avLst/>
            <a:gdLst>
              <a:gd name="connsiteX0" fmla="*/ 1650336 w 6248034"/>
              <a:gd name="connsiteY0" fmla="*/ 3281519 h 6858000"/>
              <a:gd name="connsiteX1" fmla="*/ 1650336 w 6248034"/>
              <a:gd name="connsiteY1" fmla="*/ 3637725 h 6858000"/>
              <a:gd name="connsiteX2" fmla="*/ 1060931 w 6248034"/>
              <a:gd name="connsiteY2" fmla="*/ 4147689 h 6858000"/>
              <a:gd name="connsiteX3" fmla="*/ 1060931 w 6248034"/>
              <a:gd name="connsiteY3" fmla="*/ 4903666 h 6858000"/>
              <a:gd name="connsiteX4" fmla="*/ 489463 w 6248034"/>
              <a:gd name="connsiteY4" fmla="*/ 5554576 h 6858000"/>
              <a:gd name="connsiteX5" fmla="*/ 489463 w 6248034"/>
              <a:gd name="connsiteY5" fmla="*/ 5585327 h 6858000"/>
              <a:gd name="connsiteX6" fmla="*/ 1060931 w 6248034"/>
              <a:gd name="connsiteY6" fmla="*/ 6236236 h 6858000"/>
              <a:gd name="connsiteX7" fmla="*/ 1060931 w 6248034"/>
              <a:gd name="connsiteY7" fmla="*/ 6858000 h 6858000"/>
              <a:gd name="connsiteX8" fmla="*/ 630408 w 6248034"/>
              <a:gd name="connsiteY8" fmla="*/ 6858000 h 6858000"/>
              <a:gd name="connsiteX9" fmla="*/ 630408 w 6248034"/>
              <a:gd name="connsiteY9" fmla="*/ 6246487 h 6858000"/>
              <a:gd name="connsiteX10" fmla="*/ 468962 w 6248034"/>
              <a:gd name="connsiteY10" fmla="*/ 5865935 h 6858000"/>
              <a:gd name="connsiteX11" fmla="*/ 0 w 6248034"/>
              <a:gd name="connsiteY11" fmla="*/ 5751898 h 6858000"/>
              <a:gd name="connsiteX12" fmla="*/ 0 w 6248034"/>
              <a:gd name="connsiteY12" fmla="*/ 5390567 h 6858000"/>
              <a:gd name="connsiteX13" fmla="*/ 481775 w 6248034"/>
              <a:gd name="connsiteY13" fmla="*/ 5267560 h 6858000"/>
              <a:gd name="connsiteX14" fmla="*/ 630408 w 6248034"/>
              <a:gd name="connsiteY14" fmla="*/ 4903666 h 6858000"/>
              <a:gd name="connsiteX15" fmla="*/ 630408 w 6248034"/>
              <a:gd name="connsiteY15" fmla="*/ 4119500 h 6858000"/>
              <a:gd name="connsiteX16" fmla="*/ 907172 w 6248034"/>
              <a:gd name="connsiteY16" fmla="*/ 3501905 h 6858000"/>
              <a:gd name="connsiteX17" fmla="*/ 1650336 w 6248034"/>
              <a:gd name="connsiteY17" fmla="*/ 3281519 h 6858000"/>
              <a:gd name="connsiteX18" fmla="*/ 5187103 w 6248034"/>
              <a:gd name="connsiteY18" fmla="*/ 0 h 6858000"/>
              <a:gd name="connsiteX19" fmla="*/ 5617626 w 6248034"/>
              <a:gd name="connsiteY19" fmla="*/ 0 h 6858000"/>
              <a:gd name="connsiteX20" fmla="*/ 5617626 w 6248034"/>
              <a:gd name="connsiteY20" fmla="*/ 710322 h 6858000"/>
              <a:gd name="connsiteX21" fmla="*/ 5766259 w 6248034"/>
              <a:gd name="connsiteY21" fmla="*/ 1074216 h 6858000"/>
              <a:gd name="connsiteX22" fmla="*/ 6248034 w 6248034"/>
              <a:gd name="connsiteY22" fmla="*/ 1197223 h 6858000"/>
              <a:gd name="connsiteX23" fmla="*/ 6248034 w 6248034"/>
              <a:gd name="connsiteY23" fmla="*/ 1558554 h 6858000"/>
              <a:gd name="connsiteX24" fmla="*/ 5779072 w 6248034"/>
              <a:gd name="connsiteY24" fmla="*/ 1672591 h 6858000"/>
              <a:gd name="connsiteX25" fmla="*/ 5617626 w 6248034"/>
              <a:gd name="connsiteY25" fmla="*/ 2053143 h 6858000"/>
              <a:gd name="connsiteX26" fmla="*/ 5617626 w 6248034"/>
              <a:gd name="connsiteY26" fmla="*/ 2829621 h 6858000"/>
              <a:gd name="connsiteX27" fmla="*/ 5351112 w 6248034"/>
              <a:gd name="connsiteY27" fmla="*/ 3442090 h 6858000"/>
              <a:gd name="connsiteX28" fmla="*/ 4597698 w 6248034"/>
              <a:gd name="connsiteY28" fmla="*/ 3665040 h 6858000"/>
              <a:gd name="connsiteX29" fmla="*/ 4597698 w 6248034"/>
              <a:gd name="connsiteY29" fmla="*/ 3306271 h 6858000"/>
              <a:gd name="connsiteX30" fmla="*/ 5037189 w 6248034"/>
              <a:gd name="connsiteY30" fmla="*/ 3183264 h 6858000"/>
              <a:gd name="connsiteX31" fmla="*/ 5187103 w 6248034"/>
              <a:gd name="connsiteY31" fmla="*/ 2803995 h 6858000"/>
              <a:gd name="connsiteX32" fmla="*/ 5187103 w 6248034"/>
              <a:gd name="connsiteY32" fmla="*/ 2042892 h 6858000"/>
              <a:gd name="connsiteX33" fmla="*/ 5758571 w 6248034"/>
              <a:gd name="connsiteY33" fmla="*/ 1391983 h 6858000"/>
              <a:gd name="connsiteX34" fmla="*/ 5758571 w 6248034"/>
              <a:gd name="connsiteY34" fmla="*/ 1361232 h 6858000"/>
              <a:gd name="connsiteX35" fmla="*/ 5187103 w 6248034"/>
              <a:gd name="connsiteY35" fmla="*/ 7103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248034" h="6858000">
                <a:moveTo>
                  <a:pt x="1650336" y="3281519"/>
                </a:moveTo>
                <a:lnTo>
                  <a:pt x="1650336" y="3637725"/>
                </a:lnTo>
                <a:cubicBezTo>
                  <a:pt x="1257399" y="3647976"/>
                  <a:pt x="1060931" y="3817964"/>
                  <a:pt x="1060931" y="4147689"/>
                </a:cubicBezTo>
                <a:lnTo>
                  <a:pt x="1060931" y="4903666"/>
                </a:lnTo>
                <a:cubicBezTo>
                  <a:pt x="1060931" y="5270977"/>
                  <a:pt x="870441" y="5487947"/>
                  <a:pt x="489463" y="5554576"/>
                </a:cubicBezTo>
                <a:lnTo>
                  <a:pt x="489463" y="5585327"/>
                </a:lnTo>
                <a:cubicBezTo>
                  <a:pt x="870441" y="5651955"/>
                  <a:pt x="1060931" y="5868925"/>
                  <a:pt x="1060931" y="6236236"/>
                </a:cubicBezTo>
                <a:lnTo>
                  <a:pt x="1060931" y="6858000"/>
                </a:lnTo>
                <a:lnTo>
                  <a:pt x="630408" y="6858000"/>
                </a:lnTo>
                <a:lnTo>
                  <a:pt x="630408" y="6246487"/>
                </a:lnTo>
                <a:cubicBezTo>
                  <a:pt x="630408" y="6068811"/>
                  <a:pt x="576592" y="5941960"/>
                  <a:pt x="468962" y="5865935"/>
                </a:cubicBezTo>
                <a:cubicBezTo>
                  <a:pt x="361331" y="5789911"/>
                  <a:pt x="205011" y="5751898"/>
                  <a:pt x="0" y="5751898"/>
                </a:cubicBezTo>
                <a:lnTo>
                  <a:pt x="0" y="5390567"/>
                </a:lnTo>
                <a:cubicBezTo>
                  <a:pt x="222095" y="5387150"/>
                  <a:pt x="382687" y="5346148"/>
                  <a:pt x="481775" y="5267560"/>
                </a:cubicBezTo>
                <a:cubicBezTo>
                  <a:pt x="580864" y="5188973"/>
                  <a:pt x="630408" y="5067675"/>
                  <a:pt x="630408" y="4903666"/>
                </a:cubicBezTo>
                <a:lnTo>
                  <a:pt x="630408" y="4119500"/>
                </a:lnTo>
                <a:cubicBezTo>
                  <a:pt x="630408" y="3854695"/>
                  <a:pt x="722663" y="3648830"/>
                  <a:pt x="907172" y="3501905"/>
                </a:cubicBezTo>
                <a:cubicBezTo>
                  <a:pt x="1091682" y="3354981"/>
                  <a:pt x="1339404" y="3281519"/>
                  <a:pt x="1650336" y="3281519"/>
                </a:cubicBezTo>
                <a:close/>
                <a:moveTo>
                  <a:pt x="5187103" y="0"/>
                </a:moveTo>
                <a:lnTo>
                  <a:pt x="5617626" y="0"/>
                </a:lnTo>
                <a:lnTo>
                  <a:pt x="5617626" y="710322"/>
                </a:lnTo>
                <a:cubicBezTo>
                  <a:pt x="5617626" y="874331"/>
                  <a:pt x="5667170" y="995629"/>
                  <a:pt x="5766259" y="1074216"/>
                </a:cubicBezTo>
                <a:cubicBezTo>
                  <a:pt x="5865347" y="1152804"/>
                  <a:pt x="6025939" y="1193806"/>
                  <a:pt x="6248034" y="1197223"/>
                </a:cubicBezTo>
                <a:lnTo>
                  <a:pt x="6248034" y="1558554"/>
                </a:lnTo>
                <a:cubicBezTo>
                  <a:pt x="6043023" y="1558554"/>
                  <a:pt x="5886703" y="1596567"/>
                  <a:pt x="5779072" y="1672591"/>
                </a:cubicBezTo>
                <a:cubicBezTo>
                  <a:pt x="5671442" y="1748616"/>
                  <a:pt x="5617626" y="1875467"/>
                  <a:pt x="5617626" y="2053143"/>
                </a:cubicBezTo>
                <a:lnTo>
                  <a:pt x="5617626" y="2829621"/>
                </a:lnTo>
                <a:cubicBezTo>
                  <a:pt x="5617626" y="3092718"/>
                  <a:pt x="5528788" y="3296875"/>
                  <a:pt x="5351112" y="3442090"/>
                </a:cubicBezTo>
                <a:cubicBezTo>
                  <a:pt x="5173436" y="3587307"/>
                  <a:pt x="4922298" y="3661623"/>
                  <a:pt x="4597698" y="3665040"/>
                </a:cubicBezTo>
                <a:lnTo>
                  <a:pt x="4597698" y="3306271"/>
                </a:lnTo>
                <a:cubicBezTo>
                  <a:pt x="4790749" y="3302854"/>
                  <a:pt x="4937247" y="3261852"/>
                  <a:pt x="5037189" y="3183264"/>
                </a:cubicBezTo>
                <a:cubicBezTo>
                  <a:pt x="5137132" y="3104677"/>
                  <a:pt x="5187103" y="2978254"/>
                  <a:pt x="5187103" y="2803995"/>
                </a:cubicBezTo>
                <a:lnTo>
                  <a:pt x="5187103" y="2042892"/>
                </a:lnTo>
                <a:cubicBezTo>
                  <a:pt x="5187103" y="1675581"/>
                  <a:pt x="5377593" y="1458611"/>
                  <a:pt x="5758571" y="1391983"/>
                </a:cubicBezTo>
                <a:lnTo>
                  <a:pt x="5758571" y="1361232"/>
                </a:lnTo>
                <a:cubicBezTo>
                  <a:pt x="5377593" y="1294603"/>
                  <a:pt x="5187103" y="1077633"/>
                  <a:pt x="5187103" y="710322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3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4DC522-B5DB-4BBE-8D73-7AF06A14F817}"/>
              </a:ext>
            </a:extLst>
          </p:cNvPr>
          <p:cNvGrpSpPr/>
          <p:nvPr userDrawn="1"/>
        </p:nvGrpSpPr>
        <p:grpSpPr>
          <a:xfrm>
            <a:off x="11161326" y="6472513"/>
            <a:ext cx="809162" cy="169754"/>
            <a:chOff x="5168900" y="3238500"/>
            <a:chExt cx="1816102" cy="381000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F6804BFD-130E-4D91-A21D-111656C91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2" y="3238500"/>
              <a:ext cx="381000" cy="381000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098F5103-85ED-433C-AA5A-ED5282004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900" y="3238500"/>
              <a:ext cx="381000" cy="381000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4A28DA5-FE86-4997-B237-5A0B72878AFD}"/>
                </a:ext>
              </a:extLst>
            </p:cNvPr>
            <p:cNvSpPr/>
            <p:nvPr/>
          </p:nvSpPr>
          <p:spPr>
            <a:xfrm>
              <a:off x="5885617" y="3274545"/>
              <a:ext cx="382668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solidFill>
              <a:srgbClr val="FF9800"/>
            </a:solidFill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1DE388D-BA0E-423B-88D5-89E44C76D585}"/>
              </a:ext>
            </a:extLst>
          </p:cNvPr>
          <p:cNvSpPr txBox="1"/>
          <p:nvPr userDrawn="1"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300" baseline="30000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300" smtClean="0">
                <a:solidFill>
                  <a:schemeClr val="bg1">
                    <a:lumMod val="95000"/>
                  </a:schemeClr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r>
              <a:rPr lang="en-US" sz="2400" b="1" i="0" spc="300" baseline="30000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300" baseline="30000" dirty="0">
              <a:solidFill>
                <a:schemeClr val="accent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A3738AD-4B94-48C5-BE68-9F83FAF9C782}"/>
              </a:ext>
            </a:extLst>
          </p:cNvPr>
          <p:cNvGrpSpPr/>
          <p:nvPr userDrawn="1"/>
        </p:nvGrpSpPr>
        <p:grpSpPr>
          <a:xfrm>
            <a:off x="1342633" y="6429418"/>
            <a:ext cx="2626016" cy="246221"/>
            <a:chOff x="666027" y="6491338"/>
            <a:chExt cx="2626016" cy="246221"/>
          </a:xfrm>
        </p:grpSpPr>
        <p:sp>
          <p:nvSpPr>
            <p:cNvPr id="18" name="Freeform 62">
              <a:extLst>
                <a:ext uri="{FF2B5EF4-FFF2-40B4-BE49-F238E27FC236}">
                  <a16:creationId xmlns:a16="http://schemas.microsoft.com/office/drawing/2014/main" id="{640A4C25-6028-486A-854F-DF8BA08D5E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027" y="6562424"/>
              <a:ext cx="95578" cy="93971"/>
            </a:xfrm>
            <a:custGeom>
              <a:avLst/>
              <a:gdLst>
                <a:gd name="T0" fmla="*/ 92739 w 55"/>
                <a:gd name="T1" fmla="*/ 185737 h 54"/>
                <a:gd name="T2" fmla="*/ 0 w 55"/>
                <a:gd name="T3" fmla="*/ 92869 h 54"/>
                <a:gd name="T4" fmla="*/ 92739 w 55"/>
                <a:gd name="T5" fmla="*/ 0 h 54"/>
                <a:gd name="T6" fmla="*/ 188913 w 55"/>
                <a:gd name="T7" fmla="*/ 92869 h 54"/>
                <a:gd name="T8" fmla="*/ 92739 w 55"/>
                <a:gd name="T9" fmla="*/ 185737 h 54"/>
                <a:gd name="T10" fmla="*/ 13739 w 55"/>
                <a:gd name="T11" fmla="*/ 92869 h 54"/>
                <a:gd name="T12" fmla="*/ 92739 w 55"/>
                <a:gd name="T13" fmla="*/ 171979 h 54"/>
                <a:gd name="T14" fmla="*/ 171739 w 55"/>
                <a:gd name="T15" fmla="*/ 92869 h 54"/>
                <a:gd name="T16" fmla="*/ 92739 w 55"/>
                <a:gd name="T17" fmla="*/ 13758 h 54"/>
                <a:gd name="T18" fmla="*/ 13739 w 55"/>
                <a:gd name="T19" fmla="*/ 92869 h 54"/>
                <a:gd name="T20" fmla="*/ 140826 w 55"/>
                <a:gd name="T21" fmla="*/ 127264 h 54"/>
                <a:gd name="T22" fmla="*/ 96174 w 55"/>
                <a:gd name="T23" fmla="*/ 151341 h 54"/>
                <a:gd name="T24" fmla="*/ 37783 w 55"/>
                <a:gd name="T25" fmla="*/ 92869 h 54"/>
                <a:gd name="T26" fmla="*/ 96174 w 55"/>
                <a:gd name="T27" fmla="*/ 34396 h 54"/>
                <a:gd name="T28" fmla="*/ 137391 w 55"/>
                <a:gd name="T29" fmla="*/ 58473 h 54"/>
                <a:gd name="T30" fmla="*/ 137391 w 55"/>
                <a:gd name="T31" fmla="*/ 72231 h 54"/>
                <a:gd name="T32" fmla="*/ 137391 w 55"/>
                <a:gd name="T33" fmla="*/ 72231 h 54"/>
                <a:gd name="T34" fmla="*/ 123652 w 55"/>
                <a:gd name="T35" fmla="*/ 72231 h 54"/>
                <a:gd name="T36" fmla="*/ 120217 w 55"/>
                <a:gd name="T37" fmla="*/ 72231 h 54"/>
                <a:gd name="T38" fmla="*/ 120217 w 55"/>
                <a:gd name="T39" fmla="*/ 61912 h 54"/>
                <a:gd name="T40" fmla="*/ 96174 w 55"/>
                <a:gd name="T41" fmla="*/ 51594 h 54"/>
                <a:gd name="T42" fmla="*/ 54957 w 55"/>
                <a:gd name="T43" fmla="*/ 92869 h 54"/>
                <a:gd name="T44" fmla="*/ 96174 w 55"/>
                <a:gd name="T45" fmla="*/ 134143 h 54"/>
                <a:gd name="T46" fmla="*/ 120217 w 55"/>
                <a:gd name="T47" fmla="*/ 123825 h 54"/>
                <a:gd name="T48" fmla="*/ 120217 w 55"/>
                <a:gd name="T49" fmla="*/ 113506 h 54"/>
                <a:gd name="T50" fmla="*/ 123652 w 55"/>
                <a:gd name="T51" fmla="*/ 113506 h 54"/>
                <a:gd name="T52" fmla="*/ 137391 w 55"/>
                <a:gd name="T53" fmla="*/ 113506 h 54"/>
                <a:gd name="T54" fmla="*/ 140826 w 55"/>
                <a:gd name="T55" fmla="*/ 113506 h 54"/>
                <a:gd name="T56" fmla="*/ 140826 w 55"/>
                <a:gd name="T57" fmla="*/ 127264 h 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5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4"/>
                    <a:pt x="27" y="54"/>
                  </a:cubicBezTo>
                  <a:close/>
                  <a:moveTo>
                    <a:pt x="4" y="27"/>
                  </a:moveTo>
                  <a:cubicBezTo>
                    <a:pt x="4" y="40"/>
                    <a:pt x="15" y="50"/>
                    <a:pt x="27" y="50"/>
                  </a:cubicBezTo>
                  <a:cubicBezTo>
                    <a:pt x="40" y="50"/>
                    <a:pt x="50" y="40"/>
                    <a:pt x="50" y="27"/>
                  </a:cubicBezTo>
                  <a:cubicBezTo>
                    <a:pt x="50" y="14"/>
                    <a:pt x="40" y="4"/>
                    <a:pt x="27" y="4"/>
                  </a:cubicBezTo>
                  <a:cubicBezTo>
                    <a:pt x="15" y="4"/>
                    <a:pt x="4" y="14"/>
                    <a:pt x="4" y="27"/>
                  </a:cubicBezTo>
                  <a:close/>
                  <a:moveTo>
                    <a:pt x="41" y="37"/>
                  </a:moveTo>
                  <a:cubicBezTo>
                    <a:pt x="41" y="42"/>
                    <a:pt x="33" y="44"/>
                    <a:pt x="28" y="44"/>
                  </a:cubicBezTo>
                  <a:cubicBezTo>
                    <a:pt x="18" y="44"/>
                    <a:pt x="11" y="37"/>
                    <a:pt x="11" y="27"/>
                  </a:cubicBezTo>
                  <a:cubicBezTo>
                    <a:pt x="11" y="17"/>
                    <a:pt x="18" y="10"/>
                    <a:pt x="28" y="10"/>
                  </a:cubicBezTo>
                  <a:cubicBezTo>
                    <a:pt x="31" y="10"/>
                    <a:pt x="40" y="11"/>
                    <a:pt x="40" y="17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6"/>
                    <a:pt x="31" y="15"/>
                    <a:pt x="28" y="15"/>
                  </a:cubicBezTo>
                  <a:cubicBezTo>
                    <a:pt x="21" y="15"/>
                    <a:pt x="16" y="20"/>
                    <a:pt x="16" y="27"/>
                  </a:cubicBezTo>
                  <a:cubicBezTo>
                    <a:pt x="16" y="34"/>
                    <a:pt x="21" y="39"/>
                    <a:pt x="28" y="39"/>
                  </a:cubicBezTo>
                  <a:cubicBezTo>
                    <a:pt x="31" y="39"/>
                    <a:pt x="35" y="38"/>
                    <a:pt x="35" y="36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6" y="33"/>
                    <a:pt x="36" y="33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000" b="0" dirty="0">
                <a:solidFill>
                  <a:schemeClr val="bg1">
                    <a:lumMod val="8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20E44D2-B630-4CDD-84C2-48FB5C8B43A2}"/>
                </a:ext>
              </a:extLst>
            </p:cNvPr>
            <p:cNvSpPr txBox="1"/>
            <p:nvPr/>
          </p:nvSpPr>
          <p:spPr>
            <a:xfrm>
              <a:off x="771801" y="6491338"/>
              <a:ext cx="25202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0" spc="300" dirty="0">
                  <a:solidFill>
                    <a:schemeClr val="bg1">
                      <a:lumMod val="8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2019.All Rights Reserved</a:t>
              </a:r>
              <a:endParaRPr lang="id-ID" sz="1000" b="0" spc="300" dirty="0">
                <a:solidFill>
                  <a:schemeClr val="bg1">
                    <a:lumMod val="8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5FFD17E-62AC-4BCF-9614-58BB6E6C25BF}"/>
              </a:ext>
            </a:extLst>
          </p:cNvPr>
          <p:cNvSpPr txBox="1"/>
          <p:nvPr userDrawn="1"/>
        </p:nvSpPr>
        <p:spPr>
          <a:xfrm>
            <a:off x="221512" y="6398640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coder:</a:t>
            </a:r>
            <a:r>
              <a:rPr lang="en-US" sz="1200" b="1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//</a:t>
            </a:r>
          </a:p>
        </p:txBody>
      </p:sp>
    </p:spTree>
    <p:extLst>
      <p:ext uri="{BB962C8B-B14F-4D97-AF65-F5344CB8AC3E}">
        <p14:creationId xmlns:p14="http://schemas.microsoft.com/office/powerpoint/2010/main" val="175590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6C59ABA-729A-4FC3-8DBB-7C878069ED1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830141" y="1983242"/>
            <a:ext cx="736895" cy="735754"/>
          </a:xfrm>
          <a:custGeom>
            <a:avLst/>
            <a:gdLst>
              <a:gd name="connsiteX0" fmla="*/ 588605 w 1177209"/>
              <a:gd name="connsiteY0" fmla="*/ 0 h 1177206"/>
              <a:gd name="connsiteX1" fmla="*/ 1177209 w 1177209"/>
              <a:gd name="connsiteY1" fmla="*/ 588603 h 1177206"/>
              <a:gd name="connsiteX2" fmla="*/ 588605 w 1177209"/>
              <a:gd name="connsiteY2" fmla="*/ 1177206 h 1177206"/>
              <a:gd name="connsiteX3" fmla="*/ 0 w 1177209"/>
              <a:gd name="connsiteY3" fmla="*/ 588603 h 1177206"/>
              <a:gd name="connsiteX4" fmla="*/ 588605 w 1177209"/>
              <a:gd name="connsiteY4" fmla="*/ 0 h 117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09" h="1177206">
                <a:moveTo>
                  <a:pt x="588605" y="0"/>
                </a:moveTo>
                <a:cubicBezTo>
                  <a:pt x="913682" y="0"/>
                  <a:pt x="1177209" y="263526"/>
                  <a:pt x="1177209" y="588603"/>
                </a:cubicBezTo>
                <a:cubicBezTo>
                  <a:pt x="1177209" y="913680"/>
                  <a:pt x="913682" y="1177206"/>
                  <a:pt x="588605" y="1177206"/>
                </a:cubicBezTo>
                <a:cubicBezTo>
                  <a:pt x="263527" y="1177206"/>
                  <a:pt x="0" y="913680"/>
                  <a:pt x="0" y="588603"/>
                </a:cubicBezTo>
                <a:cubicBezTo>
                  <a:pt x="0" y="263526"/>
                  <a:pt x="263527" y="0"/>
                  <a:pt x="588605" y="0"/>
                </a:cubicBezTo>
                <a:close/>
              </a:path>
            </a:pathLst>
          </a:cu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25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F701273-40E4-44BA-8BF9-69AEF329119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42617" y="1983242"/>
            <a:ext cx="736895" cy="735754"/>
          </a:xfrm>
          <a:custGeom>
            <a:avLst/>
            <a:gdLst>
              <a:gd name="connsiteX0" fmla="*/ 588605 w 1177209"/>
              <a:gd name="connsiteY0" fmla="*/ 0 h 1177206"/>
              <a:gd name="connsiteX1" fmla="*/ 1177209 w 1177209"/>
              <a:gd name="connsiteY1" fmla="*/ 588603 h 1177206"/>
              <a:gd name="connsiteX2" fmla="*/ 588605 w 1177209"/>
              <a:gd name="connsiteY2" fmla="*/ 1177206 h 1177206"/>
              <a:gd name="connsiteX3" fmla="*/ 0 w 1177209"/>
              <a:gd name="connsiteY3" fmla="*/ 588603 h 1177206"/>
              <a:gd name="connsiteX4" fmla="*/ 588605 w 1177209"/>
              <a:gd name="connsiteY4" fmla="*/ 0 h 117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09" h="1177206">
                <a:moveTo>
                  <a:pt x="588605" y="0"/>
                </a:moveTo>
                <a:cubicBezTo>
                  <a:pt x="913682" y="0"/>
                  <a:pt x="1177209" y="263526"/>
                  <a:pt x="1177209" y="588603"/>
                </a:cubicBezTo>
                <a:cubicBezTo>
                  <a:pt x="1177209" y="913680"/>
                  <a:pt x="913682" y="1177206"/>
                  <a:pt x="588605" y="1177206"/>
                </a:cubicBezTo>
                <a:cubicBezTo>
                  <a:pt x="263527" y="1177206"/>
                  <a:pt x="0" y="913680"/>
                  <a:pt x="0" y="588603"/>
                </a:cubicBezTo>
                <a:cubicBezTo>
                  <a:pt x="0" y="263526"/>
                  <a:pt x="263527" y="0"/>
                  <a:pt x="588605" y="0"/>
                </a:cubicBezTo>
                <a:close/>
              </a:path>
            </a:pathLst>
          </a:cu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25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C75619A-FFEE-465A-AD2F-3F96201757F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13036" y="1983242"/>
            <a:ext cx="736895" cy="735754"/>
          </a:xfrm>
          <a:custGeom>
            <a:avLst/>
            <a:gdLst>
              <a:gd name="connsiteX0" fmla="*/ 588605 w 1177209"/>
              <a:gd name="connsiteY0" fmla="*/ 0 h 1177206"/>
              <a:gd name="connsiteX1" fmla="*/ 1177209 w 1177209"/>
              <a:gd name="connsiteY1" fmla="*/ 588603 h 1177206"/>
              <a:gd name="connsiteX2" fmla="*/ 588605 w 1177209"/>
              <a:gd name="connsiteY2" fmla="*/ 1177206 h 1177206"/>
              <a:gd name="connsiteX3" fmla="*/ 0 w 1177209"/>
              <a:gd name="connsiteY3" fmla="*/ 588603 h 1177206"/>
              <a:gd name="connsiteX4" fmla="*/ 588605 w 1177209"/>
              <a:gd name="connsiteY4" fmla="*/ 0 h 117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09" h="1177206">
                <a:moveTo>
                  <a:pt x="588605" y="0"/>
                </a:moveTo>
                <a:cubicBezTo>
                  <a:pt x="913682" y="0"/>
                  <a:pt x="1177209" y="263526"/>
                  <a:pt x="1177209" y="588603"/>
                </a:cubicBezTo>
                <a:cubicBezTo>
                  <a:pt x="1177209" y="913680"/>
                  <a:pt x="913682" y="1177206"/>
                  <a:pt x="588605" y="1177206"/>
                </a:cubicBezTo>
                <a:cubicBezTo>
                  <a:pt x="263527" y="1177206"/>
                  <a:pt x="0" y="913680"/>
                  <a:pt x="0" y="588603"/>
                </a:cubicBezTo>
                <a:cubicBezTo>
                  <a:pt x="0" y="263526"/>
                  <a:pt x="263527" y="0"/>
                  <a:pt x="588605" y="0"/>
                </a:cubicBezTo>
                <a:close/>
              </a:path>
            </a:pathLst>
          </a:cu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25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D761F68-D2C3-4674-91ED-CF179FB1FA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30141" y="4228826"/>
            <a:ext cx="736895" cy="735754"/>
          </a:xfrm>
          <a:custGeom>
            <a:avLst/>
            <a:gdLst>
              <a:gd name="connsiteX0" fmla="*/ 588605 w 1177209"/>
              <a:gd name="connsiteY0" fmla="*/ 0 h 1177206"/>
              <a:gd name="connsiteX1" fmla="*/ 1177209 w 1177209"/>
              <a:gd name="connsiteY1" fmla="*/ 588603 h 1177206"/>
              <a:gd name="connsiteX2" fmla="*/ 588605 w 1177209"/>
              <a:gd name="connsiteY2" fmla="*/ 1177206 h 1177206"/>
              <a:gd name="connsiteX3" fmla="*/ 0 w 1177209"/>
              <a:gd name="connsiteY3" fmla="*/ 588603 h 1177206"/>
              <a:gd name="connsiteX4" fmla="*/ 588605 w 1177209"/>
              <a:gd name="connsiteY4" fmla="*/ 0 h 117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09" h="1177206">
                <a:moveTo>
                  <a:pt x="588605" y="0"/>
                </a:moveTo>
                <a:cubicBezTo>
                  <a:pt x="913682" y="0"/>
                  <a:pt x="1177209" y="263526"/>
                  <a:pt x="1177209" y="588603"/>
                </a:cubicBezTo>
                <a:cubicBezTo>
                  <a:pt x="1177209" y="913680"/>
                  <a:pt x="913682" y="1177206"/>
                  <a:pt x="588605" y="1177206"/>
                </a:cubicBezTo>
                <a:cubicBezTo>
                  <a:pt x="263527" y="1177206"/>
                  <a:pt x="0" y="913680"/>
                  <a:pt x="0" y="588603"/>
                </a:cubicBezTo>
                <a:cubicBezTo>
                  <a:pt x="0" y="263526"/>
                  <a:pt x="263527" y="0"/>
                  <a:pt x="588605" y="0"/>
                </a:cubicBezTo>
                <a:close/>
              </a:path>
            </a:pathLst>
          </a:cu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25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DEE0319-89A7-4047-893E-E4DC3E4635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42617" y="4228826"/>
            <a:ext cx="736895" cy="735754"/>
          </a:xfrm>
          <a:custGeom>
            <a:avLst/>
            <a:gdLst>
              <a:gd name="connsiteX0" fmla="*/ 588605 w 1177209"/>
              <a:gd name="connsiteY0" fmla="*/ 0 h 1177206"/>
              <a:gd name="connsiteX1" fmla="*/ 1177209 w 1177209"/>
              <a:gd name="connsiteY1" fmla="*/ 588603 h 1177206"/>
              <a:gd name="connsiteX2" fmla="*/ 588605 w 1177209"/>
              <a:gd name="connsiteY2" fmla="*/ 1177206 h 1177206"/>
              <a:gd name="connsiteX3" fmla="*/ 0 w 1177209"/>
              <a:gd name="connsiteY3" fmla="*/ 588603 h 1177206"/>
              <a:gd name="connsiteX4" fmla="*/ 588605 w 1177209"/>
              <a:gd name="connsiteY4" fmla="*/ 0 h 117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09" h="1177206">
                <a:moveTo>
                  <a:pt x="588605" y="0"/>
                </a:moveTo>
                <a:cubicBezTo>
                  <a:pt x="913682" y="0"/>
                  <a:pt x="1177209" y="263526"/>
                  <a:pt x="1177209" y="588603"/>
                </a:cubicBezTo>
                <a:cubicBezTo>
                  <a:pt x="1177209" y="913680"/>
                  <a:pt x="913682" y="1177206"/>
                  <a:pt x="588605" y="1177206"/>
                </a:cubicBezTo>
                <a:cubicBezTo>
                  <a:pt x="263527" y="1177206"/>
                  <a:pt x="0" y="913680"/>
                  <a:pt x="0" y="588603"/>
                </a:cubicBezTo>
                <a:cubicBezTo>
                  <a:pt x="0" y="263526"/>
                  <a:pt x="263527" y="0"/>
                  <a:pt x="588605" y="0"/>
                </a:cubicBezTo>
                <a:close/>
              </a:path>
            </a:pathLst>
          </a:cu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25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C1CE629-4780-4D39-9D79-0DAD3C64A6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013036" y="4228826"/>
            <a:ext cx="736895" cy="735754"/>
          </a:xfrm>
          <a:custGeom>
            <a:avLst/>
            <a:gdLst>
              <a:gd name="connsiteX0" fmla="*/ 588605 w 1177209"/>
              <a:gd name="connsiteY0" fmla="*/ 0 h 1177206"/>
              <a:gd name="connsiteX1" fmla="*/ 1177209 w 1177209"/>
              <a:gd name="connsiteY1" fmla="*/ 588603 h 1177206"/>
              <a:gd name="connsiteX2" fmla="*/ 588605 w 1177209"/>
              <a:gd name="connsiteY2" fmla="*/ 1177206 h 1177206"/>
              <a:gd name="connsiteX3" fmla="*/ 0 w 1177209"/>
              <a:gd name="connsiteY3" fmla="*/ 588603 h 1177206"/>
              <a:gd name="connsiteX4" fmla="*/ 588605 w 1177209"/>
              <a:gd name="connsiteY4" fmla="*/ 0 h 117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7209" h="1177206">
                <a:moveTo>
                  <a:pt x="588605" y="0"/>
                </a:moveTo>
                <a:cubicBezTo>
                  <a:pt x="913682" y="0"/>
                  <a:pt x="1177209" y="263526"/>
                  <a:pt x="1177209" y="588603"/>
                </a:cubicBezTo>
                <a:cubicBezTo>
                  <a:pt x="1177209" y="913680"/>
                  <a:pt x="913682" y="1177206"/>
                  <a:pt x="588605" y="1177206"/>
                </a:cubicBezTo>
                <a:cubicBezTo>
                  <a:pt x="263527" y="1177206"/>
                  <a:pt x="0" y="913680"/>
                  <a:pt x="0" y="588603"/>
                </a:cubicBezTo>
                <a:cubicBezTo>
                  <a:pt x="0" y="263526"/>
                  <a:pt x="263527" y="0"/>
                  <a:pt x="588605" y="0"/>
                </a:cubicBezTo>
                <a:close/>
              </a:path>
            </a:pathLst>
          </a:cu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25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90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20" grpId="0" animBg="1"/>
      <p:bldP spid="19" grpId="0" animBg="1"/>
      <p:bldP spid="18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C35B652-9C8B-46ED-88EF-A4321C595EE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97" y="0"/>
            <a:ext cx="4063934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4700397-CB0B-46F3-BDFB-34CB5A1C24D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064631" y="0"/>
            <a:ext cx="4063934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82ACE81B-7659-4007-B19C-94765DB234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28564" y="0"/>
            <a:ext cx="4063934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31646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  <p:extLst>
    <p:ext uri="{DCECCB84-F9BA-43D5-87BE-67443E8EF086}">
      <p15:sldGuideLst xmlns:p15="http://schemas.microsoft.com/office/powerpoint/2012/main">
        <p15:guide id="1" orient="horz" pos="3456">
          <p15:clr>
            <a:srgbClr val="FBAE40"/>
          </p15:clr>
        </p15:guide>
        <p15:guide id="2" pos="61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33DC269-4118-4004-BA62-D5BB3865C4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2149929"/>
            <a:ext cx="4063934" cy="2149929"/>
          </a:xfrm>
          <a:custGeom>
            <a:avLst/>
            <a:gdLst>
              <a:gd name="connsiteX0" fmla="*/ 0 w 6492240"/>
              <a:gd name="connsiteY0" fmla="*/ 0 h 3439886"/>
              <a:gd name="connsiteX1" fmla="*/ 6492240 w 6492240"/>
              <a:gd name="connsiteY1" fmla="*/ 0 h 3439886"/>
              <a:gd name="connsiteX2" fmla="*/ 6492240 w 6492240"/>
              <a:gd name="connsiteY2" fmla="*/ 3439886 h 3439886"/>
              <a:gd name="connsiteX3" fmla="*/ 0 w 6492240"/>
              <a:gd name="connsiteY3" fmla="*/ 3439886 h 34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92240" h="3439886">
                <a:moveTo>
                  <a:pt x="0" y="0"/>
                </a:moveTo>
                <a:lnTo>
                  <a:pt x="6492240" y="0"/>
                </a:lnTo>
                <a:lnTo>
                  <a:pt x="6492240" y="3439886"/>
                </a:lnTo>
                <a:lnTo>
                  <a:pt x="0" y="3439886"/>
                </a:lnTo>
                <a:close/>
              </a:path>
            </a:pathLst>
          </a:cu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1C4A6D5-93B6-44ED-BB82-C6B9315F224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4063934" cy="2149929"/>
          </a:xfrm>
          <a:custGeom>
            <a:avLst/>
            <a:gdLst>
              <a:gd name="connsiteX0" fmla="*/ 0 w 6492240"/>
              <a:gd name="connsiteY0" fmla="*/ 0 h 3439886"/>
              <a:gd name="connsiteX1" fmla="*/ 6492240 w 6492240"/>
              <a:gd name="connsiteY1" fmla="*/ 0 h 3439886"/>
              <a:gd name="connsiteX2" fmla="*/ 6492240 w 6492240"/>
              <a:gd name="connsiteY2" fmla="*/ 3439886 h 3439886"/>
              <a:gd name="connsiteX3" fmla="*/ 0 w 6492240"/>
              <a:gd name="connsiteY3" fmla="*/ 3439886 h 34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92240" h="3439886">
                <a:moveTo>
                  <a:pt x="0" y="0"/>
                </a:moveTo>
                <a:lnTo>
                  <a:pt x="6492240" y="0"/>
                </a:lnTo>
                <a:lnTo>
                  <a:pt x="6492240" y="3439886"/>
                </a:lnTo>
                <a:lnTo>
                  <a:pt x="0" y="3439886"/>
                </a:lnTo>
                <a:close/>
              </a:path>
            </a:pathLst>
          </a:cu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7ADBBF5-B637-45BA-94F1-C2C7C268F23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28066" y="2149929"/>
            <a:ext cx="4063934" cy="2149929"/>
          </a:xfrm>
          <a:custGeom>
            <a:avLst/>
            <a:gdLst>
              <a:gd name="connsiteX0" fmla="*/ 0 w 6492240"/>
              <a:gd name="connsiteY0" fmla="*/ 0 h 3439886"/>
              <a:gd name="connsiteX1" fmla="*/ 6492240 w 6492240"/>
              <a:gd name="connsiteY1" fmla="*/ 0 h 3439886"/>
              <a:gd name="connsiteX2" fmla="*/ 6492240 w 6492240"/>
              <a:gd name="connsiteY2" fmla="*/ 3439886 h 3439886"/>
              <a:gd name="connsiteX3" fmla="*/ 0 w 6492240"/>
              <a:gd name="connsiteY3" fmla="*/ 3439886 h 34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92240" h="3439886">
                <a:moveTo>
                  <a:pt x="0" y="0"/>
                </a:moveTo>
                <a:lnTo>
                  <a:pt x="6492240" y="0"/>
                </a:lnTo>
                <a:lnTo>
                  <a:pt x="6492240" y="3439886"/>
                </a:lnTo>
                <a:lnTo>
                  <a:pt x="0" y="3439886"/>
                </a:lnTo>
                <a:close/>
              </a:path>
            </a:pathLst>
          </a:cu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68E2F32-2AE9-41A1-BB40-E15A01BB24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8066" y="1"/>
            <a:ext cx="4063934" cy="2149929"/>
          </a:xfrm>
          <a:custGeom>
            <a:avLst/>
            <a:gdLst>
              <a:gd name="connsiteX0" fmla="*/ 0 w 6492240"/>
              <a:gd name="connsiteY0" fmla="*/ 0 h 3439886"/>
              <a:gd name="connsiteX1" fmla="*/ 6492240 w 6492240"/>
              <a:gd name="connsiteY1" fmla="*/ 0 h 3439886"/>
              <a:gd name="connsiteX2" fmla="*/ 6492240 w 6492240"/>
              <a:gd name="connsiteY2" fmla="*/ 3439886 h 3439886"/>
              <a:gd name="connsiteX3" fmla="*/ 0 w 6492240"/>
              <a:gd name="connsiteY3" fmla="*/ 3439886 h 34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92240" h="3439886">
                <a:moveTo>
                  <a:pt x="0" y="0"/>
                </a:moveTo>
                <a:lnTo>
                  <a:pt x="6492240" y="0"/>
                </a:lnTo>
                <a:lnTo>
                  <a:pt x="6492240" y="3439886"/>
                </a:lnTo>
                <a:lnTo>
                  <a:pt x="0" y="3439886"/>
                </a:lnTo>
                <a:close/>
              </a:path>
            </a:pathLst>
          </a:cu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7B3B5D6-388D-4E91-886A-7C4EFF95306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64133" y="0"/>
            <a:ext cx="4063934" cy="4299858"/>
          </a:xfrm>
          <a:custGeom>
            <a:avLst/>
            <a:gdLst>
              <a:gd name="connsiteX0" fmla="*/ 0 w 6492240"/>
              <a:gd name="connsiteY0" fmla="*/ 0 h 6879772"/>
              <a:gd name="connsiteX1" fmla="*/ 6492240 w 6492240"/>
              <a:gd name="connsiteY1" fmla="*/ 0 h 6879772"/>
              <a:gd name="connsiteX2" fmla="*/ 6492240 w 6492240"/>
              <a:gd name="connsiteY2" fmla="*/ 6879772 h 6879772"/>
              <a:gd name="connsiteX3" fmla="*/ 0 w 6492240"/>
              <a:gd name="connsiteY3" fmla="*/ 6879772 h 687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92240" h="6879772">
                <a:moveTo>
                  <a:pt x="0" y="0"/>
                </a:moveTo>
                <a:lnTo>
                  <a:pt x="6492240" y="0"/>
                </a:lnTo>
                <a:lnTo>
                  <a:pt x="6492240" y="6879772"/>
                </a:lnTo>
                <a:lnTo>
                  <a:pt x="0" y="6879772"/>
                </a:lnTo>
                <a:close/>
              </a:path>
            </a:pathLst>
          </a:cu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10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17" grpId="0" animBg="1"/>
      <p:bldP spid="16" grpId="0" animBg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0214A5D-ECDD-4973-8B6F-118B35941AC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8860" y="768801"/>
            <a:ext cx="5326989" cy="5320398"/>
          </a:xfrm>
          <a:prstGeom prst="roundRect">
            <a:avLst>
              <a:gd name="adj" fmla="val 3299"/>
            </a:avLst>
          </a:pr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95F919C-7A9C-45EF-A88C-F859AAFE3DE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11282" y="768802"/>
            <a:ext cx="2548213" cy="2545059"/>
          </a:xfrm>
          <a:prstGeom prst="roundRect">
            <a:avLst>
              <a:gd name="adj" fmla="val 6402"/>
            </a:avLst>
          </a:pr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46620D46-A1F7-4405-ACB6-DE4C103ADD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34187" y="3544140"/>
            <a:ext cx="2548213" cy="2545059"/>
          </a:xfrm>
          <a:prstGeom prst="roundRect">
            <a:avLst>
              <a:gd name="adj" fmla="val 6402"/>
            </a:avLst>
          </a:pr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4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5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CB4E980-954D-4BD9-9BFF-5BED8D780D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812802" y="3704095"/>
            <a:ext cx="2743206" cy="2533011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379C46E-C269-4605-800F-858FA4A1A3B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31412" y="3704095"/>
            <a:ext cx="2743206" cy="2533011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0BAB4DF-296E-46C9-8A99-1E8FCE1BD7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5993" y="3704095"/>
            <a:ext cx="4357234" cy="2529558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FA4ACC6-77C4-4409-8A69-067DA240CDF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12800" y="854118"/>
            <a:ext cx="2743207" cy="2533012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27CA025-89AD-4137-91EE-1E046D8D63A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917383" y="857571"/>
            <a:ext cx="4357234" cy="2529558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E6D2B67-311F-4112-8580-CB32A84BC98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5993" y="854116"/>
            <a:ext cx="2743208" cy="2533013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30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3" grpId="0" animBg="1"/>
      <p:bldP spid="20" grpId="0" animBg="1"/>
      <p:bldP spid="17" grpId="0" animBg="1"/>
      <p:bldP spid="14" grpId="0" animBg="1"/>
      <p:bldP spid="11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4C4287-E61A-4D86-98BC-8185F088A192}"/>
              </a:ext>
            </a:extLst>
          </p:cNvPr>
          <p:cNvSpPr/>
          <p:nvPr userDrawn="1"/>
        </p:nvSpPr>
        <p:spPr>
          <a:xfrm rot="10800000">
            <a:off x="7493045" y="0"/>
            <a:ext cx="4698955" cy="6858000"/>
          </a:xfrm>
          <a:custGeom>
            <a:avLst/>
            <a:gdLst>
              <a:gd name="connsiteX0" fmla="*/ 0 w 4698955"/>
              <a:gd name="connsiteY0" fmla="*/ 0 h 6858000"/>
              <a:gd name="connsiteX1" fmla="*/ 753518 w 4698955"/>
              <a:gd name="connsiteY1" fmla="*/ 0 h 6858000"/>
              <a:gd name="connsiteX2" fmla="*/ 3945437 w 4698955"/>
              <a:gd name="connsiteY2" fmla="*/ 0 h 6858000"/>
              <a:gd name="connsiteX3" fmla="*/ 4698955 w 4698955"/>
              <a:gd name="connsiteY3" fmla="*/ 0 h 6858000"/>
              <a:gd name="connsiteX4" fmla="*/ 4593388 w 4698955"/>
              <a:gd name="connsiteY4" fmla="*/ 51439 h 6858000"/>
              <a:gd name="connsiteX5" fmla="*/ 4389286 w 4698955"/>
              <a:gd name="connsiteY5" fmla="*/ 186097 h 6858000"/>
              <a:gd name="connsiteX6" fmla="*/ 3955292 w 4698955"/>
              <a:gd name="connsiteY6" fmla="*/ 1154547 h 6858000"/>
              <a:gd name="connsiteX7" fmla="*/ 3955292 w 4698955"/>
              <a:gd name="connsiteY7" fmla="*/ 2384197 h 6858000"/>
              <a:gd name="connsiteX8" fmla="*/ 3722222 w 4698955"/>
              <a:gd name="connsiteY8" fmla="*/ 2954818 h 6858000"/>
              <a:gd name="connsiteX9" fmla="*/ 2966750 w 4698955"/>
              <a:gd name="connsiteY9" fmla="*/ 3147706 h 6858000"/>
              <a:gd name="connsiteX10" fmla="*/ 2966750 w 4698955"/>
              <a:gd name="connsiteY10" fmla="*/ 3714308 h 6858000"/>
              <a:gd name="connsiteX11" fmla="*/ 3702130 w 4698955"/>
              <a:gd name="connsiteY11" fmla="*/ 3893130 h 6858000"/>
              <a:gd name="connsiteX12" fmla="*/ 3955292 w 4698955"/>
              <a:gd name="connsiteY12" fmla="*/ 4489873 h 6858000"/>
              <a:gd name="connsiteX13" fmla="*/ 3955292 w 4698955"/>
              <a:gd name="connsiteY13" fmla="*/ 5707469 h 6858000"/>
              <a:gd name="connsiteX14" fmla="*/ 4373213 w 4698955"/>
              <a:gd name="connsiteY14" fmla="*/ 6667880 h 6858000"/>
              <a:gd name="connsiteX15" fmla="*/ 4603772 w 4698955"/>
              <a:gd name="connsiteY15" fmla="*/ 6817820 h 6858000"/>
              <a:gd name="connsiteX16" fmla="*/ 4692806 w 4698955"/>
              <a:gd name="connsiteY16" fmla="*/ 6858000 h 6858000"/>
              <a:gd name="connsiteX17" fmla="*/ 3939288 w 4698955"/>
              <a:gd name="connsiteY17" fmla="*/ 6858000 h 6858000"/>
              <a:gd name="connsiteX18" fmla="*/ 753518 w 4698955"/>
              <a:gd name="connsiteY18" fmla="*/ 6858000 h 6858000"/>
              <a:gd name="connsiteX19" fmla="*/ 0 w 4698955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698955" h="6858000">
                <a:moveTo>
                  <a:pt x="0" y="0"/>
                </a:moveTo>
                <a:lnTo>
                  <a:pt x="753518" y="0"/>
                </a:lnTo>
                <a:lnTo>
                  <a:pt x="3945437" y="0"/>
                </a:lnTo>
                <a:lnTo>
                  <a:pt x="4698955" y="0"/>
                </a:lnTo>
                <a:lnTo>
                  <a:pt x="4593388" y="51439"/>
                </a:lnTo>
                <a:cubicBezTo>
                  <a:pt x="4520612" y="90813"/>
                  <a:pt x="4452577" y="135699"/>
                  <a:pt x="4389286" y="186097"/>
                </a:cubicBezTo>
                <a:cubicBezTo>
                  <a:pt x="4099958" y="416490"/>
                  <a:pt x="3955292" y="739306"/>
                  <a:pt x="3955292" y="1154547"/>
                </a:cubicBezTo>
                <a:lnTo>
                  <a:pt x="3955292" y="2384197"/>
                </a:lnTo>
                <a:cubicBezTo>
                  <a:pt x="3955292" y="2641380"/>
                  <a:pt x="3877603" y="2831586"/>
                  <a:pt x="3722222" y="2954818"/>
                </a:cubicBezTo>
                <a:cubicBezTo>
                  <a:pt x="3566842" y="3078053"/>
                  <a:pt x="3315018" y="3142348"/>
                  <a:pt x="2966750" y="3147706"/>
                </a:cubicBezTo>
                <a:lnTo>
                  <a:pt x="2966750" y="3714308"/>
                </a:lnTo>
                <a:cubicBezTo>
                  <a:pt x="3288228" y="3714308"/>
                  <a:pt x="3533354" y="3773917"/>
                  <a:pt x="3702130" y="3893130"/>
                </a:cubicBezTo>
                <a:cubicBezTo>
                  <a:pt x="3870904" y="4012345"/>
                  <a:pt x="3955292" y="4211260"/>
                  <a:pt x="3955292" y="4489873"/>
                </a:cubicBezTo>
                <a:lnTo>
                  <a:pt x="3955292" y="5707469"/>
                </a:lnTo>
                <a:cubicBezTo>
                  <a:pt x="3955292" y="6120031"/>
                  <a:pt x="4094600" y="6440169"/>
                  <a:pt x="4373213" y="6667880"/>
                </a:cubicBezTo>
                <a:cubicBezTo>
                  <a:pt x="4442866" y="6724810"/>
                  <a:pt x="4519719" y="6774789"/>
                  <a:pt x="4603772" y="6817820"/>
                </a:cubicBezTo>
                <a:lnTo>
                  <a:pt x="4692806" y="6858000"/>
                </a:lnTo>
                <a:lnTo>
                  <a:pt x="3939288" y="6858000"/>
                </a:lnTo>
                <a:lnTo>
                  <a:pt x="75351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9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4698956" y="1661502"/>
            <a:ext cx="6392469" cy="3990539"/>
            <a:chOff x="5141669" y="2177476"/>
            <a:chExt cx="6392469" cy="3990539"/>
          </a:xfrm>
        </p:grpSpPr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1669" y="2177476"/>
              <a:ext cx="6392469" cy="3990539"/>
            </a:xfrm>
            <a:prstGeom prst="rect">
              <a:avLst/>
            </a:prstGeom>
          </p:spPr>
        </p:pic>
        <p:sp>
          <p:nvSpPr>
            <p:cNvPr id="17" name="Freeform 16"/>
            <p:cNvSpPr/>
            <p:nvPr userDrawn="1"/>
          </p:nvSpPr>
          <p:spPr>
            <a:xfrm>
              <a:off x="7081762" y="2899056"/>
              <a:ext cx="3307620" cy="2232672"/>
            </a:xfrm>
            <a:custGeom>
              <a:avLst/>
              <a:gdLst>
                <a:gd name="connsiteX0" fmla="*/ 507492 w 3307620"/>
                <a:gd name="connsiteY0" fmla="*/ 3786 h 2232672"/>
                <a:gd name="connsiteX1" fmla="*/ 2667 w 3307620"/>
                <a:gd name="connsiteY1" fmla="*/ 746736 h 2232672"/>
                <a:gd name="connsiteX2" fmla="*/ 678942 w 3307620"/>
                <a:gd name="connsiteY2" fmla="*/ 1470636 h 2232672"/>
                <a:gd name="connsiteX3" fmla="*/ 1936242 w 3307620"/>
                <a:gd name="connsiteY3" fmla="*/ 2204061 h 2232672"/>
                <a:gd name="connsiteX4" fmla="*/ 2803017 w 3307620"/>
                <a:gd name="connsiteY4" fmla="*/ 2032611 h 2232672"/>
                <a:gd name="connsiteX5" fmla="*/ 3279267 w 3307620"/>
                <a:gd name="connsiteY5" fmla="*/ 1556361 h 2232672"/>
                <a:gd name="connsiteX6" fmla="*/ 1983867 w 3307620"/>
                <a:gd name="connsiteY6" fmla="*/ 508611 h 2232672"/>
                <a:gd name="connsiteX7" fmla="*/ 507492 w 3307620"/>
                <a:gd name="connsiteY7" fmla="*/ 3786 h 223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07620" h="2232672">
                  <a:moveTo>
                    <a:pt x="507492" y="3786"/>
                  </a:moveTo>
                  <a:cubicBezTo>
                    <a:pt x="177292" y="43474"/>
                    <a:pt x="-25908" y="502261"/>
                    <a:pt x="2667" y="746736"/>
                  </a:cubicBezTo>
                  <a:cubicBezTo>
                    <a:pt x="31242" y="991211"/>
                    <a:pt x="356680" y="1227749"/>
                    <a:pt x="678942" y="1470636"/>
                  </a:cubicBezTo>
                  <a:cubicBezTo>
                    <a:pt x="1001204" y="1713523"/>
                    <a:pt x="1582230" y="2110399"/>
                    <a:pt x="1936242" y="2204061"/>
                  </a:cubicBezTo>
                  <a:cubicBezTo>
                    <a:pt x="2290255" y="2297724"/>
                    <a:pt x="2579180" y="2140561"/>
                    <a:pt x="2803017" y="2032611"/>
                  </a:cubicBezTo>
                  <a:cubicBezTo>
                    <a:pt x="3026854" y="1924661"/>
                    <a:pt x="3415792" y="1810361"/>
                    <a:pt x="3279267" y="1556361"/>
                  </a:cubicBezTo>
                  <a:cubicBezTo>
                    <a:pt x="3142742" y="1302361"/>
                    <a:pt x="2442654" y="773723"/>
                    <a:pt x="1983867" y="508611"/>
                  </a:cubicBezTo>
                  <a:cubicBezTo>
                    <a:pt x="1525080" y="243499"/>
                    <a:pt x="837692" y="-35902"/>
                    <a:pt x="507492" y="3786"/>
                  </a:cubicBezTo>
                  <a:close/>
                </a:path>
              </a:pathLst>
            </a:custGeom>
            <a:solidFill>
              <a:srgbClr val="ECEB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Picture Placeholder 11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599235" y="1087034"/>
            <a:ext cx="2584282" cy="4683930"/>
          </a:xfrm>
          <a:prstGeom prst="rect">
            <a:avLst/>
          </a:prstGeom>
          <a:solidFill>
            <a:schemeClr val="bg1">
              <a:lumMod val="65000"/>
            </a:schemeClr>
          </a:solidFill>
          <a:scene3d>
            <a:camera prst="isometricTopUp">
              <a:rot lat="19620000" lon="19020000" rev="3624000"/>
            </a:camera>
            <a:lightRig rig="threePt" dir="t"/>
          </a:scene3d>
          <a:sp3d/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>
                <a:latin typeface="Montserrat" panose="00000500000000000000" pitchFamily="2" charset="0"/>
              </a:rPr>
              <a:t>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17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8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8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62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141616-907E-4C24-ACFF-5CC754AF702A}"/>
              </a:ext>
            </a:extLst>
          </p:cNvPr>
          <p:cNvSpPr txBox="1"/>
          <p:nvPr userDrawn="1"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>
                    <a:lumMod val="95000"/>
                  </a:schemeClr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‹#›</a:t>
            </a:fld>
            <a:r>
              <a:rPr lang="en-US" sz="2400" b="1" i="0" spc="0" baseline="30000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accent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5D8FF6-B781-45DF-BDD1-38CB13CFA126}"/>
              </a:ext>
            </a:extLst>
          </p:cNvPr>
          <p:cNvSpPr txBox="1"/>
          <p:nvPr userDrawn="1"/>
        </p:nvSpPr>
        <p:spPr>
          <a:xfrm>
            <a:off x="221512" y="6398640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codeXBuilder:</a:t>
            </a:r>
            <a:r>
              <a:rPr lang="en-US" sz="1200" b="1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//</a:t>
            </a:r>
          </a:p>
        </p:txBody>
      </p:sp>
    </p:spTree>
    <p:extLst>
      <p:ext uri="{BB962C8B-B14F-4D97-AF65-F5344CB8AC3E}">
        <p14:creationId xmlns:p14="http://schemas.microsoft.com/office/powerpoint/2010/main" val="5067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78" r:id="rId3"/>
    <p:sldLayoutId id="2147483655" r:id="rId4"/>
    <p:sldLayoutId id="2147483680" r:id="rId5"/>
    <p:sldLayoutId id="2147483689" r:id="rId6"/>
    <p:sldLayoutId id="2147483684" r:id="rId7"/>
    <p:sldLayoutId id="2147483654" r:id="rId8"/>
    <p:sldLayoutId id="2147483650" r:id="rId9"/>
    <p:sldLayoutId id="2147483657" r:id="rId10"/>
    <p:sldLayoutId id="2147483675" r:id="rId11"/>
    <p:sldLayoutId id="2147483666" r:id="rId12"/>
    <p:sldLayoutId id="2147483685" r:id="rId13"/>
    <p:sldLayoutId id="2147483662" r:id="rId14"/>
    <p:sldLayoutId id="2147483679" r:id="rId15"/>
    <p:sldLayoutId id="2147483658" r:id="rId16"/>
    <p:sldLayoutId id="2147483661" r:id="rId17"/>
    <p:sldLayoutId id="2147483659" r:id="rId18"/>
    <p:sldLayoutId id="2147483660" r:id="rId19"/>
    <p:sldLayoutId id="2147483665" r:id="rId20"/>
    <p:sldLayoutId id="2147483651" r:id="rId21"/>
    <p:sldLayoutId id="2147483682" r:id="rId22"/>
    <p:sldLayoutId id="2147483677" r:id="rId23"/>
    <p:sldLayoutId id="2147483656" r:id="rId24"/>
    <p:sldLayoutId id="2147483681" r:id="rId25"/>
    <p:sldLayoutId id="2147483670" r:id="rId26"/>
    <p:sldLayoutId id="2147483669" r:id="rId27"/>
    <p:sldLayoutId id="2147483687" r:id="rId28"/>
    <p:sldLayoutId id="2147483667" r:id="rId29"/>
    <p:sldLayoutId id="2147483663" r:id="rId30"/>
    <p:sldLayoutId id="2147483652" r:id="rId31"/>
    <p:sldLayoutId id="2147483653" r:id="rId32"/>
    <p:sldLayoutId id="2147483668" r:id="rId33"/>
    <p:sldLayoutId id="2147483671" r:id="rId34"/>
    <p:sldLayoutId id="2147483672" r:id="rId35"/>
    <p:sldLayoutId id="2147483673" r:id="rId36"/>
    <p:sldLayoutId id="2147483674" r:id="rId37"/>
    <p:sldLayoutId id="2147483686" r:id="rId38"/>
    <p:sldLayoutId id="2147483688" r:id="rId39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" userDrawn="1">
          <p15:clr>
            <a:srgbClr val="A4A3A4"/>
          </p15:clr>
        </p15:guide>
        <p15:guide id="3" pos="1536" userDrawn="1">
          <p15:clr>
            <a:srgbClr val="A4A3A4"/>
          </p15:clr>
        </p15:guide>
        <p15:guide id="4" pos="268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4992" userDrawn="1">
          <p15:clr>
            <a:srgbClr val="A4A3A4"/>
          </p15:clr>
        </p15:guide>
        <p15:guide id="7" pos="6144" userDrawn="1">
          <p15:clr>
            <a:srgbClr val="A4A3A4"/>
          </p15:clr>
        </p15:guide>
        <p15:guide id="8" pos="7296" userDrawn="1">
          <p15:clr>
            <a:srgbClr val="A4A3A4"/>
          </p15:clr>
        </p15:guide>
        <p15:guide id="9" pos="960" userDrawn="1">
          <p15:clr>
            <a:srgbClr val="F26B43"/>
          </p15:clr>
        </p15:guide>
        <p15:guide id="10" pos="6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4DE1411-B836-454B-90FB-03A6191EE255}"/>
              </a:ext>
            </a:extLst>
          </p:cNvPr>
          <p:cNvGrpSpPr/>
          <p:nvPr/>
        </p:nvGrpSpPr>
        <p:grpSpPr>
          <a:xfrm>
            <a:off x="8036707" y="5262855"/>
            <a:ext cx="4155293" cy="1774604"/>
            <a:chOff x="3512828" y="1479894"/>
            <a:chExt cx="6064881" cy="2590133"/>
          </a:xfrm>
          <a:solidFill>
            <a:schemeClr val="tx1">
              <a:lumMod val="50000"/>
              <a:lumOff val="50000"/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FB70F2D-2B7B-4A73-BF0A-12F277ECB464}"/>
                </a:ext>
              </a:extLst>
            </p:cNvPr>
            <p:cNvSpPr/>
            <p:nvPr/>
          </p:nvSpPr>
          <p:spPr>
            <a:xfrm>
              <a:off x="5371012" y="1479894"/>
              <a:ext cx="2349361" cy="2590133"/>
            </a:xfrm>
            <a:custGeom>
              <a:avLst/>
              <a:gdLst/>
              <a:ahLst/>
              <a:cxnLst/>
              <a:rect l="l" t="t" r="r" b="b"/>
              <a:pathLst>
                <a:path w="2349361" h="2590133">
                  <a:moveTo>
                    <a:pt x="1805798" y="0"/>
                  </a:moveTo>
                  <a:lnTo>
                    <a:pt x="2349361" y="0"/>
                  </a:lnTo>
                  <a:lnTo>
                    <a:pt x="539915" y="2590133"/>
                  </a:lnTo>
                  <a:lnTo>
                    <a:pt x="0" y="2590133"/>
                  </a:lnTo>
                  <a:lnTo>
                    <a:pt x="180579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A8D7841-CB95-43DC-BC37-09D6C43246B8}"/>
                </a:ext>
              </a:extLst>
            </p:cNvPr>
            <p:cNvSpPr/>
            <p:nvPr/>
          </p:nvSpPr>
          <p:spPr>
            <a:xfrm>
              <a:off x="3512828" y="1961901"/>
              <a:ext cx="1539487" cy="2079403"/>
            </a:xfrm>
            <a:custGeom>
              <a:avLst/>
              <a:gdLst/>
              <a:ahLst/>
              <a:cxnLst/>
              <a:rect l="l" t="t" r="r" b="b"/>
              <a:pathLst>
                <a:path w="1539487" h="2079403">
                  <a:moveTo>
                    <a:pt x="1539487" y="0"/>
                  </a:moveTo>
                  <a:lnTo>
                    <a:pt x="1539487" y="518027"/>
                  </a:lnTo>
                  <a:lnTo>
                    <a:pt x="711374" y="1036054"/>
                  </a:lnTo>
                  <a:lnTo>
                    <a:pt x="1539487" y="1532192"/>
                  </a:lnTo>
                  <a:lnTo>
                    <a:pt x="1539487" y="2079403"/>
                  </a:lnTo>
                  <a:lnTo>
                    <a:pt x="0" y="1167384"/>
                  </a:lnTo>
                  <a:lnTo>
                    <a:pt x="0" y="930260"/>
                  </a:lnTo>
                  <a:lnTo>
                    <a:pt x="153948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E05301A-F9F7-40EA-98A2-B8B7C18314EE}"/>
                </a:ext>
              </a:extLst>
            </p:cNvPr>
            <p:cNvSpPr/>
            <p:nvPr/>
          </p:nvSpPr>
          <p:spPr>
            <a:xfrm>
              <a:off x="8038222" y="1961901"/>
              <a:ext cx="1539487" cy="2079403"/>
            </a:xfrm>
            <a:custGeom>
              <a:avLst/>
              <a:gdLst/>
              <a:ahLst/>
              <a:cxnLst/>
              <a:rect l="l" t="t" r="r" b="b"/>
              <a:pathLst>
                <a:path w="1539487" h="2079403">
                  <a:moveTo>
                    <a:pt x="0" y="0"/>
                  </a:moveTo>
                  <a:lnTo>
                    <a:pt x="1539487" y="930260"/>
                  </a:lnTo>
                  <a:lnTo>
                    <a:pt x="1539487" y="1167384"/>
                  </a:lnTo>
                  <a:lnTo>
                    <a:pt x="0" y="2079403"/>
                  </a:lnTo>
                  <a:lnTo>
                    <a:pt x="0" y="1532192"/>
                  </a:lnTo>
                  <a:lnTo>
                    <a:pt x="828112" y="1036054"/>
                  </a:lnTo>
                  <a:lnTo>
                    <a:pt x="0" y="51802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9DBC197-3840-4B4E-9A03-019B2F22FE4F}"/>
              </a:ext>
            </a:extLst>
          </p:cNvPr>
          <p:cNvSpPr txBox="1"/>
          <p:nvPr/>
        </p:nvSpPr>
        <p:spPr>
          <a:xfrm>
            <a:off x="402403" y="268018"/>
            <a:ext cx="57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ysClr val="windowText" lastClr="000000">
                    <a:alpha val="50000"/>
                  </a:sys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2024;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B36AE3-62B0-4015-A5D8-5AA1C5FFF74A}"/>
              </a:ext>
            </a:extLst>
          </p:cNvPr>
          <p:cNvSpPr txBox="1"/>
          <p:nvPr/>
        </p:nvSpPr>
        <p:spPr>
          <a:xfrm>
            <a:off x="11210592" y="268018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ysClr val="windowText" lastClr="000000">
                    <a:alpha val="50000"/>
                  </a:sys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FYP;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ECF699-0960-4E44-86C7-447D7527841E}"/>
              </a:ext>
            </a:extLst>
          </p:cNvPr>
          <p:cNvSpPr txBox="1"/>
          <p:nvPr/>
        </p:nvSpPr>
        <p:spPr>
          <a:xfrm>
            <a:off x="3237213" y="2406865"/>
            <a:ext cx="53078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codeXBuilder</a:t>
            </a:r>
            <a:r>
              <a:rPr lang="en-US" sz="5400" b="1" spc="-300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5400" b="1" spc="-300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//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C9FC7C-13EE-47F5-8ECD-577FBDB2FED5}"/>
              </a:ext>
            </a:extLst>
          </p:cNvPr>
          <p:cNvSpPr txBox="1"/>
          <p:nvPr/>
        </p:nvSpPr>
        <p:spPr>
          <a:xfrm>
            <a:off x="3297595" y="3358529"/>
            <a:ext cx="3733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 Editor Using Natural Language</a:t>
            </a:r>
          </a:p>
        </p:txBody>
      </p:sp>
      <p:pic>
        <p:nvPicPr>
          <p:cNvPr id="18" name="Picture Placeholder 17" descr="A close-up of a person's face&#10;&#10;Description automatically generated">
            <a:extLst>
              <a:ext uri="{FF2B5EF4-FFF2-40B4-BE49-F238E27FC236}">
                <a16:creationId xmlns:a16="http://schemas.microsoft.com/office/drawing/2014/main" id="{AE2BD63A-7C42-C285-6678-3AD166B50B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34" t="-10955" r="-13286" b="-285"/>
          <a:stretch/>
        </p:blipFill>
        <p:spPr>
          <a:xfrm>
            <a:off x="284151" y="268018"/>
            <a:ext cx="2331791" cy="10271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1F17509-FBCE-AB7B-80F9-00D63CE04A6E}"/>
              </a:ext>
            </a:extLst>
          </p:cNvPr>
          <p:cNvSpPr txBox="1"/>
          <p:nvPr/>
        </p:nvSpPr>
        <p:spPr>
          <a:xfrm>
            <a:off x="2632427" y="5052045"/>
            <a:ext cx="5952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spc="-300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// </a:t>
            </a:r>
            <a:r>
              <a:rPr lang="en-US" sz="24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</a:t>
            </a:r>
            <a:r>
              <a:rPr lang="en-US" sz="2400" b="1" spc="-300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-  </a:t>
            </a:r>
            <a:r>
              <a:rPr lang="en-US" sz="24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Shagar Thangaraj || 2019446</a:t>
            </a:r>
            <a:endParaRPr lang="en-US" sz="2400" b="1" spc="-300" dirty="0">
              <a:solidFill>
                <a:schemeClr val="accent4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9E82A48-AA45-1027-5CC3-1524BEDA70F0}"/>
              </a:ext>
            </a:extLst>
          </p:cNvPr>
          <p:cNvSpPr/>
          <p:nvPr/>
        </p:nvSpPr>
        <p:spPr>
          <a:xfrm>
            <a:off x="1935917" y="5052045"/>
            <a:ext cx="434930" cy="1206188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D49093C-7FF3-7AE1-BC6C-EF49EA0A0F84}"/>
              </a:ext>
            </a:extLst>
          </p:cNvPr>
          <p:cNvSpPr/>
          <p:nvPr/>
        </p:nvSpPr>
        <p:spPr>
          <a:xfrm flipH="1">
            <a:off x="9048243" y="5052045"/>
            <a:ext cx="434930" cy="1206188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A2C0F0-2FB8-A274-6E07-D553EC5CBD2B}"/>
              </a:ext>
            </a:extLst>
          </p:cNvPr>
          <p:cNvSpPr txBox="1"/>
          <p:nvPr/>
        </p:nvSpPr>
        <p:spPr>
          <a:xfrm>
            <a:off x="2834392" y="5513710"/>
            <a:ext cx="5206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spc="-300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// </a:t>
            </a:r>
            <a:r>
              <a:rPr lang="en-US" sz="24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Supervisor </a:t>
            </a:r>
            <a:r>
              <a:rPr lang="en-US" sz="2400" b="1" spc="-300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</a:t>
            </a:r>
            <a:r>
              <a:rPr lang="en-US" sz="24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Mohanadas</a:t>
            </a:r>
            <a:r>
              <a:rPr lang="en-US" sz="24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Jananie</a:t>
            </a:r>
            <a:endParaRPr lang="en-US" sz="2400" b="1" spc="-300" dirty="0">
              <a:solidFill>
                <a:schemeClr val="accent4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6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8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8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9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2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3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/>
          <p:bldP spid="17" grpId="0"/>
          <p:bldP spid="19" grpId="0"/>
          <p:bldP spid="23" grpId="0" animBg="1"/>
          <p:bldP spid="24" grpId="0" animBg="1"/>
          <p:bldP spid="2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8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1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/>
          <p:bldP spid="17" grpId="0"/>
          <p:bldP spid="19" grpId="0"/>
          <p:bldP spid="23" grpId="0" animBg="1"/>
          <p:bldP spid="24" grpId="0" animBg="1"/>
          <p:bldP spid="25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CE8736-1829-46E9-A703-85DE82E139C1}"/>
              </a:ext>
            </a:extLst>
          </p:cNvPr>
          <p:cNvSpPr/>
          <p:nvPr/>
        </p:nvSpPr>
        <p:spPr>
          <a:xfrm>
            <a:off x="2026558" y="1935892"/>
            <a:ext cx="4107542" cy="3933371"/>
          </a:xfrm>
          <a:custGeom>
            <a:avLst/>
            <a:gdLst>
              <a:gd name="connsiteX0" fmla="*/ 53809 w 4107542"/>
              <a:gd name="connsiteY0" fmla="*/ 0 h 3933371"/>
              <a:gd name="connsiteX1" fmla="*/ 4053733 w 4107542"/>
              <a:gd name="connsiteY1" fmla="*/ 0 h 3933371"/>
              <a:gd name="connsiteX2" fmla="*/ 4107542 w 4107542"/>
              <a:gd name="connsiteY2" fmla="*/ 53809 h 3933371"/>
              <a:gd name="connsiteX3" fmla="*/ 4107542 w 4107542"/>
              <a:gd name="connsiteY3" fmla="*/ 3879562 h 3933371"/>
              <a:gd name="connsiteX4" fmla="*/ 4053733 w 4107542"/>
              <a:gd name="connsiteY4" fmla="*/ 3933371 h 3933371"/>
              <a:gd name="connsiteX5" fmla="*/ 53809 w 4107542"/>
              <a:gd name="connsiteY5" fmla="*/ 3933371 h 3933371"/>
              <a:gd name="connsiteX6" fmla="*/ 0 w 4107542"/>
              <a:gd name="connsiteY6" fmla="*/ 3879562 h 3933371"/>
              <a:gd name="connsiteX7" fmla="*/ 0 w 4107542"/>
              <a:gd name="connsiteY7" fmla="*/ 53809 h 3933371"/>
              <a:gd name="connsiteX8" fmla="*/ 53809 w 4107542"/>
              <a:gd name="connsiteY8" fmla="*/ 0 h 3933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07542" h="3933371">
                <a:moveTo>
                  <a:pt x="53809" y="0"/>
                </a:moveTo>
                <a:lnTo>
                  <a:pt x="4053733" y="0"/>
                </a:lnTo>
                <a:cubicBezTo>
                  <a:pt x="4083451" y="0"/>
                  <a:pt x="4107542" y="24091"/>
                  <a:pt x="4107542" y="53809"/>
                </a:cubicBezTo>
                <a:lnTo>
                  <a:pt x="4107542" y="3879562"/>
                </a:lnTo>
                <a:cubicBezTo>
                  <a:pt x="4107542" y="3909280"/>
                  <a:pt x="4083451" y="3933371"/>
                  <a:pt x="4053733" y="3933371"/>
                </a:cubicBezTo>
                <a:lnTo>
                  <a:pt x="53809" y="3933371"/>
                </a:lnTo>
                <a:cubicBezTo>
                  <a:pt x="24091" y="3933371"/>
                  <a:pt x="0" y="3909280"/>
                  <a:pt x="0" y="3879562"/>
                </a:cubicBezTo>
                <a:lnTo>
                  <a:pt x="0" y="53809"/>
                </a:lnTo>
                <a:cubicBezTo>
                  <a:pt x="0" y="24091"/>
                  <a:pt x="24091" y="0"/>
                  <a:pt x="53809" y="0"/>
                </a:cubicBezTo>
                <a:close/>
              </a:path>
            </a:pathLst>
          </a:custGeom>
          <a:gradFill flip="none" rotWithShape="1">
            <a:gsLst>
              <a:gs pos="0">
                <a:srgbClr val="232A4E">
                  <a:alpha val="0"/>
                </a:srgbClr>
              </a:gs>
              <a:gs pos="100000">
                <a:srgbClr val="232A4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181">
            <a:extLst>
              <a:ext uri="{FF2B5EF4-FFF2-40B4-BE49-F238E27FC236}">
                <a16:creationId xmlns:a16="http://schemas.microsoft.com/office/drawing/2014/main" id="{EA018F81-51F4-4789-B2A4-B937372A3999}"/>
              </a:ext>
            </a:extLst>
          </p:cNvPr>
          <p:cNvSpPr>
            <a:spLocks noEditPoints="1"/>
          </p:cNvSpPr>
          <p:nvPr/>
        </p:nvSpPr>
        <p:spPr bwMode="auto">
          <a:xfrm>
            <a:off x="3673118" y="3495368"/>
            <a:ext cx="814422" cy="814418"/>
          </a:xfrm>
          <a:custGeom>
            <a:avLst/>
            <a:gdLst>
              <a:gd name="T0" fmla="*/ 0 w 189"/>
              <a:gd name="T1" fmla="*/ 0 h 189"/>
              <a:gd name="T2" fmla="*/ 39687 w 189"/>
              <a:gd name="T3" fmla="*/ 260350 h 189"/>
              <a:gd name="T4" fmla="*/ 149225 w 189"/>
              <a:gd name="T5" fmla="*/ 300037 h 189"/>
              <a:gd name="T6" fmla="*/ 261937 w 189"/>
              <a:gd name="T7" fmla="*/ 260350 h 189"/>
              <a:gd name="T8" fmla="*/ 300037 w 189"/>
              <a:gd name="T9" fmla="*/ 0 h 189"/>
              <a:gd name="T10" fmla="*/ 0 w 189"/>
              <a:gd name="T11" fmla="*/ 0 h 189"/>
              <a:gd name="T12" fmla="*/ 238125 w 189"/>
              <a:gd name="T13" fmla="*/ 76200 h 189"/>
              <a:gd name="T14" fmla="*/ 111125 w 189"/>
              <a:gd name="T15" fmla="*/ 76200 h 189"/>
              <a:gd name="T16" fmla="*/ 112712 w 189"/>
              <a:gd name="T17" fmla="*/ 112712 h 189"/>
              <a:gd name="T18" fmla="*/ 236537 w 189"/>
              <a:gd name="T19" fmla="*/ 112712 h 189"/>
              <a:gd name="T20" fmla="*/ 225425 w 189"/>
              <a:gd name="T21" fmla="*/ 225425 h 189"/>
              <a:gd name="T22" fmla="*/ 149225 w 189"/>
              <a:gd name="T23" fmla="*/ 242887 h 189"/>
              <a:gd name="T24" fmla="*/ 74612 w 189"/>
              <a:gd name="T25" fmla="*/ 225425 h 189"/>
              <a:gd name="T26" fmla="*/ 69850 w 189"/>
              <a:gd name="T27" fmla="*/ 168275 h 189"/>
              <a:gd name="T28" fmla="*/ 112712 w 189"/>
              <a:gd name="T29" fmla="*/ 168275 h 189"/>
              <a:gd name="T30" fmla="*/ 115887 w 189"/>
              <a:gd name="T31" fmla="*/ 196850 h 189"/>
              <a:gd name="T32" fmla="*/ 149225 w 189"/>
              <a:gd name="T33" fmla="*/ 204787 h 189"/>
              <a:gd name="T34" fmla="*/ 187325 w 189"/>
              <a:gd name="T35" fmla="*/ 196850 h 189"/>
              <a:gd name="T36" fmla="*/ 192087 w 189"/>
              <a:gd name="T37" fmla="*/ 150812 h 189"/>
              <a:gd name="T38" fmla="*/ 69850 w 189"/>
              <a:gd name="T39" fmla="*/ 150812 h 189"/>
              <a:gd name="T40" fmla="*/ 57150 w 189"/>
              <a:gd name="T41" fmla="*/ 38100 h 189"/>
              <a:gd name="T42" fmla="*/ 242887 w 189"/>
              <a:gd name="T43" fmla="*/ 38100 h 189"/>
              <a:gd name="T44" fmla="*/ 238125 w 189"/>
              <a:gd name="T45" fmla="*/ 76200 h 18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89" h="189">
                <a:moveTo>
                  <a:pt x="0" y="0"/>
                </a:moveTo>
                <a:lnTo>
                  <a:pt x="25" y="164"/>
                </a:lnTo>
                <a:lnTo>
                  <a:pt x="94" y="189"/>
                </a:lnTo>
                <a:lnTo>
                  <a:pt x="165" y="164"/>
                </a:lnTo>
                <a:lnTo>
                  <a:pt x="189" y="0"/>
                </a:lnTo>
                <a:lnTo>
                  <a:pt x="0" y="0"/>
                </a:lnTo>
                <a:close/>
                <a:moveTo>
                  <a:pt x="150" y="48"/>
                </a:moveTo>
                <a:lnTo>
                  <a:pt x="70" y="48"/>
                </a:lnTo>
                <a:lnTo>
                  <a:pt x="71" y="71"/>
                </a:lnTo>
                <a:lnTo>
                  <a:pt x="149" y="71"/>
                </a:lnTo>
                <a:lnTo>
                  <a:pt x="142" y="142"/>
                </a:lnTo>
                <a:lnTo>
                  <a:pt x="94" y="153"/>
                </a:lnTo>
                <a:lnTo>
                  <a:pt x="47" y="142"/>
                </a:lnTo>
                <a:lnTo>
                  <a:pt x="44" y="106"/>
                </a:lnTo>
                <a:lnTo>
                  <a:pt x="71" y="106"/>
                </a:lnTo>
                <a:lnTo>
                  <a:pt x="73" y="124"/>
                </a:lnTo>
                <a:lnTo>
                  <a:pt x="94" y="129"/>
                </a:lnTo>
                <a:lnTo>
                  <a:pt x="118" y="124"/>
                </a:lnTo>
                <a:lnTo>
                  <a:pt x="121" y="95"/>
                </a:lnTo>
                <a:lnTo>
                  <a:pt x="44" y="95"/>
                </a:lnTo>
                <a:lnTo>
                  <a:pt x="36" y="24"/>
                </a:lnTo>
                <a:lnTo>
                  <a:pt x="153" y="24"/>
                </a:lnTo>
                <a:lnTo>
                  <a:pt x="150" y="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C23C9B-A011-4462-96B1-1A644432251C}"/>
              </a:ext>
            </a:extLst>
          </p:cNvPr>
          <p:cNvSpPr/>
          <p:nvPr/>
        </p:nvSpPr>
        <p:spPr>
          <a:xfrm>
            <a:off x="2251588" y="711738"/>
            <a:ext cx="76888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Table of </a:t>
            </a:r>
            <a:r>
              <a:rPr lang="en-US" sz="3600" b="1" dirty="0">
                <a:solidFill>
                  <a:schemeClr val="bg1"/>
                </a:solidFill>
                <a:latin typeface="Ubuntu" panose="020B0504030602030204" pitchFamily="34" charset="0"/>
              </a:rPr>
              <a:t>Content</a:t>
            </a:r>
            <a:endParaRPr lang="en-US" sz="3600" b="0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9039F63-0408-4FE6-8D75-EF6817FC6809}"/>
              </a:ext>
            </a:extLst>
          </p:cNvPr>
          <p:cNvGrpSpPr/>
          <p:nvPr/>
        </p:nvGrpSpPr>
        <p:grpSpPr>
          <a:xfrm>
            <a:off x="6134100" y="1935888"/>
            <a:ext cx="4093027" cy="3933374"/>
            <a:chOff x="1799303" y="1268361"/>
            <a:chExt cx="1038393" cy="914401"/>
          </a:xfrm>
          <a:solidFill>
            <a:srgbClr val="232A4E"/>
          </a:solidFill>
          <a:effectLst>
            <a:outerShdw blurRad="609600" dist="114300" dir="5400000" algn="t" rotWithShape="0">
              <a:prstClr val="black">
                <a:alpha val="14000"/>
              </a:prstClr>
            </a:outerShdw>
          </a:effectLst>
        </p:grpSpPr>
        <p:sp>
          <p:nvSpPr>
            <p:cNvPr id="73" name="Rectangle: Top Corners Rounded 72">
              <a:extLst>
                <a:ext uri="{FF2B5EF4-FFF2-40B4-BE49-F238E27FC236}">
                  <a16:creationId xmlns:a16="http://schemas.microsoft.com/office/drawing/2014/main" id="{934F0B8C-3D0E-422E-B82D-FB34925986F2}"/>
                </a:ext>
              </a:extLst>
            </p:cNvPr>
            <p:cNvSpPr/>
            <p:nvPr/>
          </p:nvSpPr>
          <p:spPr>
            <a:xfrm rot="16200000">
              <a:off x="1408586" y="1659078"/>
              <a:ext cx="914400" cy="13296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Top Corners Rounded 73">
              <a:extLst>
                <a:ext uri="{FF2B5EF4-FFF2-40B4-BE49-F238E27FC236}">
                  <a16:creationId xmlns:a16="http://schemas.microsoft.com/office/drawing/2014/main" id="{04BD7639-9B00-47C9-8FEF-34DC7BFE4E4B}"/>
                </a:ext>
              </a:extLst>
            </p:cNvPr>
            <p:cNvSpPr/>
            <p:nvPr/>
          </p:nvSpPr>
          <p:spPr>
            <a:xfrm rot="5400000">
              <a:off x="1927783" y="1272848"/>
              <a:ext cx="914400" cy="905427"/>
            </a:xfrm>
            <a:prstGeom prst="round2SameRect">
              <a:avLst>
                <a:gd name="adj1" fmla="val 1345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455974D4-6F6A-493B-BBA4-A52081912E12}"/>
              </a:ext>
            </a:extLst>
          </p:cNvPr>
          <p:cNvSpPr/>
          <p:nvPr/>
        </p:nvSpPr>
        <p:spPr>
          <a:xfrm>
            <a:off x="6244794" y="2486258"/>
            <a:ext cx="3657520" cy="2832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&lt;!Table of content&gt;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Problem Definition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Literature Review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Research Gap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Project Pipeline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Requirement Elicitation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SRS Summary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Functional &amp; NFRs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Proof of Concept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&lt;/</a:t>
            </a:r>
            <a:r>
              <a:rPr lang="en-US" sz="1200" dirty="0">
                <a:latin typeface="Consolas" panose="020B0609020204030204" pitchFamily="49" charset="0"/>
              </a:rPr>
              <a:t>End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</p:txBody>
      </p:sp>
      <p:pic>
        <p:nvPicPr>
          <p:cNvPr id="4" name="Picture Placeholder 3" descr="A blue and white dotted globe&#10;&#10;Description automatically generated with medium confidence">
            <a:extLst>
              <a:ext uri="{FF2B5EF4-FFF2-40B4-BE49-F238E27FC236}">
                <a16:creationId xmlns:a16="http://schemas.microsoft.com/office/drawing/2014/main" id="{64960966-96F2-3FAC-3D96-8AC1AAAA5D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" r="2351"/>
          <a:stretch>
            <a:fillRect/>
          </a:stretch>
        </p:blipFill>
        <p:spPr/>
      </p:pic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135249CD-16F9-46C9-8EF3-479B16429C31}"/>
              </a:ext>
            </a:extLst>
          </p:cNvPr>
          <p:cNvSpPr/>
          <p:nvPr/>
        </p:nvSpPr>
        <p:spPr>
          <a:xfrm>
            <a:off x="5447907" y="5799622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Ubuntu" panose="020B0504030602030204" pitchFamily="34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65549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7" grpId="0" animBg="1"/>
      <p:bldP spid="36" grpId="0"/>
      <p:bldP spid="7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828985E-FD07-40B6-A88B-D3F1BA59FEDA}"/>
              </a:ext>
            </a:extLst>
          </p:cNvPr>
          <p:cNvSpPr/>
          <p:nvPr/>
        </p:nvSpPr>
        <p:spPr>
          <a:xfrm>
            <a:off x="920349" y="714539"/>
            <a:ext cx="278368" cy="771996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3F3C7A7-A36C-403D-8DA0-11A55F79CD4B}"/>
              </a:ext>
            </a:extLst>
          </p:cNvPr>
          <p:cNvSpPr/>
          <p:nvPr/>
        </p:nvSpPr>
        <p:spPr>
          <a:xfrm flipH="1">
            <a:off x="11147470" y="3444240"/>
            <a:ext cx="434930" cy="1206188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E300FB-32B7-4EF8-891A-9D388FC65F5C}"/>
              </a:ext>
            </a:extLst>
          </p:cNvPr>
          <p:cNvSpPr/>
          <p:nvPr/>
        </p:nvSpPr>
        <p:spPr>
          <a:xfrm>
            <a:off x="1465736" y="3459192"/>
            <a:ext cx="4032090" cy="830997"/>
          </a:xfrm>
          <a:prstGeom prst="rect">
            <a:avLst/>
          </a:prstGeom>
          <a:solidFill>
            <a:srgbClr val="232A4E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Definition ://</a:t>
            </a:r>
            <a:endParaRPr lang="en-US" sz="48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0BE422-91CB-4404-97EA-740B58D263AF}"/>
              </a:ext>
            </a:extLst>
          </p:cNvPr>
          <p:cNvSpPr/>
          <p:nvPr/>
        </p:nvSpPr>
        <p:spPr>
          <a:xfrm>
            <a:off x="920349" y="2613243"/>
            <a:ext cx="3429343" cy="83099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Problem</a:t>
            </a:r>
            <a:endParaRPr lang="en-US" sz="48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5D8778-4CBD-4BA5-935A-83F8712281A8}"/>
              </a:ext>
            </a:extLst>
          </p:cNvPr>
          <p:cNvSpPr/>
          <p:nvPr/>
        </p:nvSpPr>
        <p:spPr>
          <a:xfrm>
            <a:off x="6096000" y="798752"/>
            <a:ext cx="5931876" cy="5320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Increase in Programming Interest: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2020: 47% of high school students in the Asia enrolled in computer science courses (Code.org, CSTA, &amp; ECEP Alliance, 2020).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Degrees in computer science doubled in the last decade worldwide (NCES, 2021).</a:t>
            </a:r>
            <a:endParaRPr lang="en-GB" sz="1200" dirty="0">
              <a:solidFill>
                <a:srgbClr val="232A4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Challenges in Learning Programming: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Students often struggle with basic programming courses despite rising interest.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Objective of Study: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Identify difficulties in learning programming.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Support the development of effective learning materials for basic programming courses.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Survey Details: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International survey conducted with 500+ students and teachers.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Focus on difficulties experienced and perceived in learning and teaching programming.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Analysis of Findings: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Highlights key challenges in programming education.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Provides insights to improve teaching strategies and learning outcomes (</a:t>
            </a:r>
            <a:r>
              <a:rPr lang="en-US" sz="1200" dirty="0" err="1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Lahtinen</a:t>
            </a: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et al., 2005).</a:t>
            </a:r>
          </a:p>
        </p:txBody>
      </p:sp>
    </p:spTree>
    <p:extLst>
      <p:ext uri="{BB962C8B-B14F-4D97-AF65-F5344CB8AC3E}">
        <p14:creationId xmlns:p14="http://schemas.microsoft.com/office/powerpoint/2010/main" val="389800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8" presetClass="entr" presetSubtype="3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10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8" presetClass="entr" presetSubtype="12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13" dur="10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8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2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0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1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 animBg="1"/>
          <p:bldP spid="14" grpId="0" animBg="1"/>
          <p:bldP spid="2" grpId="0" animBg="1"/>
          <p:bldP spid="3" grpId="0" animBg="1"/>
          <p:bldP spid="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8" presetClass="entr" presetSubtype="3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10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8" presetClass="entr" presetSubtype="12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13" dur="10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8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2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 animBg="1"/>
          <p:bldP spid="14" grpId="0" animBg="1"/>
          <p:bldP spid="2" grpId="0" animBg="1"/>
          <p:bldP spid="3" grpId="0" animBg="1"/>
          <p:bldP spid="4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32F0FA44-37B9-47FA-B09E-FACD3D14E3F1}"/>
              </a:ext>
            </a:extLst>
          </p:cNvPr>
          <p:cNvSpPr/>
          <p:nvPr/>
        </p:nvSpPr>
        <p:spPr>
          <a:xfrm>
            <a:off x="229778" y="110533"/>
            <a:ext cx="45449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32A4E"/>
                </a:solidFill>
                <a:latin typeface="Ubuntu" panose="020B0504030602030204" pitchFamily="34" charset="0"/>
              </a:rPr>
              <a:t>Shagar Thangaraj</a:t>
            </a:r>
            <a:endParaRPr lang="en-US" b="1" i="0" dirty="0">
              <a:solidFill>
                <a:srgbClr val="232A4E"/>
              </a:solidFill>
              <a:effectLst/>
              <a:latin typeface="Ubuntu" panose="020B0504030602030204" pitchFamily="34" charset="0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19936A1-A01B-4FE0-8C2A-94AA52556397}"/>
              </a:ext>
            </a:extLst>
          </p:cNvPr>
          <p:cNvGrpSpPr/>
          <p:nvPr/>
        </p:nvGrpSpPr>
        <p:grpSpPr>
          <a:xfrm>
            <a:off x="4774711" y="-1951498"/>
            <a:ext cx="8954736" cy="8954736"/>
            <a:chOff x="2333740" y="1009033"/>
            <a:chExt cx="8954736" cy="8954736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7382CF3-49E3-4300-AE5B-2C880C979941}"/>
                </a:ext>
              </a:extLst>
            </p:cNvPr>
            <p:cNvSpPr/>
            <p:nvPr/>
          </p:nvSpPr>
          <p:spPr>
            <a:xfrm>
              <a:off x="2333740" y="1009033"/>
              <a:ext cx="8954736" cy="8954736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6350">
              <a:solidFill>
                <a:schemeClr val="bg1">
                  <a:lumMod val="75000"/>
                  <a:alpha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CD226468-F849-44C8-8C69-293914BE9105}"/>
                </a:ext>
              </a:extLst>
            </p:cNvPr>
            <p:cNvSpPr/>
            <p:nvPr/>
          </p:nvSpPr>
          <p:spPr>
            <a:xfrm>
              <a:off x="9257577" y="1704342"/>
              <a:ext cx="143892" cy="143892"/>
            </a:xfrm>
            <a:prstGeom prst="ellipse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E23E282-E1F4-4D45-91C6-445178FB9262}"/>
                </a:ext>
              </a:extLst>
            </p:cNvPr>
            <p:cNvSpPr/>
            <p:nvPr/>
          </p:nvSpPr>
          <p:spPr>
            <a:xfrm>
              <a:off x="9046288" y="9256329"/>
              <a:ext cx="143892" cy="143892"/>
            </a:xfrm>
            <a:prstGeom prst="ellipse">
              <a:avLst/>
            </a:prstGeom>
            <a:solidFill>
              <a:schemeClr val="accent5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793B679-8E08-4878-A539-3DEB40F63451}"/>
              </a:ext>
            </a:extLst>
          </p:cNvPr>
          <p:cNvGrpSpPr/>
          <p:nvPr/>
        </p:nvGrpSpPr>
        <p:grpSpPr>
          <a:xfrm>
            <a:off x="5698073" y="-904285"/>
            <a:ext cx="6984161" cy="6860310"/>
            <a:chOff x="3257102" y="2056246"/>
            <a:chExt cx="6984161" cy="6860310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8B71D103-D8CA-4001-8A0B-B676B2D044B5}"/>
                </a:ext>
              </a:extLst>
            </p:cNvPr>
            <p:cNvSpPr/>
            <p:nvPr/>
          </p:nvSpPr>
          <p:spPr>
            <a:xfrm>
              <a:off x="3380953" y="2056246"/>
              <a:ext cx="6860310" cy="6860310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6350">
              <a:solidFill>
                <a:schemeClr val="bg1">
                  <a:lumMod val="75000"/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3E57DE06-5BE1-4952-8157-91FE6225380F}"/>
                </a:ext>
              </a:extLst>
            </p:cNvPr>
            <p:cNvSpPr/>
            <p:nvPr/>
          </p:nvSpPr>
          <p:spPr>
            <a:xfrm>
              <a:off x="3257102" y="5770878"/>
              <a:ext cx="289696" cy="289696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F7676C9-1255-44B4-9194-5A3EF51C986F}"/>
              </a:ext>
            </a:extLst>
          </p:cNvPr>
          <p:cNvGrpSpPr/>
          <p:nvPr/>
        </p:nvGrpSpPr>
        <p:grpSpPr>
          <a:xfrm>
            <a:off x="6802436" y="76227"/>
            <a:ext cx="4899287" cy="4899287"/>
            <a:chOff x="4361465" y="3036758"/>
            <a:chExt cx="4899287" cy="4899287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BAB5D676-2A0D-4D99-AE7F-8CEE9FFD514C}"/>
                </a:ext>
              </a:extLst>
            </p:cNvPr>
            <p:cNvSpPr/>
            <p:nvPr/>
          </p:nvSpPr>
          <p:spPr>
            <a:xfrm>
              <a:off x="4361465" y="3036758"/>
              <a:ext cx="4899287" cy="4899287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6350">
              <a:solidFill>
                <a:schemeClr val="bg1">
                  <a:lumMod val="75000"/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69F8879-AFA9-4984-A4A0-39E29F02627B}"/>
                </a:ext>
              </a:extLst>
            </p:cNvPr>
            <p:cNvSpPr/>
            <p:nvPr/>
          </p:nvSpPr>
          <p:spPr>
            <a:xfrm>
              <a:off x="5054276" y="7180266"/>
              <a:ext cx="255250" cy="255250"/>
            </a:xfrm>
            <a:prstGeom prst="ellips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BF73B0D-F095-4281-8CC6-A416C1CB1487}"/>
              </a:ext>
            </a:extLst>
          </p:cNvPr>
          <p:cNvGrpSpPr/>
          <p:nvPr/>
        </p:nvGrpSpPr>
        <p:grpSpPr>
          <a:xfrm>
            <a:off x="7652064" y="925855"/>
            <a:ext cx="3200029" cy="3200029"/>
            <a:chOff x="5211093" y="3886386"/>
            <a:chExt cx="3200029" cy="3200029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EDEE9A0D-37A9-43DC-9599-03ABCAF35020}"/>
                </a:ext>
              </a:extLst>
            </p:cNvPr>
            <p:cNvSpPr/>
            <p:nvPr/>
          </p:nvSpPr>
          <p:spPr>
            <a:xfrm>
              <a:off x="5211093" y="3886386"/>
              <a:ext cx="3200029" cy="3200029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6350">
              <a:solidFill>
                <a:schemeClr val="bg1">
                  <a:lumMod val="75000"/>
                  <a:alpha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11D9BFB3-38A0-4795-AF37-607FCFD42BBF}"/>
                </a:ext>
              </a:extLst>
            </p:cNvPr>
            <p:cNvSpPr/>
            <p:nvPr/>
          </p:nvSpPr>
          <p:spPr>
            <a:xfrm>
              <a:off x="7621751" y="4071297"/>
              <a:ext cx="160174" cy="160174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Oval 51">
            <a:extLst>
              <a:ext uri="{FF2B5EF4-FFF2-40B4-BE49-F238E27FC236}">
                <a16:creationId xmlns:a16="http://schemas.microsoft.com/office/drawing/2014/main" id="{B456235A-FC7F-44F6-AB58-1EF27776A455}"/>
              </a:ext>
            </a:extLst>
          </p:cNvPr>
          <p:cNvSpPr/>
          <p:nvPr/>
        </p:nvSpPr>
        <p:spPr>
          <a:xfrm>
            <a:off x="6922195" y="-677625"/>
            <a:ext cx="3159200" cy="315920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86E2ABF-AB49-427F-892C-77914221262A}"/>
              </a:ext>
            </a:extLst>
          </p:cNvPr>
          <p:cNvSpPr/>
          <p:nvPr/>
        </p:nvSpPr>
        <p:spPr>
          <a:xfrm>
            <a:off x="9492477" y="4736091"/>
            <a:ext cx="522246" cy="52224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87A18B5-F91E-4A08-950C-1F1CA99D1670}"/>
              </a:ext>
            </a:extLst>
          </p:cNvPr>
          <p:cNvSpPr/>
          <p:nvPr/>
        </p:nvSpPr>
        <p:spPr>
          <a:xfrm>
            <a:off x="6346720" y="2413337"/>
            <a:ext cx="1628972" cy="1015663"/>
          </a:xfrm>
          <a:prstGeom prst="rect">
            <a:avLst/>
          </a:prstGeom>
          <a:effectLst>
            <a:outerShdw blurRad="228600" dist="38100" dir="5400000" algn="t" rotWithShape="0">
              <a:schemeClr val="accent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en-US" sz="6000" b="1" dirty="0" err="1">
                <a:solidFill>
                  <a:schemeClr val="accent1"/>
                </a:solidFill>
                <a:latin typeface="Ubuntu" panose="020B0504030602030204" pitchFamily="34" charset="0"/>
              </a:rPr>
              <a:t>مرحبا</a:t>
            </a:r>
            <a:endParaRPr lang="en-US" sz="6000" b="1" dirty="0">
              <a:solidFill>
                <a:schemeClr val="accent1"/>
              </a:solidFill>
              <a:latin typeface="Ubuntu" panose="020B050403060203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AEE296B-C133-4B3A-AA41-B24F58CF1EF4}"/>
              </a:ext>
            </a:extLst>
          </p:cNvPr>
          <p:cNvSpPr/>
          <p:nvPr/>
        </p:nvSpPr>
        <p:spPr>
          <a:xfrm>
            <a:off x="7493464" y="5264391"/>
            <a:ext cx="20681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chemeClr val="accent3"/>
                </a:solidFill>
                <a:effectLst>
                  <a:outerShdw blurRad="368300" dist="38100" dir="5400000" algn="t" rotWithShape="0">
                    <a:schemeClr val="accent3">
                      <a:alpha val="40000"/>
                    </a:schemeClr>
                  </a:outerShdw>
                </a:effectLst>
                <a:latin typeface="Ubuntu" panose="020B0504030602030204" pitchFamily="34" charset="0"/>
              </a:rPr>
              <a:t>안녕하세요</a:t>
            </a:r>
            <a:r>
              <a:rPr lang="en-US" sz="2800" dirty="0">
                <a:solidFill>
                  <a:schemeClr val="accent3"/>
                </a:solidFill>
                <a:effectLst>
                  <a:outerShdw blurRad="368300" dist="38100" dir="5400000" algn="t" rotWithShape="0">
                    <a:schemeClr val="accent3">
                      <a:alpha val="40000"/>
                    </a:schemeClr>
                  </a:outerShdw>
                </a:effectLst>
                <a:latin typeface="Ubuntu" panose="020B0504030602030204" pitchFamily="34" charset="0"/>
              </a:rPr>
              <a:t>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99165B2-F1B4-47A5-ACF2-B5170A7DCA31}"/>
              </a:ext>
            </a:extLst>
          </p:cNvPr>
          <p:cNvSpPr/>
          <p:nvPr/>
        </p:nvSpPr>
        <p:spPr>
          <a:xfrm>
            <a:off x="10348686" y="2761386"/>
            <a:ext cx="14943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err="1">
                <a:solidFill>
                  <a:schemeClr val="accent5"/>
                </a:solidFill>
                <a:effectLst>
                  <a:outerShdw blurRad="368300" dist="38100" dir="5400000" algn="t" rotWithShape="0">
                    <a:schemeClr val="accent5">
                      <a:alpha val="40000"/>
                    </a:schemeClr>
                  </a:outerShdw>
                </a:effectLst>
                <a:latin typeface="Ubuntu" panose="020B0504030602030204" pitchFamily="34" charset="0"/>
              </a:rPr>
              <a:t>नमस्ते</a:t>
            </a:r>
            <a:endParaRPr lang="en-US" sz="4000" b="1" dirty="0">
              <a:solidFill>
                <a:schemeClr val="accent5"/>
              </a:solidFill>
              <a:effectLst>
                <a:outerShdw blurRad="368300" dist="38100" dir="5400000" algn="t" rotWithShape="0">
                  <a:schemeClr val="accent5">
                    <a:alpha val="40000"/>
                  </a:schemeClr>
                </a:outerShdw>
              </a:effectLst>
              <a:latin typeface="Ubuntu" panose="020B050403060203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32A2774-C434-4415-B3B8-7C77901960DC}"/>
              </a:ext>
            </a:extLst>
          </p:cNvPr>
          <p:cNvSpPr/>
          <p:nvPr/>
        </p:nvSpPr>
        <p:spPr>
          <a:xfrm>
            <a:off x="9816443" y="4010496"/>
            <a:ext cx="9380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  <a:effectLst>
                  <a:outerShdw blurRad="368300" dist="38100" dir="5400000" algn="t" rotWithShape="0">
                    <a:schemeClr val="accent3">
                      <a:alpha val="40000"/>
                    </a:schemeClr>
                  </a:outerShdw>
                </a:effectLst>
                <a:latin typeface="Ubuntu" panose="020B0504030602030204" pitchFamily="34" charset="0"/>
              </a:rPr>
              <a:t>Ciao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1982FBA-8610-4B04-A3F0-0EB83F16BC3F}"/>
              </a:ext>
            </a:extLst>
          </p:cNvPr>
          <p:cNvSpPr/>
          <p:nvPr/>
        </p:nvSpPr>
        <p:spPr>
          <a:xfrm>
            <a:off x="7390618" y="1267420"/>
            <a:ext cx="142218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 err="1">
                <a:solidFill>
                  <a:schemeClr val="bg1"/>
                </a:solidFill>
                <a:latin typeface="Ubuntu" panose="020B0504030602030204" pitchFamily="34" charset="0"/>
              </a:rPr>
              <a:t>你好</a:t>
            </a:r>
            <a:endParaRPr lang="en-US" sz="4800" b="1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2EE89E-4A86-4C0C-89A5-A28ADEE92F8C}"/>
              </a:ext>
            </a:extLst>
          </p:cNvPr>
          <p:cNvSpPr txBox="1"/>
          <p:nvPr/>
        </p:nvSpPr>
        <p:spPr>
          <a:xfrm>
            <a:off x="-650565" y="6439690"/>
            <a:ext cx="2422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0088FF"/>
                </a:solidFill>
                <a:latin typeface="Ubuntu" panose="020B0504030602030204" pitchFamily="34" charset="0"/>
              </a:rPr>
              <a:t>codeXBuilder:</a:t>
            </a:r>
            <a:r>
              <a:rPr lang="en-US" sz="1400" b="1" dirty="0">
                <a:solidFill>
                  <a:schemeClr val="accent4"/>
                </a:solidFill>
                <a:latin typeface="Ubuntu" panose="020B0504030602030204" pitchFamily="34" charset="0"/>
              </a:rPr>
              <a:t>//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F267F04D-602F-4C76-BAF2-558B4016B9DC}"/>
              </a:ext>
            </a:extLst>
          </p:cNvPr>
          <p:cNvSpPr/>
          <p:nvPr/>
        </p:nvSpPr>
        <p:spPr>
          <a:xfrm>
            <a:off x="9344747" y="901975"/>
            <a:ext cx="1296186" cy="344818"/>
          </a:xfrm>
          <a:prstGeom prst="roundRect">
            <a:avLst>
              <a:gd name="adj" fmla="val 50000"/>
            </a:avLst>
          </a:prstGeom>
          <a:solidFill>
            <a:srgbClr val="232A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Ubuntu" panose="020B0504030602030204" pitchFamily="34" charset="0"/>
              </a:rPr>
              <a:t>LR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7685EE1-F4BB-4F86-909C-303813DB4A26}"/>
              </a:ext>
            </a:extLst>
          </p:cNvPr>
          <p:cNvSpPr/>
          <p:nvPr/>
        </p:nvSpPr>
        <p:spPr>
          <a:xfrm>
            <a:off x="346821" y="4291303"/>
            <a:ext cx="2745014" cy="830997"/>
          </a:xfrm>
          <a:prstGeom prst="rect">
            <a:avLst/>
          </a:prstGeom>
          <a:solidFill>
            <a:srgbClr val="232A4E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Review</a:t>
            </a:r>
            <a:endParaRPr lang="en-US" sz="48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9E030A6-2BEE-4157-BF8B-A4028E750248}"/>
              </a:ext>
            </a:extLst>
          </p:cNvPr>
          <p:cNvSpPr/>
          <p:nvPr/>
        </p:nvSpPr>
        <p:spPr>
          <a:xfrm>
            <a:off x="374309" y="3388738"/>
            <a:ext cx="5206013" cy="83099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Literature://</a:t>
            </a:r>
            <a:endParaRPr lang="en-US" sz="48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91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mph" presetSubtype="0" repeatCount="indefinite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-21600000">
                                      <p:cBhvr>
                                        <p:cTn id="15" dur="19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mph" presetSubtype="0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21600000">
                                      <p:cBhvr>
                                        <p:cTn id="23" dur="29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mph" presetSubtype="0" repeatCount="indefinite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Rot by="-21600000">
                                      <p:cBhvr>
                                        <p:cTn id="31" dur="39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mph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-21600000">
                                      <p:cBhvr>
                                        <p:cTn id="39" dur="49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18" presetClass="entr" presetSubtype="3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3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2" grpId="0" animBg="1"/>
      <p:bldP spid="56" grpId="0" animBg="1"/>
      <p:bldP spid="57" grpId="0"/>
      <p:bldP spid="58" grpId="0"/>
      <p:bldP spid="59" grpId="0"/>
      <p:bldP spid="60" grpId="0"/>
      <p:bldP spid="61" grpId="0"/>
      <p:bldP spid="70" grpId="0"/>
      <p:bldP spid="71" grpId="0" animBg="1"/>
      <p:bldP spid="50" grpId="0" animBg="1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roup 284">
            <a:extLst>
              <a:ext uri="{FF2B5EF4-FFF2-40B4-BE49-F238E27FC236}">
                <a16:creationId xmlns:a16="http://schemas.microsoft.com/office/drawing/2014/main" id="{14FADB48-B8E4-4F41-BDB7-5FBB734E6DE0}"/>
              </a:ext>
            </a:extLst>
          </p:cNvPr>
          <p:cNvGrpSpPr/>
          <p:nvPr/>
        </p:nvGrpSpPr>
        <p:grpSpPr>
          <a:xfrm>
            <a:off x="2601968" y="4434779"/>
            <a:ext cx="5674051" cy="2423221"/>
            <a:chOff x="3512828" y="1479894"/>
            <a:chExt cx="6064881" cy="2590133"/>
          </a:xfrm>
          <a:solidFill>
            <a:schemeClr val="tx1">
              <a:lumMod val="50000"/>
              <a:lumOff val="50000"/>
              <a:alpha val="10000"/>
            </a:schemeClr>
          </a:solidFill>
        </p:grpSpPr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B4E8E8FF-111A-49FE-8D9C-FB9495470BDF}"/>
                </a:ext>
              </a:extLst>
            </p:cNvPr>
            <p:cNvSpPr/>
            <p:nvPr/>
          </p:nvSpPr>
          <p:spPr>
            <a:xfrm>
              <a:off x="5371012" y="1479894"/>
              <a:ext cx="2349361" cy="2590133"/>
            </a:xfrm>
            <a:custGeom>
              <a:avLst/>
              <a:gdLst/>
              <a:ahLst/>
              <a:cxnLst/>
              <a:rect l="l" t="t" r="r" b="b"/>
              <a:pathLst>
                <a:path w="2349361" h="2590133">
                  <a:moveTo>
                    <a:pt x="1805798" y="0"/>
                  </a:moveTo>
                  <a:lnTo>
                    <a:pt x="2349361" y="0"/>
                  </a:lnTo>
                  <a:lnTo>
                    <a:pt x="539915" y="2590133"/>
                  </a:lnTo>
                  <a:lnTo>
                    <a:pt x="0" y="2590133"/>
                  </a:lnTo>
                  <a:lnTo>
                    <a:pt x="1805798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975B2BF-9777-4662-97C7-382910C50AB9}"/>
                </a:ext>
              </a:extLst>
            </p:cNvPr>
            <p:cNvSpPr/>
            <p:nvPr/>
          </p:nvSpPr>
          <p:spPr>
            <a:xfrm>
              <a:off x="3512828" y="1961901"/>
              <a:ext cx="1539487" cy="2079403"/>
            </a:xfrm>
            <a:custGeom>
              <a:avLst/>
              <a:gdLst/>
              <a:ahLst/>
              <a:cxnLst/>
              <a:rect l="l" t="t" r="r" b="b"/>
              <a:pathLst>
                <a:path w="1539487" h="2079403">
                  <a:moveTo>
                    <a:pt x="1539487" y="0"/>
                  </a:moveTo>
                  <a:lnTo>
                    <a:pt x="1539487" y="518027"/>
                  </a:lnTo>
                  <a:lnTo>
                    <a:pt x="711374" y="1036054"/>
                  </a:lnTo>
                  <a:lnTo>
                    <a:pt x="1539487" y="1532192"/>
                  </a:lnTo>
                  <a:lnTo>
                    <a:pt x="1539487" y="2079403"/>
                  </a:lnTo>
                  <a:lnTo>
                    <a:pt x="0" y="1167384"/>
                  </a:lnTo>
                  <a:lnTo>
                    <a:pt x="0" y="930260"/>
                  </a:lnTo>
                  <a:lnTo>
                    <a:pt x="1539487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EA105E14-2FAB-4739-9987-6CF4EA65510B}"/>
                </a:ext>
              </a:extLst>
            </p:cNvPr>
            <p:cNvSpPr/>
            <p:nvPr/>
          </p:nvSpPr>
          <p:spPr>
            <a:xfrm>
              <a:off x="8038222" y="1961901"/>
              <a:ext cx="1539487" cy="2079403"/>
            </a:xfrm>
            <a:custGeom>
              <a:avLst/>
              <a:gdLst/>
              <a:ahLst/>
              <a:cxnLst/>
              <a:rect l="l" t="t" r="r" b="b"/>
              <a:pathLst>
                <a:path w="1539487" h="2079403">
                  <a:moveTo>
                    <a:pt x="0" y="0"/>
                  </a:moveTo>
                  <a:lnTo>
                    <a:pt x="1539487" y="930260"/>
                  </a:lnTo>
                  <a:lnTo>
                    <a:pt x="1539487" y="1167384"/>
                  </a:lnTo>
                  <a:lnTo>
                    <a:pt x="0" y="2079403"/>
                  </a:lnTo>
                  <a:lnTo>
                    <a:pt x="0" y="1532192"/>
                  </a:lnTo>
                  <a:lnTo>
                    <a:pt x="828112" y="1036054"/>
                  </a:lnTo>
                  <a:lnTo>
                    <a:pt x="0" y="518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D59F4398-E0D7-4508-92B1-24DDE33EF8B7}"/>
              </a:ext>
            </a:extLst>
          </p:cNvPr>
          <p:cNvSpPr/>
          <p:nvPr/>
        </p:nvSpPr>
        <p:spPr>
          <a:xfrm>
            <a:off x="7578247" y="2317673"/>
            <a:ext cx="4604328" cy="4560435"/>
          </a:xfrm>
          <a:custGeom>
            <a:avLst/>
            <a:gdLst>
              <a:gd name="connsiteX0" fmla="*/ 8072818 w 8072818"/>
              <a:gd name="connsiteY0" fmla="*/ 0 h 7995861"/>
              <a:gd name="connsiteX1" fmla="*/ 8072818 w 8072818"/>
              <a:gd name="connsiteY1" fmla="*/ 7995861 h 7995861"/>
              <a:gd name="connsiteX2" fmla="*/ 0 w 8072818"/>
              <a:gd name="connsiteY2" fmla="*/ 7995861 h 7995861"/>
              <a:gd name="connsiteX3" fmla="*/ 100589 w 8072818"/>
              <a:gd name="connsiteY3" fmla="*/ 7967904 h 7995861"/>
              <a:gd name="connsiteX4" fmla="*/ 5094712 w 8072818"/>
              <a:gd name="connsiteY4" fmla="*/ 4967192 h 7995861"/>
              <a:gd name="connsiteX5" fmla="*/ 7900924 w 8072818"/>
              <a:gd name="connsiteY5" fmla="*/ 522728 h 799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72818" h="7995861">
                <a:moveTo>
                  <a:pt x="8072818" y="0"/>
                </a:moveTo>
                <a:lnTo>
                  <a:pt x="8072818" y="7995861"/>
                </a:lnTo>
                <a:lnTo>
                  <a:pt x="0" y="7995861"/>
                </a:lnTo>
                <a:lnTo>
                  <a:pt x="100589" y="7967904"/>
                </a:lnTo>
                <a:cubicBezTo>
                  <a:pt x="1969845" y="7398755"/>
                  <a:pt x="3689359" y="6375780"/>
                  <a:pt x="5094712" y="4967192"/>
                </a:cubicBezTo>
                <a:cubicBezTo>
                  <a:pt x="6359530" y="3699465"/>
                  <a:pt x="7311420" y="2177985"/>
                  <a:pt x="7900924" y="52272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9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06DA3C1F-8DD8-410E-8BF7-97BD77DC5431}"/>
              </a:ext>
            </a:extLst>
          </p:cNvPr>
          <p:cNvSpPr/>
          <p:nvPr/>
        </p:nvSpPr>
        <p:spPr>
          <a:xfrm>
            <a:off x="1582088" y="3315946"/>
            <a:ext cx="2980162" cy="1848991"/>
          </a:xfrm>
          <a:prstGeom prst="roundRect">
            <a:avLst>
              <a:gd name="adj" fmla="val 14597"/>
            </a:avLst>
          </a:prstGeom>
          <a:solidFill>
            <a:schemeClr val="bg1"/>
          </a:solidFill>
          <a:ln>
            <a:noFill/>
          </a:ln>
          <a:effectLst>
            <a:outerShdw blurRad="355600" dist="228600" dir="5400000" sx="97000" sy="97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4F3FF8F4-661F-4061-8F33-2048810D2079}"/>
              </a:ext>
            </a:extLst>
          </p:cNvPr>
          <p:cNvSpPr/>
          <p:nvPr/>
        </p:nvSpPr>
        <p:spPr>
          <a:xfrm>
            <a:off x="4702586" y="3038644"/>
            <a:ext cx="2980162" cy="1848991"/>
          </a:xfrm>
          <a:prstGeom prst="roundRect">
            <a:avLst>
              <a:gd name="adj" fmla="val 14597"/>
            </a:avLst>
          </a:prstGeom>
          <a:solidFill>
            <a:schemeClr val="bg1"/>
          </a:solidFill>
          <a:ln>
            <a:noFill/>
          </a:ln>
          <a:effectLst>
            <a:outerShdw blurRad="355600" dist="228600" dir="5400000" sx="97000" sy="97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3CA63850-7182-4FA2-8562-4ECFF9111FD3}"/>
              </a:ext>
            </a:extLst>
          </p:cNvPr>
          <p:cNvSpPr/>
          <p:nvPr/>
        </p:nvSpPr>
        <p:spPr>
          <a:xfrm>
            <a:off x="7823086" y="2761343"/>
            <a:ext cx="2980162" cy="1848991"/>
          </a:xfrm>
          <a:prstGeom prst="roundRect">
            <a:avLst>
              <a:gd name="adj" fmla="val 14597"/>
            </a:avLst>
          </a:prstGeom>
          <a:solidFill>
            <a:schemeClr val="bg1"/>
          </a:solidFill>
          <a:ln>
            <a:noFill/>
          </a:ln>
          <a:effectLst>
            <a:outerShdw blurRad="355600" dist="228600" dir="5400000" sx="97000" sy="97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675D9EDB-EEA2-4C17-9913-5C50F5B1F2C2}"/>
              </a:ext>
            </a:extLst>
          </p:cNvPr>
          <p:cNvSpPr/>
          <p:nvPr/>
        </p:nvSpPr>
        <p:spPr>
          <a:xfrm>
            <a:off x="1523999" y="1194956"/>
            <a:ext cx="73877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Key LR Summary</a:t>
            </a:r>
            <a:endParaRPr lang="en-US" sz="3600" b="0" i="0" dirty="0">
              <a:solidFill>
                <a:srgbClr val="232A4E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228" name="Rectangle: Rounded Corners 227">
            <a:extLst>
              <a:ext uri="{FF2B5EF4-FFF2-40B4-BE49-F238E27FC236}">
                <a16:creationId xmlns:a16="http://schemas.microsoft.com/office/drawing/2014/main" id="{142F6C60-B12F-43FA-8341-46E6E375F9F6}"/>
              </a:ext>
            </a:extLst>
          </p:cNvPr>
          <p:cNvSpPr/>
          <p:nvPr/>
        </p:nvSpPr>
        <p:spPr>
          <a:xfrm>
            <a:off x="9415644" y="2577629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Ubuntu" panose="020B0504030602030204" pitchFamily="34" charset="0"/>
              </a:rPr>
              <a:t>MORE DETAILS</a:t>
            </a:r>
          </a:p>
        </p:txBody>
      </p:sp>
      <p:grpSp>
        <p:nvGrpSpPr>
          <p:cNvPr id="229" name="Graphic 425">
            <a:extLst>
              <a:ext uri="{FF2B5EF4-FFF2-40B4-BE49-F238E27FC236}">
                <a16:creationId xmlns:a16="http://schemas.microsoft.com/office/drawing/2014/main" id="{8BD525CB-1144-45E9-B642-ACDA60E88CBF}"/>
              </a:ext>
            </a:extLst>
          </p:cNvPr>
          <p:cNvGrpSpPr/>
          <p:nvPr/>
        </p:nvGrpSpPr>
        <p:grpSpPr>
          <a:xfrm flipH="1">
            <a:off x="9682203" y="4047420"/>
            <a:ext cx="2033083" cy="2948243"/>
            <a:chOff x="5324336" y="977053"/>
            <a:chExt cx="1451749" cy="2105231"/>
          </a:xfrm>
          <a:effectLst>
            <a:outerShdw blurRad="203200" dist="38100" dir="2700000" algn="tl" rotWithShape="0">
              <a:prstClr val="black">
                <a:alpha val="21000"/>
              </a:prstClr>
            </a:outerShdw>
          </a:effectLst>
        </p:grpSpPr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76279FBB-4791-4C83-AC68-54A04B533A09}"/>
                </a:ext>
              </a:extLst>
            </p:cNvPr>
            <p:cNvSpPr/>
            <p:nvPr/>
          </p:nvSpPr>
          <p:spPr>
            <a:xfrm>
              <a:off x="5917338" y="1458277"/>
              <a:ext cx="247650" cy="285750"/>
            </a:xfrm>
            <a:custGeom>
              <a:avLst/>
              <a:gdLst>
                <a:gd name="connsiteX0" fmla="*/ 18642 w 247650"/>
                <a:gd name="connsiteY0" fmla="*/ 0 h 285750"/>
                <a:gd name="connsiteX1" fmla="*/ 5307 w 247650"/>
                <a:gd name="connsiteY1" fmla="*/ 210502 h 285750"/>
                <a:gd name="connsiteX2" fmla="*/ 122465 w 247650"/>
                <a:gd name="connsiteY2" fmla="*/ 290513 h 285750"/>
                <a:gd name="connsiteX3" fmla="*/ 249147 w 247650"/>
                <a:gd name="connsiteY3" fmla="*/ 193358 h 285750"/>
                <a:gd name="connsiteX4" fmla="*/ 214857 w 247650"/>
                <a:gd name="connsiteY4" fmla="*/ 144780 h 285750"/>
                <a:gd name="connsiteX5" fmla="*/ 214857 w 247650"/>
                <a:gd name="connsiteY5" fmla="*/ 47625 h 285750"/>
                <a:gd name="connsiteX6" fmla="*/ 18642 w 247650"/>
                <a:gd name="connsiteY6" fmla="*/ 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650" h="285750">
                  <a:moveTo>
                    <a:pt x="18642" y="0"/>
                  </a:moveTo>
                  <a:cubicBezTo>
                    <a:pt x="18642" y="0"/>
                    <a:pt x="31025" y="179070"/>
                    <a:pt x="5307" y="210502"/>
                  </a:cubicBezTo>
                  <a:cubicBezTo>
                    <a:pt x="-20410" y="241935"/>
                    <a:pt x="51980" y="290513"/>
                    <a:pt x="122465" y="290513"/>
                  </a:cubicBezTo>
                  <a:cubicBezTo>
                    <a:pt x="191997" y="290513"/>
                    <a:pt x="249147" y="193358"/>
                    <a:pt x="249147" y="193358"/>
                  </a:cubicBezTo>
                  <a:cubicBezTo>
                    <a:pt x="249147" y="193358"/>
                    <a:pt x="214857" y="194310"/>
                    <a:pt x="214857" y="144780"/>
                  </a:cubicBezTo>
                  <a:cubicBezTo>
                    <a:pt x="214857" y="95250"/>
                    <a:pt x="214857" y="47625"/>
                    <a:pt x="214857" y="47625"/>
                  </a:cubicBezTo>
                  <a:lnTo>
                    <a:pt x="18642" y="0"/>
                  </a:lnTo>
                  <a:close/>
                </a:path>
              </a:pathLst>
            </a:custGeom>
            <a:solidFill>
              <a:srgbClr val="F9D0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5A17D01B-F72E-4A9D-B235-17691170B014}"/>
                </a:ext>
              </a:extLst>
            </p:cNvPr>
            <p:cNvSpPr/>
            <p:nvPr/>
          </p:nvSpPr>
          <p:spPr>
            <a:xfrm>
              <a:off x="5953125" y="1462087"/>
              <a:ext cx="171450" cy="133350"/>
            </a:xfrm>
            <a:custGeom>
              <a:avLst/>
              <a:gdLst>
                <a:gd name="connsiteX0" fmla="*/ 178117 w 171450"/>
                <a:gd name="connsiteY0" fmla="*/ 139065 h 133350"/>
                <a:gd name="connsiteX1" fmla="*/ 178117 w 171450"/>
                <a:gd name="connsiteY1" fmla="*/ 44768 h 133350"/>
                <a:gd name="connsiteX2" fmla="*/ 0 w 171450"/>
                <a:gd name="connsiteY2" fmla="*/ 0 h 133350"/>
                <a:gd name="connsiteX3" fmla="*/ 178117 w 171450"/>
                <a:gd name="connsiteY3" fmla="*/ 139065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" h="133350">
                  <a:moveTo>
                    <a:pt x="178117" y="139065"/>
                  </a:moveTo>
                  <a:cubicBezTo>
                    <a:pt x="178117" y="90488"/>
                    <a:pt x="178117" y="44768"/>
                    <a:pt x="178117" y="44768"/>
                  </a:cubicBezTo>
                  <a:lnTo>
                    <a:pt x="0" y="0"/>
                  </a:lnTo>
                  <a:cubicBezTo>
                    <a:pt x="28575" y="45720"/>
                    <a:pt x="88583" y="122873"/>
                    <a:pt x="178117" y="139065"/>
                  </a:cubicBezTo>
                  <a:close/>
                </a:path>
              </a:pathLst>
            </a:custGeom>
            <a:solidFill>
              <a:srgbClr val="FA8579">
                <a:alpha val="34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1B17882E-178A-4A56-A492-09103612AE23}"/>
                </a:ext>
              </a:extLst>
            </p:cNvPr>
            <p:cNvSpPr/>
            <p:nvPr/>
          </p:nvSpPr>
          <p:spPr>
            <a:xfrm>
              <a:off x="5841559" y="1117282"/>
              <a:ext cx="428625" cy="419100"/>
            </a:xfrm>
            <a:custGeom>
              <a:avLst/>
              <a:gdLst>
                <a:gd name="connsiteX0" fmla="*/ 104899 w 428625"/>
                <a:gd name="connsiteY0" fmla="*/ 345757 h 419100"/>
                <a:gd name="connsiteX1" fmla="*/ 401126 w 428625"/>
                <a:gd name="connsiteY1" fmla="*/ 345757 h 419100"/>
                <a:gd name="connsiteX2" fmla="*/ 429701 w 428625"/>
                <a:gd name="connsiteY2" fmla="*/ 0 h 419100"/>
                <a:gd name="connsiteX3" fmla="*/ 20126 w 428625"/>
                <a:gd name="connsiteY3" fmla="*/ 0 h 419100"/>
                <a:gd name="connsiteX4" fmla="*/ 104899 w 428625"/>
                <a:gd name="connsiteY4" fmla="*/ 345757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625" h="419100">
                  <a:moveTo>
                    <a:pt x="104899" y="345757"/>
                  </a:moveTo>
                  <a:cubicBezTo>
                    <a:pt x="104899" y="345757"/>
                    <a:pt x="370646" y="514350"/>
                    <a:pt x="401126" y="345757"/>
                  </a:cubicBezTo>
                  <a:cubicBezTo>
                    <a:pt x="431606" y="177165"/>
                    <a:pt x="429701" y="0"/>
                    <a:pt x="429701" y="0"/>
                  </a:cubicBezTo>
                  <a:lnTo>
                    <a:pt x="20126" y="0"/>
                  </a:lnTo>
                  <a:cubicBezTo>
                    <a:pt x="20126" y="0"/>
                    <a:pt x="-61789" y="286703"/>
                    <a:pt x="104899" y="345757"/>
                  </a:cubicBezTo>
                  <a:close/>
                </a:path>
              </a:pathLst>
            </a:custGeom>
            <a:solidFill>
              <a:srgbClr val="F9D0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B9C2DFB6-3817-4C8C-86E3-4A77FB23B57A}"/>
                </a:ext>
              </a:extLst>
            </p:cNvPr>
            <p:cNvSpPr/>
            <p:nvPr/>
          </p:nvSpPr>
          <p:spPr>
            <a:xfrm>
              <a:off x="5917882" y="1117282"/>
              <a:ext cx="352425" cy="171450"/>
            </a:xfrm>
            <a:custGeom>
              <a:avLst/>
              <a:gdLst>
                <a:gd name="connsiteX0" fmla="*/ 353378 w 352425"/>
                <a:gd name="connsiteY0" fmla="*/ 32385 h 171450"/>
                <a:gd name="connsiteX1" fmla="*/ 84772 w 352425"/>
                <a:gd name="connsiteY1" fmla="*/ 0 h 171450"/>
                <a:gd name="connsiteX2" fmla="*/ 0 w 352425"/>
                <a:gd name="connsiteY2" fmla="*/ 0 h 171450"/>
                <a:gd name="connsiteX3" fmla="*/ 64770 w 352425"/>
                <a:gd name="connsiteY3" fmla="*/ 175260 h 171450"/>
                <a:gd name="connsiteX4" fmla="*/ 98107 w 352425"/>
                <a:gd name="connsiteY4" fmla="*/ 139065 h 171450"/>
                <a:gd name="connsiteX5" fmla="*/ 160020 w 352425"/>
                <a:gd name="connsiteY5" fmla="*/ 111443 h 171450"/>
                <a:gd name="connsiteX6" fmla="*/ 352425 w 352425"/>
                <a:gd name="connsiteY6" fmla="*/ 67627 h 171450"/>
                <a:gd name="connsiteX7" fmla="*/ 353378 w 352425"/>
                <a:gd name="connsiteY7" fmla="*/ 3238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171450">
                  <a:moveTo>
                    <a:pt x="353378" y="32385"/>
                  </a:moveTo>
                  <a:lnTo>
                    <a:pt x="84772" y="0"/>
                  </a:lnTo>
                  <a:lnTo>
                    <a:pt x="0" y="0"/>
                  </a:lnTo>
                  <a:cubicBezTo>
                    <a:pt x="5715" y="39052"/>
                    <a:pt x="27622" y="174307"/>
                    <a:pt x="64770" y="175260"/>
                  </a:cubicBezTo>
                  <a:cubicBezTo>
                    <a:pt x="76200" y="175260"/>
                    <a:pt x="89535" y="151448"/>
                    <a:pt x="98107" y="139065"/>
                  </a:cubicBezTo>
                  <a:cubicBezTo>
                    <a:pt x="111443" y="118110"/>
                    <a:pt x="135255" y="107633"/>
                    <a:pt x="160020" y="111443"/>
                  </a:cubicBezTo>
                  <a:cubicBezTo>
                    <a:pt x="255270" y="127635"/>
                    <a:pt x="318135" y="95250"/>
                    <a:pt x="352425" y="67627"/>
                  </a:cubicBezTo>
                  <a:cubicBezTo>
                    <a:pt x="352425" y="54293"/>
                    <a:pt x="353378" y="42862"/>
                    <a:pt x="353378" y="32385"/>
                  </a:cubicBezTo>
                  <a:close/>
                </a:path>
              </a:pathLst>
            </a:custGeom>
            <a:solidFill>
              <a:srgbClr val="FA8579">
                <a:alpha val="34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C09E7DD9-63A7-4E37-A7F7-AD3C5A31E538}"/>
                </a:ext>
              </a:extLst>
            </p:cNvPr>
            <p:cNvSpPr/>
            <p:nvPr/>
          </p:nvSpPr>
          <p:spPr>
            <a:xfrm>
              <a:off x="5772268" y="977053"/>
              <a:ext cx="561975" cy="476250"/>
            </a:xfrm>
            <a:custGeom>
              <a:avLst/>
              <a:gdLst>
                <a:gd name="connsiteX0" fmla="*/ 210385 w 561975"/>
                <a:gd name="connsiteY0" fmla="*/ 315489 h 476250"/>
                <a:gd name="connsiteX1" fmla="*/ 214195 w 561975"/>
                <a:gd name="connsiteY1" fmla="*/ 195474 h 476250"/>
                <a:gd name="connsiteX2" fmla="*/ 235150 w 561975"/>
                <a:gd name="connsiteY2" fmla="*/ 180234 h 476250"/>
                <a:gd name="connsiteX3" fmla="*/ 564715 w 561975"/>
                <a:gd name="connsiteY3" fmla="*/ 17356 h 476250"/>
                <a:gd name="connsiteX4" fmla="*/ 554237 w 561975"/>
                <a:gd name="connsiteY4" fmla="*/ 9736 h 476250"/>
                <a:gd name="connsiteX5" fmla="*/ 23695 w 561975"/>
                <a:gd name="connsiteY5" fmla="*/ 76411 h 476250"/>
                <a:gd name="connsiteX6" fmla="*/ 17027 w 561975"/>
                <a:gd name="connsiteY6" fmla="*/ 177376 h 476250"/>
                <a:gd name="connsiteX7" fmla="*/ 162760 w 561975"/>
                <a:gd name="connsiteY7" fmla="*/ 482176 h 476250"/>
                <a:gd name="connsiteX8" fmla="*/ 161807 w 561975"/>
                <a:gd name="connsiteY8" fmla="*/ 453601 h 476250"/>
                <a:gd name="connsiteX9" fmla="*/ 148472 w 561975"/>
                <a:gd name="connsiteY9" fmla="*/ 434551 h 476250"/>
                <a:gd name="connsiteX10" fmla="*/ 94180 w 561975"/>
                <a:gd name="connsiteY10" fmla="*/ 345969 h 476250"/>
                <a:gd name="connsiteX11" fmla="*/ 143710 w 561975"/>
                <a:gd name="connsiteY11" fmla="*/ 288819 h 476250"/>
                <a:gd name="connsiteX12" fmla="*/ 197050 w 561975"/>
                <a:gd name="connsiteY12" fmla="*/ 318346 h 476250"/>
                <a:gd name="connsiteX13" fmla="*/ 210385 w 561975"/>
                <a:gd name="connsiteY13" fmla="*/ 315489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1975" h="476250">
                  <a:moveTo>
                    <a:pt x="210385" y="315489"/>
                  </a:moveTo>
                  <a:cubicBezTo>
                    <a:pt x="215147" y="297391"/>
                    <a:pt x="219910" y="260244"/>
                    <a:pt x="214195" y="195474"/>
                  </a:cubicBezTo>
                  <a:cubicBezTo>
                    <a:pt x="213242" y="184044"/>
                    <a:pt x="224672" y="175471"/>
                    <a:pt x="235150" y="180234"/>
                  </a:cubicBezTo>
                  <a:cubicBezTo>
                    <a:pt x="318970" y="211666"/>
                    <a:pt x="599957" y="296439"/>
                    <a:pt x="564715" y="17356"/>
                  </a:cubicBezTo>
                  <a:cubicBezTo>
                    <a:pt x="563762" y="12594"/>
                    <a:pt x="559000" y="8784"/>
                    <a:pt x="554237" y="9736"/>
                  </a:cubicBezTo>
                  <a:cubicBezTo>
                    <a:pt x="350402" y="33549"/>
                    <a:pt x="87512" y="-60749"/>
                    <a:pt x="23695" y="76411"/>
                  </a:cubicBezTo>
                  <a:cubicBezTo>
                    <a:pt x="3692" y="119274"/>
                    <a:pt x="9407" y="154516"/>
                    <a:pt x="17027" y="177376"/>
                  </a:cubicBezTo>
                  <a:cubicBezTo>
                    <a:pt x="17027" y="177376"/>
                    <a:pt x="-73460" y="361209"/>
                    <a:pt x="162760" y="482176"/>
                  </a:cubicBezTo>
                  <a:lnTo>
                    <a:pt x="161807" y="453601"/>
                  </a:lnTo>
                  <a:cubicBezTo>
                    <a:pt x="161807" y="445029"/>
                    <a:pt x="156092" y="437409"/>
                    <a:pt x="148472" y="434551"/>
                  </a:cubicBezTo>
                  <a:cubicBezTo>
                    <a:pt x="129422" y="425979"/>
                    <a:pt x="95132" y="403119"/>
                    <a:pt x="94180" y="345969"/>
                  </a:cubicBezTo>
                  <a:cubicBezTo>
                    <a:pt x="94180" y="345969"/>
                    <a:pt x="95132" y="285009"/>
                    <a:pt x="143710" y="288819"/>
                  </a:cubicBezTo>
                  <a:cubicBezTo>
                    <a:pt x="172285" y="290724"/>
                    <a:pt x="188477" y="305964"/>
                    <a:pt x="197050" y="318346"/>
                  </a:cubicBezTo>
                  <a:cubicBezTo>
                    <a:pt x="200860" y="323109"/>
                    <a:pt x="209432" y="321204"/>
                    <a:pt x="210385" y="315489"/>
                  </a:cubicBezTo>
                  <a:close/>
                </a:path>
              </a:pathLst>
            </a:custGeom>
            <a:solidFill>
              <a:srgbClr val="3B23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E63C0844-00A2-4BFF-9071-DDCA17EB42E6}"/>
                </a:ext>
              </a:extLst>
            </p:cNvPr>
            <p:cNvSpPr/>
            <p:nvPr/>
          </p:nvSpPr>
          <p:spPr>
            <a:xfrm>
              <a:off x="5676524" y="1634484"/>
              <a:ext cx="866775" cy="1447800"/>
            </a:xfrm>
            <a:custGeom>
              <a:avLst/>
              <a:gdLst>
                <a:gd name="connsiteX0" fmla="*/ 247074 w 866775"/>
                <a:gd name="connsiteY0" fmla="*/ 30485 h 1447800"/>
                <a:gd name="connsiteX1" fmla="*/ 357564 w 866775"/>
                <a:gd name="connsiteY1" fmla="*/ 87635 h 1447800"/>
                <a:gd name="connsiteX2" fmla="*/ 476626 w 866775"/>
                <a:gd name="connsiteY2" fmla="*/ 11435 h 1447800"/>
                <a:gd name="connsiteX3" fmla="*/ 726181 w 866775"/>
                <a:gd name="connsiteY3" fmla="*/ 17150 h 1447800"/>
                <a:gd name="connsiteX4" fmla="*/ 873819 w 866775"/>
                <a:gd name="connsiteY4" fmla="*/ 1338268 h 1447800"/>
                <a:gd name="connsiteX5" fmla="*/ 42286 w 866775"/>
                <a:gd name="connsiteY5" fmla="*/ 1412563 h 1447800"/>
                <a:gd name="connsiteX6" fmla="*/ 20379 w 866775"/>
                <a:gd name="connsiteY6" fmla="*/ 952505 h 1447800"/>
                <a:gd name="connsiteX7" fmla="*/ 19426 w 866775"/>
                <a:gd name="connsiteY7" fmla="*/ 501020 h 1447800"/>
                <a:gd name="connsiteX8" fmla="*/ 9901 w 866775"/>
                <a:gd name="connsiteY8" fmla="*/ 160978 h 1447800"/>
                <a:gd name="connsiteX9" fmla="*/ 112771 w 866775"/>
                <a:gd name="connsiteY9" fmla="*/ 36200 h 1447800"/>
                <a:gd name="connsiteX10" fmla="*/ 247074 w 866775"/>
                <a:gd name="connsiteY10" fmla="*/ 30485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775" h="1447800">
                  <a:moveTo>
                    <a:pt x="247074" y="30485"/>
                  </a:moveTo>
                  <a:cubicBezTo>
                    <a:pt x="247074" y="30485"/>
                    <a:pt x="269934" y="93350"/>
                    <a:pt x="357564" y="87635"/>
                  </a:cubicBezTo>
                  <a:cubicBezTo>
                    <a:pt x="455671" y="80968"/>
                    <a:pt x="476626" y="11435"/>
                    <a:pt x="476626" y="11435"/>
                  </a:cubicBezTo>
                  <a:cubicBezTo>
                    <a:pt x="569971" y="-9520"/>
                    <a:pt x="697606" y="1910"/>
                    <a:pt x="726181" y="17150"/>
                  </a:cubicBezTo>
                  <a:cubicBezTo>
                    <a:pt x="799524" y="55250"/>
                    <a:pt x="848101" y="663898"/>
                    <a:pt x="873819" y="1338268"/>
                  </a:cubicBezTo>
                  <a:cubicBezTo>
                    <a:pt x="878581" y="1465903"/>
                    <a:pt x="122296" y="1476380"/>
                    <a:pt x="42286" y="1412563"/>
                  </a:cubicBezTo>
                  <a:cubicBezTo>
                    <a:pt x="-37724" y="1347793"/>
                    <a:pt x="20379" y="1434470"/>
                    <a:pt x="20379" y="952505"/>
                  </a:cubicBezTo>
                  <a:cubicBezTo>
                    <a:pt x="20379" y="470540"/>
                    <a:pt x="19426" y="501020"/>
                    <a:pt x="19426" y="501020"/>
                  </a:cubicBezTo>
                  <a:lnTo>
                    <a:pt x="9901" y="160978"/>
                  </a:lnTo>
                  <a:cubicBezTo>
                    <a:pt x="7996" y="99065"/>
                    <a:pt x="52764" y="45725"/>
                    <a:pt x="112771" y="36200"/>
                  </a:cubicBezTo>
                  <a:cubicBezTo>
                    <a:pt x="161349" y="28580"/>
                    <a:pt x="215641" y="23818"/>
                    <a:pt x="247074" y="30485"/>
                  </a:cubicBezTo>
                  <a:close/>
                </a:path>
              </a:pathLst>
            </a:custGeom>
            <a:solidFill>
              <a:srgbClr val="6161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46AAA964-1128-42DD-9A90-7EB112306F01}"/>
                </a:ext>
              </a:extLst>
            </p:cNvPr>
            <p:cNvSpPr/>
            <p:nvPr/>
          </p:nvSpPr>
          <p:spPr>
            <a:xfrm>
              <a:off x="5690235" y="2692717"/>
              <a:ext cx="847725" cy="161925"/>
            </a:xfrm>
            <a:custGeom>
              <a:avLst/>
              <a:gdLst>
                <a:gd name="connsiteX0" fmla="*/ 852488 w 847725"/>
                <a:gd name="connsiteY0" fmla="*/ 121920 h 161925"/>
                <a:gd name="connsiteX1" fmla="*/ 846773 w 847725"/>
                <a:gd name="connsiteY1" fmla="*/ 0 h 161925"/>
                <a:gd name="connsiteX2" fmla="*/ 4763 w 847725"/>
                <a:gd name="connsiteY2" fmla="*/ 35242 h 161925"/>
                <a:gd name="connsiteX3" fmla="*/ 0 w 847725"/>
                <a:gd name="connsiteY3" fmla="*/ 145733 h 161925"/>
                <a:gd name="connsiteX4" fmla="*/ 852488 w 847725"/>
                <a:gd name="connsiteY4" fmla="*/ 121920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725" h="161925">
                  <a:moveTo>
                    <a:pt x="852488" y="121920"/>
                  </a:moveTo>
                  <a:cubicBezTo>
                    <a:pt x="850582" y="80963"/>
                    <a:pt x="848678" y="40005"/>
                    <a:pt x="846773" y="0"/>
                  </a:cubicBezTo>
                  <a:cubicBezTo>
                    <a:pt x="456248" y="64770"/>
                    <a:pt x="158115" y="51435"/>
                    <a:pt x="4763" y="35242"/>
                  </a:cubicBezTo>
                  <a:cubicBezTo>
                    <a:pt x="3810" y="78105"/>
                    <a:pt x="1905" y="114300"/>
                    <a:pt x="0" y="145733"/>
                  </a:cubicBezTo>
                  <a:cubicBezTo>
                    <a:pt x="346710" y="191453"/>
                    <a:pt x="687705" y="149542"/>
                    <a:pt x="852488" y="121920"/>
                  </a:cubicBezTo>
                  <a:close/>
                </a:path>
              </a:pathLst>
            </a:custGeom>
            <a:solidFill>
              <a:srgbClr val="F2B0FF">
                <a:alpha val="58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CCCABBAF-C5D2-4348-A664-8EA093AB7B90}"/>
                </a:ext>
              </a:extLst>
            </p:cNvPr>
            <p:cNvSpPr/>
            <p:nvPr/>
          </p:nvSpPr>
          <p:spPr>
            <a:xfrm>
              <a:off x="5696902" y="2483167"/>
              <a:ext cx="828675" cy="161925"/>
            </a:xfrm>
            <a:custGeom>
              <a:avLst/>
              <a:gdLst>
                <a:gd name="connsiteX0" fmla="*/ 835343 w 828675"/>
                <a:gd name="connsiteY0" fmla="*/ 121920 h 161925"/>
                <a:gd name="connsiteX1" fmla="*/ 828675 w 828675"/>
                <a:gd name="connsiteY1" fmla="*/ 0 h 161925"/>
                <a:gd name="connsiteX2" fmla="*/ 0 w 828675"/>
                <a:gd name="connsiteY2" fmla="*/ 36195 h 161925"/>
                <a:gd name="connsiteX3" fmla="*/ 0 w 828675"/>
                <a:gd name="connsiteY3" fmla="*/ 118110 h 161925"/>
                <a:gd name="connsiteX4" fmla="*/ 0 w 828675"/>
                <a:gd name="connsiteY4" fmla="*/ 147638 h 161925"/>
                <a:gd name="connsiteX5" fmla="*/ 835343 w 828675"/>
                <a:gd name="connsiteY5" fmla="*/ 121920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8675" h="161925">
                  <a:moveTo>
                    <a:pt x="835343" y="121920"/>
                  </a:moveTo>
                  <a:cubicBezTo>
                    <a:pt x="833438" y="80963"/>
                    <a:pt x="830580" y="40005"/>
                    <a:pt x="828675" y="0"/>
                  </a:cubicBezTo>
                  <a:cubicBezTo>
                    <a:pt x="448628" y="62865"/>
                    <a:pt x="156210" y="51435"/>
                    <a:pt x="0" y="36195"/>
                  </a:cubicBezTo>
                  <a:cubicBezTo>
                    <a:pt x="0" y="61913"/>
                    <a:pt x="0" y="89535"/>
                    <a:pt x="0" y="118110"/>
                  </a:cubicBezTo>
                  <a:cubicBezTo>
                    <a:pt x="0" y="128588"/>
                    <a:pt x="0" y="138113"/>
                    <a:pt x="0" y="147638"/>
                  </a:cubicBezTo>
                  <a:cubicBezTo>
                    <a:pt x="340043" y="190500"/>
                    <a:pt x="673418" y="149542"/>
                    <a:pt x="835343" y="121920"/>
                  </a:cubicBezTo>
                  <a:close/>
                </a:path>
              </a:pathLst>
            </a:custGeom>
            <a:solidFill>
              <a:srgbClr val="F2B0FF">
                <a:alpha val="58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F13F38C8-5F07-45AE-9144-4A53563F764B}"/>
                </a:ext>
              </a:extLst>
            </p:cNvPr>
            <p:cNvSpPr/>
            <p:nvPr/>
          </p:nvSpPr>
          <p:spPr>
            <a:xfrm>
              <a:off x="6395085" y="1648777"/>
              <a:ext cx="381000" cy="962025"/>
            </a:xfrm>
            <a:custGeom>
              <a:avLst/>
              <a:gdLst>
                <a:gd name="connsiteX0" fmla="*/ 0 w 381000"/>
                <a:gd name="connsiteY0" fmla="*/ 0 h 962025"/>
                <a:gd name="connsiteX1" fmla="*/ 382905 w 381000"/>
                <a:gd name="connsiteY1" fmla="*/ 694373 h 962025"/>
                <a:gd name="connsiteX2" fmla="*/ 352425 w 381000"/>
                <a:gd name="connsiteY2" fmla="*/ 851535 h 962025"/>
                <a:gd name="connsiteX3" fmla="*/ 155257 w 381000"/>
                <a:gd name="connsiteY3" fmla="*/ 968693 h 962025"/>
                <a:gd name="connsiteX4" fmla="*/ 0 w 381000"/>
                <a:gd name="connsiteY4" fmla="*/ 0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0" h="962025">
                  <a:moveTo>
                    <a:pt x="0" y="0"/>
                  </a:moveTo>
                  <a:cubicBezTo>
                    <a:pt x="0" y="0"/>
                    <a:pt x="224790" y="112395"/>
                    <a:pt x="382905" y="694373"/>
                  </a:cubicBezTo>
                  <a:cubicBezTo>
                    <a:pt x="397193" y="748665"/>
                    <a:pt x="386715" y="807720"/>
                    <a:pt x="352425" y="851535"/>
                  </a:cubicBezTo>
                  <a:cubicBezTo>
                    <a:pt x="316230" y="898207"/>
                    <a:pt x="254318" y="949643"/>
                    <a:pt x="155257" y="968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161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DCE8B091-03E7-4D68-8358-A2E49D0E003E}"/>
                </a:ext>
              </a:extLst>
            </p:cNvPr>
            <p:cNvSpPr/>
            <p:nvPr/>
          </p:nvSpPr>
          <p:spPr>
            <a:xfrm>
              <a:off x="5675571" y="2133600"/>
              <a:ext cx="457200" cy="942975"/>
            </a:xfrm>
            <a:custGeom>
              <a:avLst/>
              <a:gdLst>
                <a:gd name="connsiteX0" fmla="*/ 463291 w 457200"/>
                <a:gd name="connsiteY0" fmla="*/ 949643 h 942975"/>
                <a:gd name="connsiteX1" fmla="*/ 362326 w 457200"/>
                <a:gd name="connsiteY1" fmla="*/ 912495 h 942975"/>
                <a:gd name="connsiteX2" fmla="*/ 35619 w 457200"/>
                <a:gd name="connsiteY2" fmla="*/ 0 h 942975"/>
                <a:gd name="connsiteX3" fmla="*/ 19426 w 457200"/>
                <a:gd name="connsiteY3" fmla="*/ 1905 h 942975"/>
                <a:gd name="connsiteX4" fmla="*/ 19426 w 457200"/>
                <a:gd name="connsiteY4" fmla="*/ 2858 h 942975"/>
                <a:gd name="connsiteX5" fmla="*/ 20379 w 457200"/>
                <a:gd name="connsiteY5" fmla="*/ 454342 h 942975"/>
                <a:gd name="connsiteX6" fmla="*/ 42286 w 457200"/>
                <a:gd name="connsiteY6" fmla="*/ 914400 h 942975"/>
                <a:gd name="connsiteX7" fmla="*/ 463291 w 457200"/>
                <a:gd name="connsiteY7" fmla="*/ 949643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7200" h="942975">
                  <a:moveTo>
                    <a:pt x="463291" y="949643"/>
                  </a:moveTo>
                  <a:cubicBezTo>
                    <a:pt x="431859" y="939165"/>
                    <a:pt x="398521" y="926783"/>
                    <a:pt x="362326" y="912495"/>
                  </a:cubicBezTo>
                  <a:cubicBezTo>
                    <a:pt x="65146" y="792480"/>
                    <a:pt x="35619" y="0"/>
                    <a:pt x="35619" y="0"/>
                  </a:cubicBezTo>
                  <a:cubicBezTo>
                    <a:pt x="29904" y="0"/>
                    <a:pt x="24189" y="952"/>
                    <a:pt x="19426" y="1905"/>
                  </a:cubicBezTo>
                  <a:lnTo>
                    <a:pt x="19426" y="2858"/>
                  </a:lnTo>
                  <a:cubicBezTo>
                    <a:pt x="19426" y="2858"/>
                    <a:pt x="20379" y="-27623"/>
                    <a:pt x="20379" y="454342"/>
                  </a:cubicBezTo>
                  <a:cubicBezTo>
                    <a:pt x="20379" y="936308"/>
                    <a:pt x="-37724" y="849630"/>
                    <a:pt x="42286" y="914400"/>
                  </a:cubicBezTo>
                  <a:cubicBezTo>
                    <a:pt x="81339" y="943928"/>
                    <a:pt x="273744" y="958215"/>
                    <a:pt x="463291" y="949643"/>
                  </a:cubicBezTo>
                  <a:close/>
                </a:path>
              </a:pathLst>
            </a:custGeom>
            <a:solidFill>
              <a:srgbClr val="3F4485">
                <a:alpha val="1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86F7F4FD-9A0E-4B83-9B17-7C42627E6EA5}"/>
                </a:ext>
              </a:extLst>
            </p:cNvPr>
            <p:cNvSpPr/>
            <p:nvPr/>
          </p:nvSpPr>
          <p:spPr>
            <a:xfrm>
              <a:off x="6108989" y="1988764"/>
              <a:ext cx="581025" cy="838200"/>
            </a:xfrm>
            <a:custGeom>
              <a:avLst/>
              <a:gdLst>
                <a:gd name="connsiteX0" fmla="*/ 131791 w 581025"/>
                <a:gd name="connsiteY0" fmla="*/ 26725 h 838200"/>
                <a:gd name="connsiteX1" fmla="*/ 346 w 581025"/>
                <a:gd name="connsiteY1" fmla="*/ 810633 h 838200"/>
                <a:gd name="connsiteX2" fmla="*/ 30826 w 581025"/>
                <a:gd name="connsiteY2" fmla="*/ 843970 h 838200"/>
                <a:gd name="connsiteX3" fmla="*/ 418494 w 581025"/>
                <a:gd name="connsiteY3" fmla="*/ 811585 h 838200"/>
                <a:gd name="connsiteX4" fmla="*/ 453736 w 581025"/>
                <a:gd name="connsiteY4" fmla="*/ 780153 h 838200"/>
                <a:gd name="connsiteX5" fmla="*/ 587086 w 581025"/>
                <a:gd name="connsiteY5" fmla="*/ 27678 h 838200"/>
                <a:gd name="connsiteX6" fmla="*/ 564226 w 581025"/>
                <a:gd name="connsiteY6" fmla="*/ 55 h 838200"/>
                <a:gd name="connsiteX7" fmla="*/ 165129 w 581025"/>
                <a:gd name="connsiteY7" fmla="*/ 55 h 838200"/>
                <a:gd name="connsiteX8" fmla="*/ 131791 w 581025"/>
                <a:gd name="connsiteY8" fmla="*/ 26725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1025" h="838200">
                  <a:moveTo>
                    <a:pt x="131791" y="26725"/>
                  </a:moveTo>
                  <a:lnTo>
                    <a:pt x="346" y="810633"/>
                  </a:lnTo>
                  <a:cubicBezTo>
                    <a:pt x="-2511" y="828730"/>
                    <a:pt x="12729" y="844923"/>
                    <a:pt x="30826" y="843970"/>
                  </a:cubicBezTo>
                  <a:lnTo>
                    <a:pt x="418494" y="811585"/>
                  </a:lnTo>
                  <a:cubicBezTo>
                    <a:pt x="435639" y="809680"/>
                    <a:pt x="449926" y="797298"/>
                    <a:pt x="453736" y="780153"/>
                  </a:cubicBezTo>
                  <a:lnTo>
                    <a:pt x="587086" y="27678"/>
                  </a:lnTo>
                  <a:cubicBezTo>
                    <a:pt x="589944" y="13390"/>
                    <a:pt x="578514" y="55"/>
                    <a:pt x="564226" y="55"/>
                  </a:cubicBezTo>
                  <a:lnTo>
                    <a:pt x="165129" y="55"/>
                  </a:lnTo>
                  <a:cubicBezTo>
                    <a:pt x="148936" y="-897"/>
                    <a:pt x="134649" y="10533"/>
                    <a:pt x="131791" y="26725"/>
                  </a:cubicBezTo>
                  <a:close/>
                </a:path>
              </a:pathLst>
            </a:custGeom>
            <a:solidFill>
              <a:srgbClr val="E0D8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22CEE19A-9035-4BCD-90C0-BDDB1AE7D702}"/>
                </a:ext>
              </a:extLst>
            </p:cNvPr>
            <p:cNvSpPr/>
            <p:nvPr/>
          </p:nvSpPr>
          <p:spPr>
            <a:xfrm>
              <a:off x="5324336" y="1678169"/>
              <a:ext cx="771525" cy="1019175"/>
            </a:xfrm>
            <a:custGeom>
              <a:avLst/>
              <a:gdLst>
                <a:gd name="connsiteX0" fmla="*/ 438289 w 771525"/>
                <a:gd name="connsiteY0" fmla="*/ 135 h 1019175"/>
                <a:gd name="connsiteX1" fmla="*/ 10617 w 771525"/>
                <a:gd name="connsiteY1" fmla="*/ 669743 h 1019175"/>
                <a:gd name="connsiteX2" fmla="*/ 71577 w 771525"/>
                <a:gd name="connsiteY2" fmla="*/ 841193 h 1019175"/>
                <a:gd name="connsiteX3" fmla="*/ 732612 w 771525"/>
                <a:gd name="connsiteY3" fmla="*/ 1025978 h 1019175"/>
                <a:gd name="connsiteX4" fmla="*/ 772617 w 771525"/>
                <a:gd name="connsiteY4" fmla="*/ 846908 h 1019175"/>
                <a:gd name="connsiteX5" fmla="*/ 283032 w 771525"/>
                <a:gd name="connsiteY5" fmla="*/ 679268 h 1019175"/>
                <a:gd name="connsiteX6" fmla="*/ 393522 w 771525"/>
                <a:gd name="connsiteY6" fmla="*/ 521153 h 1019175"/>
                <a:gd name="connsiteX7" fmla="*/ 408762 w 771525"/>
                <a:gd name="connsiteY7" fmla="*/ 346845 h 1019175"/>
                <a:gd name="connsiteX8" fmla="*/ 438289 w 771525"/>
                <a:gd name="connsiteY8" fmla="*/ 135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1525" h="1019175">
                  <a:moveTo>
                    <a:pt x="438289" y="135"/>
                  </a:moveTo>
                  <a:cubicBezTo>
                    <a:pt x="438289" y="135"/>
                    <a:pt x="303034" y="-26535"/>
                    <a:pt x="10617" y="669743"/>
                  </a:cubicBezTo>
                  <a:cubicBezTo>
                    <a:pt x="-16053" y="734513"/>
                    <a:pt x="8712" y="808808"/>
                    <a:pt x="71577" y="841193"/>
                  </a:cubicBezTo>
                  <a:cubicBezTo>
                    <a:pt x="181114" y="897390"/>
                    <a:pt x="386854" y="975495"/>
                    <a:pt x="732612" y="1025978"/>
                  </a:cubicBezTo>
                  <a:cubicBezTo>
                    <a:pt x="732612" y="1025978"/>
                    <a:pt x="772617" y="929775"/>
                    <a:pt x="772617" y="846908"/>
                  </a:cubicBezTo>
                  <a:cubicBezTo>
                    <a:pt x="772617" y="846908"/>
                    <a:pt x="415429" y="761183"/>
                    <a:pt x="283032" y="679268"/>
                  </a:cubicBezTo>
                  <a:lnTo>
                    <a:pt x="393522" y="521153"/>
                  </a:lnTo>
                  <a:lnTo>
                    <a:pt x="408762" y="346845"/>
                  </a:lnTo>
                  <a:lnTo>
                    <a:pt x="438289" y="135"/>
                  </a:lnTo>
                  <a:close/>
                </a:path>
              </a:pathLst>
            </a:custGeom>
            <a:solidFill>
              <a:srgbClr val="6161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4D6C5328-7719-4EB0-9077-0F4A2B2150DC}"/>
                </a:ext>
              </a:extLst>
            </p:cNvPr>
            <p:cNvSpPr/>
            <p:nvPr/>
          </p:nvSpPr>
          <p:spPr>
            <a:xfrm>
              <a:off x="6503646" y="2467021"/>
              <a:ext cx="161925" cy="200025"/>
            </a:xfrm>
            <a:custGeom>
              <a:avLst/>
              <a:gdLst>
                <a:gd name="connsiteX0" fmla="*/ 151472 w 161925"/>
                <a:gd name="connsiteY0" fmla="*/ 1859 h 200025"/>
                <a:gd name="connsiteX1" fmla="*/ 12407 w 161925"/>
                <a:gd name="connsiteY1" fmla="*/ 33291 h 200025"/>
                <a:gd name="connsiteX2" fmla="*/ 31457 w 161925"/>
                <a:gd name="connsiteY2" fmla="*/ 64724 h 200025"/>
                <a:gd name="connsiteX3" fmla="*/ 5739 w 161925"/>
                <a:gd name="connsiteY3" fmla="*/ 99966 h 200025"/>
                <a:gd name="connsiteX4" fmla="*/ 30504 w 161925"/>
                <a:gd name="connsiteY4" fmla="*/ 126636 h 200025"/>
                <a:gd name="connsiteX5" fmla="*/ 24 w 161925"/>
                <a:gd name="connsiteY5" fmla="*/ 148544 h 200025"/>
                <a:gd name="connsiteX6" fmla="*/ 26694 w 161925"/>
                <a:gd name="connsiteY6" fmla="*/ 179976 h 200025"/>
                <a:gd name="connsiteX7" fmla="*/ 15264 w 161925"/>
                <a:gd name="connsiteY7" fmla="*/ 203789 h 200025"/>
                <a:gd name="connsiteX8" fmla="*/ 128612 w 161925"/>
                <a:gd name="connsiteY8" fmla="*/ 184739 h 200025"/>
                <a:gd name="connsiteX9" fmla="*/ 126707 w 161925"/>
                <a:gd name="connsiteY9" fmla="*/ 167594 h 200025"/>
                <a:gd name="connsiteX10" fmla="*/ 135279 w 161925"/>
                <a:gd name="connsiteY10" fmla="*/ 137114 h 200025"/>
                <a:gd name="connsiteX11" fmla="*/ 140994 w 161925"/>
                <a:gd name="connsiteY11" fmla="*/ 75201 h 200025"/>
                <a:gd name="connsiteX12" fmla="*/ 151472 w 161925"/>
                <a:gd name="connsiteY12" fmla="*/ 1859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200025">
                  <a:moveTo>
                    <a:pt x="151472" y="1859"/>
                  </a:moveTo>
                  <a:cubicBezTo>
                    <a:pt x="151472" y="1859"/>
                    <a:pt x="10502" y="-11476"/>
                    <a:pt x="12407" y="33291"/>
                  </a:cubicBezTo>
                  <a:cubicBezTo>
                    <a:pt x="12407" y="33291"/>
                    <a:pt x="17169" y="55199"/>
                    <a:pt x="31457" y="64724"/>
                  </a:cubicBezTo>
                  <a:cubicBezTo>
                    <a:pt x="31457" y="64724"/>
                    <a:pt x="24" y="70439"/>
                    <a:pt x="5739" y="99966"/>
                  </a:cubicBezTo>
                  <a:cubicBezTo>
                    <a:pt x="11454" y="129494"/>
                    <a:pt x="30504" y="126636"/>
                    <a:pt x="30504" y="126636"/>
                  </a:cubicBezTo>
                  <a:cubicBezTo>
                    <a:pt x="30504" y="126636"/>
                    <a:pt x="1929" y="135209"/>
                    <a:pt x="24" y="148544"/>
                  </a:cubicBezTo>
                  <a:cubicBezTo>
                    <a:pt x="-928" y="161879"/>
                    <a:pt x="26694" y="179976"/>
                    <a:pt x="26694" y="179976"/>
                  </a:cubicBezTo>
                  <a:cubicBezTo>
                    <a:pt x="26694" y="179976"/>
                    <a:pt x="977" y="197121"/>
                    <a:pt x="15264" y="203789"/>
                  </a:cubicBezTo>
                  <a:cubicBezTo>
                    <a:pt x="29552" y="210456"/>
                    <a:pt x="122897" y="195216"/>
                    <a:pt x="128612" y="184739"/>
                  </a:cubicBezTo>
                  <a:cubicBezTo>
                    <a:pt x="134327" y="174261"/>
                    <a:pt x="126707" y="167594"/>
                    <a:pt x="126707" y="167594"/>
                  </a:cubicBezTo>
                  <a:cubicBezTo>
                    <a:pt x="126707" y="167594"/>
                    <a:pt x="133374" y="153306"/>
                    <a:pt x="135279" y="137114"/>
                  </a:cubicBezTo>
                  <a:cubicBezTo>
                    <a:pt x="135279" y="132351"/>
                    <a:pt x="159092" y="105681"/>
                    <a:pt x="140994" y="75201"/>
                  </a:cubicBezTo>
                  <a:cubicBezTo>
                    <a:pt x="140042" y="72344"/>
                    <a:pt x="197192" y="47579"/>
                    <a:pt x="151472" y="1859"/>
                  </a:cubicBezTo>
                  <a:close/>
                </a:path>
              </a:pathLst>
            </a:custGeom>
            <a:solidFill>
              <a:srgbClr val="F9D0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4F73B4E-BD96-4F74-93E3-A1FD25968809}"/>
                </a:ext>
              </a:extLst>
            </p:cNvPr>
            <p:cNvSpPr/>
            <p:nvPr/>
          </p:nvSpPr>
          <p:spPr>
            <a:xfrm>
              <a:off x="6056948" y="2462212"/>
              <a:ext cx="238125" cy="247650"/>
            </a:xfrm>
            <a:custGeom>
              <a:avLst/>
              <a:gdLst>
                <a:gd name="connsiteX0" fmla="*/ 19050 w 238125"/>
                <a:gd name="connsiteY0" fmla="*/ 81915 h 247650"/>
                <a:gd name="connsiteX1" fmla="*/ 109538 w 238125"/>
                <a:gd name="connsiteY1" fmla="*/ 0 h 247650"/>
                <a:gd name="connsiteX2" fmla="*/ 94298 w 238125"/>
                <a:gd name="connsiteY2" fmla="*/ 94297 h 247650"/>
                <a:gd name="connsiteX3" fmla="*/ 237173 w 238125"/>
                <a:gd name="connsiteY3" fmla="*/ 94297 h 247650"/>
                <a:gd name="connsiteX4" fmla="*/ 245745 w 238125"/>
                <a:gd name="connsiteY4" fmla="*/ 103822 h 247650"/>
                <a:gd name="connsiteX5" fmla="*/ 216217 w 238125"/>
                <a:gd name="connsiteY5" fmla="*/ 147638 h 247650"/>
                <a:gd name="connsiteX6" fmla="*/ 199073 w 238125"/>
                <a:gd name="connsiteY6" fmla="*/ 198120 h 247650"/>
                <a:gd name="connsiteX7" fmla="*/ 0 w 238125"/>
                <a:gd name="connsiteY7" fmla="*/ 240983 h 247650"/>
                <a:gd name="connsiteX8" fmla="*/ 19050 w 238125"/>
                <a:gd name="connsiteY8" fmla="*/ 81915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125" h="247650">
                  <a:moveTo>
                    <a:pt x="19050" y="81915"/>
                  </a:moveTo>
                  <a:cubicBezTo>
                    <a:pt x="23813" y="81915"/>
                    <a:pt x="109538" y="0"/>
                    <a:pt x="109538" y="0"/>
                  </a:cubicBezTo>
                  <a:lnTo>
                    <a:pt x="94298" y="94297"/>
                  </a:lnTo>
                  <a:lnTo>
                    <a:pt x="237173" y="94297"/>
                  </a:lnTo>
                  <a:cubicBezTo>
                    <a:pt x="241935" y="94297"/>
                    <a:pt x="246698" y="99060"/>
                    <a:pt x="245745" y="103822"/>
                  </a:cubicBezTo>
                  <a:cubicBezTo>
                    <a:pt x="243840" y="119063"/>
                    <a:pt x="238125" y="147638"/>
                    <a:pt x="216217" y="147638"/>
                  </a:cubicBezTo>
                  <a:cubicBezTo>
                    <a:pt x="216217" y="147638"/>
                    <a:pt x="220980" y="191453"/>
                    <a:pt x="199073" y="198120"/>
                  </a:cubicBezTo>
                  <a:cubicBezTo>
                    <a:pt x="199073" y="198120"/>
                    <a:pt x="190500" y="279083"/>
                    <a:pt x="0" y="240983"/>
                  </a:cubicBezTo>
                  <a:lnTo>
                    <a:pt x="19050" y="81915"/>
                  </a:lnTo>
                  <a:close/>
                </a:path>
              </a:pathLst>
            </a:custGeom>
            <a:solidFill>
              <a:srgbClr val="F9D0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14BC2967-33E5-4B8E-AF26-1FE575A7271A}"/>
              </a:ext>
            </a:extLst>
          </p:cNvPr>
          <p:cNvSpPr txBox="1"/>
          <p:nvPr/>
        </p:nvSpPr>
        <p:spPr>
          <a:xfrm>
            <a:off x="1757215" y="4093439"/>
            <a:ext cx="2460554" cy="1241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Ubuntu" panose="020B0504030602030204" pitchFamily="34" charset="0"/>
              </a:rPr>
              <a:t>Difficulty in traditional Coding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Ubuntu" panose="020B0504030602030204" pitchFamily="34" charset="0"/>
              </a:rPr>
              <a:t>Attracted to Code Generation 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B49782AC-A1CB-497D-9C40-3044B7FF2D73}"/>
              </a:ext>
            </a:extLst>
          </p:cNvPr>
          <p:cNvSpPr txBox="1"/>
          <p:nvPr/>
        </p:nvSpPr>
        <p:spPr>
          <a:xfrm>
            <a:off x="1806646" y="3692064"/>
            <a:ext cx="652322" cy="486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accent1"/>
                </a:solidFill>
                <a:latin typeface="Ubuntu" panose="020B0504030602030204" pitchFamily="34" charset="0"/>
              </a:rPr>
              <a:t>01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3DCE2FBB-2C46-4BC5-931E-3A1476ECBA21}"/>
              </a:ext>
            </a:extLst>
          </p:cNvPr>
          <p:cNvSpPr txBox="1"/>
          <p:nvPr/>
        </p:nvSpPr>
        <p:spPr>
          <a:xfrm>
            <a:off x="2102575" y="5436692"/>
            <a:ext cx="2422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Andreas et al., 2021</a:t>
            </a:r>
            <a:endParaRPr lang="en-US" sz="1200" dirty="0">
              <a:solidFill>
                <a:srgbClr val="232A4E"/>
              </a:solidFill>
              <a:latin typeface="Ubuntu" panose="020B0504030602030204" pitchFamily="34" charset="0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AAA3DE1D-1749-47FF-96FB-A74170872355}"/>
              </a:ext>
            </a:extLst>
          </p:cNvPr>
          <p:cNvSpPr txBox="1"/>
          <p:nvPr/>
        </p:nvSpPr>
        <p:spPr>
          <a:xfrm>
            <a:off x="4910140" y="4212249"/>
            <a:ext cx="2460554" cy="650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2"/>
                </a:solidFill>
                <a:latin typeface="Ubuntu" panose="020B0504030602030204" pitchFamily="34" charset="0"/>
              </a:rPr>
              <a:t>Trends in Web Development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41DD14C0-F1C2-4302-9FF7-8454136E6554}"/>
              </a:ext>
            </a:extLst>
          </p:cNvPr>
          <p:cNvSpPr txBox="1"/>
          <p:nvPr/>
        </p:nvSpPr>
        <p:spPr>
          <a:xfrm>
            <a:off x="4910140" y="3414556"/>
            <a:ext cx="652322" cy="486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accent2"/>
                </a:solidFill>
                <a:latin typeface="Ubuntu" panose="020B0504030602030204" pitchFamily="34" charset="0"/>
              </a:rPr>
              <a:t>02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B094D90B-EE36-477B-AC2C-56023F348A0A}"/>
              </a:ext>
            </a:extLst>
          </p:cNvPr>
          <p:cNvSpPr txBox="1"/>
          <p:nvPr/>
        </p:nvSpPr>
        <p:spPr>
          <a:xfrm>
            <a:off x="4926276" y="4913427"/>
            <a:ext cx="2422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Floyd, 2020,</a:t>
            </a:r>
            <a:endParaRPr lang="en-US" sz="1200" dirty="0">
              <a:solidFill>
                <a:srgbClr val="232A4E"/>
              </a:solidFill>
              <a:latin typeface="Ubuntu" panose="020B0504030602030204" pitchFamily="34" charset="0"/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6BF7FF5B-9B8A-4B3B-93AA-466F809E13DB}"/>
              </a:ext>
            </a:extLst>
          </p:cNvPr>
          <p:cNvSpPr txBox="1"/>
          <p:nvPr/>
        </p:nvSpPr>
        <p:spPr>
          <a:xfrm>
            <a:off x="8097855" y="3898162"/>
            <a:ext cx="2460554" cy="650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Ubuntu" panose="020B0504030602030204" pitchFamily="34" charset="0"/>
              </a:rPr>
              <a:t>NLP’s Role in Future Coders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1B480C93-E7EB-4CBC-88E2-C5D8C5BA2370}"/>
              </a:ext>
            </a:extLst>
          </p:cNvPr>
          <p:cNvSpPr txBox="1"/>
          <p:nvPr/>
        </p:nvSpPr>
        <p:spPr>
          <a:xfrm>
            <a:off x="8097855" y="3100469"/>
            <a:ext cx="652322" cy="486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accent3"/>
                </a:solidFill>
                <a:latin typeface="Ubuntu" panose="020B0504030602030204" pitchFamily="34" charset="0"/>
              </a:rPr>
              <a:t>03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2A7F94-A300-0F80-C03B-BC84EEEB0AA2}"/>
              </a:ext>
            </a:extLst>
          </p:cNvPr>
          <p:cNvSpPr txBox="1"/>
          <p:nvPr/>
        </p:nvSpPr>
        <p:spPr>
          <a:xfrm>
            <a:off x="4915577" y="5263547"/>
            <a:ext cx="2422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Stack Overflow, 2023</a:t>
            </a:r>
            <a:endParaRPr lang="en-US" sz="1200" dirty="0">
              <a:solidFill>
                <a:srgbClr val="232A4E"/>
              </a:solidFill>
              <a:latin typeface="Ubuntu" panose="020B0504030602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368C59-8661-2C67-C3F2-046CC220EBCC}"/>
              </a:ext>
            </a:extLst>
          </p:cNvPr>
          <p:cNvSpPr txBox="1"/>
          <p:nvPr/>
        </p:nvSpPr>
        <p:spPr>
          <a:xfrm>
            <a:off x="8089533" y="4631090"/>
            <a:ext cx="2422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Wong, M.-F., 2023</a:t>
            </a:r>
            <a:endParaRPr lang="en-US" sz="1200" dirty="0">
              <a:solidFill>
                <a:srgbClr val="232A4E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5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" grpId="0" animBg="1"/>
      <p:bldP spid="217" grpId="0" animBg="1"/>
      <p:bldP spid="218" grpId="0" animBg="1"/>
      <p:bldP spid="219" grpId="0" animBg="1"/>
      <p:bldP spid="228" grpId="0" animBg="1"/>
      <p:bldP spid="276" grpId="0"/>
      <p:bldP spid="277" grpId="0"/>
      <p:bldP spid="278" grpId="0"/>
      <p:bldP spid="279" grpId="0"/>
      <p:bldP spid="280" grpId="0"/>
      <p:bldP spid="281" grpId="0"/>
      <p:bldP spid="282" grpId="0"/>
      <p:bldP spid="283" grpId="0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D687A94-597E-432F-A0B0-FF34EAEEBB4F}"/>
              </a:ext>
            </a:extLst>
          </p:cNvPr>
          <p:cNvGrpSpPr/>
          <p:nvPr/>
        </p:nvGrpSpPr>
        <p:grpSpPr>
          <a:xfrm>
            <a:off x="1503152" y="1615441"/>
            <a:ext cx="3627120" cy="3627120"/>
            <a:chOff x="5211093" y="3886386"/>
            <a:chExt cx="3200029" cy="320002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A71F57B-C2B3-4030-8C59-2C11AC221F1C}"/>
                </a:ext>
              </a:extLst>
            </p:cNvPr>
            <p:cNvSpPr/>
            <p:nvPr/>
          </p:nvSpPr>
          <p:spPr>
            <a:xfrm>
              <a:off x="5211093" y="3886386"/>
              <a:ext cx="3200029" cy="3200029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6350">
              <a:solidFill>
                <a:schemeClr val="bg1">
                  <a:lumMod val="75000"/>
                  <a:alpha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E8D19A0-2C6D-47E9-8D7F-B52E24BD17B9}"/>
                </a:ext>
              </a:extLst>
            </p:cNvPr>
            <p:cNvSpPr/>
            <p:nvPr/>
          </p:nvSpPr>
          <p:spPr>
            <a:xfrm>
              <a:off x="7621751" y="4071297"/>
              <a:ext cx="160174" cy="16017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outerShdw blurRad="304800" dist="38100" dir="5400000" algn="t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2FF96E0-7FEC-4E0A-8B4B-C7F1A7F10461}"/>
              </a:ext>
            </a:extLst>
          </p:cNvPr>
          <p:cNvSpPr/>
          <p:nvPr/>
        </p:nvSpPr>
        <p:spPr>
          <a:xfrm>
            <a:off x="1900490" y="2366566"/>
            <a:ext cx="32348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Existing</a:t>
            </a:r>
          </a:p>
          <a:p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Work</a:t>
            </a:r>
            <a:endParaRPr lang="en-US" sz="3600" b="1" i="0" dirty="0">
              <a:solidFill>
                <a:srgbClr val="232A4E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DCC791-72C6-4644-B4FA-68C8804A49EE}"/>
              </a:ext>
            </a:extLst>
          </p:cNvPr>
          <p:cNvSpPr/>
          <p:nvPr/>
        </p:nvSpPr>
        <p:spPr>
          <a:xfrm>
            <a:off x="6096000" y="2006583"/>
            <a:ext cx="2171699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a-DK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Github Copilot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86D331-52E5-47BD-B121-6853678A587E}"/>
              </a:ext>
            </a:extLst>
          </p:cNvPr>
          <p:cNvSpPr/>
          <p:nvPr/>
        </p:nvSpPr>
        <p:spPr>
          <a:xfrm>
            <a:off x="6096000" y="2440111"/>
            <a:ext cx="4572000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Addon for Code Editors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Paid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56729FA-E975-49AC-AB24-9F154E6D94BD}"/>
              </a:ext>
            </a:extLst>
          </p:cNvPr>
          <p:cNvGrpSpPr/>
          <p:nvPr/>
        </p:nvGrpSpPr>
        <p:grpSpPr>
          <a:xfrm>
            <a:off x="609600" y="3316306"/>
            <a:ext cx="225389" cy="225389"/>
            <a:chOff x="6671787" y="3333796"/>
            <a:chExt cx="416940" cy="416940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4EA74F5-A78F-49DA-AEE9-066C4415EB75}"/>
                </a:ext>
              </a:extLst>
            </p:cNvPr>
            <p:cNvSpPr/>
            <p:nvPr/>
          </p:nvSpPr>
          <p:spPr>
            <a:xfrm>
              <a:off x="6671787" y="3333796"/>
              <a:ext cx="416940" cy="416940"/>
            </a:xfrm>
            <a:custGeom>
              <a:avLst/>
              <a:gdLst>
                <a:gd name="connsiteX0" fmla="*/ 256994 w 659990"/>
                <a:gd name="connsiteY0" fmla="*/ 0 h 659990"/>
                <a:gd name="connsiteX1" fmla="*/ 402996 w 659990"/>
                <a:gd name="connsiteY1" fmla="*/ 0 h 659990"/>
                <a:gd name="connsiteX2" fmla="*/ 659990 w 659990"/>
                <a:gd name="connsiteY2" fmla="*/ 256994 h 659990"/>
                <a:gd name="connsiteX3" fmla="*/ 659990 w 659990"/>
                <a:gd name="connsiteY3" fmla="*/ 402996 h 659990"/>
                <a:gd name="connsiteX4" fmla="*/ 402996 w 659990"/>
                <a:gd name="connsiteY4" fmla="*/ 659990 h 659990"/>
                <a:gd name="connsiteX5" fmla="*/ 256994 w 659990"/>
                <a:gd name="connsiteY5" fmla="*/ 659990 h 659990"/>
                <a:gd name="connsiteX6" fmla="*/ 0 w 659990"/>
                <a:gd name="connsiteY6" fmla="*/ 402996 h 659990"/>
                <a:gd name="connsiteX7" fmla="*/ 0 w 659990"/>
                <a:gd name="connsiteY7" fmla="*/ 256994 h 659990"/>
                <a:gd name="connsiteX8" fmla="*/ 256994 w 659990"/>
                <a:gd name="connsiteY8" fmla="*/ 0 h 6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9990" h="659990">
                  <a:moveTo>
                    <a:pt x="256994" y="0"/>
                  </a:moveTo>
                  <a:lnTo>
                    <a:pt x="402996" y="0"/>
                  </a:lnTo>
                  <a:cubicBezTo>
                    <a:pt x="544930" y="0"/>
                    <a:pt x="659990" y="115060"/>
                    <a:pt x="659990" y="256994"/>
                  </a:cubicBezTo>
                  <a:lnTo>
                    <a:pt x="659990" y="402996"/>
                  </a:lnTo>
                  <a:cubicBezTo>
                    <a:pt x="659990" y="544930"/>
                    <a:pt x="544930" y="659990"/>
                    <a:pt x="402996" y="659990"/>
                  </a:cubicBezTo>
                  <a:lnTo>
                    <a:pt x="256994" y="659990"/>
                  </a:lnTo>
                  <a:cubicBezTo>
                    <a:pt x="115060" y="659990"/>
                    <a:pt x="0" y="544930"/>
                    <a:pt x="0" y="402996"/>
                  </a:cubicBezTo>
                  <a:lnTo>
                    <a:pt x="0" y="256994"/>
                  </a:lnTo>
                  <a:cubicBezTo>
                    <a:pt x="0" y="115060"/>
                    <a:pt x="115060" y="0"/>
                    <a:pt x="256994" y="0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8100000" scaled="1"/>
            </a:gradFill>
            <a:ln>
              <a:noFill/>
            </a:ln>
            <a:effectLst>
              <a:outerShdw blurRad="419100" dist="304800" dir="318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A6F9A60-F37A-4B19-B5C4-77F8EF42FC1A}"/>
                </a:ext>
              </a:extLst>
            </p:cNvPr>
            <p:cNvSpPr/>
            <p:nvPr/>
          </p:nvSpPr>
          <p:spPr>
            <a:xfrm>
              <a:off x="6839909" y="3481801"/>
              <a:ext cx="80696" cy="120930"/>
            </a:xfrm>
            <a:custGeom>
              <a:avLst/>
              <a:gdLst/>
              <a:ahLst/>
              <a:cxnLst/>
              <a:rect l="l" t="t" r="r" b="b"/>
              <a:pathLst>
                <a:path w="80696" h="120930">
                  <a:moveTo>
                    <a:pt x="58750" y="0"/>
                  </a:moveTo>
                  <a:cubicBezTo>
                    <a:pt x="62713" y="0"/>
                    <a:pt x="67361" y="2667"/>
                    <a:pt x="72695" y="8001"/>
                  </a:cubicBezTo>
                  <a:cubicBezTo>
                    <a:pt x="78029" y="13335"/>
                    <a:pt x="80696" y="18060"/>
                    <a:pt x="80696" y="22175"/>
                  </a:cubicBezTo>
                  <a:cubicBezTo>
                    <a:pt x="80696" y="24918"/>
                    <a:pt x="78715" y="28423"/>
                    <a:pt x="74752" y="32690"/>
                  </a:cubicBezTo>
                  <a:lnTo>
                    <a:pt x="47092" y="60579"/>
                  </a:lnTo>
                  <a:lnTo>
                    <a:pt x="74524" y="87783"/>
                  </a:lnTo>
                  <a:cubicBezTo>
                    <a:pt x="78639" y="92202"/>
                    <a:pt x="80696" y="95936"/>
                    <a:pt x="80696" y="98984"/>
                  </a:cubicBezTo>
                  <a:cubicBezTo>
                    <a:pt x="80696" y="103099"/>
                    <a:pt x="78029" y="107823"/>
                    <a:pt x="72695" y="113157"/>
                  </a:cubicBezTo>
                  <a:cubicBezTo>
                    <a:pt x="67513" y="118339"/>
                    <a:pt x="62941" y="120930"/>
                    <a:pt x="58979" y="120930"/>
                  </a:cubicBezTo>
                  <a:cubicBezTo>
                    <a:pt x="55779" y="120930"/>
                    <a:pt x="51816" y="118568"/>
                    <a:pt x="47092" y="113843"/>
                  </a:cubicBezTo>
                  <a:lnTo>
                    <a:pt x="6172" y="73152"/>
                  </a:lnTo>
                  <a:cubicBezTo>
                    <a:pt x="2058" y="68733"/>
                    <a:pt x="0" y="65075"/>
                    <a:pt x="0" y="62180"/>
                  </a:cubicBezTo>
                  <a:cubicBezTo>
                    <a:pt x="0" y="62027"/>
                    <a:pt x="38" y="61799"/>
                    <a:pt x="115" y="61494"/>
                  </a:cubicBezTo>
                  <a:cubicBezTo>
                    <a:pt x="191" y="61189"/>
                    <a:pt x="229" y="60884"/>
                    <a:pt x="229" y="60579"/>
                  </a:cubicBezTo>
                  <a:cubicBezTo>
                    <a:pt x="229" y="60275"/>
                    <a:pt x="191" y="59970"/>
                    <a:pt x="115" y="59665"/>
                  </a:cubicBezTo>
                  <a:cubicBezTo>
                    <a:pt x="38" y="59360"/>
                    <a:pt x="0" y="59132"/>
                    <a:pt x="0" y="58979"/>
                  </a:cubicBezTo>
                  <a:cubicBezTo>
                    <a:pt x="0" y="55779"/>
                    <a:pt x="2286" y="51893"/>
                    <a:pt x="6858" y="47321"/>
                  </a:cubicBezTo>
                  <a:lnTo>
                    <a:pt x="47092" y="7087"/>
                  </a:lnTo>
                  <a:cubicBezTo>
                    <a:pt x="51816" y="2363"/>
                    <a:pt x="55702" y="0"/>
                    <a:pt x="587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C589F7E-FCDF-48EC-8546-C99135209EFE}"/>
              </a:ext>
            </a:extLst>
          </p:cNvPr>
          <p:cNvGrpSpPr/>
          <p:nvPr/>
        </p:nvGrpSpPr>
        <p:grpSpPr>
          <a:xfrm>
            <a:off x="11336163" y="3316306"/>
            <a:ext cx="225389" cy="225389"/>
            <a:chOff x="6920974" y="3130838"/>
            <a:chExt cx="416940" cy="41694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C61B35-C184-4B7A-9D97-A44C2A497847}"/>
                </a:ext>
              </a:extLst>
            </p:cNvPr>
            <p:cNvSpPr/>
            <p:nvPr/>
          </p:nvSpPr>
          <p:spPr>
            <a:xfrm>
              <a:off x="6920974" y="3130838"/>
              <a:ext cx="416940" cy="416940"/>
            </a:xfrm>
            <a:custGeom>
              <a:avLst/>
              <a:gdLst>
                <a:gd name="connsiteX0" fmla="*/ 256994 w 659990"/>
                <a:gd name="connsiteY0" fmla="*/ 0 h 659990"/>
                <a:gd name="connsiteX1" fmla="*/ 402996 w 659990"/>
                <a:gd name="connsiteY1" fmla="*/ 0 h 659990"/>
                <a:gd name="connsiteX2" fmla="*/ 659990 w 659990"/>
                <a:gd name="connsiteY2" fmla="*/ 256994 h 659990"/>
                <a:gd name="connsiteX3" fmla="*/ 659990 w 659990"/>
                <a:gd name="connsiteY3" fmla="*/ 402996 h 659990"/>
                <a:gd name="connsiteX4" fmla="*/ 402996 w 659990"/>
                <a:gd name="connsiteY4" fmla="*/ 659990 h 659990"/>
                <a:gd name="connsiteX5" fmla="*/ 256994 w 659990"/>
                <a:gd name="connsiteY5" fmla="*/ 659990 h 659990"/>
                <a:gd name="connsiteX6" fmla="*/ 0 w 659990"/>
                <a:gd name="connsiteY6" fmla="*/ 402996 h 659990"/>
                <a:gd name="connsiteX7" fmla="*/ 0 w 659990"/>
                <a:gd name="connsiteY7" fmla="*/ 256994 h 659990"/>
                <a:gd name="connsiteX8" fmla="*/ 256994 w 659990"/>
                <a:gd name="connsiteY8" fmla="*/ 0 h 6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9990" h="659990">
                  <a:moveTo>
                    <a:pt x="256994" y="0"/>
                  </a:moveTo>
                  <a:lnTo>
                    <a:pt x="402996" y="0"/>
                  </a:lnTo>
                  <a:cubicBezTo>
                    <a:pt x="544930" y="0"/>
                    <a:pt x="659990" y="115060"/>
                    <a:pt x="659990" y="256994"/>
                  </a:cubicBezTo>
                  <a:lnTo>
                    <a:pt x="659990" y="402996"/>
                  </a:lnTo>
                  <a:cubicBezTo>
                    <a:pt x="659990" y="544930"/>
                    <a:pt x="544930" y="659990"/>
                    <a:pt x="402996" y="659990"/>
                  </a:cubicBezTo>
                  <a:lnTo>
                    <a:pt x="256994" y="659990"/>
                  </a:lnTo>
                  <a:cubicBezTo>
                    <a:pt x="115060" y="659990"/>
                    <a:pt x="0" y="544930"/>
                    <a:pt x="0" y="402996"/>
                  </a:cubicBezTo>
                  <a:lnTo>
                    <a:pt x="0" y="256994"/>
                  </a:lnTo>
                  <a:cubicBezTo>
                    <a:pt x="0" y="115060"/>
                    <a:pt x="115060" y="0"/>
                    <a:pt x="256994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8100000" scaled="1"/>
            </a:gradFill>
            <a:ln>
              <a:noFill/>
            </a:ln>
            <a:effectLst>
              <a:outerShdw blurRad="419100" dist="304800" dir="318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6664629-F11E-4EBF-AF0C-57F0EC6B945E}"/>
                </a:ext>
              </a:extLst>
            </p:cNvPr>
            <p:cNvSpPr/>
            <p:nvPr/>
          </p:nvSpPr>
          <p:spPr>
            <a:xfrm>
              <a:off x="7089096" y="3278729"/>
              <a:ext cx="80696" cy="121158"/>
            </a:xfrm>
            <a:custGeom>
              <a:avLst/>
              <a:gdLst/>
              <a:ahLst/>
              <a:cxnLst/>
              <a:rect l="l" t="t" r="r" b="b"/>
              <a:pathLst>
                <a:path w="80696" h="121158">
                  <a:moveTo>
                    <a:pt x="21946" y="0"/>
                  </a:moveTo>
                  <a:cubicBezTo>
                    <a:pt x="24994" y="0"/>
                    <a:pt x="28880" y="2363"/>
                    <a:pt x="33604" y="7087"/>
                  </a:cubicBezTo>
                  <a:lnTo>
                    <a:pt x="73838" y="47321"/>
                  </a:lnTo>
                  <a:cubicBezTo>
                    <a:pt x="78410" y="51588"/>
                    <a:pt x="80696" y="55322"/>
                    <a:pt x="80696" y="58522"/>
                  </a:cubicBezTo>
                  <a:cubicBezTo>
                    <a:pt x="80696" y="59436"/>
                    <a:pt x="80620" y="60122"/>
                    <a:pt x="80467" y="60579"/>
                  </a:cubicBezTo>
                  <a:cubicBezTo>
                    <a:pt x="80620" y="61037"/>
                    <a:pt x="80696" y="61722"/>
                    <a:pt x="80696" y="62637"/>
                  </a:cubicBezTo>
                  <a:cubicBezTo>
                    <a:pt x="80696" y="65837"/>
                    <a:pt x="78410" y="69571"/>
                    <a:pt x="73838" y="73838"/>
                  </a:cubicBezTo>
                  <a:lnTo>
                    <a:pt x="33147" y="114300"/>
                  </a:lnTo>
                  <a:cubicBezTo>
                    <a:pt x="28575" y="118872"/>
                    <a:pt x="24841" y="121158"/>
                    <a:pt x="21946" y="121158"/>
                  </a:cubicBezTo>
                  <a:cubicBezTo>
                    <a:pt x="18136" y="121158"/>
                    <a:pt x="13488" y="118491"/>
                    <a:pt x="8001" y="113157"/>
                  </a:cubicBezTo>
                  <a:cubicBezTo>
                    <a:pt x="2667" y="107823"/>
                    <a:pt x="0" y="103099"/>
                    <a:pt x="0" y="98984"/>
                  </a:cubicBezTo>
                  <a:cubicBezTo>
                    <a:pt x="0" y="95784"/>
                    <a:pt x="2286" y="91898"/>
                    <a:pt x="6858" y="87326"/>
                  </a:cubicBezTo>
                  <a:lnTo>
                    <a:pt x="33604" y="60579"/>
                  </a:lnTo>
                  <a:lnTo>
                    <a:pt x="6401" y="33147"/>
                  </a:lnTo>
                  <a:cubicBezTo>
                    <a:pt x="2134" y="28880"/>
                    <a:pt x="0" y="25223"/>
                    <a:pt x="0" y="22175"/>
                  </a:cubicBezTo>
                  <a:cubicBezTo>
                    <a:pt x="0" y="18060"/>
                    <a:pt x="2667" y="13335"/>
                    <a:pt x="8001" y="8001"/>
                  </a:cubicBezTo>
                  <a:cubicBezTo>
                    <a:pt x="13335" y="2667"/>
                    <a:pt x="17983" y="0"/>
                    <a:pt x="2194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6" name="Picture 5" descr="A cartoon character with goggles&#10;&#10;Description automatically generated">
            <a:extLst>
              <a:ext uri="{FF2B5EF4-FFF2-40B4-BE49-F238E27FC236}">
                <a16:creationId xmlns:a16="http://schemas.microsoft.com/office/drawing/2014/main" id="{3CC1E39D-84F6-F25B-C2A1-0AB9D8365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193" y="3729849"/>
            <a:ext cx="663122" cy="453870"/>
          </a:xfrm>
          <a:prstGeom prst="rect">
            <a:avLst/>
          </a:prstGeom>
        </p:spPr>
      </p:pic>
      <p:pic>
        <p:nvPicPr>
          <p:cNvPr id="12" name="Picture 11" descr="A black cube with a black background&#10;&#10;Description automatically generated">
            <a:extLst>
              <a:ext uri="{FF2B5EF4-FFF2-40B4-BE49-F238E27FC236}">
                <a16:creationId xmlns:a16="http://schemas.microsoft.com/office/drawing/2014/main" id="{805D325D-A720-B563-D7E4-9C2118329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297" y="3283713"/>
            <a:ext cx="1824157" cy="124853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EC5B9A8-78EA-3B89-CDEE-D20F183C1305}"/>
              </a:ext>
            </a:extLst>
          </p:cNvPr>
          <p:cNvSpPr/>
          <p:nvPr/>
        </p:nvSpPr>
        <p:spPr>
          <a:xfrm>
            <a:off x="6084505" y="3057571"/>
            <a:ext cx="2171699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a-DK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CodePEN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341457-A60A-950D-DDDE-66F12F8929E3}"/>
              </a:ext>
            </a:extLst>
          </p:cNvPr>
          <p:cNvSpPr/>
          <p:nvPr/>
        </p:nvSpPr>
        <p:spPr>
          <a:xfrm>
            <a:off x="6084505" y="3491099"/>
            <a:ext cx="4572000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Browser Based 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CodePen PRO Needed for Copilot</a:t>
            </a:r>
          </a:p>
        </p:txBody>
      </p:sp>
      <p:pic>
        <p:nvPicPr>
          <p:cNvPr id="18" name="Picture 1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71FBC7A-F1EC-C981-73EF-15DB44872F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737" y="3574287"/>
            <a:ext cx="968577" cy="66293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2336F4D-3EB0-134E-B454-268B4DEB4641}"/>
              </a:ext>
            </a:extLst>
          </p:cNvPr>
          <p:cNvSpPr/>
          <p:nvPr/>
        </p:nvSpPr>
        <p:spPr>
          <a:xfrm>
            <a:off x="6116848" y="4183719"/>
            <a:ext cx="2171699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a-DK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ChatGPT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56A2E3-2C1C-44D9-9E0F-D7BD678F32FF}"/>
              </a:ext>
            </a:extLst>
          </p:cNvPr>
          <p:cNvSpPr/>
          <p:nvPr/>
        </p:nvSpPr>
        <p:spPr>
          <a:xfrm>
            <a:off x="6116848" y="4617247"/>
            <a:ext cx="4572000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No Standalone 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Gives you code</a:t>
            </a:r>
          </a:p>
        </p:txBody>
      </p:sp>
    </p:spTree>
    <p:extLst>
      <p:ext uri="{BB962C8B-B14F-4D97-AF65-F5344CB8AC3E}">
        <p14:creationId xmlns:p14="http://schemas.microsoft.com/office/powerpoint/2010/main" val="177488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Rot by="-21600000">
                                      <p:cBhvr>
                                        <p:cTn id="12" dur="19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9" presetClass="entr" presetSubtype="0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6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074A17-C504-4D07-9C17-A663D814D57C}"/>
              </a:ext>
            </a:extLst>
          </p:cNvPr>
          <p:cNvSpPr/>
          <p:nvPr/>
        </p:nvSpPr>
        <p:spPr>
          <a:xfrm>
            <a:off x="1524000" y="1399859"/>
            <a:ext cx="58944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Research Gap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642DB0A-4EC5-413E-ADD8-10E4DC4EBF0E}"/>
              </a:ext>
            </a:extLst>
          </p:cNvPr>
          <p:cNvGrpSpPr/>
          <p:nvPr/>
        </p:nvGrpSpPr>
        <p:grpSpPr>
          <a:xfrm>
            <a:off x="1618657" y="3356429"/>
            <a:ext cx="2732700" cy="276999"/>
            <a:chOff x="4493600" y="4261354"/>
            <a:chExt cx="2732700" cy="27699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C1DFD42-D677-4973-94D6-3F2A8B1F1DE2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03A2DF36-9952-4527-B485-2BB07650CAAD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B8A2BFA0-1348-4851-9CC4-690EC5C98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C46793D-F1D3-435E-9499-58FBC5FDCC79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Lack of real time rendering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81B1146-CB77-4517-BEF7-210E8E329036}"/>
              </a:ext>
            </a:extLst>
          </p:cNvPr>
          <p:cNvSpPr txBox="1"/>
          <p:nvPr/>
        </p:nvSpPr>
        <p:spPr>
          <a:xfrm>
            <a:off x="1523999" y="2755501"/>
            <a:ext cx="2599765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232A4E"/>
                </a:solidFill>
                <a:latin typeface="Ubuntu" panose="020B0504030602030204" pitchFamily="34" charset="0"/>
              </a:rPr>
              <a:t>NLP in Code Generation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760824-4C73-44F9-B84E-45CFD3FF8A73}"/>
              </a:ext>
            </a:extLst>
          </p:cNvPr>
          <p:cNvSpPr txBox="1"/>
          <p:nvPr/>
        </p:nvSpPr>
        <p:spPr>
          <a:xfrm>
            <a:off x="1524000" y="2510055"/>
            <a:ext cx="2422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Technological Gap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D3D167-4A83-4215-8873-806EE25AF33E}"/>
              </a:ext>
            </a:extLst>
          </p:cNvPr>
          <p:cNvGrpSpPr/>
          <p:nvPr/>
        </p:nvGrpSpPr>
        <p:grpSpPr>
          <a:xfrm>
            <a:off x="1618657" y="3799372"/>
            <a:ext cx="2732700" cy="461665"/>
            <a:chOff x="4493600" y="4261354"/>
            <a:chExt cx="2732700" cy="46166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DC9714B-8740-463D-BF7B-27BF6C5BD0BB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060FB1EC-B528-4C01-AC46-DFA51B173808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 7">
                <a:extLst>
                  <a:ext uri="{FF2B5EF4-FFF2-40B4-BE49-F238E27FC236}">
                    <a16:creationId xmlns:a16="http://schemas.microsoft.com/office/drawing/2014/main" id="{B8D2E116-429D-48E0-9924-89F15EBA6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E9AD2B-ABFF-493E-BEE8-9330F5E8094B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Instant Feed back , Split screen editors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AAC74B-6210-4AE5-9244-E1C2B0094E0B}"/>
              </a:ext>
            </a:extLst>
          </p:cNvPr>
          <p:cNvGrpSpPr/>
          <p:nvPr/>
        </p:nvGrpSpPr>
        <p:grpSpPr>
          <a:xfrm>
            <a:off x="1618657" y="4242315"/>
            <a:ext cx="4540602" cy="461665"/>
            <a:chOff x="4493600" y="4261354"/>
            <a:chExt cx="4540602" cy="46166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9321F9B-3094-4DD9-AECE-3C0741A683A1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5267FDE8-8B77-4775-913E-4C95E2C15A45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 7">
                <a:extLst>
                  <a:ext uri="{FF2B5EF4-FFF2-40B4-BE49-F238E27FC236}">
                    <a16:creationId xmlns:a16="http://schemas.microsoft.com/office/drawing/2014/main" id="{EC76073A-5CF9-40CC-B7EA-18EF73349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B4A94C-80F1-44CA-BA33-4D90E7AC670E}"/>
                </a:ext>
              </a:extLst>
            </p:cNvPr>
            <p:cNvSpPr txBox="1"/>
            <p:nvPr/>
          </p:nvSpPr>
          <p:spPr>
            <a:xfrm>
              <a:off x="4803471" y="4261354"/>
              <a:ext cx="423073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Lack of RRR GPT or Copilot typically operate static (Khan et al., 2022). </a:t>
              </a:r>
            </a:p>
          </p:txBody>
        </p:sp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4F88EAF-D216-4254-9422-9BD1B7F97BDD}"/>
              </a:ext>
            </a:extLst>
          </p:cNvPr>
          <p:cNvCxnSpPr/>
          <p:nvPr/>
        </p:nvCxnSpPr>
        <p:spPr>
          <a:xfrm>
            <a:off x="6159259" y="3120266"/>
            <a:ext cx="0" cy="187304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7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1BFD19-4ECF-48C9-96A1-15263A511064}"/>
              </a:ext>
            </a:extLst>
          </p:cNvPr>
          <p:cNvSpPr/>
          <p:nvPr/>
        </p:nvSpPr>
        <p:spPr>
          <a:xfrm>
            <a:off x="1" y="6312310"/>
            <a:ext cx="12192000" cy="545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F55AE94-7E0B-4930-8646-AFDB121DEE46}"/>
              </a:ext>
            </a:extLst>
          </p:cNvPr>
          <p:cNvSpPr/>
          <p:nvPr/>
        </p:nvSpPr>
        <p:spPr>
          <a:xfrm>
            <a:off x="686117" y="1828800"/>
            <a:ext cx="1752283" cy="4859594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B5578BB-F5A2-475D-8149-DF420CBC29EE}"/>
              </a:ext>
            </a:extLst>
          </p:cNvPr>
          <p:cNvSpPr/>
          <p:nvPr/>
        </p:nvSpPr>
        <p:spPr>
          <a:xfrm>
            <a:off x="4686776" y="-1"/>
            <a:ext cx="4457224" cy="6740193"/>
          </a:xfrm>
          <a:custGeom>
            <a:avLst/>
            <a:gdLst>
              <a:gd name="connsiteX0" fmla="*/ 272225 w 1752283"/>
              <a:gd name="connsiteY0" fmla="*/ 0 h 2649794"/>
              <a:gd name="connsiteX1" fmla="*/ 950806 w 1752283"/>
              <a:gd name="connsiteY1" fmla="*/ 0 h 2649794"/>
              <a:gd name="connsiteX2" fmla="*/ 889449 w 1752283"/>
              <a:gd name="connsiteY2" fmla="*/ 56741 h 2649794"/>
              <a:gd name="connsiteX3" fmla="*/ 519699 w 1752283"/>
              <a:gd name="connsiteY3" fmla="*/ 203672 h 2649794"/>
              <a:gd name="connsiteX4" fmla="*/ 519699 w 1752283"/>
              <a:gd name="connsiteY4" fmla="*/ 236322 h 2649794"/>
              <a:gd name="connsiteX5" fmla="*/ 1126469 w 1752283"/>
              <a:gd name="connsiteY5" fmla="*/ 927440 h 2649794"/>
              <a:gd name="connsiteX6" fmla="*/ 1126469 w 1752283"/>
              <a:gd name="connsiteY6" fmla="*/ 1735559 h 2649794"/>
              <a:gd name="connsiteX7" fmla="*/ 1285643 w 1752283"/>
              <a:gd name="connsiteY7" fmla="*/ 2138257 h 2649794"/>
              <a:gd name="connsiteX8" fmla="*/ 1752283 w 1752283"/>
              <a:gd name="connsiteY8" fmla="*/ 2268863 h 2649794"/>
              <a:gd name="connsiteX9" fmla="*/ 1752283 w 1752283"/>
              <a:gd name="connsiteY9" fmla="*/ 2649794 h 2649794"/>
              <a:gd name="connsiteX10" fmla="*/ 952328 w 1752283"/>
              <a:gd name="connsiteY10" fmla="*/ 2413072 h 2649794"/>
              <a:gd name="connsiteX11" fmla="*/ 669351 w 1752283"/>
              <a:gd name="connsiteY11" fmla="*/ 1762768 h 2649794"/>
              <a:gd name="connsiteX12" fmla="*/ 669351 w 1752283"/>
              <a:gd name="connsiteY12" fmla="*/ 938325 h 2649794"/>
              <a:gd name="connsiteX13" fmla="*/ 497932 w 1752283"/>
              <a:gd name="connsiteY13" fmla="*/ 534265 h 2649794"/>
              <a:gd name="connsiteX14" fmla="*/ 0 w 1752283"/>
              <a:gd name="connsiteY14" fmla="*/ 413183 h 2649794"/>
              <a:gd name="connsiteX15" fmla="*/ 0 w 1752283"/>
              <a:gd name="connsiteY15" fmla="*/ 29531 h 2649794"/>
              <a:gd name="connsiteX16" fmla="*/ 164617 w 1752283"/>
              <a:gd name="connsiteY16" fmla="*/ 19328 h 264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52283" h="2649794">
                <a:moveTo>
                  <a:pt x="272225" y="0"/>
                </a:moveTo>
                <a:lnTo>
                  <a:pt x="950806" y="0"/>
                </a:lnTo>
                <a:lnTo>
                  <a:pt x="889449" y="56741"/>
                </a:lnTo>
                <a:cubicBezTo>
                  <a:pt x="794641" y="128166"/>
                  <a:pt x="671391" y="177143"/>
                  <a:pt x="519699" y="203672"/>
                </a:cubicBezTo>
                <a:lnTo>
                  <a:pt x="519699" y="236322"/>
                </a:lnTo>
                <a:cubicBezTo>
                  <a:pt x="924211" y="307066"/>
                  <a:pt x="1126469" y="537440"/>
                  <a:pt x="1126469" y="927440"/>
                </a:cubicBezTo>
                <a:lnTo>
                  <a:pt x="1126469" y="1735559"/>
                </a:lnTo>
                <a:cubicBezTo>
                  <a:pt x="1126469" y="1920583"/>
                  <a:pt x="1179526" y="2054816"/>
                  <a:pt x="1285643" y="2138257"/>
                </a:cubicBezTo>
                <a:cubicBezTo>
                  <a:pt x="1391759" y="2221700"/>
                  <a:pt x="1547307" y="2265235"/>
                  <a:pt x="1752283" y="2268863"/>
                </a:cubicBezTo>
                <a:lnTo>
                  <a:pt x="1752283" y="2649794"/>
                </a:lnTo>
                <a:cubicBezTo>
                  <a:pt x="1407632" y="2646166"/>
                  <a:pt x="1140980" y="2567259"/>
                  <a:pt x="952328" y="2413072"/>
                </a:cubicBezTo>
                <a:cubicBezTo>
                  <a:pt x="763677" y="2258886"/>
                  <a:pt x="669351" y="2042118"/>
                  <a:pt x="669351" y="1762768"/>
                </a:cubicBezTo>
                <a:lnTo>
                  <a:pt x="669351" y="938325"/>
                </a:lnTo>
                <a:cubicBezTo>
                  <a:pt x="669351" y="749673"/>
                  <a:pt x="612210" y="614986"/>
                  <a:pt x="497932" y="534265"/>
                </a:cubicBezTo>
                <a:cubicBezTo>
                  <a:pt x="383652" y="453545"/>
                  <a:pt x="217675" y="413183"/>
                  <a:pt x="0" y="413183"/>
                </a:cubicBezTo>
                <a:lnTo>
                  <a:pt x="0" y="29531"/>
                </a:lnTo>
                <a:cubicBezTo>
                  <a:pt x="58954" y="28624"/>
                  <a:pt x="113826" y="25223"/>
                  <a:pt x="164617" y="19328"/>
                </a:cubicBez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B218D8-55C4-4A3A-BB60-71DAF7CBFFDD}"/>
              </a:ext>
            </a:extLst>
          </p:cNvPr>
          <p:cNvSpPr/>
          <p:nvPr/>
        </p:nvSpPr>
        <p:spPr>
          <a:xfrm>
            <a:off x="2648426" y="2273263"/>
            <a:ext cx="5276374" cy="1910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  <a:cs typeface="Poppins" panose="00000500000000000000" pitchFamily="2" charset="0"/>
              </a:rPr>
              <a:t>Project Aim </a:t>
            </a:r>
          </a:p>
          <a:p>
            <a:pPr>
              <a:lnSpc>
                <a:spcPct val="130000"/>
              </a:lnSpc>
            </a:pPr>
            <a:r>
              <a:rPr lang="en-US" sz="1400" i="1" dirty="0">
                <a:solidFill>
                  <a:schemeClr val="bg1"/>
                </a:solidFill>
                <a:latin typeface="Ubuntu" panose="020B0504030602030204" pitchFamily="34" charset="0"/>
                <a:cs typeface="Poppins" panose="00000500000000000000" pitchFamily="2" charset="0"/>
              </a:rPr>
              <a:t>The aim of the project is to design, develop, and evaluate a novel code editor with artificial intelligence, enabling users to generate code through natural language inputs and real-time feedback, making programming more accessible for non-programmers.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439D54-429F-4582-A243-61681CF43EFC}"/>
              </a:ext>
            </a:extLst>
          </p:cNvPr>
          <p:cNvGrpSpPr/>
          <p:nvPr/>
        </p:nvGrpSpPr>
        <p:grpSpPr>
          <a:xfrm>
            <a:off x="2772502" y="4776954"/>
            <a:ext cx="6800348" cy="340520"/>
            <a:chOff x="2571750" y="4235617"/>
            <a:chExt cx="6800348" cy="3405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E8D7D0-A797-4D35-9C51-3DAC253807B1}"/>
                </a:ext>
              </a:extLst>
            </p:cNvPr>
            <p:cNvSpPr txBox="1"/>
            <p:nvPr/>
          </p:nvSpPr>
          <p:spPr>
            <a:xfrm>
              <a:off x="2571750" y="4235618"/>
              <a:ext cx="5239860" cy="340519"/>
            </a:xfrm>
            <a:prstGeom prst="roundRect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Ubuntu" panose="020B0504030602030204" pitchFamily="34" charset="0"/>
                  <a:ea typeface="Roboto" panose="02000000000000000000" pitchFamily="2" charset="0"/>
                  <a:cs typeface="Poppins" panose="00000500000000000000" pitchFamily="2" charset="0"/>
                </a:rPr>
                <a:t>“</a:t>
              </a:r>
              <a:r>
                <a:rPr lang="en-US" sz="1400" dirty="0" err="1">
                  <a:solidFill>
                    <a:schemeClr val="bg1"/>
                  </a:solidFill>
                  <a:latin typeface="Ubuntu" panose="020B0504030602030204" pitchFamily="34" charset="0"/>
                  <a:ea typeface="Roboto" panose="02000000000000000000" pitchFamily="2" charset="0"/>
                  <a:cs typeface="Poppins" panose="00000500000000000000" pitchFamily="2" charset="0"/>
                </a:rPr>
                <a:t>NavBar</a:t>
              </a:r>
              <a:r>
                <a:rPr lang="en-US" sz="1400" dirty="0">
                  <a:solidFill>
                    <a:schemeClr val="bg1"/>
                  </a:solidFill>
                  <a:latin typeface="Ubuntu" panose="020B0504030602030204" pitchFamily="34" charset="0"/>
                  <a:ea typeface="Roboto" panose="02000000000000000000" pitchFamily="2" charset="0"/>
                  <a:cs typeface="Poppins" panose="00000500000000000000" pitchFamily="2" charset="0"/>
                </a:rPr>
                <a:t> with four Options”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8D63F5B-6738-4CBF-BFF6-61FFF941F3BF}"/>
                </a:ext>
              </a:extLst>
            </p:cNvPr>
            <p:cNvSpPr txBox="1"/>
            <p:nvPr/>
          </p:nvSpPr>
          <p:spPr>
            <a:xfrm>
              <a:off x="7620502" y="4235617"/>
              <a:ext cx="1751596" cy="34052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50" b="1">
                  <a:solidFill>
                    <a:schemeClr val="lt1"/>
                  </a:solidFill>
                  <a:latin typeface="Ubuntu" panose="020B050403060203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/>
                <a:t>ENTER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B3D3A44-3A70-44ED-ACE4-0848568389E6}"/>
              </a:ext>
            </a:extLst>
          </p:cNvPr>
          <p:cNvGrpSpPr/>
          <p:nvPr/>
        </p:nvGrpSpPr>
        <p:grpSpPr>
          <a:xfrm>
            <a:off x="8248797" y="1540692"/>
            <a:ext cx="2805358" cy="2638844"/>
            <a:chOff x="3048000" y="1236470"/>
            <a:chExt cx="2578307" cy="242527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FE908BE-6C3F-4FD6-A6DD-280ACAFDD557}"/>
                </a:ext>
              </a:extLst>
            </p:cNvPr>
            <p:cNvGrpSpPr/>
            <p:nvPr/>
          </p:nvGrpSpPr>
          <p:grpSpPr>
            <a:xfrm>
              <a:off x="3048000" y="1236470"/>
              <a:ext cx="2578307" cy="2425270"/>
              <a:chOff x="4901508" y="974408"/>
              <a:chExt cx="2416549" cy="2273113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855E4E42-F148-4517-AC0A-1BC4FA1A2F2A}"/>
                  </a:ext>
                </a:extLst>
              </p:cNvPr>
              <p:cNvSpPr/>
              <p:nvPr/>
            </p:nvSpPr>
            <p:spPr>
              <a:xfrm>
                <a:off x="5529263" y="1226820"/>
                <a:ext cx="1638300" cy="1638300"/>
              </a:xfrm>
              <a:custGeom>
                <a:avLst/>
                <a:gdLst>
                  <a:gd name="connsiteX0" fmla="*/ 1638300 w 1638300"/>
                  <a:gd name="connsiteY0" fmla="*/ 819150 h 1638300"/>
                  <a:gd name="connsiteX1" fmla="*/ 819150 w 1638300"/>
                  <a:gd name="connsiteY1" fmla="*/ 1638300 h 1638300"/>
                  <a:gd name="connsiteX2" fmla="*/ 0 w 1638300"/>
                  <a:gd name="connsiteY2" fmla="*/ 819150 h 1638300"/>
                  <a:gd name="connsiteX3" fmla="*/ 819150 w 1638300"/>
                  <a:gd name="connsiteY3" fmla="*/ 0 h 1638300"/>
                  <a:gd name="connsiteX4" fmla="*/ 1638300 w 1638300"/>
                  <a:gd name="connsiteY4" fmla="*/ 81915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38300" h="1638300">
                    <a:moveTo>
                      <a:pt x="1638300" y="819150"/>
                    </a:moveTo>
                    <a:cubicBezTo>
                      <a:pt x="1638300" y="1271554"/>
                      <a:pt x="1271554" y="1638300"/>
                      <a:pt x="819150" y="1638300"/>
                    </a:cubicBezTo>
                    <a:cubicBezTo>
                      <a:pt x="366746" y="1638300"/>
                      <a:pt x="0" y="1271554"/>
                      <a:pt x="0" y="819150"/>
                    </a:cubicBezTo>
                    <a:cubicBezTo>
                      <a:pt x="0" y="366746"/>
                      <a:pt x="366746" y="0"/>
                      <a:pt x="819150" y="0"/>
                    </a:cubicBezTo>
                    <a:cubicBezTo>
                      <a:pt x="1271554" y="0"/>
                      <a:pt x="1638300" y="366746"/>
                      <a:pt x="1638300" y="819150"/>
                    </a:cubicBez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A922F30-EA62-4A8D-B71E-F5D131700173}"/>
                  </a:ext>
                </a:extLst>
              </p:cNvPr>
              <p:cNvSpPr/>
              <p:nvPr/>
            </p:nvSpPr>
            <p:spPr>
              <a:xfrm>
                <a:off x="6669405" y="2526983"/>
                <a:ext cx="333375" cy="333375"/>
              </a:xfrm>
              <a:custGeom>
                <a:avLst/>
                <a:gdLst>
                  <a:gd name="connsiteX0" fmla="*/ 337185 w 333375"/>
                  <a:gd name="connsiteY0" fmla="*/ 168593 h 333375"/>
                  <a:gd name="connsiteX1" fmla="*/ 168592 w 333375"/>
                  <a:gd name="connsiteY1" fmla="*/ 337185 h 333375"/>
                  <a:gd name="connsiteX2" fmla="*/ 0 w 333375"/>
                  <a:gd name="connsiteY2" fmla="*/ 168593 h 333375"/>
                  <a:gd name="connsiteX3" fmla="*/ 168592 w 333375"/>
                  <a:gd name="connsiteY3" fmla="*/ 0 h 333375"/>
                  <a:gd name="connsiteX4" fmla="*/ 337185 w 333375"/>
                  <a:gd name="connsiteY4" fmla="*/ 168593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3375" h="333375">
                    <a:moveTo>
                      <a:pt x="337185" y="168593"/>
                    </a:moveTo>
                    <a:cubicBezTo>
                      <a:pt x="337185" y="261704"/>
                      <a:pt x="261703" y="337185"/>
                      <a:pt x="168592" y="337185"/>
                    </a:cubicBezTo>
                    <a:cubicBezTo>
                      <a:pt x="75481" y="337185"/>
                      <a:pt x="0" y="261704"/>
                      <a:pt x="0" y="168593"/>
                    </a:cubicBezTo>
                    <a:cubicBezTo>
                      <a:pt x="0" y="75481"/>
                      <a:pt x="75481" y="0"/>
                      <a:pt x="168592" y="0"/>
                    </a:cubicBezTo>
                    <a:cubicBezTo>
                      <a:pt x="261703" y="0"/>
                      <a:pt x="337185" y="75481"/>
                      <a:pt x="337185" y="168593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  <a:alpha val="2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C39A7C2-4F49-4485-AD25-1F680A59E4B1}"/>
                  </a:ext>
                </a:extLst>
              </p:cNvPr>
              <p:cNvSpPr/>
              <p:nvPr/>
            </p:nvSpPr>
            <p:spPr>
              <a:xfrm>
                <a:off x="5226368" y="974408"/>
                <a:ext cx="257175" cy="257175"/>
              </a:xfrm>
              <a:custGeom>
                <a:avLst/>
                <a:gdLst>
                  <a:gd name="connsiteX0" fmla="*/ 264795 w 257175"/>
                  <a:gd name="connsiteY0" fmla="*/ 132398 h 257175"/>
                  <a:gd name="connsiteX1" fmla="*/ 132398 w 257175"/>
                  <a:gd name="connsiteY1" fmla="*/ 264795 h 257175"/>
                  <a:gd name="connsiteX2" fmla="*/ 0 w 257175"/>
                  <a:gd name="connsiteY2" fmla="*/ 132398 h 257175"/>
                  <a:gd name="connsiteX3" fmla="*/ 132398 w 257175"/>
                  <a:gd name="connsiteY3" fmla="*/ 0 h 257175"/>
                  <a:gd name="connsiteX4" fmla="*/ 264795 w 257175"/>
                  <a:gd name="connsiteY4" fmla="*/ 132398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7175" h="257175">
                    <a:moveTo>
                      <a:pt x="264795" y="132398"/>
                    </a:moveTo>
                    <a:cubicBezTo>
                      <a:pt x="264795" y="205519"/>
                      <a:pt x="205519" y="264795"/>
                      <a:pt x="132398" y="264795"/>
                    </a:cubicBezTo>
                    <a:cubicBezTo>
                      <a:pt x="59276" y="264795"/>
                      <a:pt x="0" y="205519"/>
                      <a:pt x="0" y="132398"/>
                    </a:cubicBezTo>
                    <a:cubicBezTo>
                      <a:pt x="0" y="59276"/>
                      <a:pt x="59276" y="0"/>
                      <a:pt x="132398" y="0"/>
                    </a:cubicBezTo>
                    <a:cubicBezTo>
                      <a:pt x="205519" y="0"/>
                      <a:pt x="264795" y="59276"/>
                      <a:pt x="264795" y="132398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  <a:alpha val="2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3DD7A0B-E128-4444-8822-6C185509BF08}"/>
                  </a:ext>
                </a:extLst>
              </p:cNvPr>
              <p:cNvSpPr/>
              <p:nvPr/>
            </p:nvSpPr>
            <p:spPr>
              <a:xfrm>
                <a:off x="6126480" y="2565083"/>
                <a:ext cx="123825" cy="123825"/>
              </a:xfrm>
              <a:custGeom>
                <a:avLst/>
                <a:gdLst>
                  <a:gd name="connsiteX0" fmla="*/ 131445 w 123825"/>
                  <a:gd name="connsiteY0" fmla="*/ 65722 h 123825"/>
                  <a:gd name="connsiteX1" fmla="*/ 65723 w 123825"/>
                  <a:gd name="connsiteY1" fmla="*/ 131445 h 123825"/>
                  <a:gd name="connsiteX2" fmla="*/ 0 w 123825"/>
                  <a:gd name="connsiteY2" fmla="*/ 65722 h 123825"/>
                  <a:gd name="connsiteX3" fmla="*/ 65723 w 123825"/>
                  <a:gd name="connsiteY3" fmla="*/ 0 h 123825"/>
                  <a:gd name="connsiteX4" fmla="*/ 131445 w 123825"/>
                  <a:gd name="connsiteY4" fmla="*/ 65722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31445" y="65722"/>
                    </a:moveTo>
                    <a:cubicBezTo>
                      <a:pt x="131445" y="102020"/>
                      <a:pt x="102020" y="131445"/>
                      <a:pt x="65723" y="131445"/>
                    </a:cubicBezTo>
                    <a:cubicBezTo>
                      <a:pt x="29425" y="131445"/>
                      <a:pt x="0" y="102020"/>
                      <a:pt x="0" y="65722"/>
                    </a:cubicBezTo>
                    <a:cubicBezTo>
                      <a:pt x="0" y="29425"/>
                      <a:pt x="29425" y="0"/>
                      <a:pt x="65723" y="0"/>
                    </a:cubicBezTo>
                    <a:cubicBezTo>
                      <a:pt x="102020" y="0"/>
                      <a:pt x="131445" y="29425"/>
                      <a:pt x="131445" y="65722"/>
                    </a:cubicBezTo>
                    <a:close/>
                  </a:path>
                </a:pathLst>
              </a:custGeom>
              <a:solidFill>
                <a:srgbClr val="FE89DD">
                  <a:alpha val="35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51FF696-454A-401D-8557-FE1B4FF731A0}"/>
                  </a:ext>
                </a:extLst>
              </p:cNvPr>
              <p:cNvSpPr/>
              <p:nvPr/>
            </p:nvSpPr>
            <p:spPr>
              <a:xfrm>
                <a:off x="6507041" y="2043590"/>
                <a:ext cx="742950" cy="742950"/>
              </a:xfrm>
              <a:custGeom>
                <a:avLst/>
                <a:gdLst>
                  <a:gd name="connsiteX0" fmla="*/ 751522 w 742950"/>
                  <a:gd name="connsiteY0" fmla="*/ 243840 h 742950"/>
                  <a:gd name="connsiteX1" fmla="*/ 751522 w 742950"/>
                  <a:gd name="connsiteY1" fmla="*/ 507683 h 742950"/>
                  <a:gd name="connsiteX2" fmla="*/ 507683 w 742950"/>
                  <a:gd name="connsiteY2" fmla="*/ 751523 h 742950"/>
                  <a:gd name="connsiteX3" fmla="*/ 243840 w 742950"/>
                  <a:gd name="connsiteY3" fmla="*/ 751523 h 742950"/>
                  <a:gd name="connsiteX4" fmla="*/ 0 w 742950"/>
                  <a:gd name="connsiteY4" fmla="*/ 507683 h 742950"/>
                  <a:gd name="connsiteX5" fmla="*/ 0 w 742950"/>
                  <a:gd name="connsiteY5" fmla="*/ 243840 h 742950"/>
                  <a:gd name="connsiteX6" fmla="*/ 243840 w 742950"/>
                  <a:gd name="connsiteY6" fmla="*/ 0 h 742950"/>
                  <a:gd name="connsiteX7" fmla="*/ 507683 w 742950"/>
                  <a:gd name="connsiteY7" fmla="*/ 0 h 742950"/>
                  <a:gd name="connsiteX8" fmla="*/ 751522 w 742950"/>
                  <a:gd name="connsiteY8" fmla="*/ 243840 h 74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42950" h="742950">
                    <a:moveTo>
                      <a:pt x="751522" y="243840"/>
                    </a:moveTo>
                    <a:lnTo>
                      <a:pt x="751522" y="507683"/>
                    </a:lnTo>
                    <a:cubicBezTo>
                      <a:pt x="751522" y="641985"/>
                      <a:pt x="641985" y="751523"/>
                      <a:pt x="507683" y="751523"/>
                    </a:cubicBezTo>
                    <a:lnTo>
                      <a:pt x="243840" y="751523"/>
                    </a:lnTo>
                    <a:cubicBezTo>
                      <a:pt x="109538" y="751523"/>
                      <a:pt x="0" y="641985"/>
                      <a:pt x="0" y="507683"/>
                    </a:cubicBezTo>
                    <a:lnTo>
                      <a:pt x="0" y="243840"/>
                    </a:lnTo>
                    <a:cubicBezTo>
                      <a:pt x="0" y="109538"/>
                      <a:pt x="109538" y="0"/>
                      <a:pt x="243840" y="0"/>
                    </a:cubicBezTo>
                    <a:lnTo>
                      <a:pt x="507683" y="0"/>
                    </a:lnTo>
                    <a:cubicBezTo>
                      <a:pt x="641985" y="0"/>
                      <a:pt x="751522" y="109538"/>
                      <a:pt x="751522" y="243840"/>
                    </a:cubicBezTo>
                    <a:close/>
                  </a:path>
                </a:pathLst>
              </a:custGeom>
              <a:solidFill>
                <a:srgbClr val="232A4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095744C-5DEB-46B2-90EF-48A5FA6BBA88}"/>
                  </a:ext>
                </a:extLst>
              </p:cNvPr>
              <p:cNvSpPr/>
              <p:nvPr/>
            </p:nvSpPr>
            <p:spPr>
              <a:xfrm>
                <a:off x="6813232" y="1418273"/>
                <a:ext cx="504825" cy="504825"/>
              </a:xfrm>
              <a:custGeom>
                <a:avLst/>
                <a:gdLst>
                  <a:gd name="connsiteX0" fmla="*/ 507682 w 504825"/>
                  <a:gd name="connsiteY0" fmla="*/ 170498 h 504825"/>
                  <a:gd name="connsiteX1" fmla="*/ 507682 w 504825"/>
                  <a:gd name="connsiteY1" fmla="*/ 336232 h 504825"/>
                  <a:gd name="connsiteX2" fmla="*/ 337185 w 504825"/>
                  <a:gd name="connsiteY2" fmla="*/ 506730 h 504825"/>
                  <a:gd name="connsiteX3" fmla="*/ 170498 w 504825"/>
                  <a:gd name="connsiteY3" fmla="*/ 506730 h 504825"/>
                  <a:gd name="connsiteX4" fmla="*/ 0 w 504825"/>
                  <a:gd name="connsiteY4" fmla="*/ 336232 h 504825"/>
                  <a:gd name="connsiteX5" fmla="*/ 0 w 504825"/>
                  <a:gd name="connsiteY5" fmla="*/ 170498 h 504825"/>
                  <a:gd name="connsiteX6" fmla="*/ 170498 w 504825"/>
                  <a:gd name="connsiteY6" fmla="*/ 0 h 504825"/>
                  <a:gd name="connsiteX7" fmla="*/ 337185 w 504825"/>
                  <a:gd name="connsiteY7" fmla="*/ 0 h 504825"/>
                  <a:gd name="connsiteX8" fmla="*/ 507682 w 504825"/>
                  <a:gd name="connsiteY8" fmla="*/ 170498 h 50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4825" h="504825">
                    <a:moveTo>
                      <a:pt x="507682" y="170498"/>
                    </a:moveTo>
                    <a:lnTo>
                      <a:pt x="507682" y="336232"/>
                    </a:lnTo>
                    <a:cubicBezTo>
                      <a:pt x="507682" y="430530"/>
                      <a:pt x="431482" y="506730"/>
                      <a:pt x="337185" y="506730"/>
                    </a:cubicBezTo>
                    <a:lnTo>
                      <a:pt x="170498" y="506730"/>
                    </a:lnTo>
                    <a:cubicBezTo>
                      <a:pt x="76200" y="506730"/>
                      <a:pt x="0" y="430530"/>
                      <a:pt x="0" y="336232"/>
                    </a:cubicBezTo>
                    <a:lnTo>
                      <a:pt x="0" y="170498"/>
                    </a:lnTo>
                    <a:cubicBezTo>
                      <a:pt x="0" y="76200"/>
                      <a:pt x="76200" y="0"/>
                      <a:pt x="170498" y="0"/>
                    </a:cubicBezTo>
                    <a:lnTo>
                      <a:pt x="337185" y="0"/>
                    </a:lnTo>
                    <a:cubicBezTo>
                      <a:pt x="431482" y="0"/>
                      <a:pt x="507682" y="76200"/>
                      <a:pt x="507682" y="170498"/>
                    </a:cubicBezTo>
                    <a:close/>
                  </a:path>
                </a:pathLst>
              </a:custGeom>
              <a:gradFill flip="none" rotWithShape="1">
                <a:gsLst>
                  <a:gs pos="200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E01FAFD-0ED6-46CD-BEAF-D2C47D89825A}"/>
                  </a:ext>
                </a:extLst>
              </p:cNvPr>
              <p:cNvSpPr/>
              <p:nvPr/>
            </p:nvSpPr>
            <p:spPr>
              <a:xfrm>
                <a:off x="6949440" y="1665923"/>
                <a:ext cx="114300" cy="123825"/>
              </a:xfrm>
              <a:custGeom>
                <a:avLst/>
                <a:gdLst>
                  <a:gd name="connsiteX0" fmla="*/ 116205 w 114300"/>
                  <a:gd name="connsiteY0" fmla="*/ 94298 h 123825"/>
                  <a:gd name="connsiteX1" fmla="*/ 29528 w 114300"/>
                  <a:gd name="connsiteY1" fmla="*/ 5715 h 123825"/>
                  <a:gd name="connsiteX2" fmla="*/ 29528 w 114300"/>
                  <a:gd name="connsiteY2" fmla="*/ 0 h 123825"/>
                  <a:gd name="connsiteX3" fmla="*/ 0 w 114300"/>
                  <a:gd name="connsiteY3" fmla="*/ 0 h 123825"/>
                  <a:gd name="connsiteX4" fmla="*/ 0 w 114300"/>
                  <a:gd name="connsiteY4" fmla="*/ 5715 h 123825"/>
                  <a:gd name="connsiteX5" fmla="*/ 116205 w 114300"/>
                  <a:gd name="connsiteY5" fmla="*/ 123825 h 123825"/>
                  <a:gd name="connsiteX6" fmla="*/ 121920 w 114300"/>
                  <a:gd name="connsiteY6" fmla="*/ 123825 h 123825"/>
                  <a:gd name="connsiteX7" fmla="*/ 121920 w 114300"/>
                  <a:gd name="connsiteY7" fmla="*/ 94298 h 123825"/>
                  <a:gd name="connsiteX8" fmla="*/ 116205 w 114300"/>
                  <a:gd name="connsiteY8" fmla="*/ 94298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300" h="123825">
                    <a:moveTo>
                      <a:pt x="116205" y="94298"/>
                    </a:moveTo>
                    <a:cubicBezTo>
                      <a:pt x="68580" y="93345"/>
                      <a:pt x="29528" y="53340"/>
                      <a:pt x="29528" y="5715"/>
                    </a:cubicBezTo>
                    <a:lnTo>
                      <a:pt x="29528" y="0"/>
                    </a:lnTo>
                    <a:lnTo>
                      <a:pt x="0" y="0"/>
                    </a:lnTo>
                    <a:lnTo>
                      <a:pt x="0" y="5715"/>
                    </a:lnTo>
                    <a:cubicBezTo>
                      <a:pt x="0" y="69532"/>
                      <a:pt x="52388" y="122873"/>
                      <a:pt x="116205" y="123825"/>
                    </a:cubicBezTo>
                    <a:lnTo>
                      <a:pt x="121920" y="123825"/>
                    </a:lnTo>
                    <a:lnTo>
                      <a:pt x="121920" y="94298"/>
                    </a:lnTo>
                    <a:lnTo>
                      <a:pt x="116205" y="94298"/>
                    </a:lnTo>
                    <a:close/>
                  </a:path>
                </a:pathLst>
              </a:custGeom>
              <a:solidFill>
                <a:srgbClr val="FFFFFF">
                  <a:alpha val="44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879F136-EA1E-4FFB-B59A-41BECA4B8BE8}"/>
                  </a:ext>
                </a:extLst>
              </p:cNvPr>
              <p:cNvSpPr/>
              <p:nvPr/>
            </p:nvSpPr>
            <p:spPr>
              <a:xfrm>
                <a:off x="6949440" y="1553527"/>
                <a:ext cx="228600" cy="228600"/>
              </a:xfrm>
              <a:custGeom>
                <a:avLst/>
                <a:gdLst>
                  <a:gd name="connsiteX0" fmla="*/ 118110 w 228600"/>
                  <a:gd name="connsiteY0" fmla="*/ 0 h 228600"/>
                  <a:gd name="connsiteX1" fmla="*/ 0 w 228600"/>
                  <a:gd name="connsiteY1" fmla="*/ 118110 h 228600"/>
                  <a:gd name="connsiteX2" fmla="*/ 0 w 228600"/>
                  <a:gd name="connsiteY2" fmla="*/ 123825 h 228600"/>
                  <a:gd name="connsiteX3" fmla="*/ 29528 w 228600"/>
                  <a:gd name="connsiteY3" fmla="*/ 123825 h 228600"/>
                  <a:gd name="connsiteX4" fmla="*/ 29528 w 228600"/>
                  <a:gd name="connsiteY4" fmla="*/ 118110 h 228600"/>
                  <a:gd name="connsiteX5" fmla="*/ 118110 w 228600"/>
                  <a:gd name="connsiteY5" fmla="*/ 29527 h 228600"/>
                  <a:gd name="connsiteX6" fmla="*/ 206693 w 228600"/>
                  <a:gd name="connsiteY6" fmla="*/ 118110 h 228600"/>
                  <a:gd name="connsiteX7" fmla="*/ 118110 w 228600"/>
                  <a:gd name="connsiteY7" fmla="*/ 206693 h 228600"/>
                  <a:gd name="connsiteX8" fmla="*/ 110490 w 228600"/>
                  <a:gd name="connsiteY8" fmla="*/ 206693 h 228600"/>
                  <a:gd name="connsiteX9" fmla="*/ 110490 w 228600"/>
                  <a:gd name="connsiteY9" fmla="*/ 236220 h 228600"/>
                  <a:gd name="connsiteX10" fmla="*/ 118110 w 228600"/>
                  <a:gd name="connsiteY10" fmla="*/ 236220 h 228600"/>
                  <a:gd name="connsiteX11" fmla="*/ 236220 w 228600"/>
                  <a:gd name="connsiteY11" fmla="*/ 118110 h 228600"/>
                  <a:gd name="connsiteX12" fmla="*/ 118110 w 228600"/>
                  <a:gd name="connsiteY12" fmla="*/ 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8600" h="228600">
                    <a:moveTo>
                      <a:pt x="118110" y="0"/>
                    </a:moveTo>
                    <a:cubicBezTo>
                      <a:pt x="53340" y="0"/>
                      <a:pt x="0" y="53340"/>
                      <a:pt x="0" y="118110"/>
                    </a:cubicBezTo>
                    <a:lnTo>
                      <a:pt x="0" y="123825"/>
                    </a:lnTo>
                    <a:lnTo>
                      <a:pt x="29528" y="123825"/>
                    </a:lnTo>
                    <a:lnTo>
                      <a:pt x="29528" y="118110"/>
                    </a:lnTo>
                    <a:cubicBezTo>
                      <a:pt x="29528" y="69533"/>
                      <a:pt x="69533" y="29527"/>
                      <a:pt x="118110" y="29527"/>
                    </a:cubicBezTo>
                    <a:cubicBezTo>
                      <a:pt x="166688" y="29527"/>
                      <a:pt x="206693" y="69533"/>
                      <a:pt x="206693" y="118110"/>
                    </a:cubicBezTo>
                    <a:cubicBezTo>
                      <a:pt x="206693" y="166688"/>
                      <a:pt x="166688" y="206693"/>
                      <a:pt x="118110" y="206693"/>
                    </a:cubicBezTo>
                    <a:lnTo>
                      <a:pt x="110490" y="206693"/>
                    </a:lnTo>
                    <a:lnTo>
                      <a:pt x="110490" y="236220"/>
                    </a:lnTo>
                    <a:lnTo>
                      <a:pt x="118110" y="236220"/>
                    </a:lnTo>
                    <a:cubicBezTo>
                      <a:pt x="182880" y="236220"/>
                      <a:pt x="236220" y="182880"/>
                      <a:pt x="236220" y="118110"/>
                    </a:cubicBezTo>
                    <a:cubicBezTo>
                      <a:pt x="236220" y="53340"/>
                      <a:pt x="182880" y="0"/>
                      <a:pt x="1181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F3D695F-3236-4B94-A388-B5FA41FCD9FE}"/>
                  </a:ext>
                </a:extLst>
              </p:cNvPr>
              <p:cNvSpPr/>
              <p:nvPr/>
            </p:nvSpPr>
            <p:spPr>
              <a:xfrm>
                <a:off x="5666013" y="1197274"/>
                <a:ext cx="419100" cy="419100"/>
              </a:xfrm>
              <a:custGeom>
                <a:avLst/>
                <a:gdLst>
                  <a:gd name="connsiteX0" fmla="*/ 424815 w 419100"/>
                  <a:gd name="connsiteY0" fmla="*/ 142875 h 419100"/>
                  <a:gd name="connsiteX1" fmla="*/ 424815 w 419100"/>
                  <a:gd name="connsiteY1" fmla="*/ 282892 h 419100"/>
                  <a:gd name="connsiteX2" fmla="*/ 281940 w 419100"/>
                  <a:gd name="connsiteY2" fmla="*/ 425767 h 419100"/>
                  <a:gd name="connsiteX3" fmla="*/ 142875 w 419100"/>
                  <a:gd name="connsiteY3" fmla="*/ 425767 h 419100"/>
                  <a:gd name="connsiteX4" fmla="*/ 0 w 419100"/>
                  <a:gd name="connsiteY4" fmla="*/ 282892 h 419100"/>
                  <a:gd name="connsiteX5" fmla="*/ 0 w 419100"/>
                  <a:gd name="connsiteY5" fmla="*/ 142875 h 419100"/>
                  <a:gd name="connsiteX6" fmla="*/ 142875 w 419100"/>
                  <a:gd name="connsiteY6" fmla="*/ 0 h 419100"/>
                  <a:gd name="connsiteX7" fmla="*/ 281940 w 419100"/>
                  <a:gd name="connsiteY7" fmla="*/ 0 h 419100"/>
                  <a:gd name="connsiteX8" fmla="*/ 424815 w 419100"/>
                  <a:gd name="connsiteY8" fmla="*/ 142875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9100" h="419100">
                    <a:moveTo>
                      <a:pt x="424815" y="142875"/>
                    </a:moveTo>
                    <a:lnTo>
                      <a:pt x="424815" y="282892"/>
                    </a:lnTo>
                    <a:cubicBezTo>
                      <a:pt x="424815" y="361950"/>
                      <a:pt x="360997" y="425767"/>
                      <a:pt x="281940" y="425767"/>
                    </a:cubicBezTo>
                    <a:lnTo>
                      <a:pt x="142875" y="425767"/>
                    </a:lnTo>
                    <a:cubicBezTo>
                      <a:pt x="63818" y="425767"/>
                      <a:pt x="0" y="361950"/>
                      <a:pt x="0" y="282892"/>
                    </a:cubicBezTo>
                    <a:lnTo>
                      <a:pt x="0" y="142875"/>
                    </a:lnTo>
                    <a:cubicBezTo>
                      <a:pt x="0" y="63817"/>
                      <a:pt x="63818" y="0"/>
                      <a:pt x="142875" y="0"/>
                    </a:cubicBezTo>
                    <a:lnTo>
                      <a:pt x="281940" y="0"/>
                    </a:lnTo>
                    <a:cubicBezTo>
                      <a:pt x="360997" y="0"/>
                      <a:pt x="424815" y="63817"/>
                      <a:pt x="424815" y="142875"/>
                    </a:cubicBezTo>
                    <a:close/>
                  </a:path>
                </a:pathLst>
              </a:custGeom>
              <a:solidFill>
                <a:srgbClr val="232A4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1FB37E3-68B5-48DC-8ACC-F13E906BB371}"/>
                  </a:ext>
                </a:extLst>
              </p:cNvPr>
              <p:cNvSpPr/>
              <p:nvPr/>
            </p:nvSpPr>
            <p:spPr>
              <a:xfrm>
                <a:off x="6534388" y="2083356"/>
                <a:ext cx="171450" cy="171450"/>
              </a:xfrm>
              <a:custGeom>
                <a:avLst/>
                <a:gdLst>
                  <a:gd name="connsiteX0" fmla="*/ 173117 w 171450"/>
                  <a:gd name="connsiteY0" fmla="*/ 15002 h 171450"/>
                  <a:gd name="connsiteX1" fmla="*/ 158830 w 171450"/>
                  <a:gd name="connsiteY1" fmla="*/ 714 h 171450"/>
                  <a:gd name="connsiteX2" fmla="*/ 154067 w 171450"/>
                  <a:gd name="connsiteY2" fmla="*/ 714 h 171450"/>
                  <a:gd name="connsiteX3" fmla="*/ 89297 w 171450"/>
                  <a:gd name="connsiteY3" fmla="*/ 65484 h 171450"/>
                  <a:gd name="connsiteX4" fmla="*/ 84535 w 171450"/>
                  <a:gd name="connsiteY4" fmla="*/ 65484 h 171450"/>
                  <a:gd name="connsiteX5" fmla="*/ 19764 w 171450"/>
                  <a:gd name="connsiteY5" fmla="*/ 714 h 171450"/>
                  <a:gd name="connsiteX6" fmla="*/ 15002 w 171450"/>
                  <a:gd name="connsiteY6" fmla="*/ 714 h 171450"/>
                  <a:gd name="connsiteX7" fmla="*/ 714 w 171450"/>
                  <a:gd name="connsiteY7" fmla="*/ 15002 h 171450"/>
                  <a:gd name="connsiteX8" fmla="*/ 714 w 171450"/>
                  <a:gd name="connsiteY8" fmla="*/ 19764 h 171450"/>
                  <a:gd name="connsiteX9" fmla="*/ 65485 w 171450"/>
                  <a:gd name="connsiteY9" fmla="*/ 84534 h 171450"/>
                  <a:gd name="connsiteX10" fmla="*/ 65485 w 171450"/>
                  <a:gd name="connsiteY10" fmla="*/ 89297 h 171450"/>
                  <a:gd name="connsiteX11" fmla="*/ 714 w 171450"/>
                  <a:gd name="connsiteY11" fmla="*/ 154067 h 171450"/>
                  <a:gd name="connsiteX12" fmla="*/ 714 w 171450"/>
                  <a:gd name="connsiteY12" fmla="*/ 158829 h 171450"/>
                  <a:gd name="connsiteX13" fmla="*/ 15002 w 171450"/>
                  <a:gd name="connsiteY13" fmla="*/ 173117 h 171450"/>
                  <a:gd name="connsiteX14" fmla="*/ 19764 w 171450"/>
                  <a:gd name="connsiteY14" fmla="*/ 173117 h 171450"/>
                  <a:gd name="connsiteX15" fmla="*/ 84535 w 171450"/>
                  <a:gd name="connsiteY15" fmla="*/ 108347 h 171450"/>
                  <a:gd name="connsiteX16" fmla="*/ 89297 w 171450"/>
                  <a:gd name="connsiteY16" fmla="*/ 108347 h 171450"/>
                  <a:gd name="connsiteX17" fmla="*/ 154067 w 171450"/>
                  <a:gd name="connsiteY17" fmla="*/ 173117 h 171450"/>
                  <a:gd name="connsiteX18" fmla="*/ 158830 w 171450"/>
                  <a:gd name="connsiteY18" fmla="*/ 173117 h 171450"/>
                  <a:gd name="connsiteX19" fmla="*/ 173117 w 171450"/>
                  <a:gd name="connsiteY19" fmla="*/ 158829 h 171450"/>
                  <a:gd name="connsiteX20" fmla="*/ 173117 w 171450"/>
                  <a:gd name="connsiteY20" fmla="*/ 154067 h 171450"/>
                  <a:gd name="connsiteX21" fmla="*/ 108347 w 171450"/>
                  <a:gd name="connsiteY21" fmla="*/ 89297 h 171450"/>
                  <a:gd name="connsiteX22" fmla="*/ 108347 w 171450"/>
                  <a:gd name="connsiteY22" fmla="*/ 84534 h 171450"/>
                  <a:gd name="connsiteX23" fmla="*/ 173117 w 171450"/>
                  <a:gd name="connsiteY23" fmla="*/ 19764 h 171450"/>
                  <a:gd name="connsiteX24" fmla="*/ 173117 w 171450"/>
                  <a:gd name="connsiteY24" fmla="*/ 15002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1450" h="171450">
                    <a:moveTo>
                      <a:pt x="173117" y="15002"/>
                    </a:moveTo>
                    <a:lnTo>
                      <a:pt x="158830" y="714"/>
                    </a:lnTo>
                    <a:cubicBezTo>
                      <a:pt x="157877" y="-238"/>
                      <a:pt x="155972" y="-238"/>
                      <a:pt x="154067" y="714"/>
                    </a:cubicBezTo>
                    <a:lnTo>
                      <a:pt x="89297" y="65484"/>
                    </a:lnTo>
                    <a:cubicBezTo>
                      <a:pt x="88344" y="66437"/>
                      <a:pt x="86439" y="66437"/>
                      <a:pt x="84535" y="65484"/>
                    </a:cubicBezTo>
                    <a:lnTo>
                      <a:pt x="19764" y="714"/>
                    </a:lnTo>
                    <a:cubicBezTo>
                      <a:pt x="18812" y="-238"/>
                      <a:pt x="16907" y="-238"/>
                      <a:pt x="15002" y="714"/>
                    </a:cubicBezTo>
                    <a:lnTo>
                      <a:pt x="714" y="15002"/>
                    </a:lnTo>
                    <a:cubicBezTo>
                      <a:pt x="-238" y="15954"/>
                      <a:pt x="-238" y="17859"/>
                      <a:pt x="714" y="19764"/>
                    </a:cubicBezTo>
                    <a:lnTo>
                      <a:pt x="65485" y="84534"/>
                    </a:lnTo>
                    <a:cubicBezTo>
                      <a:pt x="66437" y="85487"/>
                      <a:pt x="66437" y="87392"/>
                      <a:pt x="65485" y="89297"/>
                    </a:cubicBezTo>
                    <a:lnTo>
                      <a:pt x="714" y="154067"/>
                    </a:lnTo>
                    <a:cubicBezTo>
                      <a:pt x="-238" y="155019"/>
                      <a:pt x="-238" y="156924"/>
                      <a:pt x="714" y="158829"/>
                    </a:cubicBezTo>
                    <a:lnTo>
                      <a:pt x="15002" y="173117"/>
                    </a:lnTo>
                    <a:cubicBezTo>
                      <a:pt x="15955" y="174069"/>
                      <a:pt x="17860" y="174069"/>
                      <a:pt x="19764" y="173117"/>
                    </a:cubicBezTo>
                    <a:lnTo>
                      <a:pt x="84535" y="108347"/>
                    </a:lnTo>
                    <a:cubicBezTo>
                      <a:pt x="85487" y="107394"/>
                      <a:pt x="87392" y="107394"/>
                      <a:pt x="89297" y="108347"/>
                    </a:cubicBezTo>
                    <a:lnTo>
                      <a:pt x="154067" y="173117"/>
                    </a:lnTo>
                    <a:cubicBezTo>
                      <a:pt x="155019" y="174069"/>
                      <a:pt x="156924" y="174069"/>
                      <a:pt x="158830" y="173117"/>
                    </a:cubicBezTo>
                    <a:lnTo>
                      <a:pt x="173117" y="158829"/>
                    </a:lnTo>
                    <a:cubicBezTo>
                      <a:pt x="174069" y="157877"/>
                      <a:pt x="174069" y="155972"/>
                      <a:pt x="173117" y="154067"/>
                    </a:cubicBezTo>
                    <a:lnTo>
                      <a:pt x="108347" y="89297"/>
                    </a:lnTo>
                    <a:cubicBezTo>
                      <a:pt x="107394" y="88344"/>
                      <a:pt x="107394" y="86439"/>
                      <a:pt x="108347" y="84534"/>
                    </a:cubicBezTo>
                    <a:lnTo>
                      <a:pt x="173117" y="19764"/>
                    </a:lnTo>
                    <a:cubicBezTo>
                      <a:pt x="174069" y="18812"/>
                      <a:pt x="174069" y="16907"/>
                      <a:pt x="173117" y="15002"/>
                    </a:cubicBezTo>
                    <a:close/>
                  </a:path>
                </a:pathLst>
              </a:custGeom>
              <a:solidFill>
                <a:srgbClr val="BE1E2D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A4E4BCE-E8D8-45E2-8B26-D235C5E315AE}"/>
                  </a:ext>
                </a:extLst>
              </p:cNvPr>
              <p:cNvSpPr/>
              <p:nvPr/>
            </p:nvSpPr>
            <p:spPr>
              <a:xfrm>
                <a:off x="5286761" y="1949767"/>
                <a:ext cx="190500" cy="228600"/>
              </a:xfrm>
              <a:custGeom>
                <a:avLst/>
                <a:gdLst>
                  <a:gd name="connsiteX0" fmla="*/ 14854 w 190500"/>
                  <a:gd name="connsiteY0" fmla="*/ 0 h 228600"/>
                  <a:gd name="connsiteX1" fmla="*/ 4377 w 190500"/>
                  <a:gd name="connsiteY1" fmla="*/ 168593 h 228600"/>
                  <a:gd name="connsiteX2" fmla="*/ 97721 w 190500"/>
                  <a:gd name="connsiteY2" fmla="*/ 232410 h 228600"/>
                  <a:gd name="connsiteX3" fmla="*/ 198686 w 190500"/>
                  <a:gd name="connsiteY3" fmla="*/ 155258 h 228600"/>
                  <a:gd name="connsiteX4" fmla="*/ 171064 w 190500"/>
                  <a:gd name="connsiteY4" fmla="*/ 116205 h 228600"/>
                  <a:gd name="connsiteX5" fmla="*/ 171064 w 190500"/>
                  <a:gd name="connsiteY5" fmla="*/ 39053 h 228600"/>
                  <a:gd name="connsiteX6" fmla="*/ 14854 w 190500"/>
                  <a:gd name="connsiteY6" fmla="*/ 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0" h="228600">
                    <a:moveTo>
                      <a:pt x="14854" y="0"/>
                    </a:moveTo>
                    <a:cubicBezTo>
                      <a:pt x="14854" y="0"/>
                      <a:pt x="24379" y="143828"/>
                      <a:pt x="4377" y="168593"/>
                    </a:cubicBezTo>
                    <a:cubicBezTo>
                      <a:pt x="-16579" y="193358"/>
                      <a:pt x="41524" y="232410"/>
                      <a:pt x="97721" y="232410"/>
                    </a:cubicBezTo>
                    <a:cubicBezTo>
                      <a:pt x="153919" y="232410"/>
                      <a:pt x="198686" y="155258"/>
                      <a:pt x="198686" y="155258"/>
                    </a:cubicBezTo>
                    <a:cubicBezTo>
                      <a:pt x="198686" y="155258"/>
                      <a:pt x="171064" y="156210"/>
                      <a:pt x="171064" y="116205"/>
                    </a:cubicBezTo>
                    <a:cubicBezTo>
                      <a:pt x="171064" y="76200"/>
                      <a:pt x="171064" y="39053"/>
                      <a:pt x="171064" y="39053"/>
                    </a:cubicBezTo>
                    <a:lnTo>
                      <a:pt x="14854" y="0"/>
                    </a:lnTo>
                    <a:close/>
                  </a:path>
                </a:pathLst>
              </a:custGeom>
              <a:solidFill>
                <a:srgbClr val="F9D0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4B52F72-9CED-4014-8C2F-6D2623F0B1EE}"/>
                  </a:ext>
                </a:extLst>
              </p:cNvPr>
              <p:cNvSpPr/>
              <p:nvPr/>
            </p:nvSpPr>
            <p:spPr>
              <a:xfrm>
                <a:off x="5224739" y="1665923"/>
                <a:ext cx="342900" cy="342900"/>
              </a:xfrm>
              <a:custGeom>
                <a:avLst/>
                <a:gdLst>
                  <a:gd name="connsiteX0" fmla="*/ 108309 w 342900"/>
                  <a:gd name="connsiteY0" fmla="*/ 307657 h 342900"/>
                  <a:gd name="connsiteX1" fmla="*/ 342624 w 342900"/>
                  <a:gd name="connsiteY1" fmla="*/ 276225 h 342900"/>
                  <a:gd name="connsiteX2" fmla="*/ 328336 w 342900"/>
                  <a:gd name="connsiteY2" fmla="*/ 0 h 342900"/>
                  <a:gd name="connsiteX3" fmla="*/ 3534 w 342900"/>
                  <a:gd name="connsiteY3" fmla="*/ 43815 h 342900"/>
                  <a:gd name="connsiteX4" fmla="*/ 108309 w 342900"/>
                  <a:gd name="connsiteY4" fmla="*/ 307657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342900">
                    <a:moveTo>
                      <a:pt x="108309" y="307657"/>
                    </a:moveTo>
                    <a:cubicBezTo>
                      <a:pt x="108309" y="307657"/>
                      <a:pt x="336909" y="413385"/>
                      <a:pt x="342624" y="276225"/>
                    </a:cubicBezTo>
                    <a:cubicBezTo>
                      <a:pt x="348339" y="139065"/>
                      <a:pt x="328336" y="0"/>
                      <a:pt x="328336" y="0"/>
                    </a:cubicBezTo>
                    <a:lnTo>
                      <a:pt x="3534" y="43815"/>
                    </a:lnTo>
                    <a:cubicBezTo>
                      <a:pt x="3534" y="43815"/>
                      <a:pt x="-29804" y="279082"/>
                      <a:pt x="108309" y="307657"/>
                    </a:cubicBezTo>
                    <a:close/>
                  </a:path>
                </a:pathLst>
              </a:custGeom>
              <a:solidFill>
                <a:srgbClr val="F9D0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5202B95-6E36-4D78-9C81-8EA5E5104E0B}"/>
                  </a:ext>
                </a:extLst>
              </p:cNvPr>
              <p:cNvSpPr/>
              <p:nvPr/>
            </p:nvSpPr>
            <p:spPr>
              <a:xfrm>
                <a:off x="5412636" y="2004791"/>
                <a:ext cx="57150" cy="104775"/>
              </a:xfrm>
              <a:custGeom>
                <a:avLst/>
                <a:gdLst>
                  <a:gd name="connsiteX0" fmla="*/ 65191 w 57150"/>
                  <a:gd name="connsiteY0" fmla="*/ 99282 h 104775"/>
                  <a:gd name="connsiteX1" fmla="*/ 45189 w 57150"/>
                  <a:gd name="connsiteY1" fmla="*/ 62134 h 104775"/>
                  <a:gd name="connsiteX2" fmla="*/ 45189 w 57150"/>
                  <a:gd name="connsiteY2" fmla="*/ 5937 h 104775"/>
                  <a:gd name="connsiteX3" fmla="*/ 7089 w 57150"/>
                  <a:gd name="connsiteY3" fmla="*/ 222 h 104775"/>
                  <a:gd name="connsiteX4" fmla="*/ 50904 w 57150"/>
                  <a:gd name="connsiteY4" fmla="*/ 105949 h 104775"/>
                  <a:gd name="connsiteX5" fmla="*/ 65191 w 57150"/>
                  <a:gd name="connsiteY5" fmla="*/ 99282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7150" h="104775">
                    <a:moveTo>
                      <a:pt x="65191" y="99282"/>
                    </a:moveTo>
                    <a:cubicBezTo>
                      <a:pt x="57571" y="96424"/>
                      <a:pt x="45189" y="87852"/>
                      <a:pt x="45189" y="62134"/>
                    </a:cubicBezTo>
                    <a:cubicBezTo>
                      <a:pt x="45189" y="41179"/>
                      <a:pt x="45189" y="20224"/>
                      <a:pt x="45189" y="5937"/>
                    </a:cubicBezTo>
                    <a:cubicBezTo>
                      <a:pt x="45189" y="5937"/>
                      <a:pt x="27091" y="4984"/>
                      <a:pt x="7089" y="222"/>
                    </a:cubicBezTo>
                    <a:cubicBezTo>
                      <a:pt x="-12914" y="-5493"/>
                      <a:pt x="11851" y="101187"/>
                      <a:pt x="50904" y="105949"/>
                    </a:cubicBezTo>
                    <a:cubicBezTo>
                      <a:pt x="58524" y="106902"/>
                      <a:pt x="62334" y="104044"/>
                      <a:pt x="65191" y="99282"/>
                    </a:cubicBezTo>
                    <a:close/>
                  </a:path>
                </a:pathLst>
              </a:custGeom>
              <a:solidFill>
                <a:srgbClr val="FA8579">
                  <a:alpha val="34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7F93D874-3EE9-4498-8989-08CB4A83AEA3}"/>
                  </a:ext>
                </a:extLst>
              </p:cNvPr>
              <p:cNvSpPr/>
              <p:nvPr/>
            </p:nvSpPr>
            <p:spPr>
              <a:xfrm>
                <a:off x="5123195" y="1527081"/>
                <a:ext cx="476250" cy="476250"/>
              </a:xfrm>
              <a:custGeom>
                <a:avLst/>
                <a:gdLst>
                  <a:gd name="connsiteX0" fmla="*/ 402258 w 476250"/>
                  <a:gd name="connsiteY0" fmla="*/ 19779 h 476250"/>
                  <a:gd name="connsiteX1" fmla="*/ 193660 w 476250"/>
                  <a:gd name="connsiteY1" fmla="*/ 37877 h 476250"/>
                  <a:gd name="connsiteX2" fmla="*/ 2208 w 476250"/>
                  <a:gd name="connsiteY2" fmla="*/ 203612 h 476250"/>
                  <a:gd name="connsiteX3" fmla="*/ 188898 w 476250"/>
                  <a:gd name="connsiteY3" fmla="*/ 476979 h 476250"/>
                  <a:gd name="connsiteX4" fmla="*/ 224140 w 476250"/>
                  <a:gd name="connsiteY4" fmla="*/ 483647 h 476250"/>
                  <a:gd name="connsiteX5" fmla="*/ 342250 w 476250"/>
                  <a:gd name="connsiteY5" fmla="*/ 403637 h 476250"/>
                  <a:gd name="connsiteX6" fmla="*/ 349870 w 476250"/>
                  <a:gd name="connsiteY6" fmla="*/ 385539 h 476250"/>
                  <a:gd name="connsiteX7" fmla="*/ 346060 w 476250"/>
                  <a:gd name="connsiteY7" fmla="*/ 381729 h 476250"/>
                  <a:gd name="connsiteX8" fmla="*/ 284148 w 476250"/>
                  <a:gd name="connsiteY8" fmla="*/ 313149 h 476250"/>
                  <a:gd name="connsiteX9" fmla="*/ 318438 w 476250"/>
                  <a:gd name="connsiteY9" fmla="*/ 260762 h 476250"/>
                  <a:gd name="connsiteX10" fmla="*/ 373683 w 476250"/>
                  <a:gd name="connsiteY10" fmla="*/ 290289 h 476250"/>
                  <a:gd name="connsiteX11" fmla="*/ 404163 w 476250"/>
                  <a:gd name="connsiteY11" fmla="*/ 184562 h 476250"/>
                  <a:gd name="connsiteX12" fmla="*/ 404163 w 476250"/>
                  <a:gd name="connsiteY12" fmla="*/ 143604 h 476250"/>
                  <a:gd name="connsiteX13" fmla="*/ 477505 w 476250"/>
                  <a:gd name="connsiteY13" fmla="*/ 196944 h 476250"/>
                  <a:gd name="connsiteX14" fmla="*/ 402258 w 476250"/>
                  <a:gd name="connsiteY14" fmla="*/ 19779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76250" h="476250">
                    <a:moveTo>
                      <a:pt x="402258" y="19779"/>
                    </a:moveTo>
                    <a:cubicBezTo>
                      <a:pt x="303198" y="-33561"/>
                      <a:pt x="193660" y="37877"/>
                      <a:pt x="193660" y="37877"/>
                    </a:cubicBezTo>
                    <a:cubicBezTo>
                      <a:pt x="40308" y="729"/>
                      <a:pt x="2208" y="203612"/>
                      <a:pt x="2208" y="203612"/>
                    </a:cubicBezTo>
                    <a:cubicBezTo>
                      <a:pt x="-13032" y="279812"/>
                      <a:pt x="50785" y="422687"/>
                      <a:pt x="188898" y="476979"/>
                    </a:cubicBezTo>
                    <a:cubicBezTo>
                      <a:pt x="199375" y="480789"/>
                      <a:pt x="211758" y="483647"/>
                      <a:pt x="224140" y="483647"/>
                    </a:cubicBezTo>
                    <a:cubicBezTo>
                      <a:pt x="275575" y="484599"/>
                      <a:pt x="322248" y="452214"/>
                      <a:pt x="342250" y="403637"/>
                    </a:cubicBezTo>
                    <a:lnTo>
                      <a:pt x="349870" y="385539"/>
                    </a:lnTo>
                    <a:cubicBezTo>
                      <a:pt x="349870" y="383634"/>
                      <a:pt x="347965" y="381729"/>
                      <a:pt x="346060" y="381729"/>
                    </a:cubicBezTo>
                    <a:cubicBezTo>
                      <a:pt x="333678" y="379824"/>
                      <a:pt x="292720" y="368394"/>
                      <a:pt x="284148" y="313149"/>
                    </a:cubicBezTo>
                    <a:cubicBezTo>
                      <a:pt x="284148" y="313149"/>
                      <a:pt x="278433" y="262667"/>
                      <a:pt x="318438" y="260762"/>
                    </a:cubicBezTo>
                    <a:cubicBezTo>
                      <a:pt x="358443" y="258857"/>
                      <a:pt x="373683" y="290289"/>
                      <a:pt x="373683" y="290289"/>
                    </a:cubicBezTo>
                    <a:cubicBezTo>
                      <a:pt x="373683" y="290289"/>
                      <a:pt x="404163" y="255999"/>
                      <a:pt x="404163" y="184562"/>
                    </a:cubicBezTo>
                    <a:lnTo>
                      <a:pt x="404163" y="143604"/>
                    </a:lnTo>
                    <a:cubicBezTo>
                      <a:pt x="412735" y="166464"/>
                      <a:pt x="477505" y="196944"/>
                      <a:pt x="477505" y="196944"/>
                    </a:cubicBezTo>
                    <a:cubicBezTo>
                      <a:pt x="477505" y="196944"/>
                      <a:pt x="497508" y="70262"/>
                      <a:pt x="402258" y="19779"/>
                    </a:cubicBezTo>
                    <a:close/>
                  </a:path>
                </a:pathLst>
              </a:custGeom>
              <a:solidFill>
                <a:srgbClr val="3B234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1B0F886-0E0A-4DBB-97DD-1B31385297E5}"/>
                  </a:ext>
                </a:extLst>
              </p:cNvPr>
              <p:cNvSpPr/>
              <p:nvPr/>
            </p:nvSpPr>
            <p:spPr>
              <a:xfrm>
                <a:off x="6201521" y="1680995"/>
                <a:ext cx="142875" cy="238125"/>
              </a:xfrm>
              <a:custGeom>
                <a:avLst/>
                <a:gdLst>
                  <a:gd name="connsiteX0" fmla="*/ 207 w 142875"/>
                  <a:gd name="connsiteY0" fmla="*/ 203050 h 238125"/>
                  <a:gd name="connsiteX1" fmla="*/ 31639 w 142875"/>
                  <a:gd name="connsiteY1" fmla="*/ 93513 h 238125"/>
                  <a:gd name="connsiteX2" fmla="*/ 102124 w 142875"/>
                  <a:gd name="connsiteY2" fmla="*/ 168 h 238125"/>
                  <a:gd name="connsiteX3" fmla="*/ 84027 w 142875"/>
                  <a:gd name="connsiteY3" fmla="*/ 83988 h 238125"/>
                  <a:gd name="connsiteX4" fmla="*/ 113554 w 142875"/>
                  <a:gd name="connsiteY4" fmla="*/ 106848 h 238125"/>
                  <a:gd name="connsiteX5" fmla="*/ 135462 w 142875"/>
                  <a:gd name="connsiteY5" fmla="*/ 130660 h 238125"/>
                  <a:gd name="connsiteX6" fmla="*/ 141177 w 142875"/>
                  <a:gd name="connsiteY6" fmla="*/ 163045 h 238125"/>
                  <a:gd name="connsiteX7" fmla="*/ 83074 w 142875"/>
                  <a:gd name="connsiteY7" fmla="*/ 238293 h 238125"/>
                  <a:gd name="connsiteX8" fmla="*/ 207 w 142875"/>
                  <a:gd name="connsiteY8" fmla="*/ 203050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2875" h="238125">
                    <a:moveTo>
                      <a:pt x="207" y="203050"/>
                    </a:moveTo>
                    <a:cubicBezTo>
                      <a:pt x="207" y="203050"/>
                      <a:pt x="-4556" y="102085"/>
                      <a:pt x="31639" y="93513"/>
                    </a:cubicBezTo>
                    <a:cubicBezTo>
                      <a:pt x="31639" y="93513"/>
                      <a:pt x="87837" y="-4595"/>
                      <a:pt x="102124" y="168"/>
                    </a:cubicBezTo>
                    <a:cubicBezTo>
                      <a:pt x="116412" y="5883"/>
                      <a:pt x="84027" y="83988"/>
                      <a:pt x="84027" y="83988"/>
                    </a:cubicBezTo>
                    <a:cubicBezTo>
                      <a:pt x="84027" y="83988"/>
                      <a:pt x="110697" y="83035"/>
                      <a:pt x="113554" y="106848"/>
                    </a:cubicBezTo>
                    <a:cubicBezTo>
                      <a:pt x="113554" y="106848"/>
                      <a:pt x="135462" y="118278"/>
                      <a:pt x="135462" y="130660"/>
                    </a:cubicBezTo>
                    <a:cubicBezTo>
                      <a:pt x="135462" y="130660"/>
                      <a:pt x="150702" y="144948"/>
                      <a:pt x="141177" y="163045"/>
                    </a:cubicBezTo>
                    <a:cubicBezTo>
                      <a:pt x="131652" y="181143"/>
                      <a:pt x="83074" y="238293"/>
                      <a:pt x="83074" y="238293"/>
                    </a:cubicBezTo>
                    <a:lnTo>
                      <a:pt x="207" y="203050"/>
                    </a:lnTo>
                    <a:close/>
                  </a:path>
                </a:pathLst>
              </a:custGeom>
              <a:solidFill>
                <a:srgbClr val="F9D0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4EDC4FB-FC4A-45EE-9190-8D445B2AEC40}"/>
                  </a:ext>
                </a:extLst>
              </p:cNvPr>
              <p:cNvSpPr/>
              <p:nvPr/>
            </p:nvSpPr>
            <p:spPr>
              <a:xfrm>
                <a:off x="5602012" y="1874520"/>
                <a:ext cx="695325" cy="514350"/>
              </a:xfrm>
              <a:custGeom>
                <a:avLst/>
                <a:gdLst>
                  <a:gd name="connsiteX0" fmla="*/ 22500 w 695325"/>
                  <a:gd name="connsiteY0" fmla="*/ 220980 h 514350"/>
                  <a:gd name="connsiteX1" fmla="*/ 394928 w 695325"/>
                  <a:gd name="connsiteY1" fmla="*/ 305753 h 514350"/>
                  <a:gd name="connsiteX2" fmla="*/ 591143 w 695325"/>
                  <a:gd name="connsiteY2" fmla="*/ 0 h 514350"/>
                  <a:gd name="connsiteX3" fmla="*/ 698775 w 695325"/>
                  <a:gd name="connsiteY3" fmla="*/ 35242 h 514350"/>
                  <a:gd name="connsiteX4" fmla="*/ 497798 w 695325"/>
                  <a:gd name="connsiteY4" fmla="*/ 459105 h 514350"/>
                  <a:gd name="connsiteX5" fmla="*/ 413978 w 695325"/>
                  <a:gd name="connsiteY5" fmla="*/ 509588 h 514350"/>
                  <a:gd name="connsiteX6" fmla="*/ 52028 w 695325"/>
                  <a:gd name="connsiteY6" fmla="*/ 506730 h 514350"/>
                  <a:gd name="connsiteX7" fmla="*/ 22500 w 695325"/>
                  <a:gd name="connsiteY7" fmla="*/ 220980 h 514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95325" h="514350">
                    <a:moveTo>
                      <a:pt x="22500" y="220980"/>
                    </a:moveTo>
                    <a:cubicBezTo>
                      <a:pt x="22500" y="220980"/>
                      <a:pt x="177758" y="233363"/>
                      <a:pt x="394928" y="305753"/>
                    </a:cubicBezTo>
                    <a:cubicBezTo>
                      <a:pt x="394928" y="305753"/>
                      <a:pt x="533040" y="119063"/>
                      <a:pt x="591143" y="0"/>
                    </a:cubicBezTo>
                    <a:lnTo>
                      <a:pt x="698775" y="35242"/>
                    </a:lnTo>
                    <a:cubicBezTo>
                      <a:pt x="698775" y="35242"/>
                      <a:pt x="588285" y="305753"/>
                      <a:pt x="497798" y="459105"/>
                    </a:cubicBezTo>
                    <a:cubicBezTo>
                      <a:pt x="480653" y="488633"/>
                      <a:pt x="448268" y="507683"/>
                      <a:pt x="413978" y="509588"/>
                    </a:cubicBezTo>
                    <a:cubicBezTo>
                      <a:pt x="318728" y="514350"/>
                      <a:pt x="123465" y="521017"/>
                      <a:pt x="52028" y="506730"/>
                    </a:cubicBezTo>
                    <a:cubicBezTo>
                      <a:pt x="-44175" y="488633"/>
                      <a:pt x="22500" y="220980"/>
                      <a:pt x="22500" y="220980"/>
                    </a:cubicBezTo>
                    <a:close/>
                  </a:path>
                </a:pathLst>
              </a:custGeom>
              <a:gradFill flip="none" rotWithShape="1">
                <a:gsLst>
                  <a:gs pos="200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F9E621C-EE21-44F7-BEFF-A10649183907}"/>
                  </a:ext>
                </a:extLst>
              </p:cNvPr>
              <p:cNvSpPr/>
              <p:nvPr/>
            </p:nvSpPr>
            <p:spPr>
              <a:xfrm>
                <a:off x="4901508" y="2146935"/>
                <a:ext cx="228600" cy="762000"/>
              </a:xfrm>
              <a:custGeom>
                <a:avLst/>
                <a:gdLst>
                  <a:gd name="connsiteX0" fmla="*/ 200082 w 228600"/>
                  <a:gd name="connsiteY0" fmla="*/ 0 h 762000"/>
                  <a:gd name="connsiteX1" fmla="*/ 87687 w 228600"/>
                  <a:gd name="connsiteY1" fmla="*/ 155257 h 762000"/>
                  <a:gd name="connsiteX2" fmla="*/ 57207 w 228600"/>
                  <a:gd name="connsiteY2" fmla="*/ 728662 h 762000"/>
                  <a:gd name="connsiteX3" fmla="*/ 237229 w 228600"/>
                  <a:gd name="connsiteY3" fmla="*/ 761048 h 762000"/>
                  <a:gd name="connsiteX4" fmla="*/ 200082 w 228600"/>
                  <a:gd name="connsiteY4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0" h="762000">
                    <a:moveTo>
                      <a:pt x="200082" y="0"/>
                    </a:moveTo>
                    <a:cubicBezTo>
                      <a:pt x="200082" y="0"/>
                      <a:pt x="113404" y="39052"/>
                      <a:pt x="87687" y="155257"/>
                    </a:cubicBezTo>
                    <a:cubicBezTo>
                      <a:pt x="61969" y="272415"/>
                      <a:pt x="-76143" y="666750"/>
                      <a:pt x="57207" y="728662"/>
                    </a:cubicBezTo>
                    <a:cubicBezTo>
                      <a:pt x="190557" y="790575"/>
                      <a:pt x="237229" y="761048"/>
                      <a:pt x="237229" y="761048"/>
                    </a:cubicBezTo>
                    <a:lnTo>
                      <a:pt x="200082" y="0"/>
                    </a:lnTo>
                    <a:close/>
                  </a:path>
                </a:pathLst>
              </a:custGeom>
              <a:gradFill flip="none" rotWithShape="1">
                <a:gsLst>
                  <a:gs pos="200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82E06CBF-DBF9-4C5C-987C-B45C8D1B00A9}"/>
                  </a:ext>
                </a:extLst>
              </p:cNvPr>
              <p:cNvSpPr/>
              <p:nvPr/>
            </p:nvSpPr>
            <p:spPr>
              <a:xfrm>
                <a:off x="5067922" y="2094996"/>
                <a:ext cx="695325" cy="1152525"/>
              </a:xfrm>
              <a:custGeom>
                <a:avLst/>
                <a:gdLst>
                  <a:gd name="connsiteX0" fmla="*/ 573735 w 695325"/>
                  <a:gd name="connsiteY0" fmla="*/ 2409 h 1152525"/>
                  <a:gd name="connsiteX1" fmla="*/ 696608 w 695325"/>
                  <a:gd name="connsiteY1" fmla="*/ 1081592 h 1152525"/>
                  <a:gd name="connsiteX2" fmla="*/ 46050 w 695325"/>
                  <a:gd name="connsiteY2" fmla="*/ 1134932 h 1152525"/>
                  <a:gd name="connsiteX3" fmla="*/ 25096 w 695325"/>
                  <a:gd name="connsiteY3" fmla="*/ 670112 h 1152525"/>
                  <a:gd name="connsiteX4" fmla="*/ 331 w 695325"/>
                  <a:gd name="connsiteY4" fmla="*/ 123376 h 1152525"/>
                  <a:gd name="connsiteX5" fmla="*/ 67958 w 695325"/>
                  <a:gd name="connsiteY5" fmla="*/ 35746 h 1152525"/>
                  <a:gd name="connsiteX6" fmla="*/ 573735 w 695325"/>
                  <a:gd name="connsiteY6" fmla="*/ 2409 h 1152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95325" h="1152525">
                    <a:moveTo>
                      <a:pt x="573735" y="2409"/>
                    </a:moveTo>
                    <a:cubicBezTo>
                      <a:pt x="641363" y="10029"/>
                      <a:pt x="713753" y="1006344"/>
                      <a:pt x="696608" y="1081592"/>
                    </a:cubicBezTo>
                    <a:cubicBezTo>
                      <a:pt x="673748" y="1184462"/>
                      <a:pt x="82246" y="1164459"/>
                      <a:pt x="46050" y="1134932"/>
                    </a:cubicBezTo>
                    <a:cubicBezTo>
                      <a:pt x="-3479" y="1094926"/>
                      <a:pt x="25096" y="1066351"/>
                      <a:pt x="25096" y="670112"/>
                    </a:cubicBezTo>
                    <a:cubicBezTo>
                      <a:pt x="25096" y="274824"/>
                      <a:pt x="331" y="123376"/>
                      <a:pt x="331" y="123376"/>
                    </a:cubicBezTo>
                    <a:cubicBezTo>
                      <a:pt x="-3479" y="81466"/>
                      <a:pt x="26048" y="43366"/>
                      <a:pt x="67958" y="35746"/>
                    </a:cubicBezTo>
                    <a:cubicBezTo>
                      <a:pt x="111773" y="29079"/>
                      <a:pt x="465150" y="-9974"/>
                      <a:pt x="573735" y="2409"/>
                    </a:cubicBezTo>
                    <a:close/>
                  </a:path>
                </a:pathLst>
              </a:custGeom>
              <a:gradFill flip="none" rotWithShape="1">
                <a:gsLst>
                  <a:gs pos="200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79A2C663-9CA2-413A-A0A1-6BD0E28B7305}"/>
                  </a:ext>
                </a:extLst>
              </p:cNvPr>
              <p:cNvSpPr/>
              <p:nvPr/>
            </p:nvSpPr>
            <p:spPr>
              <a:xfrm>
                <a:off x="5084445" y="2389822"/>
                <a:ext cx="381000" cy="857250"/>
              </a:xfrm>
              <a:custGeom>
                <a:avLst/>
                <a:gdLst>
                  <a:gd name="connsiteX0" fmla="*/ 0 w 381000"/>
                  <a:gd name="connsiteY0" fmla="*/ 0 h 857250"/>
                  <a:gd name="connsiteX1" fmla="*/ 0 w 381000"/>
                  <a:gd name="connsiteY1" fmla="*/ 0 h 857250"/>
                  <a:gd name="connsiteX2" fmla="*/ 9525 w 381000"/>
                  <a:gd name="connsiteY2" fmla="*/ 375285 h 857250"/>
                  <a:gd name="connsiteX3" fmla="*/ 30480 w 381000"/>
                  <a:gd name="connsiteY3" fmla="*/ 840105 h 857250"/>
                  <a:gd name="connsiteX4" fmla="*/ 384810 w 381000"/>
                  <a:gd name="connsiteY4" fmla="*/ 862013 h 857250"/>
                  <a:gd name="connsiteX5" fmla="*/ 0 w 381000"/>
                  <a:gd name="connsiteY5" fmla="*/ 0 h 85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00" h="857250">
                    <a:moveTo>
                      <a:pt x="0" y="0"/>
                    </a:moveTo>
                    <a:lnTo>
                      <a:pt x="0" y="0"/>
                    </a:lnTo>
                    <a:cubicBezTo>
                      <a:pt x="4763" y="86678"/>
                      <a:pt x="9525" y="209550"/>
                      <a:pt x="9525" y="375285"/>
                    </a:cubicBezTo>
                    <a:cubicBezTo>
                      <a:pt x="9525" y="770573"/>
                      <a:pt x="-19050" y="799148"/>
                      <a:pt x="30480" y="840105"/>
                    </a:cubicBezTo>
                    <a:cubicBezTo>
                      <a:pt x="49530" y="855345"/>
                      <a:pt x="221933" y="868680"/>
                      <a:pt x="384810" y="862013"/>
                    </a:cubicBezTo>
                    <a:cubicBezTo>
                      <a:pt x="91440" y="78486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alpha val="16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6D9ECA8A-F12D-4EDA-8C2E-70D292264461}"/>
                  </a:ext>
                </a:extLst>
              </p:cNvPr>
              <p:cNvSpPr/>
              <p:nvPr/>
            </p:nvSpPr>
            <p:spPr>
              <a:xfrm>
                <a:off x="5291138" y="2053278"/>
                <a:ext cx="180975" cy="76200"/>
              </a:xfrm>
              <a:custGeom>
                <a:avLst/>
                <a:gdLst>
                  <a:gd name="connsiteX0" fmla="*/ 0 w 180975"/>
                  <a:gd name="connsiteY0" fmla="*/ 65082 h 76200"/>
                  <a:gd name="connsiteX1" fmla="*/ 3810 w 180975"/>
                  <a:gd name="connsiteY1" fmla="*/ 12695 h 76200"/>
                  <a:gd name="connsiteX2" fmla="*/ 179070 w 180975"/>
                  <a:gd name="connsiteY2" fmla="*/ 2217 h 76200"/>
                  <a:gd name="connsiteX3" fmla="*/ 186690 w 180975"/>
                  <a:gd name="connsiteY3" fmla="*/ 45080 h 76200"/>
                  <a:gd name="connsiteX4" fmla="*/ 0 w 180975"/>
                  <a:gd name="connsiteY4" fmla="*/ 65082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975" h="76200">
                    <a:moveTo>
                      <a:pt x="0" y="65082"/>
                    </a:moveTo>
                    <a:lnTo>
                      <a:pt x="3810" y="12695"/>
                    </a:lnTo>
                    <a:cubicBezTo>
                      <a:pt x="3810" y="12695"/>
                      <a:pt x="93345" y="-6355"/>
                      <a:pt x="179070" y="2217"/>
                    </a:cubicBezTo>
                    <a:lnTo>
                      <a:pt x="186690" y="45080"/>
                    </a:lnTo>
                    <a:cubicBezTo>
                      <a:pt x="186690" y="45080"/>
                      <a:pt x="102870" y="116517"/>
                      <a:pt x="0" y="65082"/>
                    </a:cubicBezTo>
                    <a:close/>
                  </a:path>
                </a:pathLst>
              </a:custGeom>
              <a:gradFill flip="none" rotWithShape="1">
                <a:gsLst>
                  <a:gs pos="200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17BFEA-C9DD-4505-9D2A-EA95922390F1}"/>
                </a:ext>
              </a:extLst>
            </p:cNvPr>
            <p:cNvSpPr/>
            <p:nvPr/>
          </p:nvSpPr>
          <p:spPr>
            <a:xfrm>
              <a:off x="4834732" y="2528512"/>
              <a:ext cx="686490" cy="4266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sz="2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&lt;/&gt;</a:t>
              </a:r>
              <a:endPara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141FDC-1421-435F-B402-9BA511D28B81}"/>
                </a:ext>
              </a:extLst>
            </p:cNvPr>
            <p:cNvSpPr/>
            <p:nvPr/>
          </p:nvSpPr>
          <p:spPr>
            <a:xfrm>
              <a:off x="3806650" y="1457309"/>
              <a:ext cx="561208" cy="415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sz="2000" dirty="0">
                  <a:solidFill>
                    <a:schemeClr val="bg1">
                      <a:lumMod val="95000"/>
                    </a:schemeClr>
                  </a:solidFill>
                  <a:latin typeface="Ubuntu" panose="020B0504030602030204" pitchFamily="34" charset="0"/>
                  <a:cs typeface="Times New Roman" panose="02020603050405020304" pitchFamily="18" charset="0"/>
                </a:rPr>
                <a:t>//-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99D9213E-FE51-4089-81A5-5FC993F067F0}"/>
              </a:ext>
            </a:extLst>
          </p:cNvPr>
          <p:cNvSpPr txBox="1"/>
          <p:nvPr/>
        </p:nvSpPr>
        <p:spPr>
          <a:xfrm>
            <a:off x="221512" y="6398640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codeXBuilder:</a:t>
            </a:r>
            <a:r>
              <a:rPr lang="en-US" sz="1200" b="1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//</a:t>
            </a:r>
          </a:p>
        </p:txBody>
      </p:sp>
    </p:spTree>
    <p:extLst>
      <p:ext uri="{BB962C8B-B14F-4D97-AF65-F5344CB8AC3E}">
        <p14:creationId xmlns:p14="http://schemas.microsoft.com/office/powerpoint/2010/main" val="2249528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25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8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25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8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8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1F96664-0F60-466D-A7BD-E77559BBF5E3}"/>
              </a:ext>
            </a:extLst>
          </p:cNvPr>
          <p:cNvSpPr/>
          <p:nvPr/>
        </p:nvSpPr>
        <p:spPr>
          <a:xfrm>
            <a:off x="5724833" y="1224116"/>
            <a:ext cx="4399935" cy="4311445"/>
          </a:xfrm>
          <a:prstGeom prst="roundRect">
            <a:avLst>
              <a:gd name="adj" fmla="val 2254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8FA539D-A2DC-4598-895A-2DE90E89A567}"/>
              </a:ext>
            </a:extLst>
          </p:cNvPr>
          <p:cNvSpPr/>
          <p:nvPr/>
        </p:nvSpPr>
        <p:spPr>
          <a:xfrm rot="10800000">
            <a:off x="5181600" y="4513734"/>
            <a:ext cx="5486400" cy="914400"/>
          </a:xfrm>
          <a:prstGeom prst="round2SameRect">
            <a:avLst/>
          </a:prstGeom>
          <a:gradFill>
            <a:gsLst>
              <a:gs pos="0">
                <a:schemeClr val="accent1"/>
              </a:gs>
              <a:gs pos="99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0E7C50-C811-43DF-8FEE-99F6A8C9D9F8}"/>
              </a:ext>
            </a:extLst>
          </p:cNvPr>
          <p:cNvSpPr/>
          <p:nvPr/>
        </p:nvSpPr>
        <p:spPr>
          <a:xfrm>
            <a:off x="1010264" y="2337346"/>
            <a:ext cx="47145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Proof of Concept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DBD637-2171-437E-9EDF-EE5E26CF296A}"/>
              </a:ext>
            </a:extLst>
          </p:cNvPr>
          <p:cNvGrpSpPr/>
          <p:nvPr/>
        </p:nvGrpSpPr>
        <p:grpSpPr>
          <a:xfrm>
            <a:off x="1685924" y="3385620"/>
            <a:ext cx="2732700" cy="276999"/>
            <a:chOff x="4493600" y="4261354"/>
            <a:chExt cx="2732700" cy="27699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6C043CF-0F94-42D0-A555-EAA453D42D7A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F0C6DEF2-4DB5-4F03-A234-A2B76EB1CF03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100000">
                    <a:schemeClr val="accent4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 7">
                <a:extLst>
                  <a:ext uri="{FF2B5EF4-FFF2-40B4-BE49-F238E27FC236}">
                    <a16:creationId xmlns:a16="http://schemas.microsoft.com/office/drawing/2014/main" id="{C4B9B9FD-CAE5-4B37-895D-5279D53DA8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D295050-4D6E-4DF3-AA1E-AD76813BA98B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Generate HTML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93895A-8316-4466-A3A0-F5207B5D5246}"/>
              </a:ext>
            </a:extLst>
          </p:cNvPr>
          <p:cNvGrpSpPr/>
          <p:nvPr/>
        </p:nvGrpSpPr>
        <p:grpSpPr>
          <a:xfrm>
            <a:off x="1685924" y="3828563"/>
            <a:ext cx="2732700" cy="276999"/>
            <a:chOff x="4493600" y="4261354"/>
            <a:chExt cx="2732700" cy="27699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62C4983-C904-4E76-BC9C-5BEE36B69E24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8458763-FF7F-4B56-B83A-B2A1AF6D76C2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 7">
                <a:extLst>
                  <a:ext uri="{FF2B5EF4-FFF2-40B4-BE49-F238E27FC236}">
                    <a16:creationId xmlns:a16="http://schemas.microsoft.com/office/drawing/2014/main" id="{ED76B99F-CF95-488C-8986-4DEF82E6EB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8328A03-DD5C-44E4-96E8-19B0446A1BB6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Generate CSS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C2E82A1-D01B-4CA4-93F9-E6E7491AF297}"/>
              </a:ext>
            </a:extLst>
          </p:cNvPr>
          <p:cNvGrpSpPr/>
          <p:nvPr/>
        </p:nvGrpSpPr>
        <p:grpSpPr>
          <a:xfrm>
            <a:off x="1685924" y="4271506"/>
            <a:ext cx="2732700" cy="276999"/>
            <a:chOff x="4493600" y="4261354"/>
            <a:chExt cx="2732700" cy="27699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6B2ADA5-F3A6-4BF6-8837-D88505009BCE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CA79FDB7-9EB9-4D18-99C8-107937E7A85A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 7">
                <a:extLst>
                  <a:ext uri="{FF2B5EF4-FFF2-40B4-BE49-F238E27FC236}">
                    <a16:creationId xmlns:a16="http://schemas.microsoft.com/office/drawing/2014/main" id="{1A23A937-530C-4DDC-9374-2F02294E3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E86505-6AAC-4919-88B0-4B4C7103C448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Generate JS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E18DF4-BD2F-42C7-86AC-A1E9925D3A8D}"/>
              </a:ext>
            </a:extLst>
          </p:cNvPr>
          <p:cNvGrpSpPr/>
          <p:nvPr/>
        </p:nvGrpSpPr>
        <p:grpSpPr>
          <a:xfrm>
            <a:off x="1685924" y="4714450"/>
            <a:ext cx="2732700" cy="276999"/>
            <a:chOff x="4493600" y="4261354"/>
            <a:chExt cx="2732700" cy="2769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1FD5A09-81FB-4210-9449-4B71D548CD70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C4B29A5C-1BE9-44C9-9D6F-4BA7EB7E5B3A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A53F00A3-E479-4453-8060-2A27137DE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07004AB-D13D-4F59-9615-25A4B45C60D3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Rendering in Real Time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D0442C3-A0AE-40C4-A679-8B827841D9E8}"/>
              </a:ext>
            </a:extLst>
          </p:cNvPr>
          <p:cNvSpPr txBox="1"/>
          <p:nvPr/>
        </p:nvSpPr>
        <p:spPr>
          <a:xfrm>
            <a:off x="5416049" y="4524422"/>
            <a:ext cx="1778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Ubuntu" panose="020B0504030602030204" pitchFamily="34" charset="0"/>
              </a:rPr>
              <a:t>#1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AB946A-8989-4F15-A6C3-9D8D7EE064FA}"/>
              </a:ext>
            </a:extLst>
          </p:cNvPr>
          <p:cNvSpPr txBox="1"/>
          <p:nvPr/>
        </p:nvSpPr>
        <p:spPr>
          <a:xfrm>
            <a:off x="5416049" y="4768117"/>
            <a:ext cx="1778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Ubuntu" panose="020B0504030602030204" pitchFamily="34" charset="0"/>
              </a:rPr>
              <a:t>Mock Diagram</a:t>
            </a:r>
          </a:p>
        </p:txBody>
      </p:sp>
      <p:sp>
        <p:nvSpPr>
          <p:cNvPr id="33" name="Freeform 190">
            <a:extLst>
              <a:ext uri="{FF2B5EF4-FFF2-40B4-BE49-F238E27FC236}">
                <a16:creationId xmlns:a16="http://schemas.microsoft.com/office/drawing/2014/main" id="{F895CEC9-5A21-4F71-BCD7-E0F95CF9306F}"/>
              </a:ext>
            </a:extLst>
          </p:cNvPr>
          <p:cNvSpPr>
            <a:spLocks noEditPoints="1"/>
          </p:cNvSpPr>
          <p:nvPr/>
        </p:nvSpPr>
        <p:spPr bwMode="auto">
          <a:xfrm>
            <a:off x="10029059" y="4533560"/>
            <a:ext cx="364769" cy="368671"/>
          </a:xfrm>
          <a:custGeom>
            <a:avLst/>
            <a:gdLst>
              <a:gd name="T0" fmla="*/ 0 w 187"/>
              <a:gd name="T1" fmla="*/ 0 h 189"/>
              <a:gd name="T2" fmla="*/ 34925 w 187"/>
              <a:gd name="T3" fmla="*/ 260350 h 189"/>
              <a:gd name="T4" fmla="*/ 147637 w 187"/>
              <a:gd name="T5" fmla="*/ 300037 h 189"/>
              <a:gd name="T6" fmla="*/ 258762 w 187"/>
              <a:gd name="T7" fmla="*/ 260350 h 189"/>
              <a:gd name="T8" fmla="*/ 296862 w 187"/>
              <a:gd name="T9" fmla="*/ 0 h 189"/>
              <a:gd name="T10" fmla="*/ 0 w 187"/>
              <a:gd name="T11" fmla="*/ 0 h 189"/>
              <a:gd name="T12" fmla="*/ 239712 w 187"/>
              <a:gd name="T13" fmla="*/ 76200 h 189"/>
              <a:gd name="T14" fmla="*/ 166687 w 187"/>
              <a:gd name="T15" fmla="*/ 112712 h 189"/>
              <a:gd name="T16" fmla="*/ 231775 w 187"/>
              <a:gd name="T17" fmla="*/ 112712 h 189"/>
              <a:gd name="T18" fmla="*/ 222250 w 187"/>
              <a:gd name="T19" fmla="*/ 225425 h 189"/>
              <a:gd name="T20" fmla="*/ 147637 w 187"/>
              <a:gd name="T21" fmla="*/ 242887 h 189"/>
              <a:gd name="T22" fmla="*/ 74612 w 187"/>
              <a:gd name="T23" fmla="*/ 225425 h 189"/>
              <a:gd name="T24" fmla="*/ 68262 w 187"/>
              <a:gd name="T25" fmla="*/ 168275 h 189"/>
              <a:gd name="T26" fmla="*/ 109537 w 187"/>
              <a:gd name="T27" fmla="*/ 168275 h 189"/>
              <a:gd name="T28" fmla="*/ 114300 w 187"/>
              <a:gd name="T29" fmla="*/ 196850 h 189"/>
              <a:gd name="T30" fmla="*/ 147637 w 187"/>
              <a:gd name="T31" fmla="*/ 204787 h 189"/>
              <a:gd name="T32" fmla="*/ 184150 w 187"/>
              <a:gd name="T33" fmla="*/ 196850 h 189"/>
              <a:gd name="T34" fmla="*/ 188912 w 187"/>
              <a:gd name="T35" fmla="*/ 150812 h 189"/>
              <a:gd name="T36" fmla="*/ 66675 w 187"/>
              <a:gd name="T37" fmla="*/ 150812 h 189"/>
              <a:gd name="T38" fmla="*/ 63500 w 187"/>
              <a:gd name="T39" fmla="*/ 122237 h 189"/>
              <a:gd name="T40" fmla="*/ 84137 w 187"/>
              <a:gd name="T41" fmla="*/ 112712 h 189"/>
              <a:gd name="T42" fmla="*/ 160337 w 187"/>
              <a:gd name="T43" fmla="*/ 76200 h 189"/>
              <a:gd name="T44" fmla="*/ 58737 w 187"/>
              <a:gd name="T45" fmla="*/ 76200 h 189"/>
              <a:gd name="T46" fmla="*/ 53975 w 187"/>
              <a:gd name="T47" fmla="*/ 38100 h 189"/>
              <a:gd name="T48" fmla="*/ 239712 w 187"/>
              <a:gd name="T49" fmla="*/ 38100 h 189"/>
              <a:gd name="T50" fmla="*/ 239712 w 187"/>
              <a:gd name="T51" fmla="*/ 76200 h 189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187" h="189">
                <a:moveTo>
                  <a:pt x="0" y="0"/>
                </a:moveTo>
                <a:lnTo>
                  <a:pt x="22" y="164"/>
                </a:lnTo>
                <a:lnTo>
                  <a:pt x="93" y="189"/>
                </a:lnTo>
                <a:lnTo>
                  <a:pt x="163" y="164"/>
                </a:lnTo>
                <a:lnTo>
                  <a:pt x="187" y="0"/>
                </a:lnTo>
                <a:lnTo>
                  <a:pt x="0" y="0"/>
                </a:lnTo>
                <a:close/>
                <a:moveTo>
                  <a:pt x="151" y="48"/>
                </a:moveTo>
                <a:lnTo>
                  <a:pt x="105" y="71"/>
                </a:lnTo>
                <a:lnTo>
                  <a:pt x="146" y="71"/>
                </a:lnTo>
                <a:lnTo>
                  <a:pt x="140" y="142"/>
                </a:lnTo>
                <a:lnTo>
                  <a:pt x="93" y="153"/>
                </a:lnTo>
                <a:lnTo>
                  <a:pt x="47" y="142"/>
                </a:lnTo>
                <a:lnTo>
                  <a:pt x="43" y="106"/>
                </a:lnTo>
                <a:lnTo>
                  <a:pt x="69" y="106"/>
                </a:lnTo>
                <a:lnTo>
                  <a:pt x="72" y="124"/>
                </a:lnTo>
                <a:lnTo>
                  <a:pt x="93" y="129"/>
                </a:lnTo>
                <a:lnTo>
                  <a:pt x="116" y="124"/>
                </a:lnTo>
                <a:lnTo>
                  <a:pt x="119" y="95"/>
                </a:lnTo>
                <a:lnTo>
                  <a:pt x="42" y="95"/>
                </a:lnTo>
                <a:lnTo>
                  <a:pt x="40" y="77"/>
                </a:lnTo>
                <a:lnTo>
                  <a:pt x="53" y="71"/>
                </a:lnTo>
                <a:lnTo>
                  <a:pt x="101" y="48"/>
                </a:lnTo>
                <a:lnTo>
                  <a:pt x="37" y="48"/>
                </a:lnTo>
                <a:lnTo>
                  <a:pt x="34" y="24"/>
                </a:lnTo>
                <a:lnTo>
                  <a:pt x="151" y="24"/>
                </a:lnTo>
                <a:lnTo>
                  <a:pt x="151" y="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9" name="Picture Placeholder 38" descr="A screenshot of a computer&#10;&#10;Description automatically generated">
            <a:extLst>
              <a:ext uri="{FF2B5EF4-FFF2-40B4-BE49-F238E27FC236}">
                <a16:creationId xmlns:a16="http://schemas.microsoft.com/office/drawing/2014/main" id="{52FD971B-F18F-C5CA-3AAB-60A7D46DB3C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" r="504"/>
          <a:stretch>
            <a:fillRect/>
          </a:stretch>
        </p:blipFill>
        <p:spPr>
          <a:xfrm>
            <a:off x="5181600" y="1049338"/>
            <a:ext cx="5486400" cy="3463925"/>
          </a:xfrm>
        </p:spPr>
      </p:pic>
    </p:spTree>
    <p:extLst>
      <p:ext uri="{BB962C8B-B14F-4D97-AF65-F5344CB8AC3E}">
        <p14:creationId xmlns:p14="http://schemas.microsoft.com/office/powerpoint/2010/main" val="1032672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" grpId="0" animBg="1"/>
      <p:bldP spid="31" grpId="0"/>
      <p:bldP spid="32" grpId="0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D99BF6E5-DBB2-49A4-ACF1-DD7918CD0DBD}"/>
              </a:ext>
            </a:extLst>
          </p:cNvPr>
          <p:cNvSpPr/>
          <p:nvPr/>
        </p:nvSpPr>
        <p:spPr>
          <a:xfrm rot="10800000">
            <a:off x="10243574" y="1572521"/>
            <a:ext cx="1338826" cy="3712958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3A99344-840C-4C8E-BA3B-3BF9860E3F9C}"/>
              </a:ext>
            </a:extLst>
          </p:cNvPr>
          <p:cNvSpPr/>
          <p:nvPr/>
        </p:nvSpPr>
        <p:spPr>
          <a:xfrm>
            <a:off x="7535542" y="821769"/>
            <a:ext cx="41300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Project </a:t>
            </a:r>
          </a:p>
          <a:p>
            <a:r>
              <a:rPr lang="en-US" sz="3600" b="1" dirty="0">
                <a:solidFill>
                  <a:schemeClr val="accent1"/>
                </a:solidFill>
                <a:latin typeface="Ubuntu" panose="020B0504030602030204" pitchFamily="34" charset="0"/>
              </a:rPr>
              <a:t>Pipeline</a:t>
            </a:r>
            <a:endParaRPr lang="en-US" sz="3600" b="1" dirty="0">
              <a:solidFill>
                <a:srgbClr val="232A4E"/>
              </a:solidFill>
              <a:latin typeface="Ubuntu" panose="020B050403060203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120EA31-E147-4E4D-BBF9-9CC42CEB6934}"/>
              </a:ext>
            </a:extLst>
          </p:cNvPr>
          <p:cNvSpPr/>
          <p:nvPr/>
        </p:nvSpPr>
        <p:spPr>
          <a:xfrm>
            <a:off x="7840448" y="5434547"/>
            <a:ext cx="4130040" cy="1165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Generating Dataset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NLP (Text Preprocessing , Intent Recognition)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LLM (Text to code Mapping, Language Understanding)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232A4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8B2DCF6-F023-4F56-AA79-4FF0CFB06EBD}"/>
              </a:ext>
            </a:extLst>
          </p:cNvPr>
          <p:cNvSpPr/>
          <p:nvPr/>
        </p:nvSpPr>
        <p:spPr>
          <a:xfrm>
            <a:off x="5718809" y="4853025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Ubuntu" panose="020B0504030602030204" pitchFamily="34" charset="0"/>
              </a:rPr>
              <a:t>MORE DETAILS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161A567-8A95-48B6-9CB7-C5B225AF007F}"/>
              </a:ext>
            </a:extLst>
          </p:cNvPr>
          <p:cNvGrpSpPr/>
          <p:nvPr/>
        </p:nvGrpSpPr>
        <p:grpSpPr>
          <a:xfrm>
            <a:off x="1342633" y="6429418"/>
            <a:ext cx="2626016" cy="246221"/>
            <a:chOff x="666027" y="6491338"/>
            <a:chExt cx="2626016" cy="246221"/>
          </a:xfrm>
        </p:grpSpPr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BE147AF5-84FD-4FCA-9762-D7E0544E86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027" y="6562424"/>
              <a:ext cx="95578" cy="93971"/>
            </a:xfrm>
            <a:custGeom>
              <a:avLst/>
              <a:gdLst>
                <a:gd name="T0" fmla="*/ 92739 w 55"/>
                <a:gd name="T1" fmla="*/ 185737 h 54"/>
                <a:gd name="T2" fmla="*/ 0 w 55"/>
                <a:gd name="T3" fmla="*/ 92869 h 54"/>
                <a:gd name="T4" fmla="*/ 92739 w 55"/>
                <a:gd name="T5" fmla="*/ 0 h 54"/>
                <a:gd name="T6" fmla="*/ 188913 w 55"/>
                <a:gd name="T7" fmla="*/ 92869 h 54"/>
                <a:gd name="T8" fmla="*/ 92739 w 55"/>
                <a:gd name="T9" fmla="*/ 185737 h 54"/>
                <a:gd name="T10" fmla="*/ 13739 w 55"/>
                <a:gd name="T11" fmla="*/ 92869 h 54"/>
                <a:gd name="T12" fmla="*/ 92739 w 55"/>
                <a:gd name="T13" fmla="*/ 171979 h 54"/>
                <a:gd name="T14" fmla="*/ 171739 w 55"/>
                <a:gd name="T15" fmla="*/ 92869 h 54"/>
                <a:gd name="T16" fmla="*/ 92739 w 55"/>
                <a:gd name="T17" fmla="*/ 13758 h 54"/>
                <a:gd name="T18" fmla="*/ 13739 w 55"/>
                <a:gd name="T19" fmla="*/ 92869 h 54"/>
                <a:gd name="T20" fmla="*/ 140826 w 55"/>
                <a:gd name="T21" fmla="*/ 127264 h 54"/>
                <a:gd name="T22" fmla="*/ 96174 w 55"/>
                <a:gd name="T23" fmla="*/ 151341 h 54"/>
                <a:gd name="T24" fmla="*/ 37783 w 55"/>
                <a:gd name="T25" fmla="*/ 92869 h 54"/>
                <a:gd name="T26" fmla="*/ 96174 w 55"/>
                <a:gd name="T27" fmla="*/ 34396 h 54"/>
                <a:gd name="T28" fmla="*/ 137391 w 55"/>
                <a:gd name="T29" fmla="*/ 58473 h 54"/>
                <a:gd name="T30" fmla="*/ 137391 w 55"/>
                <a:gd name="T31" fmla="*/ 72231 h 54"/>
                <a:gd name="T32" fmla="*/ 137391 w 55"/>
                <a:gd name="T33" fmla="*/ 72231 h 54"/>
                <a:gd name="T34" fmla="*/ 123652 w 55"/>
                <a:gd name="T35" fmla="*/ 72231 h 54"/>
                <a:gd name="T36" fmla="*/ 120217 w 55"/>
                <a:gd name="T37" fmla="*/ 72231 h 54"/>
                <a:gd name="T38" fmla="*/ 120217 w 55"/>
                <a:gd name="T39" fmla="*/ 61912 h 54"/>
                <a:gd name="T40" fmla="*/ 96174 w 55"/>
                <a:gd name="T41" fmla="*/ 51594 h 54"/>
                <a:gd name="T42" fmla="*/ 54957 w 55"/>
                <a:gd name="T43" fmla="*/ 92869 h 54"/>
                <a:gd name="T44" fmla="*/ 96174 w 55"/>
                <a:gd name="T45" fmla="*/ 134143 h 54"/>
                <a:gd name="T46" fmla="*/ 120217 w 55"/>
                <a:gd name="T47" fmla="*/ 123825 h 54"/>
                <a:gd name="T48" fmla="*/ 120217 w 55"/>
                <a:gd name="T49" fmla="*/ 113506 h 54"/>
                <a:gd name="T50" fmla="*/ 123652 w 55"/>
                <a:gd name="T51" fmla="*/ 113506 h 54"/>
                <a:gd name="T52" fmla="*/ 137391 w 55"/>
                <a:gd name="T53" fmla="*/ 113506 h 54"/>
                <a:gd name="T54" fmla="*/ 140826 w 55"/>
                <a:gd name="T55" fmla="*/ 113506 h 54"/>
                <a:gd name="T56" fmla="*/ 140826 w 55"/>
                <a:gd name="T57" fmla="*/ 127264 h 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5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4"/>
                    <a:pt x="27" y="54"/>
                  </a:cubicBezTo>
                  <a:close/>
                  <a:moveTo>
                    <a:pt x="4" y="27"/>
                  </a:moveTo>
                  <a:cubicBezTo>
                    <a:pt x="4" y="40"/>
                    <a:pt x="15" y="50"/>
                    <a:pt x="27" y="50"/>
                  </a:cubicBezTo>
                  <a:cubicBezTo>
                    <a:pt x="40" y="50"/>
                    <a:pt x="50" y="40"/>
                    <a:pt x="50" y="27"/>
                  </a:cubicBezTo>
                  <a:cubicBezTo>
                    <a:pt x="50" y="14"/>
                    <a:pt x="40" y="4"/>
                    <a:pt x="27" y="4"/>
                  </a:cubicBezTo>
                  <a:cubicBezTo>
                    <a:pt x="15" y="4"/>
                    <a:pt x="4" y="14"/>
                    <a:pt x="4" y="27"/>
                  </a:cubicBezTo>
                  <a:close/>
                  <a:moveTo>
                    <a:pt x="41" y="37"/>
                  </a:moveTo>
                  <a:cubicBezTo>
                    <a:pt x="41" y="42"/>
                    <a:pt x="33" y="44"/>
                    <a:pt x="28" y="44"/>
                  </a:cubicBezTo>
                  <a:cubicBezTo>
                    <a:pt x="18" y="44"/>
                    <a:pt x="11" y="37"/>
                    <a:pt x="11" y="27"/>
                  </a:cubicBezTo>
                  <a:cubicBezTo>
                    <a:pt x="11" y="17"/>
                    <a:pt x="18" y="10"/>
                    <a:pt x="28" y="10"/>
                  </a:cubicBezTo>
                  <a:cubicBezTo>
                    <a:pt x="31" y="10"/>
                    <a:pt x="40" y="11"/>
                    <a:pt x="40" y="17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6"/>
                    <a:pt x="31" y="15"/>
                    <a:pt x="28" y="15"/>
                  </a:cubicBezTo>
                  <a:cubicBezTo>
                    <a:pt x="21" y="15"/>
                    <a:pt x="16" y="20"/>
                    <a:pt x="16" y="27"/>
                  </a:cubicBezTo>
                  <a:cubicBezTo>
                    <a:pt x="16" y="34"/>
                    <a:pt x="21" y="39"/>
                    <a:pt x="28" y="39"/>
                  </a:cubicBezTo>
                  <a:cubicBezTo>
                    <a:pt x="31" y="39"/>
                    <a:pt x="35" y="38"/>
                    <a:pt x="35" y="36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6" y="33"/>
                    <a:pt x="36" y="33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000" b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778AAB5-CE05-43BD-B094-D7E5FA67FC77}"/>
                </a:ext>
              </a:extLst>
            </p:cNvPr>
            <p:cNvSpPr txBox="1"/>
            <p:nvPr/>
          </p:nvSpPr>
          <p:spPr>
            <a:xfrm>
              <a:off x="771801" y="6491338"/>
              <a:ext cx="25202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0" spc="3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2019.All Rights Reserved</a:t>
              </a:r>
              <a:endParaRPr lang="id-ID" sz="1000" b="0" spc="3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280D5B48-C170-43CF-9C32-80C61F02CB02}"/>
              </a:ext>
            </a:extLst>
          </p:cNvPr>
          <p:cNvSpPr txBox="1"/>
          <p:nvPr/>
        </p:nvSpPr>
        <p:spPr>
          <a:xfrm>
            <a:off x="221512" y="6398640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codeXBuilder:</a:t>
            </a:r>
            <a:r>
              <a:rPr lang="en-US" sz="1200" b="1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2BB3B-E631-C94A-2E60-81A9CC0E1E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7" y="1744883"/>
            <a:ext cx="7450549" cy="45021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7030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5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5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2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58" grpId="0"/>
          <p:bldP spid="5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5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57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2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1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58" grpId="0"/>
          <p:bldP spid="59" grpId="0" animBg="1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80EF794-0132-46AC-8E9D-60FBB1AA3BCA}"/>
              </a:ext>
            </a:extLst>
          </p:cNvPr>
          <p:cNvSpPr/>
          <p:nvPr/>
        </p:nvSpPr>
        <p:spPr>
          <a:xfrm>
            <a:off x="856675" y="-1"/>
            <a:ext cx="3687971" cy="5576933"/>
          </a:xfrm>
          <a:custGeom>
            <a:avLst/>
            <a:gdLst>
              <a:gd name="connsiteX0" fmla="*/ 272225 w 1752283"/>
              <a:gd name="connsiteY0" fmla="*/ 0 h 2649794"/>
              <a:gd name="connsiteX1" fmla="*/ 950806 w 1752283"/>
              <a:gd name="connsiteY1" fmla="*/ 0 h 2649794"/>
              <a:gd name="connsiteX2" fmla="*/ 889449 w 1752283"/>
              <a:gd name="connsiteY2" fmla="*/ 56741 h 2649794"/>
              <a:gd name="connsiteX3" fmla="*/ 519699 w 1752283"/>
              <a:gd name="connsiteY3" fmla="*/ 203672 h 2649794"/>
              <a:gd name="connsiteX4" fmla="*/ 519699 w 1752283"/>
              <a:gd name="connsiteY4" fmla="*/ 236322 h 2649794"/>
              <a:gd name="connsiteX5" fmla="*/ 1126469 w 1752283"/>
              <a:gd name="connsiteY5" fmla="*/ 927440 h 2649794"/>
              <a:gd name="connsiteX6" fmla="*/ 1126469 w 1752283"/>
              <a:gd name="connsiteY6" fmla="*/ 1735559 h 2649794"/>
              <a:gd name="connsiteX7" fmla="*/ 1285643 w 1752283"/>
              <a:gd name="connsiteY7" fmla="*/ 2138257 h 2649794"/>
              <a:gd name="connsiteX8" fmla="*/ 1752283 w 1752283"/>
              <a:gd name="connsiteY8" fmla="*/ 2268863 h 2649794"/>
              <a:gd name="connsiteX9" fmla="*/ 1752283 w 1752283"/>
              <a:gd name="connsiteY9" fmla="*/ 2649794 h 2649794"/>
              <a:gd name="connsiteX10" fmla="*/ 952328 w 1752283"/>
              <a:gd name="connsiteY10" fmla="*/ 2413072 h 2649794"/>
              <a:gd name="connsiteX11" fmla="*/ 669351 w 1752283"/>
              <a:gd name="connsiteY11" fmla="*/ 1762768 h 2649794"/>
              <a:gd name="connsiteX12" fmla="*/ 669351 w 1752283"/>
              <a:gd name="connsiteY12" fmla="*/ 938325 h 2649794"/>
              <a:gd name="connsiteX13" fmla="*/ 497932 w 1752283"/>
              <a:gd name="connsiteY13" fmla="*/ 534265 h 2649794"/>
              <a:gd name="connsiteX14" fmla="*/ 0 w 1752283"/>
              <a:gd name="connsiteY14" fmla="*/ 413183 h 2649794"/>
              <a:gd name="connsiteX15" fmla="*/ 0 w 1752283"/>
              <a:gd name="connsiteY15" fmla="*/ 29531 h 2649794"/>
              <a:gd name="connsiteX16" fmla="*/ 164617 w 1752283"/>
              <a:gd name="connsiteY16" fmla="*/ 19328 h 264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52283" h="2649794">
                <a:moveTo>
                  <a:pt x="272225" y="0"/>
                </a:moveTo>
                <a:lnTo>
                  <a:pt x="950806" y="0"/>
                </a:lnTo>
                <a:lnTo>
                  <a:pt x="889449" y="56741"/>
                </a:lnTo>
                <a:cubicBezTo>
                  <a:pt x="794641" y="128166"/>
                  <a:pt x="671391" y="177143"/>
                  <a:pt x="519699" y="203672"/>
                </a:cubicBezTo>
                <a:lnTo>
                  <a:pt x="519699" y="236322"/>
                </a:lnTo>
                <a:cubicBezTo>
                  <a:pt x="924211" y="307066"/>
                  <a:pt x="1126469" y="537440"/>
                  <a:pt x="1126469" y="927440"/>
                </a:cubicBezTo>
                <a:lnTo>
                  <a:pt x="1126469" y="1735559"/>
                </a:lnTo>
                <a:cubicBezTo>
                  <a:pt x="1126469" y="1920583"/>
                  <a:pt x="1179526" y="2054816"/>
                  <a:pt x="1285643" y="2138257"/>
                </a:cubicBezTo>
                <a:cubicBezTo>
                  <a:pt x="1391759" y="2221700"/>
                  <a:pt x="1547307" y="2265235"/>
                  <a:pt x="1752283" y="2268863"/>
                </a:cubicBezTo>
                <a:lnTo>
                  <a:pt x="1752283" y="2649794"/>
                </a:lnTo>
                <a:cubicBezTo>
                  <a:pt x="1407632" y="2646166"/>
                  <a:pt x="1140980" y="2567259"/>
                  <a:pt x="952328" y="2413072"/>
                </a:cubicBezTo>
                <a:cubicBezTo>
                  <a:pt x="763677" y="2258886"/>
                  <a:pt x="669351" y="2042118"/>
                  <a:pt x="669351" y="1762768"/>
                </a:cubicBezTo>
                <a:lnTo>
                  <a:pt x="669351" y="938325"/>
                </a:lnTo>
                <a:cubicBezTo>
                  <a:pt x="669351" y="749673"/>
                  <a:pt x="612210" y="614986"/>
                  <a:pt x="497932" y="534265"/>
                </a:cubicBezTo>
                <a:cubicBezTo>
                  <a:pt x="383652" y="453545"/>
                  <a:pt x="217675" y="413183"/>
                  <a:pt x="0" y="413183"/>
                </a:cubicBezTo>
                <a:lnTo>
                  <a:pt x="0" y="29531"/>
                </a:lnTo>
                <a:cubicBezTo>
                  <a:pt x="58954" y="28624"/>
                  <a:pt x="113826" y="25223"/>
                  <a:pt x="164617" y="19328"/>
                </a:cubicBez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663BA3-8222-4AD6-9FB8-C0F02D17831E}"/>
              </a:ext>
            </a:extLst>
          </p:cNvPr>
          <p:cNvGrpSpPr/>
          <p:nvPr/>
        </p:nvGrpSpPr>
        <p:grpSpPr>
          <a:xfrm>
            <a:off x="0" y="5453661"/>
            <a:ext cx="12192000" cy="1404339"/>
            <a:chOff x="0" y="4676212"/>
            <a:chExt cx="12192000" cy="2181789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1190FFA-99D8-41F7-B8B4-2C7D34753AD4}"/>
                </a:ext>
              </a:extLst>
            </p:cNvPr>
            <p:cNvSpPr/>
            <p:nvPr/>
          </p:nvSpPr>
          <p:spPr>
            <a:xfrm>
              <a:off x="1" y="4676212"/>
              <a:ext cx="11092457" cy="1446707"/>
            </a:xfrm>
            <a:custGeom>
              <a:avLst/>
              <a:gdLst>
                <a:gd name="connsiteX0" fmla="*/ 2723288 w 11092457"/>
                <a:gd name="connsiteY0" fmla="*/ 0 h 1446707"/>
                <a:gd name="connsiteX1" fmla="*/ 10925979 w 11092457"/>
                <a:gd name="connsiteY1" fmla="*/ 1166909 h 1446707"/>
                <a:gd name="connsiteX2" fmla="*/ 11092457 w 11092457"/>
                <a:gd name="connsiteY2" fmla="*/ 1108377 h 1446707"/>
                <a:gd name="connsiteX3" fmla="*/ 11074139 w 11092457"/>
                <a:gd name="connsiteY3" fmla="*/ 1115686 h 1446707"/>
                <a:gd name="connsiteX4" fmla="*/ 0 w 11092457"/>
                <a:gd name="connsiteY4" fmla="*/ 529970 h 1446707"/>
                <a:gd name="connsiteX5" fmla="*/ 2723288 w 11092457"/>
                <a:gd name="connsiteY5" fmla="*/ 0 h 1446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92457" h="1446707">
                  <a:moveTo>
                    <a:pt x="2723288" y="0"/>
                  </a:moveTo>
                  <a:cubicBezTo>
                    <a:pt x="5890671" y="-892"/>
                    <a:pt x="8266029" y="2038892"/>
                    <a:pt x="10925979" y="1166909"/>
                  </a:cubicBezTo>
                  <a:lnTo>
                    <a:pt x="11092457" y="1108377"/>
                  </a:lnTo>
                  <a:lnTo>
                    <a:pt x="11074139" y="1115686"/>
                  </a:lnTo>
                  <a:cubicBezTo>
                    <a:pt x="7447865" y="2478442"/>
                    <a:pt x="3602805" y="-900163"/>
                    <a:pt x="0" y="529970"/>
                  </a:cubicBezTo>
                  <a:cubicBezTo>
                    <a:pt x="977695" y="145590"/>
                    <a:pt x="1878652" y="237"/>
                    <a:pt x="2723288" y="0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7EAE2F22-1337-4FA5-A206-9A4878B67727}"/>
                </a:ext>
              </a:extLst>
            </p:cNvPr>
            <p:cNvSpPr/>
            <p:nvPr/>
          </p:nvSpPr>
          <p:spPr>
            <a:xfrm>
              <a:off x="0" y="4830857"/>
              <a:ext cx="12192000" cy="2027144"/>
            </a:xfrm>
            <a:custGeom>
              <a:avLst/>
              <a:gdLst>
                <a:gd name="connsiteX0" fmla="*/ 0 w 12192000"/>
                <a:gd name="connsiteY0" fmla="*/ 0 h 1666568"/>
                <a:gd name="connsiteX1" fmla="*/ 12192000 w 12192000"/>
                <a:gd name="connsiteY1" fmla="*/ 0 h 1666568"/>
                <a:gd name="connsiteX2" fmla="*/ 12192000 w 12192000"/>
                <a:gd name="connsiteY2" fmla="*/ 1666568 h 1666568"/>
                <a:gd name="connsiteX3" fmla="*/ 0 w 12192000"/>
                <a:gd name="connsiteY3" fmla="*/ 1666568 h 1666568"/>
                <a:gd name="connsiteX4" fmla="*/ 0 w 12192000"/>
                <a:gd name="connsiteY4" fmla="*/ 0 h 1666568"/>
                <a:gd name="connsiteX0" fmla="*/ 0 w 12192000"/>
                <a:gd name="connsiteY0" fmla="*/ 701368 h 2367936"/>
                <a:gd name="connsiteX1" fmla="*/ 12192000 w 12192000"/>
                <a:gd name="connsiteY1" fmla="*/ 701368 h 2367936"/>
                <a:gd name="connsiteX2" fmla="*/ 12192000 w 12192000"/>
                <a:gd name="connsiteY2" fmla="*/ 2367936 h 2367936"/>
                <a:gd name="connsiteX3" fmla="*/ 0 w 12192000"/>
                <a:gd name="connsiteY3" fmla="*/ 2367936 h 2367936"/>
                <a:gd name="connsiteX4" fmla="*/ 0 w 12192000"/>
                <a:gd name="connsiteY4" fmla="*/ 701368 h 2367936"/>
                <a:gd name="connsiteX0" fmla="*/ 0 w 12192000"/>
                <a:gd name="connsiteY0" fmla="*/ 360576 h 2027144"/>
                <a:gd name="connsiteX1" fmla="*/ 12192000 w 12192000"/>
                <a:gd name="connsiteY1" fmla="*/ 360576 h 2027144"/>
                <a:gd name="connsiteX2" fmla="*/ 12192000 w 12192000"/>
                <a:gd name="connsiteY2" fmla="*/ 2027144 h 2027144"/>
                <a:gd name="connsiteX3" fmla="*/ 0 w 12192000"/>
                <a:gd name="connsiteY3" fmla="*/ 2027144 h 2027144"/>
                <a:gd name="connsiteX4" fmla="*/ 0 w 12192000"/>
                <a:gd name="connsiteY4" fmla="*/ 360576 h 2027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2027144">
                  <a:moveTo>
                    <a:pt x="0" y="360576"/>
                  </a:moveTo>
                  <a:cubicBezTo>
                    <a:pt x="3975509" y="-1217502"/>
                    <a:pt x="8245987" y="3059531"/>
                    <a:pt x="12192000" y="360576"/>
                  </a:cubicBezTo>
                  <a:lnTo>
                    <a:pt x="12192000" y="2027144"/>
                  </a:lnTo>
                  <a:lnTo>
                    <a:pt x="0" y="2027144"/>
                  </a:lnTo>
                  <a:lnTo>
                    <a:pt x="0" y="3605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9D3CCAAA-4930-43B5-9FA4-254EDB15A605}"/>
              </a:ext>
            </a:extLst>
          </p:cNvPr>
          <p:cNvSpPr/>
          <p:nvPr/>
        </p:nvSpPr>
        <p:spPr>
          <a:xfrm>
            <a:off x="1523999" y="1169898"/>
            <a:ext cx="47145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Methodologies</a:t>
            </a:r>
            <a:endParaRPr lang="en-US" sz="3600" b="0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3182E8-5108-497C-96E2-5B13313E9B80}"/>
              </a:ext>
            </a:extLst>
          </p:cNvPr>
          <p:cNvSpPr txBox="1"/>
          <p:nvPr/>
        </p:nvSpPr>
        <p:spPr>
          <a:xfrm>
            <a:off x="221512" y="6398640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codeXBuilder:</a:t>
            </a:r>
            <a:r>
              <a:rPr lang="en-US" sz="1200" b="1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//</a:t>
            </a:r>
          </a:p>
        </p:txBody>
      </p:sp>
      <p:pic>
        <p:nvPicPr>
          <p:cNvPr id="4" name="Picture Placeholder 3" descr="A group of small plastic figurines&#10;&#10;Description automatically generated">
            <a:extLst>
              <a:ext uri="{FF2B5EF4-FFF2-40B4-BE49-F238E27FC236}">
                <a16:creationId xmlns:a16="http://schemas.microsoft.com/office/drawing/2014/main" id="{6DFFDAF6-8C26-F1FE-9BA9-28091C9B091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9" r="16359"/>
          <a:stretch>
            <a:fillRect/>
          </a:stretch>
        </p:blipFill>
        <p:spPr/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4B463B3-3E9B-4B08-92E1-509E6B12D0FB}"/>
              </a:ext>
            </a:extLst>
          </p:cNvPr>
          <p:cNvSpPr/>
          <p:nvPr/>
        </p:nvSpPr>
        <p:spPr>
          <a:xfrm>
            <a:off x="7924800" y="3434873"/>
            <a:ext cx="2452668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Ubuntu" panose="020B0504030602030204" pitchFamily="34" charset="0"/>
              </a:rPr>
              <a:t>Surveys</a:t>
            </a:r>
            <a:endParaRPr lang="en-US" sz="24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8D995E-6435-4EA2-B816-D6254CF0878F}"/>
              </a:ext>
            </a:extLst>
          </p:cNvPr>
          <p:cNvSpPr/>
          <p:nvPr/>
        </p:nvSpPr>
        <p:spPr>
          <a:xfrm>
            <a:off x="9099859" y="3896695"/>
            <a:ext cx="1860725" cy="461665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Ubuntu" panose="020B0504030602030204" pitchFamily="34" charset="0"/>
              </a:rPr>
              <a:t>Interviews</a:t>
            </a:r>
            <a:endParaRPr lang="en-US" sz="24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95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8" presetClass="entr" presetSubtype="3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1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536E710-5B2C-488F-92BE-3D30103EA556}"/>
              </a:ext>
            </a:extLst>
          </p:cNvPr>
          <p:cNvSpPr/>
          <p:nvPr/>
        </p:nvSpPr>
        <p:spPr>
          <a:xfrm>
            <a:off x="8710825" y="3892675"/>
            <a:ext cx="2364670" cy="1901761"/>
          </a:xfrm>
          <a:prstGeom prst="roundRect">
            <a:avLst>
              <a:gd name="adj" fmla="val 4767"/>
            </a:avLst>
          </a:prstGeom>
          <a:gradFill>
            <a:gsLst>
              <a:gs pos="0">
                <a:schemeClr val="accent1"/>
              </a:gs>
              <a:gs pos="99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86DC6AB-79CE-401B-A5C9-7AA962D874C6}"/>
              </a:ext>
            </a:extLst>
          </p:cNvPr>
          <p:cNvCxnSpPr>
            <a:cxnSpLocks/>
          </p:cNvCxnSpPr>
          <p:nvPr/>
        </p:nvCxnSpPr>
        <p:spPr>
          <a:xfrm>
            <a:off x="2133600" y="0"/>
            <a:ext cx="0" cy="324433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D49FAF1F-AFAE-4DCC-8272-20EB29B31A1C}"/>
              </a:ext>
            </a:extLst>
          </p:cNvPr>
          <p:cNvGrpSpPr/>
          <p:nvPr/>
        </p:nvGrpSpPr>
        <p:grpSpPr>
          <a:xfrm>
            <a:off x="1774723" y="3070123"/>
            <a:ext cx="717754" cy="717754"/>
            <a:chOff x="1774723" y="3249473"/>
            <a:chExt cx="717754" cy="71775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E1CCFA5-63A6-472D-9C63-8AA73A653AD1}"/>
                </a:ext>
              </a:extLst>
            </p:cNvPr>
            <p:cNvGrpSpPr/>
            <p:nvPr/>
          </p:nvGrpSpPr>
          <p:grpSpPr>
            <a:xfrm>
              <a:off x="1774723" y="3249473"/>
              <a:ext cx="717754" cy="717754"/>
              <a:chOff x="1219200" y="6498344"/>
              <a:chExt cx="1581150" cy="158115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B8A02AB-E045-4461-9141-1CF7CAE323BA}"/>
                  </a:ext>
                </a:extLst>
              </p:cNvPr>
              <p:cNvSpPr/>
              <p:nvPr/>
            </p:nvSpPr>
            <p:spPr>
              <a:xfrm>
                <a:off x="1219200" y="6498344"/>
                <a:ext cx="1581150" cy="1581150"/>
              </a:xfrm>
              <a:prstGeom prst="ellipse">
                <a:avLst/>
              </a:prstGeom>
              <a:solidFill>
                <a:srgbClr val="F1F3FE"/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>
                <a:innerShdw blurRad="165100">
                  <a:prstClr val="black">
                    <a:alpha val="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ADE4D54-E11E-4B52-B868-7EBFA792C0DC}"/>
                  </a:ext>
                </a:extLst>
              </p:cNvPr>
              <p:cNvSpPr/>
              <p:nvPr/>
            </p:nvSpPr>
            <p:spPr>
              <a:xfrm>
                <a:off x="1476375" y="6755519"/>
                <a:ext cx="1066800" cy="10668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DBD88D9-0A63-4EF5-BD76-7B3E1C415BA6}"/>
                </a:ext>
              </a:extLst>
            </p:cNvPr>
            <p:cNvSpPr/>
            <p:nvPr/>
          </p:nvSpPr>
          <p:spPr>
            <a:xfrm>
              <a:off x="1891466" y="3423684"/>
              <a:ext cx="48426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?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B9BD10-6105-4974-AAD7-C3F399CB7833}"/>
              </a:ext>
            </a:extLst>
          </p:cNvPr>
          <p:cNvSpPr/>
          <p:nvPr/>
        </p:nvSpPr>
        <p:spPr>
          <a:xfrm>
            <a:off x="3008672" y="1434585"/>
            <a:ext cx="7659328" cy="3988830"/>
          </a:xfrm>
          <a:prstGeom prst="roundRect">
            <a:avLst>
              <a:gd name="adj" fmla="val 4014"/>
            </a:avLst>
          </a:prstGeom>
          <a:solidFill>
            <a:schemeClr val="bg1"/>
          </a:solidFill>
          <a:ln>
            <a:noFill/>
          </a:ln>
          <a:effectLst>
            <a:outerShdw blurRad="292100" dist="38100" dir="5400000" algn="t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62">
            <a:extLst>
              <a:ext uri="{FF2B5EF4-FFF2-40B4-BE49-F238E27FC236}">
                <a16:creationId xmlns:a16="http://schemas.microsoft.com/office/drawing/2014/main" id="{5A17A5F7-D7B0-4F8E-BFA7-CF7D47080700}"/>
              </a:ext>
            </a:extLst>
          </p:cNvPr>
          <p:cNvSpPr>
            <a:spLocks noEditPoints="1"/>
          </p:cNvSpPr>
          <p:nvPr/>
        </p:nvSpPr>
        <p:spPr bwMode="auto">
          <a:xfrm>
            <a:off x="1342633" y="6500504"/>
            <a:ext cx="95578" cy="93971"/>
          </a:xfrm>
          <a:custGeom>
            <a:avLst/>
            <a:gdLst>
              <a:gd name="T0" fmla="*/ 92739 w 55"/>
              <a:gd name="T1" fmla="*/ 185737 h 54"/>
              <a:gd name="T2" fmla="*/ 0 w 55"/>
              <a:gd name="T3" fmla="*/ 92869 h 54"/>
              <a:gd name="T4" fmla="*/ 92739 w 55"/>
              <a:gd name="T5" fmla="*/ 0 h 54"/>
              <a:gd name="T6" fmla="*/ 188913 w 55"/>
              <a:gd name="T7" fmla="*/ 92869 h 54"/>
              <a:gd name="T8" fmla="*/ 92739 w 55"/>
              <a:gd name="T9" fmla="*/ 185737 h 54"/>
              <a:gd name="T10" fmla="*/ 13739 w 55"/>
              <a:gd name="T11" fmla="*/ 92869 h 54"/>
              <a:gd name="T12" fmla="*/ 92739 w 55"/>
              <a:gd name="T13" fmla="*/ 171979 h 54"/>
              <a:gd name="T14" fmla="*/ 171739 w 55"/>
              <a:gd name="T15" fmla="*/ 92869 h 54"/>
              <a:gd name="T16" fmla="*/ 92739 w 55"/>
              <a:gd name="T17" fmla="*/ 13758 h 54"/>
              <a:gd name="T18" fmla="*/ 13739 w 55"/>
              <a:gd name="T19" fmla="*/ 92869 h 54"/>
              <a:gd name="T20" fmla="*/ 140826 w 55"/>
              <a:gd name="T21" fmla="*/ 127264 h 54"/>
              <a:gd name="T22" fmla="*/ 96174 w 55"/>
              <a:gd name="T23" fmla="*/ 151341 h 54"/>
              <a:gd name="T24" fmla="*/ 37783 w 55"/>
              <a:gd name="T25" fmla="*/ 92869 h 54"/>
              <a:gd name="T26" fmla="*/ 96174 w 55"/>
              <a:gd name="T27" fmla="*/ 34396 h 54"/>
              <a:gd name="T28" fmla="*/ 137391 w 55"/>
              <a:gd name="T29" fmla="*/ 58473 h 54"/>
              <a:gd name="T30" fmla="*/ 137391 w 55"/>
              <a:gd name="T31" fmla="*/ 72231 h 54"/>
              <a:gd name="T32" fmla="*/ 137391 w 55"/>
              <a:gd name="T33" fmla="*/ 72231 h 54"/>
              <a:gd name="T34" fmla="*/ 123652 w 55"/>
              <a:gd name="T35" fmla="*/ 72231 h 54"/>
              <a:gd name="T36" fmla="*/ 120217 w 55"/>
              <a:gd name="T37" fmla="*/ 72231 h 54"/>
              <a:gd name="T38" fmla="*/ 120217 w 55"/>
              <a:gd name="T39" fmla="*/ 61912 h 54"/>
              <a:gd name="T40" fmla="*/ 96174 w 55"/>
              <a:gd name="T41" fmla="*/ 51594 h 54"/>
              <a:gd name="T42" fmla="*/ 54957 w 55"/>
              <a:gd name="T43" fmla="*/ 92869 h 54"/>
              <a:gd name="T44" fmla="*/ 96174 w 55"/>
              <a:gd name="T45" fmla="*/ 134143 h 54"/>
              <a:gd name="T46" fmla="*/ 120217 w 55"/>
              <a:gd name="T47" fmla="*/ 123825 h 54"/>
              <a:gd name="T48" fmla="*/ 120217 w 55"/>
              <a:gd name="T49" fmla="*/ 113506 h 54"/>
              <a:gd name="T50" fmla="*/ 123652 w 55"/>
              <a:gd name="T51" fmla="*/ 113506 h 54"/>
              <a:gd name="T52" fmla="*/ 137391 w 55"/>
              <a:gd name="T53" fmla="*/ 113506 h 54"/>
              <a:gd name="T54" fmla="*/ 140826 w 55"/>
              <a:gd name="T55" fmla="*/ 113506 h 54"/>
              <a:gd name="T56" fmla="*/ 140826 w 55"/>
              <a:gd name="T57" fmla="*/ 127264 h 54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55" h="54">
                <a:moveTo>
                  <a:pt x="27" y="54"/>
                </a:moveTo>
                <a:cubicBezTo>
                  <a:pt x="12" y="54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4"/>
                  <a:pt x="27" y="54"/>
                </a:cubicBezTo>
                <a:close/>
                <a:moveTo>
                  <a:pt x="4" y="27"/>
                </a:moveTo>
                <a:cubicBezTo>
                  <a:pt x="4" y="40"/>
                  <a:pt x="15" y="50"/>
                  <a:pt x="27" y="50"/>
                </a:cubicBezTo>
                <a:cubicBezTo>
                  <a:pt x="40" y="50"/>
                  <a:pt x="50" y="40"/>
                  <a:pt x="50" y="27"/>
                </a:cubicBezTo>
                <a:cubicBezTo>
                  <a:pt x="50" y="14"/>
                  <a:pt x="40" y="4"/>
                  <a:pt x="27" y="4"/>
                </a:cubicBezTo>
                <a:cubicBezTo>
                  <a:pt x="15" y="4"/>
                  <a:pt x="4" y="14"/>
                  <a:pt x="4" y="27"/>
                </a:cubicBezTo>
                <a:close/>
                <a:moveTo>
                  <a:pt x="41" y="37"/>
                </a:moveTo>
                <a:cubicBezTo>
                  <a:pt x="41" y="42"/>
                  <a:pt x="33" y="44"/>
                  <a:pt x="28" y="44"/>
                </a:cubicBezTo>
                <a:cubicBezTo>
                  <a:pt x="18" y="44"/>
                  <a:pt x="11" y="37"/>
                  <a:pt x="11" y="27"/>
                </a:cubicBezTo>
                <a:cubicBezTo>
                  <a:pt x="11" y="17"/>
                  <a:pt x="18" y="10"/>
                  <a:pt x="28" y="10"/>
                </a:cubicBezTo>
                <a:cubicBezTo>
                  <a:pt x="31" y="10"/>
                  <a:pt x="40" y="11"/>
                  <a:pt x="40" y="17"/>
                </a:cubicBezTo>
                <a:cubicBezTo>
                  <a:pt x="40" y="21"/>
                  <a:pt x="40" y="21"/>
                  <a:pt x="40" y="21"/>
                </a:cubicBezTo>
                <a:cubicBezTo>
                  <a:pt x="40" y="21"/>
                  <a:pt x="40" y="21"/>
                  <a:pt x="40" y="21"/>
                </a:cubicBezTo>
                <a:cubicBezTo>
                  <a:pt x="36" y="21"/>
                  <a:pt x="36" y="21"/>
                  <a:pt x="36" y="21"/>
                </a:cubicBezTo>
                <a:cubicBezTo>
                  <a:pt x="35" y="21"/>
                  <a:pt x="35" y="21"/>
                  <a:pt x="35" y="21"/>
                </a:cubicBezTo>
                <a:cubicBezTo>
                  <a:pt x="35" y="18"/>
                  <a:pt x="35" y="18"/>
                  <a:pt x="35" y="18"/>
                </a:cubicBezTo>
                <a:cubicBezTo>
                  <a:pt x="35" y="16"/>
                  <a:pt x="31" y="15"/>
                  <a:pt x="28" y="15"/>
                </a:cubicBezTo>
                <a:cubicBezTo>
                  <a:pt x="21" y="15"/>
                  <a:pt x="16" y="20"/>
                  <a:pt x="16" y="27"/>
                </a:cubicBezTo>
                <a:cubicBezTo>
                  <a:pt x="16" y="34"/>
                  <a:pt x="21" y="39"/>
                  <a:pt x="28" y="39"/>
                </a:cubicBezTo>
                <a:cubicBezTo>
                  <a:pt x="31" y="39"/>
                  <a:pt x="35" y="38"/>
                  <a:pt x="35" y="36"/>
                </a:cubicBezTo>
                <a:cubicBezTo>
                  <a:pt x="35" y="33"/>
                  <a:pt x="35" y="33"/>
                  <a:pt x="35" y="33"/>
                </a:cubicBezTo>
                <a:cubicBezTo>
                  <a:pt x="35" y="33"/>
                  <a:pt x="36" y="33"/>
                  <a:pt x="36" y="33"/>
                </a:cubicBezTo>
                <a:cubicBezTo>
                  <a:pt x="40" y="33"/>
                  <a:pt x="40" y="33"/>
                  <a:pt x="40" y="33"/>
                </a:cubicBezTo>
                <a:cubicBezTo>
                  <a:pt x="41" y="33"/>
                  <a:pt x="41" y="33"/>
                  <a:pt x="41" y="33"/>
                </a:cubicBezTo>
                <a:lnTo>
                  <a:pt x="41" y="3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2000" b="0" dirty="0">
              <a:solidFill>
                <a:schemeClr val="bg1">
                  <a:lumMod val="85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9C9E342-E4AC-4522-B83F-E47CE2619C00}"/>
              </a:ext>
            </a:extLst>
          </p:cNvPr>
          <p:cNvSpPr txBox="1"/>
          <p:nvPr/>
        </p:nvSpPr>
        <p:spPr>
          <a:xfrm>
            <a:off x="221512" y="6398640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codeXBuilder:</a:t>
            </a:r>
            <a:r>
              <a:rPr lang="en-US" sz="1200" b="1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//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4807904-6FD2-4957-8E42-044698F77F4A}"/>
              </a:ext>
            </a:extLst>
          </p:cNvPr>
          <p:cNvSpPr/>
          <p:nvPr/>
        </p:nvSpPr>
        <p:spPr>
          <a:xfrm>
            <a:off x="6530608" y="1934940"/>
            <a:ext cx="2499091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Survey Questions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FFA1BBB-8454-434B-9430-9290FFF41470}"/>
              </a:ext>
            </a:extLst>
          </p:cNvPr>
          <p:cNvGrpSpPr/>
          <p:nvPr/>
        </p:nvGrpSpPr>
        <p:grpSpPr>
          <a:xfrm>
            <a:off x="6612197" y="2560786"/>
            <a:ext cx="2732700" cy="276999"/>
            <a:chOff x="4493600" y="4261354"/>
            <a:chExt cx="2732700" cy="276999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9B88ADD-2B3D-49EF-AF1C-61813D94CE66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D3173308-3FC6-4D68-8CEE-E4CB4426D028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100000">
                    <a:schemeClr val="accent4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Freeform 7">
                <a:extLst>
                  <a:ext uri="{FF2B5EF4-FFF2-40B4-BE49-F238E27FC236}">
                    <a16:creationId xmlns:a16="http://schemas.microsoft.com/office/drawing/2014/main" id="{AD715C4A-5179-486D-BFBE-5E064EEEF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BAD1C3F-7724-4B6B-8562-926D6DC039F7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Demographics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9A15CE8-226D-421C-A9B9-E48EDFDD4177}"/>
              </a:ext>
            </a:extLst>
          </p:cNvPr>
          <p:cNvGrpSpPr/>
          <p:nvPr/>
        </p:nvGrpSpPr>
        <p:grpSpPr>
          <a:xfrm>
            <a:off x="6612197" y="3003729"/>
            <a:ext cx="2732700" cy="276999"/>
            <a:chOff x="4493600" y="4261354"/>
            <a:chExt cx="2732700" cy="276999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FB9074C1-9752-4EE5-B039-28BFA1DDAAC2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3A2CCCA5-74E0-4AAF-A30A-D6F9656C4B15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Freeform 7">
                <a:extLst>
                  <a:ext uri="{FF2B5EF4-FFF2-40B4-BE49-F238E27FC236}">
                    <a16:creationId xmlns:a16="http://schemas.microsoft.com/office/drawing/2014/main" id="{5D4006F5-4136-4ABE-91AA-91D9C09A8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91BD0BE-5560-4A16-A5D5-CBEC45A2BFFD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Programming Experience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7B8E07F-54A8-4974-A3CB-30C7755001D8}"/>
              </a:ext>
            </a:extLst>
          </p:cNvPr>
          <p:cNvGrpSpPr/>
          <p:nvPr/>
        </p:nvGrpSpPr>
        <p:grpSpPr>
          <a:xfrm>
            <a:off x="6612197" y="3446672"/>
            <a:ext cx="2732700" cy="461665"/>
            <a:chOff x="4493600" y="4261354"/>
            <a:chExt cx="2732700" cy="461665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A5818F6-ED74-41AA-B559-AFC9B7579DE6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7A0D1257-C6DC-49A3-B591-5EF3706D7AFF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Freeform 7">
                <a:extLst>
                  <a:ext uri="{FF2B5EF4-FFF2-40B4-BE49-F238E27FC236}">
                    <a16:creationId xmlns:a16="http://schemas.microsoft.com/office/drawing/2014/main" id="{DD987C9E-8DB1-49FC-9501-5F6F63743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DDD3A58-D869-438A-872E-3C6A4AB6C129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Learning Preferences and Resources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EBB9681-171C-4267-9380-D5D8808D9FC5}"/>
              </a:ext>
            </a:extLst>
          </p:cNvPr>
          <p:cNvGrpSpPr/>
          <p:nvPr/>
        </p:nvGrpSpPr>
        <p:grpSpPr>
          <a:xfrm>
            <a:off x="6612197" y="3889616"/>
            <a:ext cx="2732700" cy="276999"/>
            <a:chOff x="4493600" y="4261354"/>
            <a:chExt cx="2732700" cy="276999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D677CC9F-FFE9-4CD4-A64B-17789BC0A016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FF7616E6-C8A7-4CDA-A9FD-F1C3D285F37D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Freeform 7">
                <a:extLst>
                  <a:ext uri="{FF2B5EF4-FFF2-40B4-BE49-F238E27FC236}">
                    <a16:creationId xmlns:a16="http://schemas.microsoft.com/office/drawing/2014/main" id="{706E0E2F-CE41-476A-BB5B-9E234BE54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2E2194E-E516-430D-ADAF-15BA8DC1CE47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Coding Challenges and Motivation</a:t>
              </a:r>
            </a:p>
          </p:txBody>
        </p:sp>
      </p:grpSp>
      <p:pic>
        <p:nvPicPr>
          <p:cNvPr id="11" name="Picture Placeholder 10" descr="A pile of colorful cubes with letters&#10;&#10;Description automatically generated">
            <a:extLst>
              <a:ext uri="{FF2B5EF4-FFF2-40B4-BE49-F238E27FC236}">
                <a16:creationId xmlns:a16="http://schemas.microsoft.com/office/drawing/2014/main" id="{4876F419-7E84-7639-C870-52A63CE8E1F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8" r="24168"/>
          <a:stretch>
            <a:fillRect/>
          </a:stretch>
        </p:blipFill>
        <p:spPr/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5E3F792-E115-A338-0607-F91425C3D44B}"/>
              </a:ext>
            </a:extLst>
          </p:cNvPr>
          <p:cNvGrpSpPr/>
          <p:nvPr/>
        </p:nvGrpSpPr>
        <p:grpSpPr>
          <a:xfrm>
            <a:off x="6615860" y="4279921"/>
            <a:ext cx="2732700" cy="276999"/>
            <a:chOff x="4493600" y="4261354"/>
            <a:chExt cx="2732700" cy="27699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A54E3B5-E7A7-D704-1E00-54948757BC02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272E567-7DB8-767F-E4CA-47688913CC67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100000">
                    <a:schemeClr val="accent4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reeform 7">
                <a:extLst>
                  <a:ext uri="{FF2B5EF4-FFF2-40B4-BE49-F238E27FC236}">
                    <a16:creationId xmlns:a16="http://schemas.microsoft.com/office/drawing/2014/main" id="{4A1CE409-7795-CD7B-E37E-C7ACF1228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25091BC-1742-B41A-3CAB-E4FCFD714613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Interest in NLP Based Coding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7E5E71D-00AC-BD49-F0B2-E620A7E3B499}"/>
              </a:ext>
            </a:extLst>
          </p:cNvPr>
          <p:cNvGrpSpPr/>
          <p:nvPr/>
        </p:nvGrpSpPr>
        <p:grpSpPr>
          <a:xfrm>
            <a:off x="6615860" y="4722864"/>
            <a:ext cx="2732700" cy="461665"/>
            <a:chOff x="4493600" y="4261354"/>
            <a:chExt cx="2732700" cy="46166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34DE5F4-2554-48D9-F859-A584F86B66D7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376A1AC1-AFAC-92BC-3A92-A6842F7FEC44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reeform 7">
                <a:extLst>
                  <a:ext uri="{FF2B5EF4-FFF2-40B4-BE49-F238E27FC236}">
                    <a16:creationId xmlns:a16="http://schemas.microsoft.com/office/drawing/2014/main" id="{1C033D1E-3839-59F8-407D-0C1C114244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0B9B62B-AB1E-1129-4DD3-5AFD5D2E9F18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Preferred Feature in NLP Code Editor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1133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8" grpId="0" animBg="1"/>
      <p:bldP spid="7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E73306B-6024-4DC4-B624-5E06809EEB5D}"/>
              </a:ext>
            </a:extLst>
          </p:cNvPr>
          <p:cNvSpPr/>
          <p:nvPr/>
        </p:nvSpPr>
        <p:spPr>
          <a:xfrm>
            <a:off x="2133601" y="4663890"/>
            <a:ext cx="792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More than </a:t>
            </a:r>
            <a:r>
              <a:rPr lang="en-US" sz="3600" b="1" dirty="0">
                <a:solidFill>
                  <a:schemeClr val="accent4"/>
                </a:solidFill>
                <a:latin typeface="Ubuntu" panose="020B0504030602030204" pitchFamily="34" charset="0"/>
              </a:rPr>
              <a:t>“50%" </a:t>
            </a:r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Interested in coding with English (NLP) and Real Time  Rendering</a:t>
            </a:r>
            <a:endParaRPr lang="en-US" sz="3600" b="0" i="0" dirty="0">
              <a:solidFill>
                <a:srgbClr val="232A4E"/>
              </a:solidFill>
              <a:effectLst/>
              <a:latin typeface="Ubuntu" panose="020B0504030602030204" pitchFamily="34" charset="0"/>
            </a:endParaRPr>
          </a:p>
        </p:txBody>
      </p:sp>
      <p:grpSp>
        <p:nvGrpSpPr>
          <p:cNvPr id="60" name="Group 29">
            <a:extLst>
              <a:ext uri="{FF2B5EF4-FFF2-40B4-BE49-F238E27FC236}">
                <a16:creationId xmlns:a16="http://schemas.microsoft.com/office/drawing/2014/main" id="{4B172AE3-1ADD-4CF4-B2A3-9DFE396D6EC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8431" y="1525223"/>
            <a:ext cx="754940" cy="768568"/>
            <a:chOff x="2789" y="1091"/>
            <a:chExt cx="2104" cy="2142"/>
          </a:xfrm>
          <a:solidFill>
            <a:schemeClr val="bg1"/>
          </a:solidFill>
        </p:grpSpPr>
        <p:sp>
          <p:nvSpPr>
            <p:cNvPr id="61" name="Freeform 30">
              <a:extLst>
                <a:ext uri="{FF2B5EF4-FFF2-40B4-BE49-F238E27FC236}">
                  <a16:creationId xmlns:a16="http://schemas.microsoft.com/office/drawing/2014/main" id="{4B07AE47-FC33-45AB-96AB-C54B91199DD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2789" y="1091"/>
              <a:ext cx="1547" cy="1576"/>
            </a:xfrm>
            <a:custGeom>
              <a:avLst/>
              <a:gdLst>
                <a:gd name="T0" fmla="*/ 3445 w 6804"/>
                <a:gd name="T1" fmla="*/ 6806 h 6935"/>
                <a:gd name="T2" fmla="*/ 5652 w 6804"/>
                <a:gd name="T3" fmla="*/ 6818 h 6935"/>
                <a:gd name="T4" fmla="*/ 6559 w 6804"/>
                <a:gd name="T5" fmla="*/ 6320 h 6935"/>
                <a:gd name="T6" fmla="*/ 6802 w 6804"/>
                <a:gd name="T7" fmla="*/ 5630 h 6935"/>
                <a:gd name="T8" fmla="*/ 6801 w 6804"/>
                <a:gd name="T9" fmla="*/ 3512 h 6935"/>
                <a:gd name="T10" fmla="*/ 6371 w 6804"/>
                <a:gd name="T11" fmla="*/ 2644 h 6935"/>
                <a:gd name="T12" fmla="*/ 5652 w 6804"/>
                <a:gd name="T13" fmla="*/ 2400 h 6935"/>
                <a:gd name="T14" fmla="*/ 3675 w 6804"/>
                <a:gd name="T15" fmla="*/ 2400 h 6935"/>
                <a:gd name="T16" fmla="*/ 3116 w 6804"/>
                <a:gd name="T17" fmla="*/ 2348 h 6935"/>
                <a:gd name="T18" fmla="*/ 2105 w 6804"/>
                <a:gd name="T19" fmla="*/ 1044 h 6935"/>
                <a:gd name="T20" fmla="*/ 2102 w 6804"/>
                <a:gd name="T21" fmla="*/ 3 h 6935"/>
                <a:gd name="T22" fmla="*/ 1314 w 6804"/>
                <a:gd name="T23" fmla="*/ 4 h 6935"/>
                <a:gd name="T24" fmla="*/ 632 w 6804"/>
                <a:gd name="T25" fmla="*/ 259 h 6935"/>
                <a:gd name="T26" fmla="*/ 164 w 6804"/>
                <a:gd name="T27" fmla="*/ 1120 h 6935"/>
                <a:gd name="T28" fmla="*/ 7 w 6804"/>
                <a:gd name="T29" fmla="*/ 2279 h 6935"/>
                <a:gd name="T30" fmla="*/ 154 w 6804"/>
                <a:gd name="T31" fmla="*/ 3373 h 6935"/>
                <a:gd name="T32" fmla="*/ 687 w 6804"/>
                <a:gd name="T33" fmla="*/ 4247 h 6935"/>
                <a:gd name="T34" fmla="*/ 1558 w 6804"/>
                <a:gd name="T35" fmla="*/ 4528 h 6935"/>
                <a:gd name="T36" fmla="*/ 4584 w 6804"/>
                <a:gd name="T37" fmla="*/ 4528 h 6935"/>
                <a:gd name="T38" fmla="*/ 4584 w 6804"/>
                <a:gd name="T39" fmla="*/ 4801 h 6935"/>
                <a:gd name="T40" fmla="*/ 2372 w 6804"/>
                <a:gd name="T41" fmla="*/ 4801 h 6935"/>
                <a:gd name="T42" fmla="*/ 2374 w 6804"/>
                <a:gd name="T43" fmla="*/ 5771 h 6935"/>
                <a:gd name="T44" fmla="*/ 2609 w 6804"/>
                <a:gd name="T45" fmla="*/ 6450 h 6935"/>
                <a:gd name="T46" fmla="*/ 3445 w 6804"/>
                <a:gd name="T47" fmla="*/ 6806 h 6935"/>
                <a:gd name="T48" fmla="*/ 3192 w 6804"/>
                <a:gd name="T49" fmla="*/ 6185 h 6935"/>
                <a:gd name="T50" fmla="*/ 2931 w 6804"/>
                <a:gd name="T51" fmla="*/ 5771 h 6935"/>
                <a:gd name="T52" fmla="*/ 3360 w 6804"/>
                <a:gd name="T53" fmla="*/ 5377 h 6935"/>
                <a:gd name="T54" fmla="*/ 3720 w 6804"/>
                <a:gd name="T55" fmla="*/ 5955 h 6935"/>
                <a:gd name="T56" fmla="*/ 3192 w 6804"/>
                <a:gd name="T57" fmla="*/ 6185 h 6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804" h="6935">
                  <a:moveTo>
                    <a:pt x="3445" y="6806"/>
                  </a:moveTo>
                  <a:cubicBezTo>
                    <a:pt x="4173" y="6935"/>
                    <a:pt x="4923" y="6931"/>
                    <a:pt x="5652" y="6818"/>
                  </a:cubicBezTo>
                  <a:cubicBezTo>
                    <a:pt x="6000" y="6765"/>
                    <a:pt x="6337" y="6598"/>
                    <a:pt x="6559" y="6320"/>
                  </a:cubicBezTo>
                  <a:cubicBezTo>
                    <a:pt x="6722" y="6130"/>
                    <a:pt x="6802" y="5879"/>
                    <a:pt x="6802" y="5630"/>
                  </a:cubicBezTo>
                  <a:cubicBezTo>
                    <a:pt x="6802" y="4924"/>
                    <a:pt x="6804" y="4218"/>
                    <a:pt x="6801" y="3512"/>
                  </a:cubicBezTo>
                  <a:cubicBezTo>
                    <a:pt x="6794" y="3177"/>
                    <a:pt x="6635" y="2851"/>
                    <a:pt x="6371" y="2644"/>
                  </a:cubicBezTo>
                  <a:cubicBezTo>
                    <a:pt x="6173" y="2475"/>
                    <a:pt x="5910" y="2398"/>
                    <a:pt x="5652" y="2400"/>
                  </a:cubicBezTo>
                  <a:cubicBezTo>
                    <a:pt x="4993" y="2400"/>
                    <a:pt x="4334" y="2400"/>
                    <a:pt x="3675" y="2400"/>
                  </a:cubicBezTo>
                  <a:cubicBezTo>
                    <a:pt x="3488" y="2400"/>
                    <a:pt x="3297" y="2406"/>
                    <a:pt x="3116" y="2348"/>
                  </a:cubicBezTo>
                  <a:cubicBezTo>
                    <a:pt x="2550" y="2187"/>
                    <a:pt x="2108" y="1638"/>
                    <a:pt x="2105" y="1044"/>
                  </a:cubicBezTo>
                  <a:cubicBezTo>
                    <a:pt x="2100" y="697"/>
                    <a:pt x="2106" y="350"/>
                    <a:pt x="2102" y="3"/>
                  </a:cubicBezTo>
                  <a:cubicBezTo>
                    <a:pt x="1839" y="3"/>
                    <a:pt x="1577" y="0"/>
                    <a:pt x="1314" y="4"/>
                  </a:cubicBezTo>
                  <a:cubicBezTo>
                    <a:pt x="1066" y="9"/>
                    <a:pt x="818" y="93"/>
                    <a:pt x="632" y="259"/>
                  </a:cubicBezTo>
                  <a:cubicBezTo>
                    <a:pt x="384" y="484"/>
                    <a:pt x="243" y="800"/>
                    <a:pt x="164" y="1120"/>
                  </a:cubicBezTo>
                  <a:cubicBezTo>
                    <a:pt x="72" y="1499"/>
                    <a:pt x="0" y="1888"/>
                    <a:pt x="7" y="2279"/>
                  </a:cubicBezTo>
                  <a:cubicBezTo>
                    <a:pt x="2" y="2649"/>
                    <a:pt x="71" y="3015"/>
                    <a:pt x="154" y="3373"/>
                  </a:cubicBezTo>
                  <a:cubicBezTo>
                    <a:pt x="231" y="3710"/>
                    <a:pt x="407" y="4036"/>
                    <a:pt x="687" y="4247"/>
                  </a:cubicBezTo>
                  <a:cubicBezTo>
                    <a:pt x="933" y="4438"/>
                    <a:pt x="1248" y="4528"/>
                    <a:pt x="1558" y="4528"/>
                  </a:cubicBezTo>
                  <a:cubicBezTo>
                    <a:pt x="2567" y="4528"/>
                    <a:pt x="3575" y="4529"/>
                    <a:pt x="4584" y="4528"/>
                  </a:cubicBezTo>
                  <a:cubicBezTo>
                    <a:pt x="4584" y="4619"/>
                    <a:pt x="4584" y="4710"/>
                    <a:pt x="4584" y="4801"/>
                  </a:cubicBezTo>
                  <a:cubicBezTo>
                    <a:pt x="3847" y="4801"/>
                    <a:pt x="3109" y="4799"/>
                    <a:pt x="2372" y="4801"/>
                  </a:cubicBezTo>
                  <a:cubicBezTo>
                    <a:pt x="2373" y="5125"/>
                    <a:pt x="2370" y="5448"/>
                    <a:pt x="2374" y="5771"/>
                  </a:cubicBezTo>
                  <a:cubicBezTo>
                    <a:pt x="2384" y="6012"/>
                    <a:pt x="2430" y="6273"/>
                    <a:pt x="2609" y="6450"/>
                  </a:cubicBezTo>
                  <a:cubicBezTo>
                    <a:pt x="2831" y="6669"/>
                    <a:pt x="3148" y="6747"/>
                    <a:pt x="3445" y="6806"/>
                  </a:cubicBezTo>
                  <a:moveTo>
                    <a:pt x="3192" y="6185"/>
                  </a:moveTo>
                  <a:cubicBezTo>
                    <a:pt x="3030" y="6121"/>
                    <a:pt x="2920" y="5946"/>
                    <a:pt x="2931" y="5771"/>
                  </a:cubicBezTo>
                  <a:cubicBezTo>
                    <a:pt x="2938" y="5553"/>
                    <a:pt x="3139" y="5359"/>
                    <a:pt x="3360" y="5377"/>
                  </a:cubicBezTo>
                  <a:cubicBezTo>
                    <a:pt x="3638" y="5378"/>
                    <a:pt x="3837" y="5706"/>
                    <a:pt x="3720" y="5955"/>
                  </a:cubicBezTo>
                  <a:cubicBezTo>
                    <a:pt x="3643" y="6159"/>
                    <a:pt x="3394" y="6268"/>
                    <a:pt x="3192" y="618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31">
              <a:extLst>
                <a:ext uri="{FF2B5EF4-FFF2-40B4-BE49-F238E27FC236}">
                  <a16:creationId xmlns:a16="http://schemas.microsoft.com/office/drawing/2014/main" id="{7845649E-1A4E-4F84-AEC2-CC8B98820B5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3329" y="1638"/>
              <a:ext cx="1564" cy="1595"/>
            </a:xfrm>
            <a:custGeom>
              <a:avLst/>
              <a:gdLst>
                <a:gd name="T0" fmla="*/ 4700 w 6881"/>
                <a:gd name="T1" fmla="*/ 7012 h 7015"/>
                <a:gd name="T2" fmla="*/ 5571 w 6881"/>
                <a:gd name="T3" fmla="*/ 7011 h 7015"/>
                <a:gd name="T4" fmla="*/ 6227 w 6881"/>
                <a:gd name="T5" fmla="*/ 6729 h 7015"/>
                <a:gd name="T6" fmla="*/ 6641 w 6881"/>
                <a:gd name="T7" fmla="*/ 5860 h 7015"/>
                <a:gd name="T8" fmla="*/ 6688 w 6881"/>
                <a:gd name="T9" fmla="*/ 3802 h 7015"/>
                <a:gd name="T10" fmla="*/ 6233 w 6881"/>
                <a:gd name="T11" fmla="*/ 2800 h 7015"/>
                <a:gd name="T12" fmla="*/ 5534 w 6881"/>
                <a:gd name="T13" fmla="*/ 2497 h 7015"/>
                <a:gd name="T14" fmla="*/ 2214 w 6881"/>
                <a:gd name="T15" fmla="*/ 2496 h 7015"/>
                <a:gd name="T16" fmla="*/ 2214 w 6881"/>
                <a:gd name="T17" fmla="*/ 2214 h 7015"/>
                <a:gd name="T18" fmla="*/ 4424 w 6881"/>
                <a:gd name="T19" fmla="*/ 2214 h 7015"/>
                <a:gd name="T20" fmla="*/ 4423 w 6881"/>
                <a:gd name="T21" fmla="*/ 1348 h 7015"/>
                <a:gd name="T22" fmla="*/ 4130 w 6881"/>
                <a:gd name="T23" fmla="*/ 673 h 7015"/>
                <a:gd name="T24" fmla="*/ 2923 w 6881"/>
                <a:gd name="T25" fmla="*/ 141 h 7015"/>
                <a:gd name="T26" fmla="*/ 899 w 6881"/>
                <a:gd name="T27" fmla="*/ 309 h 7015"/>
                <a:gd name="T28" fmla="*/ 148 w 6881"/>
                <a:gd name="T29" fmla="*/ 862 h 7015"/>
                <a:gd name="T30" fmla="*/ 2 w 6881"/>
                <a:gd name="T31" fmla="*/ 1379 h 7015"/>
                <a:gd name="T32" fmla="*/ 2 w 6881"/>
                <a:gd name="T33" fmla="*/ 3497 h 7015"/>
                <a:gd name="T34" fmla="*/ 852 w 6881"/>
                <a:gd name="T35" fmla="*/ 4582 h 7015"/>
                <a:gd name="T36" fmla="*/ 1373 w 6881"/>
                <a:gd name="T37" fmla="*/ 4615 h 7015"/>
                <a:gd name="T38" fmla="*/ 3349 w 6881"/>
                <a:gd name="T39" fmla="*/ 4616 h 7015"/>
                <a:gd name="T40" fmla="*/ 4695 w 6881"/>
                <a:gd name="T41" fmla="*/ 5934 h 7015"/>
                <a:gd name="T42" fmla="*/ 4700 w 6881"/>
                <a:gd name="T43" fmla="*/ 7012 h 7015"/>
                <a:gd name="T44" fmla="*/ 3292 w 6881"/>
                <a:gd name="T45" fmla="*/ 1613 h 7015"/>
                <a:gd name="T46" fmla="*/ 3046 w 6881"/>
                <a:gd name="T47" fmla="*/ 1176 h 7015"/>
                <a:gd name="T48" fmla="*/ 3525 w 6881"/>
                <a:gd name="T49" fmla="*/ 808 h 7015"/>
                <a:gd name="T50" fmla="*/ 3857 w 6881"/>
                <a:gd name="T51" fmla="*/ 1333 h 7015"/>
                <a:gd name="T52" fmla="*/ 3292 w 6881"/>
                <a:gd name="T53" fmla="*/ 1613 h 7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81" h="7015">
                  <a:moveTo>
                    <a:pt x="4700" y="7012"/>
                  </a:moveTo>
                  <a:cubicBezTo>
                    <a:pt x="4990" y="7011"/>
                    <a:pt x="5281" y="7015"/>
                    <a:pt x="5571" y="7011"/>
                  </a:cubicBezTo>
                  <a:cubicBezTo>
                    <a:pt x="5816" y="7007"/>
                    <a:pt x="6059" y="6909"/>
                    <a:pt x="6227" y="6729"/>
                  </a:cubicBezTo>
                  <a:cubicBezTo>
                    <a:pt x="6450" y="6489"/>
                    <a:pt x="6565" y="6173"/>
                    <a:pt x="6641" y="5860"/>
                  </a:cubicBezTo>
                  <a:cubicBezTo>
                    <a:pt x="6809" y="5190"/>
                    <a:pt x="6881" y="4475"/>
                    <a:pt x="6688" y="3802"/>
                  </a:cubicBezTo>
                  <a:cubicBezTo>
                    <a:pt x="6583" y="3451"/>
                    <a:pt x="6468" y="3088"/>
                    <a:pt x="6233" y="2800"/>
                  </a:cubicBezTo>
                  <a:cubicBezTo>
                    <a:pt x="6066" y="2593"/>
                    <a:pt x="5796" y="2492"/>
                    <a:pt x="5534" y="2497"/>
                  </a:cubicBezTo>
                  <a:cubicBezTo>
                    <a:pt x="4428" y="2496"/>
                    <a:pt x="3321" y="2497"/>
                    <a:pt x="2214" y="2496"/>
                  </a:cubicBezTo>
                  <a:cubicBezTo>
                    <a:pt x="2214" y="2402"/>
                    <a:pt x="2214" y="2308"/>
                    <a:pt x="2214" y="2214"/>
                  </a:cubicBezTo>
                  <a:cubicBezTo>
                    <a:pt x="2951" y="2214"/>
                    <a:pt x="3687" y="2215"/>
                    <a:pt x="4424" y="2214"/>
                  </a:cubicBezTo>
                  <a:cubicBezTo>
                    <a:pt x="4423" y="1925"/>
                    <a:pt x="4426" y="1637"/>
                    <a:pt x="4423" y="1348"/>
                  </a:cubicBezTo>
                  <a:cubicBezTo>
                    <a:pt x="4422" y="1095"/>
                    <a:pt x="4315" y="845"/>
                    <a:pt x="4130" y="673"/>
                  </a:cubicBezTo>
                  <a:cubicBezTo>
                    <a:pt x="3806" y="357"/>
                    <a:pt x="3354" y="231"/>
                    <a:pt x="2923" y="141"/>
                  </a:cubicBezTo>
                  <a:cubicBezTo>
                    <a:pt x="2250" y="0"/>
                    <a:pt x="1542" y="70"/>
                    <a:pt x="899" y="309"/>
                  </a:cubicBezTo>
                  <a:cubicBezTo>
                    <a:pt x="607" y="422"/>
                    <a:pt x="324" y="596"/>
                    <a:pt x="148" y="862"/>
                  </a:cubicBezTo>
                  <a:cubicBezTo>
                    <a:pt x="49" y="1015"/>
                    <a:pt x="0" y="1198"/>
                    <a:pt x="2" y="1379"/>
                  </a:cubicBezTo>
                  <a:cubicBezTo>
                    <a:pt x="2" y="2085"/>
                    <a:pt x="0" y="2791"/>
                    <a:pt x="2" y="3497"/>
                  </a:cubicBezTo>
                  <a:cubicBezTo>
                    <a:pt x="2" y="3994"/>
                    <a:pt x="371" y="4463"/>
                    <a:pt x="852" y="4582"/>
                  </a:cubicBezTo>
                  <a:cubicBezTo>
                    <a:pt x="1022" y="4627"/>
                    <a:pt x="1199" y="4613"/>
                    <a:pt x="1373" y="4615"/>
                  </a:cubicBezTo>
                  <a:cubicBezTo>
                    <a:pt x="2031" y="4616"/>
                    <a:pt x="2690" y="4613"/>
                    <a:pt x="3349" y="4616"/>
                  </a:cubicBezTo>
                  <a:cubicBezTo>
                    <a:pt x="4047" y="4628"/>
                    <a:pt x="4658" y="5242"/>
                    <a:pt x="4695" y="5934"/>
                  </a:cubicBezTo>
                  <a:cubicBezTo>
                    <a:pt x="4705" y="6293"/>
                    <a:pt x="4697" y="6653"/>
                    <a:pt x="4700" y="7012"/>
                  </a:cubicBezTo>
                  <a:moveTo>
                    <a:pt x="3292" y="1613"/>
                  </a:moveTo>
                  <a:cubicBezTo>
                    <a:pt x="3126" y="1541"/>
                    <a:pt x="3022" y="1355"/>
                    <a:pt x="3046" y="1176"/>
                  </a:cubicBezTo>
                  <a:cubicBezTo>
                    <a:pt x="3066" y="948"/>
                    <a:pt x="3297" y="763"/>
                    <a:pt x="3525" y="808"/>
                  </a:cubicBezTo>
                  <a:cubicBezTo>
                    <a:pt x="3761" y="843"/>
                    <a:pt x="3923" y="1105"/>
                    <a:pt x="3857" y="1333"/>
                  </a:cubicBezTo>
                  <a:cubicBezTo>
                    <a:pt x="3805" y="1573"/>
                    <a:pt x="3515" y="1721"/>
                    <a:pt x="3292" y="161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B558CB56-854C-49B7-8ACE-7A7A229BD65A}"/>
              </a:ext>
            </a:extLst>
          </p:cNvPr>
          <p:cNvSpPr/>
          <p:nvPr/>
        </p:nvSpPr>
        <p:spPr>
          <a:xfrm>
            <a:off x="5378397" y="2573185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chemeClr val="bg1"/>
                </a:solidFill>
                <a:latin typeface="Ubuntu" panose="020B0504030602030204" pitchFamily="34" charset="0"/>
              </a:rPr>
              <a:t>Python 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7179B0C-2064-445D-90BB-26F7F4C877D3}"/>
              </a:ext>
            </a:extLst>
          </p:cNvPr>
          <p:cNvSpPr/>
          <p:nvPr/>
        </p:nvSpPr>
        <p:spPr>
          <a:xfrm>
            <a:off x="4701710" y="3006713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pic>
        <p:nvPicPr>
          <p:cNvPr id="40" name="Picture 39" descr="A graph with purple bars&#10;&#10;Description automatically generated">
            <a:extLst>
              <a:ext uri="{FF2B5EF4-FFF2-40B4-BE49-F238E27FC236}">
                <a16:creationId xmlns:a16="http://schemas.microsoft.com/office/drawing/2014/main" id="{73AB7303-065C-8E75-56DC-0C53A97CF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"/>
          <a:stretch/>
        </p:blipFill>
        <p:spPr>
          <a:xfrm>
            <a:off x="2450015" y="693820"/>
            <a:ext cx="7485529" cy="375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94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3F692C8-2F83-A851-0009-10687BB7D3B1}"/>
              </a:ext>
            </a:extLst>
          </p:cNvPr>
          <p:cNvSpPr/>
          <p:nvPr/>
        </p:nvSpPr>
        <p:spPr>
          <a:xfrm rot="5400000">
            <a:off x="5554618" y="-1861014"/>
            <a:ext cx="1103760" cy="6681457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EFA327-9387-4370-A43B-62545FE5887C}"/>
              </a:ext>
            </a:extLst>
          </p:cNvPr>
          <p:cNvGrpSpPr/>
          <p:nvPr/>
        </p:nvGrpSpPr>
        <p:grpSpPr>
          <a:xfrm>
            <a:off x="8098973" y="1914754"/>
            <a:ext cx="3178627" cy="4212130"/>
            <a:chOff x="8098973" y="1914754"/>
            <a:chExt cx="3178627" cy="42121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DE6EEBC-693C-4D28-BB38-49F60F8256C6}"/>
                </a:ext>
              </a:extLst>
            </p:cNvPr>
            <p:cNvGrpSpPr/>
            <p:nvPr/>
          </p:nvGrpSpPr>
          <p:grpSpPr>
            <a:xfrm>
              <a:off x="8098973" y="1914754"/>
              <a:ext cx="3178625" cy="4212130"/>
              <a:chOff x="1799303" y="1268361"/>
              <a:chExt cx="806411" cy="914401"/>
            </a:xfrm>
            <a:solidFill>
              <a:srgbClr val="232A4E"/>
            </a:solidFill>
            <a:effectLst>
              <a:outerShdw blurRad="609600" dist="114300" dir="5400000" algn="t" rotWithShape="0">
                <a:prstClr val="black">
                  <a:alpha val="14000"/>
                </a:prstClr>
              </a:outerShdw>
            </a:effectLst>
          </p:grpSpPr>
          <p:sp>
            <p:nvSpPr>
              <p:cNvPr id="11" name="Rectangle: Top Corners Rounded 10">
                <a:extLst>
                  <a:ext uri="{FF2B5EF4-FFF2-40B4-BE49-F238E27FC236}">
                    <a16:creationId xmlns:a16="http://schemas.microsoft.com/office/drawing/2014/main" id="{FF7AA1AA-E0B4-4743-97A9-F868CB255538}"/>
                  </a:ext>
                </a:extLst>
              </p:cNvPr>
              <p:cNvSpPr/>
              <p:nvPr/>
            </p:nvSpPr>
            <p:spPr>
              <a:xfrm rot="16200000">
                <a:off x="1408586" y="1659078"/>
                <a:ext cx="914400" cy="132966"/>
              </a:xfrm>
              <a:prstGeom prst="round2SameRect">
                <a:avLst>
                  <a:gd name="adj1" fmla="val 22155"/>
                  <a:gd name="adj2" fmla="val 0"/>
                </a:avLst>
              </a:prstGeom>
              <a:solidFill>
                <a:schemeClr val="bg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Top Corners Rounded 11">
                <a:extLst>
                  <a:ext uri="{FF2B5EF4-FFF2-40B4-BE49-F238E27FC236}">
                    <a16:creationId xmlns:a16="http://schemas.microsoft.com/office/drawing/2014/main" id="{FA1BA5DA-C446-4986-ABA6-C26BD62077D3}"/>
                  </a:ext>
                </a:extLst>
              </p:cNvPr>
              <p:cNvSpPr/>
              <p:nvPr/>
            </p:nvSpPr>
            <p:spPr>
              <a:xfrm rot="5400000">
                <a:off x="1811792" y="1388839"/>
                <a:ext cx="914400" cy="673445"/>
              </a:xfrm>
              <a:prstGeom prst="round2SameRect">
                <a:avLst>
                  <a:gd name="adj1" fmla="val 2989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6D8D70-2EBD-47C6-972A-9D32D0A1E01F}"/>
                </a:ext>
              </a:extLst>
            </p:cNvPr>
            <p:cNvSpPr/>
            <p:nvPr/>
          </p:nvSpPr>
          <p:spPr>
            <a:xfrm>
              <a:off x="8209667" y="2767195"/>
              <a:ext cx="3067933" cy="11706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514350" indent="-514350"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  <a:buFont typeface="+mj-lt"/>
                <a:buAutoNum type="arabicPeriod"/>
              </a:pPr>
              <a:r>
                <a:rPr lang="en-US" sz="1200" dirty="0">
                  <a:solidFill>
                    <a:srgbClr val="232A4E"/>
                  </a:solidFill>
                  <a:latin typeface="Consolas" panose="020B0609020204030204" pitchFamily="49" charset="0"/>
                </a:rPr>
                <a:t>Scalability</a:t>
              </a:r>
            </a:p>
            <a:p>
              <a:pPr marL="514350" indent="-514350"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  <a:buFont typeface="+mj-lt"/>
                <a:buAutoNum type="arabicPeriod"/>
              </a:pPr>
              <a:r>
                <a:rPr lang="en-US" sz="1200" dirty="0">
                  <a:solidFill>
                    <a:srgbClr val="232A4E"/>
                  </a:solidFill>
                  <a:latin typeface="Consolas" panose="020B0609020204030204" pitchFamily="49" charset="0"/>
                </a:rPr>
                <a:t>Cross-Browser Compatibility</a:t>
              </a:r>
            </a:p>
            <a:p>
              <a:pPr marL="514350" indent="-514350"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  <a:buFont typeface="+mj-lt"/>
                <a:buAutoNum type="arabicPeriod"/>
              </a:pPr>
              <a:r>
                <a:rPr lang="en-US" sz="1200" dirty="0">
                  <a:solidFill>
                    <a:srgbClr val="232A4E"/>
                  </a:solidFill>
                  <a:latin typeface="Consolas" panose="020B0609020204030204" pitchFamily="49" charset="0"/>
                </a:rPr>
                <a:t>Performance</a:t>
              </a:r>
            </a:p>
            <a:p>
              <a:pPr marL="514350" indent="-514350"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  <a:buFont typeface="+mj-lt"/>
                <a:buAutoNum type="arabicPeriod"/>
              </a:pPr>
              <a:r>
                <a:rPr lang="en-US" sz="1200" dirty="0">
                  <a:solidFill>
                    <a:srgbClr val="232A4E"/>
                  </a:solidFill>
                  <a:latin typeface="Consolas" panose="020B0609020204030204" pitchFamily="49" charset="0"/>
                </a:rPr>
                <a:t>Security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BC6DD7C-8948-4F24-8992-BDDEC4D50A15}"/>
                </a:ext>
              </a:extLst>
            </p:cNvPr>
            <p:cNvSpPr/>
            <p:nvPr/>
          </p:nvSpPr>
          <p:spPr>
            <a:xfrm>
              <a:off x="8692338" y="2031596"/>
              <a:ext cx="2361143" cy="6187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da-DK" sz="14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Non-Functional Requirements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49401E4-302E-44DD-96FC-16B608CEEBD9}"/>
              </a:ext>
            </a:extLst>
          </p:cNvPr>
          <p:cNvGrpSpPr/>
          <p:nvPr/>
        </p:nvGrpSpPr>
        <p:grpSpPr>
          <a:xfrm>
            <a:off x="914400" y="1914754"/>
            <a:ext cx="3178627" cy="4212130"/>
            <a:chOff x="914400" y="1914754"/>
            <a:chExt cx="3178627" cy="421213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6649F32-A7E6-4EBA-B9D0-D066A02F7ED8}"/>
                </a:ext>
              </a:extLst>
            </p:cNvPr>
            <p:cNvGrpSpPr/>
            <p:nvPr/>
          </p:nvGrpSpPr>
          <p:grpSpPr>
            <a:xfrm>
              <a:off x="914400" y="1914754"/>
              <a:ext cx="3178625" cy="4212130"/>
              <a:chOff x="1799303" y="1268361"/>
              <a:chExt cx="806411" cy="914401"/>
            </a:xfrm>
            <a:solidFill>
              <a:srgbClr val="232A4E"/>
            </a:solidFill>
            <a:effectLst>
              <a:outerShdw blurRad="609600" dist="114300" dir="5400000" algn="t" rotWithShape="0">
                <a:prstClr val="black">
                  <a:alpha val="14000"/>
                </a:prstClr>
              </a:outerShdw>
            </a:effectLst>
          </p:grpSpPr>
          <p:sp>
            <p:nvSpPr>
              <p:cNvPr id="29" name="Rectangle: Top Corners Rounded 28">
                <a:extLst>
                  <a:ext uri="{FF2B5EF4-FFF2-40B4-BE49-F238E27FC236}">
                    <a16:creationId xmlns:a16="http://schemas.microsoft.com/office/drawing/2014/main" id="{A44FD15A-7C08-4DC1-9198-2DDD87A19C95}"/>
                  </a:ext>
                </a:extLst>
              </p:cNvPr>
              <p:cNvSpPr/>
              <p:nvPr/>
            </p:nvSpPr>
            <p:spPr>
              <a:xfrm rot="16200000">
                <a:off x="1408586" y="1659078"/>
                <a:ext cx="914400" cy="132966"/>
              </a:xfrm>
              <a:prstGeom prst="round2SameRect">
                <a:avLst>
                  <a:gd name="adj1" fmla="val 22155"/>
                  <a:gd name="adj2" fmla="val 0"/>
                </a:avLst>
              </a:prstGeom>
              <a:solidFill>
                <a:schemeClr val="bg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: Top Corners Rounded 29">
                <a:extLst>
                  <a:ext uri="{FF2B5EF4-FFF2-40B4-BE49-F238E27FC236}">
                    <a16:creationId xmlns:a16="http://schemas.microsoft.com/office/drawing/2014/main" id="{2EE7377B-DEF7-467F-ADCF-AC0861364A6D}"/>
                  </a:ext>
                </a:extLst>
              </p:cNvPr>
              <p:cNvSpPr/>
              <p:nvPr/>
            </p:nvSpPr>
            <p:spPr>
              <a:xfrm rot="5400000">
                <a:off x="1811792" y="1388839"/>
                <a:ext cx="914400" cy="673445"/>
              </a:xfrm>
              <a:prstGeom prst="round2SameRect">
                <a:avLst>
                  <a:gd name="adj1" fmla="val 2989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0E6FED3-89F4-4772-AB22-A4269965ABB4}"/>
                </a:ext>
              </a:extLst>
            </p:cNvPr>
            <p:cNvSpPr/>
            <p:nvPr/>
          </p:nvSpPr>
          <p:spPr>
            <a:xfrm>
              <a:off x="1025094" y="2450778"/>
              <a:ext cx="3067933" cy="1447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514350" indent="-514350"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  <a:buFont typeface="+mj-lt"/>
                <a:buAutoNum type="arabicPeriod"/>
              </a:pPr>
              <a:r>
                <a:rPr lang="en-US" sz="1200" dirty="0">
                  <a:solidFill>
                    <a:srgbClr val="232A4E"/>
                  </a:solidFill>
                  <a:latin typeface="Consolas" panose="020B0609020204030204" pitchFamily="49" charset="0"/>
                </a:rPr>
                <a:t>English Input</a:t>
              </a:r>
            </a:p>
            <a:p>
              <a:pPr marL="514350" indent="-514350"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  <a:buFont typeface="+mj-lt"/>
                <a:buAutoNum type="arabicPeriod"/>
              </a:pPr>
              <a:r>
                <a:rPr lang="en-US" sz="1200" dirty="0">
                  <a:solidFill>
                    <a:srgbClr val="232A4E"/>
                  </a:solidFill>
                  <a:latin typeface="Consolas" panose="020B0609020204030204" pitchFamily="49" charset="0"/>
                </a:rPr>
                <a:t>Real-time Code Rendering</a:t>
              </a:r>
            </a:p>
            <a:p>
              <a:pPr marL="514350" indent="-514350"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  <a:buFont typeface="+mj-lt"/>
                <a:buAutoNum type="arabicPeriod"/>
              </a:pPr>
              <a:r>
                <a:rPr lang="en-US" sz="1200" dirty="0">
                  <a:solidFill>
                    <a:srgbClr val="232A4E"/>
                  </a:solidFill>
                  <a:latin typeface="Consolas" panose="020B0609020204030204" pitchFamily="49" charset="0"/>
                </a:rPr>
                <a:t>Customization Options</a:t>
              </a:r>
            </a:p>
            <a:p>
              <a:pPr marL="514350" indent="-514350"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  <a:buFont typeface="+mj-lt"/>
                <a:buAutoNum type="arabicPeriod"/>
              </a:pPr>
              <a:r>
                <a:rPr lang="en-US" sz="1200" dirty="0">
                  <a:solidFill>
                    <a:srgbClr val="232A4E"/>
                  </a:solidFill>
                  <a:latin typeface="Consolas" panose="020B0609020204030204" pitchFamily="49" charset="0"/>
                </a:rPr>
                <a:t>Error Handling</a:t>
              </a:r>
            </a:p>
            <a:p>
              <a:pPr marL="514350" indent="-514350"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  <a:buFont typeface="+mj-lt"/>
                <a:buAutoNum type="arabicPeriod"/>
              </a:pPr>
              <a:r>
                <a:rPr lang="en-US" sz="1200" dirty="0">
                  <a:solidFill>
                    <a:srgbClr val="232A4E"/>
                  </a:solidFill>
                  <a:latin typeface="Consolas" panose="020B0609020204030204" pitchFamily="49" charset="0"/>
                </a:rPr>
                <a:t>Export Functionality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784C314-F84F-44C5-808C-010624DE57B9}"/>
                </a:ext>
              </a:extLst>
            </p:cNvPr>
            <p:cNvSpPr/>
            <p:nvPr/>
          </p:nvSpPr>
          <p:spPr>
            <a:xfrm>
              <a:off x="1507765" y="2031596"/>
              <a:ext cx="2391881" cy="3386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da-DK" sz="14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Functional Requirements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DB9018CF-4603-483B-823C-82B821E10A34}"/>
              </a:ext>
            </a:extLst>
          </p:cNvPr>
          <p:cNvSpPr/>
          <p:nvPr/>
        </p:nvSpPr>
        <p:spPr>
          <a:xfrm>
            <a:off x="2251587" y="235289"/>
            <a:ext cx="76888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Functional &amp; NFR</a:t>
            </a:r>
            <a:endParaRPr lang="en-US" sz="3600" b="0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67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3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3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37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900" decel="100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37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10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900" decel="100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3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3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37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900" decel="100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37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10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900" decel="100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237">
            <a:extLst>
              <a:ext uri="{FF2B5EF4-FFF2-40B4-BE49-F238E27FC236}">
                <a16:creationId xmlns:a16="http://schemas.microsoft.com/office/drawing/2014/main" id="{001A2DFA-E085-445F-ACBE-C318F4EB1F49}"/>
              </a:ext>
            </a:extLst>
          </p:cNvPr>
          <p:cNvSpPr/>
          <p:nvPr/>
        </p:nvSpPr>
        <p:spPr>
          <a:xfrm>
            <a:off x="0" y="0"/>
            <a:ext cx="12206515" cy="5624172"/>
          </a:xfrm>
          <a:custGeom>
            <a:avLst/>
            <a:gdLst>
              <a:gd name="connsiteX0" fmla="*/ 0 w 12192000"/>
              <a:gd name="connsiteY0" fmla="*/ 0 h 5624172"/>
              <a:gd name="connsiteX1" fmla="*/ 12192000 w 12192000"/>
              <a:gd name="connsiteY1" fmla="*/ 0 h 5624172"/>
              <a:gd name="connsiteX2" fmla="*/ 12192000 w 12192000"/>
              <a:gd name="connsiteY2" fmla="*/ 5624172 h 5624172"/>
              <a:gd name="connsiteX3" fmla="*/ 0 w 12192000"/>
              <a:gd name="connsiteY3" fmla="*/ 5624172 h 5624172"/>
              <a:gd name="connsiteX4" fmla="*/ 0 w 12192000"/>
              <a:gd name="connsiteY4" fmla="*/ 0 h 5624172"/>
              <a:gd name="connsiteX0" fmla="*/ 0 w 12192000"/>
              <a:gd name="connsiteY0" fmla="*/ 0 h 5624172"/>
              <a:gd name="connsiteX1" fmla="*/ 12192000 w 12192000"/>
              <a:gd name="connsiteY1" fmla="*/ 0 h 5624172"/>
              <a:gd name="connsiteX2" fmla="*/ 12177486 w 12192000"/>
              <a:gd name="connsiteY2" fmla="*/ 2126229 h 5624172"/>
              <a:gd name="connsiteX3" fmla="*/ 0 w 12192000"/>
              <a:gd name="connsiteY3" fmla="*/ 5624172 h 5624172"/>
              <a:gd name="connsiteX4" fmla="*/ 0 w 12192000"/>
              <a:gd name="connsiteY4" fmla="*/ 0 h 5624172"/>
              <a:gd name="connsiteX0" fmla="*/ 0 w 12192000"/>
              <a:gd name="connsiteY0" fmla="*/ 0 h 5624172"/>
              <a:gd name="connsiteX1" fmla="*/ 12192000 w 12192000"/>
              <a:gd name="connsiteY1" fmla="*/ 0 h 5624172"/>
              <a:gd name="connsiteX2" fmla="*/ 12177486 w 12192000"/>
              <a:gd name="connsiteY2" fmla="*/ 2126229 h 5624172"/>
              <a:gd name="connsiteX3" fmla="*/ 0 w 12192000"/>
              <a:gd name="connsiteY3" fmla="*/ 5624172 h 5624172"/>
              <a:gd name="connsiteX4" fmla="*/ 0 w 12192000"/>
              <a:gd name="connsiteY4" fmla="*/ 0 h 5624172"/>
              <a:gd name="connsiteX0" fmla="*/ 0 w 12192000"/>
              <a:gd name="connsiteY0" fmla="*/ 0 h 5624172"/>
              <a:gd name="connsiteX1" fmla="*/ 12192000 w 12192000"/>
              <a:gd name="connsiteY1" fmla="*/ 0 h 5624172"/>
              <a:gd name="connsiteX2" fmla="*/ 12177486 w 12192000"/>
              <a:gd name="connsiteY2" fmla="*/ 2126229 h 5624172"/>
              <a:gd name="connsiteX3" fmla="*/ 0 w 12192000"/>
              <a:gd name="connsiteY3" fmla="*/ 5624172 h 5624172"/>
              <a:gd name="connsiteX4" fmla="*/ 0 w 12192000"/>
              <a:gd name="connsiteY4" fmla="*/ 0 h 5624172"/>
              <a:gd name="connsiteX0" fmla="*/ 0 w 12192000"/>
              <a:gd name="connsiteY0" fmla="*/ 0 h 5624172"/>
              <a:gd name="connsiteX1" fmla="*/ 12192000 w 12192000"/>
              <a:gd name="connsiteY1" fmla="*/ 0 h 5624172"/>
              <a:gd name="connsiteX2" fmla="*/ 12177486 w 12192000"/>
              <a:gd name="connsiteY2" fmla="*/ 2126229 h 5624172"/>
              <a:gd name="connsiteX3" fmla="*/ 0 w 12192000"/>
              <a:gd name="connsiteY3" fmla="*/ 5624172 h 5624172"/>
              <a:gd name="connsiteX4" fmla="*/ 0 w 12192000"/>
              <a:gd name="connsiteY4" fmla="*/ 0 h 5624172"/>
              <a:gd name="connsiteX0" fmla="*/ 0 w 12192000"/>
              <a:gd name="connsiteY0" fmla="*/ 0 h 5624172"/>
              <a:gd name="connsiteX1" fmla="*/ 12192000 w 12192000"/>
              <a:gd name="connsiteY1" fmla="*/ 0 h 5624172"/>
              <a:gd name="connsiteX2" fmla="*/ 12177486 w 12192000"/>
              <a:gd name="connsiteY2" fmla="*/ 2126229 h 5624172"/>
              <a:gd name="connsiteX3" fmla="*/ 0 w 12192000"/>
              <a:gd name="connsiteY3" fmla="*/ 5624172 h 5624172"/>
              <a:gd name="connsiteX4" fmla="*/ 0 w 12192000"/>
              <a:gd name="connsiteY4" fmla="*/ 0 h 5624172"/>
              <a:gd name="connsiteX0" fmla="*/ 0 w 12206515"/>
              <a:gd name="connsiteY0" fmla="*/ 0 h 5624172"/>
              <a:gd name="connsiteX1" fmla="*/ 12192000 w 12206515"/>
              <a:gd name="connsiteY1" fmla="*/ 0 h 5624172"/>
              <a:gd name="connsiteX2" fmla="*/ 12206515 w 12206515"/>
              <a:gd name="connsiteY2" fmla="*/ 2126229 h 5624172"/>
              <a:gd name="connsiteX3" fmla="*/ 0 w 12206515"/>
              <a:gd name="connsiteY3" fmla="*/ 5624172 h 5624172"/>
              <a:gd name="connsiteX4" fmla="*/ 0 w 12206515"/>
              <a:gd name="connsiteY4" fmla="*/ 0 h 562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06515" h="5624172">
                <a:moveTo>
                  <a:pt x="0" y="0"/>
                </a:moveTo>
                <a:lnTo>
                  <a:pt x="12192000" y="0"/>
                </a:lnTo>
                <a:cubicBezTo>
                  <a:pt x="12196838" y="708743"/>
                  <a:pt x="12201677" y="1417486"/>
                  <a:pt x="12206515" y="2126229"/>
                </a:cubicBezTo>
                <a:cubicBezTo>
                  <a:pt x="9177867" y="7138496"/>
                  <a:pt x="2970591" y="-99294"/>
                  <a:pt x="0" y="562417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aphic 1">
            <a:extLst>
              <a:ext uri="{FF2B5EF4-FFF2-40B4-BE49-F238E27FC236}">
                <a16:creationId xmlns:a16="http://schemas.microsoft.com/office/drawing/2014/main" id="{4CA4F9B4-9DF4-4725-9B11-6677776D1D46}"/>
              </a:ext>
            </a:extLst>
          </p:cNvPr>
          <p:cNvGrpSpPr/>
          <p:nvPr/>
        </p:nvGrpSpPr>
        <p:grpSpPr>
          <a:xfrm>
            <a:off x="3474398" y="1927679"/>
            <a:ext cx="8108002" cy="3354931"/>
            <a:chOff x="3538537" y="2366962"/>
            <a:chExt cx="5114925" cy="2116455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601FA9C-FFF4-4538-A66A-1A5CA01CDED5}"/>
                </a:ext>
              </a:extLst>
            </p:cNvPr>
            <p:cNvSpPr/>
            <p:nvPr/>
          </p:nvSpPr>
          <p:spPr>
            <a:xfrm>
              <a:off x="3538537" y="4245292"/>
              <a:ext cx="5114925" cy="238125"/>
            </a:xfrm>
            <a:custGeom>
              <a:avLst/>
              <a:gdLst>
                <a:gd name="connsiteX0" fmla="*/ 2557463 w 5114925"/>
                <a:gd name="connsiteY0" fmla="*/ 0 h 238125"/>
                <a:gd name="connsiteX1" fmla="*/ 0 w 5114925"/>
                <a:gd name="connsiteY1" fmla="*/ 120967 h 238125"/>
                <a:gd name="connsiteX2" fmla="*/ 2557463 w 5114925"/>
                <a:gd name="connsiteY2" fmla="*/ 241935 h 238125"/>
                <a:gd name="connsiteX3" fmla="*/ 5114925 w 5114925"/>
                <a:gd name="connsiteY3" fmla="*/ 120967 h 238125"/>
                <a:gd name="connsiteX4" fmla="*/ 2557463 w 5114925"/>
                <a:gd name="connsiteY4" fmla="*/ 0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14925" h="238125">
                  <a:moveTo>
                    <a:pt x="2557463" y="0"/>
                  </a:moveTo>
                  <a:cubicBezTo>
                    <a:pt x="1144905" y="0"/>
                    <a:pt x="0" y="54292"/>
                    <a:pt x="0" y="120967"/>
                  </a:cubicBezTo>
                  <a:cubicBezTo>
                    <a:pt x="0" y="187642"/>
                    <a:pt x="1144905" y="241935"/>
                    <a:pt x="2557463" y="241935"/>
                  </a:cubicBezTo>
                  <a:cubicBezTo>
                    <a:pt x="3970020" y="241935"/>
                    <a:pt x="5114925" y="187642"/>
                    <a:pt x="5114925" y="120967"/>
                  </a:cubicBezTo>
                  <a:cubicBezTo>
                    <a:pt x="5114925" y="54292"/>
                    <a:pt x="3970020" y="0"/>
                    <a:pt x="2557463" y="0"/>
                  </a:cubicBezTo>
                  <a:close/>
                </a:path>
              </a:pathLst>
            </a:custGeom>
            <a:solidFill>
              <a:srgbClr val="2D34A8">
                <a:alpha val="3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E4D0E98-8AC1-4297-A7C4-DD25B5C0D3FB}"/>
                </a:ext>
              </a:extLst>
            </p:cNvPr>
            <p:cNvSpPr/>
            <p:nvPr/>
          </p:nvSpPr>
          <p:spPr>
            <a:xfrm>
              <a:off x="3814762" y="3638006"/>
              <a:ext cx="76200" cy="552450"/>
            </a:xfrm>
            <a:custGeom>
              <a:avLst/>
              <a:gdLst>
                <a:gd name="connsiteX0" fmla="*/ 56198 w 76200"/>
                <a:gd name="connsiteY0" fmla="*/ 32385 h 552450"/>
                <a:gd name="connsiteX1" fmla="*/ 55245 w 76200"/>
                <a:gd name="connsiteY1" fmla="*/ 84772 h 552450"/>
                <a:gd name="connsiteX2" fmla="*/ 29527 w 76200"/>
                <a:gd name="connsiteY2" fmla="*/ 124777 h 552450"/>
                <a:gd name="connsiteX3" fmla="*/ 18097 w 76200"/>
                <a:gd name="connsiteY3" fmla="*/ 195263 h 552450"/>
                <a:gd name="connsiteX4" fmla="*/ 29527 w 76200"/>
                <a:gd name="connsiteY4" fmla="*/ 238125 h 552450"/>
                <a:gd name="connsiteX5" fmla="*/ 32385 w 76200"/>
                <a:gd name="connsiteY5" fmla="*/ 284797 h 552450"/>
                <a:gd name="connsiteX6" fmla="*/ 0 w 76200"/>
                <a:gd name="connsiteY6" fmla="*/ 419100 h 552450"/>
                <a:gd name="connsiteX7" fmla="*/ 79057 w 76200"/>
                <a:gd name="connsiteY7" fmla="*/ 561022 h 552450"/>
                <a:gd name="connsiteX8" fmla="*/ 79057 w 76200"/>
                <a:gd name="connsiteY8" fmla="*/ 0 h 552450"/>
                <a:gd name="connsiteX9" fmla="*/ 71438 w 76200"/>
                <a:gd name="connsiteY9" fmla="*/ 7620 h 552450"/>
                <a:gd name="connsiteX10" fmla="*/ 56198 w 76200"/>
                <a:gd name="connsiteY10" fmla="*/ 32385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200" h="552450">
                  <a:moveTo>
                    <a:pt x="56198" y="32385"/>
                  </a:moveTo>
                  <a:cubicBezTo>
                    <a:pt x="52388" y="48577"/>
                    <a:pt x="58102" y="68580"/>
                    <a:pt x="55245" y="84772"/>
                  </a:cubicBezTo>
                  <a:cubicBezTo>
                    <a:pt x="51435" y="105727"/>
                    <a:pt x="38100" y="111442"/>
                    <a:pt x="29527" y="124777"/>
                  </a:cubicBezTo>
                  <a:cubicBezTo>
                    <a:pt x="19050" y="140970"/>
                    <a:pt x="14288" y="169545"/>
                    <a:pt x="18097" y="195263"/>
                  </a:cubicBezTo>
                  <a:cubicBezTo>
                    <a:pt x="20955" y="210502"/>
                    <a:pt x="25718" y="223838"/>
                    <a:pt x="29527" y="238125"/>
                  </a:cubicBezTo>
                  <a:cubicBezTo>
                    <a:pt x="33338" y="252413"/>
                    <a:pt x="36195" y="269558"/>
                    <a:pt x="32385" y="284797"/>
                  </a:cubicBezTo>
                  <a:cubicBezTo>
                    <a:pt x="27622" y="306705"/>
                    <a:pt x="0" y="324802"/>
                    <a:pt x="0" y="419100"/>
                  </a:cubicBezTo>
                  <a:cubicBezTo>
                    <a:pt x="0" y="505777"/>
                    <a:pt x="61913" y="539115"/>
                    <a:pt x="79057" y="561022"/>
                  </a:cubicBezTo>
                  <a:lnTo>
                    <a:pt x="79057" y="0"/>
                  </a:lnTo>
                  <a:lnTo>
                    <a:pt x="71438" y="7620"/>
                  </a:lnTo>
                  <a:cubicBezTo>
                    <a:pt x="65723" y="14288"/>
                    <a:pt x="59055" y="20955"/>
                    <a:pt x="56198" y="32385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57C1B22-CE2D-4CEF-8472-17263C74B4E5}"/>
                </a:ext>
              </a:extLst>
            </p:cNvPr>
            <p:cNvSpPr/>
            <p:nvPr/>
          </p:nvSpPr>
          <p:spPr>
            <a:xfrm>
              <a:off x="3893819" y="3638958"/>
              <a:ext cx="76200" cy="552450"/>
            </a:xfrm>
            <a:custGeom>
              <a:avLst/>
              <a:gdLst>
                <a:gd name="connsiteX0" fmla="*/ 49530 w 76200"/>
                <a:gd name="connsiteY0" fmla="*/ 238125 h 552450"/>
                <a:gd name="connsiteX1" fmla="*/ 60960 w 76200"/>
                <a:gd name="connsiteY1" fmla="*/ 195263 h 552450"/>
                <a:gd name="connsiteX2" fmla="*/ 49530 w 76200"/>
                <a:gd name="connsiteY2" fmla="*/ 124778 h 552450"/>
                <a:gd name="connsiteX3" fmla="*/ 23813 w 76200"/>
                <a:gd name="connsiteY3" fmla="*/ 84773 h 552450"/>
                <a:gd name="connsiteX4" fmla="*/ 22860 w 76200"/>
                <a:gd name="connsiteY4" fmla="*/ 32385 h 552450"/>
                <a:gd name="connsiteX5" fmla="*/ 7620 w 76200"/>
                <a:gd name="connsiteY5" fmla="*/ 7620 h 552450"/>
                <a:gd name="connsiteX6" fmla="*/ 0 w 76200"/>
                <a:gd name="connsiteY6" fmla="*/ 0 h 552450"/>
                <a:gd name="connsiteX7" fmla="*/ 0 w 76200"/>
                <a:gd name="connsiteY7" fmla="*/ 561023 h 552450"/>
                <a:gd name="connsiteX8" fmla="*/ 79057 w 76200"/>
                <a:gd name="connsiteY8" fmla="*/ 419100 h 552450"/>
                <a:gd name="connsiteX9" fmla="*/ 46673 w 76200"/>
                <a:gd name="connsiteY9" fmla="*/ 284798 h 552450"/>
                <a:gd name="connsiteX10" fmla="*/ 49530 w 76200"/>
                <a:gd name="connsiteY10" fmla="*/ 238125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200" h="552450">
                  <a:moveTo>
                    <a:pt x="49530" y="238125"/>
                  </a:moveTo>
                  <a:cubicBezTo>
                    <a:pt x="53340" y="223838"/>
                    <a:pt x="59055" y="210503"/>
                    <a:pt x="60960" y="195263"/>
                  </a:cubicBezTo>
                  <a:cubicBezTo>
                    <a:pt x="64770" y="170498"/>
                    <a:pt x="60007" y="140970"/>
                    <a:pt x="49530" y="124778"/>
                  </a:cubicBezTo>
                  <a:cubicBezTo>
                    <a:pt x="40005" y="111443"/>
                    <a:pt x="26670" y="105728"/>
                    <a:pt x="23813" y="84773"/>
                  </a:cubicBezTo>
                  <a:cubicBezTo>
                    <a:pt x="20955" y="67628"/>
                    <a:pt x="25718" y="48578"/>
                    <a:pt x="22860" y="32385"/>
                  </a:cubicBezTo>
                  <a:cubicBezTo>
                    <a:pt x="20003" y="20003"/>
                    <a:pt x="14288" y="13335"/>
                    <a:pt x="7620" y="7620"/>
                  </a:cubicBezTo>
                  <a:lnTo>
                    <a:pt x="0" y="0"/>
                  </a:lnTo>
                  <a:lnTo>
                    <a:pt x="0" y="561023"/>
                  </a:lnTo>
                  <a:cubicBezTo>
                    <a:pt x="17145" y="540068"/>
                    <a:pt x="79057" y="505778"/>
                    <a:pt x="79057" y="419100"/>
                  </a:cubicBezTo>
                  <a:cubicBezTo>
                    <a:pt x="79057" y="323850"/>
                    <a:pt x="51435" y="306705"/>
                    <a:pt x="46673" y="284798"/>
                  </a:cubicBezTo>
                  <a:cubicBezTo>
                    <a:pt x="42863" y="269558"/>
                    <a:pt x="45720" y="252413"/>
                    <a:pt x="49530" y="238125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B81E013-019B-49F9-A7D1-1F0A2E5F61AA}"/>
                </a:ext>
              </a:extLst>
            </p:cNvPr>
            <p:cNvSpPr/>
            <p:nvPr/>
          </p:nvSpPr>
          <p:spPr>
            <a:xfrm>
              <a:off x="3883997" y="3977640"/>
              <a:ext cx="104775" cy="228600"/>
            </a:xfrm>
            <a:custGeom>
              <a:avLst/>
              <a:gdLst>
                <a:gd name="connsiteX0" fmla="*/ 90785 w 104775"/>
                <a:gd name="connsiteY0" fmla="*/ 9525 h 228600"/>
                <a:gd name="connsiteX1" fmla="*/ 84118 w 104775"/>
                <a:gd name="connsiteY1" fmla="*/ 31432 h 228600"/>
                <a:gd name="connsiteX2" fmla="*/ 58400 w 104775"/>
                <a:gd name="connsiteY2" fmla="*/ 42863 h 228600"/>
                <a:gd name="connsiteX3" fmla="*/ 41255 w 104775"/>
                <a:gd name="connsiteY3" fmla="*/ 69532 h 228600"/>
                <a:gd name="connsiteX4" fmla="*/ 46018 w 104775"/>
                <a:gd name="connsiteY4" fmla="*/ 90488 h 228600"/>
                <a:gd name="connsiteX5" fmla="*/ 43160 w 104775"/>
                <a:gd name="connsiteY5" fmla="*/ 110490 h 228600"/>
                <a:gd name="connsiteX6" fmla="*/ 1250 w 104775"/>
                <a:gd name="connsiteY6" fmla="*/ 160020 h 228600"/>
                <a:gd name="connsiteX7" fmla="*/ 51733 w 104775"/>
                <a:gd name="connsiteY7" fmla="*/ 237172 h 228600"/>
                <a:gd name="connsiteX8" fmla="*/ 113645 w 104775"/>
                <a:gd name="connsiteY8" fmla="*/ 0 h 228600"/>
                <a:gd name="connsiteX9" fmla="*/ 106025 w 104775"/>
                <a:gd name="connsiteY9" fmla="*/ 1905 h 228600"/>
                <a:gd name="connsiteX10" fmla="*/ 90785 w 104775"/>
                <a:gd name="connsiteY10" fmla="*/ 9525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775" h="228600">
                  <a:moveTo>
                    <a:pt x="90785" y="9525"/>
                  </a:moveTo>
                  <a:cubicBezTo>
                    <a:pt x="86023" y="15240"/>
                    <a:pt x="87928" y="24765"/>
                    <a:pt x="84118" y="31432"/>
                  </a:cubicBezTo>
                  <a:cubicBezTo>
                    <a:pt x="78403" y="40005"/>
                    <a:pt x="66973" y="39052"/>
                    <a:pt x="58400" y="42863"/>
                  </a:cubicBezTo>
                  <a:cubicBezTo>
                    <a:pt x="47923" y="47625"/>
                    <a:pt x="40303" y="58102"/>
                    <a:pt x="41255" y="69532"/>
                  </a:cubicBezTo>
                  <a:cubicBezTo>
                    <a:pt x="41255" y="76200"/>
                    <a:pt x="44113" y="82867"/>
                    <a:pt x="46018" y="90488"/>
                  </a:cubicBezTo>
                  <a:cubicBezTo>
                    <a:pt x="47923" y="97155"/>
                    <a:pt x="47923" y="105727"/>
                    <a:pt x="43160" y="110490"/>
                  </a:cubicBezTo>
                  <a:cubicBezTo>
                    <a:pt x="36493" y="119063"/>
                    <a:pt x="11728" y="120015"/>
                    <a:pt x="1250" y="160020"/>
                  </a:cubicBezTo>
                  <a:cubicBezTo>
                    <a:pt x="-8275" y="196215"/>
                    <a:pt x="39350" y="223838"/>
                    <a:pt x="51733" y="237172"/>
                  </a:cubicBezTo>
                  <a:lnTo>
                    <a:pt x="113645" y="0"/>
                  </a:lnTo>
                  <a:lnTo>
                    <a:pt x="106025" y="1905"/>
                  </a:lnTo>
                  <a:cubicBezTo>
                    <a:pt x="100310" y="3810"/>
                    <a:pt x="94595" y="4763"/>
                    <a:pt x="90785" y="9525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F5BA2F7-541E-4148-8DCC-CD1A4B5DB8C3}"/>
                </a:ext>
              </a:extLst>
            </p:cNvPr>
            <p:cNvSpPr/>
            <p:nvPr/>
          </p:nvSpPr>
          <p:spPr>
            <a:xfrm>
              <a:off x="3934777" y="3978592"/>
              <a:ext cx="85725" cy="228600"/>
            </a:xfrm>
            <a:custGeom>
              <a:avLst/>
              <a:gdLst>
                <a:gd name="connsiteX0" fmla="*/ 72390 w 85725"/>
                <a:gd name="connsiteY0" fmla="*/ 40958 h 228600"/>
                <a:gd name="connsiteX1" fmla="*/ 77153 w 85725"/>
                <a:gd name="connsiteY1" fmla="*/ 18098 h 228600"/>
                <a:gd name="connsiteX2" fmla="*/ 67628 w 85725"/>
                <a:gd name="connsiteY2" fmla="*/ 4763 h 228600"/>
                <a:gd name="connsiteX3" fmla="*/ 61913 w 85725"/>
                <a:gd name="connsiteY3" fmla="*/ 0 h 228600"/>
                <a:gd name="connsiteX4" fmla="*/ 0 w 85725"/>
                <a:gd name="connsiteY4" fmla="*/ 236220 h 228600"/>
                <a:gd name="connsiteX5" fmla="*/ 80963 w 85725"/>
                <a:gd name="connsiteY5" fmla="*/ 193358 h 228600"/>
                <a:gd name="connsiteX6" fmla="*/ 68580 w 85725"/>
                <a:gd name="connsiteY6" fmla="*/ 129540 h 228600"/>
                <a:gd name="connsiteX7" fmla="*/ 76200 w 85725"/>
                <a:gd name="connsiteY7" fmla="*/ 110490 h 228600"/>
                <a:gd name="connsiteX8" fmla="*/ 90488 w 85725"/>
                <a:gd name="connsiteY8" fmla="*/ 95250 h 228600"/>
                <a:gd name="connsiteX9" fmla="*/ 88583 w 85725"/>
                <a:gd name="connsiteY9" fmla="*/ 62865 h 228600"/>
                <a:gd name="connsiteX10" fmla="*/ 72390 w 85725"/>
                <a:gd name="connsiteY10" fmla="*/ 40958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5725" h="228600">
                  <a:moveTo>
                    <a:pt x="72390" y="40958"/>
                  </a:moveTo>
                  <a:cubicBezTo>
                    <a:pt x="71438" y="33338"/>
                    <a:pt x="78105" y="25717"/>
                    <a:pt x="77153" y="18098"/>
                  </a:cubicBezTo>
                  <a:cubicBezTo>
                    <a:pt x="76200" y="12383"/>
                    <a:pt x="71438" y="8573"/>
                    <a:pt x="67628" y="4763"/>
                  </a:cubicBezTo>
                  <a:lnTo>
                    <a:pt x="61913" y="0"/>
                  </a:lnTo>
                  <a:lnTo>
                    <a:pt x="0" y="236220"/>
                  </a:lnTo>
                  <a:cubicBezTo>
                    <a:pt x="17145" y="231458"/>
                    <a:pt x="71438" y="230505"/>
                    <a:pt x="80963" y="193358"/>
                  </a:cubicBezTo>
                  <a:cubicBezTo>
                    <a:pt x="91440" y="153353"/>
                    <a:pt x="70485" y="140017"/>
                    <a:pt x="68580" y="129540"/>
                  </a:cubicBezTo>
                  <a:cubicBezTo>
                    <a:pt x="67628" y="122873"/>
                    <a:pt x="71438" y="116205"/>
                    <a:pt x="76200" y="110490"/>
                  </a:cubicBezTo>
                  <a:cubicBezTo>
                    <a:pt x="80963" y="105728"/>
                    <a:pt x="86678" y="100965"/>
                    <a:pt x="90488" y="95250"/>
                  </a:cubicBezTo>
                  <a:cubicBezTo>
                    <a:pt x="96203" y="85725"/>
                    <a:pt x="95250" y="72390"/>
                    <a:pt x="88583" y="62865"/>
                  </a:cubicBezTo>
                  <a:cubicBezTo>
                    <a:pt x="83820" y="55245"/>
                    <a:pt x="73343" y="50483"/>
                    <a:pt x="72390" y="40958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D574E62-C395-47EC-8A2B-D557593BAA34}"/>
                </a:ext>
              </a:extLst>
            </p:cNvPr>
            <p:cNvSpPr/>
            <p:nvPr/>
          </p:nvSpPr>
          <p:spPr>
            <a:xfrm>
              <a:off x="3791902" y="4189095"/>
              <a:ext cx="276225" cy="180975"/>
            </a:xfrm>
            <a:custGeom>
              <a:avLst/>
              <a:gdLst>
                <a:gd name="connsiteX0" fmla="*/ 0 w 276225"/>
                <a:gd name="connsiteY0" fmla="*/ 0 h 180975"/>
                <a:gd name="connsiteX1" fmla="*/ 38100 w 276225"/>
                <a:gd name="connsiteY1" fmla="*/ 69533 h 180975"/>
                <a:gd name="connsiteX2" fmla="*/ 31432 w 276225"/>
                <a:gd name="connsiteY2" fmla="*/ 100965 h 180975"/>
                <a:gd name="connsiteX3" fmla="*/ 91440 w 276225"/>
                <a:gd name="connsiteY3" fmla="*/ 182880 h 180975"/>
                <a:gd name="connsiteX4" fmla="*/ 193358 w 276225"/>
                <a:gd name="connsiteY4" fmla="*/ 182880 h 180975"/>
                <a:gd name="connsiteX5" fmla="*/ 253365 w 276225"/>
                <a:gd name="connsiteY5" fmla="*/ 100965 h 180975"/>
                <a:gd name="connsiteX6" fmla="*/ 246698 w 276225"/>
                <a:gd name="connsiteY6" fmla="*/ 69533 h 180975"/>
                <a:gd name="connsiteX7" fmla="*/ 284798 w 276225"/>
                <a:gd name="connsiteY7" fmla="*/ 0 h 180975"/>
                <a:gd name="connsiteX8" fmla="*/ 0 w 276225"/>
                <a:gd name="connsiteY8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6225" h="180975">
                  <a:moveTo>
                    <a:pt x="0" y="0"/>
                  </a:moveTo>
                  <a:cubicBezTo>
                    <a:pt x="0" y="0"/>
                    <a:pt x="38100" y="40958"/>
                    <a:pt x="38100" y="69533"/>
                  </a:cubicBezTo>
                  <a:cubicBezTo>
                    <a:pt x="38100" y="77152"/>
                    <a:pt x="35242" y="88583"/>
                    <a:pt x="31432" y="100965"/>
                  </a:cubicBezTo>
                  <a:cubicBezTo>
                    <a:pt x="19050" y="140970"/>
                    <a:pt x="48578" y="182880"/>
                    <a:pt x="91440" y="182880"/>
                  </a:cubicBezTo>
                  <a:lnTo>
                    <a:pt x="193358" y="182880"/>
                  </a:lnTo>
                  <a:cubicBezTo>
                    <a:pt x="235267" y="182880"/>
                    <a:pt x="265748" y="141922"/>
                    <a:pt x="253365" y="100965"/>
                  </a:cubicBezTo>
                  <a:cubicBezTo>
                    <a:pt x="249555" y="88583"/>
                    <a:pt x="246698" y="77152"/>
                    <a:pt x="246698" y="69533"/>
                  </a:cubicBezTo>
                  <a:cubicBezTo>
                    <a:pt x="246698" y="41910"/>
                    <a:pt x="284798" y="0"/>
                    <a:pt x="28479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62D03C3-8ED1-4894-85A6-7761A35FB12B}"/>
                </a:ext>
              </a:extLst>
            </p:cNvPr>
            <p:cNvSpPr/>
            <p:nvPr/>
          </p:nvSpPr>
          <p:spPr>
            <a:xfrm>
              <a:off x="5526404" y="3960495"/>
              <a:ext cx="152400" cy="400050"/>
            </a:xfrm>
            <a:custGeom>
              <a:avLst/>
              <a:gdLst>
                <a:gd name="connsiteX0" fmla="*/ 0 w 152400"/>
                <a:gd name="connsiteY0" fmla="*/ 407670 h 400050"/>
                <a:gd name="connsiteX1" fmla="*/ 16192 w 152400"/>
                <a:gd name="connsiteY1" fmla="*/ 407670 h 400050"/>
                <a:gd name="connsiteX2" fmla="*/ 156210 w 152400"/>
                <a:gd name="connsiteY2" fmla="*/ 0 h 400050"/>
                <a:gd name="connsiteX3" fmla="*/ 140017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407670"/>
                  </a:moveTo>
                  <a:lnTo>
                    <a:pt x="16192" y="407670"/>
                  </a:lnTo>
                  <a:lnTo>
                    <a:pt x="156210" y="0"/>
                  </a:lnTo>
                  <a:lnTo>
                    <a:pt x="14001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5C20D17-7E33-4120-8415-BAD182828142}"/>
                </a:ext>
              </a:extLst>
            </p:cNvPr>
            <p:cNvSpPr/>
            <p:nvPr/>
          </p:nvSpPr>
          <p:spPr>
            <a:xfrm>
              <a:off x="5762625" y="3960495"/>
              <a:ext cx="152400" cy="400050"/>
            </a:xfrm>
            <a:custGeom>
              <a:avLst/>
              <a:gdLst>
                <a:gd name="connsiteX0" fmla="*/ 0 w 152400"/>
                <a:gd name="connsiteY0" fmla="*/ 407670 h 400050"/>
                <a:gd name="connsiteX1" fmla="*/ 16192 w 152400"/>
                <a:gd name="connsiteY1" fmla="*/ 407670 h 400050"/>
                <a:gd name="connsiteX2" fmla="*/ 156210 w 152400"/>
                <a:gd name="connsiteY2" fmla="*/ 0 h 400050"/>
                <a:gd name="connsiteX3" fmla="*/ 140017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407670"/>
                  </a:moveTo>
                  <a:lnTo>
                    <a:pt x="16192" y="407670"/>
                  </a:lnTo>
                  <a:lnTo>
                    <a:pt x="156210" y="0"/>
                  </a:lnTo>
                  <a:lnTo>
                    <a:pt x="14001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4183EB-01C7-4F36-9804-2FBBF567F7BA}"/>
                </a:ext>
              </a:extLst>
            </p:cNvPr>
            <p:cNvSpPr/>
            <p:nvPr/>
          </p:nvSpPr>
          <p:spPr>
            <a:xfrm>
              <a:off x="5504982" y="3360420"/>
              <a:ext cx="714375" cy="600075"/>
            </a:xfrm>
            <a:custGeom>
              <a:avLst/>
              <a:gdLst>
                <a:gd name="connsiteX0" fmla="*/ 678648 w 714375"/>
                <a:gd name="connsiteY0" fmla="*/ 530543 h 600075"/>
                <a:gd name="connsiteX1" fmla="*/ 551013 w 714375"/>
                <a:gd name="connsiteY1" fmla="*/ 530543 h 600075"/>
                <a:gd name="connsiteX2" fmla="*/ 418615 w 714375"/>
                <a:gd name="connsiteY2" fmla="*/ 431483 h 600075"/>
                <a:gd name="connsiteX3" fmla="*/ 357655 w 714375"/>
                <a:gd name="connsiteY3" fmla="*/ 177165 h 600075"/>
                <a:gd name="connsiteX4" fmla="*/ 147153 w 714375"/>
                <a:gd name="connsiteY4" fmla="*/ 0 h 600075"/>
                <a:gd name="connsiteX5" fmla="*/ 3325 w 714375"/>
                <a:gd name="connsiteY5" fmla="*/ 177165 h 600075"/>
                <a:gd name="connsiteX6" fmla="*/ 103338 w 714375"/>
                <a:gd name="connsiteY6" fmla="*/ 560070 h 600075"/>
                <a:gd name="connsiteX7" fmla="*/ 153820 w 714375"/>
                <a:gd name="connsiteY7" fmla="*/ 601027 h 600075"/>
                <a:gd name="connsiteX8" fmla="*/ 679600 w 714375"/>
                <a:gd name="connsiteY8" fmla="*/ 600075 h 600075"/>
                <a:gd name="connsiteX9" fmla="*/ 714843 w 714375"/>
                <a:gd name="connsiteY9" fmla="*/ 564833 h 600075"/>
                <a:gd name="connsiteX10" fmla="*/ 678648 w 714375"/>
                <a:gd name="connsiteY10" fmla="*/ 530543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4375" h="600075">
                  <a:moveTo>
                    <a:pt x="678648" y="530543"/>
                  </a:moveTo>
                  <a:lnTo>
                    <a:pt x="551013" y="530543"/>
                  </a:lnTo>
                  <a:cubicBezTo>
                    <a:pt x="491958" y="530543"/>
                    <a:pt x="429093" y="488633"/>
                    <a:pt x="418615" y="431483"/>
                  </a:cubicBezTo>
                  <a:lnTo>
                    <a:pt x="357655" y="177165"/>
                  </a:lnTo>
                  <a:cubicBezTo>
                    <a:pt x="339558" y="79057"/>
                    <a:pt x="245260" y="0"/>
                    <a:pt x="147153" y="0"/>
                  </a:cubicBezTo>
                  <a:cubicBezTo>
                    <a:pt x="49045" y="0"/>
                    <a:pt x="-15725" y="79057"/>
                    <a:pt x="3325" y="177165"/>
                  </a:cubicBezTo>
                  <a:lnTo>
                    <a:pt x="103338" y="560070"/>
                  </a:lnTo>
                  <a:cubicBezTo>
                    <a:pt x="108100" y="583883"/>
                    <a:pt x="129055" y="601027"/>
                    <a:pt x="153820" y="601027"/>
                  </a:cubicBezTo>
                  <a:lnTo>
                    <a:pt x="679600" y="600075"/>
                  </a:lnTo>
                  <a:cubicBezTo>
                    <a:pt x="698650" y="600075"/>
                    <a:pt x="714843" y="584835"/>
                    <a:pt x="714843" y="564833"/>
                  </a:cubicBezTo>
                  <a:cubicBezTo>
                    <a:pt x="712938" y="545783"/>
                    <a:pt x="697698" y="530543"/>
                    <a:pt x="678648" y="53054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80F1EE4-F4FA-4A17-BEEA-297B57104A36}"/>
                </a:ext>
              </a:extLst>
            </p:cNvPr>
            <p:cNvSpPr/>
            <p:nvPr/>
          </p:nvSpPr>
          <p:spPr>
            <a:xfrm>
              <a:off x="5504029" y="3359467"/>
              <a:ext cx="200025" cy="600075"/>
            </a:xfrm>
            <a:custGeom>
              <a:avLst/>
              <a:gdLst>
                <a:gd name="connsiteX0" fmla="*/ 153820 w 200025"/>
                <a:gd name="connsiteY0" fmla="*/ 560070 h 600075"/>
                <a:gd name="connsiteX1" fmla="*/ 53808 w 200025"/>
                <a:gd name="connsiteY1" fmla="*/ 177165 h 600075"/>
                <a:gd name="connsiteX2" fmla="*/ 172870 w 200025"/>
                <a:gd name="connsiteY2" fmla="*/ 1905 h 600075"/>
                <a:gd name="connsiteX3" fmla="*/ 147153 w 200025"/>
                <a:gd name="connsiteY3" fmla="*/ 0 h 600075"/>
                <a:gd name="connsiteX4" fmla="*/ 3325 w 200025"/>
                <a:gd name="connsiteY4" fmla="*/ 177165 h 600075"/>
                <a:gd name="connsiteX5" fmla="*/ 103338 w 200025"/>
                <a:gd name="connsiteY5" fmla="*/ 560070 h 600075"/>
                <a:gd name="connsiteX6" fmla="*/ 153820 w 200025"/>
                <a:gd name="connsiteY6" fmla="*/ 601028 h 600075"/>
                <a:gd name="connsiteX7" fmla="*/ 204303 w 200025"/>
                <a:gd name="connsiteY7" fmla="*/ 601028 h 600075"/>
                <a:gd name="connsiteX8" fmla="*/ 153820 w 200025"/>
                <a:gd name="connsiteY8" fmla="*/ 56007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600075">
                  <a:moveTo>
                    <a:pt x="153820" y="560070"/>
                  </a:moveTo>
                  <a:lnTo>
                    <a:pt x="53808" y="177165"/>
                  </a:lnTo>
                  <a:cubicBezTo>
                    <a:pt x="36663" y="87630"/>
                    <a:pt x="89050" y="14288"/>
                    <a:pt x="172870" y="1905"/>
                  </a:cubicBezTo>
                  <a:cubicBezTo>
                    <a:pt x="164298" y="953"/>
                    <a:pt x="155725" y="0"/>
                    <a:pt x="147153" y="0"/>
                  </a:cubicBezTo>
                  <a:cubicBezTo>
                    <a:pt x="49045" y="0"/>
                    <a:pt x="-15725" y="79058"/>
                    <a:pt x="3325" y="177165"/>
                  </a:cubicBezTo>
                  <a:lnTo>
                    <a:pt x="103338" y="560070"/>
                  </a:lnTo>
                  <a:cubicBezTo>
                    <a:pt x="108100" y="583883"/>
                    <a:pt x="129055" y="601028"/>
                    <a:pt x="153820" y="601028"/>
                  </a:cubicBezTo>
                  <a:lnTo>
                    <a:pt x="204303" y="601028"/>
                  </a:lnTo>
                  <a:cubicBezTo>
                    <a:pt x="178585" y="601028"/>
                    <a:pt x="158583" y="583883"/>
                    <a:pt x="153820" y="56007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799715B-D013-41E4-ACCB-19171366D6E8}"/>
                </a:ext>
              </a:extLst>
            </p:cNvPr>
            <p:cNvSpPr/>
            <p:nvPr/>
          </p:nvSpPr>
          <p:spPr>
            <a:xfrm>
              <a:off x="6070282" y="3960495"/>
              <a:ext cx="152400" cy="400050"/>
            </a:xfrm>
            <a:custGeom>
              <a:avLst/>
              <a:gdLst>
                <a:gd name="connsiteX0" fmla="*/ 0 w 152400"/>
                <a:gd name="connsiteY0" fmla="*/ 0 h 400050"/>
                <a:gd name="connsiteX1" fmla="*/ 139065 w 152400"/>
                <a:gd name="connsiteY1" fmla="*/ 407670 h 400050"/>
                <a:gd name="connsiteX2" fmla="*/ 155258 w 152400"/>
                <a:gd name="connsiteY2" fmla="*/ 407670 h 400050"/>
                <a:gd name="connsiteX3" fmla="*/ 15240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0"/>
                  </a:moveTo>
                  <a:lnTo>
                    <a:pt x="139065" y="407670"/>
                  </a:lnTo>
                  <a:lnTo>
                    <a:pt x="155258" y="40767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D770FE0-AE0F-4E95-81FC-7AC98AD2F47C}"/>
                </a:ext>
              </a:extLst>
            </p:cNvPr>
            <p:cNvSpPr/>
            <p:nvPr/>
          </p:nvSpPr>
          <p:spPr>
            <a:xfrm>
              <a:off x="5834062" y="3960495"/>
              <a:ext cx="152400" cy="400050"/>
            </a:xfrm>
            <a:custGeom>
              <a:avLst/>
              <a:gdLst>
                <a:gd name="connsiteX0" fmla="*/ 0 w 152400"/>
                <a:gd name="connsiteY0" fmla="*/ 0 h 400050"/>
                <a:gd name="connsiteX1" fmla="*/ 139065 w 152400"/>
                <a:gd name="connsiteY1" fmla="*/ 407670 h 400050"/>
                <a:gd name="connsiteX2" fmla="*/ 155257 w 152400"/>
                <a:gd name="connsiteY2" fmla="*/ 407670 h 400050"/>
                <a:gd name="connsiteX3" fmla="*/ 15240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0"/>
                  </a:moveTo>
                  <a:lnTo>
                    <a:pt x="139065" y="407670"/>
                  </a:lnTo>
                  <a:lnTo>
                    <a:pt x="155257" y="40767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2ED3EF0-ADE0-4F23-B163-E1C4C920245B}"/>
                </a:ext>
              </a:extLst>
            </p:cNvPr>
            <p:cNvSpPr/>
            <p:nvPr/>
          </p:nvSpPr>
          <p:spPr>
            <a:xfrm>
              <a:off x="6096000" y="4262437"/>
              <a:ext cx="76200" cy="76200"/>
            </a:xfrm>
            <a:custGeom>
              <a:avLst/>
              <a:gdLst>
                <a:gd name="connsiteX0" fmla="*/ 50482 w 76200"/>
                <a:gd name="connsiteY0" fmla="*/ 953 h 76200"/>
                <a:gd name="connsiteX1" fmla="*/ 16193 w 76200"/>
                <a:gd name="connsiteY1" fmla="*/ 0 h 76200"/>
                <a:gd name="connsiteX2" fmla="*/ 8572 w 76200"/>
                <a:gd name="connsiteY2" fmla="*/ 10478 h 76200"/>
                <a:gd name="connsiteX3" fmla="*/ 0 w 76200"/>
                <a:gd name="connsiteY3" fmla="*/ 27622 h 76200"/>
                <a:gd name="connsiteX4" fmla="*/ 19050 w 76200"/>
                <a:gd name="connsiteY4" fmla="*/ 57150 h 76200"/>
                <a:gd name="connsiteX5" fmla="*/ 46672 w 76200"/>
                <a:gd name="connsiteY5" fmla="*/ 79058 h 76200"/>
                <a:gd name="connsiteX6" fmla="*/ 82868 w 76200"/>
                <a:gd name="connsiteY6" fmla="*/ 80963 h 76200"/>
                <a:gd name="connsiteX7" fmla="*/ 51435 w 76200"/>
                <a:gd name="connsiteY7" fmla="*/ 19050 h 76200"/>
                <a:gd name="connsiteX8" fmla="*/ 50482 w 76200"/>
                <a:gd name="connsiteY8" fmla="*/ 953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00" h="76200">
                  <a:moveTo>
                    <a:pt x="50482" y="953"/>
                  </a:moveTo>
                  <a:lnTo>
                    <a:pt x="16193" y="0"/>
                  </a:lnTo>
                  <a:cubicBezTo>
                    <a:pt x="16193" y="0"/>
                    <a:pt x="12382" y="1905"/>
                    <a:pt x="8572" y="10478"/>
                  </a:cubicBezTo>
                  <a:cubicBezTo>
                    <a:pt x="8572" y="10478"/>
                    <a:pt x="0" y="17145"/>
                    <a:pt x="0" y="27622"/>
                  </a:cubicBezTo>
                  <a:cubicBezTo>
                    <a:pt x="0" y="33338"/>
                    <a:pt x="13335" y="47625"/>
                    <a:pt x="19050" y="57150"/>
                  </a:cubicBezTo>
                  <a:cubicBezTo>
                    <a:pt x="23813" y="64770"/>
                    <a:pt x="34290" y="72390"/>
                    <a:pt x="46672" y="79058"/>
                  </a:cubicBezTo>
                  <a:cubicBezTo>
                    <a:pt x="60007" y="85725"/>
                    <a:pt x="79057" y="88583"/>
                    <a:pt x="82868" y="80963"/>
                  </a:cubicBezTo>
                  <a:cubicBezTo>
                    <a:pt x="91440" y="66675"/>
                    <a:pt x="54293" y="34290"/>
                    <a:pt x="51435" y="19050"/>
                  </a:cubicBezTo>
                  <a:cubicBezTo>
                    <a:pt x="50482" y="12383"/>
                    <a:pt x="50482" y="953"/>
                    <a:pt x="50482" y="953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B3C3380-FD73-45DD-B355-53441BA9E632}"/>
                </a:ext>
              </a:extLst>
            </p:cNvPr>
            <p:cNvSpPr/>
            <p:nvPr/>
          </p:nvSpPr>
          <p:spPr>
            <a:xfrm>
              <a:off x="6105525" y="4258627"/>
              <a:ext cx="38100" cy="28575"/>
            </a:xfrm>
            <a:custGeom>
              <a:avLst/>
              <a:gdLst>
                <a:gd name="connsiteX0" fmla="*/ 42863 w 38100"/>
                <a:gd name="connsiteY0" fmla="*/ 3810 h 28575"/>
                <a:gd name="connsiteX1" fmla="*/ 5715 w 38100"/>
                <a:gd name="connsiteY1" fmla="*/ 0 h 28575"/>
                <a:gd name="connsiteX2" fmla="*/ 0 w 38100"/>
                <a:gd name="connsiteY2" fmla="*/ 14288 h 28575"/>
                <a:gd name="connsiteX3" fmla="*/ 20003 w 38100"/>
                <a:gd name="connsiteY3" fmla="*/ 29527 h 28575"/>
                <a:gd name="connsiteX4" fmla="*/ 42863 w 38100"/>
                <a:gd name="connsiteY4" fmla="*/ 23813 h 28575"/>
                <a:gd name="connsiteX5" fmla="*/ 42863 w 38100"/>
                <a:gd name="connsiteY5" fmla="*/ 381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0" h="28575">
                  <a:moveTo>
                    <a:pt x="42863" y="3810"/>
                  </a:moveTo>
                  <a:lnTo>
                    <a:pt x="5715" y="0"/>
                  </a:lnTo>
                  <a:cubicBezTo>
                    <a:pt x="5715" y="0"/>
                    <a:pt x="2857" y="5715"/>
                    <a:pt x="0" y="14288"/>
                  </a:cubicBezTo>
                  <a:cubicBezTo>
                    <a:pt x="0" y="14288"/>
                    <a:pt x="5715" y="25717"/>
                    <a:pt x="20003" y="29527"/>
                  </a:cubicBezTo>
                  <a:cubicBezTo>
                    <a:pt x="32385" y="32385"/>
                    <a:pt x="42863" y="23813"/>
                    <a:pt x="42863" y="23813"/>
                  </a:cubicBezTo>
                  <a:cubicBezTo>
                    <a:pt x="40957" y="12382"/>
                    <a:pt x="42863" y="3810"/>
                    <a:pt x="42863" y="381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03C86CD-36B2-4CD6-81FF-FEF3E70B1D95}"/>
                </a:ext>
              </a:extLst>
            </p:cNvPr>
            <p:cNvSpPr/>
            <p:nvPr/>
          </p:nvSpPr>
          <p:spPr>
            <a:xfrm>
              <a:off x="5656406" y="3669022"/>
              <a:ext cx="666750" cy="257175"/>
            </a:xfrm>
            <a:custGeom>
              <a:avLst/>
              <a:gdLst>
                <a:gd name="connsiteX0" fmla="*/ 632951 w 666750"/>
                <a:gd name="connsiteY0" fmla="*/ 162885 h 257175"/>
                <a:gd name="connsiteX1" fmla="*/ 50022 w 666750"/>
                <a:gd name="connsiteY1" fmla="*/ 7 h 257175"/>
                <a:gd name="connsiteX2" fmla="*/ 89074 w 666750"/>
                <a:gd name="connsiteY2" fmla="*/ 214320 h 257175"/>
                <a:gd name="connsiteX3" fmla="*/ 611044 w 666750"/>
                <a:gd name="connsiteY3" fmla="*/ 254325 h 257175"/>
                <a:gd name="connsiteX4" fmla="*/ 632951 w 666750"/>
                <a:gd name="connsiteY4" fmla="*/ 162885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0" h="257175">
                  <a:moveTo>
                    <a:pt x="632951" y="162885"/>
                  </a:moveTo>
                  <a:cubicBezTo>
                    <a:pt x="495791" y="94305"/>
                    <a:pt x="111934" y="-945"/>
                    <a:pt x="50022" y="7"/>
                  </a:cubicBezTo>
                  <a:cubicBezTo>
                    <a:pt x="50022" y="7"/>
                    <a:pt x="-85234" y="107640"/>
                    <a:pt x="89074" y="214320"/>
                  </a:cubicBezTo>
                  <a:cubicBezTo>
                    <a:pt x="198611" y="280995"/>
                    <a:pt x="432926" y="257182"/>
                    <a:pt x="611044" y="254325"/>
                  </a:cubicBezTo>
                  <a:cubicBezTo>
                    <a:pt x="672956" y="253372"/>
                    <a:pt x="691054" y="192412"/>
                    <a:pt x="632951" y="162885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C351934-87F9-4F3F-B762-AC71FEBE3FA6}"/>
                </a:ext>
              </a:extLst>
            </p:cNvPr>
            <p:cNvSpPr/>
            <p:nvPr/>
          </p:nvSpPr>
          <p:spPr>
            <a:xfrm>
              <a:off x="5932017" y="3707904"/>
              <a:ext cx="342900" cy="142875"/>
            </a:xfrm>
            <a:custGeom>
              <a:avLst/>
              <a:gdLst>
                <a:gd name="connsiteX0" fmla="*/ 317335 w 342900"/>
                <a:gd name="connsiteY0" fmla="*/ 10655 h 142875"/>
                <a:gd name="connsiteX1" fmla="*/ 90640 w 342900"/>
                <a:gd name="connsiteY1" fmla="*/ 8750 h 142875"/>
                <a:gd name="connsiteX2" fmla="*/ 23013 w 342900"/>
                <a:gd name="connsiteY2" fmla="*/ 91618 h 142875"/>
                <a:gd name="connsiteX3" fmla="*/ 268758 w 342900"/>
                <a:gd name="connsiteY3" fmla="*/ 124955 h 142875"/>
                <a:gd name="connsiteX4" fmla="*/ 317335 w 342900"/>
                <a:gd name="connsiteY4" fmla="*/ 10655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900" h="142875">
                  <a:moveTo>
                    <a:pt x="317335" y="10655"/>
                  </a:moveTo>
                  <a:cubicBezTo>
                    <a:pt x="251613" y="-13157"/>
                    <a:pt x="152553" y="10655"/>
                    <a:pt x="90640" y="8750"/>
                  </a:cubicBezTo>
                  <a:cubicBezTo>
                    <a:pt x="63970" y="7798"/>
                    <a:pt x="-47472" y="36373"/>
                    <a:pt x="23013" y="91618"/>
                  </a:cubicBezTo>
                  <a:cubicBezTo>
                    <a:pt x="123978" y="171628"/>
                    <a:pt x="214465" y="140195"/>
                    <a:pt x="268758" y="124955"/>
                  </a:cubicBezTo>
                  <a:cubicBezTo>
                    <a:pt x="327813" y="108763"/>
                    <a:pt x="378295" y="32563"/>
                    <a:pt x="317335" y="10655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488FE09-67AA-4110-A8A5-F06F83A8579D}"/>
                </a:ext>
              </a:extLst>
            </p:cNvPr>
            <p:cNvSpPr/>
            <p:nvPr/>
          </p:nvSpPr>
          <p:spPr>
            <a:xfrm>
              <a:off x="6104572" y="3833343"/>
              <a:ext cx="219075" cy="438150"/>
            </a:xfrm>
            <a:custGeom>
              <a:avLst/>
              <a:gdLst>
                <a:gd name="connsiteX0" fmla="*/ 99060 w 219075"/>
                <a:gd name="connsiteY0" fmla="*/ 70001 h 438150"/>
                <a:gd name="connsiteX1" fmla="*/ 0 w 219075"/>
                <a:gd name="connsiteY1" fmla="*/ 432904 h 438150"/>
                <a:gd name="connsiteX2" fmla="*/ 48578 w 219075"/>
                <a:gd name="connsiteY2" fmla="*/ 447191 h 438150"/>
                <a:gd name="connsiteX3" fmla="*/ 215265 w 219075"/>
                <a:gd name="connsiteY3" fmla="*/ 89051 h 438150"/>
                <a:gd name="connsiteX4" fmla="*/ 99060 w 219075"/>
                <a:gd name="connsiteY4" fmla="*/ 70001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438150">
                  <a:moveTo>
                    <a:pt x="99060" y="70001"/>
                  </a:moveTo>
                  <a:cubicBezTo>
                    <a:pt x="50483" y="257644"/>
                    <a:pt x="0" y="432904"/>
                    <a:pt x="0" y="432904"/>
                  </a:cubicBezTo>
                  <a:cubicBezTo>
                    <a:pt x="16193" y="427189"/>
                    <a:pt x="40958" y="434809"/>
                    <a:pt x="48578" y="447191"/>
                  </a:cubicBezTo>
                  <a:cubicBezTo>
                    <a:pt x="48578" y="447191"/>
                    <a:pt x="123825" y="289076"/>
                    <a:pt x="215265" y="89051"/>
                  </a:cubicBezTo>
                  <a:cubicBezTo>
                    <a:pt x="253365" y="7136"/>
                    <a:pt x="131445" y="-52871"/>
                    <a:pt x="99060" y="70001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98D524C-D9DF-4E00-A897-32FAC9F1E2DD}"/>
                </a:ext>
              </a:extLst>
            </p:cNvPr>
            <p:cNvSpPr/>
            <p:nvPr/>
          </p:nvSpPr>
          <p:spPr>
            <a:xfrm>
              <a:off x="6049366" y="4136707"/>
              <a:ext cx="57150" cy="104775"/>
            </a:xfrm>
            <a:custGeom>
              <a:avLst/>
              <a:gdLst>
                <a:gd name="connsiteX0" fmla="*/ 58063 w 57150"/>
                <a:gd name="connsiteY0" fmla="*/ 17145 h 104775"/>
                <a:gd name="connsiteX1" fmla="*/ 28536 w 57150"/>
                <a:gd name="connsiteY1" fmla="*/ 0 h 104775"/>
                <a:gd name="connsiteX2" fmla="*/ 17105 w 57150"/>
                <a:gd name="connsiteY2" fmla="*/ 5715 h 104775"/>
                <a:gd name="connsiteX3" fmla="*/ 913 w 57150"/>
                <a:gd name="connsiteY3" fmla="*/ 16192 h 104775"/>
                <a:gd name="connsiteX4" fmla="*/ 2818 w 57150"/>
                <a:gd name="connsiteY4" fmla="*/ 51435 h 104775"/>
                <a:gd name="connsiteX5" fmla="*/ 16153 w 57150"/>
                <a:gd name="connsiteY5" fmla="*/ 84772 h 104775"/>
                <a:gd name="connsiteX6" fmla="*/ 46633 w 57150"/>
                <a:gd name="connsiteY6" fmla="*/ 104775 h 104775"/>
                <a:gd name="connsiteX7" fmla="*/ 50443 w 57150"/>
                <a:gd name="connsiteY7" fmla="*/ 36195 h 104775"/>
                <a:gd name="connsiteX8" fmla="*/ 58063 w 57150"/>
                <a:gd name="connsiteY8" fmla="*/ 1714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104775">
                  <a:moveTo>
                    <a:pt x="58063" y="17145"/>
                  </a:moveTo>
                  <a:lnTo>
                    <a:pt x="28536" y="0"/>
                  </a:lnTo>
                  <a:cubicBezTo>
                    <a:pt x="28536" y="0"/>
                    <a:pt x="24726" y="0"/>
                    <a:pt x="17105" y="5715"/>
                  </a:cubicBezTo>
                  <a:cubicBezTo>
                    <a:pt x="17105" y="5715"/>
                    <a:pt x="5676" y="7620"/>
                    <a:pt x="913" y="16192"/>
                  </a:cubicBezTo>
                  <a:cubicBezTo>
                    <a:pt x="-1945" y="21908"/>
                    <a:pt x="2818" y="40005"/>
                    <a:pt x="2818" y="51435"/>
                  </a:cubicBezTo>
                  <a:cubicBezTo>
                    <a:pt x="2818" y="60960"/>
                    <a:pt x="8533" y="72390"/>
                    <a:pt x="16153" y="84772"/>
                  </a:cubicBezTo>
                  <a:cubicBezTo>
                    <a:pt x="23773" y="97155"/>
                    <a:pt x="39013" y="108585"/>
                    <a:pt x="46633" y="104775"/>
                  </a:cubicBezTo>
                  <a:cubicBezTo>
                    <a:pt x="60921" y="96202"/>
                    <a:pt x="44728" y="50483"/>
                    <a:pt x="50443" y="36195"/>
                  </a:cubicBezTo>
                  <a:cubicBezTo>
                    <a:pt x="53301" y="27622"/>
                    <a:pt x="58063" y="17145"/>
                    <a:pt x="58063" y="17145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1253154-6BCA-4966-87F2-CCDD92D101BF}"/>
                </a:ext>
              </a:extLst>
            </p:cNvPr>
            <p:cNvSpPr/>
            <p:nvPr/>
          </p:nvSpPr>
          <p:spPr>
            <a:xfrm>
              <a:off x="6067402" y="4130992"/>
              <a:ext cx="38100" cy="38100"/>
            </a:xfrm>
            <a:custGeom>
              <a:avLst/>
              <a:gdLst>
                <a:gd name="connsiteX0" fmla="*/ 23 w 38100"/>
                <a:gd name="connsiteY0" fmla="*/ 10478 h 38100"/>
                <a:gd name="connsiteX1" fmla="*/ 9548 w 38100"/>
                <a:gd name="connsiteY1" fmla="*/ 33338 h 38100"/>
                <a:gd name="connsiteX2" fmla="*/ 32407 w 38100"/>
                <a:gd name="connsiteY2" fmla="*/ 40005 h 38100"/>
                <a:gd name="connsiteX3" fmla="*/ 41932 w 38100"/>
                <a:gd name="connsiteY3" fmla="*/ 21908 h 38100"/>
                <a:gd name="connsiteX4" fmla="*/ 12405 w 38100"/>
                <a:gd name="connsiteY4" fmla="*/ 0 h 38100"/>
                <a:gd name="connsiteX5" fmla="*/ 23 w 38100"/>
                <a:gd name="connsiteY5" fmla="*/ 10478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0" h="38100">
                  <a:moveTo>
                    <a:pt x="23" y="10478"/>
                  </a:moveTo>
                  <a:cubicBezTo>
                    <a:pt x="23" y="10478"/>
                    <a:pt x="-930" y="23813"/>
                    <a:pt x="9548" y="33338"/>
                  </a:cubicBezTo>
                  <a:cubicBezTo>
                    <a:pt x="19073" y="41910"/>
                    <a:pt x="32407" y="40005"/>
                    <a:pt x="32407" y="40005"/>
                  </a:cubicBezTo>
                  <a:cubicBezTo>
                    <a:pt x="37170" y="28575"/>
                    <a:pt x="41932" y="21908"/>
                    <a:pt x="41932" y="21908"/>
                  </a:cubicBezTo>
                  <a:lnTo>
                    <a:pt x="12405" y="0"/>
                  </a:lnTo>
                  <a:cubicBezTo>
                    <a:pt x="12405" y="953"/>
                    <a:pt x="6690" y="4763"/>
                    <a:pt x="23" y="10478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F55F9E1-974D-4E5D-B7AF-693079EB2C3E}"/>
                </a:ext>
              </a:extLst>
            </p:cNvPr>
            <p:cNvSpPr/>
            <p:nvPr/>
          </p:nvSpPr>
          <p:spPr>
            <a:xfrm>
              <a:off x="6061709" y="3713873"/>
              <a:ext cx="219075" cy="438150"/>
            </a:xfrm>
            <a:custGeom>
              <a:avLst/>
              <a:gdLst>
                <a:gd name="connsiteX0" fmla="*/ 99060 w 219075"/>
                <a:gd name="connsiteY0" fmla="*/ 70409 h 438150"/>
                <a:gd name="connsiteX1" fmla="*/ 0 w 219075"/>
                <a:gd name="connsiteY1" fmla="*/ 433312 h 438150"/>
                <a:gd name="connsiteX2" fmla="*/ 48578 w 219075"/>
                <a:gd name="connsiteY2" fmla="*/ 447599 h 438150"/>
                <a:gd name="connsiteX3" fmla="*/ 215265 w 219075"/>
                <a:gd name="connsiteY3" fmla="*/ 89459 h 438150"/>
                <a:gd name="connsiteX4" fmla="*/ 99060 w 219075"/>
                <a:gd name="connsiteY4" fmla="*/ 70409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438150">
                  <a:moveTo>
                    <a:pt x="99060" y="70409"/>
                  </a:moveTo>
                  <a:cubicBezTo>
                    <a:pt x="50483" y="258052"/>
                    <a:pt x="0" y="433312"/>
                    <a:pt x="0" y="433312"/>
                  </a:cubicBezTo>
                  <a:cubicBezTo>
                    <a:pt x="16193" y="427597"/>
                    <a:pt x="40958" y="435217"/>
                    <a:pt x="48578" y="447599"/>
                  </a:cubicBezTo>
                  <a:cubicBezTo>
                    <a:pt x="48578" y="447599"/>
                    <a:pt x="123825" y="289484"/>
                    <a:pt x="215265" y="89459"/>
                  </a:cubicBezTo>
                  <a:cubicBezTo>
                    <a:pt x="253365" y="7544"/>
                    <a:pt x="131445" y="-53416"/>
                    <a:pt x="99060" y="70409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EFF9E3-A63B-447F-9B05-2F93CBFDFB08}"/>
                </a:ext>
              </a:extLst>
            </p:cNvPr>
            <p:cNvSpPr/>
            <p:nvPr/>
          </p:nvSpPr>
          <p:spPr>
            <a:xfrm>
              <a:off x="6375082" y="3431812"/>
              <a:ext cx="19050" cy="19050"/>
            </a:xfrm>
            <a:custGeom>
              <a:avLst/>
              <a:gdLst>
                <a:gd name="connsiteX0" fmla="*/ 16193 w 19050"/>
                <a:gd name="connsiteY0" fmla="*/ 5760 h 19050"/>
                <a:gd name="connsiteX1" fmla="*/ 0 w 19050"/>
                <a:gd name="connsiteY1" fmla="*/ 21953 h 19050"/>
                <a:gd name="connsiteX2" fmla="*/ 18098 w 19050"/>
                <a:gd name="connsiteY2" fmla="*/ 20048 h 19050"/>
                <a:gd name="connsiteX3" fmla="*/ 23813 w 19050"/>
                <a:gd name="connsiteY3" fmla="*/ 998 h 19050"/>
                <a:gd name="connsiteX4" fmla="*/ 16193 w 19050"/>
                <a:gd name="connsiteY4" fmla="*/ 57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193" y="5760"/>
                  </a:moveTo>
                  <a:cubicBezTo>
                    <a:pt x="11430" y="11475"/>
                    <a:pt x="6668" y="18143"/>
                    <a:pt x="0" y="21953"/>
                  </a:cubicBezTo>
                  <a:cubicBezTo>
                    <a:pt x="7620" y="18143"/>
                    <a:pt x="9525" y="22905"/>
                    <a:pt x="18098" y="20048"/>
                  </a:cubicBezTo>
                  <a:cubicBezTo>
                    <a:pt x="20955" y="18143"/>
                    <a:pt x="27623" y="2903"/>
                    <a:pt x="23813" y="998"/>
                  </a:cubicBezTo>
                  <a:cubicBezTo>
                    <a:pt x="20003" y="-1860"/>
                    <a:pt x="18098" y="1950"/>
                    <a:pt x="16193" y="576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9B73CFD-66CF-4252-9596-11A2D0D3E449}"/>
                </a:ext>
              </a:extLst>
            </p:cNvPr>
            <p:cNvSpPr/>
            <p:nvPr/>
          </p:nvSpPr>
          <p:spPr>
            <a:xfrm>
              <a:off x="6364605" y="3442140"/>
              <a:ext cx="76200" cy="47625"/>
            </a:xfrm>
            <a:custGeom>
              <a:avLst/>
              <a:gdLst>
                <a:gd name="connsiteX0" fmla="*/ 76200 w 76200"/>
                <a:gd name="connsiteY0" fmla="*/ 6862 h 47625"/>
                <a:gd name="connsiteX1" fmla="*/ 66675 w 76200"/>
                <a:gd name="connsiteY1" fmla="*/ 194 h 47625"/>
                <a:gd name="connsiteX2" fmla="*/ 49530 w 76200"/>
                <a:gd name="connsiteY2" fmla="*/ 2099 h 47625"/>
                <a:gd name="connsiteX3" fmla="*/ 20002 w 76200"/>
                <a:gd name="connsiteY3" fmla="*/ 8767 h 47625"/>
                <a:gd name="connsiteX4" fmla="*/ 0 w 76200"/>
                <a:gd name="connsiteY4" fmla="*/ 16387 h 47625"/>
                <a:gd name="connsiteX5" fmla="*/ 9525 w 76200"/>
                <a:gd name="connsiteY5" fmla="*/ 52582 h 47625"/>
                <a:gd name="connsiteX6" fmla="*/ 58102 w 76200"/>
                <a:gd name="connsiteY6" fmla="*/ 35437 h 47625"/>
                <a:gd name="connsiteX7" fmla="*/ 71438 w 76200"/>
                <a:gd name="connsiteY7" fmla="*/ 24007 h 47625"/>
                <a:gd name="connsiteX8" fmla="*/ 76200 w 76200"/>
                <a:gd name="connsiteY8" fmla="*/ 13529 h 47625"/>
                <a:gd name="connsiteX9" fmla="*/ 76200 w 76200"/>
                <a:gd name="connsiteY9" fmla="*/ 686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47625">
                  <a:moveTo>
                    <a:pt x="76200" y="6862"/>
                  </a:moveTo>
                  <a:cubicBezTo>
                    <a:pt x="74295" y="4004"/>
                    <a:pt x="68580" y="194"/>
                    <a:pt x="66675" y="194"/>
                  </a:cubicBezTo>
                  <a:cubicBezTo>
                    <a:pt x="63817" y="-758"/>
                    <a:pt x="53340" y="2099"/>
                    <a:pt x="49530" y="2099"/>
                  </a:cubicBezTo>
                  <a:cubicBezTo>
                    <a:pt x="48577" y="2099"/>
                    <a:pt x="28575" y="5909"/>
                    <a:pt x="20002" y="8767"/>
                  </a:cubicBezTo>
                  <a:cubicBezTo>
                    <a:pt x="13335" y="10672"/>
                    <a:pt x="5715" y="13529"/>
                    <a:pt x="0" y="16387"/>
                  </a:cubicBezTo>
                  <a:cubicBezTo>
                    <a:pt x="0" y="16387"/>
                    <a:pt x="5715" y="44009"/>
                    <a:pt x="9525" y="52582"/>
                  </a:cubicBezTo>
                  <a:cubicBezTo>
                    <a:pt x="20955" y="48772"/>
                    <a:pt x="57150" y="35437"/>
                    <a:pt x="58102" y="35437"/>
                  </a:cubicBezTo>
                  <a:cubicBezTo>
                    <a:pt x="73342" y="33532"/>
                    <a:pt x="75247" y="26864"/>
                    <a:pt x="71438" y="24007"/>
                  </a:cubicBezTo>
                  <a:cubicBezTo>
                    <a:pt x="70485" y="23054"/>
                    <a:pt x="79057" y="17339"/>
                    <a:pt x="76200" y="13529"/>
                  </a:cubicBezTo>
                  <a:cubicBezTo>
                    <a:pt x="76200" y="12577"/>
                    <a:pt x="79057" y="9719"/>
                    <a:pt x="76200" y="6862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DB21B6C-1F93-4A69-8D8B-5E83475DD0D2}"/>
                </a:ext>
              </a:extLst>
            </p:cNvPr>
            <p:cNvSpPr/>
            <p:nvPr/>
          </p:nvSpPr>
          <p:spPr>
            <a:xfrm>
              <a:off x="5937610" y="3270428"/>
              <a:ext cx="209550" cy="276225"/>
            </a:xfrm>
            <a:custGeom>
              <a:avLst/>
              <a:gdLst>
                <a:gd name="connsiteX0" fmla="*/ 86952 w 209550"/>
                <a:gd name="connsiteY0" fmla="*/ 457 h 276225"/>
                <a:gd name="connsiteX1" fmla="*/ 2180 w 209550"/>
                <a:gd name="connsiteY1" fmla="*/ 57607 h 276225"/>
                <a:gd name="connsiteX2" fmla="*/ 157437 w 209550"/>
                <a:gd name="connsiteY2" fmla="*/ 274777 h 276225"/>
                <a:gd name="connsiteX3" fmla="*/ 197442 w 209550"/>
                <a:gd name="connsiteY3" fmla="*/ 216674 h 276225"/>
                <a:gd name="connsiteX4" fmla="*/ 86952 w 209550"/>
                <a:gd name="connsiteY4" fmla="*/ 457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76225">
                  <a:moveTo>
                    <a:pt x="86952" y="457"/>
                  </a:moveTo>
                  <a:cubicBezTo>
                    <a:pt x="82190" y="-5258"/>
                    <a:pt x="10752" y="44272"/>
                    <a:pt x="2180" y="57607"/>
                  </a:cubicBezTo>
                  <a:cubicBezTo>
                    <a:pt x="-17823" y="87134"/>
                    <a:pt x="105050" y="231914"/>
                    <a:pt x="157437" y="274777"/>
                  </a:cubicBezTo>
                  <a:cubicBezTo>
                    <a:pt x="177440" y="290969"/>
                    <a:pt x="240305" y="285254"/>
                    <a:pt x="197442" y="216674"/>
                  </a:cubicBezTo>
                  <a:cubicBezTo>
                    <a:pt x="162200" y="160477"/>
                    <a:pt x="111717" y="34747"/>
                    <a:pt x="86952" y="457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B896E3-44F7-4560-800C-46578E47F96A}"/>
                </a:ext>
              </a:extLst>
            </p:cNvPr>
            <p:cNvSpPr/>
            <p:nvPr/>
          </p:nvSpPr>
          <p:spPr>
            <a:xfrm>
              <a:off x="5937004" y="3270428"/>
              <a:ext cx="171450" cy="209550"/>
            </a:xfrm>
            <a:custGeom>
              <a:avLst/>
              <a:gdLst>
                <a:gd name="connsiteX0" fmla="*/ 2785 w 171450"/>
                <a:gd name="connsiteY0" fmla="*/ 57607 h 209550"/>
                <a:gd name="connsiteX1" fmla="*/ 76128 w 171450"/>
                <a:gd name="connsiteY1" fmla="*/ 216674 h 209550"/>
                <a:gd name="connsiteX2" fmla="*/ 113276 w 171450"/>
                <a:gd name="connsiteY2" fmla="*/ 192862 h 209550"/>
                <a:gd name="connsiteX3" fmla="*/ 172330 w 171450"/>
                <a:gd name="connsiteY3" fmla="*/ 149047 h 209550"/>
                <a:gd name="connsiteX4" fmla="*/ 87558 w 171450"/>
                <a:gd name="connsiteY4" fmla="*/ 457 h 209550"/>
                <a:gd name="connsiteX5" fmla="*/ 2785 w 171450"/>
                <a:gd name="connsiteY5" fmla="*/ 57607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1450" h="209550">
                  <a:moveTo>
                    <a:pt x="2785" y="57607"/>
                  </a:moveTo>
                  <a:cubicBezTo>
                    <a:pt x="-10550" y="77609"/>
                    <a:pt x="25645" y="158572"/>
                    <a:pt x="76128" y="216674"/>
                  </a:cubicBezTo>
                  <a:cubicBezTo>
                    <a:pt x="83748" y="212864"/>
                    <a:pt x="105655" y="197624"/>
                    <a:pt x="113276" y="192862"/>
                  </a:cubicBezTo>
                  <a:cubicBezTo>
                    <a:pt x="131373" y="181432"/>
                    <a:pt x="156138" y="163334"/>
                    <a:pt x="172330" y="149047"/>
                  </a:cubicBezTo>
                  <a:cubicBezTo>
                    <a:pt x="138040" y="93802"/>
                    <a:pt x="105655" y="24269"/>
                    <a:pt x="87558" y="457"/>
                  </a:cubicBezTo>
                  <a:cubicBezTo>
                    <a:pt x="82795" y="-5258"/>
                    <a:pt x="11358" y="44272"/>
                    <a:pt x="2785" y="57607"/>
                  </a:cubicBez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2E7641A-241D-42D0-88B8-E60159B38F4B}"/>
                </a:ext>
              </a:extLst>
            </p:cNvPr>
            <p:cNvSpPr/>
            <p:nvPr/>
          </p:nvSpPr>
          <p:spPr>
            <a:xfrm>
              <a:off x="6089208" y="3456622"/>
              <a:ext cx="285750" cy="95250"/>
            </a:xfrm>
            <a:custGeom>
              <a:avLst/>
              <a:gdLst>
                <a:gd name="connsiteX0" fmla="*/ 22984 w 285750"/>
                <a:gd name="connsiteY0" fmla="*/ 37148 h 95250"/>
                <a:gd name="connsiteX1" fmla="*/ 15364 w 285750"/>
                <a:gd name="connsiteY1" fmla="*/ 40957 h 95250"/>
                <a:gd name="connsiteX2" fmla="*/ 8696 w 285750"/>
                <a:gd name="connsiteY2" fmla="*/ 89535 h 95250"/>
                <a:gd name="connsiteX3" fmla="*/ 293494 w 285750"/>
                <a:gd name="connsiteY3" fmla="*/ 37148 h 95250"/>
                <a:gd name="connsiteX4" fmla="*/ 283016 w 285750"/>
                <a:gd name="connsiteY4" fmla="*/ 0 h 95250"/>
                <a:gd name="connsiteX5" fmla="*/ 22984 w 285750"/>
                <a:gd name="connsiteY5" fmla="*/ 3714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50" h="95250">
                  <a:moveTo>
                    <a:pt x="22984" y="37148"/>
                  </a:moveTo>
                  <a:cubicBezTo>
                    <a:pt x="20126" y="38100"/>
                    <a:pt x="18221" y="39052"/>
                    <a:pt x="15364" y="40957"/>
                  </a:cubicBezTo>
                  <a:cubicBezTo>
                    <a:pt x="2981" y="48577"/>
                    <a:pt x="-8449" y="66675"/>
                    <a:pt x="8696" y="89535"/>
                  </a:cubicBezTo>
                  <a:cubicBezTo>
                    <a:pt x="27746" y="114300"/>
                    <a:pt x="219199" y="64770"/>
                    <a:pt x="293494" y="37148"/>
                  </a:cubicBezTo>
                  <a:cubicBezTo>
                    <a:pt x="288731" y="28575"/>
                    <a:pt x="285874" y="15240"/>
                    <a:pt x="283016" y="0"/>
                  </a:cubicBezTo>
                  <a:cubicBezTo>
                    <a:pt x="238249" y="17145"/>
                    <a:pt x="66799" y="26670"/>
                    <a:pt x="22984" y="37148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6F9379B-1950-45EE-8E36-A7CE0EF90B5A}"/>
                </a:ext>
              </a:extLst>
            </p:cNvPr>
            <p:cNvSpPr/>
            <p:nvPr/>
          </p:nvSpPr>
          <p:spPr>
            <a:xfrm>
              <a:off x="5661347" y="3609975"/>
              <a:ext cx="400050" cy="133350"/>
            </a:xfrm>
            <a:custGeom>
              <a:avLst/>
              <a:gdLst>
                <a:gd name="connsiteX0" fmla="*/ 12695 w 400050"/>
                <a:gd name="connsiteY0" fmla="*/ 0 h 133350"/>
                <a:gd name="connsiteX1" fmla="*/ 2217 w 400050"/>
                <a:gd name="connsiteY1" fmla="*/ 124778 h 133350"/>
                <a:gd name="connsiteX2" fmla="*/ 206052 w 400050"/>
                <a:gd name="connsiteY2" fmla="*/ 137160 h 133350"/>
                <a:gd name="connsiteX3" fmla="*/ 400362 w 400050"/>
                <a:gd name="connsiteY3" fmla="*/ 109538 h 133350"/>
                <a:gd name="connsiteX4" fmla="*/ 384170 w 400050"/>
                <a:gd name="connsiteY4" fmla="*/ 28575 h 133350"/>
                <a:gd name="connsiteX5" fmla="*/ 12695 w 400050"/>
                <a:gd name="connsiteY5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050" h="133350">
                  <a:moveTo>
                    <a:pt x="12695" y="0"/>
                  </a:moveTo>
                  <a:cubicBezTo>
                    <a:pt x="12695" y="0"/>
                    <a:pt x="-6355" y="85725"/>
                    <a:pt x="2217" y="124778"/>
                  </a:cubicBezTo>
                  <a:cubicBezTo>
                    <a:pt x="5075" y="139065"/>
                    <a:pt x="135567" y="127635"/>
                    <a:pt x="206052" y="137160"/>
                  </a:cubicBezTo>
                  <a:cubicBezTo>
                    <a:pt x="276537" y="146685"/>
                    <a:pt x="375597" y="130492"/>
                    <a:pt x="400362" y="109538"/>
                  </a:cubicBezTo>
                  <a:cubicBezTo>
                    <a:pt x="411792" y="100013"/>
                    <a:pt x="384170" y="28575"/>
                    <a:pt x="384170" y="28575"/>
                  </a:cubicBezTo>
                  <a:lnTo>
                    <a:pt x="1269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0CFCCCC-B502-473F-B689-A0C3CBD1F190}"/>
                </a:ext>
              </a:extLst>
            </p:cNvPr>
            <p:cNvSpPr/>
            <p:nvPr/>
          </p:nvSpPr>
          <p:spPr>
            <a:xfrm>
              <a:off x="5859779" y="3126104"/>
              <a:ext cx="76200" cy="114300"/>
            </a:xfrm>
            <a:custGeom>
              <a:avLst/>
              <a:gdLst>
                <a:gd name="connsiteX0" fmla="*/ 11430 w 76200"/>
                <a:gd name="connsiteY0" fmla="*/ 0 h 114300"/>
                <a:gd name="connsiteX1" fmla="*/ 0 w 76200"/>
                <a:gd name="connsiteY1" fmla="*/ 85725 h 114300"/>
                <a:gd name="connsiteX2" fmla="*/ 80010 w 76200"/>
                <a:gd name="connsiteY2" fmla="*/ 101918 h 114300"/>
                <a:gd name="connsiteX3" fmla="*/ 81915 w 76200"/>
                <a:gd name="connsiteY3" fmla="*/ 31433 h 114300"/>
                <a:gd name="connsiteX4" fmla="*/ 11430 w 76200"/>
                <a:gd name="connsiteY4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114300">
                  <a:moveTo>
                    <a:pt x="11430" y="0"/>
                  </a:moveTo>
                  <a:cubicBezTo>
                    <a:pt x="14288" y="20003"/>
                    <a:pt x="7620" y="75248"/>
                    <a:pt x="0" y="85725"/>
                  </a:cubicBezTo>
                  <a:cubicBezTo>
                    <a:pt x="16192" y="122873"/>
                    <a:pt x="76200" y="123825"/>
                    <a:pt x="80010" y="101918"/>
                  </a:cubicBezTo>
                  <a:cubicBezTo>
                    <a:pt x="70485" y="78105"/>
                    <a:pt x="81915" y="35243"/>
                    <a:pt x="81915" y="31433"/>
                  </a:cubicBezTo>
                  <a:cubicBezTo>
                    <a:pt x="67628" y="33338"/>
                    <a:pt x="16192" y="3810"/>
                    <a:pt x="11430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3104B5C-00D4-4280-BB00-9326A1A59889}"/>
                </a:ext>
              </a:extLst>
            </p:cNvPr>
            <p:cNvSpPr/>
            <p:nvPr/>
          </p:nvSpPr>
          <p:spPr>
            <a:xfrm>
              <a:off x="5880597" y="3055316"/>
              <a:ext cx="104775" cy="133350"/>
            </a:xfrm>
            <a:custGeom>
              <a:avLst/>
              <a:gdLst>
                <a:gd name="connsiteX0" fmla="*/ 45857 w 104775"/>
                <a:gd name="connsiteY0" fmla="*/ 303 h 133350"/>
                <a:gd name="connsiteX1" fmla="*/ 137 w 104775"/>
                <a:gd name="connsiteY1" fmla="*/ 55548 h 133350"/>
                <a:gd name="connsiteX2" fmla="*/ 2042 w 104775"/>
                <a:gd name="connsiteY2" fmla="*/ 86028 h 133350"/>
                <a:gd name="connsiteX3" fmla="*/ 57287 w 104775"/>
                <a:gd name="connsiteY3" fmla="*/ 135558 h 133350"/>
                <a:gd name="connsiteX4" fmla="*/ 104912 w 104775"/>
                <a:gd name="connsiteY4" fmla="*/ 31736 h 133350"/>
                <a:gd name="connsiteX5" fmla="*/ 45857 w 104775"/>
                <a:gd name="connsiteY5" fmla="*/ 303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775" h="133350">
                  <a:moveTo>
                    <a:pt x="45857" y="303"/>
                  </a:moveTo>
                  <a:cubicBezTo>
                    <a:pt x="16330" y="2208"/>
                    <a:pt x="-1768" y="26973"/>
                    <a:pt x="137" y="55548"/>
                  </a:cubicBezTo>
                  <a:cubicBezTo>
                    <a:pt x="137" y="55548"/>
                    <a:pt x="2042" y="86028"/>
                    <a:pt x="2042" y="86028"/>
                  </a:cubicBezTo>
                  <a:cubicBezTo>
                    <a:pt x="2995" y="107936"/>
                    <a:pt x="38237" y="140321"/>
                    <a:pt x="57287" y="135558"/>
                  </a:cubicBezTo>
                  <a:cubicBezTo>
                    <a:pt x="102055" y="124128"/>
                    <a:pt x="106817" y="41261"/>
                    <a:pt x="104912" y="31736"/>
                  </a:cubicBezTo>
                  <a:cubicBezTo>
                    <a:pt x="99197" y="5066"/>
                    <a:pt x="73480" y="-1602"/>
                    <a:pt x="45857" y="303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92FCB64-717E-495A-885A-E00CD0CEAABA}"/>
                </a:ext>
              </a:extLst>
            </p:cNvPr>
            <p:cNvSpPr/>
            <p:nvPr/>
          </p:nvSpPr>
          <p:spPr>
            <a:xfrm>
              <a:off x="5660595" y="3210877"/>
              <a:ext cx="400050" cy="504825"/>
            </a:xfrm>
            <a:custGeom>
              <a:avLst/>
              <a:gdLst>
                <a:gd name="connsiteX0" fmla="*/ 341108 w 400050"/>
                <a:gd name="connsiteY0" fmla="*/ 39052 h 504825"/>
                <a:gd name="connsiteX1" fmla="*/ 279195 w 400050"/>
                <a:gd name="connsiteY1" fmla="*/ 16193 h 504825"/>
                <a:gd name="connsiteX2" fmla="*/ 251572 w 400050"/>
                <a:gd name="connsiteY2" fmla="*/ 30480 h 504825"/>
                <a:gd name="connsiteX3" fmla="*/ 198233 w 400050"/>
                <a:gd name="connsiteY3" fmla="*/ 0 h 504825"/>
                <a:gd name="connsiteX4" fmla="*/ 159180 w 400050"/>
                <a:gd name="connsiteY4" fmla="*/ 10477 h 504825"/>
                <a:gd name="connsiteX5" fmla="*/ 65835 w 400050"/>
                <a:gd name="connsiteY5" fmla="*/ 113348 h 504825"/>
                <a:gd name="connsiteX6" fmla="*/ 112 w 400050"/>
                <a:gd name="connsiteY6" fmla="*/ 444818 h 504825"/>
                <a:gd name="connsiteX7" fmla="*/ 397305 w 400050"/>
                <a:gd name="connsiteY7" fmla="*/ 488632 h 504825"/>
                <a:gd name="connsiteX8" fmla="*/ 378255 w 400050"/>
                <a:gd name="connsiteY8" fmla="*/ 127635 h 504825"/>
                <a:gd name="connsiteX9" fmla="*/ 341108 w 400050"/>
                <a:gd name="connsiteY9" fmla="*/ 39052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0050" h="504825">
                  <a:moveTo>
                    <a:pt x="341108" y="39052"/>
                  </a:moveTo>
                  <a:cubicBezTo>
                    <a:pt x="331583" y="33338"/>
                    <a:pt x="279195" y="16193"/>
                    <a:pt x="279195" y="16193"/>
                  </a:cubicBezTo>
                  <a:cubicBezTo>
                    <a:pt x="279195" y="16193"/>
                    <a:pt x="266813" y="31433"/>
                    <a:pt x="251572" y="30480"/>
                  </a:cubicBezTo>
                  <a:cubicBezTo>
                    <a:pt x="230617" y="28575"/>
                    <a:pt x="198233" y="0"/>
                    <a:pt x="198233" y="0"/>
                  </a:cubicBezTo>
                  <a:cubicBezTo>
                    <a:pt x="198233" y="0"/>
                    <a:pt x="174420" y="7620"/>
                    <a:pt x="159180" y="10477"/>
                  </a:cubicBezTo>
                  <a:cubicBezTo>
                    <a:pt x="113460" y="20955"/>
                    <a:pt x="83933" y="68580"/>
                    <a:pt x="65835" y="113348"/>
                  </a:cubicBezTo>
                  <a:cubicBezTo>
                    <a:pt x="60120" y="127635"/>
                    <a:pt x="26783" y="277178"/>
                    <a:pt x="112" y="444818"/>
                  </a:cubicBezTo>
                  <a:cubicBezTo>
                    <a:pt x="-7508" y="495300"/>
                    <a:pt x="374445" y="528638"/>
                    <a:pt x="397305" y="488632"/>
                  </a:cubicBezTo>
                  <a:cubicBezTo>
                    <a:pt x="406830" y="472440"/>
                    <a:pt x="394448" y="427673"/>
                    <a:pt x="378255" y="127635"/>
                  </a:cubicBezTo>
                  <a:cubicBezTo>
                    <a:pt x="378255" y="98108"/>
                    <a:pt x="378255" y="61913"/>
                    <a:pt x="341108" y="39052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B2FA710-A27E-4924-B18C-E28793E09D35}"/>
                </a:ext>
              </a:extLst>
            </p:cNvPr>
            <p:cNvSpPr/>
            <p:nvPr/>
          </p:nvSpPr>
          <p:spPr>
            <a:xfrm>
              <a:off x="6052184" y="3688079"/>
              <a:ext cx="28575" cy="9525"/>
            </a:xfrm>
            <a:custGeom>
              <a:avLst/>
              <a:gdLst>
                <a:gd name="connsiteX0" fmla="*/ 22860 w 28575"/>
                <a:gd name="connsiteY0" fmla="*/ 953 h 9525"/>
                <a:gd name="connsiteX1" fmla="*/ 0 w 28575"/>
                <a:gd name="connsiteY1" fmla="*/ 0 h 9525"/>
                <a:gd name="connsiteX2" fmla="*/ 13335 w 28575"/>
                <a:gd name="connsiteY2" fmla="*/ 12383 h 9525"/>
                <a:gd name="connsiteX3" fmla="*/ 31433 w 28575"/>
                <a:gd name="connsiteY3" fmla="*/ 4763 h 9525"/>
                <a:gd name="connsiteX4" fmla="*/ 22860 w 28575"/>
                <a:gd name="connsiteY4" fmla="*/ 95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9525">
                  <a:moveTo>
                    <a:pt x="22860" y="953"/>
                  </a:moveTo>
                  <a:cubicBezTo>
                    <a:pt x="15240" y="1905"/>
                    <a:pt x="7620" y="1905"/>
                    <a:pt x="0" y="0"/>
                  </a:cubicBezTo>
                  <a:cubicBezTo>
                    <a:pt x="7620" y="2858"/>
                    <a:pt x="5715" y="7620"/>
                    <a:pt x="13335" y="12383"/>
                  </a:cubicBezTo>
                  <a:cubicBezTo>
                    <a:pt x="17145" y="13335"/>
                    <a:pt x="32385" y="7620"/>
                    <a:pt x="31433" y="4763"/>
                  </a:cubicBezTo>
                  <a:cubicBezTo>
                    <a:pt x="31433" y="-952"/>
                    <a:pt x="26670" y="953"/>
                    <a:pt x="22860" y="953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56CF6F5-CFA3-447A-8C47-0A3D322829CB}"/>
                </a:ext>
              </a:extLst>
            </p:cNvPr>
            <p:cNvSpPr/>
            <p:nvPr/>
          </p:nvSpPr>
          <p:spPr>
            <a:xfrm>
              <a:off x="6022657" y="3685222"/>
              <a:ext cx="95250" cy="57150"/>
            </a:xfrm>
            <a:custGeom>
              <a:avLst/>
              <a:gdLst>
                <a:gd name="connsiteX0" fmla="*/ 78105 w 95250"/>
                <a:gd name="connsiteY0" fmla="*/ 31433 h 57150"/>
                <a:gd name="connsiteX1" fmla="*/ 47625 w 95250"/>
                <a:gd name="connsiteY1" fmla="*/ 11430 h 57150"/>
                <a:gd name="connsiteX2" fmla="*/ 23813 w 95250"/>
                <a:gd name="connsiteY2" fmla="*/ 0 h 57150"/>
                <a:gd name="connsiteX3" fmla="*/ 0 w 95250"/>
                <a:gd name="connsiteY3" fmla="*/ 30480 h 57150"/>
                <a:gd name="connsiteX4" fmla="*/ 57150 w 95250"/>
                <a:gd name="connsiteY4" fmla="*/ 58103 h 57150"/>
                <a:gd name="connsiteX5" fmla="*/ 79058 w 95250"/>
                <a:gd name="connsiteY5" fmla="*/ 61913 h 57150"/>
                <a:gd name="connsiteX6" fmla="*/ 92393 w 95250"/>
                <a:gd name="connsiteY6" fmla="*/ 59055 h 57150"/>
                <a:gd name="connsiteX7" fmla="*/ 98108 w 95250"/>
                <a:gd name="connsiteY7" fmla="*/ 55245 h 57150"/>
                <a:gd name="connsiteX8" fmla="*/ 96203 w 95250"/>
                <a:gd name="connsiteY8" fmla="*/ 42863 h 57150"/>
                <a:gd name="connsiteX9" fmla="*/ 78105 w 95250"/>
                <a:gd name="connsiteY9" fmla="*/ 31433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50" h="57150">
                  <a:moveTo>
                    <a:pt x="78105" y="31433"/>
                  </a:moveTo>
                  <a:cubicBezTo>
                    <a:pt x="77153" y="30480"/>
                    <a:pt x="57150" y="17145"/>
                    <a:pt x="47625" y="11430"/>
                  </a:cubicBezTo>
                  <a:cubicBezTo>
                    <a:pt x="40005" y="6668"/>
                    <a:pt x="31433" y="2858"/>
                    <a:pt x="23813" y="0"/>
                  </a:cubicBezTo>
                  <a:cubicBezTo>
                    <a:pt x="23813" y="0"/>
                    <a:pt x="3810" y="21908"/>
                    <a:pt x="0" y="30480"/>
                  </a:cubicBezTo>
                  <a:cubicBezTo>
                    <a:pt x="13335" y="38100"/>
                    <a:pt x="56198" y="58103"/>
                    <a:pt x="57150" y="58103"/>
                  </a:cubicBezTo>
                  <a:cubicBezTo>
                    <a:pt x="72390" y="69533"/>
                    <a:pt x="79058" y="66675"/>
                    <a:pt x="79058" y="61913"/>
                  </a:cubicBezTo>
                  <a:cubicBezTo>
                    <a:pt x="79058" y="60960"/>
                    <a:pt x="91440" y="64770"/>
                    <a:pt x="92393" y="59055"/>
                  </a:cubicBezTo>
                  <a:cubicBezTo>
                    <a:pt x="92393" y="59055"/>
                    <a:pt x="97155" y="59055"/>
                    <a:pt x="98108" y="55245"/>
                  </a:cubicBezTo>
                  <a:cubicBezTo>
                    <a:pt x="99060" y="52388"/>
                    <a:pt x="97155" y="45720"/>
                    <a:pt x="96203" y="42863"/>
                  </a:cubicBezTo>
                  <a:cubicBezTo>
                    <a:pt x="92393" y="40958"/>
                    <a:pt x="81915" y="35243"/>
                    <a:pt x="78105" y="31433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AA2A28D-64F0-4452-981C-DAFEDF8CDDD5}"/>
                </a:ext>
              </a:extLst>
            </p:cNvPr>
            <p:cNvSpPr/>
            <p:nvPr/>
          </p:nvSpPr>
          <p:spPr>
            <a:xfrm>
              <a:off x="5760093" y="3274583"/>
              <a:ext cx="114300" cy="295275"/>
            </a:xfrm>
            <a:custGeom>
              <a:avLst/>
              <a:gdLst>
                <a:gd name="connsiteX0" fmla="*/ 113974 w 114300"/>
                <a:gd name="connsiteY0" fmla="*/ 2969 h 295275"/>
                <a:gd name="connsiteX1" fmla="*/ 12057 w 114300"/>
                <a:gd name="connsiteY1" fmla="*/ 11542 h 295275"/>
                <a:gd name="connsiteX2" fmla="*/ 42537 w 114300"/>
                <a:gd name="connsiteY2" fmla="*/ 277289 h 295275"/>
                <a:gd name="connsiteX3" fmla="*/ 105402 w 114300"/>
                <a:gd name="connsiteY3" fmla="*/ 245857 h 295275"/>
                <a:gd name="connsiteX4" fmla="*/ 113974 w 114300"/>
                <a:gd name="connsiteY4" fmla="*/ 2969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295275">
                  <a:moveTo>
                    <a:pt x="113974" y="2969"/>
                  </a:moveTo>
                  <a:cubicBezTo>
                    <a:pt x="113022" y="-4651"/>
                    <a:pt x="25392" y="3922"/>
                    <a:pt x="12057" y="11542"/>
                  </a:cubicBezTo>
                  <a:cubicBezTo>
                    <a:pt x="-19376" y="27734"/>
                    <a:pt x="17772" y="213472"/>
                    <a:pt x="42537" y="277289"/>
                  </a:cubicBezTo>
                  <a:cubicBezTo>
                    <a:pt x="52062" y="301102"/>
                    <a:pt x="110164" y="326819"/>
                    <a:pt x="105402" y="245857"/>
                  </a:cubicBezTo>
                  <a:cubicBezTo>
                    <a:pt x="101592" y="180134"/>
                    <a:pt x="119689" y="44879"/>
                    <a:pt x="113974" y="2969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B7C435E-D7B7-4E9C-B5D8-798F37059CF9}"/>
                </a:ext>
              </a:extLst>
            </p:cNvPr>
            <p:cNvSpPr/>
            <p:nvPr/>
          </p:nvSpPr>
          <p:spPr>
            <a:xfrm>
              <a:off x="5746068" y="3251699"/>
              <a:ext cx="133350" cy="209550"/>
            </a:xfrm>
            <a:custGeom>
              <a:avLst/>
              <a:gdLst>
                <a:gd name="connsiteX0" fmla="*/ 127999 w 133350"/>
                <a:gd name="connsiteY0" fmla="*/ 25852 h 209550"/>
                <a:gd name="connsiteX1" fmla="*/ 6079 w 133350"/>
                <a:gd name="connsiteY1" fmla="*/ 42998 h 209550"/>
                <a:gd name="connsiteX2" fmla="*/ 12746 w 133350"/>
                <a:gd name="connsiteY2" fmla="*/ 208733 h 209550"/>
                <a:gd name="connsiteX3" fmla="*/ 129904 w 133350"/>
                <a:gd name="connsiteY3" fmla="*/ 197302 h 209550"/>
                <a:gd name="connsiteX4" fmla="*/ 127999 w 133350"/>
                <a:gd name="connsiteY4" fmla="*/ 25852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209550">
                  <a:moveTo>
                    <a:pt x="127999" y="25852"/>
                  </a:moveTo>
                  <a:cubicBezTo>
                    <a:pt x="109901" y="-8437"/>
                    <a:pt x="27034" y="-14152"/>
                    <a:pt x="6079" y="42998"/>
                  </a:cubicBezTo>
                  <a:cubicBezTo>
                    <a:pt x="-2494" y="64905"/>
                    <a:pt x="-3446" y="134438"/>
                    <a:pt x="12746" y="208733"/>
                  </a:cubicBezTo>
                  <a:cubicBezTo>
                    <a:pt x="51799" y="216352"/>
                    <a:pt x="102281" y="209685"/>
                    <a:pt x="129904" y="197302"/>
                  </a:cubicBezTo>
                  <a:cubicBezTo>
                    <a:pt x="127046" y="132533"/>
                    <a:pt x="142286" y="52523"/>
                    <a:pt x="127999" y="2585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40CD2DD-513C-4CB8-94E3-9DC511FD150B}"/>
                </a:ext>
              </a:extLst>
            </p:cNvPr>
            <p:cNvSpPr/>
            <p:nvPr/>
          </p:nvSpPr>
          <p:spPr>
            <a:xfrm>
              <a:off x="5798674" y="3513371"/>
              <a:ext cx="247650" cy="200025"/>
            </a:xfrm>
            <a:custGeom>
              <a:avLst/>
              <a:gdLst>
                <a:gd name="connsiteX0" fmla="*/ 41103 w 247650"/>
                <a:gd name="connsiteY0" fmla="*/ 1354 h 200025"/>
                <a:gd name="connsiteX1" fmla="*/ 146 w 247650"/>
                <a:gd name="connsiteY1" fmla="*/ 28024 h 200025"/>
                <a:gd name="connsiteX2" fmla="*/ 228746 w 247650"/>
                <a:gd name="connsiteY2" fmla="*/ 206141 h 200025"/>
                <a:gd name="connsiteX3" fmla="*/ 249701 w 247650"/>
                <a:gd name="connsiteY3" fmla="*/ 173756 h 200025"/>
                <a:gd name="connsiteX4" fmla="*/ 48723 w 247650"/>
                <a:gd name="connsiteY4" fmla="*/ 4211 h 200025"/>
                <a:gd name="connsiteX5" fmla="*/ 41103 w 247650"/>
                <a:gd name="connsiteY5" fmla="*/ 135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7650" h="200025">
                  <a:moveTo>
                    <a:pt x="41103" y="1354"/>
                  </a:moveTo>
                  <a:cubicBezTo>
                    <a:pt x="27768" y="-2456"/>
                    <a:pt x="5861" y="401"/>
                    <a:pt x="146" y="28024"/>
                  </a:cubicBezTo>
                  <a:cubicBezTo>
                    <a:pt x="-5569" y="59456"/>
                    <a:pt x="158261" y="169946"/>
                    <a:pt x="228746" y="206141"/>
                  </a:cubicBezTo>
                  <a:cubicBezTo>
                    <a:pt x="232556" y="196616"/>
                    <a:pt x="240176" y="186139"/>
                    <a:pt x="249701" y="173756"/>
                  </a:cubicBezTo>
                  <a:cubicBezTo>
                    <a:pt x="206838" y="152801"/>
                    <a:pt x="85871" y="30881"/>
                    <a:pt x="48723" y="4211"/>
                  </a:cubicBezTo>
                  <a:cubicBezTo>
                    <a:pt x="46818" y="3259"/>
                    <a:pt x="43961" y="2306"/>
                    <a:pt x="41103" y="1354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1103082-B022-44A9-BB14-095D5D4038AD}"/>
                </a:ext>
              </a:extLst>
            </p:cNvPr>
            <p:cNvSpPr/>
            <p:nvPr/>
          </p:nvSpPr>
          <p:spPr>
            <a:xfrm>
              <a:off x="5840458" y="3025646"/>
              <a:ext cx="152400" cy="123825"/>
            </a:xfrm>
            <a:custGeom>
              <a:avLst/>
              <a:gdLst>
                <a:gd name="connsiteX0" fmla="*/ 126001 w 152400"/>
                <a:gd name="connsiteY0" fmla="*/ 18543 h 123825"/>
                <a:gd name="connsiteX1" fmla="*/ 25037 w 152400"/>
                <a:gd name="connsiteY1" fmla="*/ 14733 h 123825"/>
                <a:gd name="connsiteX2" fmla="*/ 33609 w 152400"/>
                <a:gd name="connsiteY2" fmla="*/ 131891 h 123825"/>
                <a:gd name="connsiteX3" fmla="*/ 116476 w 152400"/>
                <a:gd name="connsiteY3" fmla="*/ 39498 h 123825"/>
                <a:gd name="connsiteX4" fmla="*/ 139336 w 152400"/>
                <a:gd name="connsiteY4" fmla="*/ 106173 h 123825"/>
                <a:gd name="connsiteX5" fmla="*/ 126001 w 152400"/>
                <a:gd name="connsiteY5" fmla="*/ 18543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400" h="123825">
                  <a:moveTo>
                    <a:pt x="126001" y="18543"/>
                  </a:moveTo>
                  <a:cubicBezTo>
                    <a:pt x="126001" y="18543"/>
                    <a:pt x="65041" y="-20509"/>
                    <a:pt x="25037" y="14733"/>
                  </a:cubicBezTo>
                  <a:cubicBezTo>
                    <a:pt x="-35924" y="68073"/>
                    <a:pt x="33609" y="131891"/>
                    <a:pt x="33609" y="131891"/>
                  </a:cubicBezTo>
                  <a:cubicBezTo>
                    <a:pt x="29799" y="111888"/>
                    <a:pt x="52659" y="37593"/>
                    <a:pt x="116476" y="39498"/>
                  </a:cubicBezTo>
                  <a:cubicBezTo>
                    <a:pt x="116476" y="39498"/>
                    <a:pt x="150766" y="56643"/>
                    <a:pt x="139336" y="106173"/>
                  </a:cubicBezTo>
                  <a:cubicBezTo>
                    <a:pt x="161244" y="96648"/>
                    <a:pt x="172674" y="29021"/>
                    <a:pt x="126001" y="18543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E304624-E542-4DB0-BB0E-46472F105934}"/>
                </a:ext>
              </a:extLst>
            </p:cNvPr>
            <p:cNvSpPr/>
            <p:nvPr/>
          </p:nvSpPr>
          <p:spPr>
            <a:xfrm>
              <a:off x="5866447" y="3098482"/>
              <a:ext cx="19050" cy="38100"/>
            </a:xfrm>
            <a:custGeom>
              <a:avLst/>
              <a:gdLst>
                <a:gd name="connsiteX0" fmla="*/ 0 w 19050"/>
                <a:gd name="connsiteY0" fmla="*/ 17145 h 38100"/>
                <a:gd name="connsiteX1" fmla="*/ 14288 w 19050"/>
                <a:gd name="connsiteY1" fmla="*/ 38100 h 38100"/>
                <a:gd name="connsiteX2" fmla="*/ 27623 w 19050"/>
                <a:gd name="connsiteY2" fmla="*/ 4763 h 38100"/>
                <a:gd name="connsiteX3" fmla="*/ 15240 w 19050"/>
                <a:gd name="connsiteY3" fmla="*/ 0 h 38100"/>
                <a:gd name="connsiteX4" fmla="*/ 0 w 19050"/>
                <a:gd name="connsiteY4" fmla="*/ 17145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38100">
                  <a:moveTo>
                    <a:pt x="0" y="17145"/>
                  </a:moveTo>
                  <a:cubicBezTo>
                    <a:pt x="0" y="23813"/>
                    <a:pt x="7620" y="35242"/>
                    <a:pt x="14288" y="38100"/>
                  </a:cubicBezTo>
                  <a:cubicBezTo>
                    <a:pt x="18098" y="30480"/>
                    <a:pt x="24765" y="15240"/>
                    <a:pt x="27623" y="4763"/>
                  </a:cubicBezTo>
                  <a:cubicBezTo>
                    <a:pt x="23813" y="1905"/>
                    <a:pt x="18098" y="952"/>
                    <a:pt x="15240" y="0"/>
                  </a:cubicBezTo>
                  <a:cubicBezTo>
                    <a:pt x="7620" y="0"/>
                    <a:pt x="0" y="10477"/>
                    <a:pt x="0" y="17145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CE1D4B2-A074-4461-B7E1-48776E5126AE}"/>
                </a:ext>
              </a:extLst>
            </p:cNvPr>
            <p:cNvSpPr/>
            <p:nvPr/>
          </p:nvSpPr>
          <p:spPr>
            <a:xfrm>
              <a:off x="5655988" y="2968325"/>
              <a:ext cx="209550" cy="352425"/>
            </a:xfrm>
            <a:custGeom>
              <a:avLst/>
              <a:gdLst>
                <a:gd name="connsiteX0" fmla="*/ 58059 w 209550"/>
                <a:gd name="connsiteY0" fmla="*/ 114917 h 352425"/>
                <a:gd name="connsiteX1" fmla="*/ 23769 w 209550"/>
                <a:gd name="connsiteY1" fmla="*/ 192070 h 352425"/>
                <a:gd name="connsiteX2" fmla="*/ 101874 w 209550"/>
                <a:gd name="connsiteY2" fmla="*/ 346375 h 352425"/>
                <a:gd name="connsiteX3" fmla="*/ 120924 w 209550"/>
                <a:gd name="connsiteY3" fmla="*/ 257792 h 352425"/>
                <a:gd name="connsiteX4" fmla="*/ 159024 w 209550"/>
                <a:gd name="connsiteY4" fmla="*/ 137777 h 352425"/>
                <a:gd name="connsiteX5" fmla="*/ 200934 w 209550"/>
                <a:gd name="connsiteY5" fmla="*/ 66340 h 352425"/>
                <a:gd name="connsiteX6" fmla="*/ 218079 w 209550"/>
                <a:gd name="connsiteY6" fmla="*/ 60625 h 352425"/>
                <a:gd name="connsiteX7" fmla="*/ 58059 w 209550"/>
                <a:gd name="connsiteY7" fmla="*/ 114917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" h="352425">
                  <a:moveTo>
                    <a:pt x="58059" y="114917"/>
                  </a:moveTo>
                  <a:cubicBezTo>
                    <a:pt x="53297" y="170162"/>
                    <a:pt x="39962" y="174925"/>
                    <a:pt x="23769" y="192070"/>
                  </a:cubicBezTo>
                  <a:cubicBezTo>
                    <a:pt x="-56241" y="276842"/>
                    <a:pt x="90444" y="403525"/>
                    <a:pt x="101874" y="346375"/>
                  </a:cubicBezTo>
                  <a:cubicBezTo>
                    <a:pt x="106637" y="324467"/>
                    <a:pt x="44724" y="304465"/>
                    <a:pt x="120924" y="257792"/>
                  </a:cubicBezTo>
                  <a:cubicBezTo>
                    <a:pt x="205697" y="205405"/>
                    <a:pt x="167597" y="167305"/>
                    <a:pt x="159024" y="137777"/>
                  </a:cubicBezTo>
                  <a:cubicBezTo>
                    <a:pt x="126640" y="25382"/>
                    <a:pt x="185694" y="45385"/>
                    <a:pt x="200934" y="66340"/>
                  </a:cubicBezTo>
                  <a:cubicBezTo>
                    <a:pt x="210459" y="78722"/>
                    <a:pt x="217127" y="72054"/>
                    <a:pt x="218079" y="60625"/>
                  </a:cubicBezTo>
                  <a:cubicBezTo>
                    <a:pt x="222842" y="11095"/>
                    <a:pt x="74252" y="-68915"/>
                    <a:pt x="58059" y="114917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470496F-F785-4052-BBA8-80D9945D6388}"/>
                </a:ext>
              </a:extLst>
            </p:cNvPr>
            <p:cNvSpPr/>
            <p:nvPr/>
          </p:nvSpPr>
          <p:spPr>
            <a:xfrm>
              <a:off x="5852150" y="3021329"/>
              <a:ext cx="28575" cy="28575"/>
            </a:xfrm>
            <a:custGeom>
              <a:avLst/>
              <a:gdLst>
                <a:gd name="connsiteX0" fmla="*/ 23822 w 28575"/>
                <a:gd name="connsiteY0" fmla="*/ 0 h 28575"/>
                <a:gd name="connsiteX1" fmla="*/ 13345 w 28575"/>
                <a:gd name="connsiteY1" fmla="*/ 2858 h 28575"/>
                <a:gd name="connsiteX2" fmla="*/ 1915 w 28575"/>
                <a:gd name="connsiteY2" fmla="*/ 30480 h 28575"/>
                <a:gd name="connsiteX3" fmla="*/ 37158 w 28575"/>
                <a:gd name="connsiteY3" fmla="*/ 6668 h 28575"/>
                <a:gd name="connsiteX4" fmla="*/ 23822 w 28575"/>
                <a:gd name="connsiteY4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3822" y="0"/>
                  </a:moveTo>
                  <a:cubicBezTo>
                    <a:pt x="20965" y="0"/>
                    <a:pt x="17155" y="0"/>
                    <a:pt x="13345" y="2858"/>
                  </a:cubicBezTo>
                  <a:cubicBezTo>
                    <a:pt x="-942" y="11430"/>
                    <a:pt x="-1895" y="21908"/>
                    <a:pt x="1915" y="30480"/>
                  </a:cubicBezTo>
                  <a:cubicBezTo>
                    <a:pt x="1915" y="30480"/>
                    <a:pt x="18108" y="13335"/>
                    <a:pt x="37158" y="6668"/>
                  </a:cubicBezTo>
                  <a:cubicBezTo>
                    <a:pt x="38110" y="6668"/>
                    <a:pt x="32395" y="953"/>
                    <a:pt x="23822" y="0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0A843C7-7944-4BC7-95EA-6F49C9F9DCAA}"/>
                </a:ext>
              </a:extLst>
            </p:cNvPr>
            <p:cNvSpPr/>
            <p:nvPr/>
          </p:nvSpPr>
          <p:spPr>
            <a:xfrm>
              <a:off x="7459362" y="3496627"/>
              <a:ext cx="28575" cy="19050"/>
            </a:xfrm>
            <a:custGeom>
              <a:avLst/>
              <a:gdLst>
                <a:gd name="connsiteX0" fmla="*/ 617 w 28575"/>
                <a:gd name="connsiteY0" fmla="*/ 20002 h 19050"/>
                <a:gd name="connsiteX1" fmla="*/ 25382 w 28575"/>
                <a:gd name="connsiteY1" fmla="*/ 17145 h 19050"/>
                <a:gd name="connsiteX2" fmla="*/ 31097 w 28575"/>
                <a:gd name="connsiteY2" fmla="*/ 0 h 19050"/>
                <a:gd name="connsiteX3" fmla="*/ 12047 w 28575"/>
                <a:gd name="connsiteY3" fmla="*/ 12383 h 19050"/>
                <a:gd name="connsiteX4" fmla="*/ 617 w 28575"/>
                <a:gd name="connsiteY4" fmla="*/ 2000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19050">
                  <a:moveTo>
                    <a:pt x="617" y="20002"/>
                  </a:moveTo>
                  <a:cubicBezTo>
                    <a:pt x="2522" y="22860"/>
                    <a:pt x="23477" y="19050"/>
                    <a:pt x="25382" y="17145"/>
                  </a:cubicBezTo>
                  <a:cubicBezTo>
                    <a:pt x="30145" y="9525"/>
                    <a:pt x="30145" y="6668"/>
                    <a:pt x="31097" y="0"/>
                  </a:cubicBezTo>
                  <a:cubicBezTo>
                    <a:pt x="25382" y="4763"/>
                    <a:pt x="18715" y="9525"/>
                    <a:pt x="12047" y="12383"/>
                  </a:cubicBezTo>
                  <a:cubicBezTo>
                    <a:pt x="5380" y="15240"/>
                    <a:pt x="-2240" y="15240"/>
                    <a:pt x="617" y="20002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6956C95-95CE-4C67-AAFC-4988BABAEF7D}"/>
                </a:ext>
              </a:extLst>
            </p:cNvPr>
            <p:cNvSpPr/>
            <p:nvPr/>
          </p:nvSpPr>
          <p:spPr>
            <a:xfrm>
              <a:off x="7469486" y="3497579"/>
              <a:ext cx="47625" cy="47625"/>
            </a:xfrm>
            <a:custGeom>
              <a:avLst/>
              <a:gdLst>
                <a:gd name="connsiteX0" fmla="*/ 19 w 47625"/>
                <a:gd name="connsiteY0" fmla="*/ 35243 h 47625"/>
                <a:gd name="connsiteX1" fmla="*/ 42881 w 47625"/>
                <a:gd name="connsiteY1" fmla="*/ 41910 h 47625"/>
                <a:gd name="connsiteX2" fmla="*/ 55264 w 47625"/>
                <a:gd name="connsiteY2" fmla="*/ 17145 h 47625"/>
                <a:gd name="connsiteX3" fmla="*/ 20974 w 47625"/>
                <a:gd name="connsiteY3" fmla="*/ 0 h 47625"/>
                <a:gd name="connsiteX4" fmla="*/ 19 w 47625"/>
                <a:gd name="connsiteY4" fmla="*/ 35243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19" y="35243"/>
                  </a:moveTo>
                  <a:cubicBezTo>
                    <a:pt x="-934" y="39053"/>
                    <a:pt x="34309" y="58103"/>
                    <a:pt x="42881" y="41910"/>
                  </a:cubicBezTo>
                  <a:cubicBezTo>
                    <a:pt x="43834" y="40958"/>
                    <a:pt x="48596" y="29528"/>
                    <a:pt x="55264" y="17145"/>
                  </a:cubicBezTo>
                  <a:cubicBezTo>
                    <a:pt x="47644" y="11430"/>
                    <a:pt x="20974" y="0"/>
                    <a:pt x="20974" y="0"/>
                  </a:cubicBezTo>
                  <a:cubicBezTo>
                    <a:pt x="10496" y="19050"/>
                    <a:pt x="971" y="24765"/>
                    <a:pt x="19" y="35243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0847EB8-FA79-4DA5-89A6-38837C65E4B9}"/>
                </a:ext>
              </a:extLst>
            </p:cNvPr>
            <p:cNvSpPr/>
            <p:nvPr/>
          </p:nvSpPr>
          <p:spPr>
            <a:xfrm>
              <a:off x="7315058" y="3004946"/>
              <a:ext cx="219075" cy="266700"/>
            </a:xfrm>
            <a:custGeom>
              <a:avLst/>
              <a:gdLst>
                <a:gd name="connsiteX0" fmla="*/ 85866 w 219075"/>
                <a:gd name="connsiteY0" fmla="*/ 191 h 266700"/>
                <a:gd name="connsiteX1" fmla="*/ 141 w 219075"/>
                <a:gd name="connsiteY1" fmla="*/ 56389 h 266700"/>
                <a:gd name="connsiteX2" fmla="*/ 156351 w 219075"/>
                <a:gd name="connsiteY2" fmla="*/ 242126 h 266700"/>
                <a:gd name="connsiteX3" fmla="*/ 224932 w 219075"/>
                <a:gd name="connsiteY3" fmla="*/ 227839 h 266700"/>
                <a:gd name="connsiteX4" fmla="*/ 85866 w 219075"/>
                <a:gd name="connsiteY4" fmla="*/ 191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266700">
                  <a:moveTo>
                    <a:pt x="85866" y="191"/>
                  </a:moveTo>
                  <a:cubicBezTo>
                    <a:pt x="70626" y="3049"/>
                    <a:pt x="-3668" y="49721"/>
                    <a:pt x="141" y="56389"/>
                  </a:cubicBezTo>
                  <a:cubicBezTo>
                    <a:pt x="22049" y="92584"/>
                    <a:pt x="119204" y="187834"/>
                    <a:pt x="156351" y="242126"/>
                  </a:cubicBezTo>
                  <a:cubicBezTo>
                    <a:pt x="203024" y="308801"/>
                    <a:pt x="232551" y="252604"/>
                    <a:pt x="224932" y="227839"/>
                  </a:cubicBezTo>
                  <a:cubicBezTo>
                    <a:pt x="205882" y="163069"/>
                    <a:pt x="121109" y="-6476"/>
                    <a:pt x="85866" y="191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689501D-7342-472E-80F5-202B359C7FFD}"/>
                </a:ext>
              </a:extLst>
            </p:cNvPr>
            <p:cNvSpPr/>
            <p:nvPr/>
          </p:nvSpPr>
          <p:spPr>
            <a:xfrm>
              <a:off x="7483481" y="3214117"/>
              <a:ext cx="57150" cy="295275"/>
            </a:xfrm>
            <a:custGeom>
              <a:avLst/>
              <a:gdLst>
                <a:gd name="connsiteX0" fmla="*/ 48888 w 57150"/>
                <a:gd name="connsiteY0" fmla="*/ 5332 h 295275"/>
                <a:gd name="connsiteX1" fmla="*/ 2215 w 57150"/>
                <a:gd name="connsiteY1" fmla="*/ 19620 h 295275"/>
                <a:gd name="connsiteX2" fmla="*/ 311 w 57150"/>
                <a:gd name="connsiteY2" fmla="*/ 28192 h 295275"/>
                <a:gd name="connsiteX3" fmla="*/ 4121 w 57150"/>
                <a:gd name="connsiteY3" fmla="*/ 291082 h 295275"/>
                <a:gd name="connsiteX4" fmla="*/ 40315 w 57150"/>
                <a:gd name="connsiteY4" fmla="*/ 299655 h 295275"/>
                <a:gd name="connsiteX5" fmla="*/ 48888 w 57150"/>
                <a:gd name="connsiteY5" fmla="*/ 5332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150" h="295275">
                  <a:moveTo>
                    <a:pt x="48888" y="5332"/>
                  </a:moveTo>
                  <a:cubicBezTo>
                    <a:pt x="23171" y="-8003"/>
                    <a:pt x="7931" y="6285"/>
                    <a:pt x="2215" y="19620"/>
                  </a:cubicBezTo>
                  <a:cubicBezTo>
                    <a:pt x="1263" y="22477"/>
                    <a:pt x="311" y="25335"/>
                    <a:pt x="311" y="28192"/>
                  </a:cubicBezTo>
                  <a:cubicBezTo>
                    <a:pt x="-2547" y="73912"/>
                    <a:pt x="15550" y="243457"/>
                    <a:pt x="4121" y="291082"/>
                  </a:cubicBezTo>
                  <a:cubicBezTo>
                    <a:pt x="19361" y="291082"/>
                    <a:pt x="30790" y="296797"/>
                    <a:pt x="40315" y="299655"/>
                  </a:cubicBezTo>
                  <a:cubicBezTo>
                    <a:pt x="50793" y="274890"/>
                    <a:pt x="77463" y="20572"/>
                    <a:pt x="48888" y="5332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2E517D3-5803-4945-92B0-754058978E97}"/>
                </a:ext>
              </a:extLst>
            </p:cNvPr>
            <p:cNvSpPr/>
            <p:nvPr/>
          </p:nvSpPr>
          <p:spPr>
            <a:xfrm>
              <a:off x="7295189" y="2973380"/>
              <a:ext cx="257175" cy="514350"/>
            </a:xfrm>
            <a:custGeom>
              <a:avLst/>
              <a:gdLst>
                <a:gd name="connsiteX0" fmla="*/ 101925 w 257175"/>
                <a:gd name="connsiteY0" fmla="*/ 325 h 514350"/>
                <a:gd name="connsiteX1" fmla="*/ 8 w 257175"/>
                <a:gd name="connsiteY1" fmla="*/ 87002 h 514350"/>
                <a:gd name="connsiteX2" fmla="*/ 180983 w 257175"/>
                <a:gd name="connsiteY2" fmla="*/ 281312 h 514350"/>
                <a:gd name="connsiteX3" fmla="*/ 185745 w 257175"/>
                <a:gd name="connsiteY3" fmla="*/ 352750 h 514350"/>
                <a:gd name="connsiteX4" fmla="*/ 189555 w 257175"/>
                <a:gd name="connsiteY4" fmla="*/ 511817 h 514350"/>
                <a:gd name="connsiteX5" fmla="*/ 244800 w 257175"/>
                <a:gd name="connsiteY5" fmla="*/ 519437 h 514350"/>
                <a:gd name="connsiteX6" fmla="*/ 254325 w 257175"/>
                <a:gd name="connsiteY6" fmla="*/ 245117 h 514350"/>
                <a:gd name="connsiteX7" fmla="*/ 101925 w 257175"/>
                <a:gd name="connsiteY7" fmla="*/ 325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7175" h="514350">
                  <a:moveTo>
                    <a:pt x="101925" y="325"/>
                  </a:moveTo>
                  <a:cubicBezTo>
                    <a:pt x="86685" y="3182"/>
                    <a:pt x="-945" y="84145"/>
                    <a:pt x="8" y="87002"/>
                  </a:cubicBezTo>
                  <a:cubicBezTo>
                    <a:pt x="11438" y="105100"/>
                    <a:pt x="177173" y="277502"/>
                    <a:pt x="180983" y="281312"/>
                  </a:cubicBezTo>
                  <a:cubicBezTo>
                    <a:pt x="181935" y="300362"/>
                    <a:pt x="183840" y="326080"/>
                    <a:pt x="185745" y="352750"/>
                  </a:cubicBezTo>
                  <a:cubicBezTo>
                    <a:pt x="189555" y="411805"/>
                    <a:pt x="195270" y="486100"/>
                    <a:pt x="189555" y="511817"/>
                  </a:cubicBezTo>
                  <a:lnTo>
                    <a:pt x="244800" y="519437"/>
                  </a:lnTo>
                  <a:cubicBezTo>
                    <a:pt x="257183" y="452762"/>
                    <a:pt x="271470" y="293695"/>
                    <a:pt x="254325" y="245117"/>
                  </a:cubicBezTo>
                  <a:cubicBezTo>
                    <a:pt x="238133" y="193682"/>
                    <a:pt x="147645" y="-9200"/>
                    <a:pt x="101925" y="32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3938717-4BB1-4393-91F1-2441D6AFA04E}"/>
                </a:ext>
              </a:extLst>
            </p:cNvPr>
            <p:cNvSpPr/>
            <p:nvPr/>
          </p:nvSpPr>
          <p:spPr>
            <a:xfrm>
              <a:off x="7135484" y="3723322"/>
              <a:ext cx="114300" cy="590550"/>
            </a:xfrm>
            <a:custGeom>
              <a:avLst/>
              <a:gdLst>
                <a:gd name="connsiteX0" fmla="*/ 646 w 114300"/>
                <a:gd name="connsiteY0" fmla="*/ 0 h 590550"/>
                <a:gd name="connsiteX1" fmla="*/ 11123 w 114300"/>
                <a:gd name="connsiteY1" fmla="*/ 594360 h 590550"/>
                <a:gd name="connsiteX2" fmla="*/ 47319 w 114300"/>
                <a:gd name="connsiteY2" fmla="*/ 588645 h 590550"/>
                <a:gd name="connsiteX3" fmla="*/ 114946 w 114300"/>
                <a:gd name="connsiteY3" fmla="*/ 24765 h 590550"/>
                <a:gd name="connsiteX4" fmla="*/ 646 w 114300"/>
                <a:gd name="connsiteY4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590550">
                  <a:moveTo>
                    <a:pt x="646" y="0"/>
                  </a:moveTo>
                  <a:cubicBezTo>
                    <a:pt x="-3164" y="25718"/>
                    <a:pt x="11123" y="594360"/>
                    <a:pt x="11123" y="594360"/>
                  </a:cubicBezTo>
                  <a:cubicBezTo>
                    <a:pt x="11123" y="595313"/>
                    <a:pt x="33031" y="599123"/>
                    <a:pt x="47319" y="588645"/>
                  </a:cubicBezTo>
                  <a:cubicBezTo>
                    <a:pt x="47319" y="588645"/>
                    <a:pt x="113041" y="36195"/>
                    <a:pt x="114946" y="24765"/>
                  </a:cubicBezTo>
                  <a:cubicBezTo>
                    <a:pt x="105421" y="34290"/>
                    <a:pt x="14934" y="12383"/>
                    <a:pt x="646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A77CEE6-FA0F-4FBF-BCB4-C03D1E2E6F27}"/>
                </a:ext>
              </a:extLst>
            </p:cNvPr>
            <p:cNvSpPr/>
            <p:nvPr/>
          </p:nvSpPr>
          <p:spPr>
            <a:xfrm>
              <a:off x="7145443" y="4295775"/>
              <a:ext cx="95250" cy="66675"/>
            </a:xfrm>
            <a:custGeom>
              <a:avLst/>
              <a:gdLst>
                <a:gd name="connsiteX0" fmla="*/ 44979 w 95250"/>
                <a:gd name="connsiteY0" fmla="*/ 16192 h 66675"/>
                <a:gd name="connsiteX1" fmla="*/ 34502 w 95250"/>
                <a:gd name="connsiteY1" fmla="*/ 0 h 66675"/>
                <a:gd name="connsiteX2" fmla="*/ 4022 w 95250"/>
                <a:gd name="connsiteY2" fmla="*/ 14288 h 66675"/>
                <a:gd name="connsiteX3" fmla="*/ 2117 w 95250"/>
                <a:gd name="connsiteY3" fmla="*/ 26670 h 66675"/>
                <a:gd name="connsiteX4" fmla="*/ 2117 w 95250"/>
                <a:gd name="connsiteY4" fmla="*/ 46672 h 66675"/>
                <a:gd name="connsiteX5" fmla="*/ 32597 w 95250"/>
                <a:gd name="connsiteY5" fmla="*/ 64770 h 66675"/>
                <a:gd name="connsiteX6" fmla="*/ 67839 w 95250"/>
                <a:gd name="connsiteY6" fmla="*/ 71438 h 66675"/>
                <a:gd name="connsiteX7" fmla="*/ 101177 w 95250"/>
                <a:gd name="connsiteY7" fmla="*/ 57150 h 66675"/>
                <a:gd name="connsiteX8" fmla="*/ 44979 w 95250"/>
                <a:gd name="connsiteY8" fmla="*/ 1619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66675">
                  <a:moveTo>
                    <a:pt x="44979" y="16192"/>
                  </a:moveTo>
                  <a:cubicBezTo>
                    <a:pt x="40217" y="9525"/>
                    <a:pt x="34502" y="0"/>
                    <a:pt x="34502" y="0"/>
                  </a:cubicBezTo>
                  <a:lnTo>
                    <a:pt x="4022" y="14288"/>
                  </a:lnTo>
                  <a:cubicBezTo>
                    <a:pt x="4022" y="14288"/>
                    <a:pt x="1164" y="17145"/>
                    <a:pt x="2117" y="26670"/>
                  </a:cubicBezTo>
                  <a:cubicBezTo>
                    <a:pt x="2117" y="26670"/>
                    <a:pt x="-2646" y="37147"/>
                    <a:pt x="2117" y="46672"/>
                  </a:cubicBezTo>
                  <a:cubicBezTo>
                    <a:pt x="4974" y="52388"/>
                    <a:pt x="24024" y="60960"/>
                    <a:pt x="32597" y="64770"/>
                  </a:cubicBezTo>
                  <a:cubicBezTo>
                    <a:pt x="41169" y="68580"/>
                    <a:pt x="52599" y="71438"/>
                    <a:pt x="67839" y="71438"/>
                  </a:cubicBezTo>
                  <a:cubicBezTo>
                    <a:pt x="82127" y="71438"/>
                    <a:pt x="101177" y="65722"/>
                    <a:pt x="101177" y="57150"/>
                  </a:cubicBezTo>
                  <a:cubicBezTo>
                    <a:pt x="102129" y="40005"/>
                    <a:pt x="54504" y="28575"/>
                    <a:pt x="44979" y="16192"/>
                  </a:cubicBez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B668D8F-05A0-46D0-8C59-7AF865E8ED1D}"/>
                </a:ext>
              </a:extLst>
            </p:cNvPr>
            <p:cNvSpPr/>
            <p:nvPr/>
          </p:nvSpPr>
          <p:spPr>
            <a:xfrm>
              <a:off x="7253892" y="4261484"/>
              <a:ext cx="66675" cy="95250"/>
            </a:xfrm>
            <a:custGeom>
              <a:avLst/>
              <a:gdLst>
                <a:gd name="connsiteX0" fmla="*/ 55593 w 66675"/>
                <a:gd name="connsiteY0" fmla="*/ 8573 h 95250"/>
                <a:gd name="connsiteX1" fmla="*/ 46068 w 66675"/>
                <a:gd name="connsiteY1" fmla="*/ 0 h 95250"/>
                <a:gd name="connsiteX2" fmla="*/ 13683 w 66675"/>
                <a:gd name="connsiteY2" fmla="*/ 9525 h 95250"/>
                <a:gd name="connsiteX3" fmla="*/ 16540 w 66675"/>
                <a:gd name="connsiteY3" fmla="*/ 28575 h 95250"/>
                <a:gd name="connsiteX4" fmla="*/ 3205 w 66675"/>
                <a:gd name="connsiteY4" fmla="*/ 96203 h 95250"/>
                <a:gd name="connsiteX5" fmla="*/ 37495 w 66675"/>
                <a:gd name="connsiteY5" fmla="*/ 84773 h 95250"/>
                <a:gd name="connsiteX6" fmla="*/ 58450 w 66675"/>
                <a:gd name="connsiteY6" fmla="*/ 56198 h 95250"/>
                <a:gd name="connsiteX7" fmla="*/ 68927 w 66675"/>
                <a:gd name="connsiteY7" fmla="*/ 22860 h 95250"/>
                <a:gd name="connsiteX8" fmla="*/ 55593 w 66675"/>
                <a:gd name="connsiteY8" fmla="*/ 8573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75" h="95250">
                  <a:moveTo>
                    <a:pt x="55593" y="8573"/>
                  </a:moveTo>
                  <a:cubicBezTo>
                    <a:pt x="49877" y="953"/>
                    <a:pt x="46068" y="0"/>
                    <a:pt x="46068" y="0"/>
                  </a:cubicBezTo>
                  <a:lnTo>
                    <a:pt x="13683" y="9525"/>
                  </a:lnTo>
                  <a:cubicBezTo>
                    <a:pt x="13683" y="9525"/>
                    <a:pt x="16540" y="20955"/>
                    <a:pt x="16540" y="28575"/>
                  </a:cubicBezTo>
                  <a:cubicBezTo>
                    <a:pt x="18445" y="43815"/>
                    <a:pt x="-9177" y="84773"/>
                    <a:pt x="3205" y="96203"/>
                  </a:cubicBezTo>
                  <a:cubicBezTo>
                    <a:pt x="8920" y="101918"/>
                    <a:pt x="27018" y="94298"/>
                    <a:pt x="37495" y="84773"/>
                  </a:cubicBezTo>
                  <a:cubicBezTo>
                    <a:pt x="47973" y="74295"/>
                    <a:pt x="56545" y="64770"/>
                    <a:pt x="58450" y="56198"/>
                  </a:cubicBezTo>
                  <a:cubicBezTo>
                    <a:pt x="61308" y="44768"/>
                    <a:pt x="70833" y="28575"/>
                    <a:pt x="68927" y="22860"/>
                  </a:cubicBezTo>
                  <a:cubicBezTo>
                    <a:pt x="66070" y="13335"/>
                    <a:pt x="55593" y="8573"/>
                    <a:pt x="55593" y="8573"/>
                  </a:cubicBez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99F12C6-D8D1-4A53-9F87-D73A1B33E491}"/>
                </a:ext>
              </a:extLst>
            </p:cNvPr>
            <p:cNvSpPr/>
            <p:nvPr/>
          </p:nvSpPr>
          <p:spPr>
            <a:xfrm>
              <a:off x="7265669" y="4257675"/>
              <a:ext cx="38100" cy="28575"/>
            </a:xfrm>
            <a:custGeom>
              <a:avLst/>
              <a:gdLst>
                <a:gd name="connsiteX0" fmla="*/ 0 w 38100"/>
                <a:gd name="connsiteY0" fmla="*/ 13335 h 28575"/>
                <a:gd name="connsiteX1" fmla="*/ 4763 w 38100"/>
                <a:gd name="connsiteY1" fmla="*/ 33338 h 28575"/>
                <a:gd name="connsiteX2" fmla="*/ 28575 w 38100"/>
                <a:gd name="connsiteY2" fmla="*/ 32385 h 28575"/>
                <a:gd name="connsiteX3" fmla="*/ 43815 w 38100"/>
                <a:gd name="connsiteY3" fmla="*/ 12383 h 28575"/>
                <a:gd name="connsiteX4" fmla="*/ 34290 w 38100"/>
                <a:gd name="connsiteY4" fmla="*/ 0 h 28575"/>
                <a:gd name="connsiteX5" fmla="*/ 0 w 38100"/>
                <a:gd name="connsiteY5" fmla="*/ 1333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0" h="28575">
                  <a:moveTo>
                    <a:pt x="0" y="13335"/>
                  </a:moveTo>
                  <a:cubicBezTo>
                    <a:pt x="0" y="13335"/>
                    <a:pt x="3810" y="20955"/>
                    <a:pt x="4763" y="33338"/>
                  </a:cubicBezTo>
                  <a:cubicBezTo>
                    <a:pt x="4763" y="33338"/>
                    <a:pt x="16193" y="36195"/>
                    <a:pt x="28575" y="32385"/>
                  </a:cubicBezTo>
                  <a:cubicBezTo>
                    <a:pt x="35243" y="30480"/>
                    <a:pt x="43815" y="12383"/>
                    <a:pt x="43815" y="12383"/>
                  </a:cubicBezTo>
                  <a:cubicBezTo>
                    <a:pt x="38100" y="4763"/>
                    <a:pt x="34290" y="0"/>
                    <a:pt x="34290" y="0"/>
                  </a:cubicBezTo>
                  <a:lnTo>
                    <a:pt x="0" y="13335"/>
                  </a:ln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AFC3570-D22E-4E28-8315-CA21B399F03C}"/>
                </a:ext>
              </a:extLst>
            </p:cNvPr>
            <p:cNvSpPr/>
            <p:nvPr/>
          </p:nvSpPr>
          <p:spPr>
            <a:xfrm>
              <a:off x="6977911" y="3368992"/>
              <a:ext cx="323850" cy="904875"/>
            </a:xfrm>
            <a:custGeom>
              <a:avLst/>
              <a:gdLst>
                <a:gd name="connsiteX0" fmla="*/ 188698 w 323850"/>
                <a:gd name="connsiteY0" fmla="*/ 5715 h 904875"/>
                <a:gd name="connsiteX1" fmla="*/ 103 w 323850"/>
                <a:gd name="connsiteY1" fmla="*/ 0 h 904875"/>
                <a:gd name="connsiteX2" fmla="*/ 52491 w 323850"/>
                <a:gd name="connsiteY2" fmla="*/ 525780 h 904875"/>
                <a:gd name="connsiteX3" fmla="*/ 289663 w 323850"/>
                <a:gd name="connsiteY3" fmla="*/ 910590 h 904875"/>
                <a:gd name="connsiteX4" fmla="*/ 328716 w 323850"/>
                <a:gd name="connsiteY4" fmla="*/ 898208 h 904875"/>
                <a:gd name="connsiteX5" fmla="*/ 181078 w 323850"/>
                <a:gd name="connsiteY5" fmla="*/ 520065 h 904875"/>
                <a:gd name="connsiteX6" fmla="*/ 188698 w 323850"/>
                <a:gd name="connsiteY6" fmla="*/ 5715 h 90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850" h="904875">
                  <a:moveTo>
                    <a:pt x="188698" y="5715"/>
                  </a:moveTo>
                  <a:cubicBezTo>
                    <a:pt x="117260" y="14288"/>
                    <a:pt x="23916" y="9525"/>
                    <a:pt x="103" y="0"/>
                  </a:cubicBezTo>
                  <a:cubicBezTo>
                    <a:pt x="-1802" y="20003"/>
                    <a:pt x="22963" y="277178"/>
                    <a:pt x="52491" y="525780"/>
                  </a:cubicBezTo>
                  <a:cubicBezTo>
                    <a:pt x="66778" y="644843"/>
                    <a:pt x="289663" y="910590"/>
                    <a:pt x="289663" y="910590"/>
                  </a:cubicBezTo>
                  <a:cubicBezTo>
                    <a:pt x="290616" y="912495"/>
                    <a:pt x="315381" y="915353"/>
                    <a:pt x="328716" y="898208"/>
                  </a:cubicBezTo>
                  <a:cubicBezTo>
                    <a:pt x="328716" y="898208"/>
                    <a:pt x="177268" y="596265"/>
                    <a:pt x="181078" y="520065"/>
                  </a:cubicBezTo>
                  <a:cubicBezTo>
                    <a:pt x="189651" y="348615"/>
                    <a:pt x="209653" y="130493"/>
                    <a:pt x="188698" y="57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620BBC9-7780-4D13-B4C7-5D73564F367C}"/>
                </a:ext>
              </a:extLst>
            </p:cNvPr>
            <p:cNvSpPr/>
            <p:nvPr/>
          </p:nvSpPr>
          <p:spPr>
            <a:xfrm>
              <a:off x="7146607" y="4294822"/>
              <a:ext cx="38100" cy="28575"/>
            </a:xfrm>
            <a:custGeom>
              <a:avLst/>
              <a:gdLst>
                <a:gd name="connsiteX0" fmla="*/ 0 w 38100"/>
                <a:gd name="connsiteY0" fmla="*/ 12383 h 28575"/>
                <a:gd name="connsiteX1" fmla="*/ 953 w 38100"/>
                <a:gd name="connsiteY1" fmla="*/ 28575 h 28575"/>
                <a:gd name="connsiteX2" fmla="*/ 25718 w 38100"/>
                <a:gd name="connsiteY2" fmla="*/ 33338 h 28575"/>
                <a:gd name="connsiteX3" fmla="*/ 43815 w 38100"/>
                <a:gd name="connsiteY3" fmla="*/ 18098 h 28575"/>
                <a:gd name="connsiteX4" fmla="*/ 34290 w 38100"/>
                <a:gd name="connsiteY4" fmla="*/ 0 h 28575"/>
                <a:gd name="connsiteX5" fmla="*/ 0 w 38100"/>
                <a:gd name="connsiteY5" fmla="*/ 12383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0" h="28575">
                  <a:moveTo>
                    <a:pt x="0" y="12383"/>
                  </a:moveTo>
                  <a:cubicBezTo>
                    <a:pt x="0" y="12383"/>
                    <a:pt x="0" y="19050"/>
                    <a:pt x="953" y="28575"/>
                  </a:cubicBezTo>
                  <a:cubicBezTo>
                    <a:pt x="953" y="28575"/>
                    <a:pt x="19050" y="36195"/>
                    <a:pt x="25718" y="33338"/>
                  </a:cubicBezTo>
                  <a:cubicBezTo>
                    <a:pt x="37148" y="27623"/>
                    <a:pt x="43815" y="18098"/>
                    <a:pt x="43815" y="18098"/>
                  </a:cubicBezTo>
                  <a:cubicBezTo>
                    <a:pt x="37148" y="8573"/>
                    <a:pt x="34290" y="0"/>
                    <a:pt x="34290" y="0"/>
                  </a:cubicBezTo>
                  <a:lnTo>
                    <a:pt x="0" y="12383"/>
                  </a:ln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16C6C3B-C844-439B-A738-A0ADB8C5D485}"/>
                </a:ext>
              </a:extLst>
            </p:cNvPr>
            <p:cNvSpPr/>
            <p:nvPr/>
          </p:nvSpPr>
          <p:spPr>
            <a:xfrm>
              <a:off x="7121907" y="3332797"/>
              <a:ext cx="209550" cy="971550"/>
            </a:xfrm>
            <a:custGeom>
              <a:avLst/>
              <a:gdLst>
                <a:gd name="connsiteX0" fmla="*/ 13270 w 209550"/>
                <a:gd name="connsiteY0" fmla="*/ 2857 h 971550"/>
                <a:gd name="connsiteX1" fmla="*/ 4698 w 209550"/>
                <a:gd name="connsiteY1" fmla="*/ 544830 h 971550"/>
                <a:gd name="connsiteX2" fmla="*/ 21843 w 209550"/>
                <a:gd name="connsiteY2" fmla="*/ 967740 h 971550"/>
                <a:gd name="connsiteX3" fmla="*/ 65658 w 209550"/>
                <a:gd name="connsiteY3" fmla="*/ 969645 h 971550"/>
                <a:gd name="connsiteX4" fmla="*/ 212343 w 209550"/>
                <a:gd name="connsiteY4" fmla="*/ 0 h 971550"/>
                <a:gd name="connsiteX5" fmla="*/ 13270 w 209550"/>
                <a:gd name="connsiteY5" fmla="*/ 2857 h 97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9550" h="971550">
                  <a:moveTo>
                    <a:pt x="13270" y="2857"/>
                  </a:moveTo>
                  <a:cubicBezTo>
                    <a:pt x="13270" y="2857"/>
                    <a:pt x="-9590" y="367665"/>
                    <a:pt x="4698" y="544830"/>
                  </a:cubicBezTo>
                  <a:cubicBezTo>
                    <a:pt x="20890" y="750570"/>
                    <a:pt x="21843" y="967740"/>
                    <a:pt x="21843" y="967740"/>
                  </a:cubicBezTo>
                  <a:cubicBezTo>
                    <a:pt x="35178" y="984885"/>
                    <a:pt x="64705" y="970598"/>
                    <a:pt x="65658" y="969645"/>
                  </a:cubicBezTo>
                  <a:cubicBezTo>
                    <a:pt x="65658" y="969645"/>
                    <a:pt x="215200" y="38100"/>
                    <a:pt x="212343" y="0"/>
                  </a:cubicBezTo>
                  <a:cubicBezTo>
                    <a:pt x="188530" y="7620"/>
                    <a:pt x="84708" y="12382"/>
                    <a:pt x="13270" y="285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3CD5ADB-C894-4E51-B55E-B5FC17807B60}"/>
                </a:ext>
              </a:extLst>
            </p:cNvPr>
            <p:cNvSpPr/>
            <p:nvPr/>
          </p:nvSpPr>
          <p:spPr>
            <a:xfrm>
              <a:off x="6948487" y="3259454"/>
              <a:ext cx="371475" cy="228600"/>
            </a:xfrm>
            <a:custGeom>
              <a:avLst/>
              <a:gdLst>
                <a:gd name="connsiteX0" fmla="*/ 0 w 371475"/>
                <a:gd name="connsiteY0" fmla="*/ 135255 h 228600"/>
                <a:gd name="connsiteX1" fmla="*/ 135255 w 371475"/>
                <a:gd name="connsiteY1" fmla="*/ 199073 h 228600"/>
                <a:gd name="connsiteX2" fmla="*/ 173355 w 371475"/>
                <a:gd name="connsiteY2" fmla="*/ 140970 h 228600"/>
                <a:gd name="connsiteX3" fmla="*/ 197168 w 371475"/>
                <a:gd name="connsiteY3" fmla="*/ 215265 h 228600"/>
                <a:gd name="connsiteX4" fmla="*/ 375285 w 371475"/>
                <a:gd name="connsiteY4" fmla="*/ 227648 h 228600"/>
                <a:gd name="connsiteX5" fmla="*/ 376238 w 371475"/>
                <a:gd name="connsiteY5" fmla="*/ 125730 h 228600"/>
                <a:gd name="connsiteX6" fmla="*/ 41910 w 371475"/>
                <a:gd name="connsiteY6" fmla="*/ 0 h 228600"/>
                <a:gd name="connsiteX7" fmla="*/ 0 w 371475"/>
                <a:gd name="connsiteY7" fmla="*/ 135255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1475" h="228600">
                  <a:moveTo>
                    <a:pt x="0" y="135255"/>
                  </a:moveTo>
                  <a:cubicBezTo>
                    <a:pt x="0" y="135255"/>
                    <a:pt x="59055" y="179070"/>
                    <a:pt x="135255" y="199073"/>
                  </a:cubicBezTo>
                  <a:lnTo>
                    <a:pt x="173355" y="140970"/>
                  </a:lnTo>
                  <a:cubicBezTo>
                    <a:pt x="173355" y="140970"/>
                    <a:pt x="186690" y="212408"/>
                    <a:pt x="197168" y="215265"/>
                  </a:cubicBezTo>
                  <a:cubicBezTo>
                    <a:pt x="260032" y="233363"/>
                    <a:pt x="325755" y="242888"/>
                    <a:pt x="375285" y="227648"/>
                  </a:cubicBezTo>
                  <a:lnTo>
                    <a:pt x="376238" y="125730"/>
                  </a:lnTo>
                  <a:lnTo>
                    <a:pt x="41910" y="0"/>
                  </a:lnTo>
                  <a:cubicBezTo>
                    <a:pt x="41910" y="953"/>
                    <a:pt x="16193" y="72390"/>
                    <a:pt x="0" y="135255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D459583-EF6F-47CC-9E9C-A06005A70602}"/>
                </a:ext>
              </a:extLst>
            </p:cNvPr>
            <p:cNvSpPr/>
            <p:nvPr/>
          </p:nvSpPr>
          <p:spPr>
            <a:xfrm>
              <a:off x="7275194" y="2814637"/>
              <a:ext cx="85725" cy="123825"/>
            </a:xfrm>
            <a:custGeom>
              <a:avLst/>
              <a:gdLst>
                <a:gd name="connsiteX0" fmla="*/ 33338 w 85725"/>
                <a:gd name="connsiteY0" fmla="*/ 0 h 123825"/>
                <a:gd name="connsiteX1" fmla="*/ 0 w 85725"/>
                <a:gd name="connsiteY1" fmla="*/ 79057 h 123825"/>
                <a:gd name="connsiteX2" fmla="*/ 73343 w 85725"/>
                <a:gd name="connsiteY2" fmla="*/ 116205 h 123825"/>
                <a:gd name="connsiteX3" fmla="*/ 94298 w 85725"/>
                <a:gd name="connsiteY3" fmla="*/ 48577 h 123825"/>
                <a:gd name="connsiteX4" fmla="*/ 33338 w 85725"/>
                <a:gd name="connsiteY4" fmla="*/ 0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123825">
                  <a:moveTo>
                    <a:pt x="33338" y="0"/>
                  </a:moveTo>
                  <a:cubicBezTo>
                    <a:pt x="30480" y="20002"/>
                    <a:pt x="9525" y="71438"/>
                    <a:pt x="0" y="79057"/>
                  </a:cubicBezTo>
                  <a:cubicBezTo>
                    <a:pt x="5715" y="119063"/>
                    <a:pt x="62865" y="136208"/>
                    <a:pt x="73343" y="116205"/>
                  </a:cubicBezTo>
                  <a:cubicBezTo>
                    <a:pt x="70485" y="91440"/>
                    <a:pt x="92393" y="52388"/>
                    <a:pt x="94298" y="48577"/>
                  </a:cubicBezTo>
                  <a:cubicBezTo>
                    <a:pt x="78105" y="47625"/>
                    <a:pt x="37148" y="5715"/>
                    <a:pt x="33338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9F3AAB-6A6F-4909-B26D-C5E4E4939A08}"/>
                </a:ext>
              </a:extLst>
            </p:cNvPr>
            <p:cNvSpPr/>
            <p:nvPr/>
          </p:nvSpPr>
          <p:spPr>
            <a:xfrm>
              <a:off x="6974797" y="2892575"/>
              <a:ext cx="447675" cy="514350"/>
            </a:xfrm>
            <a:custGeom>
              <a:avLst/>
              <a:gdLst>
                <a:gd name="connsiteX0" fmla="*/ 372788 w 447675"/>
                <a:gd name="connsiteY0" fmla="*/ 39220 h 514350"/>
                <a:gd name="connsiteX1" fmla="*/ 342308 w 447675"/>
                <a:gd name="connsiteY1" fmla="*/ 45887 h 514350"/>
                <a:gd name="connsiteX2" fmla="*/ 299445 w 447675"/>
                <a:gd name="connsiteY2" fmla="*/ 2072 h 514350"/>
                <a:gd name="connsiteX3" fmla="*/ 236580 w 447675"/>
                <a:gd name="connsiteY3" fmla="*/ 167 h 514350"/>
                <a:gd name="connsiteX4" fmla="*/ 135615 w 447675"/>
                <a:gd name="connsiteY4" fmla="*/ 65890 h 514350"/>
                <a:gd name="connsiteX5" fmla="*/ 1313 w 447675"/>
                <a:gd name="connsiteY5" fmla="*/ 377357 h 514350"/>
                <a:gd name="connsiteX6" fmla="*/ 6075 w 447675"/>
                <a:gd name="connsiteY6" fmla="*/ 401170 h 514350"/>
                <a:gd name="connsiteX7" fmla="*/ 343260 w 447675"/>
                <a:gd name="connsiteY7" fmla="*/ 517375 h 514350"/>
                <a:gd name="connsiteX8" fmla="*/ 438510 w 447675"/>
                <a:gd name="connsiteY8" fmla="*/ 172570 h 514350"/>
                <a:gd name="connsiteX9" fmla="*/ 425175 w 447675"/>
                <a:gd name="connsiteY9" fmla="*/ 77320 h 514350"/>
                <a:gd name="connsiteX10" fmla="*/ 372788 w 447675"/>
                <a:gd name="connsiteY10" fmla="*/ 39220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7675" h="514350">
                  <a:moveTo>
                    <a:pt x="372788" y="39220"/>
                  </a:moveTo>
                  <a:cubicBezTo>
                    <a:pt x="372788" y="39220"/>
                    <a:pt x="356595" y="50650"/>
                    <a:pt x="342308" y="45887"/>
                  </a:cubicBezTo>
                  <a:cubicBezTo>
                    <a:pt x="322305" y="38267"/>
                    <a:pt x="299445" y="2072"/>
                    <a:pt x="299445" y="2072"/>
                  </a:cubicBezTo>
                  <a:cubicBezTo>
                    <a:pt x="299445" y="2072"/>
                    <a:pt x="252773" y="1120"/>
                    <a:pt x="236580" y="167"/>
                  </a:cubicBezTo>
                  <a:cubicBezTo>
                    <a:pt x="188955" y="-2690"/>
                    <a:pt x="157523" y="31600"/>
                    <a:pt x="135615" y="65890"/>
                  </a:cubicBezTo>
                  <a:cubicBezTo>
                    <a:pt x="87990" y="142090"/>
                    <a:pt x="19410" y="327827"/>
                    <a:pt x="1313" y="377357"/>
                  </a:cubicBezTo>
                  <a:cubicBezTo>
                    <a:pt x="-1545" y="385930"/>
                    <a:pt x="360" y="394502"/>
                    <a:pt x="6075" y="401170"/>
                  </a:cubicBezTo>
                  <a:cubicBezTo>
                    <a:pt x="76560" y="478322"/>
                    <a:pt x="299445" y="524042"/>
                    <a:pt x="343260" y="517375"/>
                  </a:cubicBezTo>
                  <a:cubicBezTo>
                    <a:pt x="376598" y="511660"/>
                    <a:pt x="391838" y="266867"/>
                    <a:pt x="438510" y="172570"/>
                  </a:cubicBezTo>
                  <a:cubicBezTo>
                    <a:pt x="451845" y="145900"/>
                    <a:pt x="454703" y="107800"/>
                    <a:pt x="425175" y="77320"/>
                  </a:cubicBezTo>
                  <a:cubicBezTo>
                    <a:pt x="418508" y="69700"/>
                    <a:pt x="372788" y="39220"/>
                    <a:pt x="372788" y="3922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8A72C28-85F7-4E10-A1E6-F2F8BFFB3414}"/>
                </a:ext>
              </a:extLst>
            </p:cNvPr>
            <p:cNvSpPr/>
            <p:nvPr/>
          </p:nvSpPr>
          <p:spPr>
            <a:xfrm>
              <a:off x="6572704" y="2824162"/>
              <a:ext cx="76200" cy="76200"/>
            </a:xfrm>
            <a:custGeom>
              <a:avLst/>
              <a:gdLst>
                <a:gd name="connsiteX0" fmla="*/ 31930 w 76200"/>
                <a:gd name="connsiteY0" fmla="*/ 10477 h 76200"/>
                <a:gd name="connsiteX1" fmla="*/ 13833 w 76200"/>
                <a:gd name="connsiteY1" fmla="*/ 0 h 76200"/>
                <a:gd name="connsiteX2" fmla="*/ 2403 w 76200"/>
                <a:gd name="connsiteY2" fmla="*/ 2857 h 76200"/>
                <a:gd name="connsiteX3" fmla="*/ 1450 w 76200"/>
                <a:gd name="connsiteY3" fmla="*/ 9525 h 76200"/>
                <a:gd name="connsiteX4" fmla="*/ 4308 w 76200"/>
                <a:gd name="connsiteY4" fmla="*/ 22860 h 76200"/>
                <a:gd name="connsiteX5" fmla="*/ 16690 w 76200"/>
                <a:gd name="connsiteY5" fmla="*/ 40957 h 76200"/>
                <a:gd name="connsiteX6" fmla="*/ 65268 w 76200"/>
                <a:gd name="connsiteY6" fmla="*/ 80963 h 76200"/>
                <a:gd name="connsiteX7" fmla="*/ 83365 w 76200"/>
                <a:gd name="connsiteY7" fmla="*/ 46673 h 76200"/>
                <a:gd name="connsiteX8" fmla="*/ 63363 w 76200"/>
                <a:gd name="connsiteY8" fmla="*/ 29527 h 76200"/>
                <a:gd name="connsiteX9" fmla="*/ 31930 w 76200"/>
                <a:gd name="connsiteY9" fmla="*/ 1047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76200">
                  <a:moveTo>
                    <a:pt x="31930" y="10477"/>
                  </a:moveTo>
                  <a:cubicBezTo>
                    <a:pt x="27168" y="8573"/>
                    <a:pt x="17643" y="952"/>
                    <a:pt x="13833" y="0"/>
                  </a:cubicBezTo>
                  <a:cubicBezTo>
                    <a:pt x="10975" y="0"/>
                    <a:pt x="4308" y="952"/>
                    <a:pt x="2403" y="2857"/>
                  </a:cubicBezTo>
                  <a:cubicBezTo>
                    <a:pt x="-455" y="5715"/>
                    <a:pt x="1450" y="9525"/>
                    <a:pt x="1450" y="9525"/>
                  </a:cubicBezTo>
                  <a:cubicBezTo>
                    <a:pt x="-3312" y="12382"/>
                    <a:pt x="5260" y="21907"/>
                    <a:pt x="4308" y="22860"/>
                  </a:cubicBezTo>
                  <a:cubicBezTo>
                    <a:pt x="-455" y="24765"/>
                    <a:pt x="-455" y="32385"/>
                    <a:pt x="16690" y="40957"/>
                  </a:cubicBezTo>
                  <a:cubicBezTo>
                    <a:pt x="17643" y="41910"/>
                    <a:pt x="52885" y="72390"/>
                    <a:pt x="65268" y="80963"/>
                  </a:cubicBezTo>
                  <a:cubicBezTo>
                    <a:pt x="70983" y="74295"/>
                    <a:pt x="83365" y="47625"/>
                    <a:pt x="83365" y="46673"/>
                  </a:cubicBezTo>
                  <a:cubicBezTo>
                    <a:pt x="77650" y="40957"/>
                    <a:pt x="70030" y="34290"/>
                    <a:pt x="63363" y="29527"/>
                  </a:cubicBezTo>
                  <a:cubicBezTo>
                    <a:pt x="53838" y="23813"/>
                    <a:pt x="32883" y="11430"/>
                    <a:pt x="31930" y="10477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C40F98B-D8B6-4496-AD8D-18E5BC4B4EDD}"/>
                </a:ext>
              </a:extLst>
            </p:cNvPr>
            <p:cNvSpPr/>
            <p:nvPr/>
          </p:nvSpPr>
          <p:spPr>
            <a:xfrm>
              <a:off x="6841407" y="2912737"/>
              <a:ext cx="295275" cy="123825"/>
            </a:xfrm>
            <a:custGeom>
              <a:avLst/>
              <a:gdLst>
                <a:gd name="connsiteX0" fmla="*/ 285198 w 295275"/>
                <a:gd name="connsiteY0" fmla="*/ 8 h 123825"/>
                <a:gd name="connsiteX1" fmla="*/ 48978 w 295275"/>
                <a:gd name="connsiteY1" fmla="*/ 57158 h 123825"/>
                <a:gd name="connsiteX2" fmla="*/ 30880 w 295275"/>
                <a:gd name="connsiteY2" fmla="*/ 124785 h 123825"/>
                <a:gd name="connsiteX3" fmla="*/ 296628 w 295275"/>
                <a:gd name="connsiteY3" fmla="*/ 100973 h 123825"/>
                <a:gd name="connsiteX4" fmla="*/ 285198 w 295275"/>
                <a:gd name="connsiteY4" fmla="*/ 8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275" h="123825">
                  <a:moveTo>
                    <a:pt x="285198" y="8"/>
                  </a:moveTo>
                  <a:cubicBezTo>
                    <a:pt x="243288" y="2865"/>
                    <a:pt x="114700" y="47633"/>
                    <a:pt x="48978" y="57158"/>
                  </a:cubicBezTo>
                  <a:cubicBezTo>
                    <a:pt x="-31032" y="68588"/>
                    <a:pt x="5163" y="120975"/>
                    <a:pt x="30880" y="124785"/>
                  </a:cubicBezTo>
                  <a:cubicBezTo>
                    <a:pt x="98508" y="136215"/>
                    <a:pt x="288055" y="135263"/>
                    <a:pt x="296628" y="100973"/>
                  </a:cubicBezTo>
                  <a:cubicBezTo>
                    <a:pt x="302343" y="86685"/>
                    <a:pt x="292818" y="-945"/>
                    <a:pt x="285198" y="8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2811875-8160-4F8C-8237-811FD2EF316A}"/>
                </a:ext>
              </a:extLst>
            </p:cNvPr>
            <p:cNvSpPr/>
            <p:nvPr/>
          </p:nvSpPr>
          <p:spPr>
            <a:xfrm>
              <a:off x="6632257" y="2869882"/>
              <a:ext cx="266700" cy="161925"/>
            </a:xfrm>
            <a:custGeom>
              <a:avLst/>
              <a:gdLst>
                <a:gd name="connsiteX0" fmla="*/ 258128 w 266700"/>
                <a:gd name="connsiteY0" fmla="*/ 113347 h 161925"/>
                <a:gd name="connsiteX1" fmla="*/ 20955 w 266700"/>
                <a:gd name="connsiteY1" fmla="*/ 0 h 161925"/>
                <a:gd name="connsiteX2" fmla="*/ 0 w 266700"/>
                <a:gd name="connsiteY2" fmla="*/ 32385 h 161925"/>
                <a:gd name="connsiteX3" fmla="*/ 256223 w 266700"/>
                <a:gd name="connsiteY3" fmla="*/ 166688 h 161925"/>
                <a:gd name="connsiteX4" fmla="*/ 263843 w 266700"/>
                <a:gd name="connsiteY4" fmla="*/ 118110 h 161925"/>
                <a:gd name="connsiteX5" fmla="*/ 258128 w 266700"/>
                <a:gd name="connsiteY5" fmla="*/ 113347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6700" h="161925">
                  <a:moveTo>
                    <a:pt x="258128" y="113347"/>
                  </a:moveTo>
                  <a:cubicBezTo>
                    <a:pt x="219075" y="90488"/>
                    <a:pt x="58103" y="30480"/>
                    <a:pt x="20955" y="0"/>
                  </a:cubicBezTo>
                  <a:cubicBezTo>
                    <a:pt x="13335" y="14288"/>
                    <a:pt x="6668" y="24765"/>
                    <a:pt x="0" y="32385"/>
                  </a:cubicBezTo>
                  <a:cubicBezTo>
                    <a:pt x="61913" y="80963"/>
                    <a:pt x="230505" y="185738"/>
                    <a:pt x="256223" y="166688"/>
                  </a:cubicBezTo>
                  <a:cubicBezTo>
                    <a:pt x="280035" y="149543"/>
                    <a:pt x="273368" y="129540"/>
                    <a:pt x="263843" y="118110"/>
                  </a:cubicBezTo>
                  <a:cubicBezTo>
                    <a:pt x="261938" y="116205"/>
                    <a:pt x="260033" y="114300"/>
                    <a:pt x="258128" y="113347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E08D0A8-E6BD-4885-92D5-9D594FD4718A}"/>
                </a:ext>
              </a:extLst>
            </p:cNvPr>
            <p:cNvSpPr/>
            <p:nvPr/>
          </p:nvSpPr>
          <p:spPr>
            <a:xfrm>
              <a:off x="6639877" y="2874644"/>
              <a:ext cx="552450" cy="180975"/>
            </a:xfrm>
            <a:custGeom>
              <a:avLst/>
              <a:gdLst>
                <a:gd name="connsiteX0" fmla="*/ 551497 w 552450"/>
                <a:gd name="connsiteY0" fmla="*/ 19050 h 180975"/>
                <a:gd name="connsiteX1" fmla="*/ 242888 w 552450"/>
                <a:gd name="connsiteY1" fmla="*/ 96203 h 180975"/>
                <a:gd name="connsiteX2" fmla="*/ 176213 w 552450"/>
                <a:gd name="connsiteY2" fmla="*/ 67628 h 180975"/>
                <a:gd name="connsiteX3" fmla="*/ 31432 w 552450"/>
                <a:gd name="connsiteY3" fmla="*/ 0 h 180975"/>
                <a:gd name="connsiteX4" fmla="*/ 0 w 552450"/>
                <a:gd name="connsiteY4" fmla="*/ 46673 h 180975"/>
                <a:gd name="connsiteX5" fmla="*/ 241935 w 552450"/>
                <a:gd name="connsiteY5" fmla="*/ 178118 h 180975"/>
                <a:gd name="connsiteX6" fmla="*/ 503872 w 552450"/>
                <a:gd name="connsiteY6" fmla="*/ 141922 h 180975"/>
                <a:gd name="connsiteX7" fmla="*/ 551497 w 552450"/>
                <a:gd name="connsiteY7" fmla="*/ 1905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2450" h="180975">
                  <a:moveTo>
                    <a:pt x="551497" y="19050"/>
                  </a:moveTo>
                  <a:cubicBezTo>
                    <a:pt x="416242" y="32385"/>
                    <a:pt x="247650" y="94298"/>
                    <a:pt x="242888" y="96203"/>
                  </a:cubicBezTo>
                  <a:cubicBezTo>
                    <a:pt x="225742" y="88582"/>
                    <a:pt x="201930" y="78105"/>
                    <a:pt x="176213" y="67628"/>
                  </a:cubicBezTo>
                  <a:cubicBezTo>
                    <a:pt x="120967" y="44768"/>
                    <a:pt x="53340" y="17145"/>
                    <a:pt x="31432" y="0"/>
                  </a:cubicBezTo>
                  <a:lnTo>
                    <a:pt x="0" y="46673"/>
                  </a:lnTo>
                  <a:cubicBezTo>
                    <a:pt x="54292" y="87630"/>
                    <a:pt x="189547" y="170497"/>
                    <a:pt x="241935" y="178118"/>
                  </a:cubicBezTo>
                  <a:cubicBezTo>
                    <a:pt x="295275" y="185738"/>
                    <a:pt x="492442" y="186690"/>
                    <a:pt x="503872" y="141922"/>
                  </a:cubicBezTo>
                  <a:cubicBezTo>
                    <a:pt x="507682" y="125730"/>
                    <a:pt x="566738" y="18098"/>
                    <a:pt x="551497" y="1905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87B613D-5257-4D5C-8C08-0B33A1ACABBB}"/>
                </a:ext>
              </a:extLst>
            </p:cNvPr>
            <p:cNvSpPr/>
            <p:nvPr/>
          </p:nvSpPr>
          <p:spPr>
            <a:xfrm>
              <a:off x="7282336" y="2822171"/>
              <a:ext cx="133350" cy="361950"/>
            </a:xfrm>
            <a:custGeom>
              <a:avLst/>
              <a:gdLst>
                <a:gd name="connsiteX0" fmla="*/ 86204 w 133350"/>
                <a:gd name="connsiteY0" fmla="*/ 16279 h 361950"/>
                <a:gd name="connsiteX1" fmla="*/ 69058 w 133350"/>
                <a:gd name="connsiteY1" fmla="*/ 84859 h 361950"/>
                <a:gd name="connsiteX2" fmla="*/ 49056 w 133350"/>
                <a:gd name="connsiteY2" fmla="*/ 186776 h 361950"/>
                <a:gd name="connsiteX3" fmla="*/ 2383 w 133350"/>
                <a:gd name="connsiteY3" fmla="*/ 360131 h 361950"/>
                <a:gd name="connsiteX4" fmla="*/ 106206 w 133350"/>
                <a:gd name="connsiteY4" fmla="*/ 255356 h 361950"/>
                <a:gd name="connsiteX5" fmla="*/ 110969 w 133350"/>
                <a:gd name="connsiteY5" fmla="*/ 182014 h 361950"/>
                <a:gd name="connsiteX6" fmla="*/ 124304 w 133350"/>
                <a:gd name="connsiteY6" fmla="*/ 90574 h 361950"/>
                <a:gd name="connsiteX7" fmla="*/ 140496 w 133350"/>
                <a:gd name="connsiteY7" fmla="*/ 8659 h 361950"/>
                <a:gd name="connsiteX8" fmla="*/ 86204 w 133350"/>
                <a:gd name="connsiteY8" fmla="*/ 16279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350" h="361950">
                  <a:moveTo>
                    <a:pt x="86204" y="16279"/>
                  </a:moveTo>
                  <a:cubicBezTo>
                    <a:pt x="88108" y="37234"/>
                    <a:pt x="79536" y="61046"/>
                    <a:pt x="69058" y="84859"/>
                  </a:cubicBezTo>
                  <a:cubicBezTo>
                    <a:pt x="59533" y="107719"/>
                    <a:pt x="48104" y="127721"/>
                    <a:pt x="49056" y="186776"/>
                  </a:cubicBezTo>
                  <a:cubicBezTo>
                    <a:pt x="50008" y="271549"/>
                    <a:pt x="-12856" y="346796"/>
                    <a:pt x="2383" y="360131"/>
                  </a:cubicBezTo>
                  <a:cubicBezTo>
                    <a:pt x="15719" y="372514"/>
                    <a:pt x="77631" y="342034"/>
                    <a:pt x="106206" y="255356"/>
                  </a:cubicBezTo>
                  <a:cubicBezTo>
                    <a:pt x="110969" y="240116"/>
                    <a:pt x="117636" y="208684"/>
                    <a:pt x="110969" y="182014"/>
                  </a:cubicBezTo>
                  <a:cubicBezTo>
                    <a:pt x="107158" y="165821"/>
                    <a:pt x="103349" y="130579"/>
                    <a:pt x="124304" y="90574"/>
                  </a:cubicBezTo>
                  <a:cubicBezTo>
                    <a:pt x="138591" y="62951"/>
                    <a:pt x="142401" y="34376"/>
                    <a:pt x="140496" y="8659"/>
                  </a:cubicBezTo>
                  <a:cubicBezTo>
                    <a:pt x="130971" y="-14201"/>
                    <a:pt x="86204" y="15326"/>
                    <a:pt x="86204" y="16279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AA18E89-9F03-4094-8CBB-D3096283D2C3}"/>
                </a:ext>
              </a:extLst>
            </p:cNvPr>
            <p:cNvSpPr/>
            <p:nvPr/>
          </p:nvSpPr>
          <p:spPr>
            <a:xfrm>
              <a:off x="7314622" y="2757273"/>
              <a:ext cx="114300" cy="133350"/>
            </a:xfrm>
            <a:custGeom>
              <a:avLst/>
              <a:gdLst>
                <a:gd name="connsiteX0" fmla="*/ 72015 w 114300"/>
                <a:gd name="connsiteY0" fmla="*/ 1166 h 133350"/>
                <a:gd name="connsiteX1" fmla="*/ 7245 w 114300"/>
                <a:gd name="connsiteY1" fmla="*/ 45934 h 133350"/>
                <a:gd name="connsiteX2" fmla="*/ 577 w 114300"/>
                <a:gd name="connsiteY2" fmla="*/ 75461 h 133350"/>
                <a:gd name="connsiteX3" fmla="*/ 40582 w 114300"/>
                <a:gd name="connsiteY3" fmla="*/ 137374 h 133350"/>
                <a:gd name="connsiteX4" fmla="*/ 114877 w 114300"/>
                <a:gd name="connsiteY4" fmla="*/ 50696 h 133350"/>
                <a:gd name="connsiteX5" fmla="*/ 72015 w 114300"/>
                <a:gd name="connsiteY5" fmla="*/ 1166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300" h="133350">
                  <a:moveTo>
                    <a:pt x="72015" y="1166"/>
                  </a:moveTo>
                  <a:cubicBezTo>
                    <a:pt x="43440" y="-5501"/>
                    <a:pt x="13912" y="17359"/>
                    <a:pt x="7245" y="45934"/>
                  </a:cubicBezTo>
                  <a:cubicBezTo>
                    <a:pt x="7245" y="45934"/>
                    <a:pt x="577" y="75461"/>
                    <a:pt x="577" y="75461"/>
                  </a:cubicBezTo>
                  <a:cubicBezTo>
                    <a:pt x="-4185" y="96416"/>
                    <a:pt x="21532" y="137374"/>
                    <a:pt x="40582" y="137374"/>
                  </a:cubicBezTo>
                  <a:cubicBezTo>
                    <a:pt x="86302" y="138326"/>
                    <a:pt x="113925" y="59269"/>
                    <a:pt x="114877" y="50696"/>
                  </a:cubicBezTo>
                  <a:cubicBezTo>
                    <a:pt x="115830" y="24026"/>
                    <a:pt x="98685" y="6881"/>
                    <a:pt x="72015" y="1166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AF5B74A-B8AD-4154-8197-E746843D1E14}"/>
                </a:ext>
              </a:extLst>
            </p:cNvPr>
            <p:cNvSpPr/>
            <p:nvPr/>
          </p:nvSpPr>
          <p:spPr>
            <a:xfrm>
              <a:off x="7154900" y="2697247"/>
              <a:ext cx="285750" cy="476250"/>
            </a:xfrm>
            <a:custGeom>
              <a:avLst/>
              <a:gdLst>
                <a:gd name="connsiteX0" fmla="*/ 251740 w 285750"/>
                <a:gd name="connsiteY0" fmla="*/ 39285 h 476250"/>
                <a:gd name="connsiteX1" fmla="*/ 232690 w 285750"/>
                <a:gd name="connsiteY1" fmla="*/ 9758 h 476250"/>
                <a:gd name="connsiteX2" fmla="*/ 140297 w 285750"/>
                <a:gd name="connsiteY2" fmla="*/ 18330 h 476250"/>
                <a:gd name="connsiteX3" fmla="*/ 80290 w 285750"/>
                <a:gd name="connsiteY3" fmla="*/ 136440 h 476250"/>
                <a:gd name="connsiteX4" fmla="*/ 41237 w 285750"/>
                <a:gd name="connsiteY4" fmla="*/ 234548 h 476250"/>
                <a:gd name="connsiteX5" fmla="*/ 2185 w 285750"/>
                <a:gd name="connsiteY5" fmla="*/ 309795 h 476250"/>
                <a:gd name="connsiteX6" fmla="*/ 81242 w 285750"/>
                <a:gd name="connsiteY6" fmla="*/ 478388 h 476250"/>
                <a:gd name="connsiteX7" fmla="*/ 124105 w 285750"/>
                <a:gd name="connsiteY7" fmla="*/ 278363 h 476250"/>
                <a:gd name="connsiteX8" fmla="*/ 146965 w 285750"/>
                <a:gd name="connsiteY8" fmla="*/ 167873 h 476250"/>
                <a:gd name="connsiteX9" fmla="*/ 192685 w 285750"/>
                <a:gd name="connsiteY9" fmla="*/ 75480 h 476250"/>
                <a:gd name="connsiteX10" fmla="*/ 246977 w 285750"/>
                <a:gd name="connsiteY10" fmla="*/ 65955 h 476250"/>
                <a:gd name="connsiteX11" fmla="*/ 255550 w 285750"/>
                <a:gd name="connsiteY11" fmla="*/ 159300 h 476250"/>
                <a:gd name="connsiteX12" fmla="*/ 279362 w 285750"/>
                <a:gd name="connsiteY12" fmla="*/ 51668 h 476250"/>
                <a:gd name="connsiteX13" fmla="*/ 251740 w 285750"/>
                <a:gd name="connsiteY13" fmla="*/ 39285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5750" h="476250">
                  <a:moveTo>
                    <a:pt x="251740" y="39285"/>
                  </a:moveTo>
                  <a:cubicBezTo>
                    <a:pt x="251740" y="39285"/>
                    <a:pt x="254597" y="26903"/>
                    <a:pt x="232690" y="9758"/>
                  </a:cubicBezTo>
                  <a:cubicBezTo>
                    <a:pt x="214592" y="-3577"/>
                    <a:pt x="175540" y="-5482"/>
                    <a:pt x="140297" y="18330"/>
                  </a:cubicBezTo>
                  <a:cubicBezTo>
                    <a:pt x="105055" y="42143"/>
                    <a:pt x="76480" y="84053"/>
                    <a:pt x="80290" y="136440"/>
                  </a:cubicBezTo>
                  <a:cubicBezTo>
                    <a:pt x="84100" y="188828"/>
                    <a:pt x="56477" y="221213"/>
                    <a:pt x="41237" y="234548"/>
                  </a:cubicBezTo>
                  <a:cubicBezTo>
                    <a:pt x="15520" y="256455"/>
                    <a:pt x="5042" y="291698"/>
                    <a:pt x="2185" y="309795"/>
                  </a:cubicBezTo>
                  <a:cubicBezTo>
                    <a:pt x="-13055" y="412665"/>
                    <a:pt x="55525" y="481245"/>
                    <a:pt x="81242" y="478388"/>
                  </a:cubicBezTo>
                  <a:cubicBezTo>
                    <a:pt x="109817" y="474578"/>
                    <a:pt x="69812" y="361230"/>
                    <a:pt x="124105" y="278363"/>
                  </a:cubicBezTo>
                  <a:cubicBezTo>
                    <a:pt x="162205" y="221213"/>
                    <a:pt x="146012" y="196448"/>
                    <a:pt x="146965" y="167873"/>
                  </a:cubicBezTo>
                  <a:cubicBezTo>
                    <a:pt x="146965" y="130725"/>
                    <a:pt x="173635" y="88815"/>
                    <a:pt x="192685" y="75480"/>
                  </a:cubicBezTo>
                  <a:cubicBezTo>
                    <a:pt x="213640" y="61193"/>
                    <a:pt x="246977" y="65955"/>
                    <a:pt x="246977" y="65955"/>
                  </a:cubicBezTo>
                  <a:cubicBezTo>
                    <a:pt x="246977" y="65955"/>
                    <a:pt x="290792" y="89768"/>
                    <a:pt x="255550" y="159300"/>
                  </a:cubicBezTo>
                  <a:cubicBezTo>
                    <a:pt x="285077" y="144060"/>
                    <a:pt x="305080" y="75480"/>
                    <a:pt x="279362" y="51668"/>
                  </a:cubicBezTo>
                  <a:cubicBezTo>
                    <a:pt x="265075" y="39285"/>
                    <a:pt x="251740" y="39285"/>
                    <a:pt x="251740" y="39285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2EFCB9A-61AE-424E-B6BA-41C562DB7379}"/>
                </a:ext>
              </a:extLst>
            </p:cNvPr>
            <p:cNvSpPr/>
            <p:nvPr/>
          </p:nvSpPr>
          <p:spPr>
            <a:xfrm>
              <a:off x="7306137" y="2792115"/>
              <a:ext cx="28575" cy="28575"/>
            </a:xfrm>
            <a:custGeom>
              <a:avLst/>
              <a:gdLst>
                <a:gd name="connsiteX0" fmla="*/ 20493 w 28575"/>
                <a:gd name="connsiteY0" fmla="*/ 614 h 28575"/>
                <a:gd name="connsiteX1" fmla="*/ 490 w 28575"/>
                <a:gd name="connsiteY1" fmla="*/ 12997 h 28575"/>
                <a:gd name="connsiteX2" fmla="*/ 9063 w 28575"/>
                <a:gd name="connsiteY2" fmla="*/ 36809 h 28575"/>
                <a:gd name="connsiteX3" fmla="*/ 30970 w 28575"/>
                <a:gd name="connsiteY3" fmla="*/ 8234 h 28575"/>
                <a:gd name="connsiteX4" fmla="*/ 20493 w 28575"/>
                <a:gd name="connsiteY4" fmla="*/ 61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0493" y="614"/>
                  </a:moveTo>
                  <a:cubicBezTo>
                    <a:pt x="13825" y="-2243"/>
                    <a:pt x="3348" y="5377"/>
                    <a:pt x="490" y="12997"/>
                  </a:cubicBezTo>
                  <a:cubicBezTo>
                    <a:pt x="-1415" y="19664"/>
                    <a:pt x="2395" y="32999"/>
                    <a:pt x="9063" y="36809"/>
                  </a:cubicBezTo>
                  <a:cubicBezTo>
                    <a:pt x="14778" y="30142"/>
                    <a:pt x="25255" y="16807"/>
                    <a:pt x="30970" y="8234"/>
                  </a:cubicBezTo>
                  <a:cubicBezTo>
                    <a:pt x="28113" y="3472"/>
                    <a:pt x="23350" y="614"/>
                    <a:pt x="20493" y="614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ED78837-69F7-4E0A-8625-63EDBE34A3B4}"/>
                </a:ext>
              </a:extLst>
            </p:cNvPr>
            <p:cNvSpPr/>
            <p:nvPr/>
          </p:nvSpPr>
          <p:spPr>
            <a:xfrm>
              <a:off x="7294244" y="2366962"/>
              <a:ext cx="400050" cy="361950"/>
            </a:xfrm>
            <a:custGeom>
              <a:avLst/>
              <a:gdLst>
                <a:gd name="connsiteX0" fmla="*/ 337185 w 400050"/>
                <a:gd name="connsiteY0" fmla="*/ 0 h 361950"/>
                <a:gd name="connsiteX1" fmla="*/ 68580 w 400050"/>
                <a:gd name="connsiteY1" fmla="*/ 0 h 361950"/>
                <a:gd name="connsiteX2" fmla="*/ 0 w 400050"/>
                <a:gd name="connsiteY2" fmla="*/ 68580 h 361950"/>
                <a:gd name="connsiteX3" fmla="*/ 0 w 400050"/>
                <a:gd name="connsiteY3" fmla="*/ 194310 h 361950"/>
                <a:gd name="connsiteX4" fmla="*/ 68580 w 400050"/>
                <a:gd name="connsiteY4" fmla="*/ 262890 h 361950"/>
                <a:gd name="connsiteX5" fmla="*/ 215265 w 400050"/>
                <a:gd name="connsiteY5" fmla="*/ 262890 h 361950"/>
                <a:gd name="connsiteX6" fmla="*/ 215265 w 400050"/>
                <a:gd name="connsiteY6" fmla="*/ 363855 h 361950"/>
                <a:gd name="connsiteX7" fmla="*/ 314325 w 400050"/>
                <a:gd name="connsiteY7" fmla="*/ 262890 h 361950"/>
                <a:gd name="connsiteX8" fmla="*/ 338138 w 400050"/>
                <a:gd name="connsiteY8" fmla="*/ 262890 h 361950"/>
                <a:gd name="connsiteX9" fmla="*/ 406718 w 400050"/>
                <a:gd name="connsiteY9" fmla="*/ 194310 h 361950"/>
                <a:gd name="connsiteX10" fmla="*/ 406718 w 400050"/>
                <a:gd name="connsiteY10" fmla="*/ 68580 h 361950"/>
                <a:gd name="connsiteX11" fmla="*/ 337185 w 400050"/>
                <a:gd name="connsiteY11" fmla="*/ 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0050" h="361950">
                  <a:moveTo>
                    <a:pt x="337185" y="0"/>
                  </a:moveTo>
                  <a:lnTo>
                    <a:pt x="68580" y="0"/>
                  </a:lnTo>
                  <a:cubicBezTo>
                    <a:pt x="30480" y="0"/>
                    <a:pt x="0" y="30480"/>
                    <a:pt x="0" y="68580"/>
                  </a:cubicBezTo>
                  <a:lnTo>
                    <a:pt x="0" y="194310"/>
                  </a:lnTo>
                  <a:cubicBezTo>
                    <a:pt x="0" y="232410"/>
                    <a:pt x="30480" y="262890"/>
                    <a:pt x="68580" y="262890"/>
                  </a:cubicBezTo>
                  <a:lnTo>
                    <a:pt x="215265" y="262890"/>
                  </a:lnTo>
                  <a:lnTo>
                    <a:pt x="215265" y="363855"/>
                  </a:lnTo>
                  <a:lnTo>
                    <a:pt x="314325" y="262890"/>
                  </a:lnTo>
                  <a:lnTo>
                    <a:pt x="338138" y="262890"/>
                  </a:lnTo>
                  <a:cubicBezTo>
                    <a:pt x="376238" y="262890"/>
                    <a:pt x="406718" y="232410"/>
                    <a:pt x="406718" y="194310"/>
                  </a:cubicBezTo>
                  <a:lnTo>
                    <a:pt x="406718" y="68580"/>
                  </a:lnTo>
                  <a:cubicBezTo>
                    <a:pt x="405765" y="30480"/>
                    <a:pt x="375285" y="0"/>
                    <a:pt x="337185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727DAD8-B72B-495E-8C14-60EDDDF6AD41}"/>
                </a:ext>
              </a:extLst>
            </p:cNvPr>
            <p:cNvSpPr/>
            <p:nvPr/>
          </p:nvSpPr>
          <p:spPr>
            <a:xfrm>
              <a:off x="7368301" y="2443162"/>
              <a:ext cx="57150" cy="95250"/>
            </a:xfrm>
            <a:custGeom>
              <a:avLst/>
              <a:gdLst>
                <a:gd name="connsiteX0" fmla="*/ 57388 w 57150"/>
                <a:gd name="connsiteY0" fmla="*/ 9525 h 95250"/>
                <a:gd name="connsiteX1" fmla="*/ 47863 w 57150"/>
                <a:gd name="connsiteY1" fmla="*/ 0 h 95250"/>
                <a:gd name="connsiteX2" fmla="*/ 2143 w 57150"/>
                <a:gd name="connsiteY2" fmla="*/ 45720 h 95250"/>
                <a:gd name="connsiteX3" fmla="*/ 2143 w 57150"/>
                <a:gd name="connsiteY3" fmla="*/ 55245 h 95250"/>
                <a:gd name="connsiteX4" fmla="*/ 48816 w 57150"/>
                <a:gd name="connsiteY4" fmla="*/ 101918 h 95250"/>
                <a:gd name="connsiteX5" fmla="*/ 58341 w 57150"/>
                <a:gd name="connsiteY5" fmla="*/ 92393 h 95250"/>
                <a:gd name="connsiteX6" fmla="*/ 16431 w 57150"/>
                <a:gd name="connsiteY6" fmla="*/ 50483 h 95250"/>
                <a:gd name="connsiteX7" fmla="*/ 57388 w 57150"/>
                <a:gd name="connsiteY7" fmla="*/ 952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150" h="95250">
                  <a:moveTo>
                    <a:pt x="57388" y="9525"/>
                  </a:moveTo>
                  <a:lnTo>
                    <a:pt x="47863" y="0"/>
                  </a:lnTo>
                  <a:lnTo>
                    <a:pt x="2143" y="45720"/>
                  </a:lnTo>
                  <a:cubicBezTo>
                    <a:pt x="-714" y="48578"/>
                    <a:pt x="-714" y="52388"/>
                    <a:pt x="2143" y="55245"/>
                  </a:cubicBezTo>
                  <a:lnTo>
                    <a:pt x="48816" y="101918"/>
                  </a:lnTo>
                  <a:lnTo>
                    <a:pt x="58341" y="92393"/>
                  </a:lnTo>
                  <a:lnTo>
                    <a:pt x="16431" y="50483"/>
                  </a:lnTo>
                  <a:lnTo>
                    <a:pt x="57388" y="952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33FC04B-D042-4B19-9729-83385A03F63A}"/>
                </a:ext>
              </a:extLst>
            </p:cNvPr>
            <p:cNvSpPr/>
            <p:nvPr/>
          </p:nvSpPr>
          <p:spPr>
            <a:xfrm>
              <a:off x="7573327" y="2442210"/>
              <a:ext cx="57150" cy="95250"/>
            </a:xfrm>
            <a:custGeom>
              <a:avLst/>
              <a:gdLst>
                <a:gd name="connsiteX0" fmla="*/ 9525 w 57150"/>
                <a:gd name="connsiteY0" fmla="*/ 0 h 95250"/>
                <a:gd name="connsiteX1" fmla="*/ 0 w 57150"/>
                <a:gd name="connsiteY1" fmla="*/ 9525 h 95250"/>
                <a:gd name="connsiteX2" fmla="*/ 42863 w 57150"/>
                <a:gd name="connsiteY2" fmla="*/ 52387 h 95250"/>
                <a:gd name="connsiteX3" fmla="*/ 0 w 57150"/>
                <a:gd name="connsiteY3" fmla="*/ 95250 h 95250"/>
                <a:gd name="connsiteX4" fmla="*/ 9525 w 57150"/>
                <a:gd name="connsiteY4" fmla="*/ 104775 h 95250"/>
                <a:gd name="connsiteX5" fmla="*/ 57150 w 57150"/>
                <a:gd name="connsiteY5" fmla="*/ 57150 h 95250"/>
                <a:gd name="connsiteX6" fmla="*/ 59055 w 57150"/>
                <a:gd name="connsiteY6" fmla="*/ 52387 h 95250"/>
                <a:gd name="connsiteX7" fmla="*/ 57150 w 57150"/>
                <a:gd name="connsiteY7" fmla="*/ 47625 h 95250"/>
                <a:gd name="connsiteX8" fmla="*/ 9525 w 57150"/>
                <a:gd name="connsiteY8" fmla="*/ 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95250">
                  <a:moveTo>
                    <a:pt x="9525" y="0"/>
                  </a:moveTo>
                  <a:lnTo>
                    <a:pt x="0" y="9525"/>
                  </a:lnTo>
                  <a:lnTo>
                    <a:pt x="42863" y="52387"/>
                  </a:lnTo>
                  <a:lnTo>
                    <a:pt x="0" y="95250"/>
                  </a:lnTo>
                  <a:lnTo>
                    <a:pt x="9525" y="104775"/>
                  </a:lnTo>
                  <a:lnTo>
                    <a:pt x="57150" y="57150"/>
                  </a:lnTo>
                  <a:cubicBezTo>
                    <a:pt x="58103" y="56198"/>
                    <a:pt x="59055" y="54293"/>
                    <a:pt x="59055" y="52387"/>
                  </a:cubicBezTo>
                  <a:cubicBezTo>
                    <a:pt x="59055" y="50482"/>
                    <a:pt x="58103" y="48578"/>
                    <a:pt x="57150" y="47625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6FAF892-C433-4382-83C5-4D609466F908}"/>
                </a:ext>
              </a:extLst>
            </p:cNvPr>
            <p:cNvSpPr/>
            <p:nvPr/>
          </p:nvSpPr>
          <p:spPr>
            <a:xfrm>
              <a:off x="7459585" y="2407131"/>
              <a:ext cx="85725" cy="171450"/>
            </a:xfrm>
            <a:custGeom>
              <a:avLst/>
              <a:gdLst>
                <a:gd name="connsiteX0" fmla="*/ 0 w 85725"/>
                <a:gd name="connsiteY0" fmla="*/ 167152 h 171450"/>
                <a:gd name="connsiteX1" fmla="*/ 74195 w 85725"/>
                <a:gd name="connsiteY1" fmla="*/ 0 h 171450"/>
                <a:gd name="connsiteX2" fmla="*/ 86383 w 85725"/>
                <a:gd name="connsiteY2" fmla="*/ 5410 h 171450"/>
                <a:gd name="connsiteX3" fmla="*/ 12188 w 85725"/>
                <a:gd name="connsiteY3" fmla="*/ 172562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" h="171450">
                  <a:moveTo>
                    <a:pt x="0" y="167152"/>
                  </a:moveTo>
                  <a:lnTo>
                    <a:pt x="74195" y="0"/>
                  </a:lnTo>
                  <a:lnTo>
                    <a:pt x="86383" y="5410"/>
                  </a:lnTo>
                  <a:lnTo>
                    <a:pt x="12188" y="17256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00FBE-D7CF-444E-B54A-758C18A4A0E9}"/>
                </a:ext>
              </a:extLst>
            </p:cNvPr>
            <p:cNvSpPr/>
            <p:nvPr/>
          </p:nvSpPr>
          <p:spPr>
            <a:xfrm>
              <a:off x="7617142" y="3429000"/>
              <a:ext cx="238125" cy="104775"/>
            </a:xfrm>
            <a:custGeom>
              <a:avLst/>
              <a:gdLst>
                <a:gd name="connsiteX0" fmla="*/ 0 w 238125"/>
                <a:gd name="connsiteY0" fmla="*/ 0 h 104775"/>
                <a:gd name="connsiteX1" fmla="*/ 238125 w 238125"/>
                <a:gd name="connsiteY1" fmla="*/ 0 h 104775"/>
                <a:gd name="connsiteX2" fmla="*/ 238125 w 238125"/>
                <a:gd name="connsiteY2" fmla="*/ 108585 h 104775"/>
                <a:gd name="connsiteX3" fmla="*/ 0 w 238125"/>
                <a:gd name="connsiteY3" fmla="*/ 10858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125" h="104775">
                  <a:moveTo>
                    <a:pt x="0" y="0"/>
                  </a:moveTo>
                  <a:lnTo>
                    <a:pt x="238125" y="0"/>
                  </a:lnTo>
                  <a:lnTo>
                    <a:pt x="238125" y="108585"/>
                  </a:lnTo>
                  <a:lnTo>
                    <a:pt x="0" y="108585"/>
                  </a:lnTo>
                  <a:close/>
                </a:path>
              </a:pathLst>
            </a:custGeom>
            <a:solidFill>
              <a:srgbClr val="5580F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F620B2CF-D2CD-47AC-8BC8-D6953DF04682}"/>
                </a:ext>
              </a:extLst>
            </p:cNvPr>
            <p:cNvSpPr/>
            <p:nvPr/>
          </p:nvSpPr>
          <p:spPr>
            <a:xfrm>
              <a:off x="7316152" y="2949892"/>
              <a:ext cx="838200" cy="485775"/>
            </a:xfrm>
            <a:custGeom>
              <a:avLst/>
              <a:gdLst>
                <a:gd name="connsiteX0" fmla="*/ 804863 w 838200"/>
                <a:gd name="connsiteY0" fmla="*/ 0 h 485775"/>
                <a:gd name="connsiteX1" fmla="*/ 39053 w 838200"/>
                <a:gd name="connsiteY1" fmla="*/ 0 h 485775"/>
                <a:gd name="connsiteX2" fmla="*/ 0 w 838200"/>
                <a:gd name="connsiteY2" fmla="*/ 39053 h 485775"/>
                <a:gd name="connsiteX3" fmla="*/ 0 w 838200"/>
                <a:gd name="connsiteY3" fmla="*/ 456247 h 485775"/>
                <a:gd name="connsiteX4" fmla="*/ 39053 w 838200"/>
                <a:gd name="connsiteY4" fmla="*/ 495300 h 485775"/>
                <a:gd name="connsiteX5" fmla="*/ 804863 w 838200"/>
                <a:gd name="connsiteY5" fmla="*/ 495300 h 485775"/>
                <a:gd name="connsiteX6" fmla="*/ 843915 w 838200"/>
                <a:gd name="connsiteY6" fmla="*/ 456247 h 485775"/>
                <a:gd name="connsiteX7" fmla="*/ 843915 w 838200"/>
                <a:gd name="connsiteY7" fmla="*/ 39053 h 485775"/>
                <a:gd name="connsiteX8" fmla="*/ 804863 w 838200"/>
                <a:gd name="connsiteY8" fmla="*/ 0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8200" h="485775">
                  <a:moveTo>
                    <a:pt x="804863" y="0"/>
                  </a:moveTo>
                  <a:lnTo>
                    <a:pt x="39053" y="0"/>
                  </a:lnTo>
                  <a:cubicBezTo>
                    <a:pt x="17145" y="0"/>
                    <a:pt x="0" y="18097"/>
                    <a:pt x="0" y="39053"/>
                  </a:cubicBezTo>
                  <a:lnTo>
                    <a:pt x="0" y="456247"/>
                  </a:lnTo>
                  <a:cubicBezTo>
                    <a:pt x="0" y="478155"/>
                    <a:pt x="18097" y="495300"/>
                    <a:pt x="39053" y="495300"/>
                  </a:cubicBezTo>
                  <a:lnTo>
                    <a:pt x="804863" y="495300"/>
                  </a:lnTo>
                  <a:cubicBezTo>
                    <a:pt x="826770" y="495300"/>
                    <a:pt x="843915" y="477203"/>
                    <a:pt x="843915" y="456247"/>
                  </a:cubicBezTo>
                  <a:lnTo>
                    <a:pt x="843915" y="39053"/>
                  </a:lnTo>
                  <a:cubicBezTo>
                    <a:pt x="843915" y="18097"/>
                    <a:pt x="826770" y="0"/>
                    <a:pt x="80486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D7525FA-1AED-4321-9B4A-CB52AC1852D2}"/>
                </a:ext>
              </a:extLst>
            </p:cNvPr>
            <p:cNvSpPr/>
            <p:nvPr/>
          </p:nvSpPr>
          <p:spPr>
            <a:xfrm>
              <a:off x="7341870" y="2972752"/>
              <a:ext cx="790575" cy="400050"/>
            </a:xfrm>
            <a:custGeom>
              <a:avLst/>
              <a:gdLst>
                <a:gd name="connsiteX0" fmla="*/ 0 w 790575"/>
                <a:gd name="connsiteY0" fmla="*/ 0 h 400050"/>
                <a:gd name="connsiteX1" fmla="*/ 792480 w 790575"/>
                <a:gd name="connsiteY1" fmla="*/ 0 h 400050"/>
                <a:gd name="connsiteX2" fmla="*/ 792480 w 790575"/>
                <a:gd name="connsiteY2" fmla="*/ 401955 h 400050"/>
                <a:gd name="connsiteX3" fmla="*/ 0 w 790575"/>
                <a:gd name="connsiteY3" fmla="*/ 40195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0575" h="400050">
                  <a:moveTo>
                    <a:pt x="0" y="0"/>
                  </a:moveTo>
                  <a:lnTo>
                    <a:pt x="792480" y="0"/>
                  </a:lnTo>
                  <a:lnTo>
                    <a:pt x="792480" y="401955"/>
                  </a:lnTo>
                  <a:lnTo>
                    <a:pt x="0" y="401955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520C424-D54E-4ECC-8FD6-C5EE55F485DD}"/>
                </a:ext>
              </a:extLst>
            </p:cNvPr>
            <p:cNvSpPr/>
            <p:nvPr/>
          </p:nvSpPr>
          <p:spPr>
            <a:xfrm>
              <a:off x="7519987" y="3522345"/>
              <a:ext cx="409575" cy="28575"/>
            </a:xfrm>
            <a:custGeom>
              <a:avLst/>
              <a:gdLst>
                <a:gd name="connsiteX0" fmla="*/ 401955 w 409575"/>
                <a:gd name="connsiteY0" fmla="*/ 0 h 28575"/>
                <a:gd name="connsiteX1" fmla="*/ 15240 w 409575"/>
                <a:gd name="connsiteY1" fmla="*/ 0 h 28575"/>
                <a:gd name="connsiteX2" fmla="*/ 0 w 409575"/>
                <a:gd name="connsiteY2" fmla="*/ 15240 h 28575"/>
                <a:gd name="connsiteX3" fmla="*/ 15240 w 409575"/>
                <a:gd name="connsiteY3" fmla="*/ 30480 h 28575"/>
                <a:gd name="connsiteX4" fmla="*/ 401955 w 409575"/>
                <a:gd name="connsiteY4" fmla="*/ 30480 h 28575"/>
                <a:gd name="connsiteX5" fmla="*/ 417195 w 409575"/>
                <a:gd name="connsiteY5" fmla="*/ 15240 h 28575"/>
                <a:gd name="connsiteX6" fmla="*/ 401955 w 409575"/>
                <a:gd name="connsiteY6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575" h="28575">
                  <a:moveTo>
                    <a:pt x="401955" y="0"/>
                  </a:moveTo>
                  <a:lnTo>
                    <a:pt x="15240" y="0"/>
                  </a:lnTo>
                  <a:cubicBezTo>
                    <a:pt x="6668" y="0"/>
                    <a:pt x="0" y="6667"/>
                    <a:pt x="0" y="15240"/>
                  </a:cubicBezTo>
                  <a:cubicBezTo>
                    <a:pt x="0" y="23813"/>
                    <a:pt x="6668" y="30480"/>
                    <a:pt x="15240" y="30480"/>
                  </a:cubicBezTo>
                  <a:lnTo>
                    <a:pt x="401955" y="30480"/>
                  </a:lnTo>
                  <a:cubicBezTo>
                    <a:pt x="410528" y="30480"/>
                    <a:pt x="417195" y="23813"/>
                    <a:pt x="417195" y="15240"/>
                  </a:cubicBezTo>
                  <a:cubicBezTo>
                    <a:pt x="417195" y="6667"/>
                    <a:pt x="410528" y="0"/>
                    <a:pt x="40195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2A3DABC-4B09-494E-ADA6-D5A71181D260}"/>
                </a:ext>
              </a:extLst>
            </p:cNvPr>
            <p:cNvSpPr/>
            <p:nvPr/>
          </p:nvSpPr>
          <p:spPr>
            <a:xfrm>
              <a:off x="7609522" y="3091174"/>
              <a:ext cx="66675" cy="209550"/>
            </a:xfrm>
            <a:custGeom>
              <a:avLst/>
              <a:gdLst>
                <a:gd name="connsiteX0" fmla="*/ 50483 w 66675"/>
                <a:gd name="connsiteY0" fmla="*/ 2546 h 209550"/>
                <a:gd name="connsiteX1" fmla="*/ 25718 w 66675"/>
                <a:gd name="connsiteY1" fmla="*/ 30168 h 209550"/>
                <a:gd name="connsiteX2" fmla="*/ 23813 w 66675"/>
                <a:gd name="connsiteY2" fmla="*/ 71126 h 209550"/>
                <a:gd name="connsiteX3" fmla="*/ 18097 w 66675"/>
                <a:gd name="connsiteY3" fmla="*/ 87318 h 209550"/>
                <a:gd name="connsiteX4" fmla="*/ 0 w 66675"/>
                <a:gd name="connsiteY4" fmla="*/ 95891 h 209550"/>
                <a:gd name="connsiteX5" fmla="*/ 0 w 66675"/>
                <a:gd name="connsiteY5" fmla="*/ 121608 h 209550"/>
                <a:gd name="connsiteX6" fmla="*/ 8572 w 66675"/>
                <a:gd name="connsiteY6" fmla="*/ 123513 h 209550"/>
                <a:gd name="connsiteX7" fmla="*/ 22860 w 66675"/>
                <a:gd name="connsiteY7" fmla="*/ 139706 h 209550"/>
                <a:gd name="connsiteX8" fmla="*/ 36195 w 66675"/>
                <a:gd name="connsiteY8" fmla="*/ 208286 h 209550"/>
                <a:gd name="connsiteX9" fmla="*/ 75247 w 66675"/>
                <a:gd name="connsiteY9" fmla="*/ 217811 h 209550"/>
                <a:gd name="connsiteX10" fmla="*/ 75247 w 66675"/>
                <a:gd name="connsiteY10" fmla="*/ 190188 h 209550"/>
                <a:gd name="connsiteX11" fmla="*/ 61913 w 66675"/>
                <a:gd name="connsiteY11" fmla="*/ 189236 h 209550"/>
                <a:gd name="connsiteX12" fmla="*/ 53340 w 66675"/>
                <a:gd name="connsiteY12" fmla="*/ 177806 h 209550"/>
                <a:gd name="connsiteX13" fmla="*/ 32385 w 66675"/>
                <a:gd name="connsiteY13" fmla="*/ 109226 h 209550"/>
                <a:gd name="connsiteX14" fmla="*/ 52388 w 66675"/>
                <a:gd name="connsiteY14" fmla="*/ 74936 h 209550"/>
                <a:gd name="connsiteX15" fmla="*/ 53340 w 66675"/>
                <a:gd name="connsiteY15" fmla="*/ 52076 h 209550"/>
                <a:gd name="connsiteX16" fmla="*/ 54293 w 66675"/>
                <a:gd name="connsiteY16" fmla="*/ 35883 h 209550"/>
                <a:gd name="connsiteX17" fmla="*/ 64770 w 66675"/>
                <a:gd name="connsiteY17" fmla="*/ 27311 h 209550"/>
                <a:gd name="connsiteX18" fmla="*/ 74295 w 66675"/>
                <a:gd name="connsiteY18" fmla="*/ 27311 h 209550"/>
                <a:gd name="connsiteX19" fmla="*/ 74295 w 66675"/>
                <a:gd name="connsiteY19" fmla="*/ 27311 h 209550"/>
                <a:gd name="connsiteX20" fmla="*/ 74295 w 66675"/>
                <a:gd name="connsiteY20" fmla="*/ 641 h 209550"/>
                <a:gd name="connsiteX21" fmla="*/ 50483 w 66675"/>
                <a:gd name="connsiteY21" fmla="*/ 2546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6675" h="209550">
                  <a:moveTo>
                    <a:pt x="50483" y="2546"/>
                  </a:moveTo>
                  <a:cubicBezTo>
                    <a:pt x="36195" y="6356"/>
                    <a:pt x="27622" y="15881"/>
                    <a:pt x="25718" y="30168"/>
                  </a:cubicBezTo>
                  <a:cubicBezTo>
                    <a:pt x="23813" y="43503"/>
                    <a:pt x="25718" y="57791"/>
                    <a:pt x="23813" y="71126"/>
                  </a:cubicBezTo>
                  <a:cubicBezTo>
                    <a:pt x="22860" y="76841"/>
                    <a:pt x="21908" y="82556"/>
                    <a:pt x="18097" y="87318"/>
                  </a:cubicBezTo>
                  <a:cubicBezTo>
                    <a:pt x="13335" y="93986"/>
                    <a:pt x="0" y="95891"/>
                    <a:pt x="0" y="95891"/>
                  </a:cubicBezTo>
                  <a:lnTo>
                    <a:pt x="0" y="121608"/>
                  </a:lnTo>
                  <a:cubicBezTo>
                    <a:pt x="0" y="121608"/>
                    <a:pt x="2858" y="121608"/>
                    <a:pt x="8572" y="123513"/>
                  </a:cubicBezTo>
                  <a:cubicBezTo>
                    <a:pt x="16193" y="126371"/>
                    <a:pt x="20003" y="132086"/>
                    <a:pt x="22860" y="139706"/>
                  </a:cubicBezTo>
                  <a:cubicBezTo>
                    <a:pt x="28575" y="161613"/>
                    <a:pt x="16193" y="192093"/>
                    <a:pt x="36195" y="208286"/>
                  </a:cubicBezTo>
                  <a:cubicBezTo>
                    <a:pt x="44768" y="215906"/>
                    <a:pt x="60008" y="217811"/>
                    <a:pt x="75247" y="217811"/>
                  </a:cubicBezTo>
                  <a:lnTo>
                    <a:pt x="75247" y="190188"/>
                  </a:lnTo>
                  <a:cubicBezTo>
                    <a:pt x="72390" y="190188"/>
                    <a:pt x="64770" y="190188"/>
                    <a:pt x="61913" y="189236"/>
                  </a:cubicBezTo>
                  <a:cubicBezTo>
                    <a:pt x="56197" y="187331"/>
                    <a:pt x="54293" y="183521"/>
                    <a:pt x="53340" y="177806"/>
                  </a:cubicBezTo>
                  <a:cubicBezTo>
                    <a:pt x="51435" y="153041"/>
                    <a:pt x="57150" y="123513"/>
                    <a:pt x="32385" y="109226"/>
                  </a:cubicBezTo>
                  <a:cubicBezTo>
                    <a:pt x="44768" y="100653"/>
                    <a:pt x="50483" y="90176"/>
                    <a:pt x="52388" y="74936"/>
                  </a:cubicBezTo>
                  <a:cubicBezTo>
                    <a:pt x="53340" y="67316"/>
                    <a:pt x="53340" y="59696"/>
                    <a:pt x="53340" y="52076"/>
                  </a:cubicBezTo>
                  <a:cubicBezTo>
                    <a:pt x="53340" y="47313"/>
                    <a:pt x="52388" y="40646"/>
                    <a:pt x="54293" y="35883"/>
                  </a:cubicBezTo>
                  <a:cubicBezTo>
                    <a:pt x="56197" y="30168"/>
                    <a:pt x="60008" y="28263"/>
                    <a:pt x="64770" y="27311"/>
                  </a:cubicBezTo>
                  <a:cubicBezTo>
                    <a:pt x="67628" y="27311"/>
                    <a:pt x="72390" y="28263"/>
                    <a:pt x="74295" y="27311"/>
                  </a:cubicBezTo>
                  <a:cubicBezTo>
                    <a:pt x="74295" y="27311"/>
                    <a:pt x="74295" y="27311"/>
                    <a:pt x="74295" y="27311"/>
                  </a:cubicBezTo>
                  <a:lnTo>
                    <a:pt x="74295" y="641"/>
                  </a:lnTo>
                  <a:cubicBezTo>
                    <a:pt x="69533" y="-1264"/>
                    <a:pt x="55245" y="1593"/>
                    <a:pt x="50483" y="2546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6A0E76D-538D-4E42-81B6-7FEF835F2679}"/>
                </a:ext>
              </a:extLst>
            </p:cNvPr>
            <p:cNvSpPr/>
            <p:nvPr/>
          </p:nvSpPr>
          <p:spPr>
            <a:xfrm>
              <a:off x="7791450" y="3091814"/>
              <a:ext cx="66675" cy="209550"/>
            </a:xfrm>
            <a:custGeom>
              <a:avLst/>
              <a:gdLst>
                <a:gd name="connsiteX0" fmla="*/ 51435 w 66675"/>
                <a:gd name="connsiteY0" fmla="*/ 60960 h 209550"/>
                <a:gd name="connsiteX1" fmla="*/ 48578 w 66675"/>
                <a:gd name="connsiteY1" fmla="*/ 21908 h 209550"/>
                <a:gd name="connsiteX2" fmla="*/ 20955 w 66675"/>
                <a:gd name="connsiteY2" fmla="*/ 952 h 209550"/>
                <a:gd name="connsiteX3" fmla="*/ 3810 w 66675"/>
                <a:gd name="connsiteY3" fmla="*/ 0 h 209550"/>
                <a:gd name="connsiteX4" fmla="*/ 0 w 66675"/>
                <a:gd name="connsiteY4" fmla="*/ 0 h 209550"/>
                <a:gd name="connsiteX5" fmla="*/ 0 w 66675"/>
                <a:gd name="connsiteY5" fmla="*/ 27623 h 209550"/>
                <a:gd name="connsiteX6" fmla="*/ 8572 w 66675"/>
                <a:gd name="connsiteY6" fmla="*/ 27623 h 209550"/>
                <a:gd name="connsiteX7" fmla="*/ 20955 w 66675"/>
                <a:gd name="connsiteY7" fmla="*/ 34290 h 209550"/>
                <a:gd name="connsiteX8" fmla="*/ 22860 w 66675"/>
                <a:gd name="connsiteY8" fmla="*/ 56198 h 209550"/>
                <a:gd name="connsiteX9" fmla="*/ 23813 w 66675"/>
                <a:gd name="connsiteY9" fmla="*/ 74295 h 209550"/>
                <a:gd name="connsiteX10" fmla="*/ 43815 w 66675"/>
                <a:gd name="connsiteY10" fmla="*/ 108585 h 209550"/>
                <a:gd name="connsiteX11" fmla="*/ 22860 w 66675"/>
                <a:gd name="connsiteY11" fmla="*/ 154305 h 209550"/>
                <a:gd name="connsiteX12" fmla="*/ 8572 w 66675"/>
                <a:gd name="connsiteY12" fmla="*/ 189548 h 209550"/>
                <a:gd name="connsiteX13" fmla="*/ 0 w 66675"/>
                <a:gd name="connsiteY13" fmla="*/ 190500 h 209550"/>
                <a:gd name="connsiteX14" fmla="*/ 0 w 66675"/>
                <a:gd name="connsiteY14" fmla="*/ 216218 h 209550"/>
                <a:gd name="connsiteX15" fmla="*/ 2857 w 66675"/>
                <a:gd name="connsiteY15" fmla="*/ 216218 h 209550"/>
                <a:gd name="connsiteX16" fmla="*/ 26670 w 66675"/>
                <a:gd name="connsiteY16" fmla="*/ 214313 h 209550"/>
                <a:gd name="connsiteX17" fmla="*/ 51435 w 66675"/>
                <a:gd name="connsiteY17" fmla="*/ 166688 h 209550"/>
                <a:gd name="connsiteX18" fmla="*/ 75247 w 66675"/>
                <a:gd name="connsiteY18" fmla="*/ 121920 h 209550"/>
                <a:gd name="connsiteX19" fmla="*/ 75247 w 66675"/>
                <a:gd name="connsiteY19" fmla="*/ 95250 h 209550"/>
                <a:gd name="connsiteX20" fmla="*/ 61913 w 66675"/>
                <a:gd name="connsiteY20" fmla="*/ 91440 h 209550"/>
                <a:gd name="connsiteX21" fmla="*/ 51435 w 66675"/>
                <a:gd name="connsiteY21" fmla="*/ 6096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6675" h="209550">
                  <a:moveTo>
                    <a:pt x="51435" y="60960"/>
                  </a:moveTo>
                  <a:cubicBezTo>
                    <a:pt x="51435" y="48577"/>
                    <a:pt x="52388" y="34290"/>
                    <a:pt x="48578" y="21908"/>
                  </a:cubicBezTo>
                  <a:cubicBezTo>
                    <a:pt x="44768" y="9525"/>
                    <a:pt x="33338" y="2858"/>
                    <a:pt x="20955" y="952"/>
                  </a:cubicBezTo>
                  <a:cubicBezTo>
                    <a:pt x="15240" y="0"/>
                    <a:pt x="9525" y="0"/>
                    <a:pt x="3810" y="0"/>
                  </a:cubicBezTo>
                  <a:cubicBezTo>
                    <a:pt x="953" y="0"/>
                    <a:pt x="953" y="0"/>
                    <a:pt x="0" y="0"/>
                  </a:cubicBezTo>
                  <a:lnTo>
                    <a:pt x="0" y="27623"/>
                  </a:lnTo>
                  <a:cubicBezTo>
                    <a:pt x="1905" y="27623"/>
                    <a:pt x="6668" y="27623"/>
                    <a:pt x="8572" y="27623"/>
                  </a:cubicBezTo>
                  <a:cubicBezTo>
                    <a:pt x="13335" y="27623"/>
                    <a:pt x="19050" y="28575"/>
                    <a:pt x="20955" y="34290"/>
                  </a:cubicBezTo>
                  <a:cubicBezTo>
                    <a:pt x="23813" y="40005"/>
                    <a:pt x="21907" y="49530"/>
                    <a:pt x="22860" y="56198"/>
                  </a:cubicBezTo>
                  <a:cubicBezTo>
                    <a:pt x="22860" y="62865"/>
                    <a:pt x="22860" y="68580"/>
                    <a:pt x="23813" y="74295"/>
                  </a:cubicBezTo>
                  <a:cubicBezTo>
                    <a:pt x="24765" y="89535"/>
                    <a:pt x="31432" y="100013"/>
                    <a:pt x="43815" y="108585"/>
                  </a:cubicBezTo>
                  <a:cubicBezTo>
                    <a:pt x="26670" y="118110"/>
                    <a:pt x="23813" y="136208"/>
                    <a:pt x="22860" y="154305"/>
                  </a:cubicBezTo>
                  <a:cubicBezTo>
                    <a:pt x="21907" y="167640"/>
                    <a:pt x="26670" y="187643"/>
                    <a:pt x="8572" y="189548"/>
                  </a:cubicBezTo>
                  <a:cubicBezTo>
                    <a:pt x="3810" y="190500"/>
                    <a:pt x="953" y="188595"/>
                    <a:pt x="0" y="190500"/>
                  </a:cubicBezTo>
                  <a:lnTo>
                    <a:pt x="0" y="216218"/>
                  </a:lnTo>
                  <a:cubicBezTo>
                    <a:pt x="953" y="216218"/>
                    <a:pt x="1905" y="216218"/>
                    <a:pt x="2857" y="216218"/>
                  </a:cubicBezTo>
                  <a:cubicBezTo>
                    <a:pt x="10478" y="217170"/>
                    <a:pt x="20003" y="216218"/>
                    <a:pt x="26670" y="214313"/>
                  </a:cubicBezTo>
                  <a:cubicBezTo>
                    <a:pt x="49530" y="207645"/>
                    <a:pt x="51435" y="187643"/>
                    <a:pt x="51435" y="166688"/>
                  </a:cubicBezTo>
                  <a:cubicBezTo>
                    <a:pt x="51435" y="147638"/>
                    <a:pt x="50482" y="123825"/>
                    <a:pt x="75247" y="121920"/>
                  </a:cubicBezTo>
                  <a:lnTo>
                    <a:pt x="75247" y="95250"/>
                  </a:lnTo>
                  <a:cubicBezTo>
                    <a:pt x="75247" y="95250"/>
                    <a:pt x="64770" y="93345"/>
                    <a:pt x="61913" y="91440"/>
                  </a:cubicBezTo>
                  <a:cubicBezTo>
                    <a:pt x="51435" y="84773"/>
                    <a:pt x="51435" y="71438"/>
                    <a:pt x="51435" y="60960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0ABD4354-CB99-4770-B0FD-D2E592C69F9A}"/>
                </a:ext>
              </a:extLst>
            </p:cNvPr>
            <p:cNvSpPr/>
            <p:nvPr/>
          </p:nvSpPr>
          <p:spPr>
            <a:xfrm>
              <a:off x="7692390" y="3154680"/>
              <a:ext cx="85725" cy="19050"/>
            </a:xfrm>
            <a:custGeom>
              <a:avLst/>
              <a:gdLst>
                <a:gd name="connsiteX0" fmla="*/ 0 w 85725"/>
                <a:gd name="connsiteY0" fmla="*/ 0 h 19050"/>
                <a:gd name="connsiteX1" fmla="*/ 91440 w 85725"/>
                <a:gd name="connsiteY1" fmla="*/ 0 h 19050"/>
                <a:gd name="connsiteX2" fmla="*/ 91440 w 85725"/>
                <a:gd name="connsiteY2" fmla="*/ 24765 h 19050"/>
                <a:gd name="connsiteX3" fmla="*/ 0 w 85725"/>
                <a:gd name="connsiteY3" fmla="*/ 2476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" h="19050">
                  <a:moveTo>
                    <a:pt x="0" y="0"/>
                  </a:moveTo>
                  <a:lnTo>
                    <a:pt x="91440" y="0"/>
                  </a:lnTo>
                  <a:lnTo>
                    <a:pt x="91440" y="24765"/>
                  </a:lnTo>
                  <a:lnTo>
                    <a:pt x="0" y="24765"/>
                  </a:ln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1A985F3-E4C5-47BC-9609-18C5EE88EB80}"/>
                </a:ext>
              </a:extLst>
            </p:cNvPr>
            <p:cNvSpPr/>
            <p:nvPr/>
          </p:nvSpPr>
          <p:spPr>
            <a:xfrm>
              <a:off x="7692390" y="3188970"/>
              <a:ext cx="85725" cy="19050"/>
            </a:xfrm>
            <a:custGeom>
              <a:avLst/>
              <a:gdLst>
                <a:gd name="connsiteX0" fmla="*/ 0 w 85725"/>
                <a:gd name="connsiteY0" fmla="*/ 0 h 19050"/>
                <a:gd name="connsiteX1" fmla="*/ 91440 w 85725"/>
                <a:gd name="connsiteY1" fmla="*/ 0 h 19050"/>
                <a:gd name="connsiteX2" fmla="*/ 91440 w 85725"/>
                <a:gd name="connsiteY2" fmla="*/ 24765 h 19050"/>
                <a:gd name="connsiteX3" fmla="*/ 0 w 85725"/>
                <a:gd name="connsiteY3" fmla="*/ 2476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" h="19050">
                  <a:moveTo>
                    <a:pt x="0" y="0"/>
                  </a:moveTo>
                  <a:lnTo>
                    <a:pt x="91440" y="0"/>
                  </a:lnTo>
                  <a:lnTo>
                    <a:pt x="91440" y="24765"/>
                  </a:lnTo>
                  <a:lnTo>
                    <a:pt x="0" y="24765"/>
                  </a:ln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77D31F-0ABF-4045-AF6B-EFCA16F0C795}"/>
                </a:ext>
              </a:extLst>
            </p:cNvPr>
            <p:cNvSpPr/>
            <p:nvPr/>
          </p:nvSpPr>
          <p:spPr>
            <a:xfrm>
              <a:off x="7692390" y="3223260"/>
              <a:ext cx="47625" cy="19050"/>
            </a:xfrm>
            <a:custGeom>
              <a:avLst/>
              <a:gdLst>
                <a:gd name="connsiteX0" fmla="*/ 0 w 47625"/>
                <a:gd name="connsiteY0" fmla="*/ 0 h 19050"/>
                <a:gd name="connsiteX1" fmla="*/ 53340 w 47625"/>
                <a:gd name="connsiteY1" fmla="*/ 0 h 19050"/>
                <a:gd name="connsiteX2" fmla="*/ 53340 w 47625"/>
                <a:gd name="connsiteY2" fmla="*/ 24765 h 19050"/>
                <a:gd name="connsiteX3" fmla="*/ 0 w 47625"/>
                <a:gd name="connsiteY3" fmla="*/ 2476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19050">
                  <a:moveTo>
                    <a:pt x="0" y="0"/>
                  </a:moveTo>
                  <a:lnTo>
                    <a:pt x="53340" y="0"/>
                  </a:lnTo>
                  <a:lnTo>
                    <a:pt x="53340" y="24765"/>
                  </a:lnTo>
                  <a:lnTo>
                    <a:pt x="0" y="24765"/>
                  </a:ln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1CB51ABE-C76A-4F6C-BF34-31DB35FA3552}"/>
                </a:ext>
              </a:extLst>
            </p:cNvPr>
            <p:cNvSpPr/>
            <p:nvPr/>
          </p:nvSpPr>
          <p:spPr>
            <a:xfrm>
              <a:off x="7341870" y="2972752"/>
              <a:ext cx="95250" cy="400050"/>
            </a:xfrm>
            <a:custGeom>
              <a:avLst/>
              <a:gdLst>
                <a:gd name="connsiteX0" fmla="*/ 0 w 95250"/>
                <a:gd name="connsiteY0" fmla="*/ 0 h 400050"/>
                <a:gd name="connsiteX1" fmla="*/ 98107 w 95250"/>
                <a:gd name="connsiteY1" fmla="*/ 0 h 400050"/>
                <a:gd name="connsiteX2" fmla="*/ 98107 w 95250"/>
                <a:gd name="connsiteY2" fmla="*/ 402908 h 400050"/>
                <a:gd name="connsiteX3" fmla="*/ 0 w 95250"/>
                <a:gd name="connsiteY3" fmla="*/ 402908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" h="400050">
                  <a:moveTo>
                    <a:pt x="0" y="0"/>
                  </a:moveTo>
                  <a:lnTo>
                    <a:pt x="98107" y="0"/>
                  </a:lnTo>
                  <a:lnTo>
                    <a:pt x="98107" y="402908"/>
                  </a:lnTo>
                  <a:lnTo>
                    <a:pt x="0" y="402908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8081E980-CF26-4D8D-8C9A-FF1551D7E7CD}"/>
                </a:ext>
              </a:extLst>
            </p:cNvPr>
            <p:cNvSpPr/>
            <p:nvPr/>
          </p:nvSpPr>
          <p:spPr>
            <a:xfrm>
              <a:off x="8081962" y="2972752"/>
              <a:ext cx="47625" cy="400050"/>
            </a:xfrm>
            <a:custGeom>
              <a:avLst/>
              <a:gdLst>
                <a:gd name="connsiteX0" fmla="*/ 0 w 47625"/>
                <a:gd name="connsiteY0" fmla="*/ 0 h 400050"/>
                <a:gd name="connsiteX1" fmla="*/ 52388 w 47625"/>
                <a:gd name="connsiteY1" fmla="*/ 0 h 400050"/>
                <a:gd name="connsiteX2" fmla="*/ 52388 w 47625"/>
                <a:gd name="connsiteY2" fmla="*/ 402908 h 400050"/>
                <a:gd name="connsiteX3" fmla="*/ 0 w 47625"/>
                <a:gd name="connsiteY3" fmla="*/ 402908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400050">
                  <a:moveTo>
                    <a:pt x="0" y="0"/>
                  </a:moveTo>
                  <a:lnTo>
                    <a:pt x="52388" y="0"/>
                  </a:lnTo>
                  <a:lnTo>
                    <a:pt x="52388" y="402908"/>
                  </a:lnTo>
                  <a:lnTo>
                    <a:pt x="0" y="402908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91F3EC6-D2D7-4FCF-91AF-F5D0225D94B5}"/>
                </a:ext>
              </a:extLst>
            </p:cNvPr>
            <p:cNvSpPr/>
            <p:nvPr/>
          </p:nvSpPr>
          <p:spPr>
            <a:xfrm>
              <a:off x="7352347" y="3037522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2 w 28575"/>
                <a:gd name="connsiteY1" fmla="*/ 0 h 19050"/>
                <a:gd name="connsiteX2" fmla="*/ 31432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2" y="0"/>
                  </a:lnTo>
                  <a:lnTo>
                    <a:pt x="31432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4A07BE17-3DF0-424B-AC54-AB33BB328D4E}"/>
                </a:ext>
              </a:extLst>
            </p:cNvPr>
            <p:cNvSpPr/>
            <p:nvPr/>
          </p:nvSpPr>
          <p:spPr>
            <a:xfrm>
              <a:off x="7397115" y="3037522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2 w 28575"/>
                <a:gd name="connsiteY1" fmla="*/ 0 h 19050"/>
                <a:gd name="connsiteX2" fmla="*/ 31432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2" y="0"/>
                  </a:lnTo>
                  <a:lnTo>
                    <a:pt x="31432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89AE824-C865-4499-BE00-30308FC8A20C}"/>
                </a:ext>
              </a:extLst>
            </p:cNvPr>
            <p:cNvSpPr/>
            <p:nvPr/>
          </p:nvSpPr>
          <p:spPr>
            <a:xfrm>
              <a:off x="7352347" y="3076575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2 w 28575"/>
                <a:gd name="connsiteY1" fmla="*/ 0 h 19050"/>
                <a:gd name="connsiteX2" fmla="*/ 31432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2" y="0"/>
                  </a:lnTo>
                  <a:lnTo>
                    <a:pt x="31432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477479E-4A29-439F-9035-525EEC574CF0}"/>
                </a:ext>
              </a:extLst>
            </p:cNvPr>
            <p:cNvSpPr/>
            <p:nvPr/>
          </p:nvSpPr>
          <p:spPr>
            <a:xfrm>
              <a:off x="7397115" y="3076575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2 w 28575"/>
                <a:gd name="connsiteY1" fmla="*/ 0 h 19050"/>
                <a:gd name="connsiteX2" fmla="*/ 31432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2" y="0"/>
                  </a:lnTo>
                  <a:lnTo>
                    <a:pt x="31432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85FEA18-4120-4B3E-ACBB-F05C3D49BA9F}"/>
                </a:ext>
              </a:extLst>
            </p:cNvPr>
            <p:cNvSpPr/>
            <p:nvPr/>
          </p:nvSpPr>
          <p:spPr>
            <a:xfrm>
              <a:off x="7352347" y="3116580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2 w 28575"/>
                <a:gd name="connsiteY1" fmla="*/ 0 h 19050"/>
                <a:gd name="connsiteX2" fmla="*/ 31432 w 28575"/>
                <a:gd name="connsiteY2" fmla="*/ 27622 h 19050"/>
                <a:gd name="connsiteX3" fmla="*/ 0 w 28575"/>
                <a:gd name="connsiteY3" fmla="*/ 2762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2" y="0"/>
                  </a:lnTo>
                  <a:lnTo>
                    <a:pt x="31432" y="27622"/>
                  </a:lnTo>
                  <a:lnTo>
                    <a:pt x="0" y="2762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46D724D-CD54-4932-84E1-FCFEC242784B}"/>
                </a:ext>
              </a:extLst>
            </p:cNvPr>
            <p:cNvSpPr/>
            <p:nvPr/>
          </p:nvSpPr>
          <p:spPr>
            <a:xfrm>
              <a:off x="7397115" y="3116580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2 w 28575"/>
                <a:gd name="connsiteY1" fmla="*/ 0 h 19050"/>
                <a:gd name="connsiteX2" fmla="*/ 31432 w 28575"/>
                <a:gd name="connsiteY2" fmla="*/ 27622 h 19050"/>
                <a:gd name="connsiteX3" fmla="*/ 0 w 28575"/>
                <a:gd name="connsiteY3" fmla="*/ 2762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2" y="0"/>
                  </a:lnTo>
                  <a:lnTo>
                    <a:pt x="31432" y="27622"/>
                  </a:lnTo>
                  <a:lnTo>
                    <a:pt x="0" y="2762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345343F-AAC8-44F6-BD12-4F4AB4DB0076}"/>
                </a:ext>
              </a:extLst>
            </p:cNvPr>
            <p:cNvSpPr/>
            <p:nvPr/>
          </p:nvSpPr>
          <p:spPr>
            <a:xfrm>
              <a:off x="7352347" y="3156585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2 w 28575"/>
                <a:gd name="connsiteY1" fmla="*/ 0 h 19050"/>
                <a:gd name="connsiteX2" fmla="*/ 31432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2" y="0"/>
                  </a:lnTo>
                  <a:lnTo>
                    <a:pt x="31432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3C11A12-B121-4ED1-B182-C68089B87351}"/>
                </a:ext>
              </a:extLst>
            </p:cNvPr>
            <p:cNvSpPr/>
            <p:nvPr/>
          </p:nvSpPr>
          <p:spPr>
            <a:xfrm>
              <a:off x="7397115" y="3156585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2 w 28575"/>
                <a:gd name="connsiteY1" fmla="*/ 0 h 19050"/>
                <a:gd name="connsiteX2" fmla="*/ 31432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2" y="0"/>
                  </a:lnTo>
                  <a:lnTo>
                    <a:pt x="31432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500E7264-D6C7-4353-AAF5-F7990B0A89D7}"/>
                </a:ext>
              </a:extLst>
            </p:cNvPr>
            <p:cNvSpPr/>
            <p:nvPr/>
          </p:nvSpPr>
          <p:spPr>
            <a:xfrm>
              <a:off x="7352347" y="3196590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2 w 28575"/>
                <a:gd name="connsiteY1" fmla="*/ 0 h 19050"/>
                <a:gd name="connsiteX2" fmla="*/ 31432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2" y="0"/>
                  </a:lnTo>
                  <a:lnTo>
                    <a:pt x="31432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C8ADBF7-3F34-47D7-8A17-9BD0C157449A}"/>
                </a:ext>
              </a:extLst>
            </p:cNvPr>
            <p:cNvSpPr/>
            <p:nvPr/>
          </p:nvSpPr>
          <p:spPr>
            <a:xfrm>
              <a:off x="7397115" y="3196590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2 w 28575"/>
                <a:gd name="connsiteY1" fmla="*/ 0 h 19050"/>
                <a:gd name="connsiteX2" fmla="*/ 31432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2" y="0"/>
                  </a:lnTo>
                  <a:lnTo>
                    <a:pt x="31432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3C53129-C72E-4AA6-A873-8B78C26BDD7E}"/>
                </a:ext>
              </a:extLst>
            </p:cNvPr>
            <p:cNvSpPr/>
            <p:nvPr/>
          </p:nvSpPr>
          <p:spPr>
            <a:xfrm>
              <a:off x="7352347" y="3236595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2 w 28575"/>
                <a:gd name="connsiteY1" fmla="*/ 0 h 19050"/>
                <a:gd name="connsiteX2" fmla="*/ 31432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2" y="0"/>
                  </a:lnTo>
                  <a:lnTo>
                    <a:pt x="31432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0B04200-F443-41FC-8ACD-0EBB99CB6906}"/>
                </a:ext>
              </a:extLst>
            </p:cNvPr>
            <p:cNvSpPr/>
            <p:nvPr/>
          </p:nvSpPr>
          <p:spPr>
            <a:xfrm>
              <a:off x="7397115" y="3236595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2 w 28575"/>
                <a:gd name="connsiteY1" fmla="*/ 0 h 19050"/>
                <a:gd name="connsiteX2" fmla="*/ 31432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2" y="0"/>
                  </a:lnTo>
                  <a:lnTo>
                    <a:pt x="31432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2D0135E-8A50-4BC4-8CC4-3AF25DFA5E73}"/>
                </a:ext>
              </a:extLst>
            </p:cNvPr>
            <p:cNvSpPr/>
            <p:nvPr/>
          </p:nvSpPr>
          <p:spPr>
            <a:xfrm>
              <a:off x="7352347" y="3294697"/>
              <a:ext cx="28575" cy="57150"/>
            </a:xfrm>
            <a:custGeom>
              <a:avLst/>
              <a:gdLst>
                <a:gd name="connsiteX0" fmla="*/ 0 w 28575"/>
                <a:gd name="connsiteY0" fmla="*/ 0 h 57150"/>
                <a:gd name="connsiteX1" fmla="*/ 31432 w 28575"/>
                <a:gd name="connsiteY1" fmla="*/ 0 h 57150"/>
                <a:gd name="connsiteX2" fmla="*/ 31432 w 28575"/>
                <a:gd name="connsiteY2" fmla="*/ 59055 h 57150"/>
                <a:gd name="connsiteX3" fmla="*/ 0 w 28575"/>
                <a:gd name="connsiteY3" fmla="*/ 5905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57150">
                  <a:moveTo>
                    <a:pt x="0" y="0"/>
                  </a:moveTo>
                  <a:lnTo>
                    <a:pt x="31432" y="0"/>
                  </a:lnTo>
                  <a:lnTo>
                    <a:pt x="31432" y="59055"/>
                  </a:lnTo>
                  <a:lnTo>
                    <a:pt x="0" y="5905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2932D01-8FBF-46D6-94E8-7EFF39F404AE}"/>
                </a:ext>
              </a:extLst>
            </p:cNvPr>
            <p:cNvSpPr/>
            <p:nvPr/>
          </p:nvSpPr>
          <p:spPr>
            <a:xfrm>
              <a:off x="7397115" y="3294697"/>
              <a:ext cx="28575" cy="57150"/>
            </a:xfrm>
            <a:custGeom>
              <a:avLst/>
              <a:gdLst>
                <a:gd name="connsiteX0" fmla="*/ 0 w 28575"/>
                <a:gd name="connsiteY0" fmla="*/ 0 h 57150"/>
                <a:gd name="connsiteX1" fmla="*/ 31432 w 28575"/>
                <a:gd name="connsiteY1" fmla="*/ 0 h 57150"/>
                <a:gd name="connsiteX2" fmla="*/ 31432 w 28575"/>
                <a:gd name="connsiteY2" fmla="*/ 59055 h 57150"/>
                <a:gd name="connsiteX3" fmla="*/ 0 w 28575"/>
                <a:gd name="connsiteY3" fmla="*/ 5905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57150">
                  <a:moveTo>
                    <a:pt x="0" y="0"/>
                  </a:moveTo>
                  <a:lnTo>
                    <a:pt x="31432" y="0"/>
                  </a:lnTo>
                  <a:lnTo>
                    <a:pt x="31432" y="59055"/>
                  </a:lnTo>
                  <a:lnTo>
                    <a:pt x="0" y="5905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0271240-51D0-4552-95DE-A4176C6CA6DB}"/>
                </a:ext>
              </a:extLst>
            </p:cNvPr>
            <p:cNvSpPr/>
            <p:nvPr/>
          </p:nvSpPr>
          <p:spPr>
            <a:xfrm>
              <a:off x="8092440" y="3317557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31432 w 28575"/>
                <a:gd name="connsiteY1" fmla="*/ 0 h 28575"/>
                <a:gd name="connsiteX2" fmla="*/ 31432 w 28575"/>
                <a:gd name="connsiteY2" fmla="*/ 36195 h 28575"/>
                <a:gd name="connsiteX3" fmla="*/ 0 w 28575"/>
                <a:gd name="connsiteY3" fmla="*/ 3619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31432" y="0"/>
                  </a:lnTo>
                  <a:lnTo>
                    <a:pt x="31432" y="36195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BF8F4B5-2D99-402A-A96A-D0335A64F38A}"/>
                </a:ext>
              </a:extLst>
            </p:cNvPr>
            <p:cNvSpPr/>
            <p:nvPr/>
          </p:nvSpPr>
          <p:spPr>
            <a:xfrm>
              <a:off x="8092440" y="3249930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31432 w 28575"/>
                <a:gd name="connsiteY1" fmla="*/ 0 h 28575"/>
                <a:gd name="connsiteX2" fmla="*/ 31432 w 28575"/>
                <a:gd name="connsiteY2" fmla="*/ 36195 h 28575"/>
                <a:gd name="connsiteX3" fmla="*/ 0 w 28575"/>
                <a:gd name="connsiteY3" fmla="*/ 3619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31432" y="0"/>
                  </a:lnTo>
                  <a:lnTo>
                    <a:pt x="31432" y="36195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F1D15A22-774B-47FB-9DBB-72BBD30CB8F7}"/>
                </a:ext>
              </a:extLst>
            </p:cNvPr>
            <p:cNvSpPr/>
            <p:nvPr/>
          </p:nvSpPr>
          <p:spPr>
            <a:xfrm>
              <a:off x="8092440" y="3182302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31432 w 28575"/>
                <a:gd name="connsiteY1" fmla="*/ 0 h 28575"/>
                <a:gd name="connsiteX2" fmla="*/ 31432 w 28575"/>
                <a:gd name="connsiteY2" fmla="*/ 36195 h 28575"/>
                <a:gd name="connsiteX3" fmla="*/ 0 w 28575"/>
                <a:gd name="connsiteY3" fmla="*/ 3619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31432" y="0"/>
                  </a:lnTo>
                  <a:lnTo>
                    <a:pt x="31432" y="36195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A7F22655-3F63-4808-9C1E-BEEB9424B63F}"/>
                </a:ext>
              </a:extLst>
            </p:cNvPr>
            <p:cNvSpPr/>
            <p:nvPr/>
          </p:nvSpPr>
          <p:spPr>
            <a:xfrm>
              <a:off x="8092440" y="3115627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31432 w 28575"/>
                <a:gd name="connsiteY1" fmla="*/ 0 h 28575"/>
                <a:gd name="connsiteX2" fmla="*/ 31432 w 28575"/>
                <a:gd name="connsiteY2" fmla="*/ 36195 h 28575"/>
                <a:gd name="connsiteX3" fmla="*/ 0 w 28575"/>
                <a:gd name="connsiteY3" fmla="*/ 3619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31432" y="0"/>
                  </a:lnTo>
                  <a:lnTo>
                    <a:pt x="31432" y="36195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FD063AC-0DD7-410B-82D1-F571A0037E13}"/>
                </a:ext>
              </a:extLst>
            </p:cNvPr>
            <p:cNvSpPr/>
            <p:nvPr/>
          </p:nvSpPr>
          <p:spPr>
            <a:xfrm>
              <a:off x="8092440" y="3048000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31432 w 28575"/>
                <a:gd name="connsiteY1" fmla="*/ 0 h 28575"/>
                <a:gd name="connsiteX2" fmla="*/ 31432 w 28575"/>
                <a:gd name="connsiteY2" fmla="*/ 36195 h 28575"/>
                <a:gd name="connsiteX3" fmla="*/ 0 w 28575"/>
                <a:gd name="connsiteY3" fmla="*/ 3619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31432" y="0"/>
                  </a:lnTo>
                  <a:lnTo>
                    <a:pt x="31432" y="36195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C3EB0E5-AEA9-457B-A95E-3F57E4C10E16}"/>
                </a:ext>
              </a:extLst>
            </p:cNvPr>
            <p:cNvSpPr/>
            <p:nvPr/>
          </p:nvSpPr>
          <p:spPr>
            <a:xfrm>
              <a:off x="7341870" y="2972752"/>
              <a:ext cx="790575" cy="47625"/>
            </a:xfrm>
            <a:custGeom>
              <a:avLst/>
              <a:gdLst>
                <a:gd name="connsiteX0" fmla="*/ 0 w 790575"/>
                <a:gd name="connsiteY0" fmla="*/ 0 h 47625"/>
                <a:gd name="connsiteX1" fmla="*/ 792480 w 790575"/>
                <a:gd name="connsiteY1" fmla="*/ 0 h 47625"/>
                <a:gd name="connsiteX2" fmla="*/ 792480 w 790575"/>
                <a:gd name="connsiteY2" fmla="*/ 52387 h 47625"/>
                <a:gd name="connsiteX3" fmla="*/ 0 w 790575"/>
                <a:gd name="connsiteY3" fmla="*/ 5238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0575" h="47625">
                  <a:moveTo>
                    <a:pt x="0" y="0"/>
                  </a:moveTo>
                  <a:lnTo>
                    <a:pt x="792480" y="0"/>
                  </a:lnTo>
                  <a:lnTo>
                    <a:pt x="792480" y="52387"/>
                  </a:lnTo>
                  <a:lnTo>
                    <a:pt x="0" y="5238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D263223-B0FE-4422-AF92-44404CF04C16}"/>
                </a:ext>
              </a:extLst>
            </p:cNvPr>
            <p:cNvSpPr/>
            <p:nvPr/>
          </p:nvSpPr>
          <p:spPr>
            <a:xfrm>
              <a:off x="7376159" y="2987039"/>
              <a:ext cx="95250" cy="19050"/>
            </a:xfrm>
            <a:custGeom>
              <a:avLst/>
              <a:gdLst>
                <a:gd name="connsiteX0" fmla="*/ 89535 w 95250"/>
                <a:gd name="connsiteY0" fmla="*/ 0 h 19050"/>
                <a:gd name="connsiteX1" fmla="*/ 12383 w 95250"/>
                <a:gd name="connsiteY1" fmla="*/ 0 h 19050"/>
                <a:gd name="connsiteX2" fmla="*/ 0 w 95250"/>
                <a:gd name="connsiteY2" fmla="*/ 12383 h 19050"/>
                <a:gd name="connsiteX3" fmla="*/ 12383 w 95250"/>
                <a:gd name="connsiteY3" fmla="*/ 24765 h 19050"/>
                <a:gd name="connsiteX4" fmla="*/ 89535 w 95250"/>
                <a:gd name="connsiteY4" fmla="*/ 24765 h 19050"/>
                <a:gd name="connsiteX5" fmla="*/ 101918 w 95250"/>
                <a:gd name="connsiteY5" fmla="*/ 12383 h 19050"/>
                <a:gd name="connsiteX6" fmla="*/ 89535 w 95250"/>
                <a:gd name="connsiteY6" fmla="*/ 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19050">
                  <a:moveTo>
                    <a:pt x="89535" y="0"/>
                  </a:moveTo>
                  <a:lnTo>
                    <a:pt x="12383" y="0"/>
                  </a:lnTo>
                  <a:cubicBezTo>
                    <a:pt x="5715" y="0"/>
                    <a:pt x="0" y="5715"/>
                    <a:pt x="0" y="12383"/>
                  </a:cubicBezTo>
                  <a:cubicBezTo>
                    <a:pt x="0" y="19050"/>
                    <a:pt x="5715" y="24765"/>
                    <a:pt x="12383" y="24765"/>
                  </a:cubicBezTo>
                  <a:lnTo>
                    <a:pt x="89535" y="24765"/>
                  </a:lnTo>
                  <a:cubicBezTo>
                    <a:pt x="96203" y="24765"/>
                    <a:pt x="101918" y="19050"/>
                    <a:pt x="101918" y="12383"/>
                  </a:cubicBezTo>
                  <a:cubicBezTo>
                    <a:pt x="100965" y="5715"/>
                    <a:pt x="96203" y="0"/>
                    <a:pt x="8953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B411CE3F-8BAD-4C2B-976A-F215BF82AD91}"/>
                </a:ext>
              </a:extLst>
            </p:cNvPr>
            <p:cNvSpPr/>
            <p:nvPr/>
          </p:nvSpPr>
          <p:spPr>
            <a:xfrm>
              <a:off x="7494269" y="2987039"/>
              <a:ext cx="95250" cy="19050"/>
            </a:xfrm>
            <a:custGeom>
              <a:avLst/>
              <a:gdLst>
                <a:gd name="connsiteX0" fmla="*/ 89535 w 95250"/>
                <a:gd name="connsiteY0" fmla="*/ 0 h 19050"/>
                <a:gd name="connsiteX1" fmla="*/ 12383 w 95250"/>
                <a:gd name="connsiteY1" fmla="*/ 0 h 19050"/>
                <a:gd name="connsiteX2" fmla="*/ 0 w 95250"/>
                <a:gd name="connsiteY2" fmla="*/ 12383 h 19050"/>
                <a:gd name="connsiteX3" fmla="*/ 12383 w 95250"/>
                <a:gd name="connsiteY3" fmla="*/ 24765 h 19050"/>
                <a:gd name="connsiteX4" fmla="*/ 89535 w 95250"/>
                <a:gd name="connsiteY4" fmla="*/ 24765 h 19050"/>
                <a:gd name="connsiteX5" fmla="*/ 101918 w 95250"/>
                <a:gd name="connsiteY5" fmla="*/ 12383 h 19050"/>
                <a:gd name="connsiteX6" fmla="*/ 89535 w 95250"/>
                <a:gd name="connsiteY6" fmla="*/ 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19050">
                  <a:moveTo>
                    <a:pt x="89535" y="0"/>
                  </a:moveTo>
                  <a:lnTo>
                    <a:pt x="12383" y="0"/>
                  </a:lnTo>
                  <a:cubicBezTo>
                    <a:pt x="5715" y="0"/>
                    <a:pt x="0" y="5715"/>
                    <a:pt x="0" y="12383"/>
                  </a:cubicBezTo>
                  <a:cubicBezTo>
                    <a:pt x="0" y="19050"/>
                    <a:pt x="5715" y="24765"/>
                    <a:pt x="12383" y="24765"/>
                  </a:cubicBezTo>
                  <a:lnTo>
                    <a:pt x="89535" y="24765"/>
                  </a:lnTo>
                  <a:cubicBezTo>
                    <a:pt x="96203" y="24765"/>
                    <a:pt x="101918" y="19050"/>
                    <a:pt x="101918" y="12383"/>
                  </a:cubicBezTo>
                  <a:cubicBezTo>
                    <a:pt x="100965" y="5715"/>
                    <a:pt x="96203" y="0"/>
                    <a:pt x="8953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ED285ABA-4957-4F22-9070-030F36CB0F54}"/>
                </a:ext>
              </a:extLst>
            </p:cNvPr>
            <p:cNvSpPr/>
            <p:nvPr/>
          </p:nvSpPr>
          <p:spPr>
            <a:xfrm>
              <a:off x="7612380" y="2987039"/>
              <a:ext cx="95250" cy="19050"/>
            </a:xfrm>
            <a:custGeom>
              <a:avLst/>
              <a:gdLst>
                <a:gd name="connsiteX0" fmla="*/ 89535 w 95250"/>
                <a:gd name="connsiteY0" fmla="*/ 0 h 19050"/>
                <a:gd name="connsiteX1" fmla="*/ 12382 w 95250"/>
                <a:gd name="connsiteY1" fmla="*/ 0 h 19050"/>
                <a:gd name="connsiteX2" fmla="*/ 0 w 95250"/>
                <a:gd name="connsiteY2" fmla="*/ 12383 h 19050"/>
                <a:gd name="connsiteX3" fmla="*/ 12382 w 95250"/>
                <a:gd name="connsiteY3" fmla="*/ 24765 h 19050"/>
                <a:gd name="connsiteX4" fmla="*/ 89535 w 95250"/>
                <a:gd name="connsiteY4" fmla="*/ 24765 h 19050"/>
                <a:gd name="connsiteX5" fmla="*/ 101917 w 95250"/>
                <a:gd name="connsiteY5" fmla="*/ 12383 h 19050"/>
                <a:gd name="connsiteX6" fmla="*/ 89535 w 95250"/>
                <a:gd name="connsiteY6" fmla="*/ 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19050">
                  <a:moveTo>
                    <a:pt x="89535" y="0"/>
                  </a:moveTo>
                  <a:lnTo>
                    <a:pt x="12382" y="0"/>
                  </a:lnTo>
                  <a:cubicBezTo>
                    <a:pt x="5715" y="0"/>
                    <a:pt x="0" y="5715"/>
                    <a:pt x="0" y="12383"/>
                  </a:cubicBezTo>
                  <a:cubicBezTo>
                    <a:pt x="0" y="19050"/>
                    <a:pt x="5715" y="24765"/>
                    <a:pt x="12382" y="24765"/>
                  </a:cubicBezTo>
                  <a:lnTo>
                    <a:pt x="89535" y="24765"/>
                  </a:lnTo>
                  <a:cubicBezTo>
                    <a:pt x="96202" y="24765"/>
                    <a:pt x="101917" y="19050"/>
                    <a:pt x="101917" y="12383"/>
                  </a:cubicBezTo>
                  <a:cubicBezTo>
                    <a:pt x="100965" y="5715"/>
                    <a:pt x="96202" y="0"/>
                    <a:pt x="8953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0020B4F-A542-43DB-B7C6-2D592C4B6427}"/>
                </a:ext>
              </a:extLst>
            </p:cNvPr>
            <p:cNvSpPr/>
            <p:nvPr/>
          </p:nvSpPr>
          <p:spPr>
            <a:xfrm>
              <a:off x="7730490" y="2987039"/>
              <a:ext cx="95250" cy="19050"/>
            </a:xfrm>
            <a:custGeom>
              <a:avLst/>
              <a:gdLst>
                <a:gd name="connsiteX0" fmla="*/ 89535 w 95250"/>
                <a:gd name="connsiteY0" fmla="*/ 0 h 19050"/>
                <a:gd name="connsiteX1" fmla="*/ 12382 w 95250"/>
                <a:gd name="connsiteY1" fmla="*/ 0 h 19050"/>
                <a:gd name="connsiteX2" fmla="*/ 0 w 95250"/>
                <a:gd name="connsiteY2" fmla="*/ 12383 h 19050"/>
                <a:gd name="connsiteX3" fmla="*/ 12382 w 95250"/>
                <a:gd name="connsiteY3" fmla="*/ 24765 h 19050"/>
                <a:gd name="connsiteX4" fmla="*/ 89535 w 95250"/>
                <a:gd name="connsiteY4" fmla="*/ 24765 h 19050"/>
                <a:gd name="connsiteX5" fmla="*/ 101917 w 95250"/>
                <a:gd name="connsiteY5" fmla="*/ 12383 h 19050"/>
                <a:gd name="connsiteX6" fmla="*/ 89535 w 95250"/>
                <a:gd name="connsiteY6" fmla="*/ 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19050">
                  <a:moveTo>
                    <a:pt x="89535" y="0"/>
                  </a:moveTo>
                  <a:lnTo>
                    <a:pt x="12382" y="0"/>
                  </a:lnTo>
                  <a:cubicBezTo>
                    <a:pt x="5715" y="0"/>
                    <a:pt x="0" y="5715"/>
                    <a:pt x="0" y="12383"/>
                  </a:cubicBezTo>
                  <a:cubicBezTo>
                    <a:pt x="0" y="19050"/>
                    <a:pt x="5715" y="24765"/>
                    <a:pt x="12382" y="24765"/>
                  </a:cubicBezTo>
                  <a:lnTo>
                    <a:pt x="89535" y="24765"/>
                  </a:lnTo>
                  <a:cubicBezTo>
                    <a:pt x="96203" y="24765"/>
                    <a:pt x="101917" y="19050"/>
                    <a:pt x="101917" y="12383"/>
                  </a:cubicBezTo>
                  <a:cubicBezTo>
                    <a:pt x="100965" y="5715"/>
                    <a:pt x="96203" y="0"/>
                    <a:pt x="8953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FE85A64-D770-4E07-931E-7279E275039B}"/>
                </a:ext>
              </a:extLst>
            </p:cNvPr>
            <p:cNvSpPr/>
            <p:nvPr/>
          </p:nvSpPr>
          <p:spPr>
            <a:xfrm>
              <a:off x="7848600" y="2987039"/>
              <a:ext cx="95250" cy="19050"/>
            </a:xfrm>
            <a:custGeom>
              <a:avLst/>
              <a:gdLst>
                <a:gd name="connsiteX0" fmla="*/ 89535 w 95250"/>
                <a:gd name="connsiteY0" fmla="*/ 0 h 19050"/>
                <a:gd name="connsiteX1" fmla="*/ 12382 w 95250"/>
                <a:gd name="connsiteY1" fmla="*/ 0 h 19050"/>
                <a:gd name="connsiteX2" fmla="*/ 0 w 95250"/>
                <a:gd name="connsiteY2" fmla="*/ 12383 h 19050"/>
                <a:gd name="connsiteX3" fmla="*/ 12382 w 95250"/>
                <a:gd name="connsiteY3" fmla="*/ 24765 h 19050"/>
                <a:gd name="connsiteX4" fmla="*/ 89535 w 95250"/>
                <a:gd name="connsiteY4" fmla="*/ 24765 h 19050"/>
                <a:gd name="connsiteX5" fmla="*/ 101918 w 95250"/>
                <a:gd name="connsiteY5" fmla="*/ 12383 h 19050"/>
                <a:gd name="connsiteX6" fmla="*/ 89535 w 95250"/>
                <a:gd name="connsiteY6" fmla="*/ 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19050">
                  <a:moveTo>
                    <a:pt x="89535" y="0"/>
                  </a:moveTo>
                  <a:lnTo>
                    <a:pt x="12382" y="0"/>
                  </a:lnTo>
                  <a:cubicBezTo>
                    <a:pt x="5715" y="0"/>
                    <a:pt x="0" y="5715"/>
                    <a:pt x="0" y="12383"/>
                  </a:cubicBezTo>
                  <a:cubicBezTo>
                    <a:pt x="0" y="19050"/>
                    <a:pt x="5715" y="24765"/>
                    <a:pt x="12382" y="24765"/>
                  </a:cubicBezTo>
                  <a:lnTo>
                    <a:pt x="89535" y="24765"/>
                  </a:lnTo>
                  <a:cubicBezTo>
                    <a:pt x="96203" y="24765"/>
                    <a:pt x="101918" y="19050"/>
                    <a:pt x="101918" y="12383"/>
                  </a:cubicBezTo>
                  <a:cubicBezTo>
                    <a:pt x="100965" y="5715"/>
                    <a:pt x="96203" y="0"/>
                    <a:pt x="8953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977238B8-DE56-4E58-BCE2-927CB935EEE2}"/>
                </a:ext>
              </a:extLst>
            </p:cNvPr>
            <p:cNvSpPr/>
            <p:nvPr/>
          </p:nvSpPr>
          <p:spPr>
            <a:xfrm>
              <a:off x="6532245" y="3165157"/>
              <a:ext cx="123825" cy="381000"/>
            </a:xfrm>
            <a:custGeom>
              <a:avLst/>
              <a:gdLst>
                <a:gd name="connsiteX0" fmla="*/ 0 w 123825"/>
                <a:gd name="connsiteY0" fmla="*/ 0 h 381000"/>
                <a:gd name="connsiteX1" fmla="*/ 124777 w 123825"/>
                <a:gd name="connsiteY1" fmla="*/ 0 h 381000"/>
                <a:gd name="connsiteX2" fmla="*/ 124777 w 123825"/>
                <a:gd name="connsiteY2" fmla="*/ 387668 h 381000"/>
                <a:gd name="connsiteX3" fmla="*/ 0 w 123825"/>
                <a:gd name="connsiteY3" fmla="*/ 387668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825" h="381000">
                  <a:moveTo>
                    <a:pt x="0" y="0"/>
                  </a:moveTo>
                  <a:lnTo>
                    <a:pt x="124777" y="0"/>
                  </a:lnTo>
                  <a:lnTo>
                    <a:pt x="124777" y="387668"/>
                  </a:lnTo>
                  <a:lnTo>
                    <a:pt x="0" y="38766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C2F2359-B51A-4F24-A078-4BEFF83B0EBA}"/>
                </a:ext>
              </a:extLst>
            </p:cNvPr>
            <p:cNvSpPr/>
            <p:nvPr/>
          </p:nvSpPr>
          <p:spPr>
            <a:xfrm>
              <a:off x="6656070" y="3165157"/>
              <a:ext cx="266700" cy="381000"/>
            </a:xfrm>
            <a:custGeom>
              <a:avLst/>
              <a:gdLst>
                <a:gd name="connsiteX0" fmla="*/ 0 w 266700"/>
                <a:gd name="connsiteY0" fmla="*/ 0 h 381000"/>
                <a:gd name="connsiteX1" fmla="*/ 269557 w 266700"/>
                <a:gd name="connsiteY1" fmla="*/ 0 h 381000"/>
                <a:gd name="connsiteX2" fmla="*/ 269557 w 266700"/>
                <a:gd name="connsiteY2" fmla="*/ 387668 h 381000"/>
                <a:gd name="connsiteX3" fmla="*/ 0 w 266700"/>
                <a:gd name="connsiteY3" fmla="*/ 387668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381000">
                  <a:moveTo>
                    <a:pt x="0" y="0"/>
                  </a:moveTo>
                  <a:lnTo>
                    <a:pt x="269557" y="0"/>
                  </a:lnTo>
                  <a:lnTo>
                    <a:pt x="269557" y="387668"/>
                  </a:lnTo>
                  <a:lnTo>
                    <a:pt x="0" y="387668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2680EE9-DC94-4E2D-8E78-7876BAD2546D}"/>
                </a:ext>
              </a:extLst>
            </p:cNvPr>
            <p:cNvSpPr/>
            <p:nvPr/>
          </p:nvSpPr>
          <p:spPr>
            <a:xfrm>
              <a:off x="6266497" y="3429000"/>
              <a:ext cx="238125" cy="104775"/>
            </a:xfrm>
            <a:custGeom>
              <a:avLst/>
              <a:gdLst>
                <a:gd name="connsiteX0" fmla="*/ 0 w 238125"/>
                <a:gd name="connsiteY0" fmla="*/ 0 h 104775"/>
                <a:gd name="connsiteX1" fmla="*/ 238125 w 238125"/>
                <a:gd name="connsiteY1" fmla="*/ 0 h 104775"/>
                <a:gd name="connsiteX2" fmla="*/ 238125 w 238125"/>
                <a:gd name="connsiteY2" fmla="*/ 108585 h 104775"/>
                <a:gd name="connsiteX3" fmla="*/ 0 w 238125"/>
                <a:gd name="connsiteY3" fmla="*/ 10858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125" h="104775">
                  <a:moveTo>
                    <a:pt x="0" y="0"/>
                  </a:moveTo>
                  <a:lnTo>
                    <a:pt x="238125" y="0"/>
                  </a:lnTo>
                  <a:lnTo>
                    <a:pt x="238125" y="108585"/>
                  </a:lnTo>
                  <a:lnTo>
                    <a:pt x="0" y="10858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E67E82F3-A4A3-4177-A49E-2D19F3A1BB86}"/>
                </a:ext>
              </a:extLst>
            </p:cNvPr>
            <p:cNvSpPr/>
            <p:nvPr/>
          </p:nvSpPr>
          <p:spPr>
            <a:xfrm>
              <a:off x="5965507" y="2949892"/>
              <a:ext cx="838200" cy="485775"/>
            </a:xfrm>
            <a:custGeom>
              <a:avLst/>
              <a:gdLst>
                <a:gd name="connsiteX0" fmla="*/ 804862 w 838200"/>
                <a:gd name="connsiteY0" fmla="*/ 0 h 485775"/>
                <a:gd name="connsiteX1" fmla="*/ 39052 w 838200"/>
                <a:gd name="connsiteY1" fmla="*/ 0 h 485775"/>
                <a:gd name="connsiteX2" fmla="*/ 0 w 838200"/>
                <a:gd name="connsiteY2" fmla="*/ 39053 h 485775"/>
                <a:gd name="connsiteX3" fmla="*/ 0 w 838200"/>
                <a:gd name="connsiteY3" fmla="*/ 456247 h 485775"/>
                <a:gd name="connsiteX4" fmla="*/ 39052 w 838200"/>
                <a:gd name="connsiteY4" fmla="*/ 495300 h 485775"/>
                <a:gd name="connsiteX5" fmla="*/ 804862 w 838200"/>
                <a:gd name="connsiteY5" fmla="*/ 495300 h 485775"/>
                <a:gd name="connsiteX6" fmla="*/ 843915 w 838200"/>
                <a:gd name="connsiteY6" fmla="*/ 456247 h 485775"/>
                <a:gd name="connsiteX7" fmla="*/ 843915 w 838200"/>
                <a:gd name="connsiteY7" fmla="*/ 39053 h 485775"/>
                <a:gd name="connsiteX8" fmla="*/ 804862 w 838200"/>
                <a:gd name="connsiteY8" fmla="*/ 0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8200" h="485775">
                  <a:moveTo>
                    <a:pt x="804862" y="0"/>
                  </a:moveTo>
                  <a:lnTo>
                    <a:pt x="39052" y="0"/>
                  </a:lnTo>
                  <a:cubicBezTo>
                    <a:pt x="17145" y="0"/>
                    <a:pt x="0" y="18097"/>
                    <a:pt x="0" y="39053"/>
                  </a:cubicBezTo>
                  <a:lnTo>
                    <a:pt x="0" y="456247"/>
                  </a:lnTo>
                  <a:cubicBezTo>
                    <a:pt x="0" y="478155"/>
                    <a:pt x="18098" y="495300"/>
                    <a:pt x="39052" y="495300"/>
                  </a:cubicBezTo>
                  <a:lnTo>
                    <a:pt x="804862" y="495300"/>
                  </a:lnTo>
                  <a:cubicBezTo>
                    <a:pt x="826770" y="495300"/>
                    <a:pt x="843915" y="477203"/>
                    <a:pt x="843915" y="456247"/>
                  </a:cubicBezTo>
                  <a:lnTo>
                    <a:pt x="843915" y="39053"/>
                  </a:lnTo>
                  <a:cubicBezTo>
                    <a:pt x="843915" y="18097"/>
                    <a:pt x="826770" y="0"/>
                    <a:pt x="80486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36D5FF6-7FAC-447C-89F8-8B3604769C1F}"/>
                </a:ext>
              </a:extLst>
            </p:cNvPr>
            <p:cNvSpPr/>
            <p:nvPr/>
          </p:nvSpPr>
          <p:spPr>
            <a:xfrm>
              <a:off x="6199822" y="3011804"/>
              <a:ext cx="514350" cy="295275"/>
            </a:xfrm>
            <a:custGeom>
              <a:avLst/>
              <a:gdLst>
                <a:gd name="connsiteX0" fmla="*/ 493395 w 514350"/>
                <a:gd name="connsiteY0" fmla="*/ 0 h 295275"/>
                <a:gd name="connsiteX1" fmla="*/ 23813 w 514350"/>
                <a:gd name="connsiteY1" fmla="*/ 0 h 295275"/>
                <a:gd name="connsiteX2" fmla="*/ 0 w 514350"/>
                <a:gd name="connsiteY2" fmla="*/ 23813 h 295275"/>
                <a:gd name="connsiteX3" fmla="*/ 0 w 514350"/>
                <a:gd name="connsiteY3" fmla="*/ 279083 h 295275"/>
                <a:gd name="connsiteX4" fmla="*/ 23813 w 514350"/>
                <a:gd name="connsiteY4" fmla="*/ 302895 h 295275"/>
                <a:gd name="connsiteX5" fmla="*/ 493395 w 514350"/>
                <a:gd name="connsiteY5" fmla="*/ 302895 h 295275"/>
                <a:gd name="connsiteX6" fmla="*/ 517208 w 514350"/>
                <a:gd name="connsiteY6" fmla="*/ 279083 h 295275"/>
                <a:gd name="connsiteX7" fmla="*/ 517208 w 514350"/>
                <a:gd name="connsiteY7" fmla="*/ 24765 h 295275"/>
                <a:gd name="connsiteX8" fmla="*/ 493395 w 514350"/>
                <a:gd name="connsiteY8" fmla="*/ 0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4350" h="295275">
                  <a:moveTo>
                    <a:pt x="493395" y="0"/>
                  </a:moveTo>
                  <a:lnTo>
                    <a:pt x="23813" y="0"/>
                  </a:lnTo>
                  <a:cubicBezTo>
                    <a:pt x="10478" y="0"/>
                    <a:pt x="0" y="10478"/>
                    <a:pt x="0" y="23813"/>
                  </a:cubicBezTo>
                  <a:lnTo>
                    <a:pt x="0" y="279083"/>
                  </a:lnTo>
                  <a:cubicBezTo>
                    <a:pt x="0" y="292418"/>
                    <a:pt x="10478" y="302895"/>
                    <a:pt x="23813" y="302895"/>
                  </a:cubicBezTo>
                  <a:lnTo>
                    <a:pt x="493395" y="302895"/>
                  </a:lnTo>
                  <a:cubicBezTo>
                    <a:pt x="506730" y="302895"/>
                    <a:pt x="517208" y="292418"/>
                    <a:pt x="517208" y="279083"/>
                  </a:cubicBezTo>
                  <a:lnTo>
                    <a:pt x="517208" y="24765"/>
                  </a:lnTo>
                  <a:cubicBezTo>
                    <a:pt x="517208" y="11430"/>
                    <a:pt x="506730" y="0"/>
                    <a:pt x="493395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B1D5A388-6BAD-4582-9571-82D8F45BD79E}"/>
                </a:ext>
              </a:extLst>
            </p:cNvPr>
            <p:cNvSpPr/>
            <p:nvPr/>
          </p:nvSpPr>
          <p:spPr>
            <a:xfrm>
              <a:off x="6169342" y="3522345"/>
              <a:ext cx="409575" cy="28575"/>
            </a:xfrm>
            <a:custGeom>
              <a:avLst/>
              <a:gdLst>
                <a:gd name="connsiteX0" fmla="*/ 401955 w 409575"/>
                <a:gd name="connsiteY0" fmla="*/ 0 h 28575"/>
                <a:gd name="connsiteX1" fmla="*/ 15240 w 409575"/>
                <a:gd name="connsiteY1" fmla="*/ 0 h 28575"/>
                <a:gd name="connsiteX2" fmla="*/ 0 w 409575"/>
                <a:gd name="connsiteY2" fmla="*/ 15240 h 28575"/>
                <a:gd name="connsiteX3" fmla="*/ 15240 w 409575"/>
                <a:gd name="connsiteY3" fmla="*/ 30480 h 28575"/>
                <a:gd name="connsiteX4" fmla="*/ 401955 w 409575"/>
                <a:gd name="connsiteY4" fmla="*/ 30480 h 28575"/>
                <a:gd name="connsiteX5" fmla="*/ 417195 w 409575"/>
                <a:gd name="connsiteY5" fmla="*/ 15240 h 28575"/>
                <a:gd name="connsiteX6" fmla="*/ 401955 w 409575"/>
                <a:gd name="connsiteY6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575" h="28575">
                  <a:moveTo>
                    <a:pt x="401955" y="0"/>
                  </a:moveTo>
                  <a:lnTo>
                    <a:pt x="15240" y="0"/>
                  </a:lnTo>
                  <a:cubicBezTo>
                    <a:pt x="6667" y="0"/>
                    <a:pt x="0" y="6667"/>
                    <a:pt x="0" y="15240"/>
                  </a:cubicBezTo>
                  <a:cubicBezTo>
                    <a:pt x="0" y="23813"/>
                    <a:pt x="6667" y="30480"/>
                    <a:pt x="15240" y="30480"/>
                  </a:cubicBezTo>
                  <a:lnTo>
                    <a:pt x="401955" y="30480"/>
                  </a:lnTo>
                  <a:cubicBezTo>
                    <a:pt x="410527" y="30480"/>
                    <a:pt x="417195" y="23813"/>
                    <a:pt x="417195" y="15240"/>
                  </a:cubicBezTo>
                  <a:cubicBezTo>
                    <a:pt x="417195" y="6667"/>
                    <a:pt x="410527" y="0"/>
                    <a:pt x="40195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BD97861-4987-4F08-A38E-E1F5B3A26DA9}"/>
                </a:ext>
              </a:extLst>
            </p:cNvPr>
            <p:cNvSpPr/>
            <p:nvPr/>
          </p:nvSpPr>
          <p:spPr>
            <a:xfrm>
              <a:off x="7230427" y="3633787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7 w 19050"/>
                <a:gd name="connsiteY1" fmla="*/ 0 h 733425"/>
                <a:gd name="connsiteX2" fmla="*/ 21907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7" y="0"/>
                  </a:lnTo>
                  <a:lnTo>
                    <a:pt x="21907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937F0F4-AC42-4521-B257-9754267DA7A5}"/>
                </a:ext>
              </a:extLst>
            </p:cNvPr>
            <p:cNvSpPr/>
            <p:nvPr/>
          </p:nvSpPr>
          <p:spPr>
            <a:xfrm>
              <a:off x="7515225" y="3633787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7 w 19050"/>
                <a:gd name="connsiteY1" fmla="*/ 0 h 733425"/>
                <a:gd name="connsiteX2" fmla="*/ 21907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7" y="0"/>
                  </a:lnTo>
                  <a:lnTo>
                    <a:pt x="21907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BE99E79-B718-49FB-8946-283301291291}"/>
                </a:ext>
              </a:extLst>
            </p:cNvPr>
            <p:cNvSpPr/>
            <p:nvPr/>
          </p:nvSpPr>
          <p:spPr>
            <a:xfrm>
              <a:off x="8298180" y="3633787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8 w 19050"/>
                <a:gd name="connsiteY1" fmla="*/ 0 h 733425"/>
                <a:gd name="connsiteX2" fmla="*/ 21908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8" y="0"/>
                  </a:lnTo>
                  <a:lnTo>
                    <a:pt x="21908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A8E9E84-A325-4700-B8CB-4170404E5D86}"/>
                </a:ext>
              </a:extLst>
            </p:cNvPr>
            <p:cNvSpPr/>
            <p:nvPr/>
          </p:nvSpPr>
          <p:spPr>
            <a:xfrm>
              <a:off x="8583930" y="3633787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8 w 19050"/>
                <a:gd name="connsiteY1" fmla="*/ 0 h 733425"/>
                <a:gd name="connsiteX2" fmla="*/ 21908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8" y="0"/>
                  </a:lnTo>
                  <a:lnTo>
                    <a:pt x="21908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0B762DD5-DCAB-408F-9CB0-97B1434FD4F3}"/>
                </a:ext>
              </a:extLst>
            </p:cNvPr>
            <p:cNvSpPr/>
            <p:nvPr/>
          </p:nvSpPr>
          <p:spPr>
            <a:xfrm>
              <a:off x="5808345" y="3633787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8 w 19050"/>
                <a:gd name="connsiteY1" fmla="*/ 0 h 733425"/>
                <a:gd name="connsiteX2" fmla="*/ 21908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8" y="0"/>
                  </a:lnTo>
                  <a:lnTo>
                    <a:pt x="21908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B205495A-1000-4101-9F46-C52B54ADB680}"/>
                </a:ext>
              </a:extLst>
            </p:cNvPr>
            <p:cNvSpPr/>
            <p:nvPr/>
          </p:nvSpPr>
          <p:spPr>
            <a:xfrm>
              <a:off x="6093142" y="3633787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8 w 19050"/>
                <a:gd name="connsiteY1" fmla="*/ 0 h 733425"/>
                <a:gd name="connsiteX2" fmla="*/ 21908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8" y="0"/>
                  </a:lnTo>
                  <a:lnTo>
                    <a:pt x="21908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711181A1-3368-414D-9D6A-A0B7B191E2B2}"/>
                </a:ext>
              </a:extLst>
            </p:cNvPr>
            <p:cNvSpPr/>
            <p:nvPr/>
          </p:nvSpPr>
          <p:spPr>
            <a:xfrm>
              <a:off x="6549390" y="3633787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7 w 19050"/>
                <a:gd name="connsiteY1" fmla="*/ 0 h 733425"/>
                <a:gd name="connsiteX2" fmla="*/ 21907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7" y="0"/>
                  </a:lnTo>
                  <a:lnTo>
                    <a:pt x="21907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71DFA830-5633-4136-AFF7-9004A024BBD4}"/>
                </a:ext>
              </a:extLst>
            </p:cNvPr>
            <p:cNvSpPr/>
            <p:nvPr/>
          </p:nvSpPr>
          <p:spPr>
            <a:xfrm>
              <a:off x="6892290" y="3633787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7 w 19050"/>
                <a:gd name="connsiteY1" fmla="*/ 0 h 733425"/>
                <a:gd name="connsiteX2" fmla="*/ 21907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7" y="0"/>
                  </a:lnTo>
                  <a:lnTo>
                    <a:pt x="21907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7568E5C5-8986-4315-93B7-76EA85AF6077}"/>
                </a:ext>
              </a:extLst>
            </p:cNvPr>
            <p:cNvSpPr/>
            <p:nvPr/>
          </p:nvSpPr>
          <p:spPr>
            <a:xfrm>
              <a:off x="7171372" y="3551872"/>
              <a:ext cx="419100" cy="76200"/>
            </a:xfrm>
            <a:custGeom>
              <a:avLst/>
              <a:gdLst>
                <a:gd name="connsiteX0" fmla="*/ 0 w 419100"/>
                <a:gd name="connsiteY0" fmla="*/ 0 h 76200"/>
                <a:gd name="connsiteX1" fmla="*/ 427672 w 419100"/>
                <a:gd name="connsiteY1" fmla="*/ 0 h 76200"/>
                <a:gd name="connsiteX2" fmla="*/ 427672 w 419100"/>
                <a:gd name="connsiteY2" fmla="*/ 81915 h 76200"/>
                <a:gd name="connsiteX3" fmla="*/ 0 w 419100"/>
                <a:gd name="connsiteY3" fmla="*/ 819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9100" h="76200">
                  <a:moveTo>
                    <a:pt x="0" y="0"/>
                  </a:moveTo>
                  <a:lnTo>
                    <a:pt x="427672" y="0"/>
                  </a:lnTo>
                  <a:lnTo>
                    <a:pt x="427672" y="81915"/>
                  </a:lnTo>
                  <a:lnTo>
                    <a:pt x="0" y="8191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FCF7435-B7E1-4DAF-AF9C-A9ECE5DF3B3E}"/>
                </a:ext>
              </a:extLst>
            </p:cNvPr>
            <p:cNvSpPr/>
            <p:nvPr/>
          </p:nvSpPr>
          <p:spPr>
            <a:xfrm>
              <a:off x="7599045" y="3551872"/>
              <a:ext cx="1038225" cy="76200"/>
            </a:xfrm>
            <a:custGeom>
              <a:avLst/>
              <a:gdLst>
                <a:gd name="connsiteX0" fmla="*/ 0 w 1038225"/>
                <a:gd name="connsiteY0" fmla="*/ 0 h 76200"/>
                <a:gd name="connsiteX1" fmla="*/ 1043940 w 1038225"/>
                <a:gd name="connsiteY1" fmla="*/ 0 h 76200"/>
                <a:gd name="connsiteX2" fmla="*/ 1043940 w 1038225"/>
                <a:gd name="connsiteY2" fmla="*/ 81915 h 76200"/>
                <a:gd name="connsiteX3" fmla="*/ 0 w 1038225"/>
                <a:gd name="connsiteY3" fmla="*/ 819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225" h="76200">
                  <a:moveTo>
                    <a:pt x="0" y="0"/>
                  </a:moveTo>
                  <a:lnTo>
                    <a:pt x="1043940" y="0"/>
                  </a:lnTo>
                  <a:lnTo>
                    <a:pt x="1043940" y="81915"/>
                  </a:lnTo>
                  <a:lnTo>
                    <a:pt x="0" y="81915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8CF9DC6-FEEF-4516-BA29-9BC563F78031}"/>
                </a:ext>
              </a:extLst>
            </p:cNvPr>
            <p:cNvSpPr/>
            <p:nvPr/>
          </p:nvSpPr>
          <p:spPr>
            <a:xfrm>
              <a:off x="5628322" y="3551872"/>
              <a:ext cx="390525" cy="76200"/>
            </a:xfrm>
            <a:custGeom>
              <a:avLst/>
              <a:gdLst>
                <a:gd name="connsiteX0" fmla="*/ 0 w 390525"/>
                <a:gd name="connsiteY0" fmla="*/ 0 h 76200"/>
                <a:gd name="connsiteX1" fmla="*/ 399097 w 390525"/>
                <a:gd name="connsiteY1" fmla="*/ 0 h 76200"/>
                <a:gd name="connsiteX2" fmla="*/ 399097 w 390525"/>
                <a:gd name="connsiteY2" fmla="*/ 81915 h 76200"/>
                <a:gd name="connsiteX3" fmla="*/ 0 w 390525"/>
                <a:gd name="connsiteY3" fmla="*/ 819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0525" h="76200">
                  <a:moveTo>
                    <a:pt x="0" y="0"/>
                  </a:moveTo>
                  <a:lnTo>
                    <a:pt x="399097" y="0"/>
                  </a:lnTo>
                  <a:lnTo>
                    <a:pt x="399097" y="81915"/>
                  </a:lnTo>
                  <a:lnTo>
                    <a:pt x="0" y="8191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BD4D80F-7BED-4B39-AF0A-AF24EF5DD4F5}"/>
                </a:ext>
              </a:extLst>
            </p:cNvPr>
            <p:cNvSpPr/>
            <p:nvPr/>
          </p:nvSpPr>
          <p:spPr>
            <a:xfrm>
              <a:off x="6027420" y="3551872"/>
              <a:ext cx="971550" cy="76200"/>
            </a:xfrm>
            <a:custGeom>
              <a:avLst/>
              <a:gdLst>
                <a:gd name="connsiteX0" fmla="*/ 0 w 971550"/>
                <a:gd name="connsiteY0" fmla="*/ 0 h 76200"/>
                <a:gd name="connsiteX1" fmla="*/ 974407 w 971550"/>
                <a:gd name="connsiteY1" fmla="*/ 0 h 76200"/>
                <a:gd name="connsiteX2" fmla="*/ 974407 w 971550"/>
                <a:gd name="connsiteY2" fmla="*/ 81915 h 76200"/>
                <a:gd name="connsiteX3" fmla="*/ 0 w 971550"/>
                <a:gd name="connsiteY3" fmla="*/ 819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1550" h="76200">
                  <a:moveTo>
                    <a:pt x="0" y="0"/>
                  </a:moveTo>
                  <a:lnTo>
                    <a:pt x="974407" y="0"/>
                  </a:lnTo>
                  <a:lnTo>
                    <a:pt x="974407" y="81915"/>
                  </a:lnTo>
                  <a:lnTo>
                    <a:pt x="0" y="81915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07D4D80-EDA9-4AD2-BDE8-5442B45C3A30}"/>
                </a:ext>
              </a:extLst>
            </p:cNvPr>
            <p:cNvSpPr/>
            <p:nvPr/>
          </p:nvSpPr>
          <p:spPr>
            <a:xfrm>
              <a:off x="8375332" y="3152775"/>
              <a:ext cx="171450" cy="390525"/>
            </a:xfrm>
            <a:custGeom>
              <a:avLst/>
              <a:gdLst>
                <a:gd name="connsiteX0" fmla="*/ 0 w 171450"/>
                <a:gd name="connsiteY0" fmla="*/ 0 h 390525"/>
                <a:gd name="connsiteX1" fmla="*/ 175260 w 171450"/>
                <a:gd name="connsiteY1" fmla="*/ 0 h 390525"/>
                <a:gd name="connsiteX2" fmla="*/ 175260 w 171450"/>
                <a:gd name="connsiteY2" fmla="*/ 394335 h 390525"/>
                <a:gd name="connsiteX3" fmla="*/ 0 w 171450"/>
                <a:gd name="connsiteY3" fmla="*/ 39433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" h="390525">
                  <a:moveTo>
                    <a:pt x="0" y="0"/>
                  </a:moveTo>
                  <a:lnTo>
                    <a:pt x="175260" y="0"/>
                  </a:lnTo>
                  <a:lnTo>
                    <a:pt x="175260" y="394335"/>
                  </a:lnTo>
                  <a:lnTo>
                    <a:pt x="0" y="39433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5AABA23-FA55-48F3-B5B9-9806797CA980}"/>
                </a:ext>
              </a:extLst>
            </p:cNvPr>
            <p:cNvSpPr/>
            <p:nvPr/>
          </p:nvSpPr>
          <p:spPr>
            <a:xfrm>
              <a:off x="8391525" y="3188017"/>
              <a:ext cx="142875" cy="57150"/>
            </a:xfrm>
            <a:custGeom>
              <a:avLst/>
              <a:gdLst>
                <a:gd name="connsiteX0" fmla="*/ 0 w 142875"/>
                <a:gd name="connsiteY0" fmla="*/ 0 h 57150"/>
                <a:gd name="connsiteX1" fmla="*/ 143827 w 142875"/>
                <a:gd name="connsiteY1" fmla="*/ 0 h 57150"/>
                <a:gd name="connsiteX2" fmla="*/ 143827 w 142875"/>
                <a:gd name="connsiteY2" fmla="*/ 60008 h 57150"/>
                <a:gd name="connsiteX3" fmla="*/ 0 w 142875"/>
                <a:gd name="connsiteY3" fmla="*/ 6000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57150">
                  <a:moveTo>
                    <a:pt x="0" y="0"/>
                  </a:moveTo>
                  <a:lnTo>
                    <a:pt x="143827" y="0"/>
                  </a:lnTo>
                  <a:lnTo>
                    <a:pt x="143827" y="60008"/>
                  </a:lnTo>
                  <a:lnTo>
                    <a:pt x="0" y="60008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6EE0DCE-D32D-4043-8249-02DB455BB65C}"/>
                </a:ext>
              </a:extLst>
            </p:cNvPr>
            <p:cNvSpPr/>
            <p:nvPr/>
          </p:nvSpPr>
          <p:spPr>
            <a:xfrm>
              <a:off x="8391525" y="3263265"/>
              <a:ext cx="142875" cy="28575"/>
            </a:xfrm>
            <a:custGeom>
              <a:avLst/>
              <a:gdLst>
                <a:gd name="connsiteX0" fmla="*/ 0 w 142875"/>
                <a:gd name="connsiteY0" fmla="*/ 0 h 28575"/>
                <a:gd name="connsiteX1" fmla="*/ 143827 w 142875"/>
                <a:gd name="connsiteY1" fmla="*/ 0 h 28575"/>
                <a:gd name="connsiteX2" fmla="*/ 143827 w 142875"/>
                <a:gd name="connsiteY2" fmla="*/ 35242 h 28575"/>
                <a:gd name="connsiteX3" fmla="*/ 0 w 142875"/>
                <a:gd name="connsiteY3" fmla="*/ 3524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28575">
                  <a:moveTo>
                    <a:pt x="0" y="0"/>
                  </a:moveTo>
                  <a:lnTo>
                    <a:pt x="143827" y="0"/>
                  </a:lnTo>
                  <a:lnTo>
                    <a:pt x="143827" y="35242"/>
                  </a:lnTo>
                  <a:lnTo>
                    <a:pt x="0" y="35242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CA3D6DE3-8D62-4E76-9B5B-4D2D2DCC134A}"/>
                </a:ext>
              </a:extLst>
            </p:cNvPr>
            <p:cNvSpPr/>
            <p:nvPr/>
          </p:nvSpPr>
          <p:spPr>
            <a:xfrm>
              <a:off x="8105775" y="3152775"/>
              <a:ext cx="266700" cy="390525"/>
            </a:xfrm>
            <a:custGeom>
              <a:avLst/>
              <a:gdLst>
                <a:gd name="connsiteX0" fmla="*/ 0 w 266700"/>
                <a:gd name="connsiteY0" fmla="*/ 0 h 390525"/>
                <a:gd name="connsiteX1" fmla="*/ 269557 w 266700"/>
                <a:gd name="connsiteY1" fmla="*/ 0 h 390525"/>
                <a:gd name="connsiteX2" fmla="*/ 269557 w 266700"/>
                <a:gd name="connsiteY2" fmla="*/ 394335 h 390525"/>
                <a:gd name="connsiteX3" fmla="*/ 0 w 266700"/>
                <a:gd name="connsiteY3" fmla="*/ 39433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390525">
                  <a:moveTo>
                    <a:pt x="0" y="0"/>
                  </a:moveTo>
                  <a:lnTo>
                    <a:pt x="269557" y="0"/>
                  </a:lnTo>
                  <a:lnTo>
                    <a:pt x="269557" y="394335"/>
                  </a:lnTo>
                  <a:lnTo>
                    <a:pt x="0" y="394335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0EEB6669-D397-4DAB-8905-2D59A79F14B9}"/>
                </a:ext>
              </a:extLst>
            </p:cNvPr>
            <p:cNvSpPr/>
            <p:nvPr/>
          </p:nvSpPr>
          <p:spPr>
            <a:xfrm>
              <a:off x="8427719" y="3411854"/>
              <a:ext cx="66675" cy="66675"/>
            </a:xfrm>
            <a:custGeom>
              <a:avLst/>
              <a:gdLst>
                <a:gd name="connsiteX0" fmla="*/ 35243 w 66675"/>
                <a:gd name="connsiteY0" fmla="*/ 0 h 66675"/>
                <a:gd name="connsiteX1" fmla="*/ 0 w 66675"/>
                <a:gd name="connsiteY1" fmla="*/ 35243 h 66675"/>
                <a:gd name="connsiteX2" fmla="*/ 35243 w 66675"/>
                <a:gd name="connsiteY2" fmla="*/ 70485 h 66675"/>
                <a:gd name="connsiteX3" fmla="*/ 70485 w 66675"/>
                <a:gd name="connsiteY3" fmla="*/ 35243 h 66675"/>
                <a:gd name="connsiteX4" fmla="*/ 35243 w 66675"/>
                <a:gd name="connsiteY4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35243" y="0"/>
                  </a:moveTo>
                  <a:cubicBezTo>
                    <a:pt x="16193" y="0"/>
                    <a:pt x="0" y="16193"/>
                    <a:pt x="0" y="35243"/>
                  </a:cubicBezTo>
                  <a:cubicBezTo>
                    <a:pt x="0" y="54293"/>
                    <a:pt x="16193" y="70485"/>
                    <a:pt x="35243" y="70485"/>
                  </a:cubicBezTo>
                  <a:cubicBezTo>
                    <a:pt x="54293" y="70485"/>
                    <a:pt x="70485" y="54293"/>
                    <a:pt x="70485" y="35243"/>
                  </a:cubicBezTo>
                  <a:cubicBezTo>
                    <a:pt x="70485" y="15240"/>
                    <a:pt x="54293" y="0"/>
                    <a:pt x="35243" y="0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9B7EE031-BCEC-4F78-AD70-D59FF51524AC}"/>
                </a:ext>
              </a:extLst>
            </p:cNvPr>
            <p:cNvSpPr/>
            <p:nvPr/>
          </p:nvSpPr>
          <p:spPr>
            <a:xfrm>
              <a:off x="7824735" y="3514206"/>
              <a:ext cx="28575" cy="9525"/>
            </a:xfrm>
            <a:custGeom>
              <a:avLst/>
              <a:gdLst>
                <a:gd name="connsiteX0" fmla="*/ 52 w 28575"/>
                <a:gd name="connsiteY0" fmla="*/ 3376 h 9525"/>
                <a:gd name="connsiteX1" fmla="*/ 15292 w 28575"/>
                <a:gd name="connsiteY1" fmla="*/ 15759 h 9525"/>
                <a:gd name="connsiteX2" fmla="*/ 31484 w 28575"/>
                <a:gd name="connsiteY2" fmla="*/ 8139 h 9525"/>
                <a:gd name="connsiteX3" fmla="*/ 9577 w 28575"/>
                <a:gd name="connsiteY3" fmla="*/ 2424 h 9525"/>
                <a:gd name="connsiteX4" fmla="*/ 52 w 28575"/>
                <a:gd name="connsiteY4" fmla="*/ 337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9525">
                  <a:moveTo>
                    <a:pt x="52" y="3376"/>
                  </a:moveTo>
                  <a:cubicBezTo>
                    <a:pt x="-900" y="7186"/>
                    <a:pt x="11482" y="15759"/>
                    <a:pt x="15292" y="15759"/>
                  </a:cubicBezTo>
                  <a:cubicBezTo>
                    <a:pt x="23865" y="13854"/>
                    <a:pt x="22912" y="9091"/>
                    <a:pt x="31484" y="8139"/>
                  </a:cubicBezTo>
                  <a:cubicBezTo>
                    <a:pt x="23865" y="7186"/>
                    <a:pt x="16245" y="5281"/>
                    <a:pt x="9577" y="2424"/>
                  </a:cubicBezTo>
                  <a:cubicBezTo>
                    <a:pt x="4815" y="519"/>
                    <a:pt x="1005" y="-2339"/>
                    <a:pt x="52" y="3376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90485029-16A3-4A60-A78C-D49EB345FFED}"/>
                </a:ext>
              </a:extLst>
            </p:cNvPr>
            <p:cNvSpPr/>
            <p:nvPr/>
          </p:nvSpPr>
          <p:spPr>
            <a:xfrm>
              <a:off x="7775257" y="3522345"/>
              <a:ext cx="95250" cy="47625"/>
            </a:xfrm>
            <a:custGeom>
              <a:avLst/>
              <a:gdLst>
                <a:gd name="connsiteX0" fmla="*/ 60960 w 95250"/>
                <a:gd name="connsiteY0" fmla="*/ 3810 h 47625"/>
                <a:gd name="connsiteX1" fmla="*/ 25718 w 95250"/>
                <a:gd name="connsiteY1" fmla="*/ 14288 h 47625"/>
                <a:gd name="connsiteX2" fmla="*/ 5715 w 95250"/>
                <a:gd name="connsiteY2" fmla="*/ 21907 h 47625"/>
                <a:gd name="connsiteX3" fmla="*/ 0 w 95250"/>
                <a:gd name="connsiteY3" fmla="*/ 32385 h 47625"/>
                <a:gd name="connsiteX4" fmla="*/ 4763 w 95250"/>
                <a:gd name="connsiteY4" fmla="*/ 38100 h 47625"/>
                <a:gd name="connsiteX5" fmla="*/ 16193 w 95250"/>
                <a:gd name="connsiteY5" fmla="*/ 43815 h 47625"/>
                <a:gd name="connsiteX6" fmla="*/ 38100 w 95250"/>
                <a:gd name="connsiteY6" fmla="*/ 46672 h 47625"/>
                <a:gd name="connsiteX7" fmla="*/ 100965 w 95250"/>
                <a:gd name="connsiteY7" fmla="*/ 36195 h 47625"/>
                <a:gd name="connsiteX8" fmla="*/ 86678 w 95250"/>
                <a:gd name="connsiteY8" fmla="*/ 0 h 47625"/>
                <a:gd name="connsiteX9" fmla="*/ 60960 w 95250"/>
                <a:gd name="connsiteY9" fmla="*/ 381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50" h="47625">
                  <a:moveTo>
                    <a:pt x="60960" y="3810"/>
                  </a:moveTo>
                  <a:cubicBezTo>
                    <a:pt x="50483" y="5715"/>
                    <a:pt x="27623" y="13335"/>
                    <a:pt x="25718" y="14288"/>
                  </a:cubicBezTo>
                  <a:cubicBezTo>
                    <a:pt x="20955" y="16192"/>
                    <a:pt x="9525" y="19050"/>
                    <a:pt x="5715" y="21907"/>
                  </a:cubicBezTo>
                  <a:cubicBezTo>
                    <a:pt x="3810" y="23813"/>
                    <a:pt x="0" y="29527"/>
                    <a:pt x="0" y="32385"/>
                  </a:cubicBezTo>
                  <a:cubicBezTo>
                    <a:pt x="0" y="36195"/>
                    <a:pt x="4763" y="38100"/>
                    <a:pt x="4763" y="38100"/>
                  </a:cubicBezTo>
                  <a:cubicBezTo>
                    <a:pt x="3810" y="42863"/>
                    <a:pt x="17145" y="42863"/>
                    <a:pt x="16193" y="43815"/>
                  </a:cubicBezTo>
                  <a:cubicBezTo>
                    <a:pt x="14288" y="48577"/>
                    <a:pt x="20003" y="53340"/>
                    <a:pt x="38100" y="46672"/>
                  </a:cubicBezTo>
                  <a:cubicBezTo>
                    <a:pt x="39053" y="46672"/>
                    <a:pt x="85725" y="39052"/>
                    <a:pt x="100965" y="36195"/>
                  </a:cubicBezTo>
                  <a:cubicBezTo>
                    <a:pt x="100013" y="26670"/>
                    <a:pt x="87630" y="0"/>
                    <a:pt x="86678" y="0"/>
                  </a:cubicBezTo>
                  <a:cubicBezTo>
                    <a:pt x="78105" y="0"/>
                    <a:pt x="69533" y="1905"/>
                    <a:pt x="60960" y="381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61FA3DEF-2A64-4FB2-A37A-B4F537E25C7D}"/>
                </a:ext>
              </a:extLst>
            </p:cNvPr>
            <p:cNvSpPr/>
            <p:nvPr/>
          </p:nvSpPr>
          <p:spPr>
            <a:xfrm>
              <a:off x="7860030" y="3415664"/>
              <a:ext cx="276225" cy="142875"/>
            </a:xfrm>
            <a:custGeom>
              <a:avLst/>
              <a:gdLst>
                <a:gd name="connsiteX0" fmla="*/ 248602 w 276225"/>
                <a:gd name="connsiteY0" fmla="*/ 0 h 142875"/>
                <a:gd name="connsiteX1" fmla="*/ 240030 w 276225"/>
                <a:gd name="connsiteY1" fmla="*/ 952 h 142875"/>
                <a:gd name="connsiteX2" fmla="*/ 0 w 276225"/>
                <a:gd name="connsiteY2" fmla="*/ 106680 h 142875"/>
                <a:gd name="connsiteX3" fmla="*/ 10477 w 276225"/>
                <a:gd name="connsiteY3" fmla="*/ 143827 h 142875"/>
                <a:gd name="connsiteX4" fmla="*/ 280035 w 276225"/>
                <a:gd name="connsiteY4" fmla="*/ 38100 h 142875"/>
                <a:gd name="connsiteX5" fmla="*/ 248602 w 276225"/>
                <a:gd name="connsiteY5" fmla="*/ 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225" h="142875">
                  <a:moveTo>
                    <a:pt x="248602" y="0"/>
                  </a:moveTo>
                  <a:cubicBezTo>
                    <a:pt x="245745" y="0"/>
                    <a:pt x="241935" y="952"/>
                    <a:pt x="240030" y="952"/>
                  </a:cubicBezTo>
                  <a:cubicBezTo>
                    <a:pt x="197167" y="15240"/>
                    <a:pt x="46672" y="98108"/>
                    <a:pt x="0" y="106680"/>
                  </a:cubicBezTo>
                  <a:cubicBezTo>
                    <a:pt x="5715" y="120968"/>
                    <a:pt x="9525" y="133350"/>
                    <a:pt x="10477" y="143827"/>
                  </a:cubicBezTo>
                  <a:cubicBezTo>
                    <a:pt x="87630" y="128588"/>
                    <a:pt x="277177" y="69533"/>
                    <a:pt x="280035" y="38100"/>
                  </a:cubicBezTo>
                  <a:cubicBezTo>
                    <a:pt x="282892" y="8573"/>
                    <a:pt x="262890" y="0"/>
                    <a:pt x="248602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14FE11A-4A4F-463E-BAD5-0B9E51DE0DAD}"/>
                </a:ext>
              </a:extLst>
            </p:cNvPr>
            <p:cNvSpPr/>
            <p:nvPr/>
          </p:nvSpPr>
          <p:spPr>
            <a:xfrm>
              <a:off x="8076437" y="3191223"/>
              <a:ext cx="209550" cy="276225"/>
            </a:xfrm>
            <a:custGeom>
              <a:avLst/>
              <a:gdLst>
                <a:gd name="connsiteX0" fmla="*/ 125540 w 209550"/>
                <a:gd name="connsiteY0" fmla="*/ 604 h 276225"/>
                <a:gd name="connsiteX1" fmla="*/ 15050 w 209550"/>
                <a:gd name="connsiteY1" fmla="*/ 216821 h 276225"/>
                <a:gd name="connsiteX2" fmla="*/ 55055 w 209550"/>
                <a:gd name="connsiteY2" fmla="*/ 274924 h 276225"/>
                <a:gd name="connsiteX3" fmla="*/ 211265 w 209550"/>
                <a:gd name="connsiteY3" fmla="*/ 57754 h 276225"/>
                <a:gd name="connsiteX4" fmla="*/ 125540 w 209550"/>
                <a:gd name="connsiteY4" fmla="*/ 604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76225">
                  <a:moveTo>
                    <a:pt x="125540" y="604"/>
                  </a:moveTo>
                  <a:cubicBezTo>
                    <a:pt x="100775" y="33941"/>
                    <a:pt x="50292" y="160624"/>
                    <a:pt x="15050" y="216821"/>
                  </a:cubicBezTo>
                  <a:cubicBezTo>
                    <a:pt x="-28765" y="285401"/>
                    <a:pt x="35052" y="291116"/>
                    <a:pt x="55055" y="274924"/>
                  </a:cubicBezTo>
                  <a:cubicBezTo>
                    <a:pt x="107442" y="231109"/>
                    <a:pt x="230315" y="87281"/>
                    <a:pt x="211265" y="57754"/>
                  </a:cubicBezTo>
                  <a:cubicBezTo>
                    <a:pt x="201740" y="44419"/>
                    <a:pt x="129350" y="-6064"/>
                    <a:pt x="125540" y="604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B6CFFEF-5256-47AE-B325-7E94ED7EBE67}"/>
                </a:ext>
              </a:extLst>
            </p:cNvPr>
            <p:cNvSpPr/>
            <p:nvPr/>
          </p:nvSpPr>
          <p:spPr>
            <a:xfrm>
              <a:off x="7857172" y="3167407"/>
              <a:ext cx="428625" cy="400050"/>
            </a:xfrm>
            <a:custGeom>
              <a:avLst/>
              <a:gdLst>
                <a:gd name="connsiteX0" fmla="*/ 336233 w 428625"/>
                <a:gd name="connsiteY0" fmla="*/ 608 h 400050"/>
                <a:gd name="connsiteX1" fmla="*/ 283845 w 428625"/>
                <a:gd name="connsiteY1" fmla="*/ 120623 h 400050"/>
                <a:gd name="connsiteX2" fmla="*/ 224790 w 428625"/>
                <a:gd name="connsiteY2" fmla="*/ 235875 h 400050"/>
                <a:gd name="connsiteX3" fmla="*/ 217170 w 428625"/>
                <a:gd name="connsiteY3" fmla="*/ 250163 h 400050"/>
                <a:gd name="connsiteX4" fmla="*/ 150495 w 428625"/>
                <a:gd name="connsiteY4" fmla="*/ 281595 h 400050"/>
                <a:gd name="connsiteX5" fmla="*/ 0 w 428625"/>
                <a:gd name="connsiteY5" fmla="*/ 346365 h 400050"/>
                <a:gd name="connsiteX6" fmla="*/ 14288 w 428625"/>
                <a:gd name="connsiteY6" fmla="*/ 401610 h 400050"/>
                <a:gd name="connsiteX7" fmla="*/ 279083 w 428625"/>
                <a:gd name="connsiteY7" fmla="*/ 306360 h 400050"/>
                <a:gd name="connsiteX8" fmla="*/ 431483 w 428625"/>
                <a:gd name="connsiteY8" fmla="*/ 87285 h 400050"/>
                <a:gd name="connsiteX9" fmla="*/ 336233 w 428625"/>
                <a:gd name="connsiteY9" fmla="*/ 608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8625" h="400050">
                  <a:moveTo>
                    <a:pt x="336233" y="608"/>
                  </a:moveTo>
                  <a:cubicBezTo>
                    <a:pt x="320040" y="40613"/>
                    <a:pt x="304800" y="76808"/>
                    <a:pt x="283845" y="120623"/>
                  </a:cubicBezTo>
                  <a:cubicBezTo>
                    <a:pt x="263843" y="163485"/>
                    <a:pt x="242888" y="208253"/>
                    <a:pt x="224790" y="235875"/>
                  </a:cubicBezTo>
                  <a:cubicBezTo>
                    <a:pt x="221933" y="240638"/>
                    <a:pt x="219075" y="245400"/>
                    <a:pt x="217170" y="250163"/>
                  </a:cubicBezTo>
                  <a:cubicBezTo>
                    <a:pt x="199072" y="257783"/>
                    <a:pt x="175260" y="269213"/>
                    <a:pt x="150495" y="281595"/>
                  </a:cubicBezTo>
                  <a:cubicBezTo>
                    <a:pt x="95250" y="308265"/>
                    <a:pt x="27622" y="341603"/>
                    <a:pt x="0" y="346365"/>
                  </a:cubicBezTo>
                  <a:lnTo>
                    <a:pt x="14288" y="401610"/>
                  </a:lnTo>
                  <a:cubicBezTo>
                    <a:pt x="82868" y="388275"/>
                    <a:pt x="239078" y="340650"/>
                    <a:pt x="279083" y="306360"/>
                  </a:cubicBezTo>
                  <a:cubicBezTo>
                    <a:pt x="321945" y="271118"/>
                    <a:pt x="444818" y="133958"/>
                    <a:pt x="431483" y="87285"/>
                  </a:cubicBezTo>
                  <a:cubicBezTo>
                    <a:pt x="411480" y="9180"/>
                    <a:pt x="338138" y="-3202"/>
                    <a:pt x="336233" y="60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4E882BB-27E5-462F-800E-1E9EC65FE964}"/>
                </a:ext>
              </a:extLst>
            </p:cNvPr>
            <p:cNvSpPr/>
            <p:nvPr/>
          </p:nvSpPr>
          <p:spPr>
            <a:xfrm>
              <a:off x="7665366" y="3647092"/>
              <a:ext cx="647700" cy="285750"/>
            </a:xfrm>
            <a:custGeom>
              <a:avLst/>
              <a:gdLst>
                <a:gd name="connsiteX0" fmla="*/ 548041 w 647700"/>
                <a:gd name="connsiteY0" fmla="*/ 30 h 285750"/>
                <a:gd name="connsiteX1" fmla="*/ 31786 w 647700"/>
                <a:gd name="connsiteY1" fmla="*/ 197197 h 285750"/>
                <a:gd name="connsiteX2" fmla="*/ 60361 w 647700"/>
                <a:gd name="connsiteY2" fmla="*/ 286732 h 285750"/>
                <a:gd name="connsiteX3" fmla="*/ 577569 w 647700"/>
                <a:gd name="connsiteY3" fmla="*/ 207675 h 285750"/>
                <a:gd name="connsiteX4" fmla="*/ 548041 w 647700"/>
                <a:gd name="connsiteY4" fmla="*/ 3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700" h="285750">
                  <a:moveTo>
                    <a:pt x="548041" y="30"/>
                  </a:moveTo>
                  <a:cubicBezTo>
                    <a:pt x="486129" y="2887"/>
                    <a:pt x="163231" y="119092"/>
                    <a:pt x="31786" y="197197"/>
                  </a:cubicBezTo>
                  <a:cubicBezTo>
                    <a:pt x="-24411" y="230535"/>
                    <a:pt x="-599" y="290542"/>
                    <a:pt x="60361" y="286732"/>
                  </a:cubicBezTo>
                  <a:cubicBezTo>
                    <a:pt x="238478" y="276255"/>
                    <a:pt x="473746" y="282922"/>
                    <a:pt x="577569" y="207675"/>
                  </a:cubicBezTo>
                  <a:cubicBezTo>
                    <a:pt x="744256" y="88612"/>
                    <a:pt x="580426" y="-1875"/>
                    <a:pt x="548041" y="30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F8CB865F-6CD4-4520-8D3C-3C6C346F42FB}"/>
                </a:ext>
              </a:extLst>
            </p:cNvPr>
            <p:cNvSpPr/>
            <p:nvPr/>
          </p:nvSpPr>
          <p:spPr>
            <a:xfrm>
              <a:off x="7868602" y="4266562"/>
              <a:ext cx="38100" cy="38100"/>
            </a:xfrm>
            <a:custGeom>
              <a:avLst/>
              <a:gdLst>
                <a:gd name="connsiteX0" fmla="*/ 0 w 38100"/>
                <a:gd name="connsiteY0" fmla="*/ 7305 h 38100"/>
                <a:gd name="connsiteX1" fmla="*/ 3810 w 38100"/>
                <a:gd name="connsiteY1" fmla="*/ 31118 h 38100"/>
                <a:gd name="connsiteX2" fmla="*/ 40005 w 38100"/>
                <a:gd name="connsiteY2" fmla="*/ 43500 h 38100"/>
                <a:gd name="connsiteX3" fmla="*/ 40957 w 38100"/>
                <a:gd name="connsiteY3" fmla="*/ 5400 h 38100"/>
                <a:gd name="connsiteX4" fmla="*/ 0 w 38100"/>
                <a:gd name="connsiteY4" fmla="*/ 7305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0" y="7305"/>
                  </a:moveTo>
                  <a:cubicBezTo>
                    <a:pt x="4763" y="21593"/>
                    <a:pt x="3810" y="31118"/>
                    <a:pt x="3810" y="31118"/>
                  </a:cubicBezTo>
                  <a:cubicBezTo>
                    <a:pt x="16192" y="43500"/>
                    <a:pt x="39053" y="44453"/>
                    <a:pt x="40005" y="43500"/>
                  </a:cubicBezTo>
                  <a:cubicBezTo>
                    <a:pt x="40005" y="43500"/>
                    <a:pt x="43815" y="27308"/>
                    <a:pt x="40957" y="5400"/>
                  </a:cubicBezTo>
                  <a:cubicBezTo>
                    <a:pt x="39053" y="5400"/>
                    <a:pt x="16192" y="-7935"/>
                    <a:pt x="0" y="7305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F26528E-781F-44F8-AF17-2AC0E0B584C8}"/>
                </a:ext>
              </a:extLst>
            </p:cNvPr>
            <p:cNvSpPr/>
            <p:nvPr/>
          </p:nvSpPr>
          <p:spPr>
            <a:xfrm>
              <a:off x="7663684" y="3844397"/>
              <a:ext cx="247650" cy="438150"/>
            </a:xfrm>
            <a:custGeom>
              <a:avLst/>
              <a:gdLst>
                <a:gd name="connsiteX0" fmla="*/ 9656 w 247650"/>
                <a:gd name="connsiteY0" fmla="*/ 92285 h 438150"/>
                <a:gd name="connsiteX1" fmla="*/ 203966 w 247650"/>
                <a:gd name="connsiteY1" fmla="*/ 445663 h 438150"/>
                <a:gd name="connsiteX2" fmla="*/ 248734 w 247650"/>
                <a:gd name="connsiteY2" fmla="*/ 429470 h 438150"/>
                <a:gd name="connsiteX3" fmla="*/ 123956 w 247650"/>
                <a:gd name="connsiteY3" fmla="*/ 64663 h 438150"/>
                <a:gd name="connsiteX4" fmla="*/ 9656 w 247650"/>
                <a:gd name="connsiteY4" fmla="*/ 92285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650" h="438150">
                  <a:moveTo>
                    <a:pt x="9656" y="92285"/>
                  </a:moveTo>
                  <a:cubicBezTo>
                    <a:pt x="116336" y="284690"/>
                    <a:pt x="203966" y="445663"/>
                    <a:pt x="203966" y="445663"/>
                  </a:cubicBezTo>
                  <a:cubicBezTo>
                    <a:pt x="210634" y="433280"/>
                    <a:pt x="231588" y="424708"/>
                    <a:pt x="248734" y="429470"/>
                  </a:cubicBezTo>
                  <a:cubicBezTo>
                    <a:pt x="248734" y="429470"/>
                    <a:pt x="186821" y="248495"/>
                    <a:pt x="123956" y="64663"/>
                  </a:cubicBezTo>
                  <a:cubicBezTo>
                    <a:pt x="82998" y="-55352"/>
                    <a:pt x="-34159" y="14180"/>
                    <a:pt x="9656" y="92285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2CC32D0-A52B-4CF6-8C18-0D47EC053822}"/>
                </a:ext>
              </a:extLst>
            </p:cNvPr>
            <p:cNvSpPr/>
            <p:nvPr/>
          </p:nvSpPr>
          <p:spPr>
            <a:xfrm>
              <a:off x="7801889" y="4287088"/>
              <a:ext cx="104775" cy="76200"/>
            </a:xfrm>
            <a:custGeom>
              <a:avLst/>
              <a:gdLst>
                <a:gd name="connsiteX0" fmla="*/ 70523 w 104775"/>
                <a:gd name="connsiteY0" fmla="*/ 1067 h 76200"/>
                <a:gd name="connsiteX1" fmla="*/ 63855 w 104775"/>
                <a:gd name="connsiteY1" fmla="*/ 8687 h 76200"/>
                <a:gd name="connsiteX2" fmla="*/ 38 w 104775"/>
                <a:gd name="connsiteY2" fmla="*/ 59169 h 76200"/>
                <a:gd name="connsiteX3" fmla="*/ 30518 w 104775"/>
                <a:gd name="connsiteY3" fmla="*/ 79172 h 76200"/>
                <a:gd name="connsiteX4" fmla="*/ 65760 w 104775"/>
                <a:gd name="connsiteY4" fmla="*/ 78219 h 76200"/>
                <a:gd name="connsiteX5" fmla="*/ 101003 w 104775"/>
                <a:gd name="connsiteY5" fmla="*/ 46787 h 76200"/>
                <a:gd name="connsiteX6" fmla="*/ 107670 w 104775"/>
                <a:gd name="connsiteY6" fmla="*/ 14402 h 76200"/>
                <a:gd name="connsiteX7" fmla="*/ 70523 w 104775"/>
                <a:gd name="connsiteY7" fmla="*/ 106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775" h="76200">
                  <a:moveTo>
                    <a:pt x="70523" y="1067"/>
                  </a:moveTo>
                  <a:cubicBezTo>
                    <a:pt x="70523" y="1067"/>
                    <a:pt x="69570" y="2972"/>
                    <a:pt x="63855" y="8687"/>
                  </a:cubicBezTo>
                  <a:cubicBezTo>
                    <a:pt x="52425" y="19164"/>
                    <a:pt x="1943" y="42024"/>
                    <a:pt x="38" y="59169"/>
                  </a:cubicBezTo>
                  <a:cubicBezTo>
                    <a:pt x="-915" y="67742"/>
                    <a:pt x="16230" y="77267"/>
                    <a:pt x="30518" y="79172"/>
                  </a:cubicBezTo>
                  <a:cubicBezTo>
                    <a:pt x="44805" y="81077"/>
                    <a:pt x="58141" y="82029"/>
                    <a:pt x="65760" y="78219"/>
                  </a:cubicBezTo>
                  <a:cubicBezTo>
                    <a:pt x="76238" y="73457"/>
                    <a:pt x="96241" y="51549"/>
                    <a:pt x="101003" y="46787"/>
                  </a:cubicBezTo>
                  <a:cubicBezTo>
                    <a:pt x="110528" y="35357"/>
                    <a:pt x="107670" y="14402"/>
                    <a:pt x="107670" y="14402"/>
                  </a:cubicBezTo>
                  <a:cubicBezTo>
                    <a:pt x="99098" y="-5601"/>
                    <a:pt x="70523" y="1067"/>
                    <a:pt x="70523" y="1067"/>
                  </a:cubicBezTo>
                  <a:close/>
                </a:path>
              </a:pathLst>
            </a:custGeom>
            <a:solidFill>
              <a:srgbClr val="F7B75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BDBCAB8-54B7-421C-9EDE-9CF91316A6B6}"/>
                </a:ext>
              </a:extLst>
            </p:cNvPr>
            <p:cNvSpPr/>
            <p:nvPr/>
          </p:nvSpPr>
          <p:spPr>
            <a:xfrm>
              <a:off x="7809502" y="4305968"/>
              <a:ext cx="85725" cy="57150"/>
            </a:xfrm>
            <a:custGeom>
              <a:avLst/>
              <a:gdLst>
                <a:gd name="connsiteX0" fmla="*/ 62910 w 85725"/>
                <a:gd name="connsiteY0" fmla="*/ 3142 h 57150"/>
                <a:gd name="connsiteX1" fmla="*/ 45 w 85725"/>
                <a:gd name="connsiteY1" fmla="*/ 44099 h 57150"/>
                <a:gd name="connsiteX2" fmla="*/ 25763 w 85725"/>
                <a:gd name="connsiteY2" fmla="*/ 61244 h 57150"/>
                <a:gd name="connsiteX3" fmla="*/ 55290 w 85725"/>
                <a:gd name="connsiteY3" fmla="*/ 60292 h 57150"/>
                <a:gd name="connsiteX4" fmla="*/ 84818 w 85725"/>
                <a:gd name="connsiteY4" fmla="*/ 33622 h 57150"/>
                <a:gd name="connsiteX5" fmla="*/ 62910 w 85725"/>
                <a:gd name="connsiteY5" fmla="*/ 314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725" h="57150">
                  <a:moveTo>
                    <a:pt x="62910" y="3142"/>
                  </a:moveTo>
                  <a:cubicBezTo>
                    <a:pt x="48623" y="13619"/>
                    <a:pt x="998" y="29812"/>
                    <a:pt x="45" y="44099"/>
                  </a:cubicBezTo>
                  <a:cubicBezTo>
                    <a:pt x="-907" y="50767"/>
                    <a:pt x="13380" y="59339"/>
                    <a:pt x="25763" y="61244"/>
                  </a:cubicBezTo>
                  <a:cubicBezTo>
                    <a:pt x="38145" y="63149"/>
                    <a:pt x="48623" y="63149"/>
                    <a:pt x="55290" y="60292"/>
                  </a:cubicBezTo>
                  <a:cubicBezTo>
                    <a:pt x="63863" y="56482"/>
                    <a:pt x="81960" y="37432"/>
                    <a:pt x="84818" y="33622"/>
                  </a:cubicBezTo>
                  <a:cubicBezTo>
                    <a:pt x="101010" y="9809"/>
                    <a:pt x="77198" y="-7336"/>
                    <a:pt x="62910" y="3142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DA51D7C-C109-4082-B4F3-D5A20401739D}"/>
                </a:ext>
              </a:extLst>
            </p:cNvPr>
            <p:cNvSpPr/>
            <p:nvPr/>
          </p:nvSpPr>
          <p:spPr>
            <a:xfrm>
              <a:off x="8147684" y="4264407"/>
              <a:ext cx="47625" cy="47625"/>
            </a:xfrm>
            <a:custGeom>
              <a:avLst/>
              <a:gdLst>
                <a:gd name="connsiteX0" fmla="*/ 0 w 47625"/>
                <a:gd name="connsiteY0" fmla="*/ 13270 h 47625"/>
                <a:gd name="connsiteX1" fmla="*/ 10478 w 47625"/>
                <a:gd name="connsiteY1" fmla="*/ 56133 h 47625"/>
                <a:gd name="connsiteX2" fmla="*/ 54293 w 47625"/>
                <a:gd name="connsiteY2" fmla="*/ 33273 h 47625"/>
                <a:gd name="connsiteX3" fmla="*/ 38100 w 47625"/>
                <a:gd name="connsiteY3" fmla="*/ 4698 h 47625"/>
                <a:gd name="connsiteX4" fmla="*/ 0 w 47625"/>
                <a:gd name="connsiteY4" fmla="*/ 1327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0" y="13270"/>
                  </a:moveTo>
                  <a:cubicBezTo>
                    <a:pt x="3810" y="35178"/>
                    <a:pt x="10478" y="56133"/>
                    <a:pt x="10478" y="56133"/>
                  </a:cubicBezTo>
                  <a:cubicBezTo>
                    <a:pt x="11430" y="57085"/>
                    <a:pt x="41910" y="45655"/>
                    <a:pt x="54293" y="33273"/>
                  </a:cubicBezTo>
                  <a:cubicBezTo>
                    <a:pt x="54293" y="33273"/>
                    <a:pt x="44768" y="18985"/>
                    <a:pt x="38100" y="4698"/>
                  </a:cubicBezTo>
                  <a:cubicBezTo>
                    <a:pt x="21908" y="-9590"/>
                    <a:pt x="1905" y="13270"/>
                    <a:pt x="0" y="1327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FF0B9475-09B7-45CA-98FD-4B38B01C570E}"/>
                </a:ext>
              </a:extLst>
            </p:cNvPr>
            <p:cNvSpPr/>
            <p:nvPr/>
          </p:nvSpPr>
          <p:spPr>
            <a:xfrm>
              <a:off x="7950386" y="3872972"/>
              <a:ext cx="238125" cy="409575"/>
            </a:xfrm>
            <a:custGeom>
              <a:avLst/>
              <a:gdLst>
                <a:gd name="connsiteX0" fmla="*/ 9656 w 238125"/>
                <a:gd name="connsiteY0" fmla="*/ 92285 h 409575"/>
                <a:gd name="connsiteX1" fmla="*/ 195394 w 238125"/>
                <a:gd name="connsiteY1" fmla="*/ 418040 h 409575"/>
                <a:gd name="connsiteX2" fmla="*/ 239208 w 238125"/>
                <a:gd name="connsiteY2" fmla="*/ 400895 h 409575"/>
                <a:gd name="connsiteX3" fmla="*/ 123956 w 238125"/>
                <a:gd name="connsiteY3" fmla="*/ 64663 h 409575"/>
                <a:gd name="connsiteX4" fmla="*/ 9656 w 238125"/>
                <a:gd name="connsiteY4" fmla="*/ 92285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25" h="409575">
                  <a:moveTo>
                    <a:pt x="9656" y="92285"/>
                  </a:moveTo>
                  <a:cubicBezTo>
                    <a:pt x="116336" y="284690"/>
                    <a:pt x="195394" y="418040"/>
                    <a:pt x="195394" y="418040"/>
                  </a:cubicBezTo>
                  <a:cubicBezTo>
                    <a:pt x="202061" y="405658"/>
                    <a:pt x="222063" y="396133"/>
                    <a:pt x="239208" y="400895"/>
                  </a:cubicBezTo>
                  <a:cubicBezTo>
                    <a:pt x="239208" y="400895"/>
                    <a:pt x="186821" y="248495"/>
                    <a:pt x="123956" y="64663"/>
                  </a:cubicBezTo>
                  <a:cubicBezTo>
                    <a:pt x="82998" y="-55352"/>
                    <a:pt x="-34159" y="14180"/>
                    <a:pt x="9656" y="92285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C98120A-30B2-47BA-B0FB-2768127F475D}"/>
                </a:ext>
              </a:extLst>
            </p:cNvPr>
            <p:cNvSpPr/>
            <p:nvPr/>
          </p:nvSpPr>
          <p:spPr>
            <a:xfrm>
              <a:off x="8157209" y="4286660"/>
              <a:ext cx="104775" cy="76200"/>
            </a:xfrm>
            <a:custGeom>
              <a:avLst/>
              <a:gdLst>
                <a:gd name="connsiteX0" fmla="*/ 42863 w 104775"/>
                <a:gd name="connsiteY0" fmla="*/ 9115 h 76200"/>
                <a:gd name="connsiteX1" fmla="*/ 42863 w 104775"/>
                <a:gd name="connsiteY1" fmla="*/ 9115 h 76200"/>
                <a:gd name="connsiteX2" fmla="*/ 12383 w 104775"/>
                <a:gd name="connsiteY2" fmla="*/ 1495 h 76200"/>
                <a:gd name="connsiteX3" fmla="*/ 12383 w 104775"/>
                <a:gd name="connsiteY3" fmla="*/ 1495 h 76200"/>
                <a:gd name="connsiteX4" fmla="*/ 0 w 104775"/>
                <a:gd name="connsiteY4" fmla="*/ 21497 h 76200"/>
                <a:gd name="connsiteX5" fmla="*/ 5715 w 104775"/>
                <a:gd name="connsiteY5" fmla="*/ 45310 h 76200"/>
                <a:gd name="connsiteX6" fmla="*/ 40958 w 104775"/>
                <a:gd name="connsiteY6" fmla="*/ 76742 h 76200"/>
                <a:gd name="connsiteX7" fmla="*/ 76200 w 104775"/>
                <a:gd name="connsiteY7" fmla="*/ 77695 h 76200"/>
                <a:gd name="connsiteX8" fmla="*/ 106680 w 104775"/>
                <a:gd name="connsiteY8" fmla="*/ 57692 h 76200"/>
                <a:gd name="connsiteX9" fmla="*/ 42863 w 104775"/>
                <a:gd name="connsiteY9" fmla="*/ 91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775" h="76200">
                  <a:moveTo>
                    <a:pt x="42863" y="9115"/>
                  </a:moveTo>
                  <a:lnTo>
                    <a:pt x="42863" y="9115"/>
                  </a:lnTo>
                  <a:cubicBezTo>
                    <a:pt x="34290" y="1495"/>
                    <a:pt x="22860" y="-2315"/>
                    <a:pt x="12383" y="1495"/>
                  </a:cubicBezTo>
                  <a:cubicBezTo>
                    <a:pt x="12383" y="1495"/>
                    <a:pt x="12383" y="1495"/>
                    <a:pt x="12383" y="1495"/>
                  </a:cubicBezTo>
                  <a:cubicBezTo>
                    <a:pt x="3810" y="4352"/>
                    <a:pt x="0" y="12925"/>
                    <a:pt x="0" y="21497"/>
                  </a:cubicBezTo>
                  <a:cubicBezTo>
                    <a:pt x="953" y="29117"/>
                    <a:pt x="1905" y="40547"/>
                    <a:pt x="5715" y="45310"/>
                  </a:cubicBezTo>
                  <a:cubicBezTo>
                    <a:pt x="9525" y="50072"/>
                    <a:pt x="30480" y="71980"/>
                    <a:pt x="40958" y="76742"/>
                  </a:cubicBezTo>
                  <a:cubicBezTo>
                    <a:pt x="49530" y="80552"/>
                    <a:pt x="61913" y="79600"/>
                    <a:pt x="76200" y="77695"/>
                  </a:cubicBezTo>
                  <a:cubicBezTo>
                    <a:pt x="90488" y="75790"/>
                    <a:pt x="107633" y="66265"/>
                    <a:pt x="106680" y="57692"/>
                  </a:cubicBezTo>
                  <a:cubicBezTo>
                    <a:pt x="104775" y="42452"/>
                    <a:pt x="54293" y="20545"/>
                    <a:pt x="42863" y="9115"/>
                  </a:cubicBezTo>
                  <a:close/>
                </a:path>
              </a:pathLst>
            </a:custGeom>
            <a:solidFill>
              <a:srgbClr val="F7B75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17B52E9-AAA9-45ED-9FC6-33FC2F2097C7}"/>
                </a:ext>
              </a:extLst>
            </p:cNvPr>
            <p:cNvSpPr/>
            <p:nvPr/>
          </p:nvSpPr>
          <p:spPr>
            <a:xfrm>
              <a:off x="8166066" y="4306417"/>
              <a:ext cx="85725" cy="57150"/>
            </a:xfrm>
            <a:custGeom>
              <a:avLst/>
              <a:gdLst>
                <a:gd name="connsiteX0" fmla="*/ 27339 w 85725"/>
                <a:gd name="connsiteY0" fmla="*/ 2692 h 57150"/>
                <a:gd name="connsiteX1" fmla="*/ 5431 w 85725"/>
                <a:gd name="connsiteY1" fmla="*/ 32220 h 57150"/>
                <a:gd name="connsiteX2" fmla="*/ 34959 w 85725"/>
                <a:gd name="connsiteY2" fmla="*/ 58890 h 57150"/>
                <a:gd name="connsiteX3" fmla="*/ 64486 w 85725"/>
                <a:gd name="connsiteY3" fmla="*/ 59842 h 57150"/>
                <a:gd name="connsiteX4" fmla="*/ 90203 w 85725"/>
                <a:gd name="connsiteY4" fmla="*/ 42697 h 57150"/>
                <a:gd name="connsiteX5" fmla="*/ 27339 w 85725"/>
                <a:gd name="connsiteY5" fmla="*/ 269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725" h="57150">
                  <a:moveTo>
                    <a:pt x="27339" y="2692"/>
                  </a:moveTo>
                  <a:cubicBezTo>
                    <a:pt x="13051" y="-6833"/>
                    <a:pt x="-10761" y="10312"/>
                    <a:pt x="5431" y="32220"/>
                  </a:cubicBezTo>
                  <a:cubicBezTo>
                    <a:pt x="8289" y="36030"/>
                    <a:pt x="26386" y="55080"/>
                    <a:pt x="34959" y="58890"/>
                  </a:cubicBezTo>
                  <a:cubicBezTo>
                    <a:pt x="41626" y="61747"/>
                    <a:pt x="53056" y="61747"/>
                    <a:pt x="64486" y="59842"/>
                  </a:cubicBezTo>
                  <a:cubicBezTo>
                    <a:pt x="76869" y="57937"/>
                    <a:pt x="91156" y="50317"/>
                    <a:pt x="90203" y="42697"/>
                  </a:cubicBezTo>
                  <a:cubicBezTo>
                    <a:pt x="88299" y="29362"/>
                    <a:pt x="41626" y="12217"/>
                    <a:pt x="27339" y="2692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629C159C-CDC7-43AF-9AD1-54D9B11320AA}"/>
                </a:ext>
              </a:extLst>
            </p:cNvPr>
            <p:cNvSpPr/>
            <p:nvPr/>
          </p:nvSpPr>
          <p:spPr>
            <a:xfrm>
              <a:off x="7929562" y="3635692"/>
              <a:ext cx="438150" cy="219075"/>
            </a:xfrm>
            <a:custGeom>
              <a:avLst/>
              <a:gdLst>
                <a:gd name="connsiteX0" fmla="*/ 382905 w 438150"/>
                <a:gd name="connsiteY0" fmla="*/ 5715 h 219075"/>
                <a:gd name="connsiteX1" fmla="*/ 169545 w 438150"/>
                <a:gd name="connsiteY1" fmla="*/ 26670 h 219075"/>
                <a:gd name="connsiteX2" fmla="*/ 42863 w 438150"/>
                <a:gd name="connsiteY2" fmla="*/ 12383 h 219075"/>
                <a:gd name="connsiteX3" fmla="*/ 0 w 438150"/>
                <a:gd name="connsiteY3" fmla="*/ 106680 h 219075"/>
                <a:gd name="connsiteX4" fmla="*/ 100013 w 438150"/>
                <a:gd name="connsiteY4" fmla="*/ 212408 h 219075"/>
                <a:gd name="connsiteX5" fmla="*/ 443865 w 438150"/>
                <a:gd name="connsiteY5" fmla="*/ 171450 h 219075"/>
                <a:gd name="connsiteX6" fmla="*/ 431482 w 438150"/>
                <a:gd name="connsiteY6" fmla="*/ 0 h 219075"/>
                <a:gd name="connsiteX7" fmla="*/ 382905 w 438150"/>
                <a:gd name="connsiteY7" fmla="*/ 5715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8150" h="219075">
                  <a:moveTo>
                    <a:pt x="382905" y="5715"/>
                  </a:moveTo>
                  <a:cubicBezTo>
                    <a:pt x="311468" y="14288"/>
                    <a:pt x="240982" y="24765"/>
                    <a:pt x="169545" y="26670"/>
                  </a:cubicBezTo>
                  <a:cubicBezTo>
                    <a:pt x="124778" y="27623"/>
                    <a:pt x="82868" y="22860"/>
                    <a:pt x="42863" y="12383"/>
                  </a:cubicBezTo>
                  <a:cubicBezTo>
                    <a:pt x="42863" y="79058"/>
                    <a:pt x="29528" y="89535"/>
                    <a:pt x="0" y="106680"/>
                  </a:cubicBezTo>
                  <a:cubicBezTo>
                    <a:pt x="20955" y="180023"/>
                    <a:pt x="62865" y="200025"/>
                    <a:pt x="100013" y="212408"/>
                  </a:cubicBezTo>
                  <a:cubicBezTo>
                    <a:pt x="196215" y="243840"/>
                    <a:pt x="437197" y="171450"/>
                    <a:pt x="443865" y="171450"/>
                  </a:cubicBezTo>
                  <a:cubicBezTo>
                    <a:pt x="443865" y="118110"/>
                    <a:pt x="439103" y="59055"/>
                    <a:pt x="431482" y="0"/>
                  </a:cubicBezTo>
                  <a:cubicBezTo>
                    <a:pt x="415290" y="1905"/>
                    <a:pt x="399097" y="3810"/>
                    <a:pt x="382905" y="5715"/>
                  </a:cubicBezTo>
                  <a:close/>
                </a:path>
              </a:pathLst>
            </a:custGeom>
            <a:solidFill>
              <a:srgbClr val="5580F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3987904-0B4E-4F13-A68D-EAE4A2EB1190}"/>
                </a:ext>
              </a:extLst>
            </p:cNvPr>
            <p:cNvSpPr/>
            <p:nvPr/>
          </p:nvSpPr>
          <p:spPr>
            <a:xfrm>
              <a:off x="8094344" y="3086629"/>
              <a:ext cx="76200" cy="85725"/>
            </a:xfrm>
            <a:custGeom>
              <a:avLst/>
              <a:gdLst>
                <a:gd name="connsiteX0" fmla="*/ 65723 w 76200"/>
                <a:gd name="connsiteY0" fmla="*/ 423 h 85725"/>
                <a:gd name="connsiteX1" fmla="*/ 20003 w 76200"/>
                <a:gd name="connsiteY1" fmla="*/ 7091 h 85725"/>
                <a:gd name="connsiteX2" fmla="*/ 0 w 76200"/>
                <a:gd name="connsiteY2" fmla="*/ 5186 h 85725"/>
                <a:gd name="connsiteX3" fmla="*/ 0 w 76200"/>
                <a:gd name="connsiteY3" fmla="*/ 72813 h 85725"/>
                <a:gd name="connsiteX4" fmla="*/ 80010 w 76200"/>
                <a:gd name="connsiteY4" fmla="*/ 57573 h 85725"/>
                <a:gd name="connsiteX5" fmla="*/ 69533 w 76200"/>
                <a:gd name="connsiteY5" fmla="*/ 423 h 85725"/>
                <a:gd name="connsiteX6" fmla="*/ 65723 w 76200"/>
                <a:gd name="connsiteY6" fmla="*/ 423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85725">
                  <a:moveTo>
                    <a:pt x="65723" y="423"/>
                  </a:moveTo>
                  <a:cubicBezTo>
                    <a:pt x="50483" y="2328"/>
                    <a:pt x="35243" y="7091"/>
                    <a:pt x="20003" y="7091"/>
                  </a:cubicBezTo>
                  <a:cubicBezTo>
                    <a:pt x="13335" y="7091"/>
                    <a:pt x="6668" y="6138"/>
                    <a:pt x="0" y="5186"/>
                  </a:cubicBezTo>
                  <a:cubicBezTo>
                    <a:pt x="1905" y="16616"/>
                    <a:pt x="8573" y="51858"/>
                    <a:pt x="0" y="72813"/>
                  </a:cubicBezTo>
                  <a:cubicBezTo>
                    <a:pt x="3810" y="94721"/>
                    <a:pt x="63818" y="94721"/>
                    <a:pt x="80010" y="57573"/>
                  </a:cubicBezTo>
                  <a:cubicBezTo>
                    <a:pt x="75248" y="50906"/>
                    <a:pt x="71438" y="23283"/>
                    <a:pt x="69533" y="423"/>
                  </a:cubicBezTo>
                  <a:cubicBezTo>
                    <a:pt x="68580" y="-529"/>
                    <a:pt x="67628" y="423"/>
                    <a:pt x="65723" y="423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A86CB096-FC67-485D-802D-A04A052531A4}"/>
                </a:ext>
              </a:extLst>
            </p:cNvPr>
            <p:cNvSpPr/>
            <p:nvPr/>
          </p:nvSpPr>
          <p:spPr>
            <a:xfrm>
              <a:off x="8051104" y="2985783"/>
              <a:ext cx="104775" cy="133350"/>
            </a:xfrm>
            <a:custGeom>
              <a:avLst/>
              <a:gdLst>
                <a:gd name="connsiteX0" fmla="*/ 59433 w 104775"/>
                <a:gd name="connsiteY0" fmla="*/ 304 h 133350"/>
                <a:gd name="connsiteX1" fmla="*/ 378 w 104775"/>
                <a:gd name="connsiteY1" fmla="*/ 30784 h 133350"/>
                <a:gd name="connsiteX2" fmla="*/ 47051 w 104775"/>
                <a:gd name="connsiteY2" fmla="*/ 135559 h 133350"/>
                <a:gd name="connsiteX3" fmla="*/ 103248 w 104775"/>
                <a:gd name="connsiteY3" fmla="*/ 86982 h 133350"/>
                <a:gd name="connsiteX4" fmla="*/ 105153 w 104775"/>
                <a:gd name="connsiteY4" fmla="*/ 57454 h 133350"/>
                <a:gd name="connsiteX5" fmla="*/ 59433 w 104775"/>
                <a:gd name="connsiteY5" fmla="*/ 30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775" h="133350">
                  <a:moveTo>
                    <a:pt x="59433" y="304"/>
                  </a:moveTo>
                  <a:cubicBezTo>
                    <a:pt x="32763" y="-1601"/>
                    <a:pt x="6093" y="5067"/>
                    <a:pt x="378" y="30784"/>
                  </a:cubicBezTo>
                  <a:cubicBezTo>
                    <a:pt x="-1527" y="40309"/>
                    <a:pt x="2283" y="123177"/>
                    <a:pt x="47051" y="135559"/>
                  </a:cubicBezTo>
                  <a:cubicBezTo>
                    <a:pt x="66101" y="141274"/>
                    <a:pt x="101343" y="108889"/>
                    <a:pt x="103248" y="86982"/>
                  </a:cubicBezTo>
                  <a:cubicBezTo>
                    <a:pt x="103248" y="86982"/>
                    <a:pt x="105153" y="57454"/>
                    <a:pt x="105153" y="57454"/>
                  </a:cubicBezTo>
                  <a:cubicBezTo>
                    <a:pt x="106106" y="27927"/>
                    <a:pt x="88961" y="2209"/>
                    <a:pt x="59433" y="304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18B85C00-C79A-411D-BC7D-15ED3ED312FB}"/>
                </a:ext>
              </a:extLst>
            </p:cNvPr>
            <p:cNvSpPr/>
            <p:nvPr/>
          </p:nvSpPr>
          <p:spPr>
            <a:xfrm>
              <a:off x="7933372" y="3143250"/>
              <a:ext cx="428625" cy="666750"/>
            </a:xfrm>
            <a:custGeom>
              <a:avLst/>
              <a:gdLst>
                <a:gd name="connsiteX0" fmla="*/ 301943 w 428625"/>
                <a:gd name="connsiteY0" fmla="*/ 16192 h 666750"/>
                <a:gd name="connsiteX1" fmla="*/ 240983 w 428625"/>
                <a:gd name="connsiteY1" fmla="*/ 0 h 666750"/>
                <a:gd name="connsiteX2" fmla="*/ 204788 w 428625"/>
                <a:gd name="connsiteY2" fmla="*/ 18098 h 666750"/>
                <a:gd name="connsiteX3" fmla="*/ 160972 w 428625"/>
                <a:gd name="connsiteY3" fmla="*/ 15240 h 666750"/>
                <a:gd name="connsiteX4" fmla="*/ 99060 w 428625"/>
                <a:gd name="connsiteY4" fmla="*/ 37148 h 666750"/>
                <a:gd name="connsiteX5" fmla="*/ 59055 w 428625"/>
                <a:gd name="connsiteY5" fmla="*/ 124777 h 666750"/>
                <a:gd name="connsiteX6" fmla="*/ 0 w 428625"/>
                <a:gd name="connsiteY6" fmla="*/ 596265 h 666750"/>
                <a:gd name="connsiteX7" fmla="*/ 70485 w 428625"/>
                <a:gd name="connsiteY7" fmla="*/ 661988 h 666750"/>
                <a:gd name="connsiteX8" fmla="*/ 81915 w 428625"/>
                <a:gd name="connsiteY8" fmla="*/ 559118 h 666750"/>
                <a:gd name="connsiteX9" fmla="*/ 92393 w 428625"/>
                <a:gd name="connsiteY9" fmla="*/ 666750 h 666750"/>
                <a:gd name="connsiteX10" fmla="*/ 378143 w 428625"/>
                <a:gd name="connsiteY10" fmla="*/ 632460 h 666750"/>
                <a:gd name="connsiteX11" fmla="*/ 386715 w 428625"/>
                <a:gd name="connsiteY11" fmla="*/ 497205 h 666750"/>
                <a:gd name="connsiteX12" fmla="*/ 412433 w 428625"/>
                <a:gd name="connsiteY12" fmla="*/ 627697 h 666750"/>
                <a:gd name="connsiteX13" fmla="*/ 435293 w 428625"/>
                <a:gd name="connsiteY13" fmla="*/ 624840 h 666750"/>
                <a:gd name="connsiteX14" fmla="*/ 374333 w 428625"/>
                <a:gd name="connsiteY14" fmla="*/ 99060 h 666750"/>
                <a:gd name="connsiteX15" fmla="*/ 301943 w 428625"/>
                <a:gd name="connsiteY15" fmla="*/ 16192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8625" h="666750">
                  <a:moveTo>
                    <a:pt x="301943" y="16192"/>
                  </a:moveTo>
                  <a:cubicBezTo>
                    <a:pt x="286703" y="12383"/>
                    <a:pt x="240983" y="0"/>
                    <a:pt x="240983" y="0"/>
                  </a:cubicBezTo>
                  <a:cubicBezTo>
                    <a:pt x="240983" y="0"/>
                    <a:pt x="232410" y="12383"/>
                    <a:pt x="204788" y="18098"/>
                  </a:cubicBezTo>
                  <a:cubicBezTo>
                    <a:pt x="180022" y="23813"/>
                    <a:pt x="160972" y="15240"/>
                    <a:pt x="160972" y="15240"/>
                  </a:cubicBezTo>
                  <a:cubicBezTo>
                    <a:pt x="160972" y="15240"/>
                    <a:pt x="108585" y="31433"/>
                    <a:pt x="99060" y="37148"/>
                  </a:cubicBezTo>
                  <a:cubicBezTo>
                    <a:pt x="61913" y="59055"/>
                    <a:pt x="61913" y="74295"/>
                    <a:pt x="59055" y="124777"/>
                  </a:cubicBezTo>
                  <a:cubicBezTo>
                    <a:pt x="58103" y="148590"/>
                    <a:pt x="57150" y="512445"/>
                    <a:pt x="0" y="596265"/>
                  </a:cubicBezTo>
                  <a:cubicBezTo>
                    <a:pt x="1905" y="600075"/>
                    <a:pt x="22860" y="649605"/>
                    <a:pt x="70485" y="661988"/>
                  </a:cubicBezTo>
                  <a:lnTo>
                    <a:pt x="81915" y="559118"/>
                  </a:lnTo>
                  <a:lnTo>
                    <a:pt x="92393" y="666750"/>
                  </a:lnTo>
                  <a:cubicBezTo>
                    <a:pt x="203835" y="690563"/>
                    <a:pt x="288608" y="646747"/>
                    <a:pt x="378143" y="632460"/>
                  </a:cubicBezTo>
                  <a:lnTo>
                    <a:pt x="386715" y="497205"/>
                  </a:lnTo>
                  <a:lnTo>
                    <a:pt x="412433" y="627697"/>
                  </a:lnTo>
                  <a:cubicBezTo>
                    <a:pt x="421005" y="626745"/>
                    <a:pt x="428625" y="625793"/>
                    <a:pt x="435293" y="624840"/>
                  </a:cubicBezTo>
                  <a:cubicBezTo>
                    <a:pt x="434340" y="418148"/>
                    <a:pt x="377190" y="108585"/>
                    <a:pt x="374333" y="99060"/>
                  </a:cubicBezTo>
                  <a:cubicBezTo>
                    <a:pt x="364808" y="60008"/>
                    <a:pt x="348615" y="26670"/>
                    <a:pt x="301943" y="1619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0E3D844B-2984-42F8-883E-C9B43B66156F}"/>
                </a:ext>
              </a:extLst>
            </p:cNvPr>
            <p:cNvSpPr/>
            <p:nvPr/>
          </p:nvSpPr>
          <p:spPr>
            <a:xfrm>
              <a:off x="8008757" y="2939955"/>
              <a:ext cx="180975" cy="171450"/>
            </a:xfrm>
            <a:custGeom>
              <a:avLst/>
              <a:gdLst>
                <a:gd name="connsiteX0" fmla="*/ 158930 w 180975"/>
                <a:gd name="connsiteY0" fmla="*/ 13747 h 171450"/>
                <a:gd name="connsiteX1" fmla="*/ 26532 w 180975"/>
                <a:gd name="connsiteY1" fmla="*/ 56609 h 171450"/>
                <a:gd name="connsiteX2" fmla="*/ 815 w 180975"/>
                <a:gd name="connsiteY2" fmla="*/ 57562 h 171450"/>
                <a:gd name="connsiteX3" fmla="*/ 47487 w 180975"/>
                <a:gd name="connsiteY3" fmla="*/ 94709 h 171450"/>
                <a:gd name="connsiteX4" fmla="*/ 28437 w 180975"/>
                <a:gd name="connsiteY4" fmla="*/ 102329 h 171450"/>
                <a:gd name="connsiteX5" fmla="*/ 141785 w 180975"/>
                <a:gd name="connsiteY5" fmla="*/ 171862 h 171450"/>
                <a:gd name="connsiteX6" fmla="*/ 179885 w 180975"/>
                <a:gd name="connsiteY6" fmla="*/ 145192 h 171450"/>
                <a:gd name="connsiteX7" fmla="*/ 169407 w 180975"/>
                <a:gd name="connsiteY7" fmla="*/ 130904 h 171450"/>
                <a:gd name="connsiteX8" fmla="*/ 158930 w 180975"/>
                <a:gd name="connsiteY8" fmla="*/ 1374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975" h="171450">
                  <a:moveTo>
                    <a:pt x="158930" y="13747"/>
                  </a:moveTo>
                  <a:cubicBezTo>
                    <a:pt x="116067" y="-19591"/>
                    <a:pt x="44630" y="12794"/>
                    <a:pt x="26532" y="56609"/>
                  </a:cubicBezTo>
                  <a:cubicBezTo>
                    <a:pt x="12245" y="88994"/>
                    <a:pt x="-138" y="66134"/>
                    <a:pt x="815" y="57562"/>
                  </a:cubicBezTo>
                  <a:cubicBezTo>
                    <a:pt x="-2995" y="79469"/>
                    <a:pt x="5577" y="97567"/>
                    <a:pt x="47487" y="94709"/>
                  </a:cubicBezTo>
                  <a:cubicBezTo>
                    <a:pt x="56060" y="93757"/>
                    <a:pt x="28437" y="102329"/>
                    <a:pt x="28437" y="102329"/>
                  </a:cubicBezTo>
                  <a:cubicBezTo>
                    <a:pt x="28437" y="102329"/>
                    <a:pt x="73205" y="194722"/>
                    <a:pt x="141785" y="171862"/>
                  </a:cubicBezTo>
                  <a:cubicBezTo>
                    <a:pt x="161787" y="165194"/>
                    <a:pt x="179885" y="145192"/>
                    <a:pt x="179885" y="145192"/>
                  </a:cubicBezTo>
                  <a:cubicBezTo>
                    <a:pt x="179885" y="145192"/>
                    <a:pt x="157977" y="149002"/>
                    <a:pt x="169407" y="130904"/>
                  </a:cubicBezTo>
                  <a:cubicBezTo>
                    <a:pt x="191315" y="95662"/>
                    <a:pt x="196077" y="42322"/>
                    <a:pt x="158930" y="13747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409E6CE-F40F-473A-AE33-409C46B3C93B}"/>
                </a:ext>
              </a:extLst>
            </p:cNvPr>
            <p:cNvSpPr/>
            <p:nvPr/>
          </p:nvSpPr>
          <p:spPr>
            <a:xfrm>
              <a:off x="7642630" y="3500083"/>
              <a:ext cx="28575" cy="9525"/>
            </a:xfrm>
            <a:custGeom>
              <a:avLst/>
              <a:gdLst>
                <a:gd name="connsiteX0" fmla="*/ 229 w 28575"/>
                <a:gd name="connsiteY0" fmla="*/ 2259 h 9525"/>
                <a:gd name="connsiteX1" fmla="*/ 12612 w 28575"/>
                <a:gd name="connsiteY1" fmla="*/ 18452 h 9525"/>
                <a:gd name="connsiteX2" fmla="*/ 29757 w 28575"/>
                <a:gd name="connsiteY2" fmla="*/ 14642 h 9525"/>
                <a:gd name="connsiteX3" fmla="*/ 8802 w 28575"/>
                <a:gd name="connsiteY3" fmla="*/ 4164 h 9525"/>
                <a:gd name="connsiteX4" fmla="*/ 229 w 28575"/>
                <a:gd name="connsiteY4" fmla="*/ 225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9525">
                  <a:moveTo>
                    <a:pt x="229" y="2259"/>
                  </a:moveTo>
                  <a:cubicBezTo>
                    <a:pt x="-1676" y="5117"/>
                    <a:pt x="8802" y="17499"/>
                    <a:pt x="12612" y="18452"/>
                  </a:cubicBezTo>
                  <a:cubicBezTo>
                    <a:pt x="21184" y="18452"/>
                    <a:pt x="22137" y="13689"/>
                    <a:pt x="29757" y="14642"/>
                  </a:cubicBezTo>
                  <a:cubicBezTo>
                    <a:pt x="22137" y="12737"/>
                    <a:pt x="15469" y="8927"/>
                    <a:pt x="8802" y="4164"/>
                  </a:cubicBezTo>
                  <a:cubicBezTo>
                    <a:pt x="5944" y="1307"/>
                    <a:pt x="3087" y="-2503"/>
                    <a:pt x="229" y="2259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8F381A77-D963-4825-9C88-11BEFC026C34}"/>
                </a:ext>
              </a:extLst>
            </p:cNvPr>
            <p:cNvSpPr/>
            <p:nvPr/>
          </p:nvSpPr>
          <p:spPr>
            <a:xfrm>
              <a:off x="7587462" y="3512820"/>
              <a:ext cx="95250" cy="38100"/>
            </a:xfrm>
            <a:custGeom>
              <a:avLst/>
              <a:gdLst>
                <a:gd name="connsiteX0" fmla="*/ 64923 w 95250"/>
                <a:gd name="connsiteY0" fmla="*/ 0 h 38100"/>
                <a:gd name="connsiteX1" fmla="*/ 28728 w 95250"/>
                <a:gd name="connsiteY1" fmla="*/ 1905 h 38100"/>
                <a:gd name="connsiteX2" fmla="*/ 7773 w 95250"/>
                <a:gd name="connsiteY2" fmla="*/ 4763 h 38100"/>
                <a:gd name="connsiteX3" fmla="*/ 153 w 95250"/>
                <a:gd name="connsiteY3" fmla="*/ 14288 h 38100"/>
                <a:gd name="connsiteX4" fmla="*/ 3010 w 95250"/>
                <a:gd name="connsiteY4" fmla="*/ 20002 h 38100"/>
                <a:gd name="connsiteX5" fmla="*/ 13488 w 95250"/>
                <a:gd name="connsiteY5" fmla="*/ 28575 h 38100"/>
                <a:gd name="connsiteX6" fmla="*/ 34443 w 95250"/>
                <a:gd name="connsiteY6" fmla="*/ 36195 h 38100"/>
                <a:gd name="connsiteX7" fmla="*/ 97308 w 95250"/>
                <a:gd name="connsiteY7" fmla="*/ 40005 h 38100"/>
                <a:gd name="connsiteX8" fmla="*/ 91593 w 95250"/>
                <a:gd name="connsiteY8" fmla="*/ 1905 h 38100"/>
                <a:gd name="connsiteX9" fmla="*/ 64923 w 95250"/>
                <a:gd name="connsiteY9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50" h="38100">
                  <a:moveTo>
                    <a:pt x="64923" y="0"/>
                  </a:moveTo>
                  <a:cubicBezTo>
                    <a:pt x="54445" y="0"/>
                    <a:pt x="30633" y="1905"/>
                    <a:pt x="28728" y="1905"/>
                  </a:cubicBezTo>
                  <a:cubicBezTo>
                    <a:pt x="23965" y="2857"/>
                    <a:pt x="11583" y="2857"/>
                    <a:pt x="7773" y="4763"/>
                  </a:cubicBezTo>
                  <a:cubicBezTo>
                    <a:pt x="5868" y="5715"/>
                    <a:pt x="1105" y="11430"/>
                    <a:pt x="153" y="14288"/>
                  </a:cubicBezTo>
                  <a:cubicBezTo>
                    <a:pt x="-800" y="18097"/>
                    <a:pt x="3010" y="20002"/>
                    <a:pt x="3010" y="20002"/>
                  </a:cubicBezTo>
                  <a:cubicBezTo>
                    <a:pt x="1105" y="24765"/>
                    <a:pt x="13488" y="27622"/>
                    <a:pt x="13488" y="28575"/>
                  </a:cubicBezTo>
                  <a:cubicBezTo>
                    <a:pt x="10630" y="33338"/>
                    <a:pt x="15393" y="38100"/>
                    <a:pt x="34443" y="36195"/>
                  </a:cubicBezTo>
                  <a:cubicBezTo>
                    <a:pt x="35395" y="36195"/>
                    <a:pt x="82068" y="40005"/>
                    <a:pt x="97308" y="40005"/>
                  </a:cubicBezTo>
                  <a:cubicBezTo>
                    <a:pt x="98260" y="30480"/>
                    <a:pt x="92545" y="1905"/>
                    <a:pt x="91593" y="1905"/>
                  </a:cubicBezTo>
                  <a:cubicBezTo>
                    <a:pt x="83020" y="952"/>
                    <a:pt x="73495" y="0"/>
                    <a:pt x="64923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AFFDC395-E9E3-49F3-AB10-1B526305AB96}"/>
                </a:ext>
              </a:extLst>
            </p:cNvPr>
            <p:cNvSpPr/>
            <p:nvPr/>
          </p:nvSpPr>
          <p:spPr>
            <a:xfrm>
              <a:off x="7670482" y="3460362"/>
              <a:ext cx="276225" cy="85725"/>
            </a:xfrm>
            <a:custGeom>
              <a:avLst/>
              <a:gdLst>
                <a:gd name="connsiteX0" fmla="*/ 252413 w 276225"/>
                <a:gd name="connsiteY0" fmla="*/ 70 h 85725"/>
                <a:gd name="connsiteX1" fmla="*/ 243840 w 276225"/>
                <a:gd name="connsiteY1" fmla="*/ 1975 h 85725"/>
                <a:gd name="connsiteX2" fmla="*/ 0 w 276225"/>
                <a:gd name="connsiteY2" fmla="*/ 56268 h 85725"/>
                <a:gd name="connsiteX3" fmla="*/ 11430 w 276225"/>
                <a:gd name="connsiteY3" fmla="*/ 92463 h 85725"/>
                <a:gd name="connsiteX4" fmla="*/ 284798 w 276225"/>
                <a:gd name="connsiteY4" fmla="*/ 36265 h 85725"/>
                <a:gd name="connsiteX5" fmla="*/ 252413 w 276225"/>
                <a:gd name="connsiteY5" fmla="*/ 7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225" h="85725">
                  <a:moveTo>
                    <a:pt x="252413" y="70"/>
                  </a:moveTo>
                  <a:cubicBezTo>
                    <a:pt x="249555" y="70"/>
                    <a:pt x="246698" y="1023"/>
                    <a:pt x="243840" y="1975"/>
                  </a:cubicBezTo>
                  <a:cubicBezTo>
                    <a:pt x="200978" y="18168"/>
                    <a:pt x="46673" y="46743"/>
                    <a:pt x="0" y="56268"/>
                  </a:cubicBezTo>
                  <a:cubicBezTo>
                    <a:pt x="6668" y="70555"/>
                    <a:pt x="10478" y="82938"/>
                    <a:pt x="11430" y="92463"/>
                  </a:cubicBezTo>
                  <a:cubicBezTo>
                    <a:pt x="88583" y="75318"/>
                    <a:pt x="282893" y="67698"/>
                    <a:pt x="284798" y="36265"/>
                  </a:cubicBezTo>
                  <a:cubicBezTo>
                    <a:pt x="286703" y="7690"/>
                    <a:pt x="266700" y="-882"/>
                    <a:pt x="252413" y="7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A870B7D-F23A-499B-A8E6-F40E6C72E0C8}"/>
                </a:ext>
              </a:extLst>
            </p:cNvPr>
            <p:cNvSpPr/>
            <p:nvPr/>
          </p:nvSpPr>
          <p:spPr>
            <a:xfrm>
              <a:off x="7891763" y="3233112"/>
              <a:ext cx="200025" cy="276225"/>
            </a:xfrm>
            <a:custGeom>
              <a:avLst/>
              <a:gdLst>
                <a:gd name="connsiteX0" fmla="*/ 118761 w 200025"/>
                <a:gd name="connsiteY0" fmla="*/ 625 h 276225"/>
                <a:gd name="connsiteX1" fmla="*/ 13986 w 200025"/>
                <a:gd name="connsiteY1" fmla="*/ 219700 h 276225"/>
                <a:gd name="connsiteX2" fmla="*/ 54944 w 200025"/>
                <a:gd name="connsiteY2" fmla="*/ 276850 h 276225"/>
                <a:gd name="connsiteX3" fmla="*/ 204486 w 200025"/>
                <a:gd name="connsiteY3" fmla="*/ 54918 h 276225"/>
                <a:gd name="connsiteX4" fmla="*/ 118761 w 200025"/>
                <a:gd name="connsiteY4" fmla="*/ 62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76225">
                  <a:moveTo>
                    <a:pt x="118761" y="625"/>
                  </a:moveTo>
                  <a:cubicBezTo>
                    <a:pt x="94949" y="34915"/>
                    <a:pt x="48276" y="162550"/>
                    <a:pt x="13986" y="219700"/>
                  </a:cubicBezTo>
                  <a:cubicBezTo>
                    <a:pt x="-27924" y="289233"/>
                    <a:pt x="35894" y="293995"/>
                    <a:pt x="54944" y="276850"/>
                  </a:cubicBezTo>
                  <a:cubicBezTo>
                    <a:pt x="106379" y="232083"/>
                    <a:pt x="225441" y="84445"/>
                    <a:pt x="204486" y="54918"/>
                  </a:cubicBezTo>
                  <a:cubicBezTo>
                    <a:pt x="195914" y="42535"/>
                    <a:pt x="122571" y="-6042"/>
                    <a:pt x="118761" y="625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30E5D67-7BF1-4B58-B5D8-38C47D10406E}"/>
                </a:ext>
              </a:extLst>
            </p:cNvPr>
            <p:cNvSpPr/>
            <p:nvPr/>
          </p:nvSpPr>
          <p:spPr>
            <a:xfrm>
              <a:off x="7677150" y="3209754"/>
              <a:ext cx="428625" cy="342900"/>
            </a:xfrm>
            <a:custGeom>
              <a:avLst/>
              <a:gdLst>
                <a:gd name="connsiteX0" fmla="*/ 323850 w 428625"/>
                <a:gd name="connsiteY0" fmla="*/ 171 h 342900"/>
                <a:gd name="connsiteX1" fmla="*/ 275272 w 428625"/>
                <a:gd name="connsiteY1" fmla="*/ 121138 h 342900"/>
                <a:gd name="connsiteX2" fmla="*/ 212407 w 428625"/>
                <a:gd name="connsiteY2" fmla="*/ 252583 h 342900"/>
                <a:gd name="connsiteX3" fmla="*/ 0 w 428625"/>
                <a:gd name="connsiteY3" fmla="*/ 296398 h 342900"/>
                <a:gd name="connsiteX4" fmla="*/ 6668 w 428625"/>
                <a:gd name="connsiteY4" fmla="*/ 351643 h 342900"/>
                <a:gd name="connsiteX5" fmla="*/ 275272 w 428625"/>
                <a:gd name="connsiteY5" fmla="*/ 305923 h 342900"/>
                <a:gd name="connsiteX6" fmla="*/ 434340 w 428625"/>
                <a:gd name="connsiteY6" fmla="*/ 74466 h 342900"/>
                <a:gd name="connsiteX7" fmla="*/ 323850 w 428625"/>
                <a:gd name="connsiteY7" fmla="*/ 171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8625" h="342900">
                  <a:moveTo>
                    <a:pt x="323850" y="171"/>
                  </a:moveTo>
                  <a:cubicBezTo>
                    <a:pt x="308610" y="40176"/>
                    <a:pt x="294322" y="77323"/>
                    <a:pt x="275272" y="121138"/>
                  </a:cubicBezTo>
                  <a:cubicBezTo>
                    <a:pt x="256222" y="164953"/>
                    <a:pt x="214313" y="247821"/>
                    <a:pt x="212407" y="252583"/>
                  </a:cubicBezTo>
                  <a:cubicBezTo>
                    <a:pt x="194310" y="261156"/>
                    <a:pt x="27622" y="291636"/>
                    <a:pt x="0" y="296398"/>
                  </a:cubicBezTo>
                  <a:lnTo>
                    <a:pt x="6668" y="351643"/>
                  </a:lnTo>
                  <a:cubicBezTo>
                    <a:pt x="74295" y="345928"/>
                    <a:pt x="236220" y="342118"/>
                    <a:pt x="275272" y="305923"/>
                  </a:cubicBezTo>
                  <a:cubicBezTo>
                    <a:pt x="317182" y="268776"/>
                    <a:pt x="451485" y="120186"/>
                    <a:pt x="434340" y="74466"/>
                  </a:cubicBezTo>
                  <a:cubicBezTo>
                    <a:pt x="419100" y="30651"/>
                    <a:pt x="325755" y="-2687"/>
                    <a:pt x="323850" y="17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F5F2AD1-1B0F-4384-9E1C-5C1392826170}"/>
                </a:ext>
              </a:extLst>
            </p:cNvPr>
            <p:cNvSpPr/>
            <p:nvPr/>
          </p:nvSpPr>
          <p:spPr>
            <a:xfrm>
              <a:off x="8403907" y="3962400"/>
              <a:ext cx="152400" cy="400050"/>
            </a:xfrm>
            <a:custGeom>
              <a:avLst/>
              <a:gdLst>
                <a:gd name="connsiteX0" fmla="*/ 0 w 152400"/>
                <a:gd name="connsiteY0" fmla="*/ 0 h 400050"/>
                <a:gd name="connsiteX1" fmla="*/ 140018 w 152400"/>
                <a:gd name="connsiteY1" fmla="*/ 407670 h 400050"/>
                <a:gd name="connsiteX2" fmla="*/ 155257 w 152400"/>
                <a:gd name="connsiteY2" fmla="*/ 407670 h 400050"/>
                <a:gd name="connsiteX3" fmla="*/ 15240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0"/>
                  </a:moveTo>
                  <a:lnTo>
                    <a:pt x="140018" y="407670"/>
                  </a:lnTo>
                  <a:lnTo>
                    <a:pt x="155257" y="407670"/>
                  </a:lnTo>
                  <a:lnTo>
                    <a:pt x="15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1F6044D-0CED-495D-A9D0-3C53AEE821DE}"/>
                </a:ext>
              </a:extLst>
            </p:cNvPr>
            <p:cNvSpPr/>
            <p:nvPr/>
          </p:nvSpPr>
          <p:spPr>
            <a:xfrm>
              <a:off x="8167687" y="3962400"/>
              <a:ext cx="152400" cy="400050"/>
            </a:xfrm>
            <a:custGeom>
              <a:avLst/>
              <a:gdLst>
                <a:gd name="connsiteX0" fmla="*/ 0 w 152400"/>
                <a:gd name="connsiteY0" fmla="*/ 0 h 400050"/>
                <a:gd name="connsiteX1" fmla="*/ 140018 w 152400"/>
                <a:gd name="connsiteY1" fmla="*/ 407670 h 400050"/>
                <a:gd name="connsiteX2" fmla="*/ 155257 w 152400"/>
                <a:gd name="connsiteY2" fmla="*/ 407670 h 400050"/>
                <a:gd name="connsiteX3" fmla="*/ 15240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0"/>
                  </a:moveTo>
                  <a:lnTo>
                    <a:pt x="140018" y="407670"/>
                  </a:lnTo>
                  <a:lnTo>
                    <a:pt x="155257" y="407670"/>
                  </a:lnTo>
                  <a:lnTo>
                    <a:pt x="15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DBBDC45B-7525-4CAB-B837-9B92846D0B3E}"/>
                </a:ext>
              </a:extLst>
            </p:cNvPr>
            <p:cNvSpPr/>
            <p:nvPr/>
          </p:nvSpPr>
          <p:spPr>
            <a:xfrm>
              <a:off x="7868602" y="3359467"/>
              <a:ext cx="704850" cy="600075"/>
            </a:xfrm>
            <a:custGeom>
              <a:avLst/>
              <a:gdLst>
                <a:gd name="connsiteX0" fmla="*/ 566737 w 704850"/>
                <a:gd name="connsiteY0" fmla="*/ 0 h 600075"/>
                <a:gd name="connsiteX1" fmla="*/ 356235 w 704850"/>
                <a:gd name="connsiteY1" fmla="*/ 177165 h 600075"/>
                <a:gd name="connsiteX2" fmla="*/ 295275 w 704850"/>
                <a:gd name="connsiteY2" fmla="*/ 431483 h 600075"/>
                <a:gd name="connsiteX3" fmla="*/ 162878 w 704850"/>
                <a:gd name="connsiteY3" fmla="*/ 530543 h 600075"/>
                <a:gd name="connsiteX4" fmla="*/ 35242 w 704850"/>
                <a:gd name="connsiteY4" fmla="*/ 530543 h 600075"/>
                <a:gd name="connsiteX5" fmla="*/ 0 w 704850"/>
                <a:gd name="connsiteY5" fmla="*/ 565785 h 600075"/>
                <a:gd name="connsiteX6" fmla="*/ 34290 w 704850"/>
                <a:gd name="connsiteY6" fmla="*/ 601028 h 600075"/>
                <a:gd name="connsiteX7" fmla="*/ 560070 w 704850"/>
                <a:gd name="connsiteY7" fmla="*/ 601980 h 600075"/>
                <a:gd name="connsiteX8" fmla="*/ 610553 w 704850"/>
                <a:gd name="connsiteY8" fmla="*/ 561023 h 600075"/>
                <a:gd name="connsiteX9" fmla="*/ 710565 w 704850"/>
                <a:gd name="connsiteY9" fmla="*/ 178118 h 600075"/>
                <a:gd name="connsiteX10" fmla="*/ 566737 w 704850"/>
                <a:gd name="connsiteY10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850" h="600075">
                  <a:moveTo>
                    <a:pt x="566737" y="0"/>
                  </a:moveTo>
                  <a:cubicBezTo>
                    <a:pt x="468630" y="0"/>
                    <a:pt x="374332" y="79058"/>
                    <a:pt x="356235" y="177165"/>
                  </a:cubicBezTo>
                  <a:lnTo>
                    <a:pt x="295275" y="431483"/>
                  </a:lnTo>
                  <a:cubicBezTo>
                    <a:pt x="284797" y="488633"/>
                    <a:pt x="220980" y="530543"/>
                    <a:pt x="162878" y="530543"/>
                  </a:cubicBezTo>
                  <a:lnTo>
                    <a:pt x="35242" y="530543"/>
                  </a:lnTo>
                  <a:cubicBezTo>
                    <a:pt x="16192" y="530543"/>
                    <a:pt x="0" y="545783"/>
                    <a:pt x="0" y="565785"/>
                  </a:cubicBezTo>
                  <a:cubicBezTo>
                    <a:pt x="0" y="584835"/>
                    <a:pt x="15240" y="601028"/>
                    <a:pt x="34290" y="601028"/>
                  </a:cubicBezTo>
                  <a:lnTo>
                    <a:pt x="560070" y="601980"/>
                  </a:lnTo>
                  <a:cubicBezTo>
                    <a:pt x="584835" y="601980"/>
                    <a:pt x="605790" y="584835"/>
                    <a:pt x="610553" y="561023"/>
                  </a:cubicBezTo>
                  <a:lnTo>
                    <a:pt x="710565" y="178118"/>
                  </a:lnTo>
                  <a:cubicBezTo>
                    <a:pt x="728662" y="79058"/>
                    <a:pt x="663892" y="0"/>
                    <a:pt x="56673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8518E24-71FE-4D3F-B320-146015A44AC1}"/>
                </a:ext>
              </a:extLst>
            </p:cNvPr>
            <p:cNvSpPr/>
            <p:nvPr/>
          </p:nvSpPr>
          <p:spPr>
            <a:xfrm>
              <a:off x="7868602" y="3359467"/>
              <a:ext cx="685800" cy="600075"/>
            </a:xfrm>
            <a:custGeom>
              <a:avLst/>
              <a:gdLst>
                <a:gd name="connsiteX0" fmla="*/ 566737 w 685800"/>
                <a:gd name="connsiteY0" fmla="*/ 0 h 600075"/>
                <a:gd name="connsiteX1" fmla="*/ 356235 w 685800"/>
                <a:gd name="connsiteY1" fmla="*/ 177165 h 600075"/>
                <a:gd name="connsiteX2" fmla="*/ 295275 w 685800"/>
                <a:gd name="connsiteY2" fmla="*/ 432435 h 600075"/>
                <a:gd name="connsiteX3" fmla="*/ 162878 w 685800"/>
                <a:gd name="connsiteY3" fmla="*/ 532448 h 600075"/>
                <a:gd name="connsiteX4" fmla="*/ 35242 w 685800"/>
                <a:gd name="connsiteY4" fmla="*/ 532448 h 600075"/>
                <a:gd name="connsiteX5" fmla="*/ 0 w 685800"/>
                <a:gd name="connsiteY5" fmla="*/ 566738 h 600075"/>
                <a:gd name="connsiteX6" fmla="*/ 34290 w 685800"/>
                <a:gd name="connsiteY6" fmla="*/ 601028 h 600075"/>
                <a:gd name="connsiteX7" fmla="*/ 50482 w 685800"/>
                <a:gd name="connsiteY7" fmla="*/ 601028 h 600075"/>
                <a:gd name="connsiteX8" fmla="*/ 82867 w 685800"/>
                <a:gd name="connsiteY8" fmla="*/ 580073 h 600075"/>
                <a:gd name="connsiteX9" fmla="*/ 210503 w 685800"/>
                <a:gd name="connsiteY9" fmla="*/ 580073 h 600075"/>
                <a:gd name="connsiteX10" fmla="*/ 342900 w 685800"/>
                <a:gd name="connsiteY10" fmla="*/ 481013 h 600075"/>
                <a:gd name="connsiteX11" fmla="*/ 403860 w 685800"/>
                <a:gd name="connsiteY11" fmla="*/ 226695 h 600075"/>
                <a:gd name="connsiteX12" fmla="*/ 614362 w 685800"/>
                <a:gd name="connsiteY12" fmla="*/ 49530 h 600075"/>
                <a:gd name="connsiteX13" fmla="*/ 693420 w 685800"/>
                <a:gd name="connsiteY13" fmla="*/ 70485 h 600075"/>
                <a:gd name="connsiteX14" fmla="*/ 566737 w 685800"/>
                <a:gd name="connsiteY14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5800" h="600075">
                  <a:moveTo>
                    <a:pt x="566737" y="0"/>
                  </a:moveTo>
                  <a:cubicBezTo>
                    <a:pt x="468630" y="0"/>
                    <a:pt x="374332" y="79058"/>
                    <a:pt x="356235" y="177165"/>
                  </a:cubicBezTo>
                  <a:lnTo>
                    <a:pt x="295275" y="432435"/>
                  </a:lnTo>
                  <a:cubicBezTo>
                    <a:pt x="284797" y="489585"/>
                    <a:pt x="220980" y="532448"/>
                    <a:pt x="162878" y="532448"/>
                  </a:cubicBezTo>
                  <a:lnTo>
                    <a:pt x="35242" y="532448"/>
                  </a:lnTo>
                  <a:cubicBezTo>
                    <a:pt x="16192" y="532448"/>
                    <a:pt x="0" y="547688"/>
                    <a:pt x="0" y="566738"/>
                  </a:cubicBezTo>
                  <a:cubicBezTo>
                    <a:pt x="0" y="585788"/>
                    <a:pt x="15240" y="601028"/>
                    <a:pt x="34290" y="601028"/>
                  </a:cubicBezTo>
                  <a:lnTo>
                    <a:pt x="50482" y="601028"/>
                  </a:lnTo>
                  <a:cubicBezTo>
                    <a:pt x="56197" y="588645"/>
                    <a:pt x="68580" y="580073"/>
                    <a:pt x="82867" y="580073"/>
                  </a:cubicBezTo>
                  <a:lnTo>
                    <a:pt x="210503" y="580073"/>
                  </a:lnTo>
                  <a:cubicBezTo>
                    <a:pt x="269557" y="580073"/>
                    <a:pt x="332422" y="538163"/>
                    <a:pt x="342900" y="481013"/>
                  </a:cubicBezTo>
                  <a:lnTo>
                    <a:pt x="403860" y="226695"/>
                  </a:lnTo>
                  <a:cubicBezTo>
                    <a:pt x="421957" y="128588"/>
                    <a:pt x="516255" y="49530"/>
                    <a:pt x="614362" y="49530"/>
                  </a:cubicBezTo>
                  <a:cubicBezTo>
                    <a:pt x="643890" y="49530"/>
                    <a:pt x="670560" y="57150"/>
                    <a:pt x="693420" y="70485"/>
                  </a:cubicBezTo>
                  <a:cubicBezTo>
                    <a:pt x="668655" y="26670"/>
                    <a:pt x="623887" y="0"/>
                    <a:pt x="56673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63C8345E-44F8-4C45-A14A-F7C967FAFC2E}"/>
                </a:ext>
              </a:extLst>
            </p:cNvPr>
            <p:cNvSpPr/>
            <p:nvPr/>
          </p:nvSpPr>
          <p:spPr>
            <a:xfrm>
              <a:off x="7860982" y="3960495"/>
              <a:ext cx="152400" cy="400050"/>
            </a:xfrm>
            <a:custGeom>
              <a:avLst/>
              <a:gdLst>
                <a:gd name="connsiteX0" fmla="*/ 0 w 152400"/>
                <a:gd name="connsiteY0" fmla="*/ 407670 h 400050"/>
                <a:gd name="connsiteX1" fmla="*/ 15240 w 152400"/>
                <a:gd name="connsiteY1" fmla="*/ 407670 h 400050"/>
                <a:gd name="connsiteX2" fmla="*/ 155258 w 152400"/>
                <a:gd name="connsiteY2" fmla="*/ 0 h 400050"/>
                <a:gd name="connsiteX3" fmla="*/ 139065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407670"/>
                  </a:moveTo>
                  <a:lnTo>
                    <a:pt x="15240" y="407670"/>
                  </a:lnTo>
                  <a:lnTo>
                    <a:pt x="155258" y="0"/>
                  </a:lnTo>
                  <a:lnTo>
                    <a:pt x="139065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7C5199EB-3CDA-45A7-88D7-D3621D2078B8}"/>
                </a:ext>
              </a:extLst>
            </p:cNvPr>
            <p:cNvSpPr/>
            <p:nvPr/>
          </p:nvSpPr>
          <p:spPr>
            <a:xfrm>
              <a:off x="8097202" y="3960495"/>
              <a:ext cx="152400" cy="400050"/>
            </a:xfrm>
            <a:custGeom>
              <a:avLst/>
              <a:gdLst>
                <a:gd name="connsiteX0" fmla="*/ 0 w 152400"/>
                <a:gd name="connsiteY0" fmla="*/ 407670 h 400050"/>
                <a:gd name="connsiteX1" fmla="*/ 15240 w 152400"/>
                <a:gd name="connsiteY1" fmla="*/ 407670 h 400050"/>
                <a:gd name="connsiteX2" fmla="*/ 155257 w 152400"/>
                <a:gd name="connsiteY2" fmla="*/ 0 h 400050"/>
                <a:gd name="connsiteX3" fmla="*/ 139065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407670"/>
                  </a:moveTo>
                  <a:lnTo>
                    <a:pt x="15240" y="407670"/>
                  </a:lnTo>
                  <a:lnTo>
                    <a:pt x="155257" y="0"/>
                  </a:lnTo>
                  <a:lnTo>
                    <a:pt x="139065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F5A4C6E-193D-42DA-93EE-BC862AB32863}"/>
                </a:ext>
              </a:extLst>
            </p:cNvPr>
            <p:cNvSpPr/>
            <p:nvPr/>
          </p:nvSpPr>
          <p:spPr>
            <a:xfrm>
              <a:off x="4438650" y="3429000"/>
              <a:ext cx="238125" cy="104775"/>
            </a:xfrm>
            <a:custGeom>
              <a:avLst/>
              <a:gdLst>
                <a:gd name="connsiteX0" fmla="*/ 0 w 238125"/>
                <a:gd name="connsiteY0" fmla="*/ 0 h 104775"/>
                <a:gd name="connsiteX1" fmla="*/ 238125 w 238125"/>
                <a:gd name="connsiteY1" fmla="*/ 0 h 104775"/>
                <a:gd name="connsiteX2" fmla="*/ 238125 w 238125"/>
                <a:gd name="connsiteY2" fmla="*/ 108585 h 104775"/>
                <a:gd name="connsiteX3" fmla="*/ 0 w 238125"/>
                <a:gd name="connsiteY3" fmla="*/ 10858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125" h="104775">
                  <a:moveTo>
                    <a:pt x="0" y="0"/>
                  </a:moveTo>
                  <a:lnTo>
                    <a:pt x="238125" y="0"/>
                  </a:lnTo>
                  <a:lnTo>
                    <a:pt x="238125" y="108585"/>
                  </a:lnTo>
                  <a:lnTo>
                    <a:pt x="0" y="108585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CF80446-82BB-4FB0-971F-4CFE6D0FB31D}"/>
                </a:ext>
              </a:extLst>
            </p:cNvPr>
            <p:cNvSpPr/>
            <p:nvPr/>
          </p:nvSpPr>
          <p:spPr>
            <a:xfrm>
              <a:off x="4138612" y="2949892"/>
              <a:ext cx="838200" cy="485775"/>
            </a:xfrm>
            <a:custGeom>
              <a:avLst/>
              <a:gdLst>
                <a:gd name="connsiteX0" fmla="*/ 804863 w 838200"/>
                <a:gd name="connsiteY0" fmla="*/ 0 h 485775"/>
                <a:gd name="connsiteX1" fmla="*/ 39052 w 838200"/>
                <a:gd name="connsiteY1" fmla="*/ 0 h 485775"/>
                <a:gd name="connsiteX2" fmla="*/ 0 w 838200"/>
                <a:gd name="connsiteY2" fmla="*/ 39053 h 485775"/>
                <a:gd name="connsiteX3" fmla="*/ 0 w 838200"/>
                <a:gd name="connsiteY3" fmla="*/ 456247 h 485775"/>
                <a:gd name="connsiteX4" fmla="*/ 39052 w 838200"/>
                <a:gd name="connsiteY4" fmla="*/ 495300 h 485775"/>
                <a:gd name="connsiteX5" fmla="*/ 804863 w 838200"/>
                <a:gd name="connsiteY5" fmla="*/ 495300 h 485775"/>
                <a:gd name="connsiteX6" fmla="*/ 843915 w 838200"/>
                <a:gd name="connsiteY6" fmla="*/ 456247 h 485775"/>
                <a:gd name="connsiteX7" fmla="*/ 843915 w 838200"/>
                <a:gd name="connsiteY7" fmla="*/ 39053 h 485775"/>
                <a:gd name="connsiteX8" fmla="*/ 804863 w 838200"/>
                <a:gd name="connsiteY8" fmla="*/ 0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8200" h="485775">
                  <a:moveTo>
                    <a:pt x="804863" y="0"/>
                  </a:moveTo>
                  <a:lnTo>
                    <a:pt x="39052" y="0"/>
                  </a:lnTo>
                  <a:cubicBezTo>
                    <a:pt x="17145" y="0"/>
                    <a:pt x="0" y="18097"/>
                    <a:pt x="0" y="39053"/>
                  </a:cubicBezTo>
                  <a:lnTo>
                    <a:pt x="0" y="456247"/>
                  </a:lnTo>
                  <a:cubicBezTo>
                    <a:pt x="0" y="478155"/>
                    <a:pt x="18098" y="495300"/>
                    <a:pt x="39052" y="495300"/>
                  </a:cubicBezTo>
                  <a:lnTo>
                    <a:pt x="804863" y="495300"/>
                  </a:lnTo>
                  <a:cubicBezTo>
                    <a:pt x="826770" y="495300"/>
                    <a:pt x="843915" y="477203"/>
                    <a:pt x="843915" y="456247"/>
                  </a:cubicBezTo>
                  <a:lnTo>
                    <a:pt x="843915" y="39053"/>
                  </a:lnTo>
                  <a:cubicBezTo>
                    <a:pt x="843915" y="18097"/>
                    <a:pt x="825818" y="0"/>
                    <a:pt x="80486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6E370F-D26F-4296-910D-DE7426762059}"/>
                </a:ext>
              </a:extLst>
            </p:cNvPr>
            <p:cNvSpPr/>
            <p:nvPr/>
          </p:nvSpPr>
          <p:spPr>
            <a:xfrm>
              <a:off x="4164330" y="2972752"/>
              <a:ext cx="790575" cy="400050"/>
            </a:xfrm>
            <a:custGeom>
              <a:avLst/>
              <a:gdLst>
                <a:gd name="connsiteX0" fmla="*/ 0 w 790575"/>
                <a:gd name="connsiteY0" fmla="*/ 0 h 400050"/>
                <a:gd name="connsiteX1" fmla="*/ 792480 w 790575"/>
                <a:gd name="connsiteY1" fmla="*/ 0 h 400050"/>
                <a:gd name="connsiteX2" fmla="*/ 792480 w 790575"/>
                <a:gd name="connsiteY2" fmla="*/ 401955 h 400050"/>
                <a:gd name="connsiteX3" fmla="*/ 0 w 790575"/>
                <a:gd name="connsiteY3" fmla="*/ 40195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0575" h="400050">
                  <a:moveTo>
                    <a:pt x="0" y="0"/>
                  </a:moveTo>
                  <a:lnTo>
                    <a:pt x="792480" y="0"/>
                  </a:lnTo>
                  <a:lnTo>
                    <a:pt x="792480" y="401955"/>
                  </a:lnTo>
                  <a:lnTo>
                    <a:pt x="0" y="401955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EFB55242-943F-4F5A-9BEA-43B7DFD96685}"/>
                </a:ext>
              </a:extLst>
            </p:cNvPr>
            <p:cNvSpPr/>
            <p:nvPr/>
          </p:nvSpPr>
          <p:spPr>
            <a:xfrm>
              <a:off x="4342447" y="3522345"/>
              <a:ext cx="409575" cy="28575"/>
            </a:xfrm>
            <a:custGeom>
              <a:avLst/>
              <a:gdLst>
                <a:gd name="connsiteX0" fmla="*/ 401955 w 409575"/>
                <a:gd name="connsiteY0" fmla="*/ 0 h 28575"/>
                <a:gd name="connsiteX1" fmla="*/ 15240 w 409575"/>
                <a:gd name="connsiteY1" fmla="*/ 0 h 28575"/>
                <a:gd name="connsiteX2" fmla="*/ 0 w 409575"/>
                <a:gd name="connsiteY2" fmla="*/ 15240 h 28575"/>
                <a:gd name="connsiteX3" fmla="*/ 15240 w 409575"/>
                <a:gd name="connsiteY3" fmla="*/ 30480 h 28575"/>
                <a:gd name="connsiteX4" fmla="*/ 401955 w 409575"/>
                <a:gd name="connsiteY4" fmla="*/ 30480 h 28575"/>
                <a:gd name="connsiteX5" fmla="*/ 417195 w 409575"/>
                <a:gd name="connsiteY5" fmla="*/ 15240 h 28575"/>
                <a:gd name="connsiteX6" fmla="*/ 401955 w 409575"/>
                <a:gd name="connsiteY6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575" h="28575">
                  <a:moveTo>
                    <a:pt x="401955" y="0"/>
                  </a:moveTo>
                  <a:lnTo>
                    <a:pt x="15240" y="0"/>
                  </a:lnTo>
                  <a:cubicBezTo>
                    <a:pt x="6667" y="0"/>
                    <a:pt x="0" y="6667"/>
                    <a:pt x="0" y="15240"/>
                  </a:cubicBezTo>
                  <a:cubicBezTo>
                    <a:pt x="0" y="23813"/>
                    <a:pt x="6667" y="30480"/>
                    <a:pt x="15240" y="30480"/>
                  </a:cubicBezTo>
                  <a:lnTo>
                    <a:pt x="401955" y="30480"/>
                  </a:lnTo>
                  <a:cubicBezTo>
                    <a:pt x="410528" y="30480"/>
                    <a:pt x="417195" y="23813"/>
                    <a:pt x="417195" y="15240"/>
                  </a:cubicBezTo>
                  <a:cubicBezTo>
                    <a:pt x="417195" y="6667"/>
                    <a:pt x="410528" y="0"/>
                    <a:pt x="40195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87526A5E-18BD-4CE3-A227-7FFE8AD75D15}"/>
                </a:ext>
              </a:extLst>
            </p:cNvPr>
            <p:cNvSpPr/>
            <p:nvPr/>
          </p:nvSpPr>
          <p:spPr>
            <a:xfrm>
              <a:off x="4164330" y="2972752"/>
              <a:ext cx="95250" cy="400050"/>
            </a:xfrm>
            <a:custGeom>
              <a:avLst/>
              <a:gdLst>
                <a:gd name="connsiteX0" fmla="*/ 0 w 95250"/>
                <a:gd name="connsiteY0" fmla="*/ 0 h 400050"/>
                <a:gd name="connsiteX1" fmla="*/ 99060 w 95250"/>
                <a:gd name="connsiteY1" fmla="*/ 0 h 400050"/>
                <a:gd name="connsiteX2" fmla="*/ 99060 w 95250"/>
                <a:gd name="connsiteY2" fmla="*/ 402908 h 400050"/>
                <a:gd name="connsiteX3" fmla="*/ 0 w 95250"/>
                <a:gd name="connsiteY3" fmla="*/ 402908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" h="400050">
                  <a:moveTo>
                    <a:pt x="0" y="0"/>
                  </a:moveTo>
                  <a:lnTo>
                    <a:pt x="99060" y="0"/>
                  </a:lnTo>
                  <a:lnTo>
                    <a:pt x="99060" y="402908"/>
                  </a:lnTo>
                  <a:lnTo>
                    <a:pt x="0" y="402908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D1FC7C81-2B09-4E4B-95E8-4B4815A8AE08}"/>
                </a:ext>
              </a:extLst>
            </p:cNvPr>
            <p:cNvSpPr/>
            <p:nvPr/>
          </p:nvSpPr>
          <p:spPr>
            <a:xfrm>
              <a:off x="4904422" y="2972752"/>
              <a:ext cx="47625" cy="400050"/>
            </a:xfrm>
            <a:custGeom>
              <a:avLst/>
              <a:gdLst>
                <a:gd name="connsiteX0" fmla="*/ 0 w 47625"/>
                <a:gd name="connsiteY0" fmla="*/ 0 h 400050"/>
                <a:gd name="connsiteX1" fmla="*/ 52387 w 47625"/>
                <a:gd name="connsiteY1" fmla="*/ 0 h 400050"/>
                <a:gd name="connsiteX2" fmla="*/ 52387 w 47625"/>
                <a:gd name="connsiteY2" fmla="*/ 402908 h 400050"/>
                <a:gd name="connsiteX3" fmla="*/ 0 w 47625"/>
                <a:gd name="connsiteY3" fmla="*/ 402908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400050">
                  <a:moveTo>
                    <a:pt x="0" y="0"/>
                  </a:moveTo>
                  <a:lnTo>
                    <a:pt x="52387" y="0"/>
                  </a:lnTo>
                  <a:lnTo>
                    <a:pt x="52387" y="402908"/>
                  </a:lnTo>
                  <a:lnTo>
                    <a:pt x="0" y="402908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587285D0-E687-42E5-93E1-631B95E7B536}"/>
                </a:ext>
              </a:extLst>
            </p:cNvPr>
            <p:cNvSpPr/>
            <p:nvPr/>
          </p:nvSpPr>
          <p:spPr>
            <a:xfrm>
              <a:off x="4174807" y="3037522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3 w 28575"/>
                <a:gd name="connsiteY1" fmla="*/ 0 h 19050"/>
                <a:gd name="connsiteX2" fmla="*/ 31433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3" y="0"/>
                  </a:lnTo>
                  <a:lnTo>
                    <a:pt x="31433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C30B34E-F9A8-4700-B4D5-497D1ED8285C}"/>
                </a:ext>
              </a:extLst>
            </p:cNvPr>
            <p:cNvSpPr/>
            <p:nvPr/>
          </p:nvSpPr>
          <p:spPr>
            <a:xfrm>
              <a:off x="4218622" y="3037522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3 w 28575"/>
                <a:gd name="connsiteY1" fmla="*/ 0 h 19050"/>
                <a:gd name="connsiteX2" fmla="*/ 31433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3" y="0"/>
                  </a:lnTo>
                  <a:lnTo>
                    <a:pt x="31433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85EE146-CE69-4991-A02B-9A08376607A5}"/>
                </a:ext>
              </a:extLst>
            </p:cNvPr>
            <p:cNvSpPr/>
            <p:nvPr/>
          </p:nvSpPr>
          <p:spPr>
            <a:xfrm>
              <a:off x="4174807" y="3076575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3 w 28575"/>
                <a:gd name="connsiteY1" fmla="*/ 0 h 19050"/>
                <a:gd name="connsiteX2" fmla="*/ 31433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3" y="0"/>
                  </a:lnTo>
                  <a:lnTo>
                    <a:pt x="31433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472E54AE-2804-4504-B1D2-40C2435D1B81}"/>
                </a:ext>
              </a:extLst>
            </p:cNvPr>
            <p:cNvSpPr/>
            <p:nvPr/>
          </p:nvSpPr>
          <p:spPr>
            <a:xfrm>
              <a:off x="4218622" y="3076575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3 w 28575"/>
                <a:gd name="connsiteY1" fmla="*/ 0 h 19050"/>
                <a:gd name="connsiteX2" fmla="*/ 31433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3" y="0"/>
                  </a:lnTo>
                  <a:lnTo>
                    <a:pt x="31433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43AEC7A4-EBAF-4FA6-A553-91911B29D4AC}"/>
                </a:ext>
              </a:extLst>
            </p:cNvPr>
            <p:cNvSpPr/>
            <p:nvPr/>
          </p:nvSpPr>
          <p:spPr>
            <a:xfrm>
              <a:off x="4174807" y="3116580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3 w 28575"/>
                <a:gd name="connsiteY1" fmla="*/ 0 h 19050"/>
                <a:gd name="connsiteX2" fmla="*/ 31433 w 28575"/>
                <a:gd name="connsiteY2" fmla="*/ 27622 h 19050"/>
                <a:gd name="connsiteX3" fmla="*/ 0 w 28575"/>
                <a:gd name="connsiteY3" fmla="*/ 2762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3" y="0"/>
                  </a:lnTo>
                  <a:lnTo>
                    <a:pt x="31433" y="27622"/>
                  </a:lnTo>
                  <a:lnTo>
                    <a:pt x="0" y="2762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AC4933A-8D0D-4773-BEA2-4D5D92FFC1A1}"/>
                </a:ext>
              </a:extLst>
            </p:cNvPr>
            <p:cNvSpPr/>
            <p:nvPr/>
          </p:nvSpPr>
          <p:spPr>
            <a:xfrm>
              <a:off x="4218622" y="3116580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3 w 28575"/>
                <a:gd name="connsiteY1" fmla="*/ 0 h 19050"/>
                <a:gd name="connsiteX2" fmla="*/ 31433 w 28575"/>
                <a:gd name="connsiteY2" fmla="*/ 27622 h 19050"/>
                <a:gd name="connsiteX3" fmla="*/ 0 w 28575"/>
                <a:gd name="connsiteY3" fmla="*/ 2762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3" y="0"/>
                  </a:lnTo>
                  <a:lnTo>
                    <a:pt x="31433" y="27622"/>
                  </a:lnTo>
                  <a:lnTo>
                    <a:pt x="0" y="2762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E1D3CD5D-3B72-4259-942D-B18F88E8422B}"/>
                </a:ext>
              </a:extLst>
            </p:cNvPr>
            <p:cNvSpPr/>
            <p:nvPr/>
          </p:nvSpPr>
          <p:spPr>
            <a:xfrm>
              <a:off x="4174807" y="3156585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3 w 28575"/>
                <a:gd name="connsiteY1" fmla="*/ 0 h 19050"/>
                <a:gd name="connsiteX2" fmla="*/ 31433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3" y="0"/>
                  </a:lnTo>
                  <a:lnTo>
                    <a:pt x="31433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DA01B906-50CD-49C4-95EE-16E4F46FE24D}"/>
                </a:ext>
              </a:extLst>
            </p:cNvPr>
            <p:cNvSpPr/>
            <p:nvPr/>
          </p:nvSpPr>
          <p:spPr>
            <a:xfrm>
              <a:off x="4218622" y="3156585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3 w 28575"/>
                <a:gd name="connsiteY1" fmla="*/ 0 h 19050"/>
                <a:gd name="connsiteX2" fmla="*/ 31433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3" y="0"/>
                  </a:lnTo>
                  <a:lnTo>
                    <a:pt x="31433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6312EAC-EA0F-450F-A963-0822E57684BE}"/>
                </a:ext>
              </a:extLst>
            </p:cNvPr>
            <p:cNvSpPr/>
            <p:nvPr/>
          </p:nvSpPr>
          <p:spPr>
            <a:xfrm>
              <a:off x="4174807" y="3196590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3 w 28575"/>
                <a:gd name="connsiteY1" fmla="*/ 0 h 19050"/>
                <a:gd name="connsiteX2" fmla="*/ 31433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3" y="0"/>
                  </a:lnTo>
                  <a:lnTo>
                    <a:pt x="31433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7D78A827-E6B2-4C7C-B89A-96CFB6A9E15D}"/>
                </a:ext>
              </a:extLst>
            </p:cNvPr>
            <p:cNvSpPr/>
            <p:nvPr/>
          </p:nvSpPr>
          <p:spPr>
            <a:xfrm>
              <a:off x="4218622" y="3196590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3 w 28575"/>
                <a:gd name="connsiteY1" fmla="*/ 0 h 19050"/>
                <a:gd name="connsiteX2" fmla="*/ 31433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3" y="0"/>
                  </a:lnTo>
                  <a:lnTo>
                    <a:pt x="31433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D9B4F147-1742-4DC1-B000-B917B0904E7E}"/>
                </a:ext>
              </a:extLst>
            </p:cNvPr>
            <p:cNvSpPr/>
            <p:nvPr/>
          </p:nvSpPr>
          <p:spPr>
            <a:xfrm>
              <a:off x="4174807" y="3236595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3 w 28575"/>
                <a:gd name="connsiteY1" fmla="*/ 0 h 19050"/>
                <a:gd name="connsiteX2" fmla="*/ 31433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3" y="0"/>
                  </a:lnTo>
                  <a:lnTo>
                    <a:pt x="31433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543EBB5A-E6EC-4021-B31E-1B1FA7B46905}"/>
                </a:ext>
              </a:extLst>
            </p:cNvPr>
            <p:cNvSpPr/>
            <p:nvPr/>
          </p:nvSpPr>
          <p:spPr>
            <a:xfrm>
              <a:off x="4218622" y="3236595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31433 w 28575"/>
                <a:gd name="connsiteY1" fmla="*/ 0 h 19050"/>
                <a:gd name="connsiteX2" fmla="*/ 31433 w 28575"/>
                <a:gd name="connsiteY2" fmla="*/ 27623 h 19050"/>
                <a:gd name="connsiteX3" fmla="*/ 0 w 28575"/>
                <a:gd name="connsiteY3" fmla="*/ 2762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31433" y="0"/>
                  </a:lnTo>
                  <a:lnTo>
                    <a:pt x="31433" y="27623"/>
                  </a:lnTo>
                  <a:lnTo>
                    <a:pt x="0" y="276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79DF747F-B29C-41A1-AB3B-07C336B095EB}"/>
                </a:ext>
              </a:extLst>
            </p:cNvPr>
            <p:cNvSpPr/>
            <p:nvPr/>
          </p:nvSpPr>
          <p:spPr>
            <a:xfrm>
              <a:off x="4174807" y="3294697"/>
              <a:ext cx="28575" cy="57150"/>
            </a:xfrm>
            <a:custGeom>
              <a:avLst/>
              <a:gdLst>
                <a:gd name="connsiteX0" fmla="*/ 0 w 28575"/>
                <a:gd name="connsiteY0" fmla="*/ 0 h 57150"/>
                <a:gd name="connsiteX1" fmla="*/ 31433 w 28575"/>
                <a:gd name="connsiteY1" fmla="*/ 0 h 57150"/>
                <a:gd name="connsiteX2" fmla="*/ 31433 w 28575"/>
                <a:gd name="connsiteY2" fmla="*/ 59055 h 57150"/>
                <a:gd name="connsiteX3" fmla="*/ 0 w 28575"/>
                <a:gd name="connsiteY3" fmla="*/ 5905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57150">
                  <a:moveTo>
                    <a:pt x="0" y="0"/>
                  </a:moveTo>
                  <a:lnTo>
                    <a:pt x="31433" y="0"/>
                  </a:lnTo>
                  <a:lnTo>
                    <a:pt x="31433" y="59055"/>
                  </a:lnTo>
                  <a:lnTo>
                    <a:pt x="0" y="5905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51A64C06-A73B-4DB3-8B5B-E041EF04E126}"/>
                </a:ext>
              </a:extLst>
            </p:cNvPr>
            <p:cNvSpPr/>
            <p:nvPr/>
          </p:nvSpPr>
          <p:spPr>
            <a:xfrm>
              <a:off x="4218622" y="3294697"/>
              <a:ext cx="28575" cy="57150"/>
            </a:xfrm>
            <a:custGeom>
              <a:avLst/>
              <a:gdLst>
                <a:gd name="connsiteX0" fmla="*/ 0 w 28575"/>
                <a:gd name="connsiteY0" fmla="*/ 0 h 57150"/>
                <a:gd name="connsiteX1" fmla="*/ 31433 w 28575"/>
                <a:gd name="connsiteY1" fmla="*/ 0 h 57150"/>
                <a:gd name="connsiteX2" fmla="*/ 31433 w 28575"/>
                <a:gd name="connsiteY2" fmla="*/ 59055 h 57150"/>
                <a:gd name="connsiteX3" fmla="*/ 0 w 28575"/>
                <a:gd name="connsiteY3" fmla="*/ 5905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57150">
                  <a:moveTo>
                    <a:pt x="0" y="0"/>
                  </a:moveTo>
                  <a:lnTo>
                    <a:pt x="31433" y="0"/>
                  </a:lnTo>
                  <a:lnTo>
                    <a:pt x="31433" y="59055"/>
                  </a:lnTo>
                  <a:lnTo>
                    <a:pt x="0" y="5905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95F04E5-717F-4541-B16A-6FC5B6D700F3}"/>
                </a:ext>
              </a:extLst>
            </p:cNvPr>
            <p:cNvSpPr/>
            <p:nvPr/>
          </p:nvSpPr>
          <p:spPr>
            <a:xfrm>
              <a:off x="4914900" y="3317557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31433 w 28575"/>
                <a:gd name="connsiteY1" fmla="*/ 0 h 28575"/>
                <a:gd name="connsiteX2" fmla="*/ 31433 w 28575"/>
                <a:gd name="connsiteY2" fmla="*/ 36195 h 28575"/>
                <a:gd name="connsiteX3" fmla="*/ 0 w 28575"/>
                <a:gd name="connsiteY3" fmla="*/ 3619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31433" y="0"/>
                  </a:lnTo>
                  <a:lnTo>
                    <a:pt x="31433" y="36195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7EFAAA24-624A-414B-9AC6-91A08FAE4A1A}"/>
                </a:ext>
              </a:extLst>
            </p:cNvPr>
            <p:cNvSpPr/>
            <p:nvPr/>
          </p:nvSpPr>
          <p:spPr>
            <a:xfrm>
              <a:off x="4914900" y="3249930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31433 w 28575"/>
                <a:gd name="connsiteY1" fmla="*/ 0 h 28575"/>
                <a:gd name="connsiteX2" fmla="*/ 31433 w 28575"/>
                <a:gd name="connsiteY2" fmla="*/ 36195 h 28575"/>
                <a:gd name="connsiteX3" fmla="*/ 0 w 28575"/>
                <a:gd name="connsiteY3" fmla="*/ 3619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31433" y="0"/>
                  </a:lnTo>
                  <a:lnTo>
                    <a:pt x="31433" y="36195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558DDC87-2A1F-4658-9C13-629ECB09DBDF}"/>
                </a:ext>
              </a:extLst>
            </p:cNvPr>
            <p:cNvSpPr/>
            <p:nvPr/>
          </p:nvSpPr>
          <p:spPr>
            <a:xfrm>
              <a:off x="4914900" y="3182302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31433 w 28575"/>
                <a:gd name="connsiteY1" fmla="*/ 0 h 28575"/>
                <a:gd name="connsiteX2" fmla="*/ 31433 w 28575"/>
                <a:gd name="connsiteY2" fmla="*/ 36195 h 28575"/>
                <a:gd name="connsiteX3" fmla="*/ 0 w 28575"/>
                <a:gd name="connsiteY3" fmla="*/ 3619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31433" y="0"/>
                  </a:lnTo>
                  <a:lnTo>
                    <a:pt x="31433" y="36195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3CED2FF-58DF-45F0-AF0C-1F0BC8C18D62}"/>
                </a:ext>
              </a:extLst>
            </p:cNvPr>
            <p:cNvSpPr/>
            <p:nvPr/>
          </p:nvSpPr>
          <p:spPr>
            <a:xfrm>
              <a:off x="4914900" y="3115627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31433 w 28575"/>
                <a:gd name="connsiteY1" fmla="*/ 0 h 28575"/>
                <a:gd name="connsiteX2" fmla="*/ 31433 w 28575"/>
                <a:gd name="connsiteY2" fmla="*/ 36195 h 28575"/>
                <a:gd name="connsiteX3" fmla="*/ 0 w 28575"/>
                <a:gd name="connsiteY3" fmla="*/ 3619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31433" y="0"/>
                  </a:lnTo>
                  <a:lnTo>
                    <a:pt x="31433" y="36195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0FAA9D6-52E1-4DA3-95EF-2A3CCB4AFFD4}"/>
                </a:ext>
              </a:extLst>
            </p:cNvPr>
            <p:cNvSpPr/>
            <p:nvPr/>
          </p:nvSpPr>
          <p:spPr>
            <a:xfrm>
              <a:off x="4914900" y="3048000"/>
              <a:ext cx="28575" cy="28575"/>
            </a:xfrm>
            <a:custGeom>
              <a:avLst/>
              <a:gdLst>
                <a:gd name="connsiteX0" fmla="*/ 0 w 28575"/>
                <a:gd name="connsiteY0" fmla="*/ 0 h 28575"/>
                <a:gd name="connsiteX1" fmla="*/ 31433 w 28575"/>
                <a:gd name="connsiteY1" fmla="*/ 0 h 28575"/>
                <a:gd name="connsiteX2" fmla="*/ 31433 w 28575"/>
                <a:gd name="connsiteY2" fmla="*/ 36195 h 28575"/>
                <a:gd name="connsiteX3" fmla="*/ 0 w 28575"/>
                <a:gd name="connsiteY3" fmla="*/ 3619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28575">
                  <a:moveTo>
                    <a:pt x="0" y="0"/>
                  </a:moveTo>
                  <a:lnTo>
                    <a:pt x="31433" y="0"/>
                  </a:lnTo>
                  <a:lnTo>
                    <a:pt x="31433" y="36195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66E2557E-7347-4DE9-A576-72A21F9671DF}"/>
                </a:ext>
              </a:extLst>
            </p:cNvPr>
            <p:cNvSpPr/>
            <p:nvPr/>
          </p:nvSpPr>
          <p:spPr>
            <a:xfrm>
              <a:off x="4164330" y="2972752"/>
              <a:ext cx="790575" cy="47625"/>
            </a:xfrm>
            <a:custGeom>
              <a:avLst/>
              <a:gdLst>
                <a:gd name="connsiteX0" fmla="*/ 0 w 790575"/>
                <a:gd name="connsiteY0" fmla="*/ 0 h 47625"/>
                <a:gd name="connsiteX1" fmla="*/ 792480 w 790575"/>
                <a:gd name="connsiteY1" fmla="*/ 0 h 47625"/>
                <a:gd name="connsiteX2" fmla="*/ 792480 w 790575"/>
                <a:gd name="connsiteY2" fmla="*/ 52387 h 47625"/>
                <a:gd name="connsiteX3" fmla="*/ 0 w 790575"/>
                <a:gd name="connsiteY3" fmla="*/ 5238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0575" h="47625">
                  <a:moveTo>
                    <a:pt x="0" y="0"/>
                  </a:moveTo>
                  <a:lnTo>
                    <a:pt x="792480" y="0"/>
                  </a:lnTo>
                  <a:lnTo>
                    <a:pt x="792480" y="52387"/>
                  </a:lnTo>
                  <a:lnTo>
                    <a:pt x="0" y="52387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51D0F41C-14DB-4BB7-8072-BCDFDB2D629F}"/>
                </a:ext>
              </a:extLst>
            </p:cNvPr>
            <p:cNvSpPr/>
            <p:nvPr/>
          </p:nvSpPr>
          <p:spPr>
            <a:xfrm>
              <a:off x="4197667" y="2987039"/>
              <a:ext cx="95250" cy="19050"/>
            </a:xfrm>
            <a:custGeom>
              <a:avLst/>
              <a:gdLst>
                <a:gd name="connsiteX0" fmla="*/ 89535 w 95250"/>
                <a:gd name="connsiteY0" fmla="*/ 0 h 19050"/>
                <a:gd name="connsiteX1" fmla="*/ 12383 w 95250"/>
                <a:gd name="connsiteY1" fmla="*/ 0 h 19050"/>
                <a:gd name="connsiteX2" fmla="*/ 0 w 95250"/>
                <a:gd name="connsiteY2" fmla="*/ 12383 h 19050"/>
                <a:gd name="connsiteX3" fmla="*/ 12383 w 95250"/>
                <a:gd name="connsiteY3" fmla="*/ 24765 h 19050"/>
                <a:gd name="connsiteX4" fmla="*/ 89535 w 95250"/>
                <a:gd name="connsiteY4" fmla="*/ 24765 h 19050"/>
                <a:gd name="connsiteX5" fmla="*/ 101918 w 95250"/>
                <a:gd name="connsiteY5" fmla="*/ 12383 h 19050"/>
                <a:gd name="connsiteX6" fmla="*/ 89535 w 95250"/>
                <a:gd name="connsiteY6" fmla="*/ 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19050">
                  <a:moveTo>
                    <a:pt x="89535" y="0"/>
                  </a:moveTo>
                  <a:lnTo>
                    <a:pt x="12383" y="0"/>
                  </a:lnTo>
                  <a:cubicBezTo>
                    <a:pt x="5715" y="0"/>
                    <a:pt x="0" y="5715"/>
                    <a:pt x="0" y="12383"/>
                  </a:cubicBezTo>
                  <a:cubicBezTo>
                    <a:pt x="0" y="19050"/>
                    <a:pt x="5715" y="24765"/>
                    <a:pt x="12383" y="24765"/>
                  </a:cubicBezTo>
                  <a:lnTo>
                    <a:pt x="89535" y="24765"/>
                  </a:lnTo>
                  <a:cubicBezTo>
                    <a:pt x="96203" y="24765"/>
                    <a:pt x="101918" y="19050"/>
                    <a:pt x="101918" y="12383"/>
                  </a:cubicBezTo>
                  <a:cubicBezTo>
                    <a:pt x="101918" y="5715"/>
                    <a:pt x="96203" y="0"/>
                    <a:pt x="8953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24A202FB-9AE0-461E-B8E3-7C2F3CD83226}"/>
                </a:ext>
              </a:extLst>
            </p:cNvPr>
            <p:cNvSpPr/>
            <p:nvPr/>
          </p:nvSpPr>
          <p:spPr>
            <a:xfrm>
              <a:off x="4315777" y="2987039"/>
              <a:ext cx="95250" cy="19050"/>
            </a:xfrm>
            <a:custGeom>
              <a:avLst/>
              <a:gdLst>
                <a:gd name="connsiteX0" fmla="*/ 89535 w 95250"/>
                <a:gd name="connsiteY0" fmla="*/ 0 h 19050"/>
                <a:gd name="connsiteX1" fmla="*/ 12383 w 95250"/>
                <a:gd name="connsiteY1" fmla="*/ 0 h 19050"/>
                <a:gd name="connsiteX2" fmla="*/ 0 w 95250"/>
                <a:gd name="connsiteY2" fmla="*/ 12383 h 19050"/>
                <a:gd name="connsiteX3" fmla="*/ 12383 w 95250"/>
                <a:gd name="connsiteY3" fmla="*/ 24765 h 19050"/>
                <a:gd name="connsiteX4" fmla="*/ 89535 w 95250"/>
                <a:gd name="connsiteY4" fmla="*/ 24765 h 19050"/>
                <a:gd name="connsiteX5" fmla="*/ 101918 w 95250"/>
                <a:gd name="connsiteY5" fmla="*/ 12383 h 19050"/>
                <a:gd name="connsiteX6" fmla="*/ 89535 w 95250"/>
                <a:gd name="connsiteY6" fmla="*/ 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19050">
                  <a:moveTo>
                    <a:pt x="89535" y="0"/>
                  </a:moveTo>
                  <a:lnTo>
                    <a:pt x="12383" y="0"/>
                  </a:lnTo>
                  <a:cubicBezTo>
                    <a:pt x="5715" y="0"/>
                    <a:pt x="0" y="5715"/>
                    <a:pt x="0" y="12383"/>
                  </a:cubicBezTo>
                  <a:cubicBezTo>
                    <a:pt x="0" y="19050"/>
                    <a:pt x="5715" y="24765"/>
                    <a:pt x="12383" y="24765"/>
                  </a:cubicBezTo>
                  <a:lnTo>
                    <a:pt x="89535" y="24765"/>
                  </a:lnTo>
                  <a:cubicBezTo>
                    <a:pt x="96202" y="24765"/>
                    <a:pt x="101918" y="19050"/>
                    <a:pt x="101918" y="12383"/>
                  </a:cubicBezTo>
                  <a:cubicBezTo>
                    <a:pt x="101918" y="5715"/>
                    <a:pt x="96202" y="0"/>
                    <a:pt x="8953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3A9F0F22-6671-4C6D-B14C-0408B81984CD}"/>
                </a:ext>
              </a:extLst>
            </p:cNvPr>
            <p:cNvSpPr/>
            <p:nvPr/>
          </p:nvSpPr>
          <p:spPr>
            <a:xfrm>
              <a:off x="4433887" y="2987039"/>
              <a:ext cx="95250" cy="19050"/>
            </a:xfrm>
            <a:custGeom>
              <a:avLst/>
              <a:gdLst>
                <a:gd name="connsiteX0" fmla="*/ 89535 w 95250"/>
                <a:gd name="connsiteY0" fmla="*/ 0 h 19050"/>
                <a:gd name="connsiteX1" fmla="*/ 12383 w 95250"/>
                <a:gd name="connsiteY1" fmla="*/ 0 h 19050"/>
                <a:gd name="connsiteX2" fmla="*/ 0 w 95250"/>
                <a:gd name="connsiteY2" fmla="*/ 12383 h 19050"/>
                <a:gd name="connsiteX3" fmla="*/ 12383 w 95250"/>
                <a:gd name="connsiteY3" fmla="*/ 24765 h 19050"/>
                <a:gd name="connsiteX4" fmla="*/ 89535 w 95250"/>
                <a:gd name="connsiteY4" fmla="*/ 24765 h 19050"/>
                <a:gd name="connsiteX5" fmla="*/ 101917 w 95250"/>
                <a:gd name="connsiteY5" fmla="*/ 12383 h 19050"/>
                <a:gd name="connsiteX6" fmla="*/ 89535 w 95250"/>
                <a:gd name="connsiteY6" fmla="*/ 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19050">
                  <a:moveTo>
                    <a:pt x="89535" y="0"/>
                  </a:moveTo>
                  <a:lnTo>
                    <a:pt x="12383" y="0"/>
                  </a:lnTo>
                  <a:cubicBezTo>
                    <a:pt x="5715" y="0"/>
                    <a:pt x="0" y="5715"/>
                    <a:pt x="0" y="12383"/>
                  </a:cubicBezTo>
                  <a:cubicBezTo>
                    <a:pt x="0" y="19050"/>
                    <a:pt x="5715" y="24765"/>
                    <a:pt x="12383" y="24765"/>
                  </a:cubicBezTo>
                  <a:lnTo>
                    <a:pt x="89535" y="24765"/>
                  </a:lnTo>
                  <a:cubicBezTo>
                    <a:pt x="96202" y="24765"/>
                    <a:pt x="101917" y="19050"/>
                    <a:pt x="101917" y="12383"/>
                  </a:cubicBezTo>
                  <a:cubicBezTo>
                    <a:pt x="101917" y="5715"/>
                    <a:pt x="96202" y="0"/>
                    <a:pt x="8953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A3EAF92-E47F-47D2-B311-37F3246DD7F7}"/>
                </a:ext>
              </a:extLst>
            </p:cNvPr>
            <p:cNvSpPr/>
            <p:nvPr/>
          </p:nvSpPr>
          <p:spPr>
            <a:xfrm>
              <a:off x="4551997" y="2987039"/>
              <a:ext cx="95250" cy="19050"/>
            </a:xfrm>
            <a:custGeom>
              <a:avLst/>
              <a:gdLst>
                <a:gd name="connsiteX0" fmla="*/ 89535 w 95250"/>
                <a:gd name="connsiteY0" fmla="*/ 0 h 19050"/>
                <a:gd name="connsiteX1" fmla="*/ 12382 w 95250"/>
                <a:gd name="connsiteY1" fmla="*/ 0 h 19050"/>
                <a:gd name="connsiteX2" fmla="*/ 0 w 95250"/>
                <a:gd name="connsiteY2" fmla="*/ 12383 h 19050"/>
                <a:gd name="connsiteX3" fmla="*/ 12382 w 95250"/>
                <a:gd name="connsiteY3" fmla="*/ 24765 h 19050"/>
                <a:gd name="connsiteX4" fmla="*/ 89535 w 95250"/>
                <a:gd name="connsiteY4" fmla="*/ 24765 h 19050"/>
                <a:gd name="connsiteX5" fmla="*/ 101917 w 95250"/>
                <a:gd name="connsiteY5" fmla="*/ 12383 h 19050"/>
                <a:gd name="connsiteX6" fmla="*/ 89535 w 95250"/>
                <a:gd name="connsiteY6" fmla="*/ 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19050">
                  <a:moveTo>
                    <a:pt x="89535" y="0"/>
                  </a:moveTo>
                  <a:lnTo>
                    <a:pt x="12382" y="0"/>
                  </a:lnTo>
                  <a:cubicBezTo>
                    <a:pt x="5715" y="0"/>
                    <a:pt x="0" y="5715"/>
                    <a:pt x="0" y="12383"/>
                  </a:cubicBezTo>
                  <a:cubicBezTo>
                    <a:pt x="0" y="19050"/>
                    <a:pt x="5715" y="24765"/>
                    <a:pt x="12382" y="24765"/>
                  </a:cubicBezTo>
                  <a:lnTo>
                    <a:pt x="89535" y="24765"/>
                  </a:lnTo>
                  <a:cubicBezTo>
                    <a:pt x="96202" y="24765"/>
                    <a:pt x="101917" y="19050"/>
                    <a:pt x="101917" y="12383"/>
                  </a:cubicBezTo>
                  <a:cubicBezTo>
                    <a:pt x="101917" y="5715"/>
                    <a:pt x="96202" y="0"/>
                    <a:pt x="8953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8CFB2F6-68DC-48BF-B322-B89AF6C193D4}"/>
                </a:ext>
              </a:extLst>
            </p:cNvPr>
            <p:cNvSpPr/>
            <p:nvPr/>
          </p:nvSpPr>
          <p:spPr>
            <a:xfrm>
              <a:off x="4670107" y="2987039"/>
              <a:ext cx="95250" cy="19050"/>
            </a:xfrm>
            <a:custGeom>
              <a:avLst/>
              <a:gdLst>
                <a:gd name="connsiteX0" fmla="*/ 89535 w 95250"/>
                <a:gd name="connsiteY0" fmla="*/ 0 h 19050"/>
                <a:gd name="connsiteX1" fmla="*/ 12382 w 95250"/>
                <a:gd name="connsiteY1" fmla="*/ 0 h 19050"/>
                <a:gd name="connsiteX2" fmla="*/ 0 w 95250"/>
                <a:gd name="connsiteY2" fmla="*/ 12383 h 19050"/>
                <a:gd name="connsiteX3" fmla="*/ 12382 w 95250"/>
                <a:gd name="connsiteY3" fmla="*/ 24765 h 19050"/>
                <a:gd name="connsiteX4" fmla="*/ 89535 w 95250"/>
                <a:gd name="connsiteY4" fmla="*/ 24765 h 19050"/>
                <a:gd name="connsiteX5" fmla="*/ 101917 w 95250"/>
                <a:gd name="connsiteY5" fmla="*/ 12383 h 19050"/>
                <a:gd name="connsiteX6" fmla="*/ 89535 w 95250"/>
                <a:gd name="connsiteY6" fmla="*/ 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19050">
                  <a:moveTo>
                    <a:pt x="89535" y="0"/>
                  </a:moveTo>
                  <a:lnTo>
                    <a:pt x="12382" y="0"/>
                  </a:lnTo>
                  <a:cubicBezTo>
                    <a:pt x="5715" y="0"/>
                    <a:pt x="0" y="5715"/>
                    <a:pt x="0" y="12383"/>
                  </a:cubicBezTo>
                  <a:cubicBezTo>
                    <a:pt x="0" y="19050"/>
                    <a:pt x="5715" y="24765"/>
                    <a:pt x="12382" y="24765"/>
                  </a:cubicBezTo>
                  <a:lnTo>
                    <a:pt x="89535" y="24765"/>
                  </a:lnTo>
                  <a:cubicBezTo>
                    <a:pt x="96202" y="24765"/>
                    <a:pt x="101917" y="19050"/>
                    <a:pt x="101917" y="12383"/>
                  </a:cubicBezTo>
                  <a:cubicBezTo>
                    <a:pt x="101917" y="5715"/>
                    <a:pt x="96202" y="0"/>
                    <a:pt x="8953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57CC3830-5C3D-4FE9-A521-5B2ACA5D0390}"/>
                </a:ext>
              </a:extLst>
            </p:cNvPr>
            <p:cNvSpPr/>
            <p:nvPr/>
          </p:nvSpPr>
          <p:spPr>
            <a:xfrm>
              <a:off x="4429125" y="3224212"/>
              <a:ext cx="95250" cy="95250"/>
            </a:xfrm>
            <a:custGeom>
              <a:avLst/>
              <a:gdLst>
                <a:gd name="connsiteX0" fmla="*/ 39052 w 95250"/>
                <a:gd name="connsiteY0" fmla="*/ 0 h 95250"/>
                <a:gd name="connsiteX1" fmla="*/ 0 w 95250"/>
                <a:gd name="connsiteY1" fmla="*/ 100965 h 95250"/>
                <a:gd name="connsiteX2" fmla="*/ 21908 w 95250"/>
                <a:gd name="connsiteY2" fmla="*/ 100965 h 95250"/>
                <a:gd name="connsiteX3" fmla="*/ 30480 w 95250"/>
                <a:gd name="connsiteY3" fmla="*/ 78105 h 95250"/>
                <a:gd name="connsiteX4" fmla="*/ 70485 w 95250"/>
                <a:gd name="connsiteY4" fmla="*/ 78105 h 95250"/>
                <a:gd name="connsiteX5" fmla="*/ 79058 w 95250"/>
                <a:gd name="connsiteY5" fmla="*/ 100965 h 95250"/>
                <a:gd name="connsiteX6" fmla="*/ 100965 w 95250"/>
                <a:gd name="connsiteY6" fmla="*/ 100965 h 95250"/>
                <a:gd name="connsiteX7" fmla="*/ 60960 w 95250"/>
                <a:gd name="connsiteY7" fmla="*/ 0 h 95250"/>
                <a:gd name="connsiteX8" fmla="*/ 39052 w 95250"/>
                <a:gd name="connsiteY8" fmla="*/ 0 h 95250"/>
                <a:gd name="connsiteX9" fmla="*/ 36195 w 95250"/>
                <a:gd name="connsiteY9" fmla="*/ 60960 h 95250"/>
                <a:gd name="connsiteX10" fmla="*/ 49530 w 95250"/>
                <a:gd name="connsiteY10" fmla="*/ 23813 h 95250"/>
                <a:gd name="connsiteX11" fmla="*/ 63817 w 95250"/>
                <a:gd name="connsiteY11" fmla="*/ 60960 h 95250"/>
                <a:gd name="connsiteX12" fmla="*/ 36195 w 95250"/>
                <a:gd name="connsiteY12" fmla="*/ 6096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250" h="95250">
                  <a:moveTo>
                    <a:pt x="39052" y="0"/>
                  </a:moveTo>
                  <a:lnTo>
                    <a:pt x="0" y="100965"/>
                  </a:lnTo>
                  <a:lnTo>
                    <a:pt x="21908" y="100965"/>
                  </a:lnTo>
                  <a:lnTo>
                    <a:pt x="30480" y="78105"/>
                  </a:lnTo>
                  <a:lnTo>
                    <a:pt x="70485" y="78105"/>
                  </a:lnTo>
                  <a:lnTo>
                    <a:pt x="79058" y="100965"/>
                  </a:lnTo>
                  <a:lnTo>
                    <a:pt x="100965" y="100965"/>
                  </a:lnTo>
                  <a:lnTo>
                    <a:pt x="60960" y="0"/>
                  </a:lnTo>
                  <a:lnTo>
                    <a:pt x="39052" y="0"/>
                  </a:lnTo>
                  <a:close/>
                  <a:moveTo>
                    <a:pt x="36195" y="60960"/>
                  </a:moveTo>
                  <a:lnTo>
                    <a:pt x="49530" y="23813"/>
                  </a:lnTo>
                  <a:lnTo>
                    <a:pt x="63817" y="60960"/>
                  </a:lnTo>
                  <a:lnTo>
                    <a:pt x="36195" y="6096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35598588-7DA7-4A7D-9F4D-7E49077E5177}"/>
                </a:ext>
              </a:extLst>
            </p:cNvPr>
            <p:cNvSpPr/>
            <p:nvPr/>
          </p:nvSpPr>
          <p:spPr>
            <a:xfrm>
              <a:off x="4540567" y="3224212"/>
              <a:ext cx="66675" cy="95250"/>
            </a:xfrm>
            <a:custGeom>
              <a:avLst/>
              <a:gdLst>
                <a:gd name="connsiteX0" fmla="*/ 40005 w 66675"/>
                <a:gd name="connsiteY0" fmla="*/ 25717 h 95250"/>
                <a:gd name="connsiteX1" fmla="*/ 19050 w 66675"/>
                <a:gd name="connsiteY1" fmla="*/ 36195 h 95250"/>
                <a:gd name="connsiteX2" fmla="*/ 19050 w 66675"/>
                <a:gd name="connsiteY2" fmla="*/ 0 h 95250"/>
                <a:gd name="connsiteX3" fmla="*/ 0 w 66675"/>
                <a:gd name="connsiteY3" fmla="*/ 0 h 95250"/>
                <a:gd name="connsiteX4" fmla="*/ 0 w 66675"/>
                <a:gd name="connsiteY4" fmla="*/ 100965 h 95250"/>
                <a:gd name="connsiteX5" fmla="*/ 18098 w 66675"/>
                <a:gd name="connsiteY5" fmla="*/ 100965 h 95250"/>
                <a:gd name="connsiteX6" fmla="*/ 18098 w 66675"/>
                <a:gd name="connsiteY6" fmla="*/ 90488 h 95250"/>
                <a:gd name="connsiteX7" fmla="*/ 28575 w 66675"/>
                <a:gd name="connsiteY7" fmla="*/ 100013 h 95250"/>
                <a:gd name="connsiteX8" fmla="*/ 40958 w 66675"/>
                <a:gd name="connsiteY8" fmla="*/ 102870 h 95250"/>
                <a:gd name="connsiteX9" fmla="*/ 62865 w 66675"/>
                <a:gd name="connsiteY9" fmla="*/ 92392 h 95250"/>
                <a:gd name="connsiteX10" fmla="*/ 71438 w 66675"/>
                <a:gd name="connsiteY10" fmla="*/ 63817 h 95250"/>
                <a:gd name="connsiteX11" fmla="*/ 62865 w 66675"/>
                <a:gd name="connsiteY11" fmla="*/ 36195 h 95250"/>
                <a:gd name="connsiteX12" fmla="*/ 40005 w 66675"/>
                <a:gd name="connsiteY12" fmla="*/ 25717 h 95250"/>
                <a:gd name="connsiteX13" fmla="*/ 46673 w 66675"/>
                <a:gd name="connsiteY13" fmla="*/ 81915 h 95250"/>
                <a:gd name="connsiteX14" fmla="*/ 36195 w 66675"/>
                <a:gd name="connsiteY14" fmla="*/ 87630 h 95250"/>
                <a:gd name="connsiteX15" fmla="*/ 22860 w 66675"/>
                <a:gd name="connsiteY15" fmla="*/ 80010 h 95250"/>
                <a:gd name="connsiteX16" fmla="*/ 19050 w 66675"/>
                <a:gd name="connsiteY16" fmla="*/ 62865 h 95250"/>
                <a:gd name="connsiteX17" fmla="*/ 23813 w 66675"/>
                <a:gd name="connsiteY17" fmla="*/ 46673 h 95250"/>
                <a:gd name="connsiteX18" fmla="*/ 35243 w 66675"/>
                <a:gd name="connsiteY18" fmla="*/ 40958 h 95250"/>
                <a:gd name="connsiteX19" fmla="*/ 46673 w 66675"/>
                <a:gd name="connsiteY19" fmla="*/ 46673 h 95250"/>
                <a:gd name="connsiteX20" fmla="*/ 51435 w 66675"/>
                <a:gd name="connsiteY20" fmla="*/ 64770 h 95250"/>
                <a:gd name="connsiteX21" fmla="*/ 46673 w 66675"/>
                <a:gd name="connsiteY21" fmla="*/ 8191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6675" h="95250">
                  <a:moveTo>
                    <a:pt x="40005" y="25717"/>
                  </a:moveTo>
                  <a:cubicBezTo>
                    <a:pt x="31433" y="25717"/>
                    <a:pt x="24765" y="29527"/>
                    <a:pt x="19050" y="36195"/>
                  </a:cubicBezTo>
                  <a:lnTo>
                    <a:pt x="19050" y="0"/>
                  </a:lnTo>
                  <a:lnTo>
                    <a:pt x="0" y="0"/>
                  </a:lnTo>
                  <a:lnTo>
                    <a:pt x="0" y="100965"/>
                  </a:lnTo>
                  <a:lnTo>
                    <a:pt x="18098" y="100965"/>
                  </a:lnTo>
                  <a:lnTo>
                    <a:pt x="18098" y="90488"/>
                  </a:lnTo>
                  <a:cubicBezTo>
                    <a:pt x="20955" y="94298"/>
                    <a:pt x="24765" y="98108"/>
                    <a:pt x="28575" y="100013"/>
                  </a:cubicBezTo>
                  <a:cubicBezTo>
                    <a:pt x="32385" y="101917"/>
                    <a:pt x="37148" y="102870"/>
                    <a:pt x="40958" y="102870"/>
                  </a:cubicBezTo>
                  <a:cubicBezTo>
                    <a:pt x="49530" y="102870"/>
                    <a:pt x="56198" y="99060"/>
                    <a:pt x="62865" y="92392"/>
                  </a:cubicBezTo>
                  <a:cubicBezTo>
                    <a:pt x="68580" y="85725"/>
                    <a:pt x="71438" y="76200"/>
                    <a:pt x="71438" y="63817"/>
                  </a:cubicBezTo>
                  <a:cubicBezTo>
                    <a:pt x="71438" y="51435"/>
                    <a:pt x="68580" y="42863"/>
                    <a:pt x="62865" y="36195"/>
                  </a:cubicBezTo>
                  <a:cubicBezTo>
                    <a:pt x="56198" y="29527"/>
                    <a:pt x="48578" y="25717"/>
                    <a:pt x="40005" y="25717"/>
                  </a:cubicBezTo>
                  <a:close/>
                  <a:moveTo>
                    <a:pt x="46673" y="81915"/>
                  </a:moveTo>
                  <a:cubicBezTo>
                    <a:pt x="43815" y="85725"/>
                    <a:pt x="40005" y="87630"/>
                    <a:pt x="36195" y="87630"/>
                  </a:cubicBezTo>
                  <a:cubicBezTo>
                    <a:pt x="30480" y="87630"/>
                    <a:pt x="25718" y="84773"/>
                    <a:pt x="22860" y="80010"/>
                  </a:cubicBezTo>
                  <a:cubicBezTo>
                    <a:pt x="20003" y="76200"/>
                    <a:pt x="19050" y="70485"/>
                    <a:pt x="19050" y="62865"/>
                  </a:cubicBezTo>
                  <a:cubicBezTo>
                    <a:pt x="19050" y="55245"/>
                    <a:pt x="20955" y="50483"/>
                    <a:pt x="23813" y="46673"/>
                  </a:cubicBezTo>
                  <a:cubicBezTo>
                    <a:pt x="26670" y="42863"/>
                    <a:pt x="30480" y="40958"/>
                    <a:pt x="35243" y="40958"/>
                  </a:cubicBezTo>
                  <a:cubicBezTo>
                    <a:pt x="40005" y="40958"/>
                    <a:pt x="43815" y="42863"/>
                    <a:pt x="46673" y="46673"/>
                  </a:cubicBezTo>
                  <a:cubicBezTo>
                    <a:pt x="49530" y="50483"/>
                    <a:pt x="51435" y="56198"/>
                    <a:pt x="51435" y="64770"/>
                  </a:cubicBezTo>
                  <a:cubicBezTo>
                    <a:pt x="51435" y="72390"/>
                    <a:pt x="49530" y="78105"/>
                    <a:pt x="46673" y="819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5D5C8E77-DCD7-4675-BB22-B8174489FE6B}"/>
                </a:ext>
              </a:extLst>
            </p:cNvPr>
            <p:cNvSpPr/>
            <p:nvPr/>
          </p:nvSpPr>
          <p:spPr>
            <a:xfrm>
              <a:off x="4624387" y="3249929"/>
              <a:ext cx="66675" cy="76200"/>
            </a:xfrm>
            <a:custGeom>
              <a:avLst/>
              <a:gdLst>
                <a:gd name="connsiteX0" fmla="*/ 43815 w 66675"/>
                <a:gd name="connsiteY0" fmla="*/ 58103 h 76200"/>
                <a:gd name="connsiteX1" fmla="*/ 35242 w 66675"/>
                <a:gd name="connsiteY1" fmla="*/ 60960 h 76200"/>
                <a:gd name="connsiteX2" fmla="*/ 23813 w 66675"/>
                <a:gd name="connsiteY2" fmla="*/ 55245 h 76200"/>
                <a:gd name="connsiteX3" fmla="*/ 19050 w 66675"/>
                <a:gd name="connsiteY3" fmla="*/ 37148 h 76200"/>
                <a:gd name="connsiteX4" fmla="*/ 23813 w 66675"/>
                <a:gd name="connsiteY4" fmla="*/ 20003 h 76200"/>
                <a:gd name="connsiteX5" fmla="*/ 35242 w 66675"/>
                <a:gd name="connsiteY5" fmla="*/ 15240 h 76200"/>
                <a:gd name="connsiteX6" fmla="*/ 43815 w 66675"/>
                <a:gd name="connsiteY6" fmla="*/ 18098 h 76200"/>
                <a:gd name="connsiteX7" fmla="*/ 48577 w 66675"/>
                <a:gd name="connsiteY7" fmla="*/ 26670 h 76200"/>
                <a:gd name="connsiteX8" fmla="*/ 67627 w 66675"/>
                <a:gd name="connsiteY8" fmla="*/ 22860 h 76200"/>
                <a:gd name="connsiteX9" fmla="*/ 56198 w 66675"/>
                <a:gd name="connsiteY9" fmla="*/ 5715 h 76200"/>
                <a:gd name="connsiteX10" fmla="*/ 35242 w 66675"/>
                <a:gd name="connsiteY10" fmla="*/ 0 h 76200"/>
                <a:gd name="connsiteX11" fmla="*/ 9525 w 66675"/>
                <a:gd name="connsiteY11" fmla="*/ 10478 h 76200"/>
                <a:gd name="connsiteX12" fmla="*/ 0 w 66675"/>
                <a:gd name="connsiteY12" fmla="*/ 39053 h 76200"/>
                <a:gd name="connsiteX13" fmla="*/ 9525 w 66675"/>
                <a:gd name="connsiteY13" fmla="*/ 66675 h 76200"/>
                <a:gd name="connsiteX14" fmla="*/ 35242 w 66675"/>
                <a:gd name="connsiteY14" fmla="*/ 77153 h 76200"/>
                <a:gd name="connsiteX15" fmla="*/ 58102 w 66675"/>
                <a:gd name="connsiteY15" fmla="*/ 70485 h 76200"/>
                <a:gd name="connsiteX16" fmla="*/ 69533 w 66675"/>
                <a:gd name="connsiteY16" fmla="*/ 50483 h 76200"/>
                <a:gd name="connsiteX17" fmla="*/ 50483 w 66675"/>
                <a:gd name="connsiteY17" fmla="*/ 47625 h 76200"/>
                <a:gd name="connsiteX18" fmla="*/ 43815 w 66675"/>
                <a:gd name="connsiteY18" fmla="*/ 58103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675" h="76200">
                  <a:moveTo>
                    <a:pt x="43815" y="58103"/>
                  </a:moveTo>
                  <a:cubicBezTo>
                    <a:pt x="41910" y="60008"/>
                    <a:pt x="38100" y="60960"/>
                    <a:pt x="35242" y="60960"/>
                  </a:cubicBezTo>
                  <a:cubicBezTo>
                    <a:pt x="30480" y="60960"/>
                    <a:pt x="26670" y="59055"/>
                    <a:pt x="23813" y="55245"/>
                  </a:cubicBezTo>
                  <a:cubicBezTo>
                    <a:pt x="20955" y="51435"/>
                    <a:pt x="19050" y="45720"/>
                    <a:pt x="19050" y="37148"/>
                  </a:cubicBezTo>
                  <a:cubicBezTo>
                    <a:pt x="19050" y="29528"/>
                    <a:pt x="20955" y="23813"/>
                    <a:pt x="23813" y="20003"/>
                  </a:cubicBezTo>
                  <a:cubicBezTo>
                    <a:pt x="26670" y="17145"/>
                    <a:pt x="30480" y="15240"/>
                    <a:pt x="35242" y="15240"/>
                  </a:cubicBezTo>
                  <a:cubicBezTo>
                    <a:pt x="39052" y="15240"/>
                    <a:pt x="41910" y="16193"/>
                    <a:pt x="43815" y="18098"/>
                  </a:cubicBezTo>
                  <a:cubicBezTo>
                    <a:pt x="45720" y="20003"/>
                    <a:pt x="47625" y="22860"/>
                    <a:pt x="48577" y="26670"/>
                  </a:cubicBezTo>
                  <a:lnTo>
                    <a:pt x="67627" y="22860"/>
                  </a:lnTo>
                  <a:cubicBezTo>
                    <a:pt x="65723" y="15240"/>
                    <a:pt x="61913" y="9525"/>
                    <a:pt x="56198" y="5715"/>
                  </a:cubicBezTo>
                  <a:cubicBezTo>
                    <a:pt x="50483" y="1905"/>
                    <a:pt x="43815" y="0"/>
                    <a:pt x="35242" y="0"/>
                  </a:cubicBezTo>
                  <a:cubicBezTo>
                    <a:pt x="24765" y="0"/>
                    <a:pt x="16192" y="3810"/>
                    <a:pt x="9525" y="10478"/>
                  </a:cubicBezTo>
                  <a:cubicBezTo>
                    <a:pt x="2858" y="17145"/>
                    <a:pt x="0" y="26670"/>
                    <a:pt x="0" y="39053"/>
                  </a:cubicBezTo>
                  <a:cubicBezTo>
                    <a:pt x="0" y="51435"/>
                    <a:pt x="2858" y="60008"/>
                    <a:pt x="9525" y="66675"/>
                  </a:cubicBezTo>
                  <a:cubicBezTo>
                    <a:pt x="16192" y="73343"/>
                    <a:pt x="24765" y="77153"/>
                    <a:pt x="35242" y="77153"/>
                  </a:cubicBezTo>
                  <a:cubicBezTo>
                    <a:pt x="44767" y="77153"/>
                    <a:pt x="52388" y="75248"/>
                    <a:pt x="58102" y="70485"/>
                  </a:cubicBezTo>
                  <a:cubicBezTo>
                    <a:pt x="63817" y="65723"/>
                    <a:pt x="67627" y="59055"/>
                    <a:pt x="69533" y="50483"/>
                  </a:cubicBezTo>
                  <a:lnTo>
                    <a:pt x="50483" y="47625"/>
                  </a:lnTo>
                  <a:cubicBezTo>
                    <a:pt x="47625" y="52388"/>
                    <a:pt x="45720" y="56198"/>
                    <a:pt x="43815" y="5810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DCBD50E5-880D-4351-9581-0E8260542B45}"/>
                </a:ext>
              </a:extLst>
            </p:cNvPr>
            <p:cNvSpPr/>
            <p:nvPr/>
          </p:nvSpPr>
          <p:spPr>
            <a:xfrm>
              <a:off x="4414837" y="3058477"/>
              <a:ext cx="285750" cy="104775"/>
            </a:xfrm>
            <a:custGeom>
              <a:avLst/>
              <a:gdLst>
                <a:gd name="connsiteX0" fmla="*/ 0 w 285750"/>
                <a:gd name="connsiteY0" fmla="*/ 0 h 104775"/>
                <a:gd name="connsiteX1" fmla="*/ 289560 w 285750"/>
                <a:gd name="connsiteY1" fmla="*/ 0 h 104775"/>
                <a:gd name="connsiteX2" fmla="*/ 289560 w 285750"/>
                <a:gd name="connsiteY2" fmla="*/ 104775 h 104775"/>
                <a:gd name="connsiteX3" fmla="*/ 0 w 285750"/>
                <a:gd name="connsiteY3" fmla="*/ 10477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104775">
                  <a:moveTo>
                    <a:pt x="0" y="0"/>
                  </a:moveTo>
                  <a:lnTo>
                    <a:pt x="289560" y="0"/>
                  </a:lnTo>
                  <a:lnTo>
                    <a:pt x="289560" y="104775"/>
                  </a:lnTo>
                  <a:lnTo>
                    <a:pt x="0" y="104775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3AE02B5E-B16E-4778-9D0A-3A179708739E}"/>
                </a:ext>
              </a:extLst>
            </p:cNvPr>
            <p:cNvSpPr/>
            <p:nvPr/>
          </p:nvSpPr>
          <p:spPr>
            <a:xfrm>
              <a:off x="4469129" y="3086100"/>
              <a:ext cx="28575" cy="38100"/>
            </a:xfrm>
            <a:custGeom>
              <a:avLst/>
              <a:gdLst>
                <a:gd name="connsiteX0" fmla="*/ 26670 w 28575"/>
                <a:gd name="connsiteY0" fmla="*/ 18098 h 38100"/>
                <a:gd name="connsiteX1" fmla="*/ 5715 w 28575"/>
                <a:gd name="connsiteY1" fmla="*/ 18098 h 38100"/>
                <a:gd name="connsiteX2" fmla="*/ 5715 w 28575"/>
                <a:gd name="connsiteY2" fmla="*/ 0 h 38100"/>
                <a:gd name="connsiteX3" fmla="*/ 0 w 28575"/>
                <a:gd name="connsiteY3" fmla="*/ 0 h 38100"/>
                <a:gd name="connsiteX4" fmla="*/ 0 w 28575"/>
                <a:gd name="connsiteY4" fmla="*/ 43815 h 38100"/>
                <a:gd name="connsiteX5" fmla="*/ 5715 w 28575"/>
                <a:gd name="connsiteY5" fmla="*/ 43815 h 38100"/>
                <a:gd name="connsiteX6" fmla="*/ 5715 w 28575"/>
                <a:gd name="connsiteY6" fmla="*/ 22860 h 38100"/>
                <a:gd name="connsiteX7" fmla="*/ 26670 w 28575"/>
                <a:gd name="connsiteY7" fmla="*/ 22860 h 38100"/>
                <a:gd name="connsiteX8" fmla="*/ 26670 w 28575"/>
                <a:gd name="connsiteY8" fmla="*/ 43815 h 38100"/>
                <a:gd name="connsiteX9" fmla="*/ 32385 w 28575"/>
                <a:gd name="connsiteY9" fmla="*/ 43815 h 38100"/>
                <a:gd name="connsiteX10" fmla="*/ 32385 w 28575"/>
                <a:gd name="connsiteY10" fmla="*/ 0 h 38100"/>
                <a:gd name="connsiteX11" fmla="*/ 26670 w 28575"/>
                <a:gd name="connsiteY11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575" h="38100">
                  <a:moveTo>
                    <a:pt x="26670" y="18098"/>
                  </a:moveTo>
                  <a:lnTo>
                    <a:pt x="5715" y="18098"/>
                  </a:lnTo>
                  <a:lnTo>
                    <a:pt x="5715" y="0"/>
                  </a:lnTo>
                  <a:lnTo>
                    <a:pt x="0" y="0"/>
                  </a:lnTo>
                  <a:lnTo>
                    <a:pt x="0" y="43815"/>
                  </a:lnTo>
                  <a:lnTo>
                    <a:pt x="5715" y="43815"/>
                  </a:lnTo>
                  <a:lnTo>
                    <a:pt x="5715" y="22860"/>
                  </a:lnTo>
                  <a:lnTo>
                    <a:pt x="26670" y="22860"/>
                  </a:lnTo>
                  <a:lnTo>
                    <a:pt x="26670" y="43815"/>
                  </a:lnTo>
                  <a:lnTo>
                    <a:pt x="32385" y="43815"/>
                  </a:lnTo>
                  <a:lnTo>
                    <a:pt x="32385" y="0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3BD6C130-C20D-431F-B26B-A7DDACF4662D}"/>
                </a:ext>
              </a:extLst>
            </p:cNvPr>
            <p:cNvSpPr/>
            <p:nvPr/>
          </p:nvSpPr>
          <p:spPr>
            <a:xfrm>
              <a:off x="4506277" y="3086100"/>
              <a:ext cx="28575" cy="38100"/>
            </a:xfrm>
            <a:custGeom>
              <a:avLst/>
              <a:gdLst>
                <a:gd name="connsiteX0" fmla="*/ 0 w 28575"/>
                <a:gd name="connsiteY0" fmla="*/ 4763 h 38100"/>
                <a:gd name="connsiteX1" fmla="*/ 14288 w 28575"/>
                <a:gd name="connsiteY1" fmla="*/ 4763 h 38100"/>
                <a:gd name="connsiteX2" fmla="*/ 14288 w 28575"/>
                <a:gd name="connsiteY2" fmla="*/ 43815 h 38100"/>
                <a:gd name="connsiteX3" fmla="*/ 20002 w 28575"/>
                <a:gd name="connsiteY3" fmla="*/ 43815 h 38100"/>
                <a:gd name="connsiteX4" fmla="*/ 20002 w 28575"/>
                <a:gd name="connsiteY4" fmla="*/ 4763 h 38100"/>
                <a:gd name="connsiteX5" fmla="*/ 33338 w 28575"/>
                <a:gd name="connsiteY5" fmla="*/ 4763 h 38100"/>
                <a:gd name="connsiteX6" fmla="*/ 33338 w 28575"/>
                <a:gd name="connsiteY6" fmla="*/ 0 h 38100"/>
                <a:gd name="connsiteX7" fmla="*/ 0 w 28575"/>
                <a:gd name="connsiteY7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75" h="38100">
                  <a:moveTo>
                    <a:pt x="0" y="4763"/>
                  </a:moveTo>
                  <a:lnTo>
                    <a:pt x="14288" y="4763"/>
                  </a:lnTo>
                  <a:lnTo>
                    <a:pt x="14288" y="43815"/>
                  </a:lnTo>
                  <a:lnTo>
                    <a:pt x="20002" y="43815"/>
                  </a:lnTo>
                  <a:lnTo>
                    <a:pt x="20002" y="4763"/>
                  </a:lnTo>
                  <a:lnTo>
                    <a:pt x="33338" y="4763"/>
                  </a:lnTo>
                  <a:lnTo>
                    <a:pt x="333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24FA23B4-80EB-4DAD-A542-663EF9D447E4}"/>
                </a:ext>
              </a:extLst>
            </p:cNvPr>
            <p:cNvSpPr/>
            <p:nvPr/>
          </p:nvSpPr>
          <p:spPr>
            <a:xfrm>
              <a:off x="4542472" y="3085147"/>
              <a:ext cx="38100" cy="38100"/>
            </a:xfrm>
            <a:custGeom>
              <a:avLst/>
              <a:gdLst>
                <a:gd name="connsiteX0" fmla="*/ 35242 w 38100"/>
                <a:gd name="connsiteY0" fmla="*/ 952 h 38100"/>
                <a:gd name="connsiteX1" fmla="*/ 27623 w 38100"/>
                <a:gd name="connsiteY1" fmla="*/ 21907 h 38100"/>
                <a:gd name="connsiteX2" fmla="*/ 22860 w 38100"/>
                <a:gd name="connsiteY2" fmla="*/ 37148 h 38100"/>
                <a:gd name="connsiteX3" fmla="*/ 22860 w 38100"/>
                <a:gd name="connsiteY3" fmla="*/ 37148 h 38100"/>
                <a:gd name="connsiteX4" fmla="*/ 18098 w 38100"/>
                <a:gd name="connsiteY4" fmla="*/ 21907 h 38100"/>
                <a:gd name="connsiteX5" fmla="*/ 10477 w 38100"/>
                <a:gd name="connsiteY5" fmla="*/ 952 h 38100"/>
                <a:gd name="connsiteX6" fmla="*/ 2857 w 38100"/>
                <a:gd name="connsiteY6" fmla="*/ 952 h 38100"/>
                <a:gd name="connsiteX7" fmla="*/ 0 w 38100"/>
                <a:gd name="connsiteY7" fmla="*/ 44767 h 38100"/>
                <a:gd name="connsiteX8" fmla="*/ 5715 w 38100"/>
                <a:gd name="connsiteY8" fmla="*/ 44767 h 38100"/>
                <a:gd name="connsiteX9" fmla="*/ 6667 w 38100"/>
                <a:gd name="connsiteY9" fmla="*/ 25717 h 38100"/>
                <a:gd name="connsiteX10" fmla="*/ 7620 w 38100"/>
                <a:gd name="connsiteY10" fmla="*/ 6667 h 38100"/>
                <a:gd name="connsiteX11" fmla="*/ 7620 w 38100"/>
                <a:gd name="connsiteY11" fmla="*/ 6667 h 38100"/>
                <a:gd name="connsiteX12" fmla="*/ 12382 w 38100"/>
                <a:gd name="connsiteY12" fmla="*/ 23813 h 38100"/>
                <a:gd name="connsiteX13" fmla="*/ 19050 w 38100"/>
                <a:gd name="connsiteY13" fmla="*/ 44767 h 38100"/>
                <a:gd name="connsiteX14" fmla="*/ 23813 w 38100"/>
                <a:gd name="connsiteY14" fmla="*/ 44767 h 38100"/>
                <a:gd name="connsiteX15" fmla="*/ 31432 w 38100"/>
                <a:gd name="connsiteY15" fmla="*/ 22860 h 38100"/>
                <a:gd name="connsiteX16" fmla="*/ 37148 w 38100"/>
                <a:gd name="connsiteY16" fmla="*/ 5715 h 38100"/>
                <a:gd name="connsiteX17" fmla="*/ 37148 w 38100"/>
                <a:gd name="connsiteY17" fmla="*/ 5715 h 38100"/>
                <a:gd name="connsiteX18" fmla="*/ 38100 w 38100"/>
                <a:gd name="connsiteY18" fmla="*/ 24765 h 38100"/>
                <a:gd name="connsiteX19" fmla="*/ 39052 w 38100"/>
                <a:gd name="connsiteY19" fmla="*/ 43815 h 38100"/>
                <a:gd name="connsiteX20" fmla="*/ 44767 w 38100"/>
                <a:gd name="connsiteY20" fmla="*/ 43815 h 38100"/>
                <a:gd name="connsiteX21" fmla="*/ 41910 w 38100"/>
                <a:gd name="connsiteY21" fmla="*/ 0 h 38100"/>
                <a:gd name="connsiteX22" fmla="*/ 35242 w 38100"/>
                <a:gd name="connsiteY22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8100" h="38100">
                  <a:moveTo>
                    <a:pt x="35242" y="952"/>
                  </a:moveTo>
                  <a:lnTo>
                    <a:pt x="27623" y="21907"/>
                  </a:lnTo>
                  <a:cubicBezTo>
                    <a:pt x="25717" y="27623"/>
                    <a:pt x="23813" y="32385"/>
                    <a:pt x="22860" y="37148"/>
                  </a:cubicBezTo>
                  <a:lnTo>
                    <a:pt x="22860" y="37148"/>
                  </a:lnTo>
                  <a:cubicBezTo>
                    <a:pt x="21907" y="32385"/>
                    <a:pt x="20002" y="27623"/>
                    <a:pt x="18098" y="21907"/>
                  </a:cubicBezTo>
                  <a:lnTo>
                    <a:pt x="10477" y="952"/>
                  </a:lnTo>
                  <a:lnTo>
                    <a:pt x="2857" y="952"/>
                  </a:lnTo>
                  <a:lnTo>
                    <a:pt x="0" y="44767"/>
                  </a:lnTo>
                  <a:lnTo>
                    <a:pt x="5715" y="44767"/>
                  </a:lnTo>
                  <a:lnTo>
                    <a:pt x="6667" y="25717"/>
                  </a:lnTo>
                  <a:cubicBezTo>
                    <a:pt x="6667" y="19050"/>
                    <a:pt x="7620" y="11430"/>
                    <a:pt x="7620" y="6667"/>
                  </a:cubicBezTo>
                  <a:lnTo>
                    <a:pt x="7620" y="6667"/>
                  </a:lnTo>
                  <a:cubicBezTo>
                    <a:pt x="8573" y="12382"/>
                    <a:pt x="10477" y="17145"/>
                    <a:pt x="12382" y="23813"/>
                  </a:cubicBezTo>
                  <a:lnTo>
                    <a:pt x="19050" y="44767"/>
                  </a:lnTo>
                  <a:lnTo>
                    <a:pt x="23813" y="44767"/>
                  </a:lnTo>
                  <a:lnTo>
                    <a:pt x="31432" y="22860"/>
                  </a:lnTo>
                  <a:cubicBezTo>
                    <a:pt x="33338" y="17145"/>
                    <a:pt x="35242" y="11430"/>
                    <a:pt x="37148" y="5715"/>
                  </a:cubicBezTo>
                  <a:lnTo>
                    <a:pt x="37148" y="5715"/>
                  </a:lnTo>
                  <a:cubicBezTo>
                    <a:pt x="37148" y="11430"/>
                    <a:pt x="37148" y="19050"/>
                    <a:pt x="38100" y="24765"/>
                  </a:cubicBezTo>
                  <a:lnTo>
                    <a:pt x="39052" y="43815"/>
                  </a:lnTo>
                  <a:lnTo>
                    <a:pt x="44767" y="43815"/>
                  </a:lnTo>
                  <a:lnTo>
                    <a:pt x="41910" y="0"/>
                  </a:lnTo>
                  <a:lnTo>
                    <a:pt x="35242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DE8EE607-3D29-4117-911A-31BCD0239F57}"/>
                </a:ext>
              </a:extLst>
            </p:cNvPr>
            <p:cNvSpPr/>
            <p:nvPr/>
          </p:nvSpPr>
          <p:spPr>
            <a:xfrm>
              <a:off x="4596764" y="3086100"/>
              <a:ext cx="19050" cy="38100"/>
            </a:xfrm>
            <a:custGeom>
              <a:avLst/>
              <a:gdLst>
                <a:gd name="connsiteX0" fmla="*/ 5715 w 19050"/>
                <a:gd name="connsiteY0" fmla="*/ 0 h 38100"/>
                <a:gd name="connsiteX1" fmla="*/ 0 w 19050"/>
                <a:gd name="connsiteY1" fmla="*/ 0 h 38100"/>
                <a:gd name="connsiteX2" fmla="*/ 0 w 19050"/>
                <a:gd name="connsiteY2" fmla="*/ 43815 h 38100"/>
                <a:gd name="connsiteX3" fmla="*/ 24765 w 19050"/>
                <a:gd name="connsiteY3" fmla="*/ 43815 h 38100"/>
                <a:gd name="connsiteX4" fmla="*/ 24765 w 19050"/>
                <a:gd name="connsiteY4" fmla="*/ 39052 h 38100"/>
                <a:gd name="connsiteX5" fmla="*/ 5715 w 19050"/>
                <a:gd name="connsiteY5" fmla="*/ 3905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50" h="38100">
                  <a:moveTo>
                    <a:pt x="5715" y="0"/>
                  </a:moveTo>
                  <a:lnTo>
                    <a:pt x="0" y="0"/>
                  </a:lnTo>
                  <a:lnTo>
                    <a:pt x="0" y="43815"/>
                  </a:lnTo>
                  <a:lnTo>
                    <a:pt x="24765" y="43815"/>
                  </a:lnTo>
                  <a:lnTo>
                    <a:pt x="24765" y="39052"/>
                  </a:lnTo>
                  <a:lnTo>
                    <a:pt x="5715" y="39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FB190FCD-0F5A-4965-B909-FD406130CFC4}"/>
                </a:ext>
              </a:extLst>
            </p:cNvPr>
            <p:cNvSpPr/>
            <p:nvPr/>
          </p:nvSpPr>
          <p:spPr>
            <a:xfrm>
              <a:off x="4624387" y="3088004"/>
              <a:ext cx="19050" cy="38100"/>
            </a:xfrm>
            <a:custGeom>
              <a:avLst/>
              <a:gdLst>
                <a:gd name="connsiteX0" fmla="*/ 21908 w 19050"/>
                <a:gd name="connsiteY0" fmla="*/ 17145 h 38100"/>
                <a:gd name="connsiteX1" fmla="*/ 12383 w 19050"/>
                <a:gd name="connsiteY1" fmla="*/ 15240 h 38100"/>
                <a:gd name="connsiteX2" fmla="*/ 8573 w 19050"/>
                <a:gd name="connsiteY2" fmla="*/ 15240 h 38100"/>
                <a:gd name="connsiteX3" fmla="*/ 10477 w 19050"/>
                <a:gd name="connsiteY3" fmla="*/ 4763 h 38100"/>
                <a:gd name="connsiteX4" fmla="*/ 26670 w 19050"/>
                <a:gd name="connsiteY4" fmla="*/ 4763 h 38100"/>
                <a:gd name="connsiteX5" fmla="*/ 26670 w 19050"/>
                <a:gd name="connsiteY5" fmla="*/ 0 h 38100"/>
                <a:gd name="connsiteX6" fmla="*/ 6667 w 19050"/>
                <a:gd name="connsiteY6" fmla="*/ 0 h 38100"/>
                <a:gd name="connsiteX7" fmla="*/ 3810 w 19050"/>
                <a:gd name="connsiteY7" fmla="*/ 20003 h 38100"/>
                <a:gd name="connsiteX8" fmla="*/ 9525 w 19050"/>
                <a:gd name="connsiteY8" fmla="*/ 20003 h 38100"/>
                <a:gd name="connsiteX9" fmla="*/ 21908 w 19050"/>
                <a:gd name="connsiteY9" fmla="*/ 29528 h 38100"/>
                <a:gd name="connsiteX10" fmla="*/ 11430 w 19050"/>
                <a:gd name="connsiteY10" fmla="*/ 39053 h 38100"/>
                <a:gd name="connsiteX11" fmla="*/ 1905 w 19050"/>
                <a:gd name="connsiteY11" fmla="*/ 37148 h 38100"/>
                <a:gd name="connsiteX12" fmla="*/ 0 w 19050"/>
                <a:gd name="connsiteY12" fmla="*/ 41910 h 38100"/>
                <a:gd name="connsiteX13" fmla="*/ 10477 w 19050"/>
                <a:gd name="connsiteY13" fmla="*/ 44768 h 38100"/>
                <a:gd name="connsiteX14" fmla="*/ 26670 w 19050"/>
                <a:gd name="connsiteY14" fmla="*/ 30480 h 38100"/>
                <a:gd name="connsiteX15" fmla="*/ 21908 w 19050"/>
                <a:gd name="connsiteY15" fmla="*/ 17145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050" h="38100">
                  <a:moveTo>
                    <a:pt x="21908" y="17145"/>
                  </a:moveTo>
                  <a:cubicBezTo>
                    <a:pt x="19050" y="15240"/>
                    <a:pt x="16192" y="15240"/>
                    <a:pt x="12383" y="15240"/>
                  </a:cubicBezTo>
                  <a:cubicBezTo>
                    <a:pt x="10477" y="15240"/>
                    <a:pt x="9525" y="15240"/>
                    <a:pt x="8573" y="15240"/>
                  </a:cubicBezTo>
                  <a:lnTo>
                    <a:pt x="10477" y="4763"/>
                  </a:lnTo>
                  <a:lnTo>
                    <a:pt x="26670" y="4763"/>
                  </a:lnTo>
                  <a:lnTo>
                    <a:pt x="26670" y="0"/>
                  </a:lnTo>
                  <a:lnTo>
                    <a:pt x="6667" y="0"/>
                  </a:lnTo>
                  <a:lnTo>
                    <a:pt x="3810" y="20003"/>
                  </a:lnTo>
                  <a:cubicBezTo>
                    <a:pt x="5715" y="20003"/>
                    <a:pt x="7620" y="20003"/>
                    <a:pt x="9525" y="20003"/>
                  </a:cubicBezTo>
                  <a:cubicBezTo>
                    <a:pt x="18098" y="20003"/>
                    <a:pt x="21908" y="23813"/>
                    <a:pt x="21908" y="29528"/>
                  </a:cubicBezTo>
                  <a:cubicBezTo>
                    <a:pt x="21908" y="35243"/>
                    <a:pt x="17145" y="39053"/>
                    <a:pt x="11430" y="39053"/>
                  </a:cubicBezTo>
                  <a:cubicBezTo>
                    <a:pt x="7620" y="39053"/>
                    <a:pt x="3810" y="38100"/>
                    <a:pt x="1905" y="37148"/>
                  </a:cubicBezTo>
                  <a:lnTo>
                    <a:pt x="0" y="41910"/>
                  </a:lnTo>
                  <a:cubicBezTo>
                    <a:pt x="1905" y="42863"/>
                    <a:pt x="5715" y="44768"/>
                    <a:pt x="10477" y="44768"/>
                  </a:cubicBezTo>
                  <a:cubicBezTo>
                    <a:pt x="20002" y="44768"/>
                    <a:pt x="26670" y="38100"/>
                    <a:pt x="26670" y="30480"/>
                  </a:cubicBezTo>
                  <a:cubicBezTo>
                    <a:pt x="27623" y="22860"/>
                    <a:pt x="24765" y="19050"/>
                    <a:pt x="21908" y="1714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DC7C2FE0-2D76-4D0F-B256-66ED49BD63D1}"/>
                </a:ext>
              </a:extLst>
            </p:cNvPr>
            <p:cNvSpPr/>
            <p:nvPr/>
          </p:nvSpPr>
          <p:spPr>
            <a:xfrm>
              <a:off x="4141470" y="3633787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7 w 19050"/>
                <a:gd name="connsiteY1" fmla="*/ 0 h 733425"/>
                <a:gd name="connsiteX2" fmla="*/ 21907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7" y="0"/>
                  </a:lnTo>
                  <a:lnTo>
                    <a:pt x="21907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6A7EABBA-5879-4455-980A-2EC784A75D2B}"/>
                </a:ext>
              </a:extLst>
            </p:cNvPr>
            <p:cNvSpPr/>
            <p:nvPr/>
          </p:nvSpPr>
          <p:spPr>
            <a:xfrm>
              <a:off x="4427220" y="3633787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8 w 19050"/>
                <a:gd name="connsiteY1" fmla="*/ 0 h 733425"/>
                <a:gd name="connsiteX2" fmla="*/ 21908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8" y="0"/>
                  </a:lnTo>
                  <a:lnTo>
                    <a:pt x="21908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E611A952-D328-49C7-98EA-C82D1718F278}"/>
                </a:ext>
              </a:extLst>
            </p:cNvPr>
            <p:cNvSpPr/>
            <p:nvPr/>
          </p:nvSpPr>
          <p:spPr>
            <a:xfrm>
              <a:off x="5048250" y="3633787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8 w 19050"/>
                <a:gd name="connsiteY1" fmla="*/ 0 h 733425"/>
                <a:gd name="connsiteX2" fmla="*/ 21908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8" y="0"/>
                  </a:lnTo>
                  <a:lnTo>
                    <a:pt x="21908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1ECB6747-1932-447F-A3DC-76A7929CC376}"/>
                </a:ext>
              </a:extLst>
            </p:cNvPr>
            <p:cNvSpPr/>
            <p:nvPr/>
          </p:nvSpPr>
          <p:spPr>
            <a:xfrm>
              <a:off x="5333047" y="3633787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7 w 19050"/>
                <a:gd name="connsiteY1" fmla="*/ 0 h 733425"/>
                <a:gd name="connsiteX2" fmla="*/ 21907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7" y="0"/>
                  </a:lnTo>
                  <a:lnTo>
                    <a:pt x="21907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4199BAC8-D8E9-473D-91F0-AA6AAB053D38}"/>
                </a:ext>
              </a:extLst>
            </p:cNvPr>
            <p:cNvSpPr/>
            <p:nvPr/>
          </p:nvSpPr>
          <p:spPr>
            <a:xfrm>
              <a:off x="4078605" y="3551872"/>
              <a:ext cx="381000" cy="76200"/>
            </a:xfrm>
            <a:custGeom>
              <a:avLst/>
              <a:gdLst>
                <a:gd name="connsiteX0" fmla="*/ 0 w 381000"/>
                <a:gd name="connsiteY0" fmla="*/ 0 h 76200"/>
                <a:gd name="connsiteX1" fmla="*/ 389573 w 381000"/>
                <a:gd name="connsiteY1" fmla="*/ 0 h 76200"/>
                <a:gd name="connsiteX2" fmla="*/ 389573 w 381000"/>
                <a:gd name="connsiteY2" fmla="*/ 81915 h 76200"/>
                <a:gd name="connsiteX3" fmla="*/ 0 w 381000"/>
                <a:gd name="connsiteY3" fmla="*/ 819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0" h="76200">
                  <a:moveTo>
                    <a:pt x="0" y="0"/>
                  </a:moveTo>
                  <a:lnTo>
                    <a:pt x="389573" y="0"/>
                  </a:lnTo>
                  <a:lnTo>
                    <a:pt x="389573" y="81915"/>
                  </a:lnTo>
                  <a:lnTo>
                    <a:pt x="0" y="8191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DFB34481-DEC9-4375-BBC4-EBECE60D1820}"/>
                </a:ext>
              </a:extLst>
            </p:cNvPr>
            <p:cNvSpPr/>
            <p:nvPr/>
          </p:nvSpPr>
          <p:spPr>
            <a:xfrm>
              <a:off x="4468177" y="3551872"/>
              <a:ext cx="942975" cy="76200"/>
            </a:xfrm>
            <a:custGeom>
              <a:avLst/>
              <a:gdLst>
                <a:gd name="connsiteX0" fmla="*/ 0 w 942975"/>
                <a:gd name="connsiteY0" fmla="*/ 0 h 76200"/>
                <a:gd name="connsiteX1" fmla="*/ 949643 w 942975"/>
                <a:gd name="connsiteY1" fmla="*/ 0 h 76200"/>
                <a:gd name="connsiteX2" fmla="*/ 949643 w 942975"/>
                <a:gd name="connsiteY2" fmla="*/ 81915 h 76200"/>
                <a:gd name="connsiteX3" fmla="*/ 0 w 942975"/>
                <a:gd name="connsiteY3" fmla="*/ 819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2975" h="76200">
                  <a:moveTo>
                    <a:pt x="0" y="0"/>
                  </a:moveTo>
                  <a:lnTo>
                    <a:pt x="949643" y="0"/>
                  </a:lnTo>
                  <a:lnTo>
                    <a:pt x="949643" y="81915"/>
                  </a:lnTo>
                  <a:lnTo>
                    <a:pt x="0" y="81915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AE8F9491-4CFF-41D3-9FAD-BD7FF3352C12}"/>
                </a:ext>
              </a:extLst>
            </p:cNvPr>
            <p:cNvSpPr/>
            <p:nvPr/>
          </p:nvSpPr>
          <p:spPr>
            <a:xfrm>
              <a:off x="5196840" y="3152775"/>
              <a:ext cx="171450" cy="390525"/>
            </a:xfrm>
            <a:custGeom>
              <a:avLst/>
              <a:gdLst>
                <a:gd name="connsiteX0" fmla="*/ 0 w 171450"/>
                <a:gd name="connsiteY0" fmla="*/ 0 h 390525"/>
                <a:gd name="connsiteX1" fmla="*/ 175260 w 171450"/>
                <a:gd name="connsiteY1" fmla="*/ 0 h 390525"/>
                <a:gd name="connsiteX2" fmla="*/ 175260 w 171450"/>
                <a:gd name="connsiteY2" fmla="*/ 394335 h 390525"/>
                <a:gd name="connsiteX3" fmla="*/ 0 w 171450"/>
                <a:gd name="connsiteY3" fmla="*/ 39433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" h="390525">
                  <a:moveTo>
                    <a:pt x="0" y="0"/>
                  </a:moveTo>
                  <a:lnTo>
                    <a:pt x="175260" y="0"/>
                  </a:lnTo>
                  <a:lnTo>
                    <a:pt x="175260" y="394335"/>
                  </a:lnTo>
                  <a:lnTo>
                    <a:pt x="0" y="39433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FA6A232-1A13-4054-B97E-871AE98FAE69}"/>
                </a:ext>
              </a:extLst>
            </p:cNvPr>
            <p:cNvSpPr/>
            <p:nvPr/>
          </p:nvSpPr>
          <p:spPr>
            <a:xfrm>
              <a:off x="5213032" y="3188017"/>
              <a:ext cx="142875" cy="57150"/>
            </a:xfrm>
            <a:custGeom>
              <a:avLst/>
              <a:gdLst>
                <a:gd name="connsiteX0" fmla="*/ 0 w 142875"/>
                <a:gd name="connsiteY0" fmla="*/ 0 h 57150"/>
                <a:gd name="connsiteX1" fmla="*/ 143828 w 142875"/>
                <a:gd name="connsiteY1" fmla="*/ 0 h 57150"/>
                <a:gd name="connsiteX2" fmla="*/ 143828 w 142875"/>
                <a:gd name="connsiteY2" fmla="*/ 60008 h 57150"/>
                <a:gd name="connsiteX3" fmla="*/ 0 w 142875"/>
                <a:gd name="connsiteY3" fmla="*/ 6000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57150">
                  <a:moveTo>
                    <a:pt x="0" y="0"/>
                  </a:moveTo>
                  <a:lnTo>
                    <a:pt x="143828" y="0"/>
                  </a:lnTo>
                  <a:lnTo>
                    <a:pt x="143828" y="60008"/>
                  </a:lnTo>
                  <a:lnTo>
                    <a:pt x="0" y="60008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E9903EF5-B7B4-4905-AC53-0A19710658E2}"/>
                </a:ext>
              </a:extLst>
            </p:cNvPr>
            <p:cNvSpPr/>
            <p:nvPr/>
          </p:nvSpPr>
          <p:spPr>
            <a:xfrm>
              <a:off x="5213032" y="3263265"/>
              <a:ext cx="142875" cy="28575"/>
            </a:xfrm>
            <a:custGeom>
              <a:avLst/>
              <a:gdLst>
                <a:gd name="connsiteX0" fmla="*/ 0 w 142875"/>
                <a:gd name="connsiteY0" fmla="*/ 0 h 28575"/>
                <a:gd name="connsiteX1" fmla="*/ 143828 w 142875"/>
                <a:gd name="connsiteY1" fmla="*/ 0 h 28575"/>
                <a:gd name="connsiteX2" fmla="*/ 143828 w 142875"/>
                <a:gd name="connsiteY2" fmla="*/ 35242 h 28575"/>
                <a:gd name="connsiteX3" fmla="*/ 0 w 142875"/>
                <a:gd name="connsiteY3" fmla="*/ 3524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28575">
                  <a:moveTo>
                    <a:pt x="0" y="0"/>
                  </a:moveTo>
                  <a:lnTo>
                    <a:pt x="143828" y="0"/>
                  </a:lnTo>
                  <a:lnTo>
                    <a:pt x="143828" y="35242"/>
                  </a:lnTo>
                  <a:lnTo>
                    <a:pt x="0" y="35242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F9558D4C-A239-4760-8A09-7C73E6429A6F}"/>
                </a:ext>
              </a:extLst>
            </p:cNvPr>
            <p:cNvSpPr/>
            <p:nvPr/>
          </p:nvSpPr>
          <p:spPr>
            <a:xfrm>
              <a:off x="4927282" y="3152775"/>
              <a:ext cx="266700" cy="390525"/>
            </a:xfrm>
            <a:custGeom>
              <a:avLst/>
              <a:gdLst>
                <a:gd name="connsiteX0" fmla="*/ 0 w 266700"/>
                <a:gd name="connsiteY0" fmla="*/ 0 h 390525"/>
                <a:gd name="connsiteX1" fmla="*/ 269558 w 266700"/>
                <a:gd name="connsiteY1" fmla="*/ 0 h 390525"/>
                <a:gd name="connsiteX2" fmla="*/ 269558 w 266700"/>
                <a:gd name="connsiteY2" fmla="*/ 394335 h 390525"/>
                <a:gd name="connsiteX3" fmla="*/ 0 w 266700"/>
                <a:gd name="connsiteY3" fmla="*/ 39433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390525">
                  <a:moveTo>
                    <a:pt x="0" y="0"/>
                  </a:moveTo>
                  <a:lnTo>
                    <a:pt x="269558" y="0"/>
                  </a:lnTo>
                  <a:lnTo>
                    <a:pt x="269558" y="394335"/>
                  </a:lnTo>
                  <a:lnTo>
                    <a:pt x="0" y="394335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812CE767-F0D7-4652-87EA-6CF5D21FE5E1}"/>
                </a:ext>
              </a:extLst>
            </p:cNvPr>
            <p:cNvSpPr/>
            <p:nvPr/>
          </p:nvSpPr>
          <p:spPr>
            <a:xfrm>
              <a:off x="5250179" y="3411854"/>
              <a:ext cx="66675" cy="66675"/>
            </a:xfrm>
            <a:custGeom>
              <a:avLst/>
              <a:gdLst>
                <a:gd name="connsiteX0" fmla="*/ 35242 w 66675"/>
                <a:gd name="connsiteY0" fmla="*/ 0 h 66675"/>
                <a:gd name="connsiteX1" fmla="*/ 0 w 66675"/>
                <a:gd name="connsiteY1" fmla="*/ 35243 h 66675"/>
                <a:gd name="connsiteX2" fmla="*/ 35242 w 66675"/>
                <a:gd name="connsiteY2" fmla="*/ 70485 h 66675"/>
                <a:gd name="connsiteX3" fmla="*/ 70485 w 66675"/>
                <a:gd name="connsiteY3" fmla="*/ 35243 h 66675"/>
                <a:gd name="connsiteX4" fmla="*/ 35242 w 66675"/>
                <a:gd name="connsiteY4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35242" y="0"/>
                  </a:moveTo>
                  <a:cubicBezTo>
                    <a:pt x="16192" y="0"/>
                    <a:pt x="0" y="16193"/>
                    <a:pt x="0" y="35243"/>
                  </a:cubicBezTo>
                  <a:cubicBezTo>
                    <a:pt x="0" y="54293"/>
                    <a:pt x="16192" y="70485"/>
                    <a:pt x="35242" y="70485"/>
                  </a:cubicBezTo>
                  <a:cubicBezTo>
                    <a:pt x="54292" y="70485"/>
                    <a:pt x="70485" y="54293"/>
                    <a:pt x="70485" y="35243"/>
                  </a:cubicBezTo>
                  <a:cubicBezTo>
                    <a:pt x="69533" y="15240"/>
                    <a:pt x="54292" y="0"/>
                    <a:pt x="35242" y="0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F96E2AE2-7719-4FF9-B98E-0645CE0CB5C3}"/>
                </a:ext>
              </a:extLst>
            </p:cNvPr>
            <p:cNvSpPr/>
            <p:nvPr/>
          </p:nvSpPr>
          <p:spPr>
            <a:xfrm>
              <a:off x="4646242" y="3514206"/>
              <a:ext cx="28575" cy="9525"/>
            </a:xfrm>
            <a:custGeom>
              <a:avLst/>
              <a:gdLst>
                <a:gd name="connsiteX0" fmla="*/ 52 w 28575"/>
                <a:gd name="connsiteY0" fmla="*/ 3376 h 9525"/>
                <a:gd name="connsiteX1" fmla="*/ 15292 w 28575"/>
                <a:gd name="connsiteY1" fmla="*/ 15759 h 9525"/>
                <a:gd name="connsiteX2" fmla="*/ 31485 w 28575"/>
                <a:gd name="connsiteY2" fmla="*/ 8139 h 9525"/>
                <a:gd name="connsiteX3" fmla="*/ 9577 w 28575"/>
                <a:gd name="connsiteY3" fmla="*/ 2424 h 9525"/>
                <a:gd name="connsiteX4" fmla="*/ 52 w 28575"/>
                <a:gd name="connsiteY4" fmla="*/ 337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9525">
                  <a:moveTo>
                    <a:pt x="52" y="3376"/>
                  </a:moveTo>
                  <a:cubicBezTo>
                    <a:pt x="-900" y="7186"/>
                    <a:pt x="11482" y="15759"/>
                    <a:pt x="15292" y="15759"/>
                  </a:cubicBezTo>
                  <a:cubicBezTo>
                    <a:pt x="23865" y="13854"/>
                    <a:pt x="22912" y="9091"/>
                    <a:pt x="31485" y="8139"/>
                  </a:cubicBezTo>
                  <a:cubicBezTo>
                    <a:pt x="23865" y="7186"/>
                    <a:pt x="16245" y="5281"/>
                    <a:pt x="9577" y="2424"/>
                  </a:cubicBezTo>
                  <a:cubicBezTo>
                    <a:pt x="5767" y="519"/>
                    <a:pt x="1957" y="-2339"/>
                    <a:pt x="52" y="3376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40A72751-FFC2-41BA-8344-72CC5F6B7990}"/>
                </a:ext>
              </a:extLst>
            </p:cNvPr>
            <p:cNvSpPr/>
            <p:nvPr/>
          </p:nvSpPr>
          <p:spPr>
            <a:xfrm>
              <a:off x="4596764" y="3522345"/>
              <a:ext cx="95250" cy="47625"/>
            </a:xfrm>
            <a:custGeom>
              <a:avLst/>
              <a:gdLst>
                <a:gd name="connsiteX0" fmla="*/ 60960 w 95250"/>
                <a:gd name="connsiteY0" fmla="*/ 3810 h 47625"/>
                <a:gd name="connsiteX1" fmla="*/ 25718 w 95250"/>
                <a:gd name="connsiteY1" fmla="*/ 14288 h 47625"/>
                <a:gd name="connsiteX2" fmla="*/ 5715 w 95250"/>
                <a:gd name="connsiteY2" fmla="*/ 21907 h 47625"/>
                <a:gd name="connsiteX3" fmla="*/ 0 w 95250"/>
                <a:gd name="connsiteY3" fmla="*/ 32385 h 47625"/>
                <a:gd name="connsiteX4" fmla="*/ 4763 w 95250"/>
                <a:gd name="connsiteY4" fmla="*/ 38100 h 47625"/>
                <a:gd name="connsiteX5" fmla="*/ 16193 w 95250"/>
                <a:gd name="connsiteY5" fmla="*/ 43815 h 47625"/>
                <a:gd name="connsiteX6" fmla="*/ 38100 w 95250"/>
                <a:gd name="connsiteY6" fmla="*/ 46672 h 47625"/>
                <a:gd name="connsiteX7" fmla="*/ 100965 w 95250"/>
                <a:gd name="connsiteY7" fmla="*/ 36195 h 47625"/>
                <a:gd name="connsiteX8" fmla="*/ 86677 w 95250"/>
                <a:gd name="connsiteY8" fmla="*/ 0 h 47625"/>
                <a:gd name="connsiteX9" fmla="*/ 60960 w 95250"/>
                <a:gd name="connsiteY9" fmla="*/ 381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50" h="47625">
                  <a:moveTo>
                    <a:pt x="60960" y="3810"/>
                  </a:moveTo>
                  <a:cubicBezTo>
                    <a:pt x="50483" y="5715"/>
                    <a:pt x="27623" y="13335"/>
                    <a:pt x="25718" y="14288"/>
                  </a:cubicBezTo>
                  <a:cubicBezTo>
                    <a:pt x="20955" y="16192"/>
                    <a:pt x="9525" y="19050"/>
                    <a:pt x="5715" y="21907"/>
                  </a:cubicBezTo>
                  <a:cubicBezTo>
                    <a:pt x="3810" y="23813"/>
                    <a:pt x="0" y="29527"/>
                    <a:pt x="0" y="32385"/>
                  </a:cubicBezTo>
                  <a:cubicBezTo>
                    <a:pt x="0" y="36195"/>
                    <a:pt x="4763" y="38100"/>
                    <a:pt x="4763" y="38100"/>
                  </a:cubicBezTo>
                  <a:cubicBezTo>
                    <a:pt x="3810" y="42863"/>
                    <a:pt x="17145" y="42863"/>
                    <a:pt x="16193" y="43815"/>
                  </a:cubicBezTo>
                  <a:cubicBezTo>
                    <a:pt x="14288" y="48577"/>
                    <a:pt x="20002" y="53340"/>
                    <a:pt x="38100" y="46672"/>
                  </a:cubicBezTo>
                  <a:cubicBezTo>
                    <a:pt x="39052" y="46672"/>
                    <a:pt x="85725" y="39052"/>
                    <a:pt x="100965" y="36195"/>
                  </a:cubicBezTo>
                  <a:cubicBezTo>
                    <a:pt x="100013" y="26670"/>
                    <a:pt x="87630" y="0"/>
                    <a:pt x="86677" y="0"/>
                  </a:cubicBezTo>
                  <a:cubicBezTo>
                    <a:pt x="79058" y="0"/>
                    <a:pt x="70485" y="1905"/>
                    <a:pt x="60960" y="381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D52A99DF-19FF-4197-9B66-B725D3666D66}"/>
                </a:ext>
              </a:extLst>
            </p:cNvPr>
            <p:cNvSpPr/>
            <p:nvPr/>
          </p:nvSpPr>
          <p:spPr>
            <a:xfrm>
              <a:off x="4681537" y="3415664"/>
              <a:ext cx="276225" cy="142875"/>
            </a:xfrm>
            <a:custGeom>
              <a:avLst/>
              <a:gdLst>
                <a:gd name="connsiteX0" fmla="*/ 248603 w 276225"/>
                <a:gd name="connsiteY0" fmla="*/ 0 h 142875"/>
                <a:gd name="connsiteX1" fmla="*/ 240030 w 276225"/>
                <a:gd name="connsiteY1" fmla="*/ 952 h 142875"/>
                <a:gd name="connsiteX2" fmla="*/ 0 w 276225"/>
                <a:gd name="connsiteY2" fmla="*/ 106680 h 142875"/>
                <a:gd name="connsiteX3" fmla="*/ 10477 w 276225"/>
                <a:gd name="connsiteY3" fmla="*/ 143827 h 142875"/>
                <a:gd name="connsiteX4" fmla="*/ 280035 w 276225"/>
                <a:gd name="connsiteY4" fmla="*/ 38100 h 142875"/>
                <a:gd name="connsiteX5" fmla="*/ 248603 w 276225"/>
                <a:gd name="connsiteY5" fmla="*/ 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225" h="142875">
                  <a:moveTo>
                    <a:pt x="248603" y="0"/>
                  </a:moveTo>
                  <a:cubicBezTo>
                    <a:pt x="245745" y="0"/>
                    <a:pt x="241935" y="952"/>
                    <a:pt x="240030" y="952"/>
                  </a:cubicBezTo>
                  <a:cubicBezTo>
                    <a:pt x="197167" y="15240"/>
                    <a:pt x="46673" y="98108"/>
                    <a:pt x="0" y="106680"/>
                  </a:cubicBezTo>
                  <a:cubicBezTo>
                    <a:pt x="5715" y="120968"/>
                    <a:pt x="9525" y="133350"/>
                    <a:pt x="10477" y="143827"/>
                  </a:cubicBezTo>
                  <a:cubicBezTo>
                    <a:pt x="87630" y="128588"/>
                    <a:pt x="277178" y="69533"/>
                    <a:pt x="280035" y="38100"/>
                  </a:cubicBezTo>
                  <a:cubicBezTo>
                    <a:pt x="282892" y="8573"/>
                    <a:pt x="262890" y="0"/>
                    <a:pt x="248603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C763C5C0-B47A-45C7-8371-6CD4D1E02C92}"/>
                </a:ext>
              </a:extLst>
            </p:cNvPr>
            <p:cNvSpPr/>
            <p:nvPr/>
          </p:nvSpPr>
          <p:spPr>
            <a:xfrm>
              <a:off x="4897945" y="3191223"/>
              <a:ext cx="209550" cy="276225"/>
            </a:xfrm>
            <a:custGeom>
              <a:avLst/>
              <a:gdLst>
                <a:gd name="connsiteX0" fmla="*/ 125540 w 209550"/>
                <a:gd name="connsiteY0" fmla="*/ 604 h 276225"/>
                <a:gd name="connsiteX1" fmla="*/ 15050 w 209550"/>
                <a:gd name="connsiteY1" fmla="*/ 216821 h 276225"/>
                <a:gd name="connsiteX2" fmla="*/ 55055 w 209550"/>
                <a:gd name="connsiteY2" fmla="*/ 274924 h 276225"/>
                <a:gd name="connsiteX3" fmla="*/ 211265 w 209550"/>
                <a:gd name="connsiteY3" fmla="*/ 57754 h 276225"/>
                <a:gd name="connsiteX4" fmla="*/ 125540 w 209550"/>
                <a:gd name="connsiteY4" fmla="*/ 604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76225">
                  <a:moveTo>
                    <a:pt x="125540" y="604"/>
                  </a:moveTo>
                  <a:cubicBezTo>
                    <a:pt x="100775" y="33941"/>
                    <a:pt x="50292" y="160624"/>
                    <a:pt x="15050" y="216821"/>
                  </a:cubicBezTo>
                  <a:cubicBezTo>
                    <a:pt x="-28765" y="285401"/>
                    <a:pt x="35052" y="291116"/>
                    <a:pt x="55055" y="274924"/>
                  </a:cubicBezTo>
                  <a:cubicBezTo>
                    <a:pt x="107442" y="231109"/>
                    <a:pt x="230315" y="87281"/>
                    <a:pt x="211265" y="57754"/>
                  </a:cubicBezTo>
                  <a:cubicBezTo>
                    <a:pt x="201740" y="44419"/>
                    <a:pt x="130302" y="-6064"/>
                    <a:pt x="125540" y="604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FEC360C4-8C1C-46CD-A617-9AB70DF8FC0F}"/>
                </a:ext>
              </a:extLst>
            </p:cNvPr>
            <p:cNvSpPr/>
            <p:nvPr/>
          </p:nvSpPr>
          <p:spPr>
            <a:xfrm>
              <a:off x="4679632" y="3167407"/>
              <a:ext cx="428625" cy="400050"/>
            </a:xfrm>
            <a:custGeom>
              <a:avLst/>
              <a:gdLst>
                <a:gd name="connsiteX0" fmla="*/ 336233 w 428625"/>
                <a:gd name="connsiteY0" fmla="*/ 608 h 400050"/>
                <a:gd name="connsiteX1" fmla="*/ 283845 w 428625"/>
                <a:gd name="connsiteY1" fmla="*/ 120623 h 400050"/>
                <a:gd name="connsiteX2" fmla="*/ 224790 w 428625"/>
                <a:gd name="connsiteY2" fmla="*/ 235875 h 400050"/>
                <a:gd name="connsiteX3" fmla="*/ 217170 w 428625"/>
                <a:gd name="connsiteY3" fmla="*/ 250163 h 400050"/>
                <a:gd name="connsiteX4" fmla="*/ 150495 w 428625"/>
                <a:gd name="connsiteY4" fmla="*/ 281595 h 400050"/>
                <a:gd name="connsiteX5" fmla="*/ 0 w 428625"/>
                <a:gd name="connsiteY5" fmla="*/ 346365 h 400050"/>
                <a:gd name="connsiteX6" fmla="*/ 14288 w 428625"/>
                <a:gd name="connsiteY6" fmla="*/ 401610 h 400050"/>
                <a:gd name="connsiteX7" fmla="*/ 279083 w 428625"/>
                <a:gd name="connsiteY7" fmla="*/ 306360 h 400050"/>
                <a:gd name="connsiteX8" fmla="*/ 431483 w 428625"/>
                <a:gd name="connsiteY8" fmla="*/ 87285 h 400050"/>
                <a:gd name="connsiteX9" fmla="*/ 336233 w 428625"/>
                <a:gd name="connsiteY9" fmla="*/ 608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8625" h="400050">
                  <a:moveTo>
                    <a:pt x="336233" y="608"/>
                  </a:moveTo>
                  <a:cubicBezTo>
                    <a:pt x="320040" y="40613"/>
                    <a:pt x="304800" y="76808"/>
                    <a:pt x="283845" y="120623"/>
                  </a:cubicBezTo>
                  <a:cubicBezTo>
                    <a:pt x="263842" y="163485"/>
                    <a:pt x="242888" y="208253"/>
                    <a:pt x="224790" y="235875"/>
                  </a:cubicBezTo>
                  <a:cubicBezTo>
                    <a:pt x="221933" y="240638"/>
                    <a:pt x="219075" y="245400"/>
                    <a:pt x="217170" y="250163"/>
                  </a:cubicBezTo>
                  <a:cubicBezTo>
                    <a:pt x="199072" y="257783"/>
                    <a:pt x="175260" y="269213"/>
                    <a:pt x="150495" y="281595"/>
                  </a:cubicBezTo>
                  <a:cubicBezTo>
                    <a:pt x="95250" y="308265"/>
                    <a:pt x="27622" y="341603"/>
                    <a:pt x="0" y="346365"/>
                  </a:cubicBezTo>
                  <a:lnTo>
                    <a:pt x="14288" y="401610"/>
                  </a:lnTo>
                  <a:cubicBezTo>
                    <a:pt x="82867" y="388275"/>
                    <a:pt x="239077" y="340650"/>
                    <a:pt x="279083" y="306360"/>
                  </a:cubicBezTo>
                  <a:cubicBezTo>
                    <a:pt x="321945" y="271118"/>
                    <a:pt x="444817" y="133958"/>
                    <a:pt x="431483" y="87285"/>
                  </a:cubicBezTo>
                  <a:cubicBezTo>
                    <a:pt x="411480" y="9180"/>
                    <a:pt x="337185" y="-3202"/>
                    <a:pt x="336233" y="608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5D5746D7-F574-443C-B9B0-1109295CD88F}"/>
                </a:ext>
              </a:extLst>
            </p:cNvPr>
            <p:cNvSpPr/>
            <p:nvPr/>
          </p:nvSpPr>
          <p:spPr>
            <a:xfrm>
              <a:off x="4486873" y="3647092"/>
              <a:ext cx="647700" cy="285750"/>
            </a:xfrm>
            <a:custGeom>
              <a:avLst/>
              <a:gdLst>
                <a:gd name="connsiteX0" fmla="*/ 548041 w 647700"/>
                <a:gd name="connsiteY0" fmla="*/ 30 h 285750"/>
                <a:gd name="connsiteX1" fmla="*/ 31786 w 647700"/>
                <a:gd name="connsiteY1" fmla="*/ 197197 h 285750"/>
                <a:gd name="connsiteX2" fmla="*/ 60361 w 647700"/>
                <a:gd name="connsiteY2" fmla="*/ 286732 h 285750"/>
                <a:gd name="connsiteX3" fmla="*/ 577569 w 647700"/>
                <a:gd name="connsiteY3" fmla="*/ 207675 h 285750"/>
                <a:gd name="connsiteX4" fmla="*/ 548041 w 647700"/>
                <a:gd name="connsiteY4" fmla="*/ 3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700" h="285750">
                  <a:moveTo>
                    <a:pt x="548041" y="30"/>
                  </a:moveTo>
                  <a:cubicBezTo>
                    <a:pt x="486129" y="2887"/>
                    <a:pt x="163231" y="119092"/>
                    <a:pt x="31786" y="197197"/>
                  </a:cubicBezTo>
                  <a:cubicBezTo>
                    <a:pt x="-24411" y="230535"/>
                    <a:pt x="-599" y="290542"/>
                    <a:pt x="60361" y="286732"/>
                  </a:cubicBezTo>
                  <a:cubicBezTo>
                    <a:pt x="238479" y="276255"/>
                    <a:pt x="473746" y="282922"/>
                    <a:pt x="577569" y="207675"/>
                  </a:cubicBezTo>
                  <a:cubicBezTo>
                    <a:pt x="745209" y="88612"/>
                    <a:pt x="581379" y="-1875"/>
                    <a:pt x="548041" y="30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FB658D4-03C9-4A8A-A9FE-77F97EC9F27A}"/>
                </a:ext>
              </a:extLst>
            </p:cNvPr>
            <p:cNvSpPr/>
            <p:nvPr/>
          </p:nvSpPr>
          <p:spPr>
            <a:xfrm>
              <a:off x="4691062" y="4266562"/>
              <a:ext cx="38100" cy="38100"/>
            </a:xfrm>
            <a:custGeom>
              <a:avLst/>
              <a:gdLst>
                <a:gd name="connsiteX0" fmla="*/ 0 w 38100"/>
                <a:gd name="connsiteY0" fmla="*/ 7305 h 38100"/>
                <a:gd name="connsiteX1" fmla="*/ 3810 w 38100"/>
                <a:gd name="connsiteY1" fmla="*/ 31118 h 38100"/>
                <a:gd name="connsiteX2" fmla="*/ 40005 w 38100"/>
                <a:gd name="connsiteY2" fmla="*/ 43500 h 38100"/>
                <a:gd name="connsiteX3" fmla="*/ 40958 w 38100"/>
                <a:gd name="connsiteY3" fmla="*/ 5400 h 38100"/>
                <a:gd name="connsiteX4" fmla="*/ 0 w 38100"/>
                <a:gd name="connsiteY4" fmla="*/ 7305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0" y="7305"/>
                  </a:moveTo>
                  <a:cubicBezTo>
                    <a:pt x="4763" y="21593"/>
                    <a:pt x="3810" y="31118"/>
                    <a:pt x="3810" y="31118"/>
                  </a:cubicBezTo>
                  <a:cubicBezTo>
                    <a:pt x="16192" y="43500"/>
                    <a:pt x="39052" y="44453"/>
                    <a:pt x="40005" y="43500"/>
                  </a:cubicBezTo>
                  <a:cubicBezTo>
                    <a:pt x="40005" y="43500"/>
                    <a:pt x="43815" y="27308"/>
                    <a:pt x="40958" y="5400"/>
                  </a:cubicBezTo>
                  <a:cubicBezTo>
                    <a:pt x="39052" y="5400"/>
                    <a:pt x="16192" y="-7935"/>
                    <a:pt x="0" y="7305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2717ED0E-572C-46DF-BA23-94B87710D851}"/>
                </a:ext>
              </a:extLst>
            </p:cNvPr>
            <p:cNvSpPr/>
            <p:nvPr/>
          </p:nvSpPr>
          <p:spPr>
            <a:xfrm>
              <a:off x="4486144" y="3844397"/>
              <a:ext cx="247650" cy="438150"/>
            </a:xfrm>
            <a:custGeom>
              <a:avLst/>
              <a:gdLst>
                <a:gd name="connsiteX0" fmla="*/ 9656 w 247650"/>
                <a:gd name="connsiteY0" fmla="*/ 92285 h 438150"/>
                <a:gd name="connsiteX1" fmla="*/ 203966 w 247650"/>
                <a:gd name="connsiteY1" fmla="*/ 445663 h 438150"/>
                <a:gd name="connsiteX2" fmla="*/ 248733 w 247650"/>
                <a:gd name="connsiteY2" fmla="*/ 429470 h 438150"/>
                <a:gd name="connsiteX3" fmla="*/ 123956 w 247650"/>
                <a:gd name="connsiteY3" fmla="*/ 64663 h 438150"/>
                <a:gd name="connsiteX4" fmla="*/ 9656 w 247650"/>
                <a:gd name="connsiteY4" fmla="*/ 92285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650" h="438150">
                  <a:moveTo>
                    <a:pt x="9656" y="92285"/>
                  </a:moveTo>
                  <a:cubicBezTo>
                    <a:pt x="116336" y="284690"/>
                    <a:pt x="203966" y="445663"/>
                    <a:pt x="203966" y="445663"/>
                  </a:cubicBezTo>
                  <a:cubicBezTo>
                    <a:pt x="210633" y="433280"/>
                    <a:pt x="231589" y="424708"/>
                    <a:pt x="248733" y="429470"/>
                  </a:cubicBezTo>
                  <a:cubicBezTo>
                    <a:pt x="248733" y="429470"/>
                    <a:pt x="186821" y="248495"/>
                    <a:pt x="123956" y="64663"/>
                  </a:cubicBezTo>
                  <a:cubicBezTo>
                    <a:pt x="82998" y="-55352"/>
                    <a:pt x="-34159" y="14180"/>
                    <a:pt x="9656" y="92285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26079A75-1745-4212-BD70-683584455B2D}"/>
                </a:ext>
              </a:extLst>
            </p:cNvPr>
            <p:cNvSpPr/>
            <p:nvPr/>
          </p:nvSpPr>
          <p:spPr>
            <a:xfrm>
              <a:off x="4623397" y="4287088"/>
              <a:ext cx="104775" cy="76200"/>
            </a:xfrm>
            <a:custGeom>
              <a:avLst/>
              <a:gdLst>
                <a:gd name="connsiteX0" fmla="*/ 70523 w 104775"/>
                <a:gd name="connsiteY0" fmla="*/ 1067 h 76200"/>
                <a:gd name="connsiteX1" fmla="*/ 63855 w 104775"/>
                <a:gd name="connsiteY1" fmla="*/ 8687 h 76200"/>
                <a:gd name="connsiteX2" fmla="*/ 38 w 104775"/>
                <a:gd name="connsiteY2" fmla="*/ 59169 h 76200"/>
                <a:gd name="connsiteX3" fmla="*/ 30518 w 104775"/>
                <a:gd name="connsiteY3" fmla="*/ 79172 h 76200"/>
                <a:gd name="connsiteX4" fmla="*/ 65761 w 104775"/>
                <a:gd name="connsiteY4" fmla="*/ 78219 h 76200"/>
                <a:gd name="connsiteX5" fmla="*/ 101003 w 104775"/>
                <a:gd name="connsiteY5" fmla="*/ 46787 h 76200"/>
                <a:gd name="connsiteX6" fmla="*/ 107670 w 104775"/>
                <a:gd name="connsiteY6" fmla="*/ 14402 h 76200"/>
                <a:gd name="connsiteX7" fmla="*/ 70523 w 104775"/>
                <a:gd name="connsiteY7" fmla="*/ 106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775" h="76200">
                  <a:moveTo>
                    <a:pt x="70523" y="1067"/>
                  </a:moveTo>
                  <a:cubicBezTo>
                    <a:pt x="70523" y="1067"/>
                    <a:pt x="69570" y="2972"/>
                    <a:pt x="63855" y="8687"/>
                  </a:cubicBezTo>
                  <a:cubicBezTo>
                    <a:pt x="52425" y="19164"/>
                    <a:pt x="1943" y="42024"/>
                    <a:pt x="38" y="59169"/>
                  </a:cubicBezTo>
                  <a:cubicBezTo>
                    <a:pt x="-914" y="67742"/>
                    <a:pt x="16230" y="77267"/>
                    <a:pt x="30518" y="79172"/>
                  </a:cubicBezTo>
                  <a:cubicBezTo>
                    <a:pt x="44805" y="81077"/>
                    <a:pt x="58140" y="82029"/>
                    <a:pt x="65761" y="78219"/>
                  </a:cubicBezTo>
                  <a:cubicBezTo>
                    <a:pt x="76238" y="73457"/>
                    <a:pt x="96240" y="51549"/>
                    <a:pt x="101003" y="46787"/>
                  </a:cubicBezTo>
                  <a:cubicBezTo>
                    <a:pt x="110528" y="35357"/>
                    <a:pt x="107670" y="14402"/>
                    <a:pt x="107670" y="14402"/>
                  </a:cubicBezTo>
                  <a:cubicBezTo>
                    <a:pt x="99098" y="-5601"/>
                    <a:pt x="70523" y="1067"/>
                    <a:pt x="70523" y="1067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812FCA73-2021-477F-A554-33BC7594A889}"/>
                </a:ext>
              </a:extLst>
            </p:cNvPr>
            <p:cNvSpPr/>
            <p:nvPr/>
          </p:nvSpPr>
          <p:spPr>
            <a:xfrm>
              <a:off x="4631009" y="4305968"/>
              <a:ext cx="85725" cy="57150"/>
            </a:xfrm>
            <a:custGeom>
              <a:avLst/>
              <a:gdLst>
                <a:gd name="connsiteX0" fmla="*/ 62910 w 85725"/>
                <a:gd name="connsiteY0" fmla="*/ 3142 h 57150"/>
                <a:gd name="connsiteX1" fmla="*/ 45 w 85725"/>
                <a:gd name="connsiteY1" fmla="*/ 44099 h 57150"/>
                <a:gd name="connsiteX2" fmla="*/ 25763 w 85725"/>
                <a:gd name="connsiteY2" fmla="*/ 61244 h 57150"/>
                <a:gd name="connsiteX3" fmla="*/ 55290 w 85725"/>
                <a:gd name="connsiteY3" fmla="*/ 60292 h 57150"/>
                <a:gd name="connsiteX4" fmla="*/ 84818 w 85725"/>
                <a:gd name="connsiteY4" fmla="*/ 33622 h 57150"/>
                <a:gd name="connsiteX5" fmla="*/ 62910 w 85725"/>
                <a:gd name="connsiteY5" fmla="*/ 314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725" h="57150">
                  <a:moveTo>
                    <a:pt x="62910" y="3142"/>
                  </a:moveTo>
                  <a:cubicBezTo>
                    <a:pt x="48623" y="13619"/>
                    <a:pt x="998" y="29812"/>
                    <a:pt x="45" y="44099"/>
                  </a:cubicBezTo>
                  <a:cubicBezTo>
                    <a:pt x="-907" y="50767"/>
                    <a:pt x="13380" y="59339"/>
                    <a:pt x="25763" y="61244"/>
                  </a:cubicBezTo>
                  <a:cubicBezTo>
                    <a:pt x="38145" y="63149"/>
                    <a:pt x="48623" y="63149"/>
                    <a:pt x="55290" y="60292"/>
                  </a:cubicBezTo>
                  <a:cubicBezTo>
                    <a:pt x="63863" y="56482"/>
                    <a:pt x="81960" y="37432"/>
                    <a:pt x="84818" y="33622"/>
                  </a:cubicBezTo>
                  <a:cubicBezTo>
                    <a:pt x="101963" y="9809"/>
                    <a:pt x="77198" y="-7336"/>
                    <a:pt x="62910" y="3142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84E8BEE3-C2A8-4B21-B077-A3B765CF5E55}"/>
                </a:ext>
              </a:extLst>
            </p:cNvPr>
            <p:cNvSpPr/>
            <p:nvPr/>
          </p:nvSpPr>
          <p:spPr>
            <a:xfrm>
              <a:off x="4970145" y="4264407"/>
              <a:ext cx="47625" cy="47625"/>
            </a:xfrm>
            <a:custGeom>
              <a:avLst/>
              <a:gdLst>
                <a:gd name="connsiteX0" fmla="*/ 0 w 47625"/>
                <a:gd name="connsiteY0" fmla="*/ 13270 h 47625"/>
                <a:gd name="connsiteX1" fmla="*/ 10477 w 47625"/>
                <a:gd name="connsiteY1" fmla="*/ 56133 h 47625"/>
                <a:gd name="connsiteX2" fmla="*/ 54292 w 47625"/>
                <a:gd name="connsiteY2" fmla="*/ 33273 h 47625"/>
                <a:gd name="connsiteX3" fmla="*/ 38100 w 47625"/>
                <a:gd name="connsiteY3" fmla="*/ 4698 h 47625"/>
                <a:gd name="connsiteX4" fmla="*/ 0 w 47625"/>
                <a:gd name="connsiteY4" fmla="*/ 1327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0" y="13270"/>
                  </a:moveTo>
                  <a:cubicBezTo>
                    <a:pt x="3810" y="35178"/>
                    <a:pt x="10477" y="56133"/>
                    <a:pt x="10477" y="56133"/>
                  </a:cubicBezTo>
                  <a:cubicBezTo>
                    <a:pt x="11430" y="57085"/>
                    <a:pt x="41910" y="45655"/>
                    <a:pt x="54292" y="33273"/>
                  </a:cubicBezTo>
                  <a:cubicBezTo>
                    <a:pt x="54292" y="33273"/>
                    <a:pt x="44767" y="18985"/>
                    <a:pt x="38100" y="4698"/>
                  </a:cubicBezTo>
                  <a:cubicBezTo>
                    <a:pt x="20955" y="-9590"/>
                    <a:pt x="1905" y="13270"/>
                    <a:pt x="0" y="1327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8417D8F0-C34E-4263-8A09-83A74B81D6EB}"/>
                </a:ext>
              </a:extLst>
            </p:cNvPr>
            <p:cNvSpPr/>
            <p:nvPr/>
          </p:nvSpPr>
          <p:spPr>
            <a:xfrm>
              <a:off x="4772262" y="3872972"/>
              <a:ext cx="238125" cy="409575"/>
            </a:xfrm>
            <a:custGeom>
              <a:avLst/>
              <a:gdLst>
                <a:gd name="connsiteX0" fmla="*/ 9287 w 238125"/>
                <a:gd name="connsiteY0" fmla="*/ 92285 h 409575"/>
                <a:gd name="connsiteX1" fmla="*/ 195025 w 238125"/>
                <a:gd name="connsiteY1" fmla="*/ 418040 h 409575"/>
                <a:gd name="connsiteX2" fmla="*/ 238840 w 238125"/>
                <a:gd name="connsiteY2" fmla="*/ 400895 h 409575"/>
                <a:gd name="connsiteX3" fmla="*/ 123587 w 238125"/>
                <a:gd name="connsiteY3" fmla="*/ 64663 h 409575"/>
                <a:gd name="connsiteX4" fmla="*/ 9287 w 238125"/>
                <a:gd name="connsiteY4" fmla="*/ 92285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25" h="409575">
                  <a:moveTo>
                    <a:pt x="9287" y="92285"/>
                  </a:moveTo>
                  <a:cubicBezTo>
                    <a:pt x="115967" y="284690"/>
                    <a:pt x="195025" y="418040"/>
                    <a:pt x="195025" y="418040"/>
                  </a:cubicBezTo>
                  <a:cubicBezTo>
                    <a:pt x="201692" y="405658"/>
                    <a:pt x="221695" y="396133"/>
                    <a:pt x="238840" y="400895"/>
                  </a:cubicBezTo>
                  <a:cubicBezTo>
                    <a:pt x="238840" y="400895"/>
                    <a:pt x="186453" y="248495"/>
                    <a:pt x="123587" y="64663"/>
                  </a:cubicBezTo>
                  <a:cubicBezTo>
                    <a:pt x="83582" y="-55352"/>
                    <a:pt x="-33575" y="14180"/>
                    <a:pt x="9287" y="92285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9704CC3A-F197-4EED-9C7A-48A3A2F0D369}"/>
                </a:ext>
              </a:extLst>
            </p:cNvPr>
            <p:cNvSpPr/>
            <p:nvPr/>
          </p:nvSpPr>
          <p:spPr>
            <a:xfrm>
              <a:off x="4978717" y="4286660"/>
              <a:ext cx="104775" cy="76200"/>
            </a:xfrm>
            <a:custGeom>
              <a:avLst/>
              <a:gdLst>
                <a:gd name="connsiteX0" fmla="*/ 42863 w 104775"/>
                <a:gd name="connsiteY0" fmla="*/ 9115 h 76200"/>
                <a:gd name="connsiteX1" fmla="*/ 42863 w 104775"/>
                <a:gd name="connsiteY1" fmla="*/ 9115 h 76200"/>
                <a:gd name="connsiteX2" fmla="*/ 12383 w 104775"/>
                <a:gd name="connsiteY2" fmla="*/ 1495 h 76200"/>
                <a:gd name="connsiteX3" fmla="*/ 12383 w 104775"/>
                <a:gd name="connsiteY3" fmla="*/ 1495 h 76200"/>
                <a:gd name="connsiteX4" fmla="*/ 0 w 104775"/>
                <a:gd name="connsiteY4" fmla="*/ 21497 h 76200"/>
                <a:gd name="connsiteX5" fmla="*/ 5715 w 104775"/>
                <a:gd name="connsiteY5" fmla="*/ 45310 h 76200"/>
                <a:gd name="connsiteX6" fmla="*/ 40958 w 104775"/>
                <a:gd name="connsiteY6" fmla="*/ 76742 h 76200"/>
                <a:gd name="connsiteX7" fmla="*/ 76200 w 104775"/>
                <a:gd name="connsiteY7" fmla="*/ 77695 h 76200"/>
                <a:gd name="connsiteX8" fmla="*/ 106680 w 104775"/>
                <a:gd name="connsiteY8" fmla="*/ 57692 h 76200"/>
                <a:gd name="connsiteX9" fmla="*/ 42863 w 104775"/>
                <a:gd name="connsiteY9" fmla="*/ 91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775" h="76200">
                  <a:moveTo>
                    <a:pt x="42863" y="9115"/>
                  </a:moveTo>
                  <a:lnTo>
                    <a:pt x="42863" y="9115"/>
                  </a:lnTo>
                  <a:cubicBezTo>
                    <a:pt x="34290" y="1495"/>
                    <a:pt x="22860" y="-2315"/>
                    <a:pt x="12383" y="1495"/>
                  </a:cubicBezTo>
                  <a:cubicBezTo>
                    <a:pt x="12383" y="1495"/>
                    <a:pt x="12383" y="1495"/>
                    <a:pt x="12383" y="1495"/>
                  </a:cubicBezTo>
                  <a:cubicBezTo>
                    <a:pt x="3810" y="4352"/>
                    <a:pt x="0" y="12925"/>
                    <a:pt x="0" y="21497"/>
                  </a:cubicBezTo>
                  <a:cubicBezTo>
                    <a:pt x="953" y="29117"/>
                    <a:pt x="1905" y="40547"/>
                    <a:pt x="5715" y="45310"/>
                  </a:cubicBezTo>
                  <a:cubicBezTo>
                    <a:pt x="9525" y="50072"/>
                    <a:pt x="30480" y="71980"/>
                    <a:pt x="40958" y="76742"/>
                  </a:cubicBezTo>
                  <a:cubicBezTo>
                    <a:pt x="49530" y="80552"/>
                    <a:pt x="61913" y="79600"/>
                    <a:pt x="76200" y="77695"/>
                  </a:cubicBezTo>
                  <a:cubicBezTo>
                    <a:pt x="90488" y="75790"/>
                    <a:pt x="107633" y="66265"/>
                    <a:pt x="106680" y="57692"/>
                  </a:cubicBezTo>
                  <a:cubicBezTo>
                    <a:pt x="104775" y="42452"/>
                    <a:pt x="54292" y="20545"/>
                    <a:pt x="42863" y="9115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F5E25D92-8545-4561-B03E-3C0108E33E65}"/>
                </a:ext>
              </a:extLst>
            </p:cNvPr>
            <p:cNvSpPr/>
            <p:nvPr/>
          </p:nvSpPr>
          <p:spPr>
            <a:xfrm>
              <a:off x="4987573" y="4306417"/>
              <a:ext cx="85725" cy="57150"/>
            </a:xfrm>
            <a:custGeom>
              <a:avLst/>
              <a:gdLst>
                <a:gd name="connsiteX0" fmla="*/ 27339 w 85725"/>
                <a:gd name="connsiteY0" fmla="*/ 2692 h 57150"/>
                <a:gd name="connsiteX1" fmla="*/ 5431 w 85725"/>
                <a:gd name="connsiteY1" fmla="*/ 32220 h 57150"/>
                <a:gd name="connsiteX2" fmla="*/ 34959 w 85725"/>
                <a:gd name="connsiteY2" fmla="*/ 58890 h 57150"/>
                <a:gd name="connsiteX3" fmla="*/ 64486 w 85725"/>
                <a:gd name="connsiteY3" fmla="*/ 59842 h 57150"/>
                <a:gd name="connsiteX4" fmla="*/ 90204 w 85725"/>
                <a:gd name="connsiteY4" fmla="*/ 42697 h 57150"/>
                <a:gd name="connsiteX5" fmla="*/ 27339 w 85725"/>
                <a:gd name="connsiteY5" fmla="*/ 269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725" h="57150">
                  <a:moveTo>
                    <a:pt x="27339" y="2692"/>
                  </a:moveTo>
                  <a:cubicBezTo>
                    <a:pt x="13051" y="-6833"/>
                    <a:pt x="-10761" y="10312"/>
                    <a:pt x="5431" y="32220"/>
                  </a:cubicBezTo>
                  <a:cubicBezTo>
                    <a:pt x="8289" y="36030"/>
                    <a:pt x="26386" y="55080"/>
                    <a:pt x="34959" y="58890"/>
                  </a:cubicBezTo>
                  <a:cubicBezTo>
                    <a:pt x="41626" y="61747"/>
                    <a:pt x="53056" y="61747"/>
                    <a:pt x="64486" y="59842"/>
                  </a:cubicBezTo>
                  <a:cubicBezTo>
                    <a:pt x="76869" y="57937"/>
                    <a:pt x="91156" y="50317"/>
                    <a:pt x="90204" y="42697"/>
                  </a:cubicBezTo>
                  <a:cubicBezTo>
                    <a:pt x="89251" y="29362"/>
                    <a:pt x="42579" y="12217"/>
                    <a:pt x="27339" y="2692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EAE91A4E-0D48-4D2D-9FED-514F1EF8D395}"/>
                </a:ext>
              </a:extLst>
            </p:cNvPr>
            <p:cNvSpPr/>
            <p:nvPr/>
          </p:nvSpPr>
          <p:spPr>
            <a:xfrm>
              <a:off x="4751070" y="3635692"/>
              <a:ext cx="438150" cy="219075"/>
            </a:xfrm>
            <a:custGeom>
              <a:avLst/>
              <a:gdLst>
                <a:gd name="connsiteX0" fmla="*/ 382905 w 438150"/>
                <a:gd name="connsiteY0" fmla="*/ 5715 h 219075"/>
                <a:gd name="connsiteX1" fmla="*/ 169545 w 438150"/>
                <a:gd name="connsiteY1" fmla="*/ 26670 h 219075"/>
                <a:gd name="connsiteX2" fmla="*/ 42863 w 438150"/>
                <a:gd name="connsiteY2" fmla="*/ 12383 h 219075"/>
                <a:gd name="connsiteX3" fmla="*/ 0 w 438150"/>
                <a:gd name="connsiteY3" fmla="*/ 106680 h 219075"/>
                <a:gd name="connsiteX4" fmla="*/ 100013 w 438150"/>
                <a:gd name="connsiteY4" fmla="*/ 212408 h 219075"/>
                <a:gd name="connsiteX5" fmla="*/ 443865 w 438150"/>
                <a:gd name="connsiteY5" fmla="*/ 171450 h 219075"/>
                <a:gd name="connsiteX6" fmla="*/ 431483 w 438150"/>
                <a:gd name="connsiteY6" fmla="*/ 0 h 219075"/>
                <a:gd name="connsiteX7" fmla="*/ 382905 w 438150"/>
                <a:gd name="connsiteY7" fmla="*/ 5715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8150" h="219075">
                  <a:moveTo>
                    <a:pt x="382905" y="5715"/>
                  </a:moveTo>
                  <a:cubicBezTo>
                    <a:pt x="311467" y="14288"/>
                    <a:pt x="240983" y="24765"/>
                    <a:pt x="169545" y="26670"/>
                  </a:cubicBezTo>
                  <a:cubicBezTo>
                    <a:pt x="124777" y="27623"/>
                    <a:pt x="82867" y="22860"/>
                    <a:pt x="42863" y="12383"/>
                  </a:cubicBezTo>
                  <a:cubicBezTo>
                    <a:pt x="42863" y="79058"/>
                    <a:pt x="29527" y="89535"/>
                    <a:pt x="0" y="106680"/>
                  </a:cubicBezTo>
                  <a:cubicBezTo>
                    <a:pt x="20955" y="180023"/>
                    <a:pt x="62865" y="200025"/>
                    <a:pt x="100013" y="212408"/>
                  </a:cubicBezTo>
                  <a:cubicBezTo>
                    <a:pt x="196215" y="243840"/>
                    <a:pt x="437197" y="171450"/>
                    <a:pt x="443865" y="171450"/>
                  </a:cubicBezTo>
                  <a:cubicBezTo>
                    <a:pt x="443865" y="118110"/>
                    <a:pt x="439102" y="59055"/>
                    <a:pt x="431483" y="0"/>
                  </a:cubicBezTo>
                  <a:cubicBezTo>
                    <a:pt x="416242" y="1905"/>
                    <a:pt x="400050" y="3810"/>
                    <a:pt x="382905" y="5715"/>
                  </a:cubicBezTo>
                  <a:close/>
                </a:path>
              </a:pathLst>
            </a:custGeom>
            <a:solidFill>
              <a:srgbClr val="5580F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84045671-455B-4F12-8437-1272C42A3262}"/>
                </a:ext>
              </a:extLst>
            </p:cNvPr>
            <p:cNvSpPr/>
            <p:nvPr/>
          </p:nvSpPr>
          <p:spPr>
            <a:xfrm>
              <a:off x="4915852" y="3057525"/>
              <a:ext cx="76200" cy="114300"/>
            </a:xfrm>
            <a:custGeom>
              <a:avLst/>
              <a:gdLst>
                <a:gd name="connsiteX0" fmla="*/ 71438 w 76200"/>
                <a:gd name="connsiteY0" fmla="*/ 0 h 114300"/>
                <a:gd name="connsiteX1" fmla="*/ 0 w 76200"/>
                <a:gd name="connsiteY1" fmla="*/ 30480 h 114300"/>
                <a:gd name="connsiteX2" fmla="*/ 952 w 76200"/>
                <a:gd name="connsiteY2" fmla="*/ 100965 h 114300"/>
                <a:gd name="connsiteX3" fmla="*/ 80963 w 76200"/>
                <a:gd name="connsiteY3" fmla="*/ 85725 h 114300"/>
                <a:gd name="connsiteX4" fmla="*/ 71438 w 76200"/>
                <a:gd name="connsiteY4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114300">
                  <a:moveTo>
                    <a:pt x="71438" y="0"/>
                  </a:moveTo>
                  <a:cubicBezTo>
                    <a:pt x="66675" y="3810"/>
                    <a:pt x="15240" y="32385"/>
                    <a:pt x="0" y="30480"/>
                  </a:cubicBezTo>
                  <a:cubicBezTo>
                    <a:pt x="0" y="34290"/>
                    <a:pt x="10477" y="78105"/>
                    <a:pt x="952" y="100965"/>
                  </a:cubicBezTo>
                  <a:cubicBezTo>
                    <a:pt x="4763" y="122873"/>
                    <a:pt x="64770" y="122873"/>
                    <a:pt x="80963" y="85725"/>
                  </a:cubicBezTo>
                  <a:cubicBezTo>
                    <a:pt x="74295" y="75248"/>
                    <a:pt x="68580" y="20002"/>
                    <a:pt x="71438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28901913-D023-4D62-A6A2-E8406ACC2CDC}"/>
                </a:ext>
              </a:extLst>
            </p:cNvPr>
            <p:cNvSpPr/>
            <p:nvPr/>
          </p:nvSpPr>
          <p:spPr>
            <a:xfrm>
              <a:off x="4873564" y="2985783"/>
              <a:ext cx="104775" cy="133350"/>
            </a:xfrm>
            <a:custGeom>
              <a:avLst/>
              <a:gdLst>
                <a:gd name="connsiteX0" fmla="*/ 59433 w 104775"/>
                <a:gd name="connsiteY0" fmla="*/ 304 h 133350"/>
                <a:gd name="connsiteX1" fmla="*/ 378 w 104775"/>
                <a:gd name="connsiteY1" fmla="*/ 30784 h 133350"/>
                <a:gd name="connsiteX2" fmla="*/ 47051 w 104775"/>
                <a:gd name="connsiteY2" fmla="*/ 135559 h 133350"/>
                <a:gd name="connsiteX3" fmla="*/ 103248 w 104775"/>
                <a:gd name="connsiteY3" fmla="*/ 86982 h 133350"/>
                <a:gd name="connsiteX4" fmla="*/ 105153 w 104775"/>
                <a:gd name="connsiteY4" fmla="*/ 57454 h 133350"/>
                <a:gd name="connsiteX5" fmla="*/ 59433 w 104775"/>
                <a:gd name="connsiteY5" fmla="*/ 30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775" h="133350">
                  <a:moveTo>
                    <a:pt x="59433" y="304"/>
                  </a:moveTo>
                  <a:cubicBezTo>
                    <a:pt x="32763" y="-1601"/>
                    <a:pt x="6093" y="5067"/>
                    <a:pt x="378" y="30784"/>
                  </a:cubicBezTo>
                  <a:cubicBezTo>
                    <a:pt x="-1527" y="40309"/>
                    <a:pt x="2283" y="123177"/>
                    <a:pt x="47051" y="135559"/>
                  </a:cubicBezTo>
                  <a:cubicBezTo>
                    <a:pt x="66101" y="141274"/>
                    <a:pt x="101343" y="108889"/>
                    <a:pt x="103248" y="86982"/>
                  </a:cubicBezTo>
                  <a:cubicBezTo>
                    <a:pt x="103248" y="86982"/>
                    <a:pt x="105153" y="57454"/>
                    <a:pt x="105153" y="57454"/>
                  </a:cubicBezTo>
                  <a:cubicBezTo>
                    <a:pt x="106106" y="27927"/>
                    <a:pt x="88008" y="2209"/>
                    <a:pt x="59433" y="304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CE36BDDC-A59B-4FCB-8B00-50A7F225D77F}"/>
                </a:ext>
              </a:extLst>
            </p:cNvPr>
            <p:cNvSpPr/>
            <p:nvPr/>
          </p:nvSpPr>
          <p:spPr>
            <a:xfrm>
              <a:off x="4755832" y="3143250"/>
              <a:ext cx="428625" cy="666750"/>
            </a:xfrm>
            <a:custGeom>
              <a:avLst/>
              <a:gdLst>
                <a:gd name="connsiteX0" fmla="*/ 301942 w 428625"/>
                <a:gd name="connsiteY0" fmla="*/ 16192 h 666750"/>
                <a:gd name="connsiteX1" fmla="*/ 240983 w 428625"/>
                <a:gd name="connsiteY1" fmla="*/ 0 h 666750"/>
                <a:gd name="connsiteX2" fmla="*/ 204788 w 428625"/>
                <a:gd name="connsiteY2" fmla="*/ 18098 h 666750"/>
                <a:gd name="connsiteX3" fmla="*/ 160972 w 428625"/>
                <a:gd name="connsiteY3" fmla="*/ 15240 h 666750"/>
                <a:gd name="connsiteX4" fmla="*/ 99060 w 428625"/>
                <a:gd name="connsiteY4" fmla="*/ 37148 h 666750"/>
                <a:gd name="connsiteX5" fmla="*/ 59055 w 428625"/>
                <a:gd name="connsiteY5" fmla="*/ 124777 h 666750"/>
                <a:gd name="connsiteX6" fmla="*/ 0 w 428625"/>
                <a:gd name="connsiteY6" fmla="*/ 596265 h 666750"/>
                <a:gd name="connsiteX7" fmla="*/ 70485 w 428625"/>
                <a:gd name="connsiteY7" fmla="*/ 661988 h 666750"/>
                <a:gd name="connsiteX8" fmla="*/ 81915 w 428625"/>
                <a:gd name="connsiteY8" fmla="*/ 559118 h 666750"/>
                <a:gd name="connsiteX9" fmla="*/ 92392 w 428625"/>
                <a:gd name="connsiteY9" fmla="*/ 666750 h 666750"/>
                <a:gd name="connsiteX10" fmla="*/ 378142 w 428625"/>
                <a:gd name="connsiteY10" fmla="*/ 632460 h 666750"/>
                <a:gd name="connsiteX11" fmla="*/ 386715 w 428625"/>
                <a:gd name="connsiteY11" fmla="*/ 497205 h 666750"/>
                <a:gd name="connsiteX12" fmla="*/ 412433 w 428625"/>
                <a:gd name="connsiteY12" fmla="*/ 627697 h 666750"/>
                <a:gd name="connsiteX13" fmla="*/ 435292 w 428625"/>
                <a:gd name="connsiteY13" fmla="*/ 624840 h 666750"/>
                <a:gd name="connsiteX14" fmla="*/ 374333 w 428625"/>
                <a:gd name="connsiteY14" fmla="*/ 99060 h 666750"/>
                <a:gd name="connsiteX15" fmla="*/ 301942 w 428625"/>
                <a:gd name="connsiteY15" fmla="*/ 16192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8625" h="666750">
                  <a:moveTo>
                    <a:pt x="301942" y="16192"/>
                  </a:moveTo>
                  <a:cubicBezTo>
                    <a:pt x="286702" y="12383"/>
                    <a:pt x="240983" y="0"/>
                    <a:pt x="240983" y="0"/>
                  </a:cubicBezTo>
                  <a:cubicBezTo>
                    <a:pt x="240983" y="0"/>
                    <a:pt x="232410" y="12383"/>
                    <a:pt x="204788" y="18098"/>
                  </a:cubicBezTo>
                  <a:cubicBezTo>
                    <a:pt x="180022" y="23813"/>
                    <a:pt x="160972" y="15240"/>
                    <a:pt x="160972" y="15240"/>
                  </a:cubicBezTo>
                  <a:cubicBezTo>
                    <a:pt x="160972" y="15240"/>
                    <a:pt x="108585" y="31433"/>
                    <a:pt x="99060" y="37148"/>
                  </a:cubicBezTo>
                  <a:cubicBezTo>
                    <a:pt x="61913" y="59055"/>
                    <a:pt x="61913" y="74295"/>
                    <a:pt x="59055" y="124777"/>
                  </a:cubicBezTo>
                  <a:cubicBezTo>
                    <a:pt x="58102" y="148590"/>
                    <a:pt x="57150" y="512445"/>
                    <a:pt x="0" y="596265"/>
                  </a:cubicBezTo>
                  <a:cubicBezTo>
                    <a:pt x="1905" y="600075"/>
                    <a:pt x="22860" y="649605"/>
                    <a:pt x="70485" y="661988"/>
                  </a:cubicBezTo>
                  <a:lnTo>
                    <a:pt x="81915" y="559118"/>
                  </a:lnTo>
                  <a:lnTo>
                    <a:pt x="92392" y="666750"/>
                  </a:lnTo>
                  <a:cubicBezTo>
                    <a:pt x="203835" y="690563"/>
                    <a:pt x="288608" y="646747"/>
                    <a:pt x="378142" y="632460"/>
                  </a:cubicBezTo>
                  <a:lnTo>
                    <a:pt x="386715" y="497205"/>
                  </a:lnTo>
                  <a:lnTo>
                    <a:pt x="412433" y="627697"/>
                  </a:lnTo>
                  <a:cubicBezTo>
                    <a:pt x="421005" y="626745"/>
                    <a:pt x="428625" y="625793"/>
                    <a:pt x="435292" y="624840"/>
                  </a:cubicBezTo>
                  <a:cubicBezTo>
                    <a:pt x="434340" y="418148"/>
                    <a:pt x="377190" y="108585"/>
                    <a:pt x="374333" y="99060"/>
                  </a:cubicBezTo>
                  <a:cubicBezTo>
                    <a:pt x="364808" y="60008"/>
                    <a:pt x="347663" y="26670"/>
                    <a:pt x="301942" y="16192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F3EECB59-FF69-4BC7-A8D8-86C7D2F96A8F}"/>
                </a:ext>
              </a:extLst>
            </p:cNvPr>
            <p:cNvSpPr/>
            <p:nvPr/>
          </p:nvSpPr>
          <p:spPr>
            <a:xfrm>
              <a:off x="4465090" y="3500083"/>
              <a:ext cx="28575" cy="9525"/>
            </a:xfrm>
            <a:custGeom>
              <a:avLst/>
              <a:gdLst>
                <a:gd name="connsiteX0" fmla="*/ 229 w 28575"/>
                <a:gd name="connsiteY0" fmla="*/ 2259 h 9525"/>
                <a:gd name="connsiteX1" fmla="*/ 12612 w 28575"/>
                <a:gd name="connsiteY1" fmla="*/ 18452 h 9525"/>
                <a:gd name="connsiteX2" fmla="*/ 29757 w 28575"/>
                <a:gd name="connsiteY2" fmla="*/ 14642 h 9525"/>
                <a:gd name="connsiteX3" fmla="*/ 8802 w 28575"/>
                <a:gd name="connsiteY3" fmla="*/ 4164 h 9525"/>
                <a:gd name="connsiteX4" fmla="*/ 229 w 28575"/>
                <a:gd name="connsiteY4" fmla="*/ 225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9525">
                  <a:moveTo>
                    <a:pt x="229" y="2259"/>
                  </a:moveTo>
                  <a:cubicBezTo>
                    <a:pt x="-1676" y="5117"/>
                    <a:pt x="8802" y="17499"/>
                    <a:pt x="12612" y="18452"/>
                  </a:cubicBezTo>
                  <a:cubicBezTo>
                    <a:pt x="21184" y="18452"/>
                    <a:pt x="22137" y="13689"/>
                    <a:pt x="29757" y="14642"/>
                  </a:cubicBezTo>
                  <a:cubicBezTo>
                    <a:pt x="22137" y="12737"/>
                    <a:pt x="15469" y="8927"/>
                    <a:pt x="8802" y="4164"/>
                  </a:cubicBezTo>
                  <a:cubicBezTo>
                    <a:pt x="5944" y="1307"/>
                    <a:pt x="3087" y="-2503"/>
                    <a:pt x="229" y="2259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97582DA4-CBBF-4E7A-928B-D1FDA763525D}"/>
                </a:ext>
              </a:extLst>
            </p:cNvPr>
            <p:cNvSpPr/>
            <p:nvPr/>
          </p:nvSpPr>
          <p:spPr>
            <a:xfrm>
              <a:off x="4408969" y="3512820"/>
              <a:ext cx="95250" cy="38100"/>
            </a:xfrm>
            <a:custGeom>
              <a:avLst/>
              <a:gdLst>
                <a:gd name="connsiteX0" fmla="*/ 64923 w 95250"/>
                <a:gd name="connsiteY0" fmla="*/ 0 h 38100"/>
                <a:gd name="connsiteX1" fmla="*/ 28728 w 95250"/>
                <a:gd name="connsiteY1" fmla="*/ 1905 h 38100"/>
                <a:gd name="connsiteX2" fmla="*/ 7773 w 95250"/>
                <a:gd name="connsiteY2" fmla="*/ 4763 h 38100"/>
                <a:gd name="connsiteX3" fmla="*/ 153 w 95250"/>
                <a:gd name="connsiteY3" fmla="*/ 14288 h 38100"/>
                <a:gd name="connsiteX4" fmla="*/ 3010 w 95250"/>
                <a:gd name="connsiteY4" fmla="*/ 20002 h 38100"/>
                <a:gd name="connsiteX5" fmla="*/ 13488 w 95250"/>
                <a:gd name="connsiteY5" fmla="*/ 28575 h 38100"/>
                <a:gd name="connsiteX6" fmla="*/ 34443 w 95250"/>
                <a:gd name="connsiteY6" fmla="*/ 36195 h 38100"/>
                <a:gd name="connsiteX7" fmla="*/ 97308 w 95250"/>
                <a:gd name="connsiteY7" fmla="*/ 40005 h 38100"/>
                <a:gd name="connsiteX8" fmla="*/ 91593 w 95250"/>
                <a:gd name="connsiteY8" fmla="*/ 1905 h 38100"/>
                <a:gd name="connsiteX9" fmla="*/ 64923 w 95250"/>
                <a:gd name="connsiteY9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50" h="38100">
                  <a:moveTo>
                    <a:pt x="64923" y="0"/>
                  </a:moveTo>
                  <a:cubicBezTo>
                    <a:pt x="54445" y="0"/>
                    <a:pt x="30633" y="1905"/>
                    <a:pt x="28728" y="1905"/>
                  </a:cubicBezTo>
                  <a:cubicBezTo>
                    <a:pt x="23965" y="2857"/>
                    <a:pt x="11583" y="2857"/>
                    <a:pt x="7773" y="4763"/>
                  </a:cubicBezTo>
                  <a:cubicBezTo>
                    <a:pt x="5868" y="5715"/>
                    <a:pt x="1105" y="11430"/>
                    <a:pt x="153" y="14288"/>
                  </a:cubicBezTo>
                  <a:cubicBezTo>
                    <a:pt x="-800" y="18097"/>
                    <a:pt x="3010" y="20002"/>
                    <a:pt x="3010" y="20002"/>
                  </a:cubicBezTo>
                  <a:cubicBezTo>
                    <a:pt x="1105" y="24765"/>
                    <a:pt x="13488" y="27622"/>
                    <a:pt x="13488" y="28575"/>
                  </a:cubicBezTo>
                  <a:cubicBezTo>
                    <a:pt x="10630" y="33338"/>
                    <a:pt x="15393" y="38100"/>
                    <a:pt x="34443" y="36195"/>
                  </a:cubicBezTo>
                  <a:cubicBezTo>
                    <a:pt x="35395" y="36195"/>
                    <a:pt x="82068" y="40005"/>
                    <a:pt x="97308" y="40005"/>
                  </a:cubicBezTo>
                  <a:cubicBezTo>
                    <a:pt x="98260" y="30480"/>
                    <a:pt x="92545" y="1905"/>
                    <a:pt x="91593" y="1905"/>
                  </a:cubicBezTo>
                  <a:cubicBezTo>
                    <a:pt x="83020" y="952"/>
                    <a:pt x="74448" y="0"/>
                    <a:pt x="64923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61B40C95-8305-4E89-B3D6-3091F7C27442}"/>
                </a:ext>
              </a:extLst>
            </p:cNvPr>
            <p:cNvSpPr/>
            <p:nvPr/>
          </p:nvSpPr>
          <p:spPr>
            <a:xfrm>
              <a:off x="4492942" y="3460362"/>
              <a:ext cx="276225" cy="85725"/>
            </a:xfrm>
            <a:custGeom>
              <a:avLst/>
              <a:gdLst>
                <a:gd name="connsiteX0" fmla="*/ 252413 w 276225"/>
                <a:gd name="connsiteY0" fmla="*/ 70 h 85725"/>
                <a:gd name="connsiteX1" fmla="*/ 243840 w 276225"/>
                <a:gd name="connsiteY1" fmla="*/ 1975 h 85725"/>
                <a:gd name="connsiteX2" fmla="*/ 0 w 276225"/>
                <a:gd name="connsiteY2" fmla="*/ 56268 h 85725"/>
                <a:gd name="connsiteX3" fmla="*/ 11430 w 276225"/>
                <a:gd name="connsiteY3" fmla="*/ 92463 h 85725"/>
                <a:gd name="connsiteX4" fmla="*/ 284798 w 276225"/>
                <a:gd name="connsiteY4" fmla="*/ 36265 h 85725"/>
                <a:gd name="connsiteX5" fmla="*/ 252413 w 276225"/>
                <a:gd name="connsiteY5" fmla="*/ 7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225" h="85725">
                  <a:moveTo>
                    <a:pt x="252413" y="70"/>
                  </a:moveTo>
                  <a:cubicBezTo>
                    <a:pt x="249555" y="70"/>
                    <a:pt x="246698" y="1023"/>
                    <a:pt x="243840" y="1975"/>
                  </a:cubicBezTo>
                  <a:cubicBezTo>
                    <a:pt x="200978" y="18168"/>
                    <a:pt x="46673" y="46743"/>
                    <a:pt x="0" y="56268"/>
                  </a:cubicBezTo>
                  <a:cubicBezTo>
                    <a:pt x="6668" y="70555"/>
                    <a:pt x="10478" y="82938"/>
                    <a:pt x="11430" y="92463"/>
                  </a:cubicBezTo>
                  <a:cubicBezTo>
                    <a:pt x="88583" y="75318"/>
                    <a:pt x="282892" y="67698"/>
                    <a:pt x="284798" y="36265"/>
                  </a:cubicBezTo>
                  <a:cubicBezTo>
                    <a:pt x="286703" y="7690"/>
                    <a:pt x="266700" y="-882"/>
                    <a:pt x="252413" y="7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1C9907B7-85A5-4C02-ABC0-1649563C97DF}"/>
                </a:ext>
              </a:extLst>
            </p:cNvPr>
            <p:cNvSpPr/>
            <p:nvPr/>
          </p:nvSpPr>
          <p:spPr>
            <a:xfrm>
              <a:off x="4713271" y="3233112"/>
              <a:ext cx="200025" cy="276225"/>
            </a:xfrm>
            <a:custGeom>
              <a:avLst/>
              <a:gdLst>
                <a:gd name="connsiteX0" fmla="*/ 118761 w 200025"/>
                <a:gd name="connsiteY0" fmla="*/ 625 h 276225"/>
                <a:gd name="connsiteX1" fmla="*/ 13986 w 200025"/>
                <a:gd name="connsiteY1" fmla="*/ 219700 h 276225"/>
                <a:gd name="connsiteX2" fmla="*/ 54944 w 200025"/>
                <a:gd name="connsiteY2" fmla="*/ 276850 h 276225"/>
                <a:gd name="connsiteX3" fmla="*/ 204486 w 200025"/>
                <a:gd name="connsiteY3" fmla="*/ 54918 h 276225"/>
                <a:gd name="connsiteX4" fmla="*/ 118761 w 200025"/>
                <a:gd name="connsiteY4" fmla="*/ 62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76225">
                  <a:moveTo>
                    <a:pt x="118761" y="625"/>
                  </a:moveTo>
                  <a:cubicBezTo>
                    <a:pt x="94949" y="34915"/>
                    <a:pt x="48276" y="162550"/>
                    <a:pt x="13986" y="219700"/>
                  </a:cubicBezTo>
                  <a:cubicBezTo>
                    <a:pt x="-27924" y="289233"/>
                    <a:pt x="35894" y="293995"/>
                    <a:pt x="54944" y="276850"/>
                  </a:cubicBezTo>
                  <a:cubicBezTo>
                    <a:pt x="106379" y="232083"/>
                    <a:pt x="225441" y="84445"/>
                    <a:pt x="204486" y="54918"/>
                  </a:cubicBezTo>
                  <a:cubicBezTo>
                    <a:pt x="195914" y="42535"/>
                    <a:pt x="123524" y="-6042"/>
                    <a:pt x="118761" y="625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EA4FA257-CA56-46C3-988F-921A405EA656}"/>
                </a:ext>
              </a:extLst>
            </p:cNvPr>
            <p:cNvSpPr/>
            <p:nvPr/>
          </p:nvSpPr>
          <p:spPr>
            <a:xfrm>
              <a:off x="4499610" y="3209754"/>
              <a:ext cx="428625" cy="342900"/>
            </a:xfrm>
            <a:custGeom>
              <a:avLst/>
              <a:gdLst>
                <a:gd name="connsiteX0" fmla="*/ 323850 w 428625"/>
                <a:gd name="connsiteY0" fmla="*/ 171 h 342900"/>
                <a:gd name="connsiteX1" fmla="*/ 275273 w 428625"/>
                <a:gd name="connsiteY1" fmla="*/ 121138 h 342900"/>
                <a:gd name="connsiteX2" fmla="*/ 212407 w 428625"/>
                <a:gd name="connsiteY2" fmla="*/ 252583 h 342900"/>
                <a:gd name="connsiteX3" fmla="*/ 0 w 428625"/>
                <a:gd name="connsiteY3" fmla="*/ 296398 h 342900"/>
                <a:gd name="connsiteX4" fmla="*/ 6667 w 428625"/>
                <a:gd name="connsiteY4" fmla="*/ 351643 h 342900"/>
                <a:gd name="connsiteX5" fmla="*/ 275273 w 428625"/>
                <a:gd name="connsiteY5" fmla="*/ 305923 h 342900"/>
                <a:gd name="connsiteX6" fmla="*/ 434340 w 428625"/>
                <a:gd name="connsiteY6" fmla="*/ 74466 h 342900"/>
                <a:gd name="connsiteX7" fmla="*/ 323850 w 428625"/>
                <a:gd name="connsiteY7" fmla="*/ 171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8625" h="342900">
                  <a:moveTo>
                    <a:pt x="323850" y="171"/>
                  </a:moveTo>
                  <a:cubicBezTo>
                    <a:pt x="308610" y="40176"/>
                    <a:pt x="294323" y="77323"/>
                    <a:pt x="275273" y="121138"/>
                  </a:cubicBezTo>
                  <a:cubicBezTo>
                    <a:pt x="256223" y="164953"/>
                    <a:pt x="214313" y="247821"/>
                    <a:pt x="212407" y="252583"/>
                  </a:cubicBezTo>
                  <a:cubicBezTo>
                    <a:pt x="194310" y="261156"/>
                    <a:pt x="27623" y="291636"/>
                    <a:pt x="0" y="296398"/>
                  </a:cubicBezTo>
                  <a:lnTo>
                    <a:pt x="6667" y="351643"/>
                  </a:lnTo>
                  <a:cubicBezTo>
                    <a:pt x="74295" y="345928"/>
                    <a:pt x="236220" y="342118"/>
                    <a:pt x="275273" y="305923"/>
                  </a:cubicBezTo>
                  <a:cubicBezTo>
                    <a:pt x="317182" y="268776"/>
                    <a:pt x="451485" y="120186"/>
                    <a:pt x="434340" y="74466"/>
                  </a:cubicBezTo>
                  <a:cubicBezTo>
                    <a:pt x="418148" y="30651"/>
                    <a:pt x="324803" y="-2687"/>
                    <a:pt x="323850" y="171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FF02F690-794E-4212-B3C8-309B2B5B2732}"/>
                </a:ext>
              </a:extLst>
            </p:cNvPr>
            <p:cNvSpPr/>
            <p:nvPr/>
          </p:nvSpPr>
          <p:spPr>
            <a:xfrm>
              <a:off x="4839652" y="2934772"/>
              <a:ext cx="180975" cy="161925"/>
            </a:xfrm>
            <a:custGeom>
              <a:avLst/>
              <a:gdLst>
                <a:gd name="connsiteX0" fmla="*/ 0 w 180975"/>
                <a:gd name="connsiteY0" fmla="*/ 75127 h 161925"/>
                <a:gd name="connsiteX1" fmla="*/ 58102 w 180975"/>
                <a:gd name="connsiteY1" fmla="*/ 97035 h 161925"/>
                <a:gd name="connsiteX2" fmla="*/ 151447 w 180975"/>
                <a:gd name="connsiteY2" fmla="*/ 158947 h 161925"/>
                <a:gd name="connsiteX3" fmla="*/ 151447 w 180975"/>
                <a:gd name="connsiteY3" fmla="*/ 19882 h 161925"/>
                <a:gd name="connsiteX4" fmla="*/ 0 w 180975"/>
                <a:gd name="connsiteY4" fmla="*/ 75127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975" h="161925">
                  <a:moveTo>
                    <a:pt x="0" y="75127"/>
                  </a:moveTo>
                  <a:cubicBezTo>
                    <a:pt x="0" y="87510"/>
                    <a:pt x="21907" y="103702"/>
                    <a:pt x="58102" y="97035"/>
                  </a:cubicBezTo>
                  <a:cubicBezTo>
                    <a:pt x="63817" y="177045"/>
                    <a:pt x="129540" y="176092"/>
                    <a:pt x="151447" y="158947"/>
                  </a:cubicBezTo>
                  <a:cubicBezTo>
                    <a:pt x="189547" y="130372"/>
                    <a:pt x="193357" y="57030"/>
                    <a:pt x="151447" y="19882"/>
                  </a:cubicBezTo>
                  <a:cubicBezTo>
                    <a:pt x="98107" y="-27743"/>
                    <a:pt x="1905" y="17977"/>
                    <a:pt x="0" y="7512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2715208E-CE26-4866-BB96-DDB1E90897D9}"/>
                </a:ext>
              </a:extLst>
            </p:cNvPr>
            <p:cNvSpPr/>
            <p:nvPr/>
          </p:nvSpPr>
          <p:spPr>
            <a:xfrm>
              <a:off x="5225415" y="3960495"/>
              <a:ext cx="152400" cy="400050"/>
            </a:xfrm>
            <a:custGeom>
              <a:avLst/>
              <a:gdLst>
                <a:gd name="connsiteX0" fmla="*/ 0 w 152400"/>
                <a:gd name="connsiteY0" fmla="*/ 0 h 400050"/>
                <a:gd name="connsiteX1" fmla="*/ 140017 w 152400"/>
                <a:gd name="connsiteY1" fmla="*/ 407670 h 400050"/>
                <a:gd name="connsiteX2" fmla="*/ 156210 w 152400"/>
                <a:gd name="connsiteY2" fmla="*/ 407670 h 400050"/>
                <a:gd name="connsiteX3" fmla="*/ 16192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0"/>
                  </a:moveTo>
                  <a:lnTo>
                    <a:pt x="140017" y="407670"/>
                  </a:lnTo>
                  <a:lnTo>
                    <a:pt x="156210" y="407670"/>
                  </a:lnTo>
                  <a:lnTo>
                    <a:pt x="1619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4BFCA4CB-71D1-43A1-8C97-E50A7782902C}"/>
                </a:ext>
              </a:extLst>
            </p:cNvPr>
            <p:cNvSpPr/>
            <p:nvPr/>
          </p:nvSpPr>
          <p:spPr>
            <a:xfrm>
              <a:off x="4989195" y="3960495"/>
              <a:ext cx="152400" cy="400050"/>
            </a:xfrm>
            <a:custGeom>
              <a:avLst/>
              <a:gdLst>
                <a:gd name="connsiteX0" fmla="*/ 0 w 152400"/>
                <a:gd name="connsiteY0" fmla="*/ 0 h 400050"/>
                <a:gd name="connsiteX1" fmla="*/ 140017 w 152400"/>
                <a:gd name="connsiteY1" fmla="*/ 407670 h 400050"/>
                <a:gd name="connsiteX2" fmla="*/ 156210 w 152400"/>
                <a:gd name="connsiteY2" fmla="*/ 407670 h 400050"/>
                <a:gd name="connsiteX3" fmla="*/ 16192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0"/>
                  </a:moveTo>
                  <a:lnTo>
                    <a:pt x="140017" y="407670"/>
                  </a:lnTo>
                  <a:lnTo>
                    <a:pt x="156210" y="407670"/>
                  </a:lnTo>
                  <a:lnTo>
                    <a:pt x="1619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084DD75F-F878-4336-8E5C-22E6A0AADC20}"/>
                </a:ext>
              </a:extLst>
            </p:cNvPr>
            <p:cNvSpPr/>
            <p:nvPr/>
          </p:nvSpPr>
          <p:spPr>
            <a:xfrm>
              <a:off x="4690110" y="3359467"/>
              <a:ext cx="714375" cy="600075"/>
            </a:xfrm>
            <a:custGeom>
              <a:avLst/>
              <a:gdLst>
                <a:gd name="connsiteX0" fmla="*/ 566737 w 714375"/>
                <a:gd name="connsiteY0" fmla="*/ 0 h 600075"/>
                <a:gd name="connsiteX1" fmla="*/ 356235 w 714375"/>
                <a:gd name="connsiteY1" fmla="*/ 177165 h 600075"/>
                <a:gd name="connsiteX2" fmla="*/ 295275 w 714375"/>
                <a:gd name="connsiteY2" fmla="*/ 431483 h 600075"/>
                <a:gd name="connsiteX3" fmla="*/ 162877 w 714375"/>
                <a:gd name="connsiteY3" fmla="*/ 530543 h 600075"/>
                <a:gd name="connsiteX4" fmla="*/ 35242 w 714375"/>
                <a:gd name="connsiteY4" fmla="*/ 530543 h 600075"/>
                <a:gd name="connsiteX5" fmla="*/ 0 w 714375"/>
                <a:gd name="connsiteY5" fmla="*/ 565785 h 600075"/>
                <a:gd name="connsiteX6" fmla="*/ 35242 w 714375"/>
                <a:gd name="connsiteY6" fmla="*/ 601028 h 600075"/>
                <a:gd name="connsiteX7" fmla="*/ 561023 w 714375"/>
                <a:gd name="connsiteY7" fmla="*/ 601980 h 600075"/>
                <a:gd name="connsiteX8" fmla="*/ 611505 w 714375"/>
                <a:gd name="connsiteY8" fmla="*/ 561023 h 600075"/>
                <a:gd name="connsiteX9" fmla="*/ 711518 w 714375"/>
                <a:gd name="connsiteY9" fmla="*/ 178118 h 600075"/>
                <a:gd name="connsiteX10" fmla="*/ 566737 w 714375"/>
                <a:gd name="connsiteY10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4375" h="600075">
                  <a:moveTo>
                    <a:pt x="566737" y="0"/>
                  </a:moveTo>
                  <a:cubicBezTo>
                    <a:pt x="468630" y="0"/>
                    <a:pt x="374332" y="79058"/>
                    <a:pt x="356235" y="177165"/>
                  </a:cubicBezTo>
                  <a:lnTo>
                    <a:pt x="295275" y="431483"/>
                  </a:lnTo>
                  <a:cubicBezTo>
                    <a:pt x="284798" y="488633"/>
                    <a:pt x="220980" y="530543"/>
                    <a:pt x="162877" y="530543"/>
                  </a:cubicBezTo>
                  <a:lnTo>
                    <a:pt x="35242" y="530543"/>
                  </a:lnTo>
                  <a:cubicBezTo>
                    <a:pt x="16192" y="530543"/>
                    <a:pt x="0" y="545783"/>
                    <a:pt x="0" y="565785"/>
                  </a:cubicBezTo>
                  <a:cubicBezTo>
                    <a:pt x="0" y="584835"/>
                    <a:pt x="15240" y="601028"/>
                    <a:pt x="35242" y="601028"/>
                  </a:cubicBezTo>
                  <a:lnTo>
                    <a:pt x="561023" y="601980"/>
                  </a:lnTo>
                  <a:cubicBezTo>
                    <a:pt x="585787" y="601980"/>
                    <a:pt x="606743" y="584835"/>
                    <a:pt x="611505" y="561023"/>
                  </a:cubicBezTo>
                  <a:lnTo>
                    <a:pt x="711518" y="178118"/>
                  </a:lnTo>
                  <a:cubicBezTo>
                    <a:pt x="729615" y="79058"/>
                    <a:pt x="664845" y="0"/>
                    <a:pt x="56673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CFA4C71A-774C-4CA6-A3A5-A498BA9E4967}"/>
                </a:ext>
              </a:extLst>
            </p:cNvPr>
            <p:cNvSpPr/>
            <p:nvPr/>
          </p:nvSpPr>
          <p:spPr>
            <a:xfrm>
              <a:off x="4690110" y="3359467"/>
              <a:ext cx="685800" cy="600075"/>
            </a:xfrm>
            <a:custGeom>
              <a:avLst/>
              <a:gdLst>
                <a:gd name="connsiteX0" fmla="*/ 566737 w 685800"/>
                <a:gd name="connsiteY0" fmla="*/ 0 h 600075"/>
                <a:gd name="connsiteX1" fmla="*/ 356235 w 685800"/>
                <a:gd name="connsiteY1" fmla="*/ 177165 h 600075"/>
                <a:gd name="connsiteX2" fmla="*/ 295275 w 685800"/>
                <a:gd name="connsiteY2" fmla="*/ 432435 h 600075"/>
                <a:gd name="connsiteX3" fmla="*/ 162877 w 685800"/>
                <a:gd name="connsiteY3" fmla="*/ 532448 h 600075"/>
                <a:gd name="connsiteX4" fmla="*/ 35242 w 685800"/>
                <a:gd name="connsiteY4" fmla="*/ 532448 h 600075"/>
                <a:gd name="connsiteX5" fmla="*/ 0 w 685800"/>
                <a:gd name="connsiteY5" fmla="*/ 566738 h 600075"/>
                <a:gd name="connsiteX6" fmla="*/ 35242 w 685800"/>
                <a:gd name="connsiteY6" fmla="*/ 601028 h 600075"/>
                <a:gd name="connsiteX7" fmla="*/ 51435 w 685800"/>
                <a:gd name="connsiteY7" fmla="*/ 601028 h 600075"/>
                <a:gd name="connsiteX8" fmla="*/ 83820 w 685800"/>
                <a:gd name="connsiteY8" fmla="*/ 580073 h 600075"/>
                <a:gd name="connsiteX9" fmla="*/ 210502 w 685800"/>
                <a:gd name="connsiteY9" fmla="*/ 580073 h 600075"/>
                <a:gd name="connsiteX10" fmla="*/ 342900 w 685800"/>
                <a:gd name="connsiteY10" fmla="*/ 481013 h 600075"/>
                <a:gd name="connsiteX11" fmla="*/ 403860 w 685800"/>
                <a:gd name="connsiteY11" fmla="*/ 226695 h 600075"/>
                <a:gd name="connsiteX12" fmla="*/ 614362 w 685800"/>
                <a:gd name="connsiteY12" fmla="*/ 49530 h 600075"/>
                <a:gd name="connsiteX13" fmla="*/ 693420 w 685800"/>
                <a:gd name="connsiteY13" fmla="*/ 70485 h 600075"/>
                <a:gd name="connsiteX14" fmla="*/ 566737 w 685800"/>
                <a:gd name="connsiteY14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5800" h="600075">
                  <a:moveTo>
                    <a:pt x="566737" y="0"/>
                  </a:moveTo>
                  <a:cubicBezTo>
                    <a:pt x="468630" y="0"/>
                    <a:pt x="374332" y="79058"/>
                    <a:pt x="356235" y="177165"/>
                  </a:cubicBezTo>
                  <a:lnTo>
                    <a:pt x="295275" y="432435"/>
                  </a:lnTo>
                  <a:cubicBezTo>
                    <a:pt x="284798" y="489585"/>
                    <a:pt x="220980" y="532448"/>
                    <a:pt x="162877" y="532448"/>
                  </a:cubicBezTo>
                  <a:lnTo>
                    <a:pt x="35242" y="532448"/>
                  </a:lnTo>
                  <a:cubicBezTo>
                    <a:pt x="16192" y="532448"/>
                    <a:pt x="0" y="547688"/>
                    <a:pt x="0" y="566738"/>
                  </a:cubicBezTo>
                  <a:cubicBezTo>
                    <a:pt x="0" y="585788"/>
                    <a:pt x="15240" y="601028"/>
                    <a:pt x="35242" y="601028"/>
                  </a:cubicBezTo>
                  <a:lnTo>
                    <a:pt x="51435" y="601028"/>
                  </a:lnTo>
                  <a:cubicBezTo>
                    <a:pt x="57150" y="588645"/>
                    <a:pt x="69532" y="580073"/>
                    <a:pt x="83820" y="580073"/>
                  </a:cubicBezTo>
                  <a:lnTo>
                    <a:pt x="210502" y="580073"/>
                  </a:lnTo>
                  <a:cubicBezTo>
                    <a:pt x="269557" y="580073"/>
                    <a:pt x="332423" y="538163"/>
                    <a:pt x="342900" y="481013"/>
                  </a:cubicBezTo>
                  <a:lnTo>
                    <a:pt x="403860" y="226695"/>
                  </a:lnTo>
                  <a:cubicBezTo>
                    <a:pt x="421957" y="128588"/>
                    <a:pt x="516255" y="49530"/>
                    <a:pt x="614362" y="49530"/>
                  </a:cubicBezTo>
                  <a:cubicBezTo>
                    <a:pt x="643890" y="49530"/>
                    <a:pt x="670560" y="57150"/>
                    <a:pt x="693420" y="70485"/>
                  </a:cubicBezTo>
                  <a:cubicBezTo>
                    <a:pt x="669607" y="26670"/>
                    <a:pt x="623887" y="0"/>
                    <a:pt x="56673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7D64EFD3-5822-4837-9712-C7644006E0A5}"/>
                </a:ext>
              </a:extLst>
            </p:cNvPr>
            <p:cNvSpPr/>
            <p:nvPr/>
          </p:nvSpPr>
          <p:spPr>
            <a:xfrm>
              <a:off x="4682489" y="3960495"/>
              <a:ext cx="152400" cy="400050"/>
            </a:xfrm>
            <a:custGeom>
              <a:avLst/>
              <a:gdLst>
                <a:gd name="connsiteX0" fmla="*/ 0 w 152400"/>
                <a:gd name="connsiteY0" fmla="*/ 407670 h 400050"/>
                <a:gd name="connsiteX1" fmla="*/ 16193 w 152400"/>
                <a:gd name="connsiteY1" fmla="*/ 407670 h 400050"/>
                <a:gd name="connsiteX2" fmla="*/ 155257 w 152400"/>
                <a:gd name="connsiteY2" fmla="*/ 0 h 400050"/>
                <a:gd name="connsiteX3" fmla="*/ 140018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407670"/>
                  </a:moveTo>
                  <a:lnTo>
                    <a:pt x="16193" y="407670"/>
                  </a:lnTo>
                  <a:lnTo>
                    <a:pt x="155257" y="0"/>
                  </a:lnTo>
                  <a:lnTo>
                    <a:pt x="14001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A1A893AA-1358-4060-A8CE-345F8126CC76}"/>
                </a:ext>
              </a:extLst>
            </p:cNvPr>
            <p:cNvSpPr/>
            <p:nvPr/>
          </p:nvSpPr>
          <p:spPr>
            <a:xfrm>
              <a:off x="4918709" y="3960495"/>
              <a:ext cx="152400" cy="400050"/>
            </a:xfrm>
            <a:custGeom>
              <a:avLst/>
              <a:gdLst>
                <a:gd name="connsiteX0" fmla="*/ 0 w 152400"/>
                <a:gd name="connsiteY0" fmla="*/ 407670 h 400050"/>
                <a:gd name="connsiteX1" fmla="*/ 16193 w 152400"/>
                <a:gd name="connsiteY1" fmla="*/ 407670 h 400050"/>
                <a:gd name="connsiteX2" fmla="*/ 155258 w 152400"/>
                <a:gd name="connsiteY2" fmla="*/ 0 h 400050"/>
                <a:gd name="connsiteX3" fmla="*/ 140018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407670"/>
                  </a:moveTo>
                  <a:lnTo>
                    <a:pt x="16193" y="407670"/>
                  </a:lnTo>
                  <a:lnTo>
                    <a:pt x="155258" y="0"/>
                  </a:lnTo>
                  <a:lnTo>
                    <a:pt x="14001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9" name="Rectangle 238">
            <a:extLst>
              <a:ext uri="{FF2B5EF4-FFF2-40B4-BE49-F238E27FC236}">
                <a16:creationId xmlns:a16="http://schemas.microsoft.com/office/drawing/2014/main" id="{9BD9AB1B-37B9-4CA0-A09E-E43D2728EB3D}"/>
              </a:ext>
            </a:extLst>
          </p:cNvPr>
          <p:cNvSpPr/>
          <p:nvPr/>
        </p:nvSpPr>
        <p:spPr>
          <a:xfrm>
            <a:off x="1119106" y="632660"/>
            <a:ext cx="58912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Research Contribution</a:t>
            </a:r>
            <a:endParaRPr lang="en-US" sz="3600" b="1" dirty="0">
              <a:solidFill>
                <a:srgbClr val="232A4E"/>
              </a:solidFill>
              <a:latin typeface="Ubuntu" panose="020B0504030602030204" pitchFamily="34" charset="0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DB4E1C7A-143E-40B8-9163-A98BDB6107B0}"/>
              </a:ext>
            </a:extLst>
          </p:cNvPr>
          <p:cNvSpPr txBox="1"/>
          <p:nvPr/>
        </p:nvSpPr>
        <p:spPr>
          <a:xfrm>
            <a:off x="8953500" y="0"/>
            <a:ext cx="3127375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6600" b="1" i="0" spc="0" baseline="30000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9600" b="1" i="0" spc="0" smtClean="0">
                <a:solidFill>
                  <a:schemeClr val="bg1">
                    <a:lumMod val="95000"/>
                  </a:schemeClr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15</a:t>
            </a:fld>
            <a:r>
              <a:rPr lang="en-US" sz="6000" b="1" i="0" spc="0" baseline="30000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9600" b="1" i="0" spc="0" baseline="30000" dirty="0">
              <a:solidFill>
                <a:schemeClr val="accent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92DE2823-72FF-40B7-8F20-836D631F67B3}"/>
              </a:ext>
            </a:extLst>
          </p:cNvPr>
          <p:cNvGrpSpPr/>
          <p:nvPr/>
        </p:nvGrpSpPr>
        <p:grpSpPr>
          <a:xfrm>
            <a:off x="1176622" y="3680788"/>
            <a:ext cx="3134823" cy="1790250"/>
            <a:chOff x="1799303" y="1268361"/>
            <a:chExt cx="867169" cy="914400"/>
          </a:xfrm>
          <a:solidFill>
            <a:srgbClr val="232A4E"/>
          </a:solidFill>
          <a:effectLst>
            <a:outerShdw blurRad="609600" dist="114300" dir="5400000" algn="t" rotWithShape="0">
              <a:prstClr val="black">
                <a:alpha val="14000"/>
              </a:prstClr>
            </a:outerShdw>
          </a:effectLst>
        </p:grpSpPr>
        <p:sp>
          <p:nvSpPr>
            <p:cNvPr id="245" name="Rectangle: Top Corners Rounded 244">
              <a:extLst>
                <a:ext uri="{FF2B5EF4-FFF2-40B4-BE49-F238E27FC236}">
                  <a16:creationId xmlns:a16="http://schemas.microsoft.com/office/drawing/2014/main" id="{A7A01457-8252-47CC-93C6-FAAAC10ABD07}"/>
                </a:ext>
              </a:extLst>
            </p:cNvPr>
            <p:cNvSpPr/>
            <p:nvPr/>
          </p:nvSpPr>
          <p:spPr>
            <a:xfrm rot="16200000">
              <a:off x="1408586" y="1659078"/>
              <a:ext cx="914400" cy="13296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: Top Corners Rounded 245">
              <a:extLst>
                <a:ext uri="{FF2B5EF4-FFF2-40B4-BE49-F238E27FC236}">
                  <a16:creationId xmlns:a16="http://schemas.microsoft.com/office/drawing/2014/main" id="{C3EC4790-071E-4572-A783-EB02F66ABE0A}"/>
                </a:ext>
              </a:extLst>
            </p:cNvPr>
            <p:cNvSpPr/>
            <p:nvPr/>
          </p:nvSpPr>
          <p:spPr>
            <a:xfrm rot="5400000">
              <a:off x="1842171" y="1358460"/>
              <a:ext cx="914400" cy="734202"/>
            </a:xfrm>
            <a:prstGeom prst="round2SameRect">
              <a:avLst>
                <a:gd name="adj1" fmla="val 1345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7" name="Rectangle 246">
            <a:extLst>
              <a:ext uri="{FF2B5EF4-FFF2-40B4-BE49-F238E27FC236}">
                <a16:creationId xmlns:a16="http://schemas.microsoft.com/office/drawing/2014/main" id="{CE4B1279-7416-40C0-BF10-75A9B4B9F23D}"/>
              </a:ext>
            </a:extLst>
          </p:cNvPr>
          <p:cNvSpPr/>
          <p:nvPr/>
        </p:nvSpPr>
        <p:spPr>
          <a:xfrm>
            <a:off x="1287317" y="3852093"/>
            <a:ext cx="2979883" cy="1447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#include &lt;</a:t>
            </a:r>
            <a:r>
              <a:rPr lang="en-US" sz="1200" dirty="0" err="1">
                <a:solidFill>
                  <a:schemeClr val="accent2"/>
                </a:solidFill>
                <a:latin typeface="Consolas" panose="020B0609020204030204" pitchFamily="49" charset="0"/>
              </a:rPr>
              <a:t>stdio.h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int main(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)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{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  </a:t>
            </a:r>
            <a:r>
              <a:rPr lang="en-US" sz="1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("hello, world\n");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7DCF8229-8F60-495D-BE58-72917F0467CA}"/>
              </a:ext>
            </a:extLst>
          </p:cNvPr>
          <p:cNvSpPr/>
          <p:nvPr/>
        </p:nvSpPr>
        <p:spPr>
          <a:xfrm>
            <a:off x="1119106" y="1985210"/>
            <a:ext cx="5186444" cy="1420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Collective Approach of NLP Elements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Targeting Beginners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32A4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74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25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0"/>
      <p:bldP spid="2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4C1097E-EEFB-46B7-A898-95C0381B01D8}"/>
              </a:ext>
            </a:extLst>
          </p:cNvPr>
          <p:cNvSpPr/>
          <p:nvPr/>
        </p:nvSpPr>
        <p:spPr>
          <a:xfrm>
            <a:off x="0" y="1"/>
            <a:ext cx="7301500" cy="6095999"/>
          </a:xfrm>
          <a:custGeom>
            <a:avLst/>
            <a:gdLst>
              <a:gd name="connsiteX0" fmla="*/ 0 w 7301500"/>
              <a:gd name="connsiteY0" fmla="*/ 0 h 6095999"/>
              <a:gd name="connsiteX1" fmla="*/ 7016600 w 7301500"/>
              <a:gd name="connsiteY1" fmla="*/ 0 h 6095999"/>
              <a:gd name="connsiteX2" fmla="*/ 7027487 w 7301500"/>
              <a:gd name="connsiteY2" fmla="*/ 27612 h 6095999"/>
              <a:gd name="connsiteX3" fmla="*/ 7301500 w 7301500"/>
              <a:gd name="connsiteY3" fmla="*/ 1580271 h 6095999"/>
              <a:gd name="connsiteX4" fmla="*/ 2785772 w 7301500"/>
              <a:gd name="connsiteY4" fmla="*/ 6095999 h 6095999"/>
              <a:gd name="connsiteX5" fmla="*/ 83940 w 7301500"/>
              <a:gd name="connsiteY5" fmla="*/ 5198884 h 6095999"/>
              <a:gd name="connsiteX6" fmla="*/ 0 w 7301500"/>
              <a:gd name="connsiteY6" fmla="*/ 5132920 h 609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01500" h="6095999">
                <a:moveTo>
                  <a:pt x="0" y="0"/>
                </a:moveTo>
                <a:lnTo>
                  <a:pt x="7016600" y="0"/>
                </a:lnTo>
                <a:lnTo>
                  <a:pt x="7027487" y="27612"/>
                </a:lnTo>
                <a:cubicBezTo>
                  <a:pt x="7204756" y="511756"/>
                  <a:pt x="7301500" y="1034716"/>
                  <a:pt x="7301500" y="1580271"/>
                </a:cubicBezTo>
                <a:cubicBezTo>
                  <a:pt x="7301500" y="4074239"/>
                  <a:pt x="5279740" y="6095999"/>
                  <a:pt x="2785772" y="6095999"/>
                </a:cubicBezTo>
                <a:cubicBezTo>
                  <a:pt x="1772598" y="6095999"/>
                  <a:pt x="837356" y="5762330"/>
                  <a:pt x="83940" y="5198884"/>
                </a:cubicBezTo>
                <a:lnTo>
                  <a:pt x="0" y="513292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62032B5-77A7-460B-9F99-893181B3617D}"/>
              </a:ext>
            </a:extLst>
          </p:cNvPr>
          <p:cNvGrpSpPr/>
          <p:nvPr/>
        </p:nvGrpSpPr>
        <p:grpSpPr>
          <a:xfrm>
            <a:off x="441775" y="-259411"/>
            <a:ext cx="4746240" cy="3544637"/>
            <a:chOff x="441775" y="-259411"/>
            <a:chExt cx="4746240" cy="354463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DE55224-C5F2-48DB-A653-8116DBC9BB1E}"/>
                </a:ext>
              </a:extLst>
            </p:cNvPr>
            <p:cNvGrpSpPr/>
            <p:nvPr/>
          </p:nvGrpSpPr>
          <p:grpSpPr>
            <a:xfrm>
              <a:off x="441775" y="-259411"/>
              <a:ext cx="4572000" cy="2806049"/>
              <a:chOff x="-472625" y="-334216"/>
              <a:chExt cx="4572000" cy="2806049"/>
            </a:xfrm>
            <a:solidFill>
              <a:schemeClr val="bg1"/>
            </a:solidFill>
            <a:effectLst>
              <a:outerShdw blurRad="457200" dist="266700" dir="5400000" algn="t" rotWithShape="0">
                <a:prstClr val="black">
                  <a:alpha val="10000"/>
                </a:prstClr>
              </a:outerShdw>
            </a:effectLst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D2C61AA3-E3E0-4BBB-B9E8-35757C6A0A1E}"/>
                  </a:ext>
                </a:extLst>
              </p:cNvPr>
              <p:cNvSpPr/>
              <p:nvPr/>
            </p:nvSpPr>
            <p:spPr>
              <a:xfrm>
                <a:off x="-472625" y="-334216"/>
                <a:ext cx="4572000" cy="2547126"/>
              </a:xfrm>
              <a:prstGeom prst="roundRect">
                <a:avLst>
                  <a:gd name="adj" fmla="val 1090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Isosceles Triangle 3">
                <a:extLst>
                  <a:ext uri="{FF2B5EF4-FFF2-40B4-BE49-F238E27FC236}">
                    <a16:creationId xmlns:a16="http://schemas.microsoft.com/office/drawing/2014/main" id="{0E7F6787-F32B-4AA8-A6F5-C3C9CEA97D79}"/>
                  </a:ext>
                </a:extLst>
              </p:cNvPr>
              <p:cNvSpPr/>
              <p:nvPr/>
            </p:nvSpPr>
            <p:spPr>
              <a:xfrm rot="10800000">
                <a:off x="3350069" y="2075339"/>
                <a:ext cx="459932" cy="39649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FDA2FA7-F6DB-43FB-8BD2-DEC1352C36C8}"/>
                </a:ext>
              </a:extLst>
            </p:cNvPr>
            <p:cNvGrpSpPr/>
            <p:nvPr/>
          </p:nvGrpSpPr>
          <p:grpSpPr>
            <a:xfrm>
              <a:off x="938963" y="484424"/>
              <a:ext cx="4249052" cy="2800802"/>
              <a:chOff x="65773" y="841967"/>
              <a:chExt cx="4249052" cy="280080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547E626-7689-4A2F-A47C-AB89B1617373}"/>
                  </a:ext>
                </a:extLst>
              </p:cNvPr>
              <p:cNvSpPr/>
              <p:nvPr/>
            </p:nvSpPr>
            <p:spPr>
              <a:xfrm>
                <a:off x="393185" y="1166318"/>
                <a:ext cx="276547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600" b="0" i="0" dirty="0">
                    <a:solidFill>
                      <a:srgbClr val="232A4E"/>
                    </a:solidFill>
                    <a:effectLst/>
                    <a:latin typeface="Ubuntu" panose="020B0504030602030204" pitchFamily="34" charset="0"/>
                  </a:rPr>
                  <a:t>Conclusion</a:t>
                </a:r>
                <a:endParaRPr lang="en-US" sz="3600" b="0" i="0" dirty="0">
                  <a:solidFill>
                    <a:schemeClr val="accent1"/>
                  </a:solidFill>
                  <a:effectLst/>
                  <a:latin typeface="Ubuntu" panose="020B0504030602030204" pitchFamily="34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70EFB0E-3421-4107-B023-197A1B5B6F71}"/>
                  </a:ext>
                </a:extLst>
              </p:cNvPr>
              <p:cNvSpPr/>
              <p:nvPr/>
            </p:nvSpPr>
            <p:spPr>
              <a:xfrm>
                <a:off x="65773" y="841967"/>
                <a:ext cx="498595" cy="1382751"/>
              </a:xfrm>
              <a:custGeom>
                <a:avLst/>
                <a:gdLst/>
                <a:ahLst/>
                <a:cxnLst/>
                <a:rect l="l" t="t" r="r" b="b"/>
                <a:pathLst>
                  <a:path w="1650336" h="4576865">
                    <a:moveTo>
                      <a:pt x="1650336" y="0"/>
                    </a:moveTo>
                    <a:lnTo>
                      <a:pt x="1650336" y="356206"/>
                    </a:lnTo>
                    <a:cubicBezTo>
                      <a:pt x="1257399" y="366457"/>
                      <a:pt x="1060931" y="536445"/>
                      <a:pt x="1060931" y="866170"/>
                    </a:cubicBezTo>
                    <a:lnTo>
                      <a:pt x="1060931" y="1622147"/>
                    </a:lnTo>
                    <a:cubicBezTo>
                      <a:pt x="1060931" y="1989458"/>
                      <a:pt x="870441" y="2206428"/>
                      <a:pt x="489463" y="2273057"/>
                    </a:cubicBezTo>
                    <a:lnTo>
                      <a:pt x="489463" y="2303808"/>
                    </a:lnTo>
                    <a:cubicBezTo>
                      <a:pt x="870441" y="2370436"/>
                      <a:pt x="1060931" y="2587406"/>
                      <a:pt x="1060931" y="2954717"/>
                    </a:cubicBezTo>
                    <a:lnTo>
                      <a:pt x="1060931" y="3715820"/>
                    </a:lnTo>
                    <a:cubicBezTo>
                      <a:pt x="1060931" y="3890079"/>
                      <a:pt x="1110902" y="4016502"/>
                      <a:pt x="1210845" y="4095089"/>
                    </a:cubicBezTo>
                    <a:cubicBezTo>
                      <a:pt x="1310787" y="4173677"/>
                      <a:pt x="1457285" y="4214679"/>
                      <a:pt x="1650336" y="4218096"/>
                    </a:cubicBezTo>
                    <a:lnTo>
                      <a:pt x="1650336" y="4576865"/>
                    </a:lnTo>
                    <a:cubicBezTo>
                      <a:pt x="1325736" y="4573448"/>
                      <a:pt x="1074598" y="4499132"/>
                      <a:pt x="896922" y="4353915"/>
                    </a:cubicBezTo>
                    <a:cubicBezTo>
                      <a:pt x="719246" y="4208700"/>
                      <a:pt x="630408" y="4004543"/>
                      <a:pt x="630408" y="3741446"/>
                    </a:cubicBezTo>
                    <a:lnTo>
                      <a:pt x="630408" y="2964968"/>
                    </a:lnTo>
                    <a:cubicBezTo>
                      <a:pt x="630408" y="2787292"/>
                      <a:pt x="576592" y="2660441"/>
                      <a:pt x="468962" y="2584416"/>
                    </a:cubicBezTo>
                    <a:cubicBezTo>
                      <a:pt x="361331" y="2508392"/>
                      <a:pt x="205011" y="2470379"/>
                      <a:pt x="0" y="2470379"/>
                    </a:cubicBezTo>
                    <a:lnTo>
                      <a:pt x="0" y="2109048"/>
                    </a:lnTo>
                    <a:cubicBezTo>
                      <a:pt x="222095" y="2105631"/>
                      <a:pt x="382687" y="2064629"/>
                      <a:pt x="481775" y="1986041"/>
                    </a:cubicBezTo>
                    <a:cubicBezTo>
                      <a:pt x="580864" y="1907454"/>
                      <a:pt x="630408" y="1786156"/>
                      <a:pt x="630408" y="1622147"/>
                    </a:cubicBezTo>
                    <a:lnTo>
                      <a:pt x="630408" y="837981"/>
                    </a:lnTo>
                    <a:cubicBezTo>
                      <a:pt x="630408" y="573176"/>
                      <a:pt x="722663" y="367311"/>
                      <a:pt x="907172" y="220386"/>
                    </a:cubicBezTo>
                    <a:cubicBezTo>
                      <a:pt x="1091682" y="73462"/>
                      <a:pt x="1339404" y="0"/>
                      <a:pt x="16503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Ubuntu" panose="020B0504030602030204" pitchFamily="34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EA90684-9681-436D-804C-4B415D48B39E}"/>
                  </a:ext>
                </a:extLst>
              </p:cNvPr>
              <p:cNvSpPr/>
              <p:nvPr/>
            </p:nvSpPr>
            <p:spPr>
              <a:xfrm flipH="1">
                <a:off x="2891395" y="841967"/>
                <a:ext cx="498595" cy="1382751"/>
              </a:xfrm>
              <a:custGeom>
                <a:avLst/>
                <a:gdLst/>
                <a:ahLst/>
                <a:cxnLst/>
                <a:rect l="l" t="t" r="r" b="b"/>
                <a:pathLst>
                  <a:path w="1650336" h="4576865">
                    <a:moveTo>
                      <a:pt x="1650336" y="0"/>
                    </a:moveTo>
                    <a:lnTo>
                      <a:pt x="1650336" y="356206"/>
                    </a:lnTo>
                    <a:cubicBezTo>
                      <a:pt x="1257399" y="366457"/>
                      <a:pt x="1060931" y="536445"/>
                      <a:pt x="1060931" y="866170"/>
                    </a:cubicBezTo>
                    <a:lnTo>
                      <a:pt x="1060931" y="1622147"/>
                    </a:lnTo>
                    <a:cubicBezTo>
                      <a:pt x="1060931" y="1989458"/>
                      <a:pt x="870441" y="2206428"/>
                      <a:pt x="489463" y="2273057"/>
                    </a:cubicBezTo>
                    <a:lnTo>
                      <a:pt x="489463" y="2303808"/>
                    </a:lnTo>
                    <a:cubicBezTo>
                      <a:pt x="870441" y="2370436"/>
                      <a:pt x="1060931" y="2587406"/>
                      <a:pt x="1060931" y="2954717"/>
                    </a:cubicBezTo>
                    <a:lnTo>
                      <a:pt x="1060931" y="3715820"/>
                    </a:lnTo>
                    <a:cubicBezTo>
                      <a:pt x="1060931" y="3890079"/>
                      <a:pt x="1110902" y="4016502"/>
                      <a:pt x="1210845" y="4095089"/>
                    </a:cubicBezTo>
                    <a:cubicBezTo>
                      <a:pt x="1310787" y="4173677"/>
                      <a:pt x="1457285" y="4214679"/>
                      <a:pt x="1650336" y="4218096"/>
                    </a:cubicBezTo>
                    <a:lnTo>
                      <a:pt x="1650336" y="4576865"/>
                    </a:lnTo>
                    <a:cubicBezTo>
                      <a:pt x="1325736" y="4573448"/>
                      <a:pt x="1074598" y="4499132"/>
                      <a:pt x="896922" y="4353915"/>
                    </a:cubicBezTo>
                    <a:cubicBezTo>
                      <a:pt x="719246" y="4208700"/>
                      <a:pt x="630408" y="4004543"/>
                      <a:pt x="630408" y="3741446"/>
                    </a:cubicBezTo>
                    <a:lnTo>
                      <a:pt x="630408" y="2964968"/>
                    </a:lnTo>
                    <a:cubicBezTo>
                      <a:pt x="630408" y="2787292"/>
                      <a:pt x="576592" y="2660441"/>
                      <a:pt x="468962" y="2584416"/>
                    </a:cubicBezTo>
                    <a:cubicBezTo>
                      <a:pt x="361331" y="2508392"/>
                      <a:pt x="205011" y="2470379"/>
                      <a:pt x="0" y="2470379"/>
                    </a:cubicBezTo>
                    <a:lnTo>
                      <a:pt x="0" y="2109048"/>
                    </a:lnTo>
                    <a:cubicBezTo>
                      <a:pt x="222095" y="2105631"/>
                      <a:pt x="382687" y="2064629"/>
                      <a:pt x="481775" y="1986041"/>
                    </a:cubicBezTo>
                    <a:cubicBezTo>
                      <a:pt x="580864" y="1907454"/>
                      <a:pt x="630408" y="1786156"/>
                      <a:pt x="630408" y="1622147"/>
                    </a:cubicBezTo>
                    <a:lnTo>
                      <a:pt x="630408" y="837981"/>
                    </a:lnTo>
                    <a:cubicBezTo>
                      <a:pt x="630408" y="573176"/>
                      <a:pt x="722663" y="367311"/>
                      <a:pt x="907172" y="220386"/>
                    </a:cubicBezTo>
                    <a:cubicBezTo>
                      <a:pt x="1091682" y="73462"/>
                      <a:pt x="1339404" y="0"/>
                      <a:pt x="16503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Ubuntu" panose="020B0504030602030204" pitchFamily="34" charset="0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0FEBEFB-BF1E-491D-A584-2C262E48460A}"/>
                  </a:ext>
                </a:extLst>
              </p:cNvPr>
              <p:cNvGrpSpPr/>
              <p:nvPr/>
            </p:nvGrpSpPr>
            <p:grpSpPr>
              <a:xfrm flipV="1">
                <a:off x="3387597" y="3425011"/>
                <a:ext cx="927228" cy="217758"/>
                <a:chOff x="3010829" y="-1115122"/>
                <a:chExt cx="2659044" cy="624469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F4153F47-6402-49A4-8DE5-20891E15FD72}"/>
                    </a:ext>
                  </a:extLst>
                </p:cNvPr>
                <p:cNvSpPr/>
                <p:nvPr/>
              </p:nvSpPr>
              <p:spPr>
                <a:xfrm>
                  <a:off x="3010829" y="-1115122"/>
                  <a:ext cx="624469" cy="6244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28B9492D-2FC6-492E-8DC6-4EB5BD60A6B4}"/>
                    </a:ext>
                  </a:extLst>
                </p:cNvPr>
                <p:cNvSpPr/>
                <p:nvPr/>
              </p:nvSpPr>
              <p:spPr>
                <a:xfrm>
                  <a:off x="4028117" y="-1115122"/>
                  <a:ext cx="624469" cy="6244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FB4B8557-E513-468A-9B2C-2921B6F73477}"/>
                    </a:ext>
                  </a:extLst>
                </p:cNvPr>
                <p:cNvSpPr/>
                <p:nvPr/>
              </p:nvSpPr>
              <p:spPr>
                <a:xfrm>
                  <a:off x="5045404" y="-1115122"/>
                  <a:ext cx="624469" cy="6244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148B11E-E663-4B0E-A091-5368D8082342}"/>
              </a:ext>
            </a:extLst>
          </p:cNvPr>
          <p:cNvSpPr/>
          <p:nvPr/>
        </p:nvSpPr>
        <p:spPr>
          <a:xfrm>
            <a:off x="3036045" y="3202055"/>
            <a:ext cx="7301500" cy="32327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Web-based Code-Editor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Targeting Beginners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Future Updates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73D597C-4DA0-458A-A92C-BD7A59755F34}"/>
              </a:ext>
            </a:extLst>
          </p:cNvPr>
          <p:cNvGrpSpPr/>
          <p:nvPr/>
        </p:nvGrpSpPr>
        <p:grpSpPr>
          <a:xfrm>
            <a:off x="8643947" y="5095196"/>
            <a:ext cx="2460554" cy="657208"/>
            <a:chOff x="1999151" y="3105190"/>
            <a:chExt cx="2460554" cy="657208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5DA6D1B-2EE4-45B9-B398-E3FFC7572F6D}"/>
                </a:ext>
              </a:extLst>
            </p:cNvPr>
            <p:cNvSpPr/>
            <p:nvPr/>
          </p:nvSpPr>
          <p:spPr>
            <a:xfrm>
              <a:off x="2064598" y="3105190"/>
              <a:ext cx="2329660" cy="657208"/>
            </a:xfrm>
            <a:prstGeom prst="roundRect">
              <a:avLst>
                <a:gd name="adj" fmla="val 14597"/>
              </a:avLst>
            </a:pr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AC9BEC-4B91-4C1C-8E0E-348BD2E5DCF1}"/>
                </a:ext>
              </a:extLst>
            </p:cNvPr>
            <p:cNvSpPr txBox="1"/>
            <p:nvPr/>
          </p:nvSpPr>
          <p:spPr>
            <a:xfrm>
              <a:off x="1999151" y="3256053"/>
              <a:ext cx="2460554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Key Takeaway</a:t>
              </a:r>
            </a:p>
          </p:txBody>
        </p:sp>
      </p:grpSp>
      <p:sp>
        <p:nvSpPr>
          <p:cNvPr id="30" name="Freeform 147">
            <a:extLst>
              <a:ext uri="{FF2B5EF4-FFF2-40B4-BE49-F238E27FC236}">
                <a16:creationId xmlns:a16="http://schemas.microsoft.com/office/drawing/2014/main" id="{B6D19223-D794-495E-9D8E-4537BA6A58CA}"/>
              </a:ext>
            </a:extLst>
          </p:cNvPr>
          <p:cNvSpPr>
            <a:spLocks noEditPoints="1"/>
          </p:cNvSpPr>
          <p:nvPr/>
        </p:nvSpPr>
        <p:spPr bwMode="auto">
          <a:xfrm rot="1801418">
            <a:off x="9349419" y="3391450"/>
            <a:ext cx="228663" cy="325061"/>
          </a:xfrm>
          <a:custGeom>
            <a:avLst/>
            <a:gdLst>
              <a:gd name="T0" fmla="*/ 151589 w 47"/>
              <a:gd name="T1" fmla="*/ 161475 h 67"/>
              <a:gd name="T2" fmla="*/ 93021 w 47"/>
              <a:gd name="T3" fmla="*/ 161475 h 67"/>
              <a:gd name="T4" fmla="*/ 86130 w 47"/>
              <a:gd name="T5" fmla="*/ 226752 h 67"/>
              <a:gd name="T6" fmla="*/ 82685 w 47"/>
              <a:gd name="T7" fmla="*/ 230188 h 67"/>
              <a:gd name="T8" fmla="*/ 82685 w 47"/>
              <a:gd name="T9" fmla="*/ 230188 h 67"/>
              <a:gd name="T10" fmla="*/ 75795 w 47"/>
              <a:gd name="T11" fmla="*/ 226752 h 67"/>
              <a:gd name="T12" fmla="*/ 65459 w 47"/>
              <a:gd name="T13" fmla="*/ 161475 h 67"/>
              <a:gd name="T14" fmla="*/ 10336 w 47"/>
              <a:gd name="T15" fmla="*/ 161475 h 67"/>
              <a:gd name="T16" fmla="*/ 0 w 47"/>
              <a:gd name="T17" fmla="*/ 151168 h 67"/>
              <a:gd name="T18" fmla="*/ 37897 w 47"/>
              <a:gd name="T19" fmla="*/ 106505 h 67"/>
              <a:gd name="T20" fmla="*/ 37897 w 47"/>
              <a:gd name="T21" fmla="*/ 37792 h 67"/>
              <a:gd name="T22" fmla="*/ 20671 w 47"/>
              <a:gd name="T23" fmla="*/ 20614 h 67"/>
              <a:gd name="T24" fmla="*/ 37897 w 47"/>
              <a:gd name="T25" fmla="*/ 0 h 67"/>
              <a:gd name="T26" fmla="*/ 124028 w 47"/>
              <a:gd name="T27" fmla="*/ 0 h 67"/>
              <a:gd name="T28" fmla="*/ 144699 w 47"/>
              <a:gd name="T29" fmla="*/ 20614 h 67"/>
              <a:gd name="T30" fmla="*/ 124028 w 47"/>
              <a:gd name="T31" fmla="*/ 37792 h 67"/>
              <a:gd name="T32" fmla="*/ 124028 w 47"/>
              <a:gd name="T33" fmla="*/ 106505 h 67"/>
              <a:gd name="T34" fmla="*/ 161925 w 47"/>
              <a:gd name="T35" fmla="*/ 151168 h 67"/>
              <a:gd name="T36" fmla="*/ 151589 w 47"/>
              <a:gd name="T37" fmla="*/ 161475 h 67"/>
              <a:gd name="T38" fmla="*/ 68904 w 47"/>
              <a:gd name="T39" fmla="*/ 41228 h 67"/>
              <a:gd name="T40" fmla="*/ 62014 w 47"/>
              <a:gd name="T41" fmla="*/ 37792 h 67"/>
              <a:gd name="T42" fmla="*/ 58569 w 47"/>
              <a:gd name="T43" fmla="*/ 41228 h 67"/>
              <a:gd name="T44" fmla="*/ 58569 w 47"/>
              <a:gd name="T45" fmla="*/ 103069 h 67"/>
              <a:gd name="T46" fmla="*/ 62014 w 47"/>
              <a:gd name="T47" fmla="*/ 106505 h 67"/>
              <a:gd name="T48" fmla="*/ 68904 w 47"/>
              <a:gd name="T49" fmla="*/ 103069 h 67"/>
              <a:gd name="T50" fmla="*/ 68904 w 47"/>
              <a:gd name="T51" fmla="*/ 41228 h 67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47" h="67">
                <a:moveTo>
                  <a:pt x="44" y="47"/>
                </a:moveTo>
                <a:cubicBezTo>
                  <a:pt x="27" y="47"/>
                  <a:pt x="27" y="47"/>
                  <a:pt x="27" y="47"/>
                </a:cubicBezTo>
                <a:cubicBezTo>
                  <a:pt x="25" y="66"/>
                  <a:pt x="25" y="66"/>
                  <a:pt x="25" y="66"/>
                </a:cubicBezTo>
                <a:cubicBezTo>
                  <a:pt x="25" y="67"/>
                  <a:pt x="24" y="67"/>
                  <a:pt x="24" y="67"/>
                </a:cubicBezTo>
                <a:cubicBezTo>
                  <a:pt x="24" y="67"/>
                  <a:pt x="24" y="67"/>
                  <a:pt x="24" y="67"/>
                </a:cubicBezTo>
                <a:cubicBezTo>
                  <a:pt x="23" y="67"/>
                  <a:pt x="22" y="67"/>
                  <a:pt x="22" y="66"/>
                </a:cubicBezTo>
                <a:cubicBezTo>
                  <a:pt x="19" y="47"/>
                  <a:pt x="19" y="47"/>
                  <a:pt x="19" y="47"/>
                </a:cubicBezTo>
                <a:cubicBezTo>
                  <a:pt x="3" y="47"/>
                  <a:pt x="3" y="47"/>
                  <a:pt x="3" y="47"/>
                </a:cubicBezTo>
                <a:cubicBezTo>
                  <a:pt x="2" y="47"/>
                  <a:pt x="0" y="46"/>
                  <a:pt x="0" y="44"/>
                </a:cubicBezTo>
                <a:cubicBezTo>
                  <a:pt x="0" y="38"/>
                  <a:pt x="5" y="31"/>
                  <a:pt x="11" y="31"/>
                </a:cubicBezTo>
                <a:cubicBezTo>
                  <a:pt x="11" y="11"/>
                  <a:pt x="11" y="11"/>
                  <a:pt x="11" y="11"/>
                </a:cubicBezTo>
                <a:cubicBezTo>
                  <a:pt x="8" y="11"/>
                  <a:pt x="6" y="8"/>
                  <a:pt x="6" y="6"/>
                </a:cubicBezTo>
                <a:cubicBezTo>
                  <a:pt x="6" y="3"/>
                  <a:pt x="8" y="0"/>
                  <a:pt x="11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9" y="0"/>
                  <a:pt x="42" y="3"/>
                  <a:pt x="42" y="6"/>
                </a:cubicBezTo>
                <a:cubicBezTo>
                  <a:pt x="42" y="8"/>
                  <a:pt x="39" y="11"/>
                  <a:pt x="36" y="11"/>
                </a:cubicBezTo>
                <a:cubicBezTo>
                  <a:pt x="36" y="31"/>
                  <a:pt x="36" y="31"/>
                  <a:pt x="36" y="31"/>
                </a:cubicBezTo>
                <a:cubicBezTo>
                  <a:pt x="42" y="31"/>
                  <a:pt x="47" y="38"/>
                  <a:pt x="47" y="44"/>
                </a:cubicBezTo>
                <a:cubicBezTo>
                  <a:pt x="47" y="46"/>
                  <a:pt x="46" y="47"/>
                  <a:pt x="44" y="47"/>
                </a:cubicBezTo>
                <a:close/>
                <a:moveTo>
                  <a:pt x="20" y="12"/>
                </a:moveTo>
                <a:cubicBezTo>
                  <a:pt x="20" y="11"/>
                  <a:pt x="19" y="11"/>
                  <a:pt x="18" y="11"/>
                </a:cubicBezTo>
                <a:cubicBezTo>
                  <a:pt x="18" y="11"/>
                  <a:pt x="17" y="11"/>
                  <a:pt x="17" y="12"/>
                </a:cubicBezTo>
                <a:cubicBezTo>
                  <a:pt x="17" y="30"/>
                  <a:pt x="17" y="30"/>
                  <a:pt x="17" y="30"/>
                </a:cubicBezTo>
                <a:cubicBezTo>
                  <a:pt x="17" y="31"/>
                  <a:pt x="18" y="31"/>
                  <a:pt x="18" y="31"/>
                </a:cubicBezTo>
                <a:cubicBezTo>
                  <a:pt x="19" y="31"/>
                  <a:pt x="20" y="31"/>
                  <a:pt x="20" y="30"/>
                </a:cubicBezTo>
                <a:lnTo>
                  <a:pt x="20" y="12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3B289BC-51D7-4E8E-B9F5-B907BD358E7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92025">
            <a:off x="10110775" y="3315257"/>
            <a:ext cx="267571" cy="26757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955C30C7-A60F-41D5-9778-B209C3A8308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01418">
            <a:off x="10835314" y="2207927"/>
            <a:ext cx="773324" cy="773324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4DBB25B-4B33-4D47-B3F6-1A2C3E3C0467}"/>
              </a:ext>
            </a:extLst>
          </p:cNvPr>
          <p:cNvSpPr/>
          <p:nvPr/>
        </p:nvSpPr>
        <p:spPr>
          <a:xfrm rot="19659532">
            <a:off x="9787025" y="1411421"/>
            <a:ext cx="449594" cy="363706"/>
          </a:xfrm>
          <a:custGeom>
            <a:avLst/>
            <a:gdLst>
              <a:gd name="connsiteX0" fmla="*/ 1602069 w 2550423"/>
              <a:gd name="connsiteY0" fmla="*/ 1574105 h 2063200"/>
              <a:gd name="connsiteX1" fmla="*/ 1543109 w 2550423"/>
              <a:gd name="connsiteY1" fmla="*/ 1588189 h 2063200"/>
              <a:gd name="connsiteX2" fmla="*/ 996205 w 2550423"/>
              <a:gd name="connsiteY2" fmla="*/ 1588189 h 2063200"/>
              <a:gd name="connsiteX3" fmla="*/ 885427 w 2550423"/>
              <a:gd name="connsiteY3" fmla="*/ 1605965 h 2063200"/>
              <a:gd name="connsiteX4" fmla="*/ 903202 w 2550423"/>
              <a:gd name="connsiteY4" fmla="*/ 1716742 h 2063200"/>
              <a:gd name="connsiteX5" fmla="*/ 1269657 w 2550423"/>
              <a:gd name="connsiteY5" fmla="*/ 1835614 h 2063200"/>
              <a:gd name="connsiteX6" fmla="*/ 1636112 w 2550423"/>
              <a:gd name="connsiteY6" fmla="*/ 1716742 h 2063200"/>
              <a:gd name="connsiteX7" fmla="*/ 1653887 w 2550423"/>
              <a:gd name="connsiteY7" fmla="*/ 1605965 h 2063200"/>
              <a:gd name="connsiteX8" fmla="*/ 1602069 w 2550423"/>
              <a:gd name="connsiteY8" fmla="*/ 1574105 h 2063200"/>
              <a:gd name="connsiteX9" fmla="*/ 1666425 w 2550423"/>
              <a:gd name="connsiteY9" fmla="*/ 1031604 h 2063200"/>
              <a:gd name="connsiteX10" fmla="*/ 1507718 w 2550423"/>
              <a:gd name="connsiteY10" fmla="*/ 1190311 h 2063200"/>
              <a:gd name="connsiteX11" fmla="*/ 1666425 w 2550423"/>
              <a:gd name="connsiteY11" fmla="*/ 1349018 h 2063200"/>
              <a:gd name="connsiteX12" fmla="*/ 1825132 w 2550423"/>
              <a:gd name="connsiteY12" fmla="*/ 1190311 h 2063200"/>
              <a:gd name="connsiteX13" fmla="*/ 1666425 w 2550423"/>
              <a:gd name="connsiteY13" fmla="*/ 1031604 h 2063200"/>
              <a:gd name="connsiteX14" fmla="*/ 872889 w 2550423"/>
              <a:gd name="connsiteY14" fmla="*/ 1031604 h 2063200"/>
              <a:gd name="connsiteX15" fmla="*/ 714182 w 2550423"/>
              <a:gd name="connsiteY15" fmla="*/ 1190311 h 2063200"/>
              <a:gd name="connsiteX16" fmla="*/ 872889 w 2550423"/>
              <a:gd name="connsiteY16" fmla="*/ 1349018 h 2063200"/>
              <a:gd name="connsiteX17" fmla="*/ 1031596 w 2550423"/>
              <a:gd name="connsiteY17" fmla="*/ 1190311 h 2063200"/>
              <a:gd name="connsiteX18" fmla="*/ 872889 w 2550423"/>
              <a:gd name="connsiteY18" fmla="*/ 1031604 h 2063200"/>
              <a:gd name="connsiteX19" fmla="*/ 2142546 w 2550423"/>
              <a:gd name="connsiteY19" fmla="*/ 158714 h 2063200"/>
              <a:gd name="connsiteX20" fmla="*/ 2063192 w 2550423"/>
              <a:gd name="connsiteY20" fmla="*/ 238068 h 2063200"/>
              <a:gd name="connsiteX21" fmla="*/ 2142546 w 2550423"/>
              <a:gd name="connsiteY21" fmla="*/ 317421 h 2063200"/>
              <a:gd name="connsiteX22" fmla="*/ 2221899 w 2550423"/>
              <a:gd name="connsiteY22" fmla="*/ 238068 h 2063200"/>
              <a:gd name="connsiteX23" fmla="*/ 2142546 w 2550423"/>
              <a:gd name="connsiteY23" fmla="*/ 158714 h 2063200"/>
              <a:gd name="connsiteX24" fmla="*/ 2142546 w 2550423"/>
              <a:gd name="connsiteY24" fmla="*/ 8 h 2063200"/>
              <a:gd name="connsiteX25" fmla="*/ 2380607 w 2550423"/>
              <a:gd name="connsiteY25" fmla="*/ 238068 h 2063200"/>
              <a:gd name="connsiteX26" fmla="*/ 2142546 w 2550423"/>
              <a:gd name="connsiteY26" fmla="*/ 476129 h 2063200"/>
              <a:gd name="connsiteX27" fmla="*/ 1906866 w 2550423"/>
              <a:gd name="connsiteY27" fmla="*/ 262351 h 2063200"/>
              <a:gd name="connsiteX28" fmla="*/ 1519462 w 2550423"/>
              <a:gd name="connsiteY28" fmla="*/ 171888 h 2063200"/>
              <a:gd name="connsiteX29" fmla="*/ 1386307 w 2550423"/>
              <a:gd name="connsiteY29" fmla="*/ 484223 h 2063200"/>
              <a:gd name="connsiteX30" fmla="*/ 2042243 w 2550423"/>
              <a:gd name="connsiteY30" fmla="*/ 699113 h 2063200"/>
              <a:gd name="connsiteX31" fmla="*/ 2233009 w 2550423"/>
              <a:gd name="connsiteY31" fmla="*/ 634836 h 2063200"/>
              <a:gd name="connsiteX32" fmla="*/ 2550423 w 2550423"/>
              <a:gd name="connsiteY32" fmla="*/ 952251 h 2063200"/>
              <a:gd name="connsiteX33" fmla="*/ 2379337 w 2550423"/>
              <a:gd name="connsiteY33" fmla="*/ 1232845 h 2063200"/>
              <a:gd name="connsiteX34" fmla="*/ 2380607 w 2550423"/>
              <a:gd name="connsiteY34" fmla="*/ 1269665 h 2063200"/>
              <a:gd name="connsiteX35" fmla="*/ 1269657 w 2550423"/>
              <a:gd name="connsiteY35" fmla="*/ 2063200 h 2063200"/>
              <a:gd name="connsiteX36" fmla="*/ 158707 w 2550423"/>
              <a:gd name="connsiteY36" fmla="*/ 1269665 h 2063200"/>
              <a:gd name="connsiteX37" fmla="*/ 160453 w 2550423"/>
              <a:gd name="connsiteY37" fmla="*/ 1226973 h 2063200"/>
              <a:gd name="connsiteX38" fmla="*/ 0 w 2550423"/>
              <a:gd name="connsiteY38" fmla="*/ 952251 h 2063200"/>
              <a:gd name="connsiteX39" fmla="*/ 317414 w 2550423"/>
              <a:gd name="connsiteY39" fmla="*/ 634836 h 2063200"/>
              <a:gd name="connsiteX40" fmla="*/ 503419 w 2550423"/>
              <a:gd name="connsiteY40" fmla="*/ 694986 h 2063200"/>
              <a:gd name="connsiteX41" fmla="*/ 1215538 w 2550423"/>
              <a:gd name="connsiteY41" fmla="*/ 479938 h 2063200"/>
              <a:gd name="connsiteX42" fmla="*/ 1399638 w 2550423"/>
              <a:gd name="connsiteY42" fmla="*/ 48255 h 2063200"/>
              <a:gd name="connsiteX43" fmla="*/ 1490895 w 2550423"/>
              <a:gd name="connsiteY43" fmla="*/ 2071 h 2063200"/>
              <a:gd name="connsiteX44" fmla="*/ 1943686 w 2550423"/>
              <a:gd name="connsiteY44" fmla="*/ 107929 h 2063200"/>
              <a:gd name="connsiteX45" fmla="*/ 2142546 w 2550423"/>
              <a:gd name="connsiteY45" fmla="*/ 8 h 206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550423" h="2063200">
                <a:moveTo>
                  <a:pt x="1602069" y="1574105"/>
                </a:moveTo>
                <a:cubicBezTo>
                  <a:pt x="1582032" y="1570930"/>
                  <a:pt x="1560805" y="1575414"/>
                  <a:pt x="1543109" y="1588189"/>
                </a:cubicBezTo>
                <a:cubicBezTo>
                  <a:pt x="1379482" y="1706744"/>
                  <a:pt x="1159832" y="1706426"/>
                  <a:pt x="996205" y="1588189"/>
                </a:cubicBezTo>
                <a:cubicBezTo>
                  <a:pt x="960813" y="1562638"/>
                  <a:pt x="911138" y="1570573"/>
                  <a:pt x="885427" y="1605965"/>
                </a:cubicBezTo>
                <a:cubicBezTo>
                  <a:pt x="859716" y="1641356"/>
                  <a:pt x="867652" y="1691032"/>
                  <a:pt x="903202" y="1716742"/>
                </a:cubicBezTo>
                <a:cubicBezTo>
                  <a:pt x="1012710" y="1795937"/>
                  <a:pt x="1141263" y="1835614"/>
                  <a:pt x="1269657" y="1835614"/>
                </a:cubicBezTo>
                <a:cubicBezTo>
                  <a:pt x="1398051" y="1835614"/>
                  <a:pt x="1526604" y="1795937"/>
                  <a:pt x="1636112" y="1716742"/>
                </a:cubicBezTo>
                <a:cubicBezTo>
                  <a:pt x="1671503" y="1691032"/>
                  <a:pt x="1679597" y="1641515"/>
                  <a:pt x="1653887" y="1605965"/>
                </a:cubicBezTo>
                <a:cubicBezTo>
                  <a:pt x="1640953" y="1588111"/>
                  <a:pt x="1622106" y="1577279"/>
                  <a:pt x="1602069" y="1574105"/>
                </a:cubicBezTo>
                <a:close/>
                <a:moveTo>
                  <a:pt x="1666425" y="1031604"/>
                </a:moveTo>
                <a:cubicBezTo>
                  <a:pt x="1578774" y="1031604"/>
                  <a:pt x="1507718" y="1102660"/>
                  <a:pt x="1507718" y="1190311"/>
                </a:cubicBezTo>
                <a:cubicBezTo>
                  <a:pt x="1507718" y="1277963"/>
                  <a:pt x="1578774" y="1349018"/>
                  <a:pt x="1666425" y="1349018"/>
                </a:cubicBezTo>
                <a:cubicBezTo>
                  <a:pt x="1754077" y="1349018"/>
                  <a:pt x="1825132" y="1277963"/>
                  <a:pt x="1825132" y="1190311"/>
                </a:cubicBezTo>
                <a:cubicBezTo>
                  <a:pt x="1825132" y="1102660"/>
                  <a:pt x="1754077" y="1031604"/>
                  <a:pt x="1666425" y="1031604"/>
                </a:cubicBezTo>
                <a:close/>
                <a:moveTo>
                  <a:pt x="872889" y="1031604"/>
                </a:moveTo>
                <a:cubicBezTo>
                  <a:pt x="785238" y="1031604"/>
                  <a:pt x="714182" y="1102660"/>
                  <a:pt x="714182" y="1190311"/>
                </a:cubicBezTo>
                <a:cubicBezTo>
                  <a:pt x="714182" y="1277963"/>
                  <a:pt x="785238" y="1349018"/>
                  <a:pt x="872889" y="1349018"/>
                </a:cubicBezTo>
                <a:cubicBezTo>
                  <a:pt x="960541" y="1349018"/>
                  <a:pt x="1031596" y="1277963"/>
                  <a:pt x="1031596" y="1190311"/>
                </a:cubicBezTo>
                <a:cubicBezTo>
                  <a:pt x="1031596" y="1102660"/>
                  <a:pt x="960541" y="1031604"/>
                  <a:pt x="872889" y="1031604"/>
                </a:cubicBezTo>
                <a:close/>
                <a:moveTo>
                  <a:pt x="2142546" y="158714"/>
                </a:moveTo>
                <a:cubicBezTo>
                  <a:pt x="2098720" y="158714"/>
                  <a:pt x="2063192" y="194242"/>
                  <a:pt x="2063192" y="238068"/>
                </a:cubicBezTo>
                <a:cubicBezTo>
                  <a:pt x="2063192" y="281893"/>
                  <a:pt x="2098720" y="317421"/>
                  <a:pt x="2142546" y="317421"/>
                </a:cubicBezTo>
                <a:cubicBezTo>
                  <a:pt x="2186371" y="317421"/>
                  <a:pt x="2221899" y="281893"/>
                  <a:pt x="2221899" y="238068"/>
                </a:cubicBezTo>
                <a:cubicBezTo>
                  <a:pt x="2221899" y="194242"/>
                  <a:pt x="2186371" y="158714"/>
                  <a:pt x="2142546" y="158714"/>
                </a:cubicBezTo>
                <a:close/>
                <a:moveTo>
                  <a:pt x="2142546" y="8"/>
                </a:moveTo>
                <a:cubicBezTo>
                  <a:pt x="2273797" y="8"/>
                  <a:pt x="2380607" y="106818"/>
                  <a:pt x="2380607" y="238068"/>
                </a:cubicBezTo>
                <a:cubicBezTo>
                  <a:pt x="2380607" y="369319"/>
                  <a:pt x="2273797" y="476129"/>
                  <a:pt x="2142546" y="476129"/>
                </a:cubicBezTo>
                <a:cubicBezTo>
                  <a:pt x="2019548" y="476129"/>
                  <a:pt x="1919245" y="382175"/>
                  <a:pt x="1906866" y="262351"/>
                </a:cubicBezTo>
                <a:lnTo>
                  <a:pt x="1519462" y="171888"/>
                </a:lnTo>
                <a:lnTo>
                  <a:pt x="1386307" y="484223"/>
                </a:lnTo>
                <a:cubicBezTo>
                  <a:pt x="1633096" y="502792"/>
                  <a:pt x="1865126" y="576115"/>
                  <a:pt x="2042243" y="699113"/>
                </a:cubicBezTo>
                <a:cubicBezTo>
                  <a:pt x="2096521" y="657690"/>
                  <a:pt x="2163019" y="634836"/>
                  <a:pt x="2233009" y="634836"/>
                </a:cubicBezTo>
                <a:cubicBezTo>
                  <a:pt x="2408063" y="634836"/>
                  <a:pt x="2550423" y="777197"/>
                  <a:pt x="2550423" y="952251"/>
                </a:cubicBezTo>
                <a:cubicBezTo>
                  <a:pt x="2550423" y="1072709"/>
                  <a:pt x="2482814" y="1180154"/>
                  <a:pt x="2379337" y="1232845"/>
                </a:cubicBezTo>
                <a:cubicBezTo>
                  <a:pt x="2380131" y="1245065"/>
                  <a:pt x="2380607" y="1257286"/>
                  <a:pt x="2380607" y="1269665"/>
                </a:cubicBezTo>
                <a:cubicBezTo>
                  <a:pt x="2380607" y="1707220"/>
                  <a:pt x="1882108" y="2063200"/>
                  <a:pt x="1269657" y="2063200"/>
                </a:cubicBezTo>
                <a:cubicBezTo>
                  <a:pt x="657047" y="2063200"/>
                  <a:pt x="158707" y="1707220"/>
                  <a:pt x="158707" y="1269665"/>
                </a:cubicBezTo>
                <a:cubicBezTo>
                  <a:pt x="158707" y="1255222"/>
                  <a:pt x="159183" y="1240939"/>
                  <a:pt x="160453" y="1226973"/>
                </a:cubicBezTo>
                <a:cubicBezTo>
                  <a:pt x="63324" y="1173171"/>
                  <a:pt x="0" y="1068265"/>
                  <a:pt x="0" y="952251"/>
                </a:cubicBezTo>
                <a:cubicBezTo>
                  <a:pt x="0" y="777197"/>
                  <a:pt x="142360" y="634836"/>
                  <a:pt x="317414" y="634836"/>
                </a:cubicBezTo>
                <a:cubicBezTo>
                  <a:pt x="386452" y="634836"/>
                  <a:pt x="451204" y="656262"/>
                  <a:pt x="503419" y="694986"/>
                </a:cubicBezTo>
                <a:cubicBezTo>
                  <a:pt x="695137" y="564212"/>
                  <a:pt x="949069" y="489143"/>
                  <a:pt x="1215538" y="479938"/>
                </a:cubicBezTo>
                <a:lnTo>
                  <a:pt x="1399638" y="48255"/>
                </a:lnTo>
                <a:cubicBezTo>
                  <a:pt x="1414874" y="12863"/>
                  <a:pt x="1452488" y="-6658"/>
                  <a:pt x="1490895" y="2071"/>
                </a:cubicBezTo>
                <a:lnTo>
                  <a:pt x="1943686" y="107929"/>
                </a:lnTo>
                <a:cubicBezTo>
                  <a:pt x="1986220" y="43017"/>
                  <a:pt x="2059384" y="8"/>
                  <a:pt x="2142546" y="8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494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4" name="Group 29">
            <a:extLst>
              <a:ext uri="{FF2B5EF4-FFF2-40B4-BE49-F238E27FC236}">
                <a16:creationId xmlns:a16="http://schemas.microsoft.com/office/drawing/2014/main" id="{CF9D27A8-1DE0-4461-8642-A285EF1DB2A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104501" y="3787185"/>
            <a:ext cx="674596" cy="686779"/>
            <a:chOff x="2789" y="1091"/>
            <a:chExt cx="2104" cy="2142"/>
          </a:xfrm>
          <a:solidFill>
            <a:schemeClr val="bg1">
              <a:alpha val="20000"/>
            </a:schemeClr>
          </a:solidFill>
        </p:grpSpPr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5CBB1188-340D-4433-8645-19937FD9781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2789" y="1091"/>
              <a:ext cx="1547" cy="1576"/>
            </a:xfrm>
            <a:custGeom>
              <a:avLst/>
              <a:gdLst>
                <a:gd name="T0" fmla="*/ 3445 w 6804"/>
                <a:gd name="T1" fmla="*/ 6806 h 6935"/>
                <a:gd name="T2" fmla="*/ 5652 w 6804"/>
                <a:gd name="T3" fmla="*/ 6818 h 6935"/>
                <a:gd name="T4" fmla="*/ 6559 w 6804"/>
                <a:gd name="T5" fmla="*/ 6320 h 6935"/>
                <a:gd name="T6" fmla="*/ 6802 w 6804"/>
                <a:gd name="T7" fmla="*/ 5630 h 6935"/>
                <a:gd name="T8" fmla="*/ 6801 w 6804"/>
                <a:gd name="T9" fmla="*/ 3512 h 6935"/>
                <a:gd name="T10" fmla="*/ 6371 w 6804"/>
                <a:gd name="T11" fmla="*/ 2644 h 6935"/>
                <a:gd name="T12" fmla="*/ 5652 w 6804"/>
                <a:gd name="T13" fmla="*/ 2400 h 6935"/>
                <a:gd name="T14" fmla="*/ 3675 w 6804"/>
                <a:gd name="T15" fmla="*/ 2400 h 6935"/>
                <a:gd name="T16" fmla="*/ 3116 w 6804"/>
                <a:gd name="T17" fmla="*/ 2348 h 6935"/>
                <a:gd name="T18" fmla="*/ 2105 w 6804"/>
                <a:gd name="T19" fmla="*/ 1044 h 6935"/>
                <a:gd name="T20" fmla="*/ 2102 w 6804"/>
                <a:gd name="T21" fmla="*/ 3 h 6935"/>
                <a:gd name="T22" fmla="*/ 1314 w 6804"/>
                <a:gd name="T23" fmla="*/ 4 h 6935"/>
                <a:gd name="T24" fmla="*/ 632 w 6804"/>
                <a:gd name="T25" fmla="*/ 259 h 6935"/>
                <a:gd name="T26" fmla="*/ 164 w 6804"/>
                <a:gd name="T27" fmla="*/ 1120 h 6935"/>
                <a:gd name="T28" fmla="*/ 7 w 6804"/>
                <a:gd name="T29" fmla="*/ 2279 h 6935"/>
                <a:gd name="T30" fmla="*/ 154 w 6804"/>
                <a:gd name="T31" fmla="*/ 3373 h 6935"/>
                <a:gd name="T32" fmla="*/ 687 w 6804"/>
                <a:gd name="T33" fmla="*/ 4247 h 6935"/>
                <a:gd name="T34" fmla="*/ 1558 w 6804"/>
                <a:gd name="T35" fmla="*/ 4528 h 6935"/>
                <a:gd name="T36" fmla="*/ 4584 w 6804"/>
                <a:gd name="T37" fmla="*/ 4528 h 6935"/>
                <a:gd name="T38" fmla="*/ 4584 w 6804"/>
                <a:gd name="T39" fmla="*/ 4801 h 6935"/>
                <a:gd name="T40" fmla="*/ 2372 w 6804"/>
                <a:gd name="T41" fmla="*/ 4801 h 6935"/>
                <a:gd name="T42" fmla="*/ 2374 w 6804"/>
                <a:gd name="T43" fmla="*/ 5771 h 6935"/>
                <a:gd name="T44" fmla="*/ 2609 w 6804"/>
                <a:gd name="T45" fmla="*/ 6450 h 6935"/>
                <a:gd name="T46" fmla="*/ 3445 w 6804"/>
                <a:gd name="T47" fmla="*/ 6806 h 6935"/>
                <a:gd name="T48" fmla="*/ 3192 w 6804"/>
                <a:gd name="T49" fmla="*/ 6185 h 6935"/>
                <a:gd name="T50" fmla="*/ 2931 w 6804"/>
                <a:gd name="T51" fmla="*/ 5771 h 6935"/>
                <a:gd name="T52" fmla="*/ 3360 w 6804"/>
                <a:gd name="T53" fmla="*/ 5377 h 6935"/>
                <a:gd name="T54" fmla="*/ 3720 w 6804"/>
                <a:gd name="T55" fmla="*/ 5955 h 6935"/>
                <a:gd name="T56" fmla="*/ 3192 w 6804"/>
                <a:gd name="T57" fmla="*/ 6185 h 6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804" h="6935">
                  <a:moveTo>
                    <a:pt x="3445" y="6806"/>
                  </a:moveTo>
                  <a:cubicBezTo>
                    <a:pt x="4173" y="6935"/>
                    <a:pt x="4923" y="6931"/>
                    <a:pt x="5652" y="6818"/>
                  </a:cubicBezTo>
                  <a:cubicBezTo>
                    <a:pt x="6000" y="6765"/>
                    <a:pt x="6337" y="6598"/>
                    <a:pt x="6559" y="6320"/>
                  </a:cubicBezTo>
                  <a:cubicBezTo>
                    <a:pt x="6722" y="6130"/>
                    <a:pt x="6802" y="5879"/>
                    <a:pt x="6802" y="5630"/>
                  </a:cubicBezTo>
                  <a:cubicBezTo>
                    <a:pt x="6802" y="4924"/>
                    <a:pt x="6804" y="4218"/>
                    <a:pt x="6801" y="3512"/>
                  </a:cubicBezTo>
                  <a:cubicBezTo>
                    <a:pt x="6794" y="3177"/>
                    <a:pt x="6635" y="2851"/>
                    <a:pt x="6371" y="2644"/>
                  </a:cubicBezTo>
                  <a:cubicBezTo>
                    <a:pt x="6173" y="2475"/>
                    <a:pt x="5910" y="2398"/>
                    <a:pt x="5652" y="2400"/>
                  </a:cubicBezTo>
                  <a:cubicBezTo>
                    <a:pt x="4993" y="2400"/>
                    <a:pt x="4334" y="2400"/>
                    <a:pt x="3675" y="2400"/>
                  </a:cubicBezTo>
                  <a:cubicBezTo>
                    <a:pt x="3488" y="2400"/>
                    <a:pt x="3297" y="2406"/>
                    <a:pt x="3116" y="2348"/>
                  </a:cubicBezTo>
                  <a:cubicBezTo>
                    <a:pt x="2550" y="2187"/>
                    <a:pt x="2108" y="1638"/>
                    <a:pt x="2105" y="1044"/>
                  </a:cubicBezTo>
                  <a:cubicBezTo>
                    <a:pt x="2100" y="697"/>
                    <a:pt x="2106" y="350"/>
                    <a:pt x="2102" y="3"/>
                  </a:cubicBezTo>
                  <a:cubicBezTo>
                    <a:pt x="1839" y="3"/>
                    <a:pt x="1577" y="0"/>
                    <a:pt x="1314" y="4"/>
                  </a:cubicBezTo>
                  <a:cubicBezTo>
                    <a:pt x="1066" y="9"/>
                    <a:pt x="818" y="93"/>
                    <a:pt x="632" y="259"/>
                  </a:cubicBezTo>
                  <a:cubicBezTo>
                    <a:pt x="384" y="484"/>
                    <a:pt x="243" y="800"/>
                    <a:pt x="164" y="1120"/>
                  </a:cubicBezTo>
                  <a:cubicBezTo>
                    <a:pt x="72" y="1499"/>
                    <a:pt x="0" y="1888"/>
                    <a:pt x="7" y="2279"/>
                  </a:cubicBezTo>
                  <a:cubicBezTo>
                    <a:pt x="2" y="2649"/>
                    <a:pt x="71" y="3015"/>
                    <a:pt x="154" y="3373"/>
                  </a:cubicBezTo>
                  <a:cubicBezTo>
                    <a:pt x="231" y="3710"/>
                    <a:pt x="407" y="4036"/>
                    <a:pt x="687" y="4247"/>
                  </a:cubicBezTo>
                  <a:cubicBezTo>
                    <a:pt x="933" y="4438"/>
                    <a:pt x="1248" y="4528"/>
                    <a:pt x="1558" y="4528"/>
                  </a:cubicBezTo>
                  <a:cubicBezTo>
                    <a:pt x="2567" y="4528"/>
                    <a:pt x="3575" y="4529"/>
                    <a:pt x="4584" y="4528"/>
                  </a:cubicBezTo>
                  <a:cubicBezTo>
                    <a:pt x="4584" y="4619"/>
                    <a:pt x="4584" y="4710"/>
                    <a:pt x="4584" y="4801"/>
                  </a:cubicBezTo>
                  <a:cubicBezTo>
                    <a:pt x="3847" y="4801"/>
                    <a:pt x="3109" y="4799"/>
                    <a:pt x="2372" y="4801"/>
                  </a:cubicBezTo>
                  <a:cubicBezTo>
                    <a:pt x="2373" y="5125"/>
                    <a:pt x="2370" y="5448"/>
                    <a:pt x="2374" y="5771"/>
                  </a:cubicBezTo>
                  <a:cubicBezTo>
                    <a:pt x="2384" y="6012"/>
                    <a:pt x="2430" y="6273"/>
                    <a:pt x="2609" y="6450"/>
                  </a:cubicBezTo>
                  <a:cubicBezTo>
                    <a:pt x="2831" y="6669"/>
                    <a:pt x="3148" y="6747"/>
                    <a:pt x="3445" y="6806"/>
                  </a:cubicBezTo>
                  <a:moveTo>
                    <a:pt x="3192" y="6185"/>
                  </a:moveTo>
                  <a:cubicBezTo>
                    <a:pt x="3030" y="6121"/>
                    <a:pt x="2920" y="5946"/>
                    <a:pt x="2931" y="5771"/>
                  </a:cubicBezTo>
                  <a:cubicBezTo>
                    <a:pt x="2938" y="5553"/>
                    <a:pt x="3139" y="5359"/>
                    <a:pt x="3360" y="5377"/>
                  </a:cubicBezTo>
                  <a:cubicBezTo>
                    <a:pt x="3638" y="5378"/>
                    <a:pt x="3837" y="5706"/>
                    <a:pt x="3720" y="5955"/>
                  </a:cubicBezTo>
                  <a:cubicBezTo>
                    <a:pt x="3643" y="6159"/>
                    <a:pt x="3394" y="6268"/>
                    <a:pt x="3192" y="618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418A6BFA-7176-4DC6-9793-F1675AA7E0E7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3329" y="1638"/>
              <a:ext cx="1564" cy="1595"/>
            </a:xfrm>
            <a:custGeom>
              <a:avLst/>
              <a:gdLst>
                <a:gd name="T0" fmla="*/ 4700 w 6881"/>
                <a:gd name="T1" fmla="*/ 7012 h 7015"/>
                <a:gd name="T2" fmla="*/ 5571 w 6881"/>
                <a:gd name="T3" fmla="*/ 7011 h 7015"/>
                <a:gd name="T4" fmla="*/ 6227 w 6881"/>
                <a:gd name="T5" fmla="*/ 6729 h 7015"/>
                <a:gd name="T6" fmla="*/ 6641 w 6881"/>
                <a:gd name="T7" fmla="*/ 5860 h 7015"/>
                <a:gd name="T8" fmla="*/ 6688 w 6881"/>
                <a:gd name="T9" fmla="*/ 3802 h 7015"/>
                <a:gd name="T10" fmla="*/ 6233 w 6881"/>
                <a:gd name="T11" fmla="*/ 2800 h 7015"/>
                <a:gd name="T12" fmla="*/ 5534 w 6881"/>
                <a:gd name="T13" fmla="*/ 2497 h 7015"/>
                <a:gd name="T14" fmla="*/ 2214 w 6881"/>
                <a:gd name="T15" fmla="*/ 2496 h 7015"/>
                <a:gd name="T16" fmla="*/ 2214 w 6881"/>
                <a:gd name="T17" fmla="*/ 2214 h 7015"/>
                <a:gd name="T18" fmla="*/ 4424 w 6881"/>
                <a:gd name="T19" fmla="*/ 2214 h 7015"/>
                <a:gd name="T20" fmla="*/ 4423 w 6881"/>
                <a:gd name="T21" fmla="*/ 1348 h 7015"/>
                <a:gd name="T22" fmla="*/ 4130 w 6881"/>
                <a:gd name="T23" fmla="*/ 673 h 7015"/>
                <a:gd name="T24" fmla="*/ 2923 w 6881"/>
                <a:gd name="T25" fmla="*/ 141 h 7015"/>
                <a:gd name="T26" fmla="*/ 899 w 6881"/>
                <a:gd name="T27" fmla="*/ 309 h 7015"/>
                <a:gd name="T28" fmla="*/ 148 w 6881"/>
                <a:gd name="T29" fmla="*/ 862 h 7015"/>
                <a:gd name="T30" fmla="*/ 2 w 6881"/>
                <a:gd name="T31" fmla="*/ 1379 h 7015"/>
                <a:gd name="T32" fmla="*/ 2 w 6881"/>
                <a:gd name="T33" fmla="*/ 3497 h 7015"/>
                <a:gd name="T34" fmla="*/ 852 w 6881"/>
                <a:gd name="T35" fmla="*/ 4582 h 7015"/>
                <a:gd name="T36" fmla="*/ 1373 w 6881"/>
                <a:gd name="T37" fmla="*/ 4615 h 7015"/>
                <a:gd name="T38" fmla="*/ 3349 w 6881"/>
                <a:gd name="T39" fmla="*/ 4616 h 7015"/>
                <a:gd name="T40" fmla="*/ 4695 w 6881"/>
                <a:gd name="T41" fmla="*/ 5934 h 7015"/>
                <a:gd name="T42" fmla="*/ 4700 w 6881"/>
                <a:gd name="T43" fmla="*/ 7012 h 7015"/>
                <a:gd name="T44" fmla="*/ 3292 w 6881"/>
                <a:gd name="T45" fmla="*/ 1613 h 7015"/>
                <a:gd name="T46" fmla="*/ 3046 w 6881"/>
                <a:gd name="T47" fmla="*/ 1176 h 7015"/>
                <a:gd name="T48" fmla="*/ 3525 w 6881"/>
                <a:gd name="T49" fmla="*/ 808 h 7015"/>
                <a:gd name="T50" fmla="*/ 3857 w 6881"/>
                <a:gd name="T51" fmla="*/ 1333 h 7015"/>
                <a:gd name="T52" fmla="*/ 3292 w 6881"/>
                <a:gd name="T53" fmla="*/ 1613 h 7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81" h="7015">
                  <a:moveTo>
                    <a:pt x="4700" y="7012"/>
                  </a:moveTo>
                  <a:cubicBezTo>
                    <a:pt x="4990" y="7011"/>
                    <a:pt x="5281" y="7015"/>
                    <a:pt x="5571" y="7011"/>
                  </a:cubicBezTo>
                  <a:cubicBezTo>
                    <a:pt x="5816" y="7007"/>
                    <a:pt x="6059" y="6909"/>
                    <a:pt x="6227" y="6729"/>
                  </a:cubicBezTo>
                  <a:cubicBezTo>
                    <a:pt x="6450" y="6489"/>
                    <a:pt x="6565" y="6173"/>
                    <a:pt x="6641" y="5860"/>
                  </a:cubicBezTo>
                  <a:cubicBezTo>
                    <a:pt x="6809" y="5190"/>
                    <a:pt x="6881" y="4475"/>
                    <a:pt x="6688" y="3802"/>
                  </a:cubicBezTo>
                  <a:cubicBezTo>
                    <a:pt x="6583" y="3451"/>
                    <a:pt x="6468" y="3088"/>
                    <a:pt x="6233" y="2800"/>
                  </a:cubicBezTo>
                  <a:cubicBezTo>
                    <a:pt x="6066" y="2593"/>
                    <a:pt x="5796" y="2492"/>
                    <a:pt x="5534" y="2497"/>
                  </a:cubicBezTo>
                  <a:cubicBezTo>
                    <a:pt x="4428" y="2496"/>
                    <a:pt x="3321" y="2497"/>
                    <a:pt x="2214" y="2496"/>
                  </a:cubicBezTo>
                  <a:cubicBezTo>
                    <a:pt x="2214" y="2402"/>
                    <a:pt x="2214" y="2308"/>
                    <a:pt x="2214" y="2214"/>
                  </a:cubicBezTo>
                  <a:cubicBezTo>
                    <a:pt x="2951" y="2214"/>
                    <a:pt x="3687" y="2215"/>
                    <a:pt x="4424" y="2214"/>
                  </a:cubicBezTo>
                  <a:cubicBezTo>
                    <a:pt x="4423" y="1925"/>
                    <a:pt x="4426" y="1637"/>
                    <a:pt x="4423" y="1348"/>
                  </a:cubicBezTo>
                  <a:cubicBezTo>
                    <a:pt x="4422" y="1095"/>
                    <a:pt x="4315" y="845"/>
                    <a:pt x="4130" y="673"/>
                  </a:cubicBezTo>
                  <a:cubicBezTo>
                    <a:pt x="3806" y="357"/>
                    <a:pt x="3354" y="231"/>
                    <a:pt x="2923" y="141"/>
                  </a:cubicBezTo>
                  <a:cubicBezTo>
                    <a:pt x="2250" y="0"/>
                    <a:pt x="1542" y="70"/>
                    <a:pt x="899" y="309"/>
                  </a:cubicBezTo>
                  <a:cubicBezTo>
                    <a:pt x="607" y="422"/>
                    <a:pt x="324" y="596"/>
                    <a:pt x="148" y="862"/>
                  </a:cubicBezTo>
                  <a:cubicBezTo>
                    <a:pt x="49" y="1015"/>
                    <a:pt x="0" y="1198"/>
                    <a:pt x="2" y="1379"/>
                  </a:cubicBezTo>
                  <a:cubicBezTo>
                    <a:pt x="2" y="2085"/>
                    <a:pt x="0" y="2791"/>
                    <a:pt x="2" y="3497"/>
                  </a:cubicBezTo>
                  <a:cubicBezTo>
                    <a:pt x="2" y="3994"/>
                    <a:pt x="371" y="4463"/>
                    <a:pt x="852" y="4582"/>
                  </a:cubicBezTo>
                  <a:cubicBezTo>
                    <a:pt x="1022" y="4627"/>
                    <a:pt x="1199" y="4613"/>
                    <a:pt x="1373" y="4615"/>
                  </a:cubicBezTo>
                  <a:cubicBezTo>
                    <a:pt x="2031" y="4616"/>
                    <a:pt x="2690" y="4613"/>
                    <a:pt x="3349" y="4616"/>
                  </a:cubicBezTo>
                  <a:cubicBezTo>
                    <a:pt x="4047" y="4628"/>
                    <a:pt x="4658" y="5242"/>
                    <a:pt x="4695" y="5934"/>
                  </a:cubicBezTo>
                  <a:cubicBezTo>
                    <a:pt x="4705" y="6293"/>
                    <a:pt x="4697" y="6653"/>
                    <a:pt x="4700" y="7012"/>
                  </a:cubicBezTo>
                  <a:moveTo>
                    <a:pt x="3292" y="1613"/>
                  </a:moveTo>
                  <a:cubicBezTo>
                    <a:pt x="3126" y="1541"/>
                    <a:pt x="3022" y="1355"/>
                    <a:pt x="3046" y="1176"/>
                  </a:cubicBezTo>
                  <a:cubicBezTo>
                    <a:pt x="3066" y="948"/>
                    <a:pt x="3297" y="763"/>
                    <a:pt x="3525" y="808"/>
                  </a:cubicBezTo>
                  <a:cubicBezTo>
                    <a:pt x="3761" y="843"/>
                    <a:pt x="3923" y="1105"/>
                    <a:pt x="3857" y="1333"/>
                  </a:cubicBezTo>
                  <a:cubicBezTo>
                    <a:pt x="3805" y="1573"/>
                    <a:pt x="3515" y="1721"/>
                    <a:pt x="3292" y="161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" name="Freeform 35">
            <a:extLst>
              <a:ext uri="{FF2B5EF4-FFF2-40B4-BE49-F238E27FC236}">
                <a16:creationId xmlns:a16="http://schemas.microsoft.com/office/drawing/2014/main" id="{521F7B97-2318-4154-8C06-033E5BDA220B}"/>
              </a:ext>
            </a:extLst>
          </p:cNvPr>
          <p:cNvSpPr>
            <a:spLocks/>
          </p:cNvSpPr>
          <p:nvPr/>
        </p:nvSpPr>
        <p:spPr bwMode="auto">
          <a:xfrm rot="20279762" flipV="1">
            <a:off x="8706175" y="2956993"/>
            <a:ext cx="309340" cy="331691"/>
          </a:xfrm>
          <a:custGeom>
            <a:avLst/>
            <a:gdLst>
              <a:gd name="T0" fmla="*/ 4938 w 10645"/>
              <a:gd name="T1" fmla="*/ 11333 h 11405"/>
              <a:gd name="T2" fmla="*/ 5641 w 10645"/>
              <a:gd name="T3" fmla="*/ 11385 h 11405"/>
              <a:gd name="T4" fmla="*/ 6064 w 10645"/>
              <a:gd name="T5" fmla="*/ 11365 h 11405"/>
              <a:gd name="T6" fmla="*/ 7523 w 10645"/>
              <a:gd name="T7" fmla="*/ 11102 h 11405"/>
              <a:gd name="T8" fmla="*/ 8320 w 10645"/>
              <a:gd name="T9" fmla="*/ 10752 h 11405"/>
              <a:gd name="T10" fmla="*/ 9006 w 10645"/>
              <a:gd name="T11" fmla="*/ 10340 h 11405"/>
              <a:gd name="T12" fmla="*/ 10399 w 10645"/>
              <a:gd name="T13" fmla="*/ 8939 h 11405"/>
              <a:gd name="T14" fmla="*/ 10609 w 10645"/>
              <a:gd name="T15" fmla="*/ 8590 h 11405"/>
              <a:gd name="T16" fmla="*/ 9859 w 10645"/>
              <a:gd name="T17" fmla="*/ 8154 h 11405"/>
              <a:gd name="T18" fmla="*/ 8805 w 10645"/>
              <a:gd name="T19" fmla="*/ 7551 h 11405"/>
              <a:gd name="T20" fmla="*/ 8176 w 10645"/>
              <a:gd name="T21" fmla="*/ 7193 h 11405"/>
              <a:gd name="T22" fmla="*/ 7846 w 10645"/>
              <a:gd name="T23" fmla="*/ 7587 h 11405"/>
              <a:gd name="T24" fmla="*/ 6065 w 10645"/>
              <a:gd name="T25" fmla="*/ 8506 h 11405"/>
              <a:gd name="T26" fmla="*/ 4855 w 10645"/>
              <a:gd name="T27" fmla="*/ 8395 h 11405"/>
              <a:gd name="T28" fmla="*/ 3702 w 10645"/>
              <a:gd name="T29" fmla="*/ 7675 h 11405"/>
              <a:gd name="T30" fmla="*/ 3187 w 10645"/>
              <a:gd name="T31" fmla="*/ 6957 h 11405"/>
              <a:gd name="T32" fmla="*/ 3200 w 10645"/>
              <a:gd name="T33" fmla="*/ 4415 h 11405"/>
              <a:gd name="T34" fmla="*/ 5641 w 10645"/>
              <a:gd name="T35" fmla="*/ 2864 h 11405"/>
              <a:gd name="T36" fmla="*/ 7366 w 10645"/>
              <a:gd name="T37" fmla="*/ 3379 h 11405"/>
              <a:gd name="T38" fmla="*/ 8121 w 10645"/>
              <a:gd name="T39" fmla="*/ 4176 h 11405"/>
              <a:gd name="T40" fmla="*/ 8241 w 10645"/>
              <a:gd name="T41" fmla="*/ 4237 h 11405"/>
              <a:gd name="T42" fmla="*/ 10645 w 10645"/>
              <a:gd name="T43" fmla="*/ 2923 h 11405"/>
              <a:gd name="T44" fmla="*/ 10359 w 10645"/>
              <a:gd name="T45" fmla="*/ 2432 h 11405"/>
              <a:gd name="T46" fmla="*/ 7042 w 10645"/>
              <a:gd name="T47" fmla="*/ 196 h 11405"/>
              <a:gd name="T48" fmla="*/ 5959 w 10645"/>
              <a:gd name="T49" fmla="*/ 46 h 11405"/>
              <a:gd name="T50" fmla="*/ 2673 w 10645"/>
              <a:gd name="T51" fmla="*/ 936 h 11405"/>
              <a:gd name="T52" fmla="*/ 2008 w 10645"/>
              <a:gd name="T53" fmla="*/ 1432 h 11405"/>
              <a:gd name="T54" fmla="*/ 1115 w 10645"/>
              <a:gd name="T55" fmla="*/ 2406 h 11405"/>
              <a:gd name="T56" fmla="*/ 522 w 10645"/>
              <a:gd name="T57" fmla="*/ 3438 h 11405"/>
              <a:gd name="T58" fmla="*/ 171 w 10645"/>
              <a:gd name="T59" fmla="*/ 4493 h 11405"/>
              <a:gd name="T60" fmla="*/ 50 w 10645"/>
              <a:gd name="T61" fmla="*/ 5594 h 11405"/>
              <a:gd name="T62" fmla="*/ 1444 w 10645"/>
              <a:gd name="T63" fmla="*/ 9439 h 11405"/>
              <a:gd name="T64" fmla="*/ 2342 w 10645"/>
              <a:gd name="T65" fmla="*/ 10266 h 11405"/>
              <a:gd name="T66" fmla="*/ 4938 w 10645"/>
              <a:gd name="T67" fmla="*/ 11333 h 11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645" h="11405">
                <a:moveTo>
                  <a:pt x="4938" y="11333"/>
                </a:moveTo>
                <a:cubicBezTo>
                  <a:pt x="5170" y="11380"/>
                  <a:pt x="5408" y="11347"/>
                  <a:pt x="5641" y="11385"/>
                </a:cubicBezTo>
                <a:cubicBezTo>
                  <a:pt x="5783" y="11405"/>
                  <a:pt x="5922" y="11363"/>
                  <a:pt x="6064" y="11365"/>
                </a:cubicBezTo>
                <a:cubicBezTo>
                  <a:pt x="6562" y="11370"/>
                  <a:pt x="7049" y="11245"/>
                  <a:pt x="7523" y="11102"/>
                </a:cubicBezTo>
                <a:cubicBezTo>
                  <a:pt x="7795" y="11002"/>
                  <a:pt x="8071" y="10903"/>
                  <a:pt x="8320" y="10752"/>
                </a:cubicBezTo>
                <a:cubicBezTo>
                  <a:pt x="8561" y="10636"/>
                  <a:pt x="8797" y="10507"/>
                  <a:pt x="9006" y="10340"/>
                </a:cubicBezTo>
                <a:cubicBezTo>
                  <a:pt x="9550" y="9963"/>
                  <a:pt x="10032" y="9491"/>
                  <a:pt x="10399" y="8939"/>
                </a:cubicBezTo>
                <a:cubicBezTo>
                  <a:pt x="10480" y="8830"/>
                  <a:pt x="10562" y="8719"/>
                  <a:pt x="10609" y="8590"/>
                </a:cubicBezTo>
                <a:cubicBezTo>
                  <a:pt x="10359" y="8444"/>
                  <a:pt x="10106" y="8305"/>
                  <a:pt x="9859" y="8154"/>
                </a:cubicBezTo>
                <a:cubicBezTo>
                  <a:pt x="9511" y="7948"/>
                  <a:pt x="9146" y="7771"/>
                  <a:pt x="8805" y="7551"/>
                </a:cubicBezTo>
                <a:cubicBezTo>
                  <a:pt x="8595" y="7433"/>
                  <a:pt x="8387" y="7311"/>
                  <a:pt x="8176" y="7193"/>
                </a:cubicBezTo>
                <a:cubicBezTo>
                  <a:pt x="8051" y="7312"/>
                  <a:pt x="7970" y="7467"/>
                  <a:pt x="7846" y="7587"/>
                </a:cubicBezTo>
                <a:cubicBezTo>
                  <a:pt x="7384" y="8085"/>
                  <a:pt x="6754" y="8462"/>
                  <a:pt x="6065" y="8506"/>
                </a:cubicBezTo>
                <a:cubicBezTo>
                  <a:pt x="5660" y="8515"/>
                  <a:pt x="5242" y="8540"/>
                  <a:pt x="4855" y="8395"/>
                </a:cubicBezTo>
                <a:cubicBezTo>
                  <a:pt x="4410" y="8272"/>
                  <a:pt x="4029" y="7992"/>
                  <a:pt x="3702" y="7675"/>
                </a:cubicBezTo>
                <a:cubicBezTo>
                  <a:pt x="3481" y="7475"/>
                  <a:pt x="3338" y="7210"/>
                  <a:pt x="3187" y="6957"/>
                </a:cubicBezTo>
                <a:cubicBezTo>
                  <a:pt x="2803" y="6168"/>
                  <a:pt x="2815" y="5202"/>
                  <a:pt x="3200" y="4415"/>
                </a:cubicBezTo>
                <a:cubicBezTo>
                  <a:pt x="3661" y="3516"/>
                  <a:pt x="4624" y="2883"/>
                  <a:pt x="5641" y="2864"/>
                </a:cubicBezTo>
                <a:cubicBezTo>
                  <a:pt x="6253" y="2835"/>
                  <a:pt x="6863" y="3037"/>
                  <a:pt x="7366" y="3379"/>
                </a:cubicBezTo>
                <a:cubicBezTo>
                  <a:pt x="7665" y="3593"/>
                  <a:pt x="7918" y="3870"/>
                  <a:pt x="8121" y="4176"/>
                </a:cubicBezTo>
                <a:cubicBezTo>
                  <a:pt x="8145" y="4218"/>
                  <a:pt x="8187" y="4265"/>
                  <a:pt x="8241" y="4237"/>
                </a:cubicBezTo>
                <a:cubicBezTo>
                  <a:pt x="9044" y="3804"/>
                  <a:pt x="9839" y="3351"/>
                  <a:pt x="10645" y="2923"/>
                </a:cubicBezTo>
                <a:cubicBezTo>
                  <a:pt x="10607" y="2731"/>
                  <a:pt x="10466" y="2587"/>
                  <a:pt x="10359" y="2432"/>
                </a:cubicBezTo>
                <a:cubicBezTo>
                  <a:pt x="9584" y="1307"/>
                  <a:pt x="8364" y="515"/>
                  <a:pt x="7042" y="196"/>
                </a:cubicBezTo>
                <a:cubicBezTo>
                  <a:pt x="6688" y="103"/>
                  <a:pt x="6322" y="75"/>
                  <a:pt x="5959" y="46"/>
                </a:cubicBezTo>
                <a:cubicBezTo>
                  <a:pt x="4807" y="0"/>
                  <a:pt x="3645" y="316"/>
                  <a:pt x="2673" y="936"/>
                </a:cubicBezTo>
                <a:cubicBezTo>
                  <a:pt x="2446" y="1093"/>
                  <a:pt x="2208" y="1239"/>
                  <a:pt x="2008" y="1432"/>
                </a:cubicBezTo>
                <a:cubicBezTo>
                  <a:pt x="1689" y="1736"/>
                  <a:pt x="1367" y="2043"/>
                  <a:pt x="1115" y="2406"/>
                </a:cubicBezTo>
                <a:cubicBezTo>
                  <a:pt x="881" y="2727"/>
                  <a:pt x="693" y="3080"/>
                  <a:pt x="522" y="3438"/>
                </a:cubicBezTo>
                <a:cubicBezTo>
                  <a:pt x="359" y="3774"/>
                  <a:pt x="279" y="4139"/>
                  <a:pt x="171" y="4493"/>
                </a:cubicBezTo>
                <a:cubicBezTo>
                  <a:pt x="96" y="4855"/>
                  <a:pt x="41" y="5224"/>
                  <a:pt x="50" y="5594"/>
                </a:cubicBezTo>
                <a:cubicBezTo>
                  <a:pt x="0" y="6992"/>
                  <a:pt x="527" y="8389"/>
                  <a:pt x="1444" y="9439"/>
                </a:cubicBezTo>
                <a:cubicBezTo>
                  <a:pt x="1727" y="9732"/>
                  <a:pt x="2007" y="10032"/>
                  <a:pt x="2342" y="10266"/>
                </a:cubicBezTo>
                <a:cubicBezTo>
                  <a:pt x="3109" y="10816"/>
                  <a:pt x="3997" y="11212"/>
                  <a:pt x="4938" y="11333"/>
                </a:cubicBezTo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BFBF9A8-3212-4451-8208-F739A85F5C6B}"/>
              </a:ext>
            </a:extLst>
          </p:cNvPr>
          <p:cNvGrpSpPr/>
          <p:nvPr/>
        </p:nvGrpSpPr>
        <p:grpSpPr>
          <a:xfrm rot="16973801">
            <a:off x="10199982" y="4047753"/>
            <a:ext cx="324577" cy="331691"/>
            <a:chOff x="-4856996" y="-3670989"/>
            <a:chExt cx="2825750" cy="2887663"/>
          </a:xfrm>
          <a:solidFill>
            <a:schemeClr val="bg1">
              <a:alpha val="40000"/>
            </a:schemeClr>
          </a:solidFill>
        </p:grpSpPr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8C674EA8-FAD5-4B39-81FA-A995706E888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-4856996" y="-3670989"/>
              <a:ext cx="2684463" cy="2887663"/>
            </a:xfrm>
            <a:custGeom>
              <a:avLst/>
              <a:gdLst>
                <a:gd name="T0" fmla="*/ 2443 w 9935"/>
                <a:gd name="T1" fmla="*/ 9783 h 10668"/>
                <a:gd name="T2" fmla="*/ 5460 w 9935"/>
                <a:gd name="T3" fmla="*/ 10659 h 10668"/>
                <a:gd name="T4" fmla="*/ 6924 w 9935"/>
                <a:gd name="T5" fmla="*/ 10410 h 10668"/>
                <a:gd name="T6" fmla="*/ 7613 w 9935"/>
                <a:gd name="T7" fmla="*/ 10125 h 10668"/>
                <a:gd name="T8" fmla="*/ 9755 w 9935"/>
                <a:gd name="T9" fmla="*/ 8300 h 10668"/>
                <a:gd name="T10" fmla="*/ 9935 w 9935"/>
                <a:gd name="T11" fmla="*/ 8000 h 10668"/>
                <a:gd name="T12" fmla="*/ 9817 w 9935"/>
                <a:gd name="T13" fmla="*/ 7903 h 10668"/>
                <a:gd name="T14" fmla="*/ 7916 w 9935"/>
                <a:gd name="T15" fmla="*/ 6806 h 10668"/>
                <a:gd name="T16" fmla="*/ 7645 w 9935"/>
                <a:gd name="T17" fmla="*/ 6664 h 10668"/>
                <a:gd name="T18" fmla="*/ 7405 w 9935"/>
                <a:gd name="T19" fmla="*/ 6979 h 10668"/>
                <a:gd name="T20" fmla="*/ 6670 w 9935"/>
                <a:gd name="T21" fmla="*/ 7609 h 10668"/>
                <a:gd name="T22" fmla="*/ 4794 w 9935"/>
                <a:gd name="T23" fmla="*/ 7885 h 10668"/>
                <a:gd name="T24" fmla="*/ 3675 w 9935"/>
                <a:gd name="T25" fmla="*/ 7347 h 10668"/>
                <a:gd name="T26" fmla="*/ 3207 w 9935"/>
                <a:gd name="T27" fmla="*/ 6872 h 10668"/>
                <a:gd name="T28" fmla="*/ 2723 w 9935"/>
                <a:gd name="T29" fmla="*/ 5315 h 10668"/>
                <a:gd name="T30" fmla="*/ 2827 w 9935"/>
                <a:gd name="T31" fmla="*/ 4588 h 10668"/>
                <a:gd name="T32" fmla="*/ 5354 w 9935"/>
                <a:gd name="T33" fmla="*/ 2682 h 10668"/>
                <a:gd name="T34" fmla="*/ 7344 w 9935"/>
                <a:gd name="T35" fmla="*/ 3571 h 10668"/>
                <a:gd name="T36" fmla="*/ 7674 w 9935"/>
                <a:gd name="T37" fmla="*/ 3990 h 10668"/>
                <a:gd name="T38" fmla="*/ 9935 w 9935"/>
                <a:gd name="T39" fmla="*/ 2672 h 10668"/>
                <a:gd name="T40" fmla="*/ 6183 w 9935"/>
                <a:gd name="T41" fmla="*/ 102 h 10668"/>
                <a:gd name="T42" fmla="*/ 3943 w 9935"/>
                <a:gd name="T43" fmla="*/ 226 h 10668"/>
                <a:gd name="T44" fmla="*/ 1023 w 9935"/>
                <a:gd name="T45" fmla="*/ 2246 h 10668"/>
                <a:gd name="T46" fmla="*/ 739 w 9935"/>
                <a:gd name="T47" fmla="*/ 2676 h 10668"/>
                <a:gd name="T48" fmla="*/ 352 w 9935"/>
                <a:gd name="T49" fmla="*/ 3455 h 10668"/>
                <a:gd name="T50" fmla="*/ 16 w 9935"/>
                <a:gd name="T51" fmla="*/ 4855 h 10668"/>
                <a:gd name="T52" fmla="*/ 8 w 9935"/>
                <a:gd name="T53" fmla="*/ 5598 h 10668"/>
                <a:gd name="T54" fmla="*/ 137 w 9935"/>
                <a:gd name="T55" fmla="*/ 6507 h 10668"/>
                <a:gd name="T56" fmla="*/ 380 w 9935"/>
                <a:gd name="T57" fmla="*/ 7284 h 10668"/>
                <a:gd name="T58" fmla="*/ 1271 w 9935"/>
                <a:gd name="T59" fmla="*/ 8763 h 10668"/>
                <a:gd name="T60" fmla="*/ 2443 w 9935"/>
                <a:gd name="T61" fmla="*/ 9783 h 10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935" h="10668">
                  <a:moveTo>
                    <a:pt x="2443" y="9783"/>
                  </a:moveTo>
                  <a:cubicBezTo>
                    <a:pt x="3325" y="10380"/>
                    <a:pt x="4399" y="10668"/>
                    <a:pt x="5460" y="10659"/>
                  </a:cubicBezTo>
                  <a:cubicBezTo>
                    <a:pt x="5954" y="10631"/>
                    <a:pt x="6453" y="10571"/>
                    <a:pt x="6924" y="10410"/>
                  </a:cubicBezTo>
                  <a:cubicBezTo>
                    <a:pt x="7150" y="10306"/>
                    <a:pt x="7395" y="10248"/>
                    <a:pt x="7613" y="10125"/>
                  </a:cubicBezTo>
                  <a:cubicBezTo>
                    <a:pt x="8476" y="9727"/>
                    <a:pt x="9221" y="9084"/>
                    <a:pt x="9755" y="8300"/>
                  </a:cubicBezTo>
                  <a:cubicBezTo>
                    <a:pt x="9818" y="8203"/>
                    <a:pt x="9907" y="8115"/>
                    <a:pt x="9935" y="8000"/>
                  </a:cubicBezTo>
                  <a:cubicBezTo>
                    <a:pt x="9913" y="7952"/>
                    <a:pt x="9859" y="7931"/>
                    <a:pt x="9817" y="7903"/>
                  </a:cubicBezTo>
                  <a:cubicBezTo>
                    <a:pt x="9180" y="7544"/>
                    <a:pt x="8551" y="7170"/>
                    <a:pt x="7916" y="6806"/>
                  </a:cubicBezTo>
                  <a:cubicBezTo>
                    <a:pt x="7827" y="6755"/>
                    <a:pt x="7742" y="6696"/>
                    <a:pt x="7645" y="6664"/>
                  </a:cubicBezTo>
                  <a:cubicBezTo>
                    <a:pt x="7540" y="6746"/>
                    <a:pt x="7497" y="6884"/>
                    <a:pt x="7405" y="6979"/>
                  </a:cubicBezTo>
                  <a:cubicBezTo>
                    <a:pt x="7187" y="7218"/>
                    <a:pt x="6939" y="7430"/>
                    <a:pt x="6670" y="7609"/>
                  </a:cubicBezTo>
                  <a:cubicBezTo>
                    <a:pt x="6101" y="7904"/>
                    <a:pt x="5426" y="8033"/>
                    <a:pt x="4794" y="7885"/>
                  </a:cubicBezTo>
                  <a:cubicBezTo>
                    <a:pt x="4389" y="7793"/>
                    <a:pt x="3977" y="7644"/>
                    <a:pt x="3675" y="7347"/>
                  </a:cubicBezTo>
                  <a:cubicBezTo>
                    <a:pt x="3516" y="7192"/>
                    <a:pt x="3343" y="7048"/>
                    <a:pt x="3207" y="6872"/>
                  </a:cubicBezTo>
                  <a:cubicBezTo>
                    <a:pt x="2910" y="6410"/>
                    <a:pt x="2703" y="5871"/>
                    <a:pt x="2723" y="5315"/>
                  </a:cubicBezTo>
                  <a:cubicBezTo>
                    <a:pt x="2714" y="5069"/>
                    <a:pt x="2751" y="4823"/>
                    <a:pt x="2827" y="4588"/>
                  </a:cubicBezTo>
                  <a:cubicBezTo>
                    <a:pt x="3087" y="3469"/>
                    <a:pt x="4212" y="2638"/>
                    <a:pt x="5354" y="2682"/>
                  </a:cubicBezTo>
                  <a:cubicBezTo>
                    <a:pt x="6106" y="2657"/>
                    <a:pt x="6848" y="3014"/>
                    <a:pt x="7344" y="3571"/>
                  </a:cubicBezTo>
                  <a:cubicBezTo>
                    <a:pt x="7466" y="3701"/>
                    <a:pt x="7550" y="3862"/>
                    <a:pt x="7674" y="3990"/>
                  </a:cubicBezTo>
                  <a:cubicBezTo>
                    <a:pt x="8418" y="3535"/>
                    <a:pt x="9187" y="3122"/>
                    <a:pt x="9935" y="2672"/>
                  </a:cubicBezTo>
                  <a:cubicBezTo>
                    <a:pt x="9161" y="1302"/>
                    <a:pt x="7728" y="353"/>
                    <a:pt x="6183" y="102"/>
                  </a:cubicBezTo>
                  <a:cubicBezTo>
                    <a:pt x="5438" y="0"/>
                    <a:pt x="4669" y="20"/>
                    <a:pt x="3943" y="226"/>
                  </a:cubicBezTo>
                  <a:cubicBezTo>
                    <a:pt x="2783" y="549"/>
                    <a:pt x="1721" y="1259"/>
                    <a:pt x="1023" y="2246"/>
                  </a:cubicBezTo>
                  <a:cubicBezTo>
                    <a:pt x="927" y="2388"/>
                    <a:pt x="843" y="2539"/>
                    <a:pt x="739" y="2676"/>
                  </a:cubicBezTo>
                  <a:cubicBezTo>
                    <a:pt x="563" y="2910"/>
                    <a:pt x="472" y="3192"/>
                    <a:pt x="352" y="3455"/>
                  </a:cubicBezTo>
                  <a:cubicBezTo>
                    <a:pt x="174" y="3903"/>
                    <a:pt x="79" y="4379"/>
                    <a:pt x="16" y="4855"/>
                  </a:cubicBezTo>
                  <a:cubicBezTo>
                    <a:pt x="0" y="5102"/>
                    <a:pt x="9" y="5350"/>
                    <a:pt x="8" y="5598"/>
                  </a:cubicBezTo>
                  <a:cubicBezTo>
                    <a:pt x="2" y="5906"/>
                    <a:pt x="85" y="6206"/>
                    <a:pt x="137" y="6507"/>
                  </a:cubicBezTo>
                  <a:cubicBezTo>
                    <a:pt x="173" y="6779"/>
                    <a:pt x="322" y="7017"/>
                    <a:pt x="380" y="7284"/>
                  </a:cubicBezTo>
                  <a:cubicBezTo>
                    <a:pt x="617" y="7809"/>
                    <a:pt x="889" y="8327"/>
                    <a:pt x="1271" y="8763"/>
                  </a:cubicBezTo>
                  <a:cubicBezTo>
                    <a:pt x="1630" y="9137"/>
                    <a:pt x="2007" y="9500"/>
                    <a:pt x="2443" y="978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A1C2AE2E-328B-4848-A46C-6CB94E6D5F00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-2644021" y="-2631177"/>
              <a:ext cx="612775" cy="782638"/>
            </a:xfrm>
            <a:custGeom>
              <a:avLst/>
              <a:gdLst>
                <a:gd name="T0" fmla="*/ 606 w 2269"/>
                <a:gd name="T1" fmla="*/ 2887 h 2890"/>
                <a:gd name="T2" fmla="*/ 1007 w 2269"/>
                <a:gd name="T3" fmla="*/ 2882 h 2890"/>
                <a:gd name="T4" fmla="*/ 947 w 2269"/>
                <a:gd name="T5" fmla="*/ 2207 h 2890"/>
                <a:gd name="T6" fmla="*/ 1477 w 2269"/>
                <a:gd name="T7" fmla="*/ 2216 h 2890"/>
                <a:gd name="T8" fmla="*/ 1524 w 2269"/>
                <a:gd name="T9" fmla="*/ 2883 h 2890"/>
                <a:gd name="T10" fmla="*/ 1945 w 2269"/>
                <a:gd name="T11" fmla="*/ 2885 h 2890"/>
                <a:gd name="T12" fmla="*/ 1891 w 2269"/>
                <a:gd name="T13" fmla="*/ 2194 h 2890"/>
                <a:gd name="T14" fmla="*/ 2269 w 2269"/>
                <a:gd name="T15" fmla="*/ 2185 h 2890"/>
                <a:gd name="T16" fmla="*/ 2268 w 2269"/>
                <a:gd name="T17" fmla="*/ 1816 h 2890"/>
                <a:gd name="T18" fmla="*/ 1865 w 2269"/>
                <a:gd name="T19" fmla="*/ 1818 h 2890"/>
                <a:gd name="T20" fmla="*/ 1765 w 2269"/>
                <a:gd name="T21" fmla="*/ 1190 h 2890"/>
                <a:gd name="T22" fmla="*/ 2155 w 2269"/>
                <a:gd name="T23" fmla="*/ 1182 h 2890"/>
                <a:gd name="T24" fmla="*/ 2156 w 2269"/>
                <a:gd name="T25" fmla="*/ 796 h 2890"/>
                <a:gd name="T26" fmla="*/ 1761 w 2269"/>
                <a:gd name="T27" fmla="*/ 796 h 2890"/>
                <a:gd name="T28" fmla="*/ 1655 w 2269"/>
                <a:gd name="T29" fmla="*/ 30 h 2890"/>
                <a:gd name="T30" fmla="*/ 1236 w 2269"/>
                <a:gd name="T31" fmla="*/ 31 h 2890"/>
                <a:gd name="T32" fmla="*/ 1312 w 2269"/>
                <a:gd name="T33" fmla="*/ 794 h 2890"/>
                <a:gd name="T34" fmla="*/ 808 w 2269"/>
                <a:gd name="T35" fmla="*/ 795 h 2890"/>
                <a:gd name="T36" fmla="*/ 720 w 2269"/>
                <a:gd name="T37" fmla="*/ 49 h 2890"/>
                <a:gd name="T38" fmla="*/ 317 w 2269"/>
                <a:gd name="T39" fmla="*/ 30 h 2890"/>
                <a:gd name="T40" fmla="*/ 361 w 2269"/>
                <a:gd name="T41" fmla="*/ 794 h 2890"/>
                <a:gd name="T42" fmla="*/ 3 w 2269"/>
                <a:gd name="T43" fmla="*/ 795 h 2890"/>
                <a:gd name="T44" fmla="*/ 4 w 2269"/>
                <a:gd name="T45" fmla="*/ 1182 h 2890"/>
                <a:gd name="T46" fmla="*/ 423 w 2269"/>
                <a:gd name="T47" fmla="*/ 1187 h 2890"/>
                <a:gd name="T48" fmla="*/ 471 w 2269"/>
                <a:gd name="T49" fmla="*/ 1793 h 2890"/>
                <a:gd name="T50" fmla="*/ 110 w 2269"/>
                <a:gd name="T51" fmla="*/ 1815 h 2890"/>
                <a:gd name="T52" fmla="*/ 109 w 2269"/>
                <a:gd name="T53" fmla="*/ 2196 h 2890"/>
                <a:gd name="T54" fmla="*/ 523 w 2269"/>
                <a:gd name="T55" fmla="*/ 2212 h 2890"/>
                <a:gd name="T56" fmla="*/ 606 w 2269"/>
                <a:gd name="T57" fmla="*/ 2887 h 2890"/>
                <a:gd name="T58" fmla="*/ 913 w 2269"/>
                <a:gd name="T59" fmla="*/ 1817 h 2890"/>
                <a:gd name="T60" fmla="*/ 843 w 2269"/>
                <a:gd name="T61" fmla="*/ 1187 h 2890"/>
                <a:gd name="T62" fmla="*/ 1354 w 2269"/>
                <a:gd name="T63" fmla="*/ 1186 h 2890"/>
                <a:gd name="T64" fmla="*/ 1414 w 2269"/>
                <a:gd name="T65" fmla="*/ 1812 h 2890"/>
                <a:gd name="T66" fmla="*/ 913 w 2269"/>
                <a:gd name="T67" fmla="*/ 1817 h 2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69" h="2890">
                  <a:moveTo>
                    <a:pt x="606" y="2887"/>
                  </a:moveTo>
                  <a:cubicBezTo>
                    <a:pt x="740" y="2889"/>
                    <a:pt x="874" y="2890"/>
                    <a:pt x="1007" y="2882"/>
                  </a:cubicBezTo>
                  <a:cubicBezTo>
                    <a:pt x="1010" y="2655"/>
                    <a:pt x="952" y="2433"/>
                    <a:pt x="947" y="2207"/>
                  </a:cubicBezTo>
                  <a:cubicBezTo>
                    <a:pt x="1124" y="2208"/>
                    <a:pt x="1301" y="2201"/>
                    <a:pt x="1477" y="2216"/>
                  </a:cubicBezTo>
                  <a:cubicBezTo>
                    <a:pt x="1477" y="2439"/>
                    <a:pt x="1513" y="2660"/>
                    <a:pt x="1524" y="2883"/>
                  </a:cubicBezTo>
                  <a:cubicBezTo>
                    <a:pt x="1664" y="2890"/>
                    <a:pt x="1805" y="2890"/>
                    <a:pt x="1945" y="2885"/>
                  </a:cubicBezTo>
                  <a:cubicBezTo>
                    <a:pt x="1937" y="2654"/>
                    <a:pt x="1859" y="2425"/>
                    <a:pt x="1891" y="2194"/>
                  </a:cubicBezTo>
                  <a:cubicBezTo>
                    <a:pt x="2016" y="2177"/>
                    <a:pt x="2143" y="2190"/>
                    <a:pt x="2269" y="2185"/>
                  </a:cubicBezTo>
                  <a:cubicBezTo>
                    <a:pt x="2269" y="2062"/>
                    <a:pt x="2269" y="1939"/>
                    <a:pt x="2268" y="1816"/>
                  </a:cubicBezTo>
                  <a:cubicBezTo>
                    <a:pt x="2134" y="1812"/>
                    <a:pt x="1999" y="1812"/>
                    <a:pt x="1865" y="1818"/>
                  </a:cubicBezTo>
                  <a:cubicBezTo>
                    <a:pt x="1806" y="1613"/>
                    <a:pt x="1807" y="1398"/>
                    <a:pt x="1765" y="1190"/>
                  </a:cubicBezTo>
                  <a:cubicBezTo>
                    <a:pt x="1895" y="1187"/>
                    <a:pt x="2025" y="1181"/>
                    <a:pt x="2155" y="1182"/>
                  </a:cubicBezTo>
                  <a:cubicBezTo>
                    <a:pt x="2158" y="1053"/>
                    <a:pt x="2157" y="925"/>
                    <a:pt x="2156" y="796"/>
                  </a:cubicBezTo>
                  <a:cubicBezTo>
                    <a:pt x="2024" y="790"/>
                    <a:pt x="1893" y="790"/>
                    <a:pt x="1761" y="796"/>
                  </a:cubicBezTo>
                  <a:cubicBezTo>
                    <a:pt x="1685" y="547"/>
                    <a:pt x="1703" y="283"/>
                    <a:pt x="1655" y="30"/>
                  </a:cubicBezTo>
                  <a:cubicBezTo>
                    <a:pt x="1515" y="26"/>
                    <a:pt x="1375" y="26"/>
                    <a:pt x="1236" y="31"/>
                  </a:cubicBezTo>
                  <a:cubicBezTo>
                    <a:pt x="1271" y="284"/>
                    <a:pt x="1315" y="538"/>
                    <a:pt x="1312" y="794"/>
                  </a:cubicBezTo>
                  <a:cubicBezTo>
                    <a:pt x="1144" y="790"/>
                    <a:pt x="976" y="789"/>
                    <a:pt x="808" y="795"/>
                  </a:cubicBezTo>
                  <a:cubicBezTo>
                    <a:pt x="753" y="550"/>
                    <a:pt x="771" y="293"/>
                    <a:pt x="720" y="49"/>
                  </a:cubicBezTo>
                  <a:cubicBezTo>
                    <a:pt x="595" y="0"/>
                    <a:pt x="449" y="37"/>
                    <a:pt x="317" y="30"/>
                  </a:cubicBezTo>
                  <a:cubicBezTo>
                    <a:pt x="337" y="284"/>
                    <a:pt x="369" y="538"/>
                    <a:pt x="361" y="794"/>
                  </a:cubicBezTo>
                  <a:cubicBezTo>
                    <a:pt x="241" y="792"/>
                    <a:pt x="122" y="789"/>
                    <a:pt x="3" y="795"/>
                  </a:cubicBezTo>
                  <a:cubicBezTo>
                    <a:pt x="1" y="924"/>
                    <a:pt x="0" y="1053"/>
                    <a:pt x="4" y="1182"/>
                  </a:cubicBezTo>
                  <a:cubicBezTo>
                    <a:pt x="143" y="1185"/>
                    <a:pt x="283" y="1184"/>
                    <a:pt x="423" y="1187"/>
                  </a:cubicBezTo>
                  <a:cubicBezTo>
                    <a:pt x="454" y="1388"/>
                    <a:pt x="469" y="1590"/>
                    <a:pt x="471" y="1793"/>
                  </a:cubicBezTo>
                  <a:cubicBezTo>
                    <a:pt x="350" y="1794"/>
                    <a:pt x="229" y="1796"/>
                    <a:pt x="110" y="1815"/>
                  </a:cubicBezTo>
                  <a:cubicBezTo>
                    <a:pt x="112" y="1942"/>
                    <a:pt x="112" y="2069"/>
                    <a:pt x="109" y="2196"/>
                  </a:cubicBezTo>
                  <a:cubicBezTo>
                    <a:pt x="246" y="2210"/>
                    <a:pt x="385" y="2207"/>
                    <a:pt x="523" y="2212"/>
                  </a:cubicBezTo>
                  <a:cubicBezTo>
                    <a:pt x="553" y="2437"/>
                    <a:pt x="563" y="2664"/>
                    <a:pt x="606" y="2887"/>
                  </a:cubicBezTo>
                  <a:moveTo>
                    <a:pt x="913" y="1817"/>
                  </a:moveTo>
                  <a:cubicBezTo>
                    <a:pt x="875" y="1609"/>
                    <a:pt x="875" y="1396"/>
                    <a:pt x="843" y="1187"/>
                  </a:cubicBezTo>
                  <a:cubicBezTo>
                    <a:pt x="1013" y="1183"/>
                    <a:pt x="1184" y="1183"/>
                    <a:pt x="1354" y="1186"/>
                  </a:cubicBezTo>
                  <a:cubicBezTo>
                    <a:pt x="1384" y="1393"/>
                    <a:pt x="1403" y="1603"/>
                    <a:pt x="1414" y="1812"/>
                  </a:cubicBezTo>
                  <a:cubicBezTo>
                    <a:pt x="1247" y="1814"/>
                    <a:pt x="1080" y="1811"/>
                    <a:pt x="913" y="18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B1E9B19-E77B-48AF-B33D-CED5AFAD4666}"/>
              </a:ext>
            </a:extLst>
          </p:cNvPr>
          <p:cNvSpPr>
            <a:spLocks/>
          </p:cNvSpPr>
          <p:nvPr/>
        </p:nvSpPr>
        <p:spPr bwMode="auto">
          <a:xfrm rot="1801418" flipV="1">
            <a:off x="9341571" y="2211415"/>
            <a:ext cx="831105" cy="727944"/>
          </a:xfrm>
          <a:custGeom>
            <a:avLst/>
            <a:gdLst>
              <a:gd name="connsiteX0" fmla="*/ 2401648 w 3499977"/>
              <a:gd name="connsiteY0" fmla="*/ 1861829 h 3065543"/>
              <a:gd name="connsiteX1" fmla="*/ 2504093 w 3499977"/>
              <a:gd name="connsiteY1" fmla="*/ 1860168 h 3065543"/>
              <a:gd name="connsiteX2" fmla="*/ 2510032 w 3499977"/>
              <a:gd name="connsiteY2" fmla="*/ 1854205 h 3065543"/>
              <a:gd name="connsiteX3" fmla="*/ 2517321 w 3499977"/>
              <a:gd name="connsiteY3" fmla="*/ 1641429 h 3065543"/>
              <a:gd name="connsiteX4" fmla="*/ 2728689 w 3499977"/>
              <a:gd name="connsiteY4" fmla="*/ 1641158 h 3065543"/>
              <a:gd name="connsiteX5" fmla="*/ 2728959 w 3499977"/>
              <a:gd name="connsiteY5" fmla="*/ 1428924 h 3065543"/>
              <a:gd name="connsiteX6" fmla="*/ 2511922 w 3499977"/>
              <a:gd name="connsiteY6" fmla="*/ 1428111 h 3065543"/>
              <a:gd name="connsiteX7" fmla="*/ 2510032 w 3499977"/>
              <a:gd name="connsiteY7" fmla="*/ 1214792 h 3065543"/>
              <a:gd name="connsiteX8" fmla="*/ 2466840 w 3499977"/>
              <a:gd name="connsiteY8" fmla="*/ 1202053 h 3065543"/>
              <a:gd name="connsiteX9" fmla="*/ 2297853 w 3499977"/>
              <a:gd name="connsiteY9" fmla="*/ 1205034 h 3065543"/>
              <a:gd name="connsiteX10" fmla="*/ 2292454 w 3499977"/>
              <a:gd name="connsiteY10" fmla="*/ 1422419 h 3065543"/>
              <a:gd name="connsiteX11" fmla="*/ 2081355 w 3499977"/>
              <a:gd name="connsiteY11" fmla="*/ 1422690 h 3065543"/>
              <a:gd name="connsiteX12" fmla="*/ 2080276 w 3499977"/>
              <a:gd name="connsiteY12" fmla="*/ 1641429 h 3065543"/>
              <a:gd name="connsiteX13" fmla="*/ 2298663 w 3499977"/>
              <a:gd name="connsiteY13" fmla="*/ 1642513 h 3065543"/>
              <a:gd name="connsiteX14" fmla="*/ 2299203 w 3499977"/>
              <a:gd name="connsiteY14" fmla="*/ 1861253 h 3065543"/>
              <a:gd name="connsiteX15" fmla="*/ 2401648 w 3499977"/>
              <a:gd name="connsiteY15" fmla="*/ 1861829 h 3065543"/>
              <a:gd name="connsiteX16" fmla="*/ 3274944 w 3499977"/>
              <a:gd name="connsiteY16" fmla="*/ 1862104 h 3065543"/>
              <a:gd name="connsiteX17" fmla="*/ 3279542 w 3499977"/>
              <a:gd name="connsiteY17" fmla="*/ 1646303 h 3065543"/>
              <a:gd name="connsiteX18" fmla="*/ 3499977 w 3499977"/>
              <a:gd name="connsiteY18" fmla="*/ 1641700 h 3065543"/>
              <a:gd name="connsiteX19" fmla="*/ 3499166 w 3499977"/>
              <a:gd name="connsiteY19" fmla="*/ 1423191 h 3065543"/>
              <a:gd name="connsiteX20" fmla="*/ 3280894 w 3499977"/>
              <a:gd name="connsiteY20" fmla="*/ 1422108 h 3065543"/>
              <a:gd name="connsiteX21" fmla="*/ 3280353 w 3499977"/>
              <a:gd name="connsiteY21" fmla="*/ 1203329 h 3065543"/>
              <a:gd name="connsiteX22" fmla="*/ 3055320 w 3499977"/>
              <a:gd name="connsiteY22" fmla="*/ 1204141 h 3065543"/>
              <a:gd name="connsiteX23" fmla="*/ 3054238 w 3499977"/>
              <a:gd name="connsiteY23" fmla="*/ 1422379 h 3065543"/>
              <a:gd name="connsiteX24" fmla="*/ 2841376 w 3499977"/>
              <a:gd name="connsiteY24" fmla="*/ 1422379 h 3065543"/>
              <a:gd name="connsiteX25" fmla="*/ 2837319 w 3499977"/>
              <a:gd name="connsiteY25" fmla="*/ 1637909 h 3065543"/>
              <a:gd name="connsiteX26" fmla="*/ 3047476 w 3499977"/>
              <a:gd name="connsiteY26" fmla="*/ 1643595 h 3065543"/>
              <a:gd name="connsiteX27" fmla="*/ 3061541 w 3499977"/>
              <a:gd name="connsiteY27" fmla="*/ 1693687 h 3065543"/>
              <a:gd name="connsiteX28" fmla="*/ 3061541 w 3499977"/>
              <a:gd name="connsiteY28" fmla="*/ 1861563 h 3065543"/>
              <a:gd name="connsiteX29" fmla="*/ 3274944 w 3499977"/>
              <a:gd name="connsiteY29" fmla="*/ 1862104 h 3065543"/>
              <a:gd name="connsiteX30" fmla="*/ 1469867 w 3499977"/>
              <a:gd name="connsiteY30" fmla="*/ 3064588 h 3065543"/>
              <a:gd name="connsiteX31" fmla="*/ 1855948 w 3499977"/>
              <a:gd name="connsiteY31" fmla="*/ 3032278 h 3065543"/>
              <a:gd name="connsiteX32" fmla="*/ 2034628 w 3499977"/>
              <a:gd name="connsiteY32" fmla="*/ 2981664 h 3065543"/>
              <a:gd name="connsiteX33" fmla="*/ 2765027 w 3499977"/>
              <a:gd name="connsiteY33" fmla="*/ 2441150 h 3065543"/>
              <a:gd name="connsiteX34" fmla="*/ 2842338 w 3499977"/>
              <a:gd name="connsiteY34" fmla="*/ 2313397 h 3065543"/>
              <a:gd name="connsiteX35" fmla="*/ 2534717 w 3499977"/>
              <a:gd name="connsiteY35" fmla="*/ 2133406 h 3065543"/>
              <a:gd name="connsiteX36" fmla="*/ 2202766 w 3499977"/>
              <a:gd name="connsiteY36" fmla="*/ 1946919 h 3065543"/>
              <a:gd name="connsiteX37" fmla="*/ 2168166 w 3499977"/>
              <a:gd name="connsiteY37" fmla="*/ 1957205 h 3065543"/>
              <a:gd name="connsiteX38" fmla="*/ 1608067 w 3499977"/>
              <a:gd name="connsiteY38" fmla="*/ 2297969 h 3065543"/>
              <a:gd name="connsiteX39" fmla="*/ 1312339 w 3499977"/>
              <a:gd name="connsiteY39" fmla="*/ 2269550 h 3065543"/>
              <a:gd name="connsiteX40" fmla="*/ 1158528 w 3499977"/>
              <a:gd name="connsiteY40" fmla="*/ 2202967 h 3065543"/>
              <a:gd name="connsiteX41" fmla="*/ 818468 w 3499977"/>
              <a:gd name="connsiteY41" fmla="*/ 1813483 h 3065543"/>
              <a:gd name="connsiteX42" fmla="*/ 1013368 w 3499977"/>
              <a:gd name="connsiteY42" fmla="*/ 964142 h 3065543"/>
              <a:gd name="connsiteX43" fmla="*/ 1260168 w 3499977"/>
              <a:gd name="connsiteY43" fmla="*/ 815548 h 3065543"/>
              <a:gd name="connsiteX44" fmla="*/ 1808102 w 3499977"/>
              <a:gd name="connsiteY44" fmla="*/ 817172 h 3065543"/>
              <a:gd name="connsiteX45" fmla="*/ 2193305 w 3499977"/>
              <a:gd name="connsiteY45" fmla="*/ 1144945 h 3065543"/>
              <a:gd name="connsiteX46" fmla="*/ 2386042 w 3499977"/>
              <a:gd name="connsiteY46" fmla="*/ 1037491 h 3065543"/>
              <a:gd name="connsiteX47" fmla="*/ 2828552 w 3499977"/>
              <a:gd name="connsiteY47" fmla="*/ 794165 h 3065543"/>
              <a:gd name="connsiteX48" fmla="*/ 2850718 w 3499977"/>
              <a:gd name="connsiteY48" fmla="*/ 762227 h 3065543"/>
              <a:gd name="connsiteX49" fmla="*/ 2703125 w 3499977"/>
              <a:gd name="connsiteY49" fmla="*/ 549486 h 3065543"/>
              <a:gd name="connsiteX50" fmla="*/ 2353874 w 3499977"/>
              <a:gd name="connsiteY50" fmla="*/ 241201 h 3065543"/>
              <a:gd name="connsiteX51" fmla="*/ 2020842 w 3499977"/>
              <a:gd name="connsiteY51" fmla="*/ 79886 h 3065543"/>
              <a:gd name="connsiteX52" fmla="*/ 1618339 w 3499977"/>
              <a:gd name="connsiteY52" fmla="*/ 5453 h 3065543"/>
              <a:gd name="connsiteX53" fmla="*/ 1426954 w 3499977"/>
              <a:gd name="connsiteY53" fmla="*/ 6265 h 3065543"/>
              <a:gd name="connsiteX54" fmla="*/ 1036885 w 3499977"/>
              <a:gd name="connsiteY54" fmla="*/ 80968 h 3065543"/>
              <a:gd name="connsiteX55" fmla="*/ 590861 w 3499977"/>
              <a:gd name="connsiteY55" fmla="*/ 322129 h 3065543"/>
              <a:gd name="connsiteX56" fmla="*/ 287564 w 3499977"/>
              <a:gd name="connsiteY56" fmla="*/ 636639 h 3065543"/>
              <a:gd name="connsiteX57" fmla="*/ 80501 w 3499977"/>
              <a:gd name="connsiteY57" fmla="*/ 1035597 h 3065543"/>
              <a:gd name="connsiteX58" fmla="*/ 18328 w 3499977"/>
              <a:gd name="connsiteY58" fmla="*/ 1302200 h 3065543"/>
              <a:gd name="connsiteX59" fmla="*/ 7785 w 3499977"/>
              <a:gd name="connsiteY59" fmla="*/ 1673820 h 3065543"/>
              <a:gd name="connsiteX60" fmla="*/ 56442 w 3499977"/>
              <a:gd name="connsiteY60" fmla="*/ 1946107 h 3065543"/>
              <a:gd name="connsiteX61" fmla="*/ 368660 w 3499977"/>
              <a:gd name="connsiteY61" fmla="*/ 2533717 h 3065543"/>
              <a:gd name="connsiteX62" fmla="*/ 611135 w 3499977"/>
              <a:gd name="connsiteY62" fmla="*/ 2759450 h 3065543"/>
              <a:gd name="connsiteX63" fmla="*/ 1088246 w 3499977"/>
              <a:gd name="connsiteY63" fmla="*/ 3000881 h 3065543"/>
              <a:gd name="connsiteX64" fmla="*/ 1469867 w 3499977"/>
              <a:gd name="connsiteY64" fmla="*/ 3064588 h 306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3499977" h="3065543">
                <a:moveTo>
                  <a:pt x="2401648" y="1861829"/>
                </a:moveTo>
                <a:cubicBezTo>
                  <a:pt x="2435796" y="1862066"/>
                  <a:pt x="2469945" y="1861930"/>
                  <a:pt x="2504093" y="1860168"/>
                </a:cubicBezTo>
                <a:lnTo>
                  <a:pt x="2510032" y="1854205"/>
                </a:lnTo>
                <a:cubicBezTo>
                  <a:pt x="2515701" y="1783461"/>
                  <a:pt x="2503553" y="1711632"/>
                  <a:pt x="2517321" y="1641429"/>
                </a:cubicBezTo>
                <a:cubicBezTo>
                  <a:pt x="2587777" y="1642242"/>
                  <a:pt x="2658233" y="1642242"/>
                  <a:pt x="2728689" y="1641158"/>
                </a:cubicBezTo>
                <a:cubicBezTo>
                  <a:pt x="2730039" y="1570413"/>
                  <a:pt x="2729769" y="1499669"/>
                  <a:pt x="2728959" y="1428924"/>
                </a:cubicBezTo>
                <a:cubicBezTo>
                  <a:pt x="2656613" y="1427026"/>
                  <a:pt x="2584268" y="1428382"/>
                  <a:pt x="2511922" y="1428111"/>
                </a:cubicBezTo>
                <a:cubicBezTo>
                  <a:pt x="2508952" y="1357095"/>
                  <a:pt x="2513271" y="1285808"/>
                  <a:pt x="2510032" y="1214792"/>
                </a:cubicBezTo>
                <a:cubicBezTo>
                  <a:pt x="2502203" y="1198529"/>
                  <a:pt x="2481148" y="1203950"/>
                  <a:pt x="2466840" y="1202053"/>
                </a:cubicBezTo>
                <a:cubicBezTo>
                  <a:pt x="2410691" y="1202866"/>
                  <a:pt x="2354002" y="1200155"/>
                  <a:pt x="2297853" y="1205034"/>
                </a:cubicBezTo>
                <a:cubicBezTo>
                  <a:pt x="2287325" y="1277134"/>
                  <a:pt x="2294614" y="1350047"/>
                  <a:pt x="2292454" y="1422419"/>
                </a:cubicBezTo>
                <a:cubicBezTo>
                  <a:pt x="2221998" y="1422148"/>
                  <a:pt x="2151542" y="1422148"/>
                  <a:pt x="2081355" y="1422690"/>
                </a:cubicBezTo>
                <a:cubicBezTo>
                  <a:pt x="2077576" y="1495332"/>
                  <a:pt x="2079196" y="1568516"/>
                  <a:pt x="2080276" y="1641429"/>
                </a:cubicBezTo>
                <a:cubicBezTo>
                  <a:pt x="2153161" y="1642513"/>
                  <a:pt x="2225777" y="1641429"/>
                  <a:pt x="2298663" y="1642513"/>
                </a:cubicBezTo>
                <a:cubicBezTo>
                  <a:pt x="2297583" y="1715426"/>
                  <a:pt x="2297313" y="1788340"/>
                  <a:pt x="2299203" y="1861253"/>
                </a:cubicBezTo>
                <a:cubicBezTo>
                  <a:pt x="2333351" y="1860982"/>
                  <a:pt x="2367500" y="1861591"/>
                  <a:pt x="2401648" y="1861829"/>
                </a:cubicBezTo>
                <a:close/>
                <a:moveTo>
                  <a:pt x="3274944" y="1862104"/>
                </a:moveTo>
                <a:cubicBezTo>
                  <a:pt x="3284410" y="1790622"/>
                  <a:pt x="3278190" y="1718056"/>
                  <a:pt x="3279542" y="1646303"/>
                </a:cubicBezTo>
                <a:cubicBezTo>
                  <a:pt x="3352570" y="1637368"/>
                  <a:pt x="3426679" y="1644949"/>
                  <a:pt x="3499977" y="1641700"/>
                </a:cubicBezTo>
                <a:cubicBezTo>
                  <a:pt x="3498625" y="1568864"/>
                  <a:pt x="3499707" y="1496028"/>
                  <a:pt x="3499166" y="1423191"/>
                </a:cubicBezTo>
                <a:cubicBezTo>
                  <a:pt x="3426409" y="1421837"/>
                  <a:pt x="3353651" y="1423462"/>
                  <a:pt x="3280894" y="1422108"/>
                </a:cubicBezTo>
                <a:cubicBezTo>
                  <a:pt x="3279271" y="1349272"/>
                  <a:pt x="3279271" y="1276165"/>
                  <a:pt x="3280353" y="1203329"/>
                </a:cubicBezTo>
                <a:cubicBezTo>
                  <a:pt x="3205432" y="1203599"/>
                  <a:pt x="3130241" y="1201704"/>
                  <a:pt x="3055320" y="1204141"/>
                </a:cubicBezTo>
                <a:cubicBezTo>
                  <a:pt x="3054779" y="1276977"/>
                  <a:pt x="3056402" y="1349813"/>
                  <a:pt x="3054238" y="1422379"/>
                </a:cubicBezTo>
                <a:cubicBezTo>
                  <a:pt x="2983374" y="1422921"/>
                  <a:pt x="2912240" y="1422921"/>
                  <a:pt x="2841376" y="1422379"/>
                </a:cubicBezTo>
                <a:cubicBezTo>
                  <a:pt x="2831639" y="1493591"/>
                  <a:pt x="2836508" y="1566156"/>
                  <a:pt x="2837319" y="1637909"/>
                </a:cubicBezTo>
                <a:cubicBezTo>
                  <a:pt x="2906560" y="1649552"/>
                  <a:pt x="2977694" y="1636826"/>
                  <a:pt x="3047476" y="1643595"/>
                </a:cubicBezTo>
                <a:cubicBezTo>
                  <a:pt x="3065598" y="1654155"/>
                  <a:pt x="3059918" y="1676358"/>
                  <a:pt x="3061541" y="1693687"/>
                </a:cubicBezTo>
                <a:cubicBezTo>
                  <a:pt x="3061000" y="1749736"/>
                  <a:pt x="3060729" y="1805514"/>
                  <a:pt x="3061541" y="1861563"/>
                </a:cubicBezTo>
                <a:cubicBezTo>
                  <a:pt x="3132675" y="1861833"/>
                  <a:pt x="3203810" y="1861292"/>
                  <a:pt x="3274944" y="1862104"/>
                </a:cubicBezTo>
                <a:close/>
                <a:moveTo>
                  <a:pt x="1469867" y="3064588"/>
                </a:moveTo>
                <a:cubicBezTo>
                  <a:pt x="1599214" y="3069088"/>
                  <a:pt x="1729304" y="3057585"/>
                  <a:pt x="1855948" y="3032278"/>
                </a:cubicBezTo>
                <a:cubicBezTo>
                  <a:pt x="1915688" y="3016580"/>
                  <a:pt x="1975429" y="3000069"/>
                  <a:pt x="2034628" y="2981664"/>
                </a:cubicBezTo>
                <a:cubicBezTo>
                  <a:pt x="2325491" y="2881519"/>
                  <a:pt x="2582292" y="2688536"/>
                  <a:pt x="2765027" y="2441150"/>
                </a:cubicBezTo>
                <a:cubicBezTo>
                  <a:pt x="2793411" y="2400280"/>
                  <a:pt x="2822335" y="2359139"/>
                  <a:pt x="2842338" y="2313397"/>
                </a:cubicBezTo>
                <a:cubicBezTo>
                  <a:pt x="2741510" y="2250333"/>
                  <a:pt x="2635275" y="2196471"/>
                  <a:pt x="2534717" y="2133406"/>
                </a:cubicBezTo>
                <a:cubicBezTo>
                  <a:pt x="2422264" y="2074402"/>
                  <a:pt x="2315759" y="2004841"/>
                  <a:pt x="2202766" y="1946919"/>
                </a:cubicBezTo>
                <a:cubicBezTo>
                  <a:pt x="2190602" y="1939070"/>
                  <a:pt x="2174383" y="1944483"/>
                  <a:pt x="2168166" y="1957205"/>
                </a:cubicBezTo>
                <a:cubicBezTo>
                  <a:pt x="2040846" y="2142609"/>
                  <a:pt x="1833782" y="2277128"/>
                  <a:pt x="1608067" y="2297969"/>
                </a:cubicBezTo>
                <a:cubicBezTo>
                  <a:pt x="1509130" y="2302029"/>
                  <a:pt x="1406950" y="2303653"/>
                  <a:pt x="1312339" y="2269550"/>
                </a:cubicBezTo>
                <a:cubicBezTo>
                  <a:pt x="1260438" y="2249250"/>
                  <a:pt x="1206915" y="2231116"/>
                  <a:pt x="1158528" y="2202967"/>
                </a:cubicBezTo>
                <a:cubicBezTo>
                  <a:pt x="1002555" y="2120414"/>
                  <a:pt x="880642" y="1978316"/>
                  <a:pt x="818468" y="1813483"/>
                </a:cubicBezTo>
                <a:cubicBezTo>
                  <a:pt x="698177" y="1526580"/>
                  <a:pt x="782516" y="1170928"/>
                  <a:pt x="1013368" y="964142"/>
                </a:cubicBezTo>
                <a:cubicBezTo>
                  <a:pt x="1086624" y="901618"/>
                  <a:pt x="1169071" y="848298"/>
                  <a:pt x="1260168" y="815548"/>
                </a:cubicBezTo>
                <a:cubicBezTo>
                  <a:pt x="1433171" y="742198"/>
                  <a:pt x="1634828" y="746799"/>
                  <a:pt x="1808102" y="817172"/>
                </a:cubicBezTo>
                <a:cubicBezTo>
                  <a:pt x="1969482" y="878071"/>
                  <a:pt x="2102478" y="999869"/>
                  <a:pt x="2193305" y="1144945"/>
                </a:cubicBezTo>
                <a:cubicBezTo>
                  <a:pt x="2254397" y="1104074"/>
                  <a:pt x="2320895" y="1071866"/>
                  <a:pt x="2386042" y="1037491"/>
                </a:cubicBezTo>
                <a:cubicBezTo>
                  <a:pt x="2533095" y="955751"/>
                  <a:pt x="2680688" y="874823"/>
                  <a:pt x="2828552" y="794165"/>
                </a:cubicBezTo>
                <a:cubicBezTo>
                  <a:pt x="2839365" y="786857"/>
                  <a:pt x="2861801" y="779279"/>
                  <a:pt x="2850718" y="762227"/>
                </a:cubicBezTo>
                <a:cubicBezTo>
                  <a:pt x="2811792" y="684817"/>
                  <a:pt x="2756107" y="617422"/>
                  <a:pt x="2703125" y="549486"/>
                </a:cubicBezTo>
                <a:cubicBezTo>
                  <a:pt x="2600674" y="432289"/>
                  <a:pt x="2484708" y="326189"/>
                  <a:pt x="2353874" y="241201"/>
                </a:cubicBezTo>
                <a:cubicBezTo>
                  <a:pt x="2248180" y="177595"/>
                  <a:pt x="2137890" y="120214"/>
                  <a:pt x="2020842" y="79886"/>
                </a:cubicBezTo>
                <a:cubicBezTo>
                  <a:pt x="1890279" y="39557"/>
                  <a:pt x="1755390" y="10054"/>
                  <a:pt x="1618339" y="5453"/>
                </a:cubicBezTo>
                <a:cubicBezTo>
                  <a:pt x="1554814" y="-3208"/>
                  <a:pt x="1490749" y="-501"/>
                  <a:pt x="1426954" y="6265"/>
                </a:cubicBezTo>
                <a:cubicBezTo>
                  <a:pt x="1293687" y="10325"/>
                  <a:pt x="1163935" y="43617"/>
                  <a:pt x="1036885" y="80968"/>
                </a:cubicBezTo>
                <a:cubicBezTo>
                  <a:pt x="877668" y="138890"/>
                  <a:pt x="723317" y="215217"/>
                  <a:pt x="590861" y="322129"/>
                </a:cubicBezTo>
                <a:cubicBezTo>
                  <a:pt x="474354" y="410636"/>
                  <a:pt x="376228" y="520796"/>
                  <a:pt x="287564" y="636639"/>
                </a:cubicBezTo>
                <a:cubicBezTo>
                  <a:pt x="199711" y="758438"/>
                  <a:pt x="131861" y="894581"/>
                  <a:pt x="80501" y="1035597"/>
                </a:cubicBezTo>
                <a:cubicBezTo>
                  <a:pt x="57524" y="1123833"/>
                  <a:pt x="24004" y="1210445"/>
                  <a:pt x="18328" y="1302200"/>
                </a:cubicBezTo>
                <a:cubicBezTo>
                  <a:pt x="487" y="1425081"/>
                  <a:pt x="-6812" y="1550127"/>
                  <a:pt x="7785" y="1673820"/>
                </a:cubicBezTo>
                <a:cubicBezTo>
                  <a:pt x="13462" y="1765846"/>
                  <a:pt x="27789" y="1858142"/>
                  <a:pt x="56442" y="1946107"/>
                </a:cubicBezTo>
                <a:cubicBezTo>
                  <a:pt x="113480" y="2162638"/>
                  <a:pt x="224040" y="2363470"/>
                  <a:pt x="368660" y="2533717"/>
                </a:cubicBezTo>
                <a:cubicBezTo>
                  <a:pt x="445700" y="2613021"/>
                  <a:pt x="520038" y="2696115"/>
                  <a:pt x="611135" y="2759450"/>
                </a:cubicBezTo>
                <a:cubicBezTo>
                  <a:pt x="753863" y="2868256"/>
                  <a:pt x="915242" y="2952703"/>
                  <a:pt x="1088246" y="3000881"/>
                </a:cubicBezTo>
                <a:cubicBezTo>
                  <a:pt x="1211916" y="3039586"/>
                  <a:pt x="1340520" y="3060089"/>
                  <a:pt x="1469867" y="3064588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9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9" presetClass="entr" presetSubtype="0" decel="10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9" presetClass="entr" presetSubtype="0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9" presetClass="entr" presetSubtype="0" decel="10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9" presetClass="entr" presetSubtype="0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9" presetClass="entr" presetSubtype="0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0" grpId="0" animBg="1"/>
      <p:bldP spid="33" grpId="0" animBg="1"/>
      <p:bldP spid="37" grpId="0" animBg="1"/>
      <p:bldP spid="4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50">
            <a:extLst>
              <a:ext uri="{FF2B5EF4-FFF2-40B4-BE49-F238E27FC236}">
                <a16:creationId xmlns:a16="http://schemas.microsoft.com/office/drawing/2014/main" id="{5AE7FE8A-4409-45CC-A069-0DAEFFA72A04}"/>
              </a:ext>
            </a:extLst>
          </p:cNvPr>
          <p:cNvSpPr/>
          <p:nvPr/>
        </p:nvSpPr>
        <p:spPr>
          <a:xfrm>
            <a:off x="430494" y="2134582"/>
            <a:ext cx="4562420" cy="830997"/>
          </a:xfrm>
          <a:prstGeom prst="rect">
            <a:avLst/>
          </a:prstGeom>
          <a:solidFill>
            <a:srgbClr val="232A4E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Questions</a:t>
            </a:r>
            <a:endParaRPr lang="en-US" sz="48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B326D2EC-D91F-4B36-B61E-F1DF1EEDCC7A}"/>
              </a:ext>
            </a:extLst>
          </p:cNvPr>
          <p:cNvSpPr/>
          <p:nvPr/>
        </p:nvSpPr>
        <p:spPr>
          <a:xfrm>
            <a:off x="3164114" y="2965579"/>
            <a:ext cx="2931886" cy="83099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???</a:t>
            </a:r>
            <a:endParaRPr lang="en-US" sz="48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B9728E-2983-41DA-A54A-CA94D50BD052}"/>
              </a:ext>
            </a:extLst>
          </p:cNvPr>
          <p:cNvGrpSpPr/>
          <p:nvPr/>
        </p:nvGrpSpPr>
        <p:grpSpPr>
          <a:xfrm>
            <a:off x="6294784" y="824560"/>
            <a:ext cx="4718206" cy="5139297"/>
            <a:chOff x="6294784" y="824560"/>
            <a:chExt cx="4718206" cy="5139297"/>
          </a:xfrm>
        </p:grpSpPr>
        <p:grpSp>
          <p:nvGrpSpPr>
            <p:cNvPr id="5" name="Graphic 3">
              <a:extLst>
                <a:ext uri="{FF2B5EF4-FFF2-40B4-BE49-F238E27FC236}">
                  <a16:creationId xmlns:a16="http://schemas.microsoft.com/office/drawing/2014/main" id="{435153EF-3EDC-43B0-A464-BA3B06156331}"/>
                </a:ext>
              </a:extLst>
            </p:cNvPr>
            <p:cNvGrpSpPr/>
            <p:nvPr/>
          </p:nvGrpSpPr>
          <p:grpSpPr>
            <a:xfrm>
              <a:off x="6294784" y="824560"/>
              <a:ext cx="4718206" cy="5139297"/>
              <a:chOff x="4521199" y="1576387"/>
              <a:chExt cx="3394640" cy="3697605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45EFACD7-7387-4917-9883-03022FAD0415}"/>
                  </a:ext>
                </a:extLst>
              </p:cNvPr>
              <p:cNvSpPr/>
              <p:nvPr/>
            </p:nvSpPr>
            <p:spPr>
              <a:xfrm>
                <a:off x="4524375" y="4997767"/>
                <a:ext cx="3057525" cy="276225"/>
              </a:xfrm>
              <a:custGeom>
                <a:avLst/>
                <a:gdLst>
                  <a:gd name="connsiteX0" fmla="*/ 1528763 w 3057525"/>
                  <a:gd name="connsiteY0" fmla="*/ 0 h 276225"/>
                  <a:gd name="connsiteX1" fmla="*/ 0 w 3057525"/>
                  <a:gd name="connsiteY1" fmla="*/ 140970 h 276225"/>
                  <a:gd name="connsiteX2" fmla="*/ 206693 w 3057525"/>
                  <a:gd name="connsiteY2" fmla="*/ 211455 h 276225"/>
                  <a:gd name="connsiteX3" fmla="*/ 750570 w 3057525"/>
                  <a:gd name="connsiteY3" fmla="*/ 262890 h 276225"/>
                  <a:gd name="connsiteX4" fmla="*/ 750570 w 3057525"/>
                  <a:gd name="connsiteY4" fmla="*/ 261938 h 276225"/>
                  <a:gd name="connsiteX5" fmla="*/ 1528763 w 3057525"/>
                  <a:gd name="connsiteY5" fmla="*/ 281940 h 276225"/>
                  <a:gd name="connsiteX6" fmla="*/ 3057525 w 3057525"/>
                  <a:gd name="connsiteY6" fmla="*/ 140970 h 276225"/>
                  <a:gd name="connsiteX7" fmla="*/ 1528763 w 3057525"/>
                  <a:gd name="connsiteY7" fmla="*/ 0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57525" h="276225">
                    <a:moveTo>
                      <a:pt x="1528763" y="0"/>
                    </a:moveTo>
                    <a:cubicBezTo>
                      <a:pt x="683895" y="0"/>
                      <a:pt x="0" y="62865"/>
                      <a:pt x="0" y="140970"/>
                    </a:cubicBezTo>
                    <a:cubicBezTo>
                      <a:pt x="0" y="166688"/>
                      <a:pt x="75248" y="190500"/>
                      <a:pt x="206693" y="211455"/>
                    </a:cubicBezTo>
                    <a:cubicBezTo>
                      <a:pt x="313373" y="225742"/>
                      <a:pt x="534353" y="255270"/>
                      <a:pt x="750570" y="262890"/>
                    </a:cubicBezTo>
                    <a:cubicBezTo>
                      <a:pt x="751523" y="262890"/>
                      <a:pt x="750570" y="261938"/>
                      <a:pt x="750570" y="261938"/>
                    </a:cubicBezTo>
                    <a:cubicBezTo>
                      <a:pt x="978218" y="274320"/>
                      <a:pt x="1244918" y="281940"/>
                      <a:pt x="1528763" y="281940"/>
                    </a:cubicBezTo>
                    <a:cubicBezTo>
                      <a:pt x="2372678" y="281940"/>
                      <a:pt x="3057525" y="219075"/>
                      <a:pt x="3057525" y="140970"/>
                    </a:cubicBezTo>
                    <a:cubicBezTo>
                      <a:pt x="3057525" y="62865"/>
                      <a:pt x="2372678" y="0"/>
                      <a:pt x="1528763" y="0"/>
                    </a:cubicBezTo>
                    <a:close/>
                  </a:path>
                </a:pathLst>
              </a:custGeom>
              <a:solidFill>
                <a:srgbClr val="F1F3F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69E221F0-3E2C-44CD-9926-82F9D290D7AD}"/>
                  </a:ext>
                </a:extLst>
              </p:cNvPr>
              <p:cNvSpPr/>
              <p:nvPr/>
            </p:nvSpPr>
            <p:spPr>
              <a:xfrm>
                <a:off x="6418222" y="5013570"/>
                <a:ext cx="209550" cy="104775"/>
              </a:xfrm>
              <a:custGeom>
                <a:avLst/>
                <a:gdLst>
                  <a:gd name="connsiteX0" fmla="*/ 675 w 209550"/>
                  <a:gd name="connsiteY0" fmla="*/ 21344 h 104775"/>
                  <a:gd name="connsiteX1" fmla="*/ 7343 w 209550"/>
                  <a:gd name="connsiteY1" fmla="*/ 96592 h 104775"/>
                  <a:gd name="connsiteX2" fmla="*/ 184508 w 209550"/>
                  <a:gd name="connsiteY2" fmla="*/ 105164 h 104775"/>
                  <a:gd name="connsiteX3" fmla="*/ 201653 w 209550"/>
                  <a:gd name="connsiteY3" fmla="*/ 64207 h 104775"/>
                  <a:gd name="connsiteX4" fmla="*/ 43538 w 209550"/>
                  <a:gd name="connsiteY4" fmla="*/ 10867 h 104775"/>
                  <a:gd name="connsiteX5" fmla="*/ 675 w 209550"/>
                  <a:gd name="connsiteY5" fmla="*/ 2134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50" h="104775">
                    <a:moveTo>
                      <a:pt x="675" y="21344"/>
                    </a:moveTo>
                    <a:cubicBezTo>
                      <a:pt x="675" y="21344"/>
                      <a:pt x="-3135" y="82304"/>
                      <a:pt x="7343" y="96592"/>
                    </a:cubicBezTo>
                    <a:cubicBezTo>
                      <a:pt x="17820" y="110879"/>
                      <a:pt x="158790" y="102307"/>
                      <a:pt x="184508" y="105164"/>
                    </a:cubicBezTo>
                    <a:cubicBezTo>
                      <a:pt x="211178" y="108022"/>
                      <a:pt x="236895" y="69922"/>
                      <a:pt x="201653" y="64207"/>
                    </a:cubicBezTo>
                    <a:cubicBezTo>
                      <a:pt x="166411" y="59444"/>
                      <a:pt x="49253" y="40394"/>
                      <a:pt x="43538" y="10867"/>
                    </a:cubicBezTo>
                    <a:cubicBezTo>
                      <a:pt x="37823" y="-18661"/>
                      <a:pt x="675" y="21344"/>
                      <a:pt x="675" y="21344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3FBCD76A-F179-413B-9A95-A0EE35E0FA85}"/>
                  </a:ext>
                </a:extLst>
              </p:cNvPr>
              <p:cNvSpPr/>
              <p:nvPr/>
            </p:nvSpPr>
            <p:spPr>
              <a:xfrm>
                <a:off x="6377940" y="4089798"/>
                <a:ext cx="466725" cy="466725"/>
              </a:xfrm>
              <a:custGeom>
                <a:avLst/>
                <a:gdLst>
                  <a:gd name="connsiteX0" fmla="*/ 416242 w 466725"/>
                  <a:gd name="connsiteY0" fmla="*/ 109774 h 466725"/>
                  <a:gd name="connsiteX1" fmla="*/ 472440 w 466725"/>
                  <a:gd name="connsiteY1" fmla="*/ 180259 h 466725"/>
                  <a:gd name="connsiteX2" fmla="*/ 461010 w 466725"/>
                  <a:gd name="connsiteY2" fmla="*/ 273604 h 466725"/>
                  <a:gd name="connsiteX3" fmla="*/ 360997 w 466725"/>
                  <a:gd name="connsiteY3" fmla="*/ 332659 h 466725"/>
                  <a:gd name="connsiteX4" fmla="*/ 189547 w 466725"/>
                  <a:gd name="connsiteY4" fmla="*/ 468867 h 466725"/>
                  <a:gd name="connsiteX5" fmla="*/ 0 w 466725"/>
                  <a:gd name="connsiteY5" fmla="*/ 245029 h 466725"/>
                  <a:gd name="connsiteX6" fmla="*/ 164782 w 466725"/>
                  <a:gd name="connsiteY6" fmla="*/ 94534 h 466725"/>
                  <a:gd name="connsiteX7" fmla="*/ 251460 w 466725"/>
                  <a:gd name="connsiteY7" fmla="*/ 237 h 466725"/>
                  <a:gd name="connsiteX8" fmla="*/ 360045 w 466725"/>
                  <a:gd name="connsiteY8" fmla="*/ 75484 h 466725"/>
                  <a:gd name="connsiteX9" fmla="*/ 416242 w 466725"/>
                  <a:gd name="connsiteY9" fmla="*/ 109774 h 466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6725" h="466725">
                    <a:moveTo>
                      <a:pt x="416242" y="109774"/>
                    </a:moveTo>
                    <a:cubicBezTo>
                      <a:pt x="416242" y="109774"/>
                      <a:pt x="462915" y="150732"/>
                      <a:pt x="472440" y="180259"/>
                    </a:cubicBezTo>
                    <a:cubicBezTo>
                      <a:pt x="482917" y="213597"/>
                      <a:pt x="459105" y="264079"/>
                      <a:pt x="461010" y="273604"/>
                    </a:cubicBezTo>
                    <a:cubicBezTo>
                      <a:pt x="452438" y="276462"/>
                      <a:pt x="383857" y="308847"/>
                      <a:pt x="360997" y="332659"/>
                    </a:cubicBezTo>
                    <a:cubicBezTo>
                      <a:pt x="338138" y="356472"/>
                      <a:pt x="189547" y="468867"/>
                      <a:pt x="189547" y="468867"/>
                    </a:cubicBezTo>
                    <a:lnTo>
                      <a:pt x="0" y="245029"/>
                    </a:lnTo>
                    <a:lnTo>
                      <a:pt x="164782" y="94534"/>
                    </a:lnTo>
                    <a:cubicBezTo>
                      <a:pt x="164782" y="94534"/>
                      <a:pt x="240030" y="31669"/>
                      <a:pt x="251460" y="237"/>
                    </a:cubicBezTo>
                    <a:cubicBezTo>
                      <a:pt x="279082" y="-4526"/>
                      <a:pt x="349567" y="64054"/>
                      <a:pt x="360045" y="75484"/>
                    </a:cubicBezTo>
                    <a:cubicBezTo>
                      <a:pt x="369570" y="85962"/>
                      <a:pt x="416242" y="109774"/>
                      <a:pt x="416242" y="109774"/>
                    </a:cubicBezTo>
                    <a:close/>
                  </a:path>
                </a:pathLst>
              </a:custGeom>
              <a:solidFill>
                <a:srgbClr val="FF337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AD7CB80-8EA3-44CD-AAEE-788AC5B10DB1}"/>
                  </a:ext>
                </a:extLst>
              </p:cNvPr>
              <p:cNvSpPr/>
              <p:nvPr/>
            </p:nvSpPr>
            <p:spPr>
              <a:xfrm>
                <a:off x="6456270" y="4534852"/>
                <a:ext cx="342900" cy="485775"/>
              </a:xfrm>
              <a:custGeom>
                <a:avLst/>
                <a:gdLst>
                  <a:gd name="connsiteX0" fmla="*/ 113123 w 342900"/>
                  <a:gd name="connsiteY0" fmla="*/ 0 h 485775"/>
                  <a:gd name="connsiteX1" fmla="*/ 336008 w 342900"/>
                  <a:gd name="connsiteY1" fmla="*/ 203835 h 485775"/>
                  <a:gd name="connsiteX2" fmla="*/ 51210 w 342900"/>
                  <a:gd name="connsiteY2" fmla="*/ 488632 h 485775"/>
                  <a:gd name="connsiteX3" fmla="*/ 16920 w 342900"/>
                  <a:gd name="connsiteY3" fmla="*/ 441960 h 485775"/>
                  <a:gd name="connsiteX4" fmla="*/ 222660 w 342900"/>
                  <a:gd name="connsiteY4" fmla="*/ 253365 h 485775"/>
                  <a:gd name="connsiteX5" fmla="*/ 10253 w 342900"/>
                  <a:gd name="connsiteY5" fmla="*/ 124778 h 485775"/>
                  <a:gd name="connsiteX6" fmla="*/ 4538 w 342900"/>
                  <a:gd name="connsiteY6" fmla="*/ 30480 h 485775"/>
                  <a:gd name="connsiteX7" fmla="*/ 113123 w 342900"/>
                  <a:gd name="connsiteY7" fmla="*/ 0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900" h="485775">
                    <a:moveTo>
                      <a:pt x="113123" y="0"/>
                    </a:moveTo>
                    <a:cubicBezTo>
                      <a:pt x="113123" y="0"/>
                      <a:pt x="315053" y="170497"/>
                      <a:pt x="336008" y="203835"/>
                    </a:cubicBezTo>
                    <a:cubicBezTo>
                      <a:pt x="356963" y="237172"/>
                      <a:pt x="380775" y="305753"/>
                      <a:pt x="51210" y="488632"/>
                    </a:cubicBezTo>
                    <a:cubicBezTo>
                      <a:pt x="30255" y="460057"/>
                      <a:pt x="16920" y="441960"/>
                      <a:pt x="16920" y="441960"/>
                    </a:cubicBezTo>
                    <a:cubicBezTo>
                      <a:pt x="16920" y="441960"/>
                      <a:pt x="182655" y="268605"/>
                      <a:pt x="222660" y="253365"/>
                    </a:cubicBezTo>
                    <a:cubicBezTo>
                      <a:pt x="123600" y="191453"/>
                      <a:pt x="29303" y="131445"/>
                      <a:pt x="10253" y="124778"/>
                    </a:cubicBezTo>
                    <a:cubicBezTo>
                      <a:pt x="-8797" y="118110"/>
                      <a:pt x="4538" y="30480"/>
                      <a:pt x="4538" y="30480"/>
                    </a:cubicBezTo>
                    <a:lnTo>
                      <a:pt x="113123" y="0"/>
                    </a:lnTo>
                    <a:close/>
                  </a:path>
                </a:pathLst>
              </a:custGeom>
              <a:solidFill>
                <a:srgbClr val="212D8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653D8B7-C62E-4528-9760-23D40BD973E2}"/>
                  </a:ext>
                </a:extLst>
              </p:cNvPr>
              <p:cNvSpPr/>
              <p:nvPr/>
            </p:nvSpPr>
            <p:spPr>
              <a:xfrm>
                <a:off x="6319139" y="4087495"/>
                <a:ext cx="304800" cy="238125"/>
              </a:xfrm>
              <a:custGeom>
                <a:avLst/>
                <a:gdLst>
                  <a:gd name="connsiteX0" fmla="*/ 309308 w 304800"/>
                  <a:gd name="connsiteY0" fmla="*/ 1587 h 238125"/>
                  <a:gd name="connsiteX1" fmla="*/ 17843 w 304800"/>
                  <a:gd name="connsiteY1" fmla="*/ 19685 h 238125"/>
                  <a:gd name="connsiteX2" fmla="*/ 85471 w 304800"/>
                  <a:gd name="connsiteY2" fmla="*/ 242570 h 238125"/>
                  <a:gd name="connsiteX3" fmla="*/ 126428 w 304800"/>
                  <a:gd name="connsiteY3" fmla="*/ 204470 h 238125"/>
                  <a:gd name="connsiteX4" fmla="*/ 101663 w 304800"/>
                  <a:gd name="connsiteY4" fmla="*/ 95885 h 238125"/>
                  <a:gd name="connsiteX5" fmla="*/ 237871 w 304800"/>
                  <a:gd name="connsiteY5" fmla="*/ 80645 h 238125"/>
                  <a:gd name="connsiteX6" fmla="*/ 309308 w 304800"/>
                  <a:gd name="connsiteY6" fmla="*/ 1587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4800" h="238125">
                    <a:moveTo>
                      <a:pt x="309308" y="1587"/>
                    </a:moveTo>
                    <a:cubicBezTo>
                      <a:pt x="309308" y="1587"/>
                      <a:pt x="80708" y="-7938"/>
                      <a:pt x="17843" y="19685"/>
                    </a:cubicBezTo>
                    <a:cubicBezTo>
                      <a:pt x="-46927" y="45402"/>
                      <a:pt x="85471" y="242570"/>
                      <a:pt x="85471" y="242570"/>
                    </a:cubicBezTo>
                    <a:lnTo>
                      <a:pt x="126428" y="204470"/>
                    </a:lnTo>
                    <a:cubicBezTo>
                      <a:pt x="126428" y="204470"/>
                      <a:pt x="95948" y="104457"/>
                      <a:pt x="101663" y="95885"/>
                    </a:cubicBezTo>
                    <a:cubicBezTo>
                      <a:pt x="107378" y="88264"/>
                      <a:pt x="237871" y="80645"/>
                      <a:pt x="237871" y="80645"/>
                    </a:cubicBezTo>
                    <a:cubicBezTo>
                      <a:pt x="237871" y="80645"/>
                      <a:pt x="302641" y="26352"/>
                      <a:pt x="309308" y="1587"/>
                    </a:cubicBezTo>
                    <a:close/>
                  </a:path>
                </a:pathLst>
              </a:custGeom>
              <a:solidFill>
                <a:srgbClr val="FF337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1256CF0-A29F-4FE5-81D0-04AF64563073}"/>
                  </a:ext>
                </a:extLst>
              </p:cNvPr>
              <p:cNvSpPr/>
              <p:nvPr/>
            </p:nvSpPr>
            <p:spPr>
              <a:xfrm>
                <a:off x="6264592" y="3639379"/>
                <a:ext cx="47625" cy="66675"/>
              </a:xfrm>
              <a:custGeom>
                <a:avLst/>
                <a:gdLst>
                  <a:gd name="connsiteX0" fmla="*/ 0 w 47625"/>
                  <a:gd name="connsiteY0" fmla="*/ 70608 h 66675"/>
                  <a:gd name="connsiteX1" fmla="*/ 54292 w 47625"/>
                  <a:gd name="connsiteY1" fmla="*/ 70608 h 66675"/>
                  <a:gd name="connsiteX2" fmla="*/ 53340 w 47625"/>
                  <a:gd name="connsiteY2" fmla="*/ 2980 h 66675"/>
                  <a:gd name="connsiteX3" fmla="*/ 4763 w 47625"/>
                  <a:gd name="connsiteY3" fmla="*/ 13458 h 66675"/>
                  <a:gd name="connsiteX4" fmla="*/ 0 w 47625"/>
                  <a:gd name="connsiteY4" fmla="*/ 70608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66675">
                    <a:moveTo>
                      <a:pt x="0" y="70608"/>
                    </a:moveTo>
                    <a:lnTo>
                      <a:pt x="54292" y="70608"/>
                    </a:lnTo>
                    <a:cubicBezTo>
                      <a:pt x="53340" y="42033"/>
                      <a:pt x="53340" y="2980"/>
                      <a:pt x="53340" y="2980"/>
                    </a:cubicBezTo>
                    <a:cubicBezTo>
                      <a:pt x="53340" y="2980"/>
                      <a:pt x="2858" y="-8450"/>
                      <a:pt x="4763" y="13458"/>
                    </a:cubicBezTo>
                    <a:cubicBezTo>
                      <a:pt x="4763" y="24888"/>
                      <a:pt x="2858" y="49653"/>
                      <a:pt x="0" y="70608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FD1D3AD-6D7D-4F64-9513-C36BC5DE9DCB}"/>
                  </a:ext>
                </a:extLst>
              </p:cNvPr>
              <p:cNvSpPr/>
              <p:nvPr/>
            </p:nvSpPr>
            <p:spPr>
              <a:xfrm>
                <a:off x="6228825" y="3154245"/>
                <a:ext cx="104775" cy="495300"/>
              </a:xfrm>
              <a:custGeom>
                <a:avLst/>
                <a:gdLst>
                  <a:gd name="connsiteX0" fmla="*/ 32910 w 104775"/>
                  <a:gd name="connsiteY0" fmla="*/ 501450 h 495300"/>
                  <a:gd name="connsiteX1" fmla="*/ 20527 w 104775"/>
                  <a:gd name="connsiteY1" fmla="*/ 352859 h 495300"/>
                  <a:gd name="connsiteX2" fmla="*/ 33862 w 104775"/>
                  <a:gd name="connsiteY2" fmla="*/ 6150 h 495300"/>
                  <a:gd name="connsiteX3" fmla="*/ 113872 w 104775"/>
                  <a:gd name="connsiteY3" fmla="*/ 143309 h 495300"/>
                  <a:gd name="connsiteX4" fmla="*/ 99585 w 104775"/>
                  <a:gd name="connsiteY4" fmla="*/ 492877 h 495300"/>
                  <a:gd name="connsiteX5" fmla="*/ 32910 w 104775"/>
                  <a:gd name="connsiteY5" fmla="*/ 501450 h 49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4775" h="495300">
                    <a:moveTo>
                      <a:pt x="32910" y="501450"/>
                    </a:moveTo>
                    <a:cubicBezTo>
                      <a:pt x="32910" y="501450"/>
                      <a:pt x="33862" y="434775"/>
                      <a:pt x="20527" y="352859"/>
                    </a:cubicBezTo>
                    <a:cubicBezTo>
                      <a:pt x="7192" y="270945"/>
                      <a:pt x="-24240" y="38534"/>
                      <a:pt x="33862" y="6150"/>
                    </a:cubicBezTo>
                    <a:cubicBezTo>
                      <a:pt x="91965" y="-26236"/>
                      <a:pt x="115777" y="76634"/>
                      <a:pt x="113872" y="143309"/>
                    </a:cubicBezTo>
                    <a:cubicBezTo>
                      <a:pt x="111967" y="210937"/>
                      <a:pt x="99585" y="492877"/>
                      <a:pt x="99585" y="492877"/>
                    </a:cubicBezTo>
                    <a:cubicBezTo>
                      <a:pt x="99585" y="492877"/>
                      <a:pt x="79582" y="511927"/>
                      <a:pt x="32910" y="501450"/>
                    </a:cubicBezTo>
                    <a:close/>
                  </a:path>
                </a:pathLst>
              </a:custGeom>
              <a:solidFill>
                <a:srgbClr val="5B41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AD411D6-D879-4E2D-9221-6DAA7E923EE8}"/>
                  </a:ext>
                </a:extLst>
              </p:cNvPr>
              <p:cNvSpPr/>
              <p:nvPr/>
            </p:nvSpPr>
            <p:spPr>
              <a:xfrm>
                <a:off x="6205158" y="2707957"/>
                <a:ext cx="152400" cy="533400"/>
              </a:xfrm>
              <a:custGeom>
                <a:avLst/>
                <a:gdLst>
                  <a:gd name="connsiteX0" fmla="*/ 159447 w 152400"/>
                  <a:gd name="connsiteY0" fmla="*/ 0 h 533400"/>
                  <a:gd name="connsiteX1" fmla="*/ 134682 w 152400"/>
                  <a:gd name="connsiteY1" fmla="*/ 514350 h 533400"/>
                  <a:gd name="connsiteX2" fmla="*/ 28002 w 152400"/>
                  <a:gd name="connsiteY2" fmla="*/ 522922 h 533400"/>
                  <a:gd name="connsiteX3" fmla="*/ 380 w 152400"/>
                  <a:gd name="connsiteY3" fmla="*/ 188595 h 533400"/>
                  <a:gd name="connsiteX4" fmla="*/ 159447 w 152400"/>
                  <a:gd name="connsiteY4" fmla="*/ 0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0" h="533400">
                    <a:moveTo>
                      <a:pt x="159447" y="0"/>
                    </a:moveTo>
                    <a:cubicBezTo>
                      <a:pt x="159447" y="0"/>
                      <a:pt x="171830" y="472440"/>
                      <a:pt x="134682" y="514350"/>
                    </a:cubicBezTo>
                    <a:cubicBezTo>
                      <a:pt x="85152" y="570547"/>
                      <a:pt x="28002" y="522922"/>
                      <a:pt x="28002" y="522922"/>
                    </a:cubicBezTo>
                    <a:cubicBezTo>
                      <a:pt x="28002" y="522922"/>
                      <a:pt x="8000" y="234315"/>
                      <a:pt x="380" y="188595"/>
                    </a:cubicBezTo>
                    <a:cubicBezTo>
                      <a:pt x="-8193" y="142875"/>
                      <a:pt x="130872" y="952"/>
                      <a:pt x="159447" y="0"/>
                    </a:cubicBezTo>
                    <a:close/>
                  </a:path>
                </a:pathLst>
              </a:custGeom>
              <a:solidFill>
                <a:srgbClr val="5B41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C545AEAB-AA6D-451A-99B5-E56D082767BD}"/>
                  </a:ext>
                </a:extLst>
              </p:cNvPr>
              <p:cNvSpPr/>
              <p:nvPr/>
            </p:nvSpPr>
            <p:spPr>
              <a:xfrm>
                <a:off x="6245125" y="3680175"/>
                <a:ext cx="85725" cy="66675"/>
              </a:xfrm>
              <a:custGeom>
                <a:avLst/>
                <a:gdLst>
                  <a:gd name="connsiteX0" fmla="*/ 86142 w 85725"/>
                  <a:gd name="connsiteY0" fmla="*/ 32670 h 66675"/>
                  <a:gd name="connsiteX1" fmla="*/ 47090 w 85725"/>
                  <a:gd name="connsiteY1" fmla="*/ 285 h 66675"/>
                  <a:gd name="connsiteX2" fmla="*/ 417 w 85725"/>
                  <a:gd name="connsiteY2" fmla="*/ 56482 h 66675"/>
                  <a:gd name="connsiteX3" fmla="*/ 66140 w 85725"/>
                  <a:gd name="connsiteY3" fmla="*/ 68865 h 66675"/>
                  <a:gd name="connsiteX4" fmla="*/ 86142 w 85725"/>
                  <a:gd name="connsiteY4" fmla="*/ 3267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66675">
                    <a:moveTo>
                      <a:pt x="86142" y="32670"/>
                    </a:moveTo>
                    <a:cubicBezTo>
                      <a:pt x="86142" y="32670"/>
                      <a:pt x="85190" y="4095"/>
                      <a:pt x="47090" y="285"/>
                    </a:cubicBezTo>
                    <a:cubicBezTo>
                      <a:pt x="8990" y="-3525"/>
                      <a:pt x="-2441" y="31717"/>
                      <a:pt x="417" y="56482"/>
                    </a:cubicBezTo>
                    <a:cubicBezTo>
                      <a:pt x="3275" y="81247"/>
                      <a:pt x="47090" y="67912"/>
                      <a:pt x="66140" y="68865"/>
                    </a:cubicBezTo>
                    <a:cubicBezTo>
                      <a:pt x="85190" y="69817"/>
                      <a:pt x="99477" y="61245"/>
                      <a:pt x="86142" y="3267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F683D86-68B3-4584-ABF3-BF0709E3DAEA}"/>
                  </a:ext>
                </a:extLst>
              </p:cNvPr>
              <p:cNvSpPr/>
              <p:nvPr/>
            </p:nvSpPr>
            <p:spPr>
              <a:xfrm>
                <a:off x="6091238" y="3639379"/>
                <a:ext cx="47625" cy="66675"/>
              </a:xfrm>
              <a:custGeom>
                <a:avLst/>
                <a:gdLst>
                  <a:gd name="connsiteX0" fmla="*/ 54292 w 47625"/>
                  <a:gd name="connsiteY0" fmla="*/ 70608 h 66675"/>
                  <a:gd name="connsiteX1" fmla="*/ 0 w 47625"/>
                  <a:gd name="connsiteY1" fmla="*/ 70608 h 66675"/>
                  <a:gd name="connsiteX2" fmla="*/ 953 w 47625"/>
                  <a:gd name="connsiteY2" fmla="*/ 2980 h 66675"/>
                  <a:gd name="connsiteX3" fmla="*/ 49530 w 47625"/>
                  <a:gd name="connsiteY3" fmla="*/ 13458 h 66675"/>
                  <a:gd name="connsiteX4" fmla="*/ 54292 w 47625"/>
                  <a:gd name="connsiteY4" fmla="*/ 70608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66675">
                    <a:moveTo>
                      <a:pt x="54292" y="70608"/>
                    </a:moveTo>
                    <a:lnTo>
                      <a:pt x="0" y="70608"/>
                    </a:lnTo>
                    <a:cubicBezTo>
                      <a:pt x="953" y="42033"/>
                      <a:pt x="953" y="2980"/>
                      <a:pt x="953" y="2980"/>
                    </a:cubicBezTo>
                    <a:cubicBezTo>
                      <a:pt x="953" y="2980"/>
                      <a:pt x="51435" y="-8450"/>
                      <a:pt x="49530" y="13458"/>
                    </a:cubicBezTo>
                    <a:cubicBezTo>
                      <a:pt x="49530" y="24888"/>
                      <a:pt x="51435" y="49653"/>
                      <a:pt x="54292" y="70608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5E8F8C8-6347-4E5A-9A3D-99CBD9DF4F47}"/>
                  </a:ext>
                </a:extLst>
              </p:cNvPr>
              <p:cNvSpPr/>
              <p:nvPr/>
            </p:nvSpPr>
            <p:spPr>
              <a:xfrm>
                <a:off x="6067320" y="3154245"/>
                <a:ext cx="104775" cy="495300"/>
              </a:xfrm>
              <a:custGeom>
                <a:avLst/>
                <a:gdLst>
                  <a:gd name="connsiteX0" fmla="*/ 81068 w 104775"/>
                  <a:gd name="connsiteY0" fmla="*/ 501450 h 495300"/>
                  <a:gd name="connsiteX1" fmla="*/ 93450 w 104775"/>
                  <a:gd name="connsiteY1" fmla="*/ 352859 h 495300"/>
                  <a:gd name="connsiteX2" fmla="*/ 80115 w 104775"/>
                  <a:gd name="connsiteY2" fmla="*/ 6150 h 495300"/>
                  <a:gd name="connsiteX3" fmla="*/ 105 w 104775"/>
                  <a:gd name="connsiteY3" fmla="*/ 143309 h 495300"/>
                  <a:gd name="connsiteX4" fmla="*/ 14393 w 104775"/>
                  <a:gd name="connsiteY4" fmla="*/ 492877 h 495300"/>
                  <a:gd name="connsiteX5" fmla="*/ 81068 w 104775"/>
                  <a:gd name="connsiteY5" fmla="*/ 501450 h 49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4775" h="495300">
                    <a:moveTo>
                      <a:pt x="81068" y="501450"/>
                    </a:moveTo>
                    <a:cubicBezTo>
                      <a:pt x="81068" y="501450"/>
                      <a:pt x="80115" y="434775"/>
                      <a:pt x="93450" y="352859"/>
                    </a:cubicBezTo>
                    <a:cubicBezTo>
                      <a:pt x="106785" y="270945"/>
                      <a:pt x="138218" y="38534"/>
                      <a:pt x="80115" y="6150"/>
                    </a:cubicBezTo>
                    <a:cubicBezTo>
                      <a:pt x="22013" y="-26236"/>
                      <a:pt x="-1800" y="76634"/>
                      <a:pt x="105" y="143309"/>
                    </a:cubicBezTo>
                    <a:cubicBezTo>
                      <a:pt x="2010" y="210937"/>
                      <a:pt x="14393" y="492877"/>
                      <a:pt x="14393" y="492877"/>
                    </a:cubicBezTo>
                    <a:cubicBezTo>
                      <a:pt x="14393" y="492877"/>
                      <a:pt x="34395" y="511927"/>
                      <a:pt x="81068" y="501450"/>
                    </a:cubicBezTo>
                    <a:close/>
                  </a:path>
                </a:pathLst>
              </a:custGeom>
              <a:solidFill>
                <a:srgbClr val="5B41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7E7B6AC-454F-4C30-8456-C716C62CC2B7}"/>
                  </a:ext>
                </a:extLst>
              </p:cNvPr>
              <p:cNvSpPr/>
              <p:nvPr/>
            </p:nvSpPr>
            <p:spPr>
              <a:xfrm>
                <a:off x="6043536" y="2707957"/>
                <a:ext cx="152400" cy="533400"/>
              </a:xfrm>
              <a:custGeom>
                <a:avLst/>
                <a:gdLst>
                  <a:gd name="connsiteX0" fmla="*/ 1981 w 152400"/>
                  <a:gd name="connsiteY0" fmla="*/ 0 h 533400"/>
                  <a:gd name="connsiteX1" fmla="*/ 26746 w 152400"/>
                  <a:gd name="connsiteY1" fmla="*/ 514350 h 533400"/>
                  <a:gd name="connsiteX2" fmla="*/ 133426 w 152400"/>
                  <a:gd name="connsiteY2" fmla="*/ 522922 h 533400"/>
                  <a:gd name="connsiteX3" fmla="*/ 161049 w 152400"/>
                  <a:gd name="connsiteY3" fmla="*/ 188595 h 533400"/>
                  <a:gd name="connsiteX4" fmla="*/ 1981 w 152400"/>
                  <a:gd name="connsiteY4" fmla="*/ 0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0" h="533400">
                    <a:moveTo>
                      <a:pt x="1981" y="0"/>
                    </a:moveTo>
                    <a:cubicBezTo>
                      <a:pt x="1981" y="0"/>
                      <a:pt x="-10401" y="472440"/>
                      <a:pt x="26746" y="514350"/>
                    </a:cubicBezTo>
                    <a:cubicBezTo>
                      <a:pt x="76276" y="570547"/>
                      <a:pt x="133426" y="522922"/>
                      <a:pt x="133426" y="522922"/>
                    </a:cubicBezTo>
                    <a:cubicBezTo>
                      <a:pt x="133426" y="522922"/>
                      <a:pt x="153429" y="234315"/>
                      <a:pt x="161049" y="188595"/>
                    </a:cubicBezTo>
                    <a:cubicBezTo>
                      <a:pt x="169621" y="142875"/>
                      <a:pt x="30556" y="952"/>
                      <a:pt x="1981" y="0"/>
                    </a:cubicBezTo>
                    <a:close/>
                  </a:path>
                </a:pathLst>
              </a:custGeom>
              <a:solidFill>
                <a:srgbClr val="5B41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032F9D0C-96C9-4969-9B3E-B03F5D3F9CA2}"/>
                  </a:ext>
                </a:extLst>
              </p:cNvPr>
              <p:cNvSpPr/>
              <p:nvPr/>
            </p:nvSpPr>
            <p:spPr>
              <a:xfrm>
                <a:off x="6073644" y="3680175"/>
                <a:ext cx="85725" cy="66675"/>
              </a:xfrm>
              <a:custGeom>
                <a:avLst/>
                <a:gdLst>
                  <a:gd name="connsiteX0" fmla="*/ 5210 w 85725"/>
                  <a:gd name="connsiteY0" fmla="*/ 32670 h 66675"/>
                  <a:gd name="connsiteX1" fmla="*/ 44263 w 85725"/>
                  <a:gd name="connsiteY1" fmla="*/ 285 h 66675"/>
                  <a:gd name="connsiteX2" fmla="*/ 90935 w 85725"/>
                  <a:gd name="connsiteY2" fmla="*/ 56482 h 66675"/>
                  <a:gd name="connsiteX3" fmla="*/ 25213 w 85725"/>
                  <a:gd name="connsiteY3" fmla="*/ 68865 h 66675"/>
                  <a:gd name="connsiteX4" fmla="*/ 5210 w 85725"/>
                  <a:gd name="connsiteY4" fmla="*/ 3267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66675">
                    <a:moveTo>
                      <a:pt x="5210" y="32670"/>
                    </a:moveTo>
                    <a:cubicBezTo>
                      <a:pt x="5210" y="32670"/>
                      <a:pt x="6163" y="4095"/>
                      <a:pt x="44263" y="285"/>
                    </a:cubicBezTo>
                    <a:cubicBezTo>
                      <a:pt x="82363" y="-3525"/>
                      <a:pt x="93793" y="31717"/>
                      <a:pt x="90935" y="56482"/>
                    </a:cubicBezTo>
                    <a:cubicBezTo>
                      <a:pt x="88078" y="81247"/>
                      <a:pt x="44263" y="67912"/>
                      <a:pt x="25213" y="68865"/>
                    </a:cubicBezTo>
                    <a:cubicBezTo>
                      <a:pt x="6163" y="69817"/>
                      <a:pt x="-8124" y="61245"/>
                      <a:pt x="5210" y="3267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33F5104-B197-412D-81D0-018EE61A14E8}"/>
                  </a:ext>
                </a:extLst>
              </p:cNvPr>
              <p:cNvSpPr/>
              <p:nvPr/>
            </p:nvSpPr>
            <p:spPr>
              <a:xfrm>
                <a:off x="6002655" y="2320395"/>
                <a:ext cx="390525" cy="752475"/>
              </a:xfrm>
              <a:custGeom>
                <a:avLst/>
                <a:gdLst>
                  <a:gd name="connsiteX0" fmla="*/ 177165 w 390525"/>
                  <a:gd name="connsiteY0" fmla="*/ 847 h 752475"/>
                  <a:gd name="connsiteX1" fmla="*/ 100965 w 390525"/>
                  <a:gd name="connsiteY1" fmla="*/ 12277 h 752475"/>
                  <a:gd name="connsiteX2" fmla="*/ 47625 w 390525"/>
                  <a:gd name="connsiteY2" fmla="*/ 40852 h 752475"/>
                  <a:gd name="connsiteX3" fmla="*/ 61913 w 390525"/>
                  <a:gd name="connsiteY3" fmla="*/ 156104 h 752475"/>
                  <a:gd name="connsiteX4" fmla="*/ 0 w 390525"/>
                  <a:gd name="connsiteY4" fmla="*/ 753322 h 752475"/>
                  <a:gd name="connsiteX5" fmla="*/ 393383 w 390525"/>
                  <a:gd name="connsiteY5" fmla="*/ 753322 h 752475"/>
                  <a:gd name="connsiteX6" fmla="*/ 383858 w 390525"/>
                  <a:gd name="connsiteY6" fmla="*/ 190394 h 752475"/>
                  <a:gd name="connsiteX7" fmla="*/ 393383 w 390525"/>
                  <a:gd name="connsiteY7" fmla="*/ 41804 h 752475"/>
                  <a:gd name="connsiteX8" fmla="*/ 267653 w 390525"/>
                  <a:gd name="connsiteY8" fmla="*/ 847 h 752475"/>
                  <a:gd name="connsiteX9" fmla="*/ 177165 w 390525"/>
                  <a:gd name="connsiteY9" fmla="*/ 847 h 752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90525" h="752475">
                    <a:moveTo>
                      <a:pt x="177165" y="847"/>
                    </a:moveTo>
                    <a:cubicBezTo>
                      <a:pt x="177165" y="847"/>
                      <a:pt x="130492" y="1799"/>
                      <a:pt x="100965" y="12277"/>
                    </a:cubicBezTo>
                    <a:cubicBezTo>
                      <a:pt x="68580" y="24659"/>
                      <a:pt x="56198" y="37042"/>
                      <a:pt x="47625" y="40852"/>
                    </a:cubicBezTo>
                    <a:cubicBezTo>
                      <a:pt x="50483" y="49424"/>
                      <a:pt x="77153" y="126577"/>
                      <a:pt x="61913" y="156104"/>
                    </a:cubicBezTo>
                    <a:cubicBezTo>
                      <a:pt x="28575" y="218017"/>
                      <a:pt x="0" y="753322"/>
                      <a:pt x="0" y="753322"/>
                    </a:cubicBezTo>
                    <a:lnTo>
                      <a:pt x="393383" y="753322"/>
                    </a:lnTo>
                    <a:lnTo>
                      <a:pt x="383858" y="190394"/>
                    </a:lnTo>
                    <a:cubicBezTo>
                      <a:pt x="383858" y="190394"/>
                      <a:pt x="376238" y="69427"/>
                      <a:pt x="393383" y="41804"/>
                    </a:cubicBezTo>
                    <a:cubicBezTo>
                      <a:pt x="380048" y="17039"/>
                      <a:pt x="282892" y="2752"/>
                      <a:pt x="267653" y="847"/>
                    </a:cubicBezTo>
                    <a:cubicBezTo>
                      <a:pt x="251460" y="-1058"/>
                      <a:pt x="177165" y="847"/>
                      <a:pt x="177165" y="847"/>
                    </a:cubicBezTo>
                    <a:close/>
                  </a:path>
                </a:pathLst>
              </a:custGeom>
              <a:solidFill>
                <a:srgbClr val="BC31A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07545A2-E30C-4FEC-A14C-B2BB19C687B2}"/>
                  </a:ext>
                </a:extLst>
              </p:cNvPr>
              <p:cNvSpPr/>
              <p:nvPr/>
            </p:nvSpPr>
            <p:spPr>
              <a:xfrm>
                <a:off x="6108383" y="2373629"/>
                <a:ext cx="57150" cy="47625"/>
              </a:xfrm>
              <a:custGeom>
                <a:avLst/>
                <a:gdLst>
                  <a:gd name="connsiteX0" fmla="*/ 28575 w 57150"/>
                  <a:gd name="connsiteY0" fmla="*/ 0 h 47625"/>
                  <a:gd name="connsiteX1" fmla="*/ 38100 w 57150"/>
                  <a:gd name="connsiteY1" fmla="*/ 18098 h 47625"/>
                  <a:gd name="connsiteX2" fmla="*/ 58102 w 57150"/>
                  <a:gd name="connsiteY2" fmla="*/ 20955 h 47625"/>
                  <a:gd name="connsiteX3" fmla="*/ 43815 w 57150"/>
                  <a:gd name="connsiteY3" fmla="*/ 34290 h 47625"/>
                  <a:gd name="connsiteX4" fmla="*/ 46672 w 57150"/>
                  <a:gd name="connsiteY4" fmla="*/ 54293 h 47625"/>
                  <a:gd name="connsiteX5" fmla="*/ 28575 w 57150"/>
                  <a:gd name="connsiteY5" fmla="*/ 44768 h 47625"/>
                  <a:gd name="connsiteX6" fmla="*/ 11430 w 57150"/>
                  <a:gd name="connsiteY6" fmla="*/ 54293 h 47625"/>
                  <a:gd name="connsiteX7" fmla="*/ 14288 w 57150"/>
                  <a:gd name="connsiteY7" fmla="*/ 34290 h 47625"/>
                  <a:gd name="connsiteX8" fmla="*/ 0 w 57150"/>
                  <a:gd name="connsiteY8" fmla="*/ 20955 h 47625"/>
                  <a:gd name="connsiteX9" fmla="*/ 20002 w 57150"/>
                  <a:gd name="connsiteY9" fmla="*/ 18098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150" h="47625">
                    <a:moveTo>
                      <a:pt x="28575" y="0"/>
                    </a:moveTo>
                    <a:lnTo>
                      <a:pt x="38100" y="18098"/>
                    </a:lnTo>
                    <a:lnTo>
                      <a:pt x="58102" y="20955"/>
                    </a:lnTo>
                    <a:lnTo>
                      <a:pt x="43815" y="34290"/>
                    </a:lnTo>
                    <a:lnTo>
                      <a:pt x="46672" y="54293"/>
                    </a:lnTo>
                    <a:lnTo>
                      <a:pt x="28575" y="44768"/>
                    </a:lnTo>
                    <a:lnTo>
                      <a:pt x="11430" y="54293"/>
                    </a:lnTo>
                    <a:lnTo>
                      <a:pt x="14288" y="34290"/>
                    </a:lnTo>
                    <a:lnTo>
                      <a:pt x="0" y="20955"/>
                    </a:lnTo>
                    <a:lnTo>
                      <a:pt x="20002" y="18098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D79CD43-EAF4-4801-87EE-769395317039}"/>
                  </a:ext>
                </a:extLst>
              </p:cNvPr>
              <p:cNvSpPr/>
              <p:nvPr/>
            </p:nvSpPr>
            <p:spPr>
              <a:xfrm>
                <a:off x="6252210" y="2417445"/>
                <a:ext cx="28575" cy="28575"/>
              </a:xfrm>
              <a:custGeom>
                <a:avLst/>
                <a:gdLst>
                  <a:gd name="connsiteX0" fmla="*/ 25718 w 28575"/>
                  <a:gd name="connsiteY0" fmla="*/ 0 h 28575"/>
                  <a:gd name="connsiteX1" fmla="*/ 25718 w 28575"/>
                  <a:gd name="connsiteY1" fmla="*/ 12382 h 28575"/>
                  <a:gd name="connsiteX2" fmla="*/ 35243 w 28575"/>
                  <a:gd name="connsiteY2" fmla="*/ 20002 h 28575"/>
                  <a:gd name="connsiteX3" fmla="*/ 22860 w 28575"/>
                  <a:gd name="connsiteY3" fmla="*/ 22860 h 28575"/>
                  <a:gd name="connsiteX4" fmla="*/ 19050 w 28575"/>
                  <a:gd name="connsiteY4" fmla="*/ 34290 h 28575"/>
                  <a:gd name="connsiteX5" fmla="*/ 12383 w 28575"/>
                  <a:gd name="connsiteY5" fmla="*/ 24765 h 28575"/>
                  <a:gd name="connsiteX6" fmla="*/ 0 w 28575"/>
                  <a:gd name="connsiteY6" fmla="*/ 24765 h 28575"/>
                  <a:gd name="connsiteX7" fmla="*/ 7620 w 28575"/>
                  <a:gd name="connsiteY7" fmla="*/ 14288 h 28575"/>
                  <a:gd name="connsiteX8" fmla="*/ 4763 w 28575"/>
                  <a:gd name="connsiteY8" fmla="*/ 2857 h 28575"/>
                  <a:gd name="connsiteX9" fmla="*/ 16193 w 28575"/>
                  <a:gd name="connsiteY9" fmla="*/ 762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575" h="28575">
                    <a:moveTo>
                      <a:pt x="25718" y="0"/>
                    </a:moveTo>
                    <a:lnTo>
                      <a:pt x="25718" y="12382"/>
                    </a:lnTo>
                    <a:lnTo>
                      <a:pt x="35243" y="20002"/>
                    </a:lnTo>
                    <a:lnTo>
                      <a:pt x="22860" y="22860"/>
                    </a:lnTo>
                    <a:lnTo>
                      <a:pt x="19050" y="34290"/>
                    </a:lnTo>
                    <a:lnTo>
                      <a:pt x="12383" y="24765"/>
                    </a:lnTo>
                    <a:lnTo>
                      <a:pt x="0" y="24765"/>
                    </a:lnTo>
                    <a:lnTo>
                      <a:pt x="7620" y="14288"/>
                    </a:lnTo>
                    <a:lnTo>
                      <a:pt x="4763" y="2857"/>
                    </a:lnTo>
                    <a:lnTo>
                      <a:pt x="16193" y="7620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765C423-0E95-4396-A611-DB577C9CAA1C}"/>
                  </a:ext>
                </a:extLst>
              </p:cNvPr>
              <p:cNvSpPr/>
              <p:nvPr/>
            </p:nvSpPr>
            <p:spPr>
              <a:xfrm>
                <a:off x="6181725" y="2526029"/>
                <a:ext cx="28575" cy="28575"/>
              </a:xfrm>
              <a:custGeom>
                <a:avLst/>
                <a:gdLst>
                  <a:gd name="connsiteX0" fmla="*/ 13335 w 28575"/>
                  <a:gd name="connsiteY0" fmla="*/ 0 h 28575"/>
                  <a:gd name="connsiteX1" fmla="*/ 21908 w 28575"/>
                  <a:gd name="connsiteY1" fmla="*/ 8573 h 28575"/>
                  <a:gd name="connsiteX2" fmla="*/ 33338 w 28575"/>
                  <a:gd name="connsiteY2" fmla="*/ 7620 h 28575"/>
                  <a:gd name="connsiteX3" fmla="*/ 27622 w 28575"/>
                  <a:gd name="connsiteY3" fmla="*/ 18098 h 28575"/>
                  <a:gd name="connsiteX4" fmla="*/ 33338 w 28575"/>
                  <a:gd name="connsiteY4" fmla="*/ 28575 h 28575"/>
                  <a:gd name="connsiteX5" fmla="*/ 20955 w 28575"/>
                  <a:gd name="connsiteY5" fmla="*/ 26670 h 28575"/>
                  <a:gd name="connsiteX6" fmla="*/ 12383 w 28575"/>
                  <a:gd name="connsiteY6" fmla="*/ 35243 h 28575"/>
                  <a:gd name="connsiteX7" fmla="*/ 10478 w 28575"/>
                  <a:gd name="connsiteY7" fmla="*/ 22860 h 28575"/>
                  <a:gd name="connsiteX8" fmla="*/ 0 w 28575"/>
                  <a:gd name="connsiteY8" fmla="*/ 17145 h 28575"/>
                  <a:gd name="connsiteX9" fmla="*/ 11430 w 28575"/>
                  <a:gd name="connsiteY9" fmla="*/ 11430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575" h="28575">
                    <a:moveTo>
                      <a:pt x="13335" y="0"/>
                    </a:moveTo>
                    <a:lnTo>
                      <a:pt x="21908" y="8573"/>
                    </a:lnTo>
                    <a:lnTo>
                      <a:pt x="33338" y="7620"/>
                    </a:lnTo>
                    <a:lnTo>
                      <a:pt x="27622" y="18098"/>
                    </a:lnTo>
                    <a:lnTo>
                      <a:pt x="33338" y="28575"/>
                    </a:lnTo>
                    <a:lnTo>
                      <a:pt x="20955" y="26670"/>
                    </a:lnTo>
                    <a:lnTo>
                      <a:pt x="12383" y="35243"/>
                    </a:lnTo>
                    <a:lnTo>
                      <a:pt x="10478" y="22860"/>
                    </a:lnTo>
                    <a:lnTo>
                      <a:pt x="0" y="17145"/>
                    </a:lnTo>
                    <a:lnTo>
                      <a:pt x="11430" y="11430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2A463E38-D432-481F-9146-040F9A8D820C}"/>
                  </a:ext>
                </a:extLst>
              </p:cNvPr>
              <p:cNvSpPr/>
              <p:nvPr/>
            </p:nvSpPr>
            <p:spPr>
              <a:xfrm>
                <a:off x="6112192" y="2474595"/>
                <a:ext cx="19050" cy="19050"/>
              </a:xfrm>
              <a:custGeom>
                <a:avLst/>
                <a:gdLst>
                  <a:gd name="connsiteX0" fmla="*/ 9525 w 19050"/>
                  <a:gd name="connsiteY0" fmla="*/ 0 h 19050"/>
                  <a:gd name="connsiteX1" fmla="*/ 16192 w 19050"/>
                  <a:gd name="connsiteY1" fmla="*/ 6667 h 19050"/>
                  <a:gd name="connsiteX2" fmla="*/ 25717 w 19050"/>
                  <a:gd name="connsiteY2" fmla="*/ 5715 h 19050"/>
                  <a:gd name="connsiteX3" fmla="*/ 20955 w 19050"/>
                  <a:gd name="connsiteY3" fmla="*/ 13335 h 19050"/>
                  <a:gd name="connsiteX4" fmla="*/ 24765 w 19050"/>
                  <a:gd name="connsiteY4" fmla="*/ 21907 h 19050"/>
                  <a:gd name="connsiteX5" fmla="*/ 16192 w 19050"/>
                  <a:gd name="connsiteY5" fmla="*/ 20002 h 19050"/>
                  <a:gd name="connsiteX6" fmla="*/ 8573 w 19050"/>
                  <a:gd name="connsiteY6" fmla="*/ 26670 h 19050"/>
                  <a:gd name="connsiteX7" fmla="*/ 7620 w 19050"/>
                  <a:gd name="connsiteY7" fmla="*/ 17145 h 19050"/>
                  <a:gd name="connsiteX8" fmla="*/ 0 w 19050"/>
                  <a:gd name="connsiteY8" fmla="*/ 13335 h 19050"/>
                  <a:gd name="connsiteX9" fmla="*/ 8573 w 19050"/>
                  <a:gd name="connsiteY9" fmla="*/ 8572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050" h="19050">
                    <a:moveTo>
                      <a:pt x="9525" y="0"/>
                    </a:moveTo>
                    <a:lnTo>
                      <a:pt x="16192" y="6667"/>
                    </a:lnTo>
                    <a:lnTo>
                      <a:pt x="25717" y="5715"/>
                    </a:lnTo>
                    <a:lnTo>
                      <a:pt x="20955" y="13335"/>
                    </a:lnTo>
                    <a:lnTo>
                      <a:pt x="24765" y="21907"/>
                    </a:lnTo>
                    <a:lnTo>
                      <a:pt x="16192" y="20002"/>
                    </a:lnTo>
                    <a:lnTo>
                      <a:pt x="8573" y="26670"/>
                    </a:lnTo>
                    <a:lnTo>
                      <a:pt x="7620" y="17145"/>
                    </a:lnTo>
                    <a:lnTo>
                      <a:pt x="0" y="13335"/>
                    </a:lnTo>
                    <a:lnTo>
                      <a:pt x="8573" y="8572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AAFA2366-C7D7-4700-BC60-1F62BE747B17}"/>
                  </a:ext>
                </a:extLst>
              </p:cNvPr>
              <p:cNvSpPr/>
              <p:nvPr/>
            </p:nvSpPr>
            <p:spPr>
              <a:xfrm>
                <a:off x="6299835" y="2564129"/>
                <a:ext cx="47625" cy="47625"/>
              </a:xfrm>
              <a:custGeom>
                <a:avLst/>
                <a:gdLst>
                  <a:gd name="connsiteX0" fmla="*/ 42863 w 47625"/>
                  <a:gd name="connsiteY0" fmla="*/ 3810 h 47625"/>
                  <a:gd name="connsiteX1" fmla="*/ 38100 w 47625"/>
                  <a:gd name="connsiteY1" fmla="*/ 20955 h 47625"/>
                  <a:gd name="connsiteX2" fmla="*/ 48578 w 47625"/>
                  <a:gd name="connsiteY2" fmla="*/ 34290 h 47625"/>
                  <a:gd name="connsiteX3" fmla="*/ 31433 w 47625"/>
                  <a:gd name="connsiteY3" fmla="*/ 34290 h 47625"/>
                  <a:gd name="connsiteX4" fmla="*/ 21908 w 47625"/>
                  <a:gd name="connsiteY4" fmla="*/ 48578 h 47625"/>
                  <a:gd name="connsiteX5" fmla="*/ 16193 w 47625"/>
                  <a:gd name="connsiteY5" fmla="*/ 32385 h 47625"/>
                  <a:gd name="connsiteX6" fmla="*/ 0 w 47625"/>
                  <a:gd name="connsiteY6" fmla="*/ 28575 h 47625"/>
                  <a:gd name="connsiteX7" fmla="*/ 13335 w 47625"/>
                  <a:gd name="connsiteY7" fmla="*/ 18098 h 47625"/>
                  <a:gd name="connsiteX8" fmla="*/ 12383 w 47625"/>
                  <a:gd name="connsiteY8" fmla="*/ 0 h 47625"/>
                  <a:gd name="connsiteX9" fmla="*/ 26670 w 47625"/>
                  <a:gd name="connsiteY9" fmla="*/ 10478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7625" h="47625">
                    <a:moveTo>
                      <a:pt x="42863" y="3810"/>
                    </a:moveTo>
                    <a:lnTo>
                      <a:pt x="38100" y="20955"/>
                    </a:lnTo>
                    <a:lnTo>
                      <a:pt x="48578" y="34290"/>
                    </a:lnTo>
                    <a:lnTo>
                      <a:pt x="31433" y="34290"/>
                    </a:lnTo>
                    <a:lnTo>
                      <a:pt x="21908" y="48578"/>
                    </a:lnTo>
                    <a:lnTo>
                      <a:pt x="16193" y="32385"/>
                    </a:lnTo>
                    <a:lnTo>
                      <a:pt x="0" y="28575"/>
                    </a:lnTo>
                    <a:lnTo>
                      <a:pt x="13335" y="18098"/>
                    </a:lnTo>
                    <a:lnTo>
                      <a:pt x="12383" y="0"/>
                    </a:lnTo>
                    <a:lnTo>
                      <a:pt x="26670" y="10478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AA7895E-4D74-43ED-9EB0-529CEE760BD1}"/>
                  </a:ext>
                </a:extLst>
              </p:cNvPr>
              <p:cNvSpPr/>
              <p:nvPr/>
            </p:nvSpPr>
            <p:spPr>
              <a:xfrm>
                <a:off x="6311265" y="2361247"/>
                <a:ext cx="19050" cy="19050"/>
              </a:xfrm>
              <a:custGeom>
                <a:avLst/>
                <a:gdLst>
                  <a:gd name="connsiteX0" fmla="*/ 24765 w 19050"/>
                  <a:gd name="connsiteY0" fmla="*/ 1905 h 19050"/>
                  <a:gd name="connsiteX1" fmla="*/ 21907 w 19050"/>
                  <a:gd name="connsiteY1" fmla="*/ 11430 h 19050"/>
                  <a:gd name="connsiteX2" fmla="*/ 27622 w 19050"/>
                  <a:gd name="connsiteY2" fmla="*/ 19050 h 19050"/>
                  <a:gd name="connsiteX3" fmla="*/ 18097 w 19050"/>
                  <a:gd name="connsiteY3" fmla="*/ 19050 h 19050"/>
                  <a:gd name="connsiteX4" fmla="*/ 12382 w 19050"/>
                  <a:gd name="connsiteY4" fmla="*/ 27623 h 19050"/>
                  <a:gd name="connsiteX5" fmla="*/ 9525 w 19050"/>
                  <a:gd name="connsiteY5" fmla="*/ 18098 h 19050"/>
                  <a:gd name="connsiteX6" fmla="*/ 0 w 19050"/>
                  <a:gd name="connsiteY6" fmla="*/ 16192 h 19050"/>
                  <a:gd name="connsiteX7" fmla="*/ 7620 w 19050"/>
                  <a:gd name="connsiteY7" fmla="*/ 9525 h 19050"/>
                  <a:gd name="connsiteX8" fmla="*/ 7620 w 19050"/>
                  <a:gd name="connsiteY8" fmla="*/ 0 h 19050"/>
                  <a:gd name="connsiteX9" fmla="*/ 15240 w 19050"/>
                  <a:gd name="connsiteY9" fmla="*/ 571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050" h="19050">
                    <a:moveTo>
                      <a:pt x="24765" y="1905"/>
                    </a:moveTo>
                    <a:lnTo>
                      <a:pt x="21907" y="11430"/>
                    </a:lnTo>
                    <a:lnTo>
                      <a:pt x="27622" y="19050"/>
                    </a:lnTo>
                    <a:lnTo>
                      <a:pt x="18097" y="19050"/>
                    </a:lnTo>
                    <a:lnTo>
                      <a:pt x="12382" y="27623"/>
                    </a:lnTo>
                    <a:lnTo>
                      <a:pt x="9525" y="18098"/>
                    </a:lnTo>
                    <a:lnTo>
                      <a:pt x="0" y="16192"/>
                    </a:lnTo>
                    <a:lnTo>
                      <a:pt x="7620" y="9525"/>
                    </a:lnTo>
                    <a:lnTo>
                      <a:pt x="7620" y="0"/>
                    </a:lnTo>
                    <a:lnTo>
                      <a:pt x="15240" y="5715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879B29F8-5C50-4FD4-8775-B7B024884EE2}"/>
                  </a:ext>
                </a:extLst>
              </p:cNvPr>
              <p:cNvSpPr/>
              <p:nvPr/>
            </p:nvSpPr>
            <p:spPr>
              <a:xfrm>
                <a:off x="6099810" y="2558414"/>
                <a:ext cx="38100" cy="38100"/>
              </a:xfrm>
              <a:custGeom>
                <a:avLst/>
                <a:gdLst>
                  <a:gd name="connsiteX0" fmla="*/ 38100 w 38100"/>
                  <a:gd name="connsiteY0" fmla="*/ 2858 h 38100"/>
                  <a:gd name="connsiteX1" fmla="*/ 33338 w 38100"/>
                  <a:gd name="connsiteY1" fmla="*/ 17145 h 38100"/>
                  <a:gd name="connsiteX2" fmla="*/ 42863 w 38100"/>
                  <a:gd name="connsiteY2" fmla="*/ 29527 h 38100"/>
                  <a:gd name="connsiteX3" fmla="*/ 27623 w 38100"/>
                  <a:gd name="connsiteY3" fmla="*/ 29527 h 38100"/>
                  <a:gd name="connsiteX4" fmla="*/ 20003 w 38100"/>
                  <a:gd name="connsiteY4" fmla="*/ 41910 h 38100"/>
                  <a:gd name="connsiteX5" fmla="*/ 14288 w 38100"/>
                  <a:gd name="connsiteY5" fmla="*/ 27623 h 38100"/>
                  <a:gd name="connsiteX6" fmla="*/ 0 w 38100"/>
                  <a:gd name="connsiteY6" fmla="*/ 23813 h 38100"/>
                  <a:gd name="connsiteX7" fmla="*/ 11430 w 38100"/>
                  <a:gd name="connsiteY7" fmla="*/ 15240 h 38100"/>
                  <a:gd name="connsiteX8" fmla="*/ 11430 w 38100"/>
                  <a:gd name="connsiteY8" fmla="*/ 0 h 38100"/>
                  <a:gd name="connsiteX9" fmla="*/ 23813 w 38100"/>
                  <a:gd name="connsiteY9" fmla="*/ 857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100" h="38100">
                    <a:moveTo>
                      <a:pt x="38100" y="2858"/>
                    </a:moveTo>
                    <a:lnTo>
                      <a:pt x="33338" y="17145"/>
                    </a:lnTo>
                    <a:lnTo>
                      <a:pt x="42863" y="29527"/>
                    </a:lnTo>
                    <a:lnTo>
                      <a:pt x="27623" y="29527"/>
                    </a:lnTo>
                    <a:lnTo>
                      <a:pt x="20003" y="41910"/>
                    </a:lnTo>
                    <a:lnTo>
                      <a:pt x="14288" y="27623"/>
                    </a:lnTo>
                    <a:lnTo>
                      <a:pt x="0" y="23813"/>
                    </a:lnTo>
                    <a:lnTo>
                      <a:pt x="11430" y="15240"/>
                    </a:lnTo>
                    <a:lnTo>
                      <a:pt x="11430" y="0"/>
                    </a:lnTo>
                    <a:lnTo>
                      <a:pt x="23813" y="8573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8D052CDD-A01C-4D54-ADFB-FC09EBAE0874}"/>
                  </a:ext>
                </a:extLst>
              </p:cNvPr>
              <p:cNvSpPr/>
              <p:nvPr/>
            </p:nvSpPr>
            <p:spPr>
              <a:xfrm>
                <a:off x="6277928" y="2480310"/>
                <a:ext cx="38100" cy="38100"/>
              </a:xfrm>
              <a:custGeom>
                <a:avLst/>
                <a:gdLst>
                  <a:gd name="connsiteX0" fmla="*/ 38100 w 38100"/>
                  <a:gd name="connsiteY0" fmla="*/ 2857 h 38100"/>
                  <a:gd name="connsiteX1" fmla="*/ 33338 w 38100"/>
                  <a:gd name="connsiteY1" fmla="*/ 17145 h 38100"/>
                  <a:gd name="connsiteX2" fmla="*/ 42863 w 38100"/>
                  <a:gd name="connsiteY2" fmla="*/ 28575 h 38100"/>
                  <a:gd name="connsiteX3" fmla="*/ 27622 w 38100"/>
                  <a:gd name="connsiteY3" fmla="*/ 29527 h 38100"/>
                  <a:gd name="connsiteX4" fmla="*/ 20002 w 38100"/>
                  <a:gd name="connsiteY4" fmla="*/ 41910 h 38100"/>
                  <a:gd name="connsiteX5" fmla="*/ 14288 w 38100"/>
                  <a:gd name="connsiteY5" fmla="*/ 27623 h 38100"/>
                  <a:gd name="connsiteX6" fmla="*/ 0 w 38100"/>
                  <a:gd name="connsiteY6" fmla="*/ 23813 h 38100"/>
                  <a:gd name="connsiteX7" fmla="*/ 12382 w 38100"/>
                  <a:gd name="connsiteY7" fmla="*/ 14288 h 38100"/>
                  <a:gd name="connsiteX8" fmla="*/ 11430 w 38100"/>
                  <a:gd name="connsiteY8" fmla="*/ 0 h 38100"/>
                  <a:gd name="connsiteX9" fmla="*/ 23813 w 38100"/>
                  <a:gd name="connsiteY9" fmla="*/ 857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100" h="38100">
                    <a:moveTo>
                      <a:pt x="38100" y="2857"/>
                    </a:moveTo>
                    <a:lnTo>
                      <a:pt x="33338" y="17145"/>
                    </a:lnTo>
                    <a:lnTo>
                      <a:pt x="42863" y="28575"/>
                    </a:lnTo>
                    <a:lnTo>
                      <a:pt x="27622" y="29527"/>
                    </a:lnTo>
                    <a:lnTo>
                      <a:pt x="20002" y="41910"/>
                    </a:lnTo>
                    <a:lnTo>
                      <a:pt x="14288" y="27623"/>
                    </a:lnTo>
                    <a:lnTo>
                      <a:pt x="0" y="23813"/>
                    </a:lnTo>
                    <a:lnTo>
                      <a:pt x="12382" y="14288"/>
                    </a:lnTo>
                    <a:lnTo>
                      <a:pt x="11430" y="0"/>
                    </a:lnTo>
                    <a:lnTo>
                      <a:pt x="23813" y="8573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9DE0245-FF51-4E41-89E0-08075EF4DFD6}"/>
                  </a:ext>
                </a:extLst>
              </p:cNvPr>
              <p:cNvSpPr/>
              <p:nvPr/>
            </p:nvSpPr>
            <p:spPr>
              <a:xfrm>
                <a:off x="6015038" y="2942272"/>
                <a:ext cx="57150" cy="47625"/>
              </a:xfrm>
              <a:custGeom>
                <a:avLst/>
                <a:gdLst>
                  <a:gd name="connsiteX0" fmla="*/ 28575 w 57150"/>
                  <a:gd name="connsiteY0" fmla="*/ 0 h 47625"/>
                  <a:gd name="connsiteX1" fmla="*/ 38100 w 57150"/>
                  <a:gd name="connsiteY1" fmla="*/ 18098 h 47625"/>
                  <a:gd name="connsiteX2" fmla="*/ 57150 w 57150"/>
                  <a:gd name="connsiteY2" fmla="*/ 20955 h 47625"/>
                  <a:gd name="connsiteX3" fmla="*/ 42863 w 57150"/>
                  <a:gd name="connsiteY3" fmla="*/ 34290 h 47625"/>
                  <a:gd name="connsiteX4" fmla="*/ 46672 w 57150"/>
                  <a:gd name="connsiteY4" fmla="*/ 54293 h 47625"/>
                  <a:gd name="connsiteX5" fmla="*/ 28575 w 57150"/>
                  <a:gd name="connsiteY5" fmla="*/ 44768 h 47625"/>
                  <a:gd name="connsiteX6" fmla="*/ 11430 w 57150"/>
                  <a:gd name="connsiteY6" fmla="*/ 54293 h 47625"/>
                  <a:gd name="connsiteX7" fmla="*/ 14288 w 57150"/>
                  <a:gd name="connsiteY7" fmla="*/ 34290 h 47625"/>
                  <a:gd name="connsiteX8" fmla="*/ 0 w 57150"/>
                  <a:gd name="connsiteY8" fmla="*/ 20955 h 47625"/>
                  <a:gd name="connsiteX9" fmla="*/ 20003 w 57150"/>
                  <a:gd name="connsiteY9" fmla="*/ 18098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150" h="47625">
                    <a:moveTo>
                      <a:pt x="28575" y="0"/>
                    </a:moveTo>
                    <a:lnTo>
                      <a:pt x="38100" y="18098"/>
                    </a:lnTo>
                    <a:lnTo>
                      <a:pt x="57150" y="20955"/>
                    </a:lnTo>
                    <a:lnTo>
                      <a:pt x="42863" y="34290"/>
                    </a:lnTo>
                    <a:lnTo>
                      <a:pt x="46672" y="54293"/>
                    </a:lnTo>
                    <a:lnTo>
                      <a:pt x="28575" y="44768"/>
                    </a:lnTo>
                    <a:lnTo>
                      <a:pt x="11430" y="54293"/>
                    </a:lnTo>
                    <a:lnTo>
                      <a:pt x="14288" y="34290"/>
                    </a:lnTo>
                    <a:lnTo>
                      <a:pt x="0" y="20955"/>
                    </a:lnTo>
                    <a:lnTo>
                      <a:pt x="20003" y="18098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0747A056-D2D2-4DB9-803D-B6C1CC9DB584}"/>
                  </a:ext>
                </a:extLst>
              </p:cNvPr>
              <p:cNvSpPr/>
              <p:nvPr/>
            </p:nvSpPr>
            <p:spPr>
              <a:xfrm>
                <a:off x="6326505" y="2942272"/>
                <a:ext cx="57150" cy="47625"/>
              </a:xfrm>
              <a:custGeom>
                <a:avLst/>
                <a:gdLst>
                  <a:gd name="connsiteX0" fmla="*/ 29528 w 57150"/>
                  <a:gd name="connsiteY0" fmla="*/ 0 h 47625"/>
                  <a:gd name="connsiteX1" fmla="*/ 38100 w 57150"/>
                  <a:gd name="connsiteY1" fmla="*/ 18098 h 47625"/>
                  <a:gd name="connsiteX2" fmla="*/ 58103 w 57150"/>
                  <a:gd name="connsiteY2" fmla="*/ 20955 h 47625"/>
                  <a:gd name="connsiteX3" fmla="*/ 43815 w 57150"/>
                  <a:gd name="connsiteY3" fmla="*/ 34290 h 47625"/>
                  <a:gd name="connsiteX4" fmla="*/ 46673 w 57150"/>
                  <a:gd name="connsiteY4" fmla="*/ 54293 h 47625"/>
                  <a:gd name="connsiteX5" fmla="*/ 29528 w 57150"/>
                  <a:gd name="connsiteY5" fmla="*/ 44768 h 47625"/>
                  <a:gd name="connsiteX6" fmla="*/ 11430 w 57150"/>
                  <a:gd name="connsiteY6" fmla="*/ 54293 h 47625"/>
                  <a:gd name="connsiteX7" fmla="*/ 15240 w 57150"/>
                  <a:gd name="connsiteY7" fmla="*/ 34290 h 47625"/>
                  <a:gd name="connsiteX8" fmla="*/ 0 w 57150"/>
                  <a:gd name="connsiteY8" fmla="*/ 20955 h 47625"/>
                  <a:gd name="connsiteX9" fmla="*/ 20003 w 57150"/>
                  <a:gd name="connsiteY9" fmla="*/ 18098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150" h="47625">
                    <a:moveTo>
                      <a:pt x="29528" y="0"/>
                    </a:moveTo>
                    <a:lnTo>
                      <a:pt x="38100" y="18098"/>
                    </a:lnTo>
                    <a:lnTo>
                      <a:pt x="58103" y="20955"/>
                    </a:lnTo>
                    <a:lnTo>
                      <a:pt x="43815" y="34290"/>
                    </a:lnTo>
                    <a:lnTo>
                      <a:pt x="46673" y="54293"/>
                    </a:lnTo>
                    <a:lnTo>
                      <a:pt x="29528" y="44768"/>
                    </a:lnTo>
                    <a:lnTo>
                      <a:pt x="11430" y="54293"/>
                    </a:lnTo>
                    <a:lnTo>
                      <a:pt x="15240" y="34290"/>
                    </a:lnTo>
                    <a:lnTo>
                      <a:pt x="0" y="20955"/>
                    </a:lnTo>
                    <a:lnTo>
                      <a:pt x="20003" y="18098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0A263FC-07FA-4550-814F-690A7081E247}"/>
                  </a:ext>
                </a:extLst>
              </p:cNvPr>
              <p:cNvSpPr/>
              <p:nvPr/>
            </p:nvSpPr>
            <p:spPr>
              <a:xfrm>
                <a:off x="6210300" y="2853690"/>
                <a:ext cx="28575" cy="28575"/>
              </a:xfrm>
              <a:custGeom>
                <a:avLst/>
                <a:gdLst>
                  <a:gd name="connsiteX0" fmla="*/ 25717 w 28575"/>
                  <a:gd name="connsiteY0" fmla="*/ 0 h 28575"/>
                  <a:gd name="connsiteX1" fmla="*/ 24765 w 28575"/>
                  <a:gd name="connsiteY1" fmla="*/ 12382 h 28575"/>
                  <a:gd name="connsiteX2" fmla="*/ 34290 w 28575"/>
                  <a:gd name="connsiteY2" fmla="*/ 19050 h 28575"/>
                  <a:gd name="connsiteX3" fmla="*/ 22860 w 28575"/>
                  <a:gd name="connsiteY3" fmla="*/ 22860 h 28575"/>
                  <a:gd name="connsiteX4" fmla="*/ 19050 w 28575"/>
                  <a:gd name="connsiteY4" fmla="*/ 34290 h 28575"/>
                  <a:gd name="connsiteX5" fmla="*/ 12383 w 28575"/>
                  <a:gd name="connsiteY5" fmla="*/ 23813 h 28575"/>
                  <a:gd name="connsiteX6" fmla="*/ 0 w 28575"/>
                  <a:gd name="connsiteY6" fmla="*/ 23813 h 28575"/>
                  <a:gd name="connsiteX7" fmla="*/ 7620 w 28575"/>
                  <a:gd name="connsiteY7" fmla="*/ 14288 h 28575"/>
                  <a:gd name="connsiteX8" fmla="*/ 3810 w 28575"/>
                  <a:gd name="connsiteY8" fmla="*/ 2857 h 28575"/>
                  <a:gd name="connsiteX9" fmla="*/ 15240 w 28575"/>
                  <a:gd name="connsiteY9" fmla="*/ 6667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575" h="28575">
                    <a:moveTo>
                      <a:pt x="25717" y="0"/>
                    </a:moveTo>
                    <a:lnTo>
                      <a:pt x="24765" y="12382"/>
                    </a:lnTo>
                    <a:lnTo>
                      <a:pt x="34290" y="19050"/>
                    </a:lnTo>
                    <a:lnTo>
                      <a:pt x="22860" y="22860"/>
                    </a:lnTo>
                    <a:lnTo>
                      <a:pt x="19050" y="34290"/>
                    </a:lnTo>
                    <a:lnTo>
                      <a:pt x="12383" y="23813"/>
                    </a:lnTo>
                    <a:lnTo>
                      <a:pt x="0" y="23813"/>
                    </a:lnTo>
                    <a:lnTo>
                      <a:pt x="7620" y="14288"/>
                    </a:lnTo>
                    <a:lnTo>
                      <a:pt x="3810" y="2857"/>
                    </a:lnTo>
                    <a:lnTo>
                      <a:pt x="15240" y="6667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095F5E66-0183-49B1-A6A3-BB62D8AC89EC}"/>
                  </a:ext>
                </a:extLst>
              </p:cNvPr>
              <p:cNvSpPr/>
              <p:nvPr/>
            </p:nvSpPr>
            <p:spPr>
              <a:xfrm>
                <a:off x="6138863" y="2961322"/>
                <a:ext cx="28575" cy="28575"/>
              </a:xfrm>
              <a:custGeom>
                <a:avLst/>
                <a:gdLst>
                  <a:gd name="connsiteX0" fmla="*/ 13335 w 28575"/>
                  <a:gd name="connsiteY0" fmla="*/ 0 h 28575"/>
                  <a:gd name="connsiteX1" fmla="*/ 21908 w 28575"/>
                  <a:gd name="connsiteY1" fmla="*/ 9525 h 28575"/>
                  <a:gd name="connsiteX2" fmla="*/ 34290 w 28575"/>
                  <a:gd name="connsiteY2" fmla="*/ 7620 h 28575"/>
                  <a:gd name="connsiteX3" fmla="*/ 27622 w 28575"/>
                  <a:gd name="connsiteY3" fmla="*/ 18098 h 28575"/>
                  <a:gd name="connsiteX4" fmla="*/ 33338 w 28575"/>
                  <a:gd name="connsiteY4" fmla="*/ 29528 h 28575"/>
                  <a:gd name="connsiteX5" fmla="*/ 20955 w 28575"/>
                  <a:gd name="connsiteY5" fmla="*/ 26670 h 28575"/>
                  <a:gd name="connsiteX6" fmla="*/ 12383 w 28575"/>
                  <a:gd name="connsiteY6" fmla="*/ 35243 h 28575"/>
                  <a:gd name="connsiteX7" fmla="*/ 11430 w 28575"/>
                  <a:gd name="connsiteY7" fmla="*/ 22860 h 28575"/>
                  <a:gd name="connsiteX8" fmla="*/ 0 w 28575"/>
                  <a:gd name="connsiteY8" fmla="*/ 17145 h 28575"/>
                  <a:gd name="connsiteX9" fmla="*/ 11430 w 28575"/>
                  <a:gd name="connsiteY9" fmla="*/ 12383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575" h="28575">
                    <a:moveTo>
                      <a:pt x="13335" y="0"/>
                    </a:moveTo>
                    <a:lnTo>
                      <a:pt x="21908" y="9525"/>
                    </a:lnTo>
                    <a:lnTo>
                      <a:pt x="34290" y="7620"/>
                    </a:lnTo>
                    <a:lnTo>
                      <a:pt x="27622" y="18098"/>
                    </a:lnTo>
                    <a:lnTo>
                      <a:pt x="33338" y="29528"/>
                    </a:lnTo>
                    <a:lnTo>
                      <a:pt x="20955" y="26670"/>
                    </a:lnTo>
                    <a:lnTo>
                      <a:pt x="12383" y="35243"/>
                    </a:lnTo>
                    <a:lnTo>
                      <a:pt x="11430" y="22860"/>
                    </a:lnTo>
                    <a:lnTo>
                      <a:pt x="0" y="17145"/>
                    </a:lnTo>
                    <a:lnTo>
                      <a:pt x="11430" y="12383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903BED74-9570-4693-B534-0465ECE3B4E3}"/>
                  </a:ext>
                </a:extLst>
              </p:cNvPr>
              <p:cNvSpPr/>
              <p:nvPr/>
            </p:nvSpPr>
            <p:spPr>
              <a:xfrm>
                <a:off x="6069330" y="2909887"/>
                <a:ext cx="19050" cy="19050"/>
              </a:xfrm>
              <a:custGeom>
                <a:avLst/>
                <a:gdLst>
                  <a:gd name="connsiteX0" fmla="*/ 10478 w 19050"/>
                  <a:gd name="connsiteY0" fmla="*/ 0 h 19050"/>
                  <a:gd name="connsiteX1" fmla="*/ 16192 w 19050"/>
                  <a:gd name="connsiteY1" fmla="*/ 7620 h 19050"/>
                  <a:gd name="connsiteX2" fmla="*/ 25717 w 19050"/>
                  <a:gd name="connsiteY2" fmla="*/ 5715 h 19050"/>
                  <a:gd name="connsiteX3" fmla="*/ 20955 w 19050"/>
                  <a:gd name="connsiteY3" fmla="*/ 14288 h 19050"/>
                  <a:gd name="connsiteX4" fmla="*/ 25717 w 19050"/>
                  <a:gd name="connsiteY4" fmla="*/ 22860 h 19050"/>
                  <a:gd name="connsiteX5" fmla="*/ 16192 w 19050"/>
                  <a:gd name="connsiteY5" fmla="*/ 20955 h 19050"/>
                  <a:gd name="connsiteX6" fmla="*/ 9525 w 19050"/>
                  <a:gd name="connsiteY6" fmla="*/ 26670 h 19050"/>
                  <a:gd name="connsiteX7" fmla="*/ 8573 w 19050"/>
                  <a:gd name="connsiteY7" fmla="*/ 18097 h 19050"/>
                  <a:gd name="connsiteX8" fmla="*/ 0 w 19050"/>
                  <a:gd name="connsiteY8" fmla="*/ 13335 h 19050"/>
                  <a:gd name="connsiteX9" fmla="*/ 8573 w 19050"/>
                  <a:gd name="connsiteY9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050" h="19050">
                    <a:moveTo>
                      <a:pt x="10478" y="0"/>
                    </a:moveTo>
                    <a:lnTo>
                      <a:pt x="16192" y="7620"/>
                    </a:lnTo>
                    <a:lnTo>
                      <a:pt x="25717" y="5715"/>
                    </a:lnTo>
                    <a:lnTo>
                      <a:pt x="20955" y="14288"/>
                    </a:lnTo>
                    <a:lnTo>
                      <a:pt x="25717" y="22860"/>
                    </a:lnTo>
                    <a:lnTo>
                      <a:pt x="16192" y="20955"/>
                    </a:lnTo>
                    <a:lnTo>
                      <a:pt x="9525" y="26670"/>
                    </a:lnTo>
                    <a:lnTo>
                      <a:pt x="8573" y="18097"/>
                    </a:lnTo>
                    <a:lnTo>
                      <a:pt x="0" y="13335"/>
                    </a:lnTo>
                    <a:lnTo>
                      <a:pt x="8573" y="9525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FBE7272-FB61-48C4-8763-47F4B6B706CB}"/>
                  </a:ext>
                </a:extLst>
              </p:cNvPr>
              <p:cNvSpPr/>
              <p:nvPr/>
            </p:nvSpPr>
            <p:spPr>
              <a:xfrm>
                <a:off x="6256972" y="3000375"/>
                <a:ext cx="47625" cy="47625"/>
              </a:xfrm>
              <a:custGeom>
                <a:avLst/>
                <a:gdLst>
                  <a:gd name="connsiteX0" fmla="*/ 42863 w 47625"/>
                  <a:gd name="connsiteY0" fmla="*/ 3810 h 47625"/>
                  <a:gd name="connsiteX1" fmla="*/ 38100 w 47625"/>
                  <a:gd name="connsiteY1" fmla="*/ 20003 h 47625"/>
                  <a:gd name="connsiteX2" fmla="*/ 49530 w 47625"/>
                  <a:gd name="connsiteY2" fmla="*/ 33338 h 47625"/>
                  <a:gd name="connsiteX3" fmla="*/ 31433 w 47625"/>
                  <a:gd name="connsiteY3" fmla="*/ 34290 h 47625"/>
                  <a:gd name="connsiteX4" fmla="*/ 22860 w 47625"/>
                  <a:gd name="connsiteY4" fmla="*/ 48578 h 47625"/>
                  <a:gd name="connsiteX5" fmla="*/ 17145 w 47625"/>
                  <a:gd name="connsiteY5" fmla="*/ 32385 h 47625"/>
                  <a:gd name="connsiteX6" fmla="*/ 0 w 47625"/>
                  <a:gd name="connsiteY6" fmla="*/ 27622 h 47625"/>
                  <a:gd name="connsiteX7" fmla="*/ 13335 w 47625"/>
                  <a:gd name="connsiteY7" fmla="*/ 17145 h 47625"/>
                  <a:gd name="connsiteX8" fmla="*/ 13335 w 47625"/>
                  <a:gd name="connsiteY8" fmla="*/ 0 h 47625"/>
                  <a:gd name="connsiteX9" fmla="*/ 26670 w 47625"/>
                  <a:gd name="connsiteY9" fmla="*/ 95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7625" h="47625">
                    <a:moveTo>
                      <a:pt x="42863" y="3810"/>
                    </a:moveTo>
                    <a:lnTo>
                      <a:pt x="38100" y="20003"/>
                    </a:lnTo>
                    <a:lnTo>
                      <a:pt x="49530" y="33338"/>
                    </a:lnTo>
                    <a:lnTo>
                      <a:pt x="31433" y="34290"/>
                    </a:lnTo>
                    <a:lnTo>
                      <a:pt x="22860" y="48578"/>
                    </a:lnTo>
                    <a:lnTo>
                      <a:pt x="17145" y="32385"/>
                    </a:lnTo>
                    <a:lnTo>
                      <a:pt x="0" y="27622"/>
                    </a:lnTo>
                    <a:lnTo>
                      <a:pt x="13335" y="17145"/>
                    </a:lnTo>
                    <a:lnTo>
                      <a:pt x="13335" y="0"/>
                    </a:lnTo>
                    <a:lnTo>
                      <a:pt x="26670" y="9525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0FDE081-B421-4FB2-AC50-6229A1BB9CBA}"/>
                  </a:ext>
                </a:extLst>
              </p:cNvPr>
              <p:cNvSpPr/>
              <p:nvPr/>
            </p:nvSpPr>
            <p:spPr>
              <a:xfrm>
                <a:off x="6191250" y="3010852"/>
                <a:ext cx="19050" cy="19050"/>
              </a:xfrm>
              <a:custGeom>
                <a:avLst/>
                <a:gdLst>
                  <a:gd name="connsiteX0" fmla="*/ 24765 w 19050"/>
                  <a:gd name="connsiteY0" fmla="*/ 1905 h 19050"/>
                  <a:gd name="connsiteX1" fmla="*/ 21908 w 19050"/>
                  <a:gd name="connsiteY1" fmla="*/ 11430 h 19050"/>
                  <a:gd name="connsiteX2" fmla="*/ 27622 w 19050"/>
                  <a:gd name="connsiteY2" fmla="*/ 19050 h 19050"/>
                  <a:gd name="connsiteX3" fmla="*/ 18097 w 19050"/>
                  <a:gd name="connsiteY3" fmla="*/ 19050 h 19050"/>
                  <a:gd name="connsiteX4" fmla="*/ 12383 w 19050"/>
                  <a:gd name="connsiteY4" fmla="*/ 27622 h 19050"/>
                  <a:gd name="connsiteX5" fmla="*/ 9525 w 19050"/>
                  <a:gd name="connsiteY5" fmla="*/ 18097 h 19050"/>
                  <a:gd name="connsiteX6" fmla="*/ 0 w 19050"/>
                  <a:gd name="connsiteY6" fmla="*/ 15240 h 19050"/>
                  <a:gd name="connsiteX7" fmla="*/ 7620 w 19050"/>
                  <a:gd name="connsiteY7" fmla="*/ 9525 h 19050"/>
                  <a:gd name="connsiteX8" fmla="*/ 6667 w 19050"/>
                  <a:gd name="connsiteY8" fmla="*/ 0 h 19050"/>
                  <a:gd name="connsiteX9" fmla="*/ 15240 w 19050"/>
                  <a:gd name="connsiteY9" fmla="*/ 571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050" h="19050">
                    <a:moveTo>
                      <a:pt x="24765" y="1905"/>
                    </a:moveTo>
                    <a:lnTo>
                      <a:pt x="21908" y="11430"/>
                    </a:lnTo>
                    <a:lnTo>
                      <a:pt x="27622" y="19050"/>
                    </a:lnTo>
                    <a:lnTo>
                      <a:pt x="18097" y="19050"/>
                    </a:lnTo>
                    <a:lnTo>
                      <a:pt x="12383" y="27622"/>
                    </a:lnTo>
                    <a:lnTo>
                      <a:pt x="9525" y="18097"/>
                    </a:lnTo>
                    <a:lnTo>
                      <a:pt x="0" y="15240"/>
                    </a:lnTo>
                    <a:lnTo>
                      <a:pt x="7620" y="9525"/>
                    </a:lnTo>
                    <a:lnTo>
                      <a:pt x="6667" y="0"/>
                    </a:lnTo>
                    <a:lnTo>
                      <a:pt x="15240" y="5715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B317DE7-5AE3-470D-93C1-4BD555A7B8C9}"/>
                  </a:ext>
                </a:extLst>
              </p:cNvPr>
              <p:cNvSpPr/>
              <p:nvPr/>
            </p:nvSpPr>
            <p:spPr>
              <a:xfrm>
                <a:off x="6064567" y="3021329"/>
                <a:ext cx="38100" cy="38100"/>
              </a:xfrm>
              <a:custGeom>
                <a:avLst/>
                <a:gdLst>
                  <a:gd name="connsiteX0" fmla="*/ 37148 w 38100"/>
                  <a:gd name="connsiteY0" fmla="*/ 3810 h 38100"/>
                  <a:gd name="connsiteX1" fmla="*/ 33338 w 38100"/>
                  <a:gd name="connsiteY1" fmla="*/ 18098 h 38100"/>
                  <a:gd name="connsiteX2" fmla="*/ 42863 w 38100"/>
                  <a:gd name="connsiteY2" fmla="*/ 29528 h 38100"/>
                  <a:gd name="connsiteX3" fmla="*/ 27623 w 38100"/>
                  <a:gd name="connsiteY3" fmla="*/ 30480 h 38100"/>
                  <a:gd name="connsiteX4" fmla="*/ 19050 w 38100"/>
                  <a:gd name="connsiteY4" fmla="*/ 42863 h 38100"/>
                  <a:gd name="connsiteX5" fmla="*/ 14288 w 38100"/>
                  <a:gd name="connsiteY5" fmla="*/ 28575 h 38100"/>
                  <a:gd name="connsiteX6" fmla="*/ 0 w 38100"/>
                  <a:gd name="connsiteY6" fmla="*/ 24765 h 38100"/>
                  <a:gd name="connsiteX7" fmla="*/ 11430 w 38100"/>
                  <a:gd name="connsiteY7" fmla="*/ 15240 h 38100"/>
                  <a:gd name="connsiteX8" fmla="*/ 10478 w 38100"/>
                  <a:gd name="connsiteY8" fmla="*/ 0 h 38100"/>
                  <a:gd name="connsiteX9" fmla="*/ 23813 w 38100"/>
                  <a:gd name="connsiteY9" fmla="*/ 857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100" h="38100">
                    <a:moveTo>
                      <a:pt x="37148" y="3810"/>
                    </a:moveTo>
                    <a:lnTo>
                      <a:pt x="33338" y="18098"/>
                    </a:lnTo>
                    <a:lnTo>
                      <a:pt x="42863" y="29528"/>
                    </a:lnTo>
                    <a:lnTo>
                      <a:pt x="27623" y="30480"/>
                    </a:lnTo>
                    <a:lnTo>
                      <a:pt x="19050" y="42863"/>
                    </a:lnTo>
                    <a:lnTo>
                      <a:pt x="14288" y="28575"/>
                    </a:lnTo>
                    <a:lnTo>
                      <a:pt x="0" y="24765"/>
                    </a:lnTo>
                    <a:lnTo>
                      <a:pt x="11430" y="15240"/>
                    </a:lnTo>
                    <a:lnTo>
                      <a:pt x="10478" y="0"/>
                    </a:lnTo>
                    <a:lnTo>
                      <a:pt x="23813" y="8573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CC7942F9-BB7A-4081-A0DF-FE8BB8674204}"/>
                  </a:ext>
                </a:extLst>
              </p:cNvPr>
              <p:cNvSpPr/>
              <p:nvPr/>
            </p:nvSpPr>
            <p:spPr>
              <a:xfrm>
                <a:off x="6236017" y="2915602"/>
                <a:ext cx="38100" cy="38100"/>
              </a:xfrm>
              <a:custGeom>
                <a:avLst/>
                <a:gdLst>
                  <a:gd name="connsiteX0" fmla="*/ 37148 w 38100"/>
                  <a:gd name="connsiteY0" fmla="*/ 2857 h 38100"/>
                  <a:gd name="connsiteX1" fmla="*/ 33338 w 38100"/>
                  <a:gd name="connsiteY1" fmla="*/ 18097 h 38100"/>
                  <a:gd name="connsiteX2" fmla="*/ 42863 w 38100"/>
                  <a:gd name="connsiteY2" fmla="*/ 29527 h 38100"/>
                  <a:gd name="connsiteX3" fmla="*/ 27623 w 38100"/>
                  <a:gd name="connsiteY3" fmla="*/ 29527 h 38100"/>
                  <a:gd name="connsiteX4" fmla="*/ 19050 w 38100"/>
                  <a:gd name="connsiteY4" fmla="*/ 42863 h 38100"/>
                  <a:gd name="connsiteX5" fmla="*/ 14288 w 38100"/>
                  <a:gd name="connsiteY5" fmla="*/ 28575 h 38100"/>
                  <a:gd name="connsiteX6" fmla="*/ 0 w 38100"/>
                  <a:gd name="connsiteY6" fmla="*/ 24765 h 38100"/>
                  <a:gd name="connsiteX7" fmla="*/ 11430 w 38100"/>
                  <a:gd name="connsiteY7" fmla="*/ 15240 h 38100"/>
                  <a:gd name="connsiteX8" fmla="*/ 10478 w 38100"/>
                  <a:gd name="connsiteY8" fmla="*/ 0 h 38100"/>
                  <a:gd name="connsiteX9" fmla="*/ 22860 w 38100"/>
                  <a:gd name="connsiteY9" fmla="*/ 857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100" h="38100">
                    <a:moveTo>
                      <a:pt x="37148" y="2857"/>
                    </a:moveTo>
                    <a:lnTo>
                      <a:pt x="33338" y="18097"/>
                    </a:lnTo>
                    <a:lnTo>
                      <a:pt x="42863" y="29527"/>
                    </a:lnTo>
                    <a:lnTo>
                      <a:pt x="27623" y="29527"/>
                    </a:lnTo>
                    <a:lnTo>
                      <a:pt x="19050" y="42863"/>
                    </a:lnTo>
                    <a:lnTo>
                      <a:pt x="14288" y="28575"/>
                    </a:lnTo>
                    <a:lnTo>
                      <a:pt x="0" y="24765"/>
                    </a:lnTo>
                    <a:lnTo>
                      <a:pt x="11430" y="15240"/>
                    </a:lnTo>
                    <a:lnTo>
                      <a:pt x="10478" y="0"/>
                    </a:lnTo>
                    <a:lnTo>
                      <a:pt x="22860" y="8572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48D7449-4199-4496-82EE-400A8ECE6FCF}"/>
                  </a:ext>
                </a:extLst>
              </p:cNvPr>
              <p:cNvSpPr/>
              <p:nvPr/>
            </p:nvSpPr>
            <p:spPr>
              <a:xfrm>
                <a:off x="6299835" y="2542222"/>
                <a:ext cx="38100" cy="38100"/>
              </a:xfrm>
              <a:custGeom>
                <a:avLst/>
                <a:gdLst>
                  <a:gd name="connsiteX0" fmla="*/ 37148 w 38100"/>
                  <a:gd name="connsiteY0" fmla="*/ 2857 h 38100"/>
                  <a:gd name="connsiteX1" fmla="*/ 33338 w 38100"/>
                  <a:gd name="connsiteY1" fmla="*/ 18098 h 38100"/>
                  <a:gd name="connsiteX2" fmla="*/ 42863 w 38100"/>
                  <a:gd name="connsiteY2" fmla="*/ 29527 h 38100"/>
                  <a:gd name="connsiteX3" fmla="*/ 27623 w 38100"/>
                  <a:gd name="connsiteY3" fmla="*/ 29527 h 38100"/>
                  <a:gd name="connsiteX4" fmla="*/ 19050 w 38100"/>
                  <a:gd name="connsiteY4" fmla="*/ 42863 h 38100"/>
                  <a:gd name="connsiteX5" fmla="*/ 14288 w 38100"/>
                  <a:gd name="connsiteY5" fmla="*/ 28575 h 38100"/>
                  <a:gd name="connsiteX6" fmla="*/ 0 w 38100"/>
                  <a:gd name="connsiteY6" fmla="*/ 24765 h 38100"/>
                  <a:gd name="connsiteX7" fmla="*/ 11430 w 38100"/>
                  <a:gd name="connsiteY7" fmla="*/ 15240 h 38100"/>
                  <a:gd name="connsiteX8" fmla="*/ 10478 w 38100"/>
                  <a:gd name="connsiteY8" fmla="*/ 0 h 38100"/>
                  <a:gd name="connsiteX9" fmla="*/ 22860 w 38100"/>
                  <a:gd name="connsiteY9" fmla="*/ 857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100" h="38100">
                    <a:moveTo>
                      <a:pt x="37148" y="2857"/>
                    </a:moveTo>
                    <a:lnTo>
                      <a:pt x="33338" y="18098"/>
                    </a:lnTo>
                    <a:lnTo>
                      <a:pt x="42863" y="29527"/>
                    </a:lnTo>
                    <a:lnTo>
                      <a:pt x="27623" y="29527"/>
                    </a:lnTo>
                    <a:lnTo>
                      <a:pt x="19050" y="42863"/>
                    </a:lnTo>
                    <a:lnTo>
                      <a:pt x="14288" y="28575"/>
                    </a:lnTo>
                    <a:lnTo>
                      <a:pt x="0" y="24765"/>
                    </a:lnTo>
                    <a:lnTo>
                      <a:pt x="11430" y="15240"/>
                    </a:lnTo>
                    <a:lnTo>
                      <a:pt x="10478" y="0"/>
                    </a:lnTo>
                    <a:lnTo>
                      <a:pt x="22860" y="8573"/>
                    </a:lnTo>
                    <a:close/>
                  </a:path>
                </a:pathLst>
              </a:custGeom>
              <a:solidFill>
                <a:srgbClr val="DBFFA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F902774E-F946-4AE3-AEEA-58659D5AF1CC}"/>
                  </a:ext>
                </a:extLst>
              </p:cNvPr>
              <p:cNvSpPr/>
              <p:nvPr/>
            </p:nvSpPr>
            <p:spPr>
              <a:xfrm>
                <a:off x="6083459" y="2045558"/>
                <a:ext cx="266700" cy="285750"/>
              </a:xfrm>
              <a:custGeom>
                <a:avLst/>
                <a:gdLst>
                  <a:gd name="connsiteX0" fmla="*/ 107791 w 266700"/>
                  <a:gd name="connsiteY0" fmla="*/ 4221 h 285750"/>
                  <a:gd name="connsiteX1" fmla="*/ 43974 w 266700"/>
                  <a:gd name="connsiteY1" fmla="*/ 61371 h 285750"/>
                  <a:gd name="connsiteX2" fmla="*/ 22066 w 266700"/>
                  <a:gd name="connsiteY2" fmla="*/ 272826 h 285750"/>
                  <a:gd name="connsiteX3" fmla="*/ 199231 w 266700"/>
                  <a:gd name="connsiteY3" fmla="*/ 292829 h 285750"/>
                  <a:gd name="connsiteX4" fmla="*/ 271621 w 266700"/>
                  <a:gd name="connsiteY4" fmla="*/ 245204 h 285750"/>
                  <a:gd name="connsiteX5" fmla="*/ 245904 w 266700"/>
                  <a:gd name="connsiteY5" fmla="*/ 70896 h 285750"/>
                  <a:gd name="connsiteX6" fmla="*/ 107791 w 266700"/>
                  <a:gd name="connsiteY6" fmla="*/ 4221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6700" h="285750">
                    <a:moveTo>
                      <a:pt x="107791" y="4221"/>
                    </a:moveTo>
                    <a:cubicBezTo>
                      <a:pt x="107791" y="4221"/>
                      <a:pt x="69691" y="-10066"/>
                      <a:pt x="43974" y="61371"/>
                    </a:cubicBezTo>
                    <a:cubicBezTo>
                      <a:pt x="18256" y="132809"/>
                      <a:pt x="-27464" y="246156"/>
                      <a:pt x="22066" y="272826"/>
                    </a:cubicBezTo>
                    <a:cubicBezTo>
                      <a:pt x="71596" y="300449"/>
                      <a:pt x="156369" y="293781"/>
                      <a:pt x="199231" y="292829"/>
                    </a:cubicBezTo>
                    <a:cubicBezTo>
                      <a:pt x="242094" y="291876"/>
                      <a:pt x="268764" y="278541"/>
                      <a:pt x="271621" y="245204"/>
                    </a:cubicBezTo>
                    <a:cubicBezTo>
                      <a:pt x="274479" y="211866"/>
                      <a:pt x="261144" y="107091"/>
                      <a:pt x="245904" y="70896"/>
                    </a:cubicBezTo>
                    <a:cubicBezTo>
                      <a:pt x="228759" y="34701"/>
                      <a:pt x="197326" y="-14829"/>
                      <a:pt x="107791" y="4221"/>
                    </a:cubicBezTo>
                    <a:close/>
                  </a:path>
                </a:pathLst>
              </a:custGeom>
              <a:solidFill>
                <a:srgbClr val="7035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1A6AE0ED-1189-4B43-AD71-EAA7A48A611B}"/>
                  </a:ext>
                </a:extLst>
              </p:cNvPr>
              <p:cNvSpPr/>
              <p:nvPr/>
            </p:nvSpPr>
            <p:spPr>
              <a:xfrm>
                <a:off x="6301740" y="2190586"/>
                <a:ext cx="28575" cy="47625"/>
              </a:xfrm>
              <a:custGeom>
                <a:avLst/>
                <a:gdLst>
                  <a:gd name="connsiteX0" fmla="*/ 6667 w 28575"/>
                  <a:gd name="connsiteY0" fmla="*/ 13498 h 47625"/>
                  <a:gd name="connsiteX1" fmla="*/ 27622 w 28575"/>
                  <a:gd name="connsiteY1" fmla="*/ 1116 h 47625"/>
                  <a:gd name="connsiteX2" fmla="*/ 0 w 28575"/>
                  <a:gd name="connsiteY2" fmla="*/ 47788 h 47625"/>
                  <a:gd name="connsiteX3" fmla="*/ 6667 w 28575"/>
                  <a:gd name="connsiteY3" fmla="*/ 13498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47625">
                    <a:moveTo>
                      <a:pt x="6667" y="13498"/>
                    </a:moveTo>
                    <a:cubicBezTo>
                      <a:pt x="6667" y="13498"/>
                      <a:pt x="15240" y="-4599"/>
                      <a:pt x="27622" y="1116"/>
                    </a:cubicBezTo>
                    <a:cubicBezTo>
                      <a:pt x="40005" y="6831"/>
                      <a:pt x="5715" y="74458"/>
                      <a:pt x="0" y="47788"/>
                    </a:cubicBezTo>
                    <a:cubicBezTo>
                      <a:pt x="952" y="23976"/>
                      <a:pt x="6667" y="13498"/>
                      <a:pt x="6667" y="13498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591955C-901D-47CD-8F38-F761D81916F7}"/>
                  </a:ext>
                </a:extLst>
              </p:cNvPr>
              <p:cNvSpPr/>
              <p:nvPr/>
            </p:nvSpPr>
            <p:spPr>
              <a:xfrm>
                <a:off x="6121899" y="2190586"/>
                <a:ext cx="28575" cy="47625"/>
              </a:xfrm>
              <a:custGeom>
                <a:avLst/>
                <a:gdLst>
                  <a:gd name="connsiteX0" fmla="*/ 23631 w 28575"/>
                  <a:gd name="connsiteY0" fmla="*/ 13498 h 47625"/>
                  <a:gd name="connsiteX1" fmla="*/ 2676 w 28575"/>
                  <a:gd name="connsiteY1" fmla="*/ 1116 h 47625"/>
                  <a:gd name="connsiteX2" fmla="*/ 30298 w 28575"/>
                  <a:gd name="connsiteY2" fmla="*/ 47788 h 47625"/>
                  <a:gd name="connsiteX3" fmla="*/ 23631 w 28575"/>
                  <a:gd name="connsiteY3" fmla="*/ 13498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47625">
                    <a:moveTo>
                      <a:pt x="23631" y="13498"/>
                    </a:moveTo>
                    <a:cubicBezTo>
                      <a:pt x="23631" y="13498"/>
                      <a:pt x="15058" y="-4599"/>
                      <a:pt x="2676" y="1116"/>
                    </a:cubicBezTo>
                    <a:cubicBezTo>
                      <a:pt x="-9707" y="6831"/>
                      <a:pt x="24583" y="74458"/>
                      <a:pt x="30298" y="47788"/>
                    </a:cubicBezTo>
                    <a:cubicBezTo>
                      <a:pt x="29346" y="23976"/>
                      <a:pt x="23631" y="13498"/>
                      <a:pt x="23631" y="13498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94C34BD-F335-4EC4-B170-3A4ED8863880}"/>
                  </a:ext>
                </a:extLst>
              </p:cNvPr>
              <p:cNvSpPr/>
              <p:nvPr/>
            </p:nvSpPr>
            <p:spPr>
              <a:xfrm>
                <a:off x="6146153" y="2075124"/>
                <a:ext cx="161925" cy="228600"/>
              </a:xfrm>
              <a:custGeom>
                <a:avLst/>
                <a:gdLst>
                  <a:gd name="connsiteX0" fmla="*/ 330 w 161925"/>
                  <a:gd name="connsiteY0" fmla="*/ 103243 h 228600"/>
                  <a:gd name="connsiteX1" fmla="*/ 22237 w 161925"/>
                  <a:gd name="connsiteY1" fmla="*/ 192778 h 228600"/>
                  <a:gd name="connsiteX2" fmla="*/ 86055 w 161925"/>
                  <a:gd name="connsiteY2" fmla="*/ 234688 h 228600"/>
                  <a:gd name="connsiteX3" fmla="*/ 147015 w 161925"/>
                  <a:gd name="connsiteY3" fmla="*/ 188968 h 228600"/>
                  <a:gd name="connsiteX4" fmla="*/ 165112 w 161925"/>
                  <a:gd name="connsiteY4" fmla="*/ 97528 h 228600"/>
                  <a:gd name="connsiteX5" fmla="*/ 62242 w 161925"/>
                  <a:gd name="connsiteY5" fmla="*/ 373 h 228600"/>
                  <a:gd name="connsiteX6" fmla="*/ 330 w 161925"/>
                  <a:gd name="connsiteY6" fmla="*/ 103243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925" h="228600">
                    <a:moveTo>
                      <a:pt x="330" y="103243"/>
                    </a:moveTo>
                    <a:cubicBezTo>
                      <a:pt x="330" y="103243"/>
                      <a:pt x="-4433" y="161345"/>
                      <a:pt x="22237" y="192778"/>
                    </a:cubicBezTo>
                    <a:cubicBezTo>
                      <a:pt x="43192" y="218495"/>
                      <a:pt x="65100" y="234688"/>
                      <a:pt x="86055" y="234688"/>
                    </a:cubicBezTo>
                    <a:cubicBezTo>
                      <a:pt x="107010" y="234688"/>
                      <a:pt x="132727" y="212780"/>
                      <a:pt x="147015" y="188968"/>
                    </a:cubicBezTo>
                    <a:cubicBezTo>
                      <a:pt x="161302" y="166108"/>
                      <a:pt x="165112" y="116578"/>
                      <a:pt x="165112" y="97528"/>
                    </a:cubicBezTo>
                    <a:cubicBezTo>
                      <a:pt x="165112" y="78478"/>
                      <a:pt x="141300" y="-6295"/>
                      <a:pt x="62242" y="373"/>
                    </a:cubicBezTo>
                    <a:cubicBezTo>
                      <a:pt x="-1575" y="4183"/>
                      <a:pt x="330" y="103243"/>
                      <a:pt x="330" y="103243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EF25E7B6-E801-4D5A-A034-6C7EC7ECBBBC}"/>
                  </a:ext>
                </a:extLst>
              </p:cNvPr>
              <p:cNvSpPr/>
              <p:nvPr/>
            </p:nvSpPr>
            <p:spPr>
              <a:xfrm>
                <a:off x="6138859" y="2061199"/>
                <a:ext cx="180975" cy="133350"/>
              </a:xfrm>
              <a:custGeom>
                <a:avLst/>
                <a:gdLst>
                  <a:gd name="connsiteX0" fmla="*/ 47629 w 180975"/>
                  <a:gd name="connsiteY0" fmla="*/ 47635 h 133350"/>
                  <a:gd name="connsiteX1" fmla="*/ 171454 w 180975"/>
                  <a:gd name="connsiteY1" fmla="*/ 137170 h 133350"/>
                  <a:gd name="connsiteX2" fmla="*/ 180979 w 180975"/>
                  <a:gd name="connsiteY2" fmla="*/ 100023 h 133350"/>
                  <a:gd name="connsiteX3" fmla="*/ 68584 w 180975"/>
                  <a:gd name="connsiteY3" fmla="*/ 10 h 133350"/>
                  <a:gd name="connsiteX4" fmla="*/ 2861 w 180975"/>
                  <a:gd name="connsiteY4" fmla="*/ 136218 h 133350"/>
                  <a:gd name="connsiteX5" fmla="*/ 47629 w 180975"/>
                  <a:gd name="connsiteY5" fmla="*/ 47635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975" h="133350">
                    <a:moveTo>
                      <a:pt x="47629" y="47635"/>
                    </a:moveTo>
                    <a:cubicBezTo>
                      <a:pt x="47629" y="47635"/>
                      <a:pt x="110494" y="112405"/>
                      <a:pt x="171454" y="137170"/>
                    </a:cubicBezTo>
                    <a:cubicBezTo>
                      <a:pt x="173359" y="134313"/>
                      <a:pt x="182884" y="136218"/>
                      <a:pt x="180979" y="100023"/>
                    </a:cubicBezTo>
                    <a:cubicBezTo>
                      <a:pt x="179074" y="63828"/>
                      <a:pt x="131449" y="-942"/>
                      <a:pt x="68584" y="10"/>
                    </a:cubicBezTo>
                    <a:cubicBezTo>
                      <a:pt x="5719" y="1915"/>
                      <a:pt x="-6664" y="96213"/>
                      <a:pt x="2861" y="136218"/>
                    </a:cubicBezTo>
                    <a:cubicBezTo>
                      <a:pt x="19054" y="126693"/>
                      <a:pt x="46676" y="61923"/>
                      <a:pt x="47629" y="47635"/>
                    </a:cubicBezTo>
                    <a:close/>
                  </a:path>
                </a:pathLst>
              </a:custGeom>
              <a:solidFill>
                <a:srgbClr val="7035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A4132599-2018-4650-9CF8-0EE9F9E78D3A}"/>
                  </a:ext>
                </a:extLst>
              </p:cNvPr>
              <p:cNvSpPr/>
              <p:nvPr/>
            </p:nvSpPr>
            <p:spPr>
              <a:xfrm>
                <a:off x="6106156" y="2025935"/>
                <a:ext cx="228600" cy="142875"/>
              </a:xfrm>
              <a:custGeom>
                <a:avLst/>
                <a:gdLst>
                  <a:gd name="connsiteX0" fmla="*/ 321 w 228600"/>
                  <a:gd name="connsiteY0" fmla="*/ 138144 h 142875"/>
                  <a:gd name="connsiteX1" fmla="*/ 236541 w 228600"/>
                  <a:gd name="connsiteY1" fmla="*/ 145764 h 142875"/>
                  <a:gd name="connsiteX2" fmla="*/ 118431 w 228600"/>
                  <a:gd name="connsiteY2" fmla="*/ 32 h 142875"/>
                  <a:gd name="connsiteX3" fmla="*/ 321 w 228600"/>
                  <a:gd name="connsiteY3" fmla="*/ 13814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8600" h="142875">
                    <a:moveTo>
                      <a:pt x="321" y="138144"/>
                    </a:moveTo>
                    <a:cubicBezTo>
                      <a:pt x="321" y="138144"/>
                      <a:pt x="121289" y="84804"/>
                      <a:pt x="236541" y="145764"/>
                    </a:cubicBezTo>
                    <a:cubicBezTo>
                      <a:pt x="234636" y="59087"/>
                      <a:pt x="210824" y="2889"/>
                      <a:pt x="118431" y="32"/>
                    </a:cubicBezTo>
                    <a:cubicBezTo>
                      <a:pt x="26039" y="-1873"/>
                      <a:pt x="-3489" y="81947"/>
                      <a:pt x="321" y="138144"/>
                    </a:cubicBezTo>
                    <a:close/>
                  </a:path>
                </a:pathLst>
              </a:custGeom>
              <a:solidFill>
                <a:srgbClr val="5B41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2A538C8-7EC1-4E3D-A726-CE4F6573B72F}"/>
                  </a:ext>
                </a:extLst>
              </p:cNvPr>
              <p:cNvSpPr/>
              <p:nvPr/>
            </p:nvSpPr>
            <p:spPr>
              <a:xfrm>
                <a:off x="6098203" y="2124826"/>
                <a:ext cx="247650" cy="57150"/>
              </a:xfrm>
              <a:custGeom>
                <a:avLst/>
                <a:gdLst>
                  <a:gd name="connsiteX0" fmla="*/ 3512 w 247650"/>
                  <a:gd name="connsiteY0" fmla="*/ 55446 h 57150"/>
                  <a:gd name="connsiteX1" fmla="*/ 8274 w 247650"/>
                  <a:gd name="connsiteY1" fmla="*/ 23061 h 57150"/>
                  <a:gd name="connsiteX2" fmla="*/ 244494 w 247650"/>
                  <a:gd name="connsiteY2" fmla="*/ 28776 h 57150"/>
                  <a:gd name="connsiteX3" fmla="*/ 248304 w 247650"/>
                  <a:gd name="connsiteY3" fmla="*/ 65924 h 57150"/>
                  <a:gd name="connsiteX4" fmla="*/ 126384 w 247650"/>
                  <a:gd name="connsiteY4" fmla="*/ 29729 h 57150"/>
                  <a:gd name="connsiteX5" fmla="*/ 3512 w 247650"/>
                  <a:gd name="connsiteY5" fmla="*/ 55446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7650" h="57150">
                    <a:moveTo>
                      <a:pt x="3512" y="55446"/>
                    </a:moveTo>
                    <a:cubicBezTo>
                      <a:pt x="3512" y="55446"/>
                      <a:pt x="-6966" y="37349"/>
                      <a:pt x="8274" y="23061"/>
                    </a:cubicBezTo>
                    <a:cubicBezTo>
                      <a:pt x="23514" y="8774"/>
                      <a:pt x="154007" y="-23611"/>
                      <a:pt x="244494" y="28776"/>
                    </a:cubicBezTo>
                    <a:cubicBezTo>
                      <a:pt x="257829" y="45921"/>
                      <a:pt x="248304" y="65924"/>
                      <a:pt x="248304" y="65924"/>
                    </a:cubicBezTo>
                    <a:cubicBezTo>
                      <a:pt x="248304" y="65924"/>
                      <a:pt x="204489" y="32586"/>
                      <a:pt x="126384" y="29729"/>
                    </a:cubicBezTo>
                    <a:cubicBezTo>
                      <a:pt x="55899" y="26871"/>
                      <a:pt x="20657" y="44016"/>
                      <a:pt x="3512" y="554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B3D1F09-BA29-4408-97AA-7135A3A9F426}"/>
                  </a:ext>
                </a:extLst>
              </p:cNvPr>
              <p:cNvSpPr/>
              <p:nvPr/>
            </p:nvSpPr>
            <p:spPr>
              <a:xfrm>
                <a:off x="6168390" y="2280708"/>
                <a:ext cx="104775" cy="76200"/>
              </a:xfrm>
              <a:custGeom>
                <a:avLst/>
                <a:gdLst>
                  <a:gd name="connsiteX0" fmla="*/ 22860 w 104775"/>
                  <a:gd name="connsiteY0" fmla="*/ 3387 h 76200"/>
                  <a:gd name="connsiteX1" fmla="*/ 0 w 104775"/>
                  <a:gd name="connsiteY1" fmla="*/ 55774 h 76200"/>
                  <a:gd name="connsiteX2" fmla="*/ 61913 w 104775"/>
                  <a:gd name="connsiteY2" fmla="*/ 81492 h 76200"/>
                  <a:gd name="connsiteX3" fmla="*/ 110490 w 104775"/>
                  <a:gd name="connsiteY3" fmla="*/ 57679 h 76200"/>
                  <a:gd name="connsiteX4" fmla="*/ 97155 w 104775"/>
                  <a:gd name="connsiteY4" fmla="*/ 3387 h 76200"/>
                  <a:gd name="connsiteX5" fmla="*/ 22860 w 104775"/>
                  <a:gd name="connsiteY5" fmla="*/ 3387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4775" h="76200">
                    <a:moveTo>
                      <a:pt x="22860" y="3387"/>
                    </a:moveTo>
                    <a:cubicBezTo>
                      <a:pt x="22860" y="3387"/>
                      <a:pt x="21907" y="32914"/>
                      <a:pt x="0" y="55774"/>
                    </a:cubicBezTo>
                    <a:cubicBezTo>
                      <a:pt x="26670" y="78634"/>
                      <a:pt x="40957" y="82444"/>
                      <a:pt x="61913" y="81492"/>
                    </a:cubicBezTo>
                    <a:cubicBezTo>
                      <a:pt x="83820" y="79587"/>
                      <a:pt x="110490" y="57679"/>
                      <a:pt x="110490" y="57679"/>
                    </a:cubicBezTo>
                    <a:cubicBezTo>
                      <a:pt x="110490" y="57679"/>
                      <a:pt x="92392" y="36724"/>
                      <a:pt x="97155" y="3387"/>
                    </a:cubicBezTo>
                    <a:cubicBezTo>
                      <a:pt x="79057" y="-4233"/>
                      <a:pt x="22860" y="3387"/>
                      <a:pt x="22860" y="3387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6CF523E-522A-47FB-ADB8-9A68E4E064B5}"/>
                  </a:ext>
                </a:extLst>
              </p:cNvPr>
              <p:cNvSpPr/>
              <p:nvPr/>
            </p:nvSpPr>
            <p:spPr>
              <a:xfrm>
                <a:off x="4563427" y="1576387"/>
                <a:ext cx="3095625" cy="3562350"/>
              </a:xfrm>
              <a:custGeom>
                <a:avLst/>
                <a:gdLst>
                  <a:gd name="connsiteX0" fmla="*/ 701993 w 3095625"/>
                  <a:gd name="connsiteY0" fmla="*/ 3566160 h 3562350"/>
                  <a:gd name="connsiteX1" fmla="*/ 844868 w 3095625"/>
                  <a:gd name="connsiteY1" fmla="*/ 2490788 h 3562350"/>
                  <a:gd name="connsiteX2" fmla="*/ 0 w 3095625"/>
                  <a:gd name="connsiteY2" fmla="*/ 2490788 h 3562350"/>
                  <a:gd name="connsiteX3" fmla="*/ 0 w 3095625"/>
                  <a:gd name="connsiteY3" fmla="*/ 2166938 h 3562350"/>
                  <a:gd name="connsiteX4" fmla="*/ 894398 w 3095625"/>
                  <a:gd name="connsiteY4" fmla="*/ 2166938 h 3562350"/>
                  <a:gd name="connsiteX5" fmla="*/ 1003935 w 3095625"/>
                  <a:gd name="connsiteY5" fmla="*/ 1371600 h 3562350"/>
                  <a:gd name="connsiteX6" fmla="*/ 131445 w 3095625"/>
                  <a:gd name="connsiteY6" fmla="*/ 1371600 h 3562350"/>
                  <a:gd name="connsiteX7" fmla="*/ 131445 w 3095625"/>
                  <a:gd name="connsiteY7" fmla="*/ 1047750 h 3562350"/>
                  <a:gd name="connsiteX8" fmla="*/ 1047750 w 3095625"/>
                  <a:gd name="connsiteY8" fmla="*/ 1047750 h 3562350"/>
                  <a:gd name="connsiteX9" fmla="*/ 1190625 w 3095625"/>
                  <a:gd name="connsiteY9" fmla="*/ 0 h 3562350"/>
                  <a:gd name="connsiteX10" fmla="*/ 1508760 w 3095625"/>
                  <a:gd name="connsiteY10" fmla="*/ 0 h 3562350"/>
                  <a:gd name="connsiteX11" fmla="*/ 1371600 w 3095625"/>
                  <a:gd name="connsiteY11" fmla="*/ 1047750 h 3562350"/>
                  <a:gd name="connsiteX12" fmla="*/ 1942148 w 3095625"/>
                  <a:gd name="connsiteY12" fmla="*/ 1047750 h 3562350"/>
                  <a:gd name="connsiteX13" fmla="*/ 2085023 w 3095625"/>
                  <a:gd name="connsiteY13" fmla="*/ 0 h 3562350"/>
                  <a:gd name="connsiteX14" fmla="*/ 2408873 w 3095625"/>
                  <a:gd name="connsiteY14" fmla="*/ 0 h 3562350"/>
                  <a:gd name="connsiteX15" fmla="*/ 2271713 w 3095625"/>
                  <a:gd name="connsiteY15" fmla="*/ 1047750 h 3562350"/>
                  <a:gd name="connsiteX16" fmla="*/ 3100388 w 3095625"/>
                  <a:gd name="connsiteY16" fmla="*/ 1047750 h 3562350"/>
                  <a:gd name="connsiteX17" fmla="*/ 3100388 w 3095625"/>
                  <a:gd name="connsiteY17" fmla="*/ 1371600 h 3562350"/>
                  <a:gd name="connsiteX18" fmla="*/ 2223135 w 3095625"/>
                  <a:gd name="connsiteY18" fmla="*/ 1371600 h 3562350"/>
                  <a:gd name="connsiteX19" fmla="*/ 2123123 w 3095625"/>
                  <a:gd name="connsiteY19" fmla="*/ 2166938 h 3562350"/>
                  <a:gd name="connsiteX20" fmla="*/ 2978468 w 3095625"/>
                  <a:gd name="connsiteY20" fmla="*/ 2166938 h 3562350"/>
                  <a:gd name="connsiteX21" fmla="*/ 2978468 w 3095625"/>
                  <a:gd name="connsiteY21" fmla="*/ 2490788 h 3562350"/>
                  <a:gd name="connsiteX22" fmla="*/ 2073593 w 3095625"/>
                  <a:gd name="connsiteY22" fmla="*/ 2490788 h 3562350"/>
                  <a:gd name="connsiteX23" fmla="*/ 1930718 w 3095625"/>
                  <a:gd name="connsiteY23" fmla="*/ 3566160 h 3562350"/>
                  <a:gd name="connsiteX24" fmla="*/ 1601153 w 3095625"/>
                  <a:gd name="connsiteY24" fmla="*/ 3566160 h 3562350"/>
                  <a:gd name="connsiteX25" fmla="*/ 1744028 w 3095625"/>
                  <a:gd name="connsiteY25" fmla="*/ 2490788 h 3562350"/>
                  <a:gd name="connsiteX26" fmla="*/ 1173480 w 3095625"/>
                  <a:gd name="connsiteY26" fmla="*/ 2490788 h 3562350"/>
                  <a:gd name="connsiteX27" fmla="*/ 1030605 w 3095625"/>
                  <a:gd name="connsiteY27" fmla="*/ 3566160 h 3562350"/>
                  <a:gd name="connsiteX28" fmla="*/ 701993 w 3095625"/>
                  <a:gd name="connsiteY28" fmla="*/ 3566160 h 3562350"/>
                  <a:gd name="connsiteX29" fmla="*/ 1794510 w 3095625"/>
                  <a:gd name="connsiteY29" fmla="*/ 2166938 h 3562350"/>
                  <a:gd name="connsiteX30" fmla="*/ 1898333 w 3095625"/>
                  <a:gd name="connsiteY30" fmla="*/ 1371600 h 3562350"/>
                  <a:gd name="connsiteX31" fmla="*/ 1327785 w 3095625"/>
                  <a:gd name="connsiteY31" fmla="*/ 1371600 h 3562350"/>
                  <a:gd name="connsiteX32" fmla="*/ 1223963 w 3095625"/>
                  <a:gd name="connsiteY32" fmla="*/ 2166938 h 3562350"/>
                  <a:gd name="connsiteX33" fmla="*/ 1794510 w 3095625"/>
                  <a:gd name="connsiteY33" fmla="*/ 2166938 h 3562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3095625" h="3562350">
                    <a:moveTo>
                      <a:pt x="701993" y="3566160"/>
                    </a:moveTo>
                    <a:lnTo>
                      <a:pt x="844868" y="2490788"/>
                    </a:lnTo>
                    <a:lnTo>
                      <a:pt x="0" y="2490788"/>
                    </a:lnTo>
                    <a:lnTo>
                      <a:pt x="0" y="2166938"/>
                    </a:lnTo>
                    <a:lnTo>
                      <a:pt x="894398" y="2166938"/>
                    </a:lnTo>
                    <a:lnTo>
                      <a:pt x="1003935" y="1371600"/>
                    </a:lnTo>
                    <a:lnTo>
                      <a:pt x="131445" y="1371600"/>
                    </a:lnTo>
                    <a:lnTo>
                      <a:pt x="131445" y="1047750"/>
                    </a:lnTo>
                    <a:lnTo>
                      <a:pt x="1047750" y="1047750"/>
                    </a:lnTo>
                    <a:lnTo>
                      <a:pt x="1190625" y="0"/>
                    </a:lnTo>
                    <a:lnTo>
                      <a:pt x="1508760" y="0"/>
                    </a:lnTo>
                    <a:lnTo>
                      <a:pt x="1371600" y="1047750"/>
                    </a:lnTo>
                    <a:lnTo>
                      <a:pt x="1942148" y="1047750"/>
                    </a:lnTo>
                    <a:lnTo>
                      <a:pt x="2085023" y="0"/>
                    </a:lnTo>
                    <a:lnTo>
                      <a:pt x="2408873" y="0"/>
                    </a:lnTo>
                    <a:lnTo>
                      <a:pt x="2271713" y="1047750"/>
                    </a:lnTo>
                    <a:lnTo>
                      <a:pt x="3100388" y="1047750"/>
                    </a:lnTo>
                    <a:lnTo>
                      <a:pt x="3100388" y="1371600"/>
                    </a:lnTo>
                    <a:lnTo>
                      <a:pt x="2223135" y="1371600"/>
                    </a:lnTo>
                    <a:lnTo>
                      <a:pt x="2123123" y="2166938"/>
                    </a:lnTo>
                    <a:lnTo>
                      <a:pt x="2978468" y="2166938"/>
                    </a:lnTo>
                    <a:lnTo>
                      <a:pt x="2978468" y="2490788"/>
                    </a:lnTo>
                    <a:lnTo>
                      <a:pt x="2073593" y="2490788"/>
                    </a:lnTo>
                    <a:lnTo>
                      <a:pt x="1930718" y="3566160"/>
                    </a:lnTo>
                    <a:lnTo>
                      <a:pt x="1601153" y="3566160"/>
                    </a:lnTo>
                    <a:lnTo>
                      <a:pt x="1744028" y="2490788"/>
                    </a:lnTo>
                    <a:lnTo>
                      <a:pt x="1173480" y="2490788"/>
                    </a:lnTo>
                    <a:lnTo>
                      <a:pt x="1030605" y="3566160"/>
                    </a:lnTo>
                    <a:lnTo>
                      <a:pt x="701993" y="3566160"/>
                    </a:lnTo>
                    <a:close/>
                    <a:moveTo>
                      <a:pt x="1794510" y="2166938"/>
                    </a:moveTo>
                    <a:lnTo>
                      <a:pt x="1898333" y="1371600"/>
                    </a:lnTo>
                    <a:lnTo>
                      <a:pt x="1327785" y="1371600"/>
                    </a:lnTo>
                    <a:lnTo>
                      <a:pt x="1223963" y="2166938"/>
                    </a:lnTo>
                    <a:lnTo>
                      <a:pt x="1794510" y="2166938"/>
                    </a:lnTo>
                    <a:close/>
                  </a:path>
                </a:pathLst>
              </a:custGeom>
              <a:pattFill prst="wdDnDiag">
                <a:fgClr>
                  <a:srgbClr val="F1F3FE"/>
                </a:fgClr>
                <a:bgClr>
                  <a:schemeClr val="bg1"/>
                </a:bgClr>
              </a:pattFill>
              <a:ln w="47625">
                <a:gradFill flip="none" rotWithShape="1">
                  <a:gsLst>
                    <a:gs pos="0">
                      <a:schemeClr val="accent4"/>
                    </a:gs>
                    <a:gs pos="100000">
                      <a:schemeClr val="accent6"/>
                    </a:gs>
                    <a:gs pos="51000">
                      <a:schemeClr val="accent5"/>
                    </a:gs>
                  </a:gsLst>
                  <a:lin ang="0" scaled="1"/>
                  <a:tileRect/>
                </a:gradFill>
              </a:ln>
              <a:effectLst>
                <a:outerShdw blurRad="444500" dist="38100" dir="5400000" algn="t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solidFill>
                    <a:schemeClr val="bg1"/>
                  </a:solidFill>
                  <a:latin typeface="Ubuntu" panose="020B0504030602030204" pitchFamily="34" charset="0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6FAC7901-7CA4-4FBF-9D87-099708667CAD}"/>
                  </a:ext>
                </a:extLst>
              </p:cNvPr>
              <p:cNvSpPr/>
              <p:nvPr/>
            </p:nvSpPr>
            <p:spPr>
              <a:xfrm>
                <a:off x="4825365" y="4819497"/>
                <a:ext cx="123825" cy="57150"/>
              </a:xfrm>
              <a:custGeom>
                <a:avLst/>
                <a:gdLst>
                  <a:gd name="connsiteX0" fmla="*/ 127635 w 123825"/>
                  <a:gd name="connsiteY0" fmla="*/ 25870 h 57150"/>
                  <a:gd name="connsiteX1" fmla="*/ 49530 w 123825"/>
                  <a:gd name="connsiteY1" fmla="*/ 153 h 57150"/>
                  <a:gd name="connsiteX2" fmla="*/ 0 w 123825"/>
                  <a:gd name="connsiteY2" fmla="*/ 39205 h 57150"/>
                  <a:gd name="connsiteX3" fmla="*/ 33337 w 123825"/>
                  <a:gd name="connsiteY3" fmla="*/ 52540 h 57150"/>
                  <a:gd name="connsiteX4" fmla="*/ 60008 w 123825"/>
                  <a:gd name="connsiteY4" fmla="*/ 41110 h 57150"/>
                  <a:gd name="connsiteX5" fmla="*/ 85725 w 123825"/>
                  <a:gd name="connsiteY5" fmla="*/ 52540 h 57150"/>
                  <a:gd name="connsiteX6" fmla="*/ 122873 w 123825"/>
                  <a:gd name="connsiteY6" fmla="*/ 59208 h 57150"/>
                  <a:gd name="connsiteX7" fmla="*/ 127635 w 123825"/>
                  <a:gd name="connsiteY7" fmla="*/ 25870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3825" h="57150">
                    <a:moveTo>
                      <a:pt x="127635" y="25870"/>
                    </a:moveTo>
                    <a:cubicBezTo>
                      <a:pt x="127635" y="25870"/>
                      <a:pt x="65723" y="3963"/>
                      <a:pt x="49530" y="153"/>
                    </a:cubicBezTo>
                    <a:cubicBezTo>
                      <a:pt x="33337" y="-2705"/>
                      <a:pt x="0" y="35395"/>
                      <a:pt x="0" y="39205"/>
                    </a:cubicBezTo>
                    <a:cubicBezTo>
                      <a:pt x="0" y="43015"/>
                      <a:pt x="33337" y="52540"/>
                      <a:pt x="33337" y="52540"/>
                    </a:cubicBezTo>
                    <a:cubicBezTo>
                      <a:pt x="33337" y="52540"/>
                      <a:pt x="51435" y="40158"/>
                      <a:pt x="60008" y="41110"/>
                    </a:cubicBezTo>
                    <a:cubicBezTo>
                      <a:pt x="68580" y="42063"/>
                      <a:pt x="68580" y="58255"/>
                      <a:pt x="85725" y="52540"/>
                    </a:cubicBezTo>
                    <a:cubicBezTo>
                      <a:pt x="101917" y="46825"/>
                      <a:pt x="122873" y="59208"/>
                      <a:pt x="122873" y="59208"/>
                    </a:cubicBezTo>
                    <a:lnTo>
                      <a:pt x="127635" y="25870"/>
                    </a:ln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65BD5138-0389-4B9D-9174-A11041BBEE30}"/>
                  </a:ext>
                </a:extLst>
              </p:cNvPr>
              <p:cNvSpPr/>
              <p:nvPr/>
            </p:nvSpPr>
            <p:spPr>
              <a:xfrm>
                <a:off x="4785360" y="5011853"/>
                <a:ext cx="171450" cy="66675"/>
              </a:xfrm>
              <a:custGeom>
                <a:avLst/>
                <a:gdLst>
                  <a:gd name="connsiteX0" fmla="*/ 0 w 171450"/>
                  <a:gd name="connsiteY0" fmla="*/ 38302 h 66675"/>
                  <a:gd name="connsiteX1" fmla="*/ 65723 w 171450"/>
                  <a:gd name="connsiteY1" fmla="*/ 202 h 66675"/>
                  <a:gd name="connsiteX2" fmla="*/ 174308 w 171450"/>
                  <a:gd name="connsiteY2" fmla="*/ 47827 h 66675"/>
                  <a:gd name="connsiteX3" fmla="*/ 96203 w 171450"/>
                  <a:gd name="connsiteY3" fmla="*/ 73544 h 66675"/>
                  <a:gd name="connsiteX4" fmla="*/ 0 w 171450"/>
                  <a:gd name="connsiteY4" fmla="*/ 38302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66675">
                    <a:moveTo>
                      <a:pt x="0" y="38302"/>
                    </a:moveTo>
                    <a:cubicBezTo>
                      <a:pt x="0" y="38302"/>
                      <a:pt x="54292" y="4012"/>
                      <a:pt x="65723" y="202"/>
                    </a:cubicBezTo>
                    <a:cubicBezTo>
                      <a:pt x="77153" y="-3609"/>
                      <a:pt x="174308" y="47827"/>
                      <a:pt x="174308" y="47827"/>
                    </a:cubicBezTo>
                    <a:lnTo>
                      <a:pt x="96203" y="73544"/>
                    </a:lnTo>
                    <a:lnTo>
                      <a:pt x="0" y="38302"/>
                    </a:lnTo>
                    <a:close/>
                  </a:path>
                </a:pathLst>
              </a:custGeom>
              <a:solidFill>
                <a:srgbClr val="33514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D9F04AA9-4804-4E42-AB66-132B1E6B1007}"/>
                  </a:ext>
                </a:extLst>
              </p:cNvPr>
              <p:cNvSpPr/>
              <p:nvPr/>
            </p:nvSpPr>
            <p:spPr>
              <a:xfrm>
                <a:off x="4683582" y="5034448"/>
                <a:ext cx="209550" cy="95250"/>
              </a:xfrm>
              <a:custGeom>
                <a:avLst/>
                <a:gdLst>
                  <a:gd name="connsiteX0" fmla="*/ 17006 w 209550"/>
                  <a:gd name="connsiteY0" fmla="*/ 46187 h 95250"/>
                  <a:gd name="connsiteX1" fmla="*/ 191313 w 209550"/>
                  <a:gd name="connsiteY1" fmla="*/ 4277 h 95250"/>
                  <a:gd name="connsiteX2" fmla="*/ 174168 w 209550"/>
                  <a:gd name="connsiteY2" fmla="*/ 75714 h 95250"/>
                  <a:gd name="connsiteX3" fmla="*/ 24626 w 209550"/>
                  <a:gd name="connsiteY3" fmla="*/ 98574 h 95250"/>
                  <a:gd name="connsiteX4" fmla="*/ 17006 w 209550"/>
                  <a:gd name="connsiteY4" fmla="*/ 46187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50" h="95250">
                    <a:moveTo>
                      <a:pt x="17006" y="46187"/>
                    </a:moveTo>
                    <a:cubicBezTo>
                      <a:pt x="17006" y="46187"/>
                      <a:pt x="141783" y="-16679"/>
                      <a:pt x="191313" y="4277"/>
                    </a:cubicBezTo>
                    <a:cubicBezTo>
                      <a:pt x="240843" y="25232"/>
                      <a:pt x="204648" y="63332"/>
                      <a:pt x="174168" y="75714"/>
                    </a:cubicBezTo>
                    <a:cubicBezTo>
                      <a:pt x="131306" y="92859"/>
                      <a:pt x="43676" y="109052"/>
                      <a:pt x="24626" y="98574"/>
                    </a:cubicBezTo>
                    <a:cubicBezTo>
                      <a:pt x="-6807" y="81429"/>
                      <a:pt x="-6807" y="56664"/>
                      <a:pt x="17006" y="46187"/>
                    </a:cubicBezTo>
                    <a:close/>
                  </a:path>
                </a:pathLst>
              </a:custGeom>
              <a:solidFill>
                <a:srgbClr val="3C3D3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3F86251-C6C9-419C-9782-FA5564680BB9}"/>
                  </a:ext>
                </a:extLst>
              </p:cNvPr>
              <p:cNvSpPr/>
              <p:nvPr/>
            </p:nvSpPr>
            <p:spPr>
              <a:xfrm>
                <a:off x="4667596" y="4840605"/>
                <a:ext cx="628650" cy="314325"/>
              </a:xfrm>
              <a:custGeom>
                <a:avLst/>
                <a:gdLst>
                  <a:gd name="connsiteX0" fmla="*/ 483524 w 628650"/>
                  <a:gd name="connsiteY0" fmla="*/ 135255 h 314325"/>
                  <a:gd name="connsiteX1" fmla="*/ 49184 w 628650"/>
                  <a:gd name="connsiteY1" fmla="*/ 0 h 314325"/>
                  <a:gd name="connsiteX2" fmla="*/ 22514 w 628650"/>
                  <a:gd name="connsiteY2" fmla="*/ 110490 h 314325"/>
                  <a:gd name="connsiteX3" fmla="*/ 359699 w 628650"/>
                  <a:gd name="connsiteY3" fmla="*/ 282892 h 314325"/>
                  <a:gd name="connsiteX4" fmla="*/ 620684 w 628650"/>
                  <a:gd name="connsiteY4" fmla="*/ 182880 h 314325"/>
                  <a:gd name="connsiteX5" fmla="*/ 483524 w 628650"/>
                  <a:gd name="connsiteY5" fmla="*/ 135255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28650" h="314325">
                    <a:moveTo>
                      <a:pt x="483524" y="135255"/>
                    </a:moveTo>
                    <a:cubicBezTo>
                      <a:pt x="483524" y="135255"/>
                      <a:pt x="117764" y="0"/>
                      <a:pt x="49184" y="0"/>
                    </a:cubicBezTo>
                    <a:cubicBezTo>
                      <a:pt x="-19396" y="0"/>
                      <a:pt x="-4156" y="78105"/>
                      <a:pt x="22514" y="110490"/>
                    </a:cubicBezTo>
                    <a:cubicBezTo>
                      <a:pt x="49184" y="141922"/>
                      <a:pt x="268259" y="237172"/>
                      <a:pt x="359699" y="282892"/>
                    </a:cubicBezTo>
                    <a:cubicBezTo>
                      <a:pt x="452092" y="327660"/>
                      <a:pt x="674024" y="353377"/>
                      <a:pt x="620684" y="182880"/>
                    </a:cubicBezTo>
                    <a:cubicBezTo>
                      <a:pt x="545437" y="81915"/>
                      <a:pt x="483524" y="135255"/>
                      <a:pt x="483524" y="135255"/>
                    </a:cubicBezTo>
                    <a:close/>
                  </a:path>
                </a:pathLst>
              </a:custGeom>
              <a:solidFill>
                <a:srgbClr val="486D5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9885C8D6-F164-4CCC-A70B-4F45C3C47C40}"/>
                  </a:ext>
                </a:extLst>
              </p:cNvPr>
              <p:cNvSpPr/>
              <p:nvPr/>
            </p:nvSpPr>
            <p:spPr>
              <a:xfrm>
                <a:off x="4999966" y="4451415"/>
                <a:ext cx="95250" cy="142875"/>
              </a:xfrm>
              <a:custGeom>
                <a:avLst/>
                <a:gdLst>
                  <a:gd name="connsiteX0" fmla="*/ 64477 w 95250"/>
                  <a:gd name="connsiteY0" fmla="*/ 12952 h 142875"/>
                  <a:gd name="connsiteX1" fmla="*/ 98767 w 95250"/>
                  <a:gd name="connsiteY1" fmla="*/ 79627 h 142875"/>
                  <a:gd name="connsiteX2" fmla="*/ 40664 w 95250"/>
                  <a:gd name="connsiteY2" fmla="*/ 152017 h 142875"/>
                  <a:gd name="connsiteX3" fmla="*/ 10184 w 95250"/>
                  <a:gd name="connsiteY3" fmla="*/ 106297 h 142875"/>
                  <a:gd name="connsiteX4" fmla="*/ 64477 w 95250"/>
                  <a:gd name="connsiteY4" fmla="*/ 12952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142875">
                    <a:moveTo>
                      <a:pt x="64477" y="12952"/>
                    </a:moveTo>
                    <a:cubicBezTo>
                      <a:pt x="64477" y="12952"/>
                      <a:pt x="88289" y="56767"/>
                      <a:pt x="98767" y="79627"/>
                    </a:cubicBezTo>
                    <a:cubicBezTo>
                      <a:pt x="101624" y="114869"/>
                      <a:pt x="40664" y="152017"/>
                      <a:pt x="40664" y="152017"/>
                    </a:cubicBezTo>
                    <a:cubicBezTo>
                      <a:pt x="40664" y="152017"/>
                      <a:pt x="35902" y="106297"/>
                      <a:pt x="10184" y="106297"/>
                    </a:cubicBezTo>
                    <a:cubicBezTo>
                      <a:pt x="-15533" y="106297"/>
                      <a:pt x="9232" y="-44198"/>
                      <a:pt x="64477" y="12952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30F0C139-3B74-4B24-8BE1-86ACA88564B2}"/>
                  </a:ext>
                </a:extLst>
              </p:cNvPr>
              <p:cNvSpPr/>
              <p:nvPr/>
            </p:nvSpPr>
            <p:spPr>
              <a:xfrm>
                <a:off x="4878705" y="4387215"/>
                <a:ext cx="161925" cy="190500"/>
              </a:xfrm>
              <a:custGeom>
                <a:avLst/>
                <a:gdLst>
                  <a:gd name="connsiteX0" fmla="*/ 0 w 161925"/>
                  <a:gd name="connsiteY0" fmla="*/ 60007 h 190500"/>
                  <a:gd name="connsiteX1" fmla="*/ 19050 w 161925"/>
                  <a:gd name="connsiteY1" fmla="*/ 113347 h 190500"/>
                  <a:gd name="connsiteX2" fmla="*/ 22860 w 161925"/>
                  <a:gd name="connsiteY2" fmla="*/ 153353 h 190500"/>
                  <a:gd name="connsiteX3" fmla="*/ 45720 w 161925"/>
                  <a:gd name="connsiteY3" fmla="*/ 153353 h 190500"/>
                  <a:gd name="connsiteX4" fmla="*/ 120015 w 161925"/>
                  <a:gd name="connsiteY4" fmla="*/ 191453 h 190500"/>
                  <a:gd name="connsiteX5" fmla="*/ 159068 w 161925"/>
                  <a:gd name="connsiteY5" fmla="*/ 77153 h 190500"/>
                  <a:gd name="connsiteX6" fmla="*/ 98107 w 161925"/>
                  <a:gd name="connsiteY6" fmla="*/ 0 h 190500"/>
                  <a:gd name="connsiteX7" fmla="*/ 0 w 161925"/>
                  <a:gd name="connsiteY7" fmla="*/ 60007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1925" h="190500">
                    <a:moveTo>
                      <a:pt x="0" y="60007"/>
                    </a:moveTo>
                    <a:cubicBezTo>
                      <a:pt x="0" y="60007"/>
                      <a:pt x="7620" y="100013"/>
                      <a:pt x="19050" y="113347"/>
                    </a:cubicBezTo>
                    <a:cubicBezTo>
                      <a:pt x="30480" y="126682"/>
                      <a:pt x="22860" y="142875"/>
                      <a:pt x="22860" y="153353"/>
                    </a:cubicBezTo>
                    <a:cubicBezTo>
                      <a:pt x="22860" y="163830"/>
                      <a:pt x="35243" y="160020"/>
                      <a:pt x="45720" y="153353"/>
                    </a:cubicBezTo>
                    <a:cubicBezTo>
                      <a:pt x="62865" y="170497"/>
                      <a:pt x="83820" y="202882"/>
                      <a:pt x="120015" y="191453"/>
                    </a:cubicBezTo>
                    <a:cubicBezTo>
                      <a:pt x="156210" y="180022"/>
                      <a:pt x="184785" y="109538"/>
                      <a:pt x="159068" y="77153"/>
                    </a:cubicBezTo>
                    <a:cubicBezTo>
                      <a:pt x="146685" y="46672"/>
                      <a:pt x="98107" y="0"/>
                      <a:pt x="98107" y="0"/>
                    </a:cubicBezTo>
                    <a:lnTo>
                      <a:pt x="0" y="60007"/>
                    </a:ln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161F3CA-DFA5-4CA9-803F-59933A50DBDC}"/>
                  </a:ext>
                </a:extLst>
              </p:cNvPr>
              <p:cNvSpPr/>
              <p:nvPr/>
            </p:nvSpPr>
            <p:spPr>
              <a:xfrm>
                <a:off x="4942523" y="4347125"/>
                <a:ext cx="123825" cy="123825"/>
              </a:xfrm>
              <a:custGeom>
                <a:avLst/>
                <a:gdLst>
                  <a:gd name="connsiteX0" fmla="*/ 0 w 123825"/>
                  <a:gd name="connsiteY0" fmla="*/ 49614 h 123825"/>
                  <a:gd name="connsiteX1" fmla="*/ 37147 w 123825"/>
                  <a:gd name="connsiteY1" fmla="*/ 83904 h 123825"/>
                  <a:gd name="connsiteX2" fmla="*/ 64770 w 123825"/>
                  <a:gd name="connsiteY2" fmla="*/ 110574 h 123825"/>
                  <a:gd name="connsiteX3" fmla="*/ 77152 w 123825"/>
                  <a:gd name="connsiteY3" fmla="*/ 102954 h 123825"/>
                  <a:gd name="connsiteX4" fmla="*/ 101917 w 123825"/>
                  <a:gd name="connsiteY4" fmla="*/ 106764 h 123825"/>
                  <a:gd name="connsiteX5" fmla="*/ 130492 w 123825"/>
                  <a:gd name="connsiteY5" fmla="*/ 128672 h 123825"/>
                  <a:gd name="connsiteX6" fmla="*/ 98107 w 123825"/>
                  <a:gd name="connsiteY6" fmla="*/ 1989 h 123825"/>
                  <a:gd name="connsiteX7" fmla="*/ 64770 w 123825"/>
                  <a:gd name="connsiteY7" fmla="*/ 15324 h 123825"/>
                  <a:gd name="connsiteX8" fmla="*/ 0 w 123825"/>
                  <a:gd name="connsiteY8" fmla="*/ 49614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825" h="123825">
                    <a:moveTo>
                      <a:pt x="0" y="49614"/>
                    </a:moveTo>
                    <a:cubicBezTo>
                      <a:pt x="0" y="49614"/>
                      <a:pt x="20002" y="82952"/>
                      <a:pt x="37147" y="83904"/>
                    </a:cubicBezTo>
                    <a:cubicBezTo>
                      <a:pt x="54292" y="84857"/>
                      <a:pt x="64770" y="110574"/>
                      <a:pt x="64770" y="110574"/>
                    </a:cubicBezTo>
                    <a:lnTo>
                      <a:pt x="77152" y="102954"/>
                    </a:lnTo>
                    <a:cubicBezTo>
                      <a:pt x="77152" y="102954"/>
                      <a:pt x="96202" y="92477"/>
                      <a:pt x="101917" y="106764"/>
                    </a:cubicBezTo>
                    <a:cubicBezTo>
                      <a:pt x="107632" y="122004"/>
                      <a:pt x="130492" y="128672"/>
                      <a:pt x="130492" y="128672"/>
                    </a:cubicBezTo>
                    <a:cubicBezTo>
                      <a:pt x="130492" y="128672"/>
                      <a:pt x="139065" y="12467"/>
                      <a:pt x="98107" y="1989"/>
                    </a:cubicBezTo>
                    <a:cubicBezTo>
                      <a:pt x="67627" y="-6583"/>
                      <a:pt x="71438" y="15324"/>
                      <a:pt x="64770" y="15324"/>
                    </a:cubicBezTo>
                    <a:cubicBezTo>
                      <a:pt x="32385" y="17229"/>
                      <a:pt x="0" y="49614"/>
                      <a:pt x="0" y="49614"/>
                    </a:cubicBezTo>
                    <a:close/>
                  </a:path>
                </a:pathLst>
              </a:custGeom>
              <a:solidFill>
                <a:srgbClr val="7035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A5C6469A-EB98-4CC9-A986-3501DCCB5119}"/>
                  </a:ext>
                </a:extLst>
              </p:cNvPr>
              <p:cNvSpPr/>
              <p:nvPr/>
            </p:nvSpPr>
            <p:spPr>
              <a:xfrm>
                <a:off x="5007244" y="4406265"/>
                <a:ext cx="314325" cy="609600"/>
              </a:xfrm>
              <a:custGeom>
                <a:avLst/>
                <a:gdLst>
                  <a:gd name="connsiteX0" fmla="*/ 37196 w 314325"/>
                  <a:gd name="connsiteY0" fmla="*/ 159067 h 609600"/>
                  <a:gd name="connsiteX1" fmla="*/ 49 w 314325"/>
                  <a:gd name="connsiteY1" fmla="*/ 252413 h 609600"/>
                  <a:gd name="connsiteX2" fmla="*/ 12431 w 314325"/>
                  <a:gd name="connsiteY2" fmla="*/ 497205 h 609600"/>
                  <a:gd name="connsiteX3" fmla="*/ 7669 w 314325"/>
                  <a:gd name="connsiteY3" fmla="*/ 521017 h 609600"/>
                  <a:gd name="connsiteX4" fmla="*/ 281036 w 314325"/>
                  <a:gd name="connsiteY4" fmla="*/ 616267 h 609600"/>
                  <a:gd name="connsiteX5" fmla="*/ 281036 w 314325"/>
                  <a:gd name="connsiteY5" fmla="*/ 353378 h 609600"/>
                  <a:gd name="connsiteX6" fmla="*/ 190549 w 314325"/>
                  <a:gd name="connsiteY6" fmla="*/ 184785 h 609600"/>
                  <a:gd name="connsiteX7" fmla="*/ 120064 w 314325"/>
                  <a:gd name="connsiteY7" fmla="*/ 0 h 609600"/>
                  <a:gd name="connsiteX8" fmla="*/ 37196 w 314325"/>
                  <a:gd name="connsiteY8" fmla="*/ 159067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4325" h="609600">
                    <a:moveTo>
                      <a:pt x="37196" y="159067"/>
                    </a:moveTo>
                    <a:cubicBezTo>
                      <a:pt x="37196" y="159067"/>
                      <a:pt x="1001" y="186690"/>
                      <a:pt x="49" y="252413"/>
                    </a:cubicBezTo>
                    <a:cubicBezTo>
                      <a:pt x="-904" y="318135"/>
                      <a:pt x="12431" y="461963"/>
                      <a:pt x="12431" y="497205"/>
                    </a:cubicBezTo>
                    <a:cubicBezTo>
                      <a:pt x="12431" y="532447"/>
                      <a:pt x="7669" y="521017"/>
                      <a:pt x="7669" y="521017"/>
                    </a:cubicBezTo>
                    <a:cubicBezTo>
                      <a:pt x="7669" y="521017"/>
                      <a:pt x="219124" y="612457"/>
                      <a:pt x="281036" y="616267"/>
                    </a:cubicBezTo>
                    <a:cubicBezTo>
                      <a:pt x="348664" y="572453"/>
                      <a:pt x="301991" y="427672"/>
                      <a:pt x="281036" y="353378"/>
                    </a:cubicBezTo>
                    <a:cubicBezTo>
                      <a:pt x="260081" y="279082"/>
                      <a:pt x="209599" y="200025"/>
                      <a:pt x="190549" y="184785"/>
                    </a:cubicBezTo>
                    <a:cubicBezTo>
                      <a:pt x="194359" y="125730"/>
                      <a:pt x="158164" y="22860"/>
                      <a:pt x="120064" y="0"/>
                    </a:cubicBezTo>
                    <a:cubicBezTo>
                      <a:pt x="99109" y="21907"/>
                      <a:pt x="37196" y="159067"/>
                      <a:pt x="37196" y="15906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99000">
                    <a:schemeClr val="accent4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6DDE52F-C5CA-41F9-91C9-9E7912E28FE9}"/>
                  </a:ext>
                </a:extLst>
              </p:cNvPr>
              <p:cNvSpPr/>
              <p:nvPr/>
            </p:nvSpPr>
            <p:spPr>
              <a:xfrm>
                <a:off x="5010150" y="4412834"/>
                <a:ext cx="28575" cy="57150"/>
              </a:xfrm>
              <a:custGeom>
                <a:avLst/>
                <a:gdLst>
                  <a:gd name="connsiteX0" fmla="*/ 0 w 28575"/>
                  <a:gd name="connsiteY0" fmla="*/ 24862 h 57150"/>
                  <a:gd name="connsiteX1" fmla="*/ 20955 w 28575"/>
                  <a:gd name="connsiteY1" fmla="*/ 97 h 57150"/>
                  <a:gd name="connsiteX2" fmla="*/ 20955 w 28575"/>
                  <a:gd name="connsiteY2" fmla="*/ 62962 h 57150"/>
                  <a:gd name="connsiteX3" fmla="*/ 0 w 28575"/>
                  <a:gd name="connsiteY3" fmla="*/ 24862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57150">
                    <a:moveTo>
                      <a:pt x="0" y="24862"/>
                    </a:moveTo>
                    <a:cubicBezTo>
                      <a:pt x="0" y="24862"/>
                      <a:pt x="952" y="-1807"/>
                      <a:pt x="20955" y="97"/>
                    </a:cubicBezTo>
                    <a:cubicBezTo>
                      <a:pt x="41910" y="2003"/>
                      <a:pt x="35243" y="69630"/>
                      <a:pt x="20955" y="62962"/>
                    </a:cubicBezTo>
                    <a:cubicBezTo>
                      <a:pt x="6668" y="57247"/>
                      <a:pt x="0" y="24862"/>
                      <a:pt x="0" y="24862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FE6FDA6F-1460-4B3A-AE68-9715A46A8223}"/>
                  </a:ext>
                </a:extLst>
              </p:cNvPr>
              <p:cNvSpPr/>
              <p:nvPr/>
            </p:nvSpPr>
            <p:spPr>
              <a:xfrm>
                <a:off x="4935855" y="4642009"/>
                <a:ext cx="285750" cy="314325"/>
              </a:xfrm>
              <a:custGeom>
                <a:avLst/>
                <a:gdLst>
                  <a:gd name="connsiteX0" fmla="*/ 203835 w 285750"/>
                  <a:gd name="connsiteY0" fmla="*/ 210026 h 314325"/>
                  <a:gd name="connsiteX1" fmla="*/ 187643 w 285750"/>
                  <a:gd name="connsiteY1" fmla="*/ 39528 h 314325"/>
                  <a:gd name="connsiteX2" fmla="*/ 268605 w 285750"/>
                  <a:gd name="connsiteY2" fmla="*/ 20478 h 314325"/>
                  <a:gd name="connsiteX3" fmla="*/ 278130 w 285750"/>
                  <a:gd name="connsiteY3" fmla="*/ 288131 h 314325"/>
                  <a:gd name="connsiteX4" fmla="*/ 146685 w 285750"/>
                  <a:gd name="connsiteY4" fmla="*/ 304323 h 314325"/>
                  <a:gd name="connsiteX5" fmla="*/ 0 w 285750"/>
                  <a:gd name="connsiteY5" fmla="*/ 240506 h 314325"/>
                  <a:gd name="connsiteX6" fmla="*/ 12382 w 285750"/>
                  <a:gd name="connsiteY6" fmla="*/ 193833 h 314325"/>
                  <a:gd name="connsiteX7" fmla="*/ 199072 w 285750"/>
                  <a:gd name="connsiteY7" fmla="*/ 235743 h 314325"/>
                  <a:gd name="connsiteX8" fmla="*/ 203835 w 285750"/>
                  <a:gd name="connsiteY8" fmla="*/ 210026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5750" h="314325">
                    <a:moveTo>
                      <a:pt x="203835" y="210026"/>
                    </a:moveTo>
                    <a:cubicBezTo>
                      <a:pt x="203835" y="210026"/>
                      <a:pt x="179070" y="68103"/>
                      <a:pt x="187643" y="39528"/>
                    </a:cubicBezTo>
                    <a:cubicBezTo>
                      <a:pt x="196215" y="10953"/>
                      <a:pt x="240983" y="-22384"/>
                      <a:pt x="268605" y="20478"/>
                    </a:cubicBezTo>
                    <a:cubicBezTo>
                      <a:pt x="296228" y="63341"/>
                      <a:pt x="289560" y="250031"/>
                      <a:pt x="278130" y="288131"/>
                    </a:cubicBezTo>
                    <a:cubicBezTo>
                      <a:pt x="265747" y="326231"/>
                      <a:pt x="222885" y="323373"/>
                      <a:pt x="146685" y="304323"/>
                    </a:cubicBezTo>
                    <a:cubicBezTo>
                      <a:pt x="70485" y="284321"/>
                      <a:pt x="15240" y="261461"/>
                      <a:pt x="0" y="240506"/>
                    </a:cubicBezTo>
                    <a:cubicBezTo>
                      <a:pt x="2857" y="210978"/>
                      <a:pt x="12382" y="193833"/>
                      <a:pt x="12382" y="193833"/>
                    </a:cubicBezTo>
                    <a:cubicBezTo>
                      <a:pt x="12382" y="193833"/>
                      <a:pt x="157163" y="213836"/>
                      <a:pt x="199072" y="235743"/>
                    </a:cubicBezTo>
                    <a:cubicBezTo>
                      <a:pt x="204787" y="221456"/>
                      <a:pt x="203835" y="210026"/>
                      <a:pt x="203835" y="21002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99000">
                    <a:schemeClr val="accent4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6BF8940D-21C5-4D22-BA2C-1A047FFF4EE4}"/>
                  </a:ext>
                </a:extLst>
              </p:cNvPr>
              <p:cNvSpPr/>
              <p:nvPr/>
            </p:nvSpPr>
            <p:spPr>
              <a:xfrm>
                <a:off x="4587201" y="4585520"/>
                <a:ext cx="152400" cy="238125"/>
              </a:xfrm>
              <a:custGeom>
                <a:avLst/>
                <a:gdLst>
                  <a:gd name="connsiteX0" fmla="*/ 5754 w 152400"/>
                  <a:gd name="connsiteY0" fmla="*/ 767 h 238125"/>
                  <a:gd name="connsiteX1" fmla="*/ 14326 w 152400"/>
                  <a:gd name="connsiteY1" fmla="*/ 3624 h 238125"/>
                  <a:gd name="connsiteX2" fmla="*/ 152439 w 152400"/>
                  <a:gd name="connsiteY2" fmla="*/ 232224 h 238125"/>
                  <a:gd name="connsiteX3" fmla="*/ 150534 w 152400"/>
                  <a:gd name="connsiteY3" fmla="*/ 241749 h 238125"/>
                  <a:gd name="connsiteX4" fmla="*/ 147676 w 152400"/>
                  <a:gd name="connsiteY4" fmla="*/ 243654 h 238125"/>
                  <a:gd name="connsiteX5" fmla="*/ 139104 w 152400"/>
                  <a:gd name="connsiteY5" fmla="*/ 240797 h 238125"/>
                  <a:gd name="connsiteX6" fmla="*/ 991 w 152400"/>
                  <a:gd name="connsiteY6" fmla="*/ 12197 h 238125"/>
                  <a:gd name="connsiteX7" fmla="*/ 2896 w 152400"/>
                  <a:gd name="connsiteY7" fmla="*/ 2672 h 238125"/>
                  <a:gd name="connsiteX8" fmla="*/ 5754 w 152400"/>
                  <a:gd name="connsiteY8" fmla="*/ 767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2400" h="238125">
                    <a:moveTo>
                      <a:pt x="5754" y="767"/>
                    </a:moveTo>
                    <a:cubicBezTo>
                      <a:pt x="8611" y="-1138"/>
                      <a:pt x="12421" y="767"/>
                      <a:pt x="14326" y="3624"/>
                    </a:cubicBezTo>
                    <a:lnTo>
                      <a:pt x="152439" y="232224"/>
                    </a:lnTo>
                    <a:cubicBezTo>
                      <a:pt x="154344" y="236034"/>
                      <a:pt x="153391" y="239844"/>
                      <a:pt x="150534" y="241749"/>
                    </a:cubicBezTo>
                    <a:lnTo>
                      <a:pt x="147676" y="243654"/>
                    </a:lnTo>
                    <a:cubicBezTo>
                      <a:pt x="144819" y="245559"/>
                      <a:pt x="141009" y="243654"/>
                      <a:pt x="139104" y="240797"/>
                    </a:cubicBezTo>
                    <a:lnTo>
                      <a:pt x="991" y="12197"/>
                    </a:lnTo>
                    <a:cubicBezTo>
                      <a:pt x="-914" y="8387"/>
                      <a:pt x="39" y="4577"/>
                      <a:pt x="2896" y="2672"/>
                    </a:cubicBezTo>
                    <a:lnTo>
                      <a:pt x="5754" y="767"/>
                    </a:lnTo>
                    <a:close/>
                  </a:path>
                </a:pathLst>
              </a:custGeom>
              <a:solidFill>
                <a:srgbClr val="EAE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E397EF1-5B23-4031-9076-C8955F7BB53A}"/>
                  </a:ext>
                </a:extLst>
              </p:cNvPr>
              <p:cNvSpPr/>
              <p:nvPr/>
            </p:nvSpPr>
            <p:spPr>
              <a:xfrm>
                <a:off x="4720405" y="4826069"/>
                <a:ext cx="285750" cy="95250"/>
              </a:xfrm>
              <a:custGeom>
                <a:avLst/>
                <a:gdLst>
                  <a:gd name="connsiteX0" fmla="*/ 2090 w 285750"/>
                  <a:gd name="connsiteY0" fmla="*/ 4058 h 95250"/>
                  <a:gd name="connsiteX1" fmla="*/ 11615 w 285750"/>
                  <a:gd name="connsiteY1" fmla="*/ 248 h 95250"/>
                  <a:gd name="connsiteX2" fmla="*/ 280220 w 285750"/>
                  <a:gd name="connsiteY2" fmla="*/ 84068 h 95250"/>
                  <a:gd name="connsiteX3" fmla="*/ 285935 w 285750"/>
                  <a:gd name="connsiteY3" fmla="*/ 91688 h 95250"/>
                  <a:gd name="connsiteX4" fmla="*/ 284982 w 285750"/>
                  <a:gd name="connsiteY4" fmla="*/ 94545 h 95250"/>
                  <a:gd name="connsiteX5" fmla="*/ 275457 w 285750"/>
                  <a:gd name="connsiteY5" fmla="*/ 98355 h 95250"/>
                  <a:gd name="connsiteX6" fmla="*/ 5900 w 285750"/>
                  <a:gd name="connsiteY6" fmla="*/ 15488 h 95250"/>
                  <a:gd name="connsiteX7" fmla="*/ 185 w 285750"/>
                  <a:gd name="connsiteY7" fmla="*/ 6915 h 95250"/>
                  <a:gd name="connsiteX8" fmla="*/ 2090 w 285750"/>
                  <a:gd name="connsiteY8" fmla="*/ 4058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5750" h="95250">
                    <a:moveTo>
                      <a:pt x="2090" y="4058"/>
                    </a:moveTo>
                    <a:cubicBezTo>
                      <a:pt x="3042" y="1200"/>
                      <a:pt x="6852" y="-705"/>
                      <a:pt x="11615" y="248"/>
                    </a:cubicBezTo>
                    <a:lnTo>
                      <a:pt x="280220" y="84068"/>
                    </a:lnTo>
                    <a:cubicBezTo>
                      <a:pt x="284030" y="85020"/>
                      <a:pt x="286887" y="88830"/>
                      <a:pt x="285935" y="91688"/>
                    </a:cubicBezTo>
                    <a:lnTo>
                      <a:pt x="284982" y="94545"/>
                    </a:lnTo>
                    <a:cubicBezTo>
                      <a:pt x="284030" y="97403"/>
                      <a:pt x="280220" y="99308"/>
                      <a:pt x="275457" y="98355"/>
                    </a:cubicBezTo>
                    <a:lnTo>
                      <a:pt x="5900" y="15488"/>
                    </a:lnTo>
                    <a:cubicBezTo>
                      <a:pt x="2090" y="14535"/>
                      <a:pt x="-768" y="10725"/>
                      <a:pt x="185" y="6915"/>
                    </a:cubicBezTo>
                    <a:lnTo>
                      <a:pt x="2090" y="4058"/>
                    </a:lnTo>
                    <a:close/>
                  </a:path>
                </a:pathLst>
              </a:custGeom>
              <a:solidFill>
                <a:srgbClr val="EAE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03EE8686-708E-4B9B-9BDA-02ADF362F49F}"/>
                  </a:ext>
                </a:extLst>
              </p:cNvPr>
              <p:cNvSpPr/>
              <p:nvPr/>
            </p:nvSpPr>
            <p:spPr>
              <a:xfrm>
                <a:off x="4850608" y="4316593"/>
                <a:ext cx="171450" cy="152400"/>
              </a:xfrm>
              <a:custGeom>
                <a:avLst/>
                <a:gdLst>
                  <a:gd name="connsiteX0" fmla="*/ 180497 w 171450"/>
                  <a:gd name="connsiteY0" fmla="*/ 40142 h 152400"/>
                  <a:gd name="connsiteX1" fmla="*/ 103345 w 171450"/>
                  <a:gd name="connsiteY1" fmla="*/ 137 h 152400"/>
                  <a:gd name="connsiteX2" fmla="*/ 12857 w 171450"/>
                  <a:gd name="connsiteY2" fmla="*/ 160157 h 152400"/>
                  <a:gd name="connsiteX3" fmla="*/ 123347 w 171450"/>
                  <a:gd name="connsiteY3" fmla="*/ 103959 h 152400"/>
                  <a:gd name="connsiteX4" fmla="*/ 180497 w 171450"/>
                  <a:gd name="connsiteY4" fmla="*/ 40142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52400">
                    <a:moveTo>
                      <a:pt x="180497" y="40142"/>
                    </a:moveTo>
                    <a:cubicBezTo>
                      <a:pt x="180497" y="40142"/>
                      <a:pt x="181450" y="-2721"/>
                      <a:pt x="103345" y="137"/>
                    </a:cubicBezTo>
                    <a:cubicBezTo>
                      <a:pt x="26192" y="2994"/>
                      <a:pt x="-25243" y="100149"/>
                      <a:pt x="12857" y="160157"/>
                    </a:cubicBezTo>
                    <a:cubicBezTo>
                      <a:pt x="48100" y="154442"/>
                      <a:pt x="123347" y="103959"/>
                      <a:pt x="123347" y="103959"/>
                    </a:cubicBezTo>
                    <a:lnTo>
                      <a:pt x="180497" y="40142"/>
                    </a:lnTo>
                    <a:close/>
                  </a:path>
                </a:pathLst>
              </a:custGeom>
              <a:solidFill>
                <a:srgbClr val="7035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6E685EB9-6381-45D4-9CA7-29A7BB82E544}"/>
                  </a:ext>
                </a:extLst>
              </p:cNvPr>
              <p:cNvSpPr/>
              <p:nvPr/>
            </p:nvSpPr>
            <p:spPr>
              <a:xfrm>
                <a:off x="7370430" y="2065972"/>
                <a:ext cx="133350" cy="342900"/>
              </a:xfrm>
              <a:custGeom>
                <a:avLst/>
                <a:gdLst>
                  <a:gd name="connsiteX0" fmla="*/ 8587 w 133350"/>
                  <a:gd name="connsiteY0" fmla="*/ 0 h 342900"/>
                  <a:gd name="connsiteX1" fmla="*/ 132412 w 133350"/>
                  <a:gd name="connsiteY1" fmla="*/ 187642 h 342900"/>
                  <a:gd name="connsiteX2" fmla="*/ 8587 w 133350"/>
                  <a:gd name="connsiteY2" fmla="*/ 345757 h 342900"/>
                  <a:gd name="connsiteX3" fmla="*/ 8587 w 133350"/>
                  <a:gd name="connsiteY3" fmla="*/ 293370 h 342900"/>
                  <a:gd name="connsiteX4" fmla="*/ 67642 w 133350"/>
                  <a:gd name="connsiteY4" fmla="*/ 207645 h 342900"/>
                  <a:gd name="connsiteX5" fmla="*/ 8587 w 133350"/>
                  <a:gd name="connsiteY5" fmla="*/ 120967 h 342900"/>
                  <a:gd name="connsiteX6" fmla="*/ 8587 w 133350"/>
                  <a:gd name="connsiteY6" fmla="*/ 0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350" h="342900">
                    <a:moveTo>
                      <a:pt x="8587" y="0"/>
                    </a:moveTo>
                    <a:cubicBezTo>
                      <a:pt x="8587" y="0"/>
                      <a:pt x="102885" y="124777"/>
                      <a:pt x="132412" y="187642"/>
                    </a:cubicBezTo>
                    <a:cubicBezTo>
                      <a:pt x="160987" y="250507"/>
                      <a:pt x="8587" y="345757"/>
                      <a:pt x="8587" y="345757"/>
                    </a:cubicBezTo>
                    <a:lnTo>
                      <a:pt x="8587" y="293370"/>
                    </a:lnTo>
                    <a:cubicBezTo>
                      <a:pt x="8587" y="293370"/>
                      <a:pt x="64785" y="219075"/>
                      <a:pt x="67642" y="207645"/>
                    </a:cubicBezTo>
                    <a:cubicBezTo>
                      <a:pt x="70500" y="196215"/>
                      <a:pt x="20017" y="153352"/>
                      <a:pt x="8587" y="120967"/>
                    </a:cubicBezTo>
                    <a:cubicBezTo>
                      <a:pt x="-1890" y="90488"/>
                      <a:pt x="-3795" y="20002"/>
                      <a:pt x="858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99000">
                    <a:schemeClr val="accent3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66AC0D40-E498-40B6-927D-FECF3AFA3CCA}"/>
                  </a:ext>
                </a:extLst>
              </p:cNvPr>
              <p:cNvSpPr/>
              <p:nvPr/>
            </p:nvSpPr>
            <p:spPr>
              <a:xfrm>
                <a:off x="6947776" y="2065972"/>
                <a:ext cx="133350" cy="371475"/>
              </a:xfrm>
              <a:custGeom>
                <a:avLst/>
                <a:gdLst>
                  <a:gd name="connsiteX0" fmla="*/ 127394 w 133350"/>
                  <a:gd name="connsiteY0" fmla="*/ 0 h 371475"/>
                  <a:gd name="connsiteX1" fmla="*/ 3569 w 133350"/>
                  <a:gd name="connsiteY1" fmla="*/ 187642 h 371475"/>
                  <a:gd name="connsiteX2" fmla="*/ 127394 w 133350"/>
                  <a:gd name="connsiteY2" fmla="*/ 379095 h 371475"/>
                  <a:gd name="connsiteX3" fmla="*/ 135967 w 133350"/>
                  <a:gd name="connsiteY3" fmla="*/ 309563 h 371475"/>
                  <a:gd name="connsiteX4" fmla="*/ 68339 w 133350"/>
                  <a:gd name="connsiteY4" fmla="*/ 208598 h 371475"/>
                  <a:gd name="connsiteX5" fmla="*/ 127394 w 133350"/>
                  <a:gd name="connsiteY5" fmla="*/ 121920 h 371475"/>
                  <a:gd name="connsiteX6" fmla="*/ 127394 w 133350"/>
                  <a:gd name="connsiteY6" fmla="*/ 0 h 371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350" h="371475">
                    <a:moveTo>
                      <a:pt x="127394" y="0"/>
                    </a:moveTo>
                    <a:cubicBezTo>
                      <a:pt x="127394" y="0"/>
                      <a:pt x="33096" y="124777"/>
                      <a:pt x="3569" y="187642"/>
                    </a:cubicBezTo>
                    <a:cubicBezTo>
                      <a:pt x="-25006" y="250507"/>
                      <a:pt x="127394" y="379095"/>
                      <a:pt x="127394" y="379095"/>
                    </a:cubicBezTo>
                    <a:lnTo>
                      <a:pt x="135967" y="309563"/>
                    </a:lnTo>
                    <a:cubicBezTo>
                      <a:pt x="135967" y="309563"/>
                      <a:pt x="71196" y="220027"/>
                      <a:pt x="68339" y="208598"/>
                    </a:cubicBezTo>
                    <a:cubicBezTo>
                      <a:pt x="65481" y="197167"/>
                      <a:pt x="115964" y="154305"/>
                      <a:pt x="127394" y="121920"/>
                    </a:cubicBezTo>
                    <a:cubicBezTo>
                      <a:pt x="137871" y="90488"/>
                      <a:pt x="139776" y="20002"/>
                      <a:pt x="12739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99000">
                    <a:schemeClr val="accent3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1E789D7-C58D-4DE8-B2B9-13239942EDD6}"/>
                  </a:ext>
                </a:extLst>
              </p:cNvPr>
              <p:cNvSpPr/>
              <p:nvPr/>
            </p:nvSpPr>
            <p:spPr>
              <a:xfrm>
                <a:off x="6970355" y="2562966"/>
                <a:ext cx="209550" cy="95250"/>
              </a:xfrm>
              <a:custGeom>
                <a:avLst/>
                <a:gdLst>
                  <a:gd name="connsiteX0" fmla="*/ 215305 w 209550"/>
                  <a:gd name="connsiteY0" fmla="*/ 18309 h 95250"/>
                  <a:gd name="connsiteX1" fmla="*/ 149582 w 209550"/>
                  <a:gd name="connsiteY1" fmla="*/ 2116 h 95250"/>
                  <a:gd name="connsiteX2" fmla="*/ 1945 w 209550"/>
                  <a:gd name="connsiteY2" fmla="*/ 57361 h 95250"/>
                  <a:gd name="connsiteX3" fmla="*/ 53380 w 209550"/>
                  <a:gd name="connsiteY3" fmla="*/ 102129 h 95250"/>
                  <a:gd name="connsiteX4" fmla="*/ 199112 w 209550"/>
                  <a:gd name="connsiteY4" fmla="*/ 61171 h 95250"/>
                  <a:gd name="connsiteX5" fmla="*/ 215305 w 209550"/>
                  <a:gd name="connsiteY5" fmla="*/ 1830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50" h="95250">
                    <a:moveTo>
                      <a:pt x="215305" y="18309"/>
                    </a:moveTo>
                    <a:cubicBezTo>
                      <a:pt x="215305" y="18309"/>
                      <a:pt x="189587" y="-7409"/>
                      <a:pt x="149582" y="2116"/>
                    </a:cubicBezTo>
                    <a:cubicBezTo>
                      <a:pt x="110530" y="11641"/>
                      <a:pt x="9565" y="25929"/>
                      <a:pt x="1945" y="57361"/>
                    </a:cubicBezTo>
                    <a:cubicBezTo>
                      <a:pt x="-5675" y="88794"/>
                      <a:pt x="8612" y="108796"/>
                      <a:pt x="53380" y="102129"/>
                    </a:cubicBezTo>
                    <a:cubicBezTo>
                      <a:pt x="98147" y="95461"/>
                      <a:pt x="181015" y="54504"/>
                      <a:pt x="199112" y="61171"/>
                    </a:cubicBezTo>
                    <a:cubicBezTo>
                      <a:pt x="213400" y="44979"/>
                      <a:pt x="215305" y="18309"/>
                      <a:pt x="215305" y="183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F9B375F8-841F-4D38-897C-8F710D44AD54}"/>
                  </a:ext>
                </a:extLst>
              </p:cNvPr>
              <p:cNvSpPr/>
              <p:nvPr/>
            </p:nvSpPr>
            <p:spPr>
              <a:xfrm>
                <a:off x="7174230" y="2394585"/>
                <a:ext cx="438150" cy="238125"/>
              </a:xfrm>
              <a:custGeom>
                <a:avLst/>
                <a:gdLst>
                  <a:gd name="connsiteX0" fmla="*/ 183832 w 438150"/>
                  <a:gd name="connsiteY0" fmla="*/ 0 h 238125"/>
                  <a:gd name="connsiteX1" fmla="*/ 427672 w 438150"/>
                  <a:gd name="connsiteY1" fmla="*/ 113348 h 238125"/>
                  <a:gd name="connsiteX2" fmla="*/ 252413 w 438150"/>
                  <a:gd name="connsiteY2" fmla="*/ 243840 h 238125"/>
                  <a:gd name="connsiteX3" fmla="*/ 0 w 438150"/>
                  <a:gd name="connsiteY3" fmla="*/ 234315 h 238125"/>
                  <a:gd name="connsiteX4" fmla="*/ 0 w 438150"/>
                  <a:gd name="connsiteY4" fmla="*/ 162877 h 238125"/>
                  <a:gd name="connsiteX5" fmla="*/ 252413 w 438150"/>
                  <a:gd name="connsiteY5" fmla="*/ 142875 h 238125"/>
                  <a:gd name="connsiteX6" fmla="*/ 20955 w 438150"/>
                  <a:gd name="connsiteY6" fmla="*/ 166688 h 238125"/>
                  <a:gd name="connsiteX7" fmla="*/ 23813 w 438150"/>
                  <a:gd name="connsiteY7" fmla="*/ 20002 h 238125"/>
                  <a:gd name="connsiteX8" fmla="*/ 183832 w 438150"/>
                  <a:gd name="connsiteY8" fmla="*/ 0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8150" h="238125">
                    <a:moveTo>
                      <a:pt x="183832" y="0"/>
                    </a:moveTo>
                    <a:cubicBezTo>
                      <a:pt x="183832" y="0"/>
                      <a:pt x="375285" y="38100"/>
                      <a:pt x="427672" y="113348"/>
                    </a:cubicBezTo>
                    <a:cubicBezTo>
                      <a:pt x="481013" y="188595"/>
                      <a:pt x="386715" y="260032"/>
                      <a:pt x="252413" y="243840"/>
                    </a:cubicBezTo>
                    <a:cubicBezTo>
                      <a:pt x="118110" y="227648"/>
                      <a:pt x="0" y="234315"/>
                      <a:pt x="0" y="234315"/>
                    </a:cubicBezTo>
                    <a:lnTo>
                      <a:pt x="0" y="162877"/>
                    </a:lnTo>
                    <a:cubicBezTo>
                      <a:pt x="0" y="162877"/>
                      <a:pt x="192405" y="133350"/>
                      <a:pt x="252413" y="142875"/>
                    </a:cubicBezTo>
                    <a:cubicBezTo>
                      <a:pt x="208597" y="152400"/>
                      <a:pt x="20955" y="166688"/>
                      <a:pt x="20955" y="166688"/>
                    </a:cubicBezTo>
                    <a:lnTo>
                      <a:pt x="23813" y="20002"/>
                    </a:lnTo>
                    <a:lnTo>
                      <a:pt x="183832" y="0"/>
                    </a:lnTo>
                    <a:close/>
                  </a:path>
                </a:pathLst>
              </a:custGeom>
              <a:solidFill>
                <a:srgbClr val="0645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9CC195BA-4B38-4550-94B9-B88A758D4C58}"/>
                  </a:ext>
                </a:extLst>
              </p:cNvPr>
              <p:cNvSpPr/>
              <p:nvPr/>
            </p:nvSpPr>
            <p:spPr>
              <a:xfrm>
                <a:off x="7245668" y="2558762"/>
                <a:ext cx="219075" cy="104775"/>
              </a:xfrm>
              <a:custGeom>
                <a:avLst/>
                <a:gdLst>
                  <a:gd name="connsiteX0" fmla="*/ 0 w 219075"/>
                  <a:gd name="connsiteY0" fmla="*/ 17750 h 104775"/>
                  <a:gd name="connsiteX1" fmla="*/ 67627 w 219075"/>
                  <a:gd name="connsiteY1" fmla="*/ 2510 h 104775"/>
                  <a:gd name="connsiteX2" fmla="*/ 220027 w 219075"/>
                  <a:gd name="connsiteY2" fmla="*/ 62517 h 104775"/>
                  <a:gd name="connsiteX3" fmla="*/ 165735 w 219075"/>
                  <a:gd name="connsiteY3" fmla="*/ 107285 h 104775"/>
                  <a:gd name="connsiteX4" fmla="*/ 16192 w 219075"/>
                  <a:gd name="connsiteY4" fmla="*/ 61565 h 104775"/>
                  <a:gd name="connsiteX5" fmla="*/ 0 w 219075"/>
                  <a:gd name="connsiteY5" fmla="*/ 17750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9075" h="104775">
                    <a:moveTo>
                      <a:pt x="0" y="17750"/>
                    </a:moveTo>
                    <a:cubicBezTo>
                      <a:pt x="0" y="17750"/>
                      <a:pt x="27622" y="-7968"/>
                      <a:pt x="67627" y="2510"/>
                    </a:cubicBezTo>
                    <a:cubicBezTo>
                      <a:pt x="107632" y="12987"/>
                      <a:pt x="212407" y="29180"/>
                      <a:pt x="220027" y="62517"/>
                    </a:cubicBezTo>
                    <a:cubicBezTo>
                      <a:pt x="227647" y="95855"/>
                      <a:pt x="211455" y="115857"/>
                      <a:pt x="165735" y="107285"/>
                    </a:cubicBezTo>
                    <a:cubicBezTo>
                      <a:pt x="120015" y="99665"/>
                      <a:pt x="35242" y="55850"/>
                      <a:pt x="16192" y="61565"/>
                    </a:cubicBezTo>
                    <a:cubicBezTo>
                      <a:pt x="952" y="45372"/>
                      <a:pt x="0" y="17750"/>
                      <a:pt x="0" y="1775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49E48EAE-1A35-4553-A1F1-875A3CBC0FE1}"/>
                  </a:ext>
                </a:extLst>
              </p:cNvPr>
              <p:cNvSpPr/>
              <p:nvPr/>
            </p:nvSpPr>
            <p:spPr>
              <a:xfrm>
                <a:off x="6831410" y="2394585"/>
                <a:ext cx="438150" cy="238125"/>
              </a:xfrm>
              <a:custGeom>
                <a:avLst/>
                <a:gdLst>
                  <a:gd name="connsiteX0" fmla="*/ 259000 w 438150"/>
                  <a:gd name="connsiteY0" fmla="*/ 0 h 238125"/>
                  <a:gd name="connsiteX1" fmla="*/ 15160 w 438150"/>
                  <a:gd name="connsiteY1" fmla="*/ 113348 h 238125"/>
                  <a:gd name="connsiteX2" fmla="*/ 190420 w 438150"/>
                  <a:gd name="connsiteY2" fmla="*/ 243840 h 238125"/>
                  <a:gd name="connsiteX3" fmla="*/ 442833 w 438150"/>
                  <a:gd name="connsiteY3" fmla="*/ 234315 h 238125"/>
                  <a:gd name="connsiteX4" fmla="*/ 442833 w 438150"/>
                  <a:gd name="connsiteY4" fmla="*/ 162877 h 238125"/>
                  <a:gd name="connsiteX5" fmla="*/ 190420 w 438150"/>
                  <a:gd name="connsiteY5" fmla="*/ 142875 h 238125"/>
                  <a:gd name="connsiteX6" fmla="*/ 421878 w 438150"/>
                  <a:gd name="connsiteY6" fmla="*/ 166688 h 238125"/>
                  <a:gd name="connsiteX7" fmla="*/ 419020 w 438150"/>
                  <a:gd name="connsiteY7" fmla="*/ 20002 h 238125"/>
                  <a:gd name="connsiteX8" fmla="*/ 259000 w 438150"/>
                  <a:gd name="connsiteY8" fmla="*/ 0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8150" h="238125">
                    <a:moveTo>
                      <a:pt x="259000" y="0"/>
                    </a:moveTo>
                    <a:cubicBezTo>
                      <a:pt x="259000" y="0"/>
                      <a:pt x="67548" y="38100"/>
                      <a:pt x="15160" y="113348"/>
                    </a:cubicBezTo>
                    <a:cubicBezTo>
                      <a:pt x="-38180" y="188595"/>
                      <a:pt x="56118" y="260032"/>
                      <a:pt x="190420" y="243840"/>
                    </a:cubicBezTo>
                    <a:cubicBezTo>
                      <a:pt x="324723" y="227648"/>
                      <a:pt x="442833" y="234315"/>
                      <a:pt x="442833" y="234315"/>
                    </a:cubicBezTo>
                    <a:lnTo>
                      <a:pt x="442833" y="162877"/>
                    </a:lnTo>
                    <a:cubicBezTo>
                      <a:pt x="442833" y="162877"/>
                      <a:pt x="250428" y="133350"/>
                      <a:pt x="190420" y="142875"/>
                    </a:cubicBezTo>
                    <a:cubicBezTo>
                      <a:pt x="234235" y="152400"/>
                      <a:pt x="421878" y="166688"/>
                      <a:pt x="421878" y="166688"/>
                    </a:cubicBezTo>
                    <a:lnTo>
                      <a:pt x="419020" y="20002"/>
                    </a:lnTo>
                    <a:lnTo>
                      <a:pt x="259000" y="0"/>
                    </a:lnTo>
                    <a:close/>
                  </a:path>
                </a:pathLst>
              </a:custGeom>
              <a:solidFill>
                <a:srgbClr val="0645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D5C09D22-E901-4708-8D7C-094BA8C470D1}"/>
                  </a:ext>
                </a:extLst>
              </p:cNvPr>
              <p:cNvSpPr/>
              <p:nvPr/>
            </p:nvSpPr>
            <p:spPr>
              <a:xfrm>
                <a:off x="7075170" y="2034478"/>
                <a:ext cx="323850" cy="419100"/>
              </a:xfrm>
              <a:custGeom>
                <a:avLst/>
                <a:gdLst>
                  <a:gd name="connsiteX0" fmla="*/ 157163 w 323850"/>
                  <a:gd name="connsiteY0" fmla="*/ 1014 h 419100"/>
                  <a:gd name="connsiteX1" fmla="*/ 303848 w 323850"/>
                  <a:gd name="connsiteY1" fmla="*/ 31494 h 419100"/>
                  <a:gd name="connsiteX2" fmla="*/ 313373 w 323850"/>
                  <a:gd name="connsiteY2" fmla="*/ 192466 h 419100"/>
                  <a:gd name="connsiteX3" fmla="*/ 328613 w 323850"/>
                  <a:gd name="connsiteY3" fmla="*/ 369631 h 419100"/>
                  <a:gd name="connsiteX4" fmla="*/ 114300 w 323850"/>
                  <a:gd name="connsiteY4" fmla="*/ 407731 h 419100"/>
                  <a:gd name="connsiteX5" fmla="*/ 5715 w 323850"/>
                  <a:gd name="connsiteY5" fmla="*/ 277239 h 419100"/>
                  <a:gd name="connsiteX6" fmla="*/ 3810 w 323850"/>
                  <a:gd name="connsiteY6" fmla="*/ 119124 h 419100"/>
                  <a:gd name="connsiteX7" fmla="*/ 0 w 323850"/>
                  <a:gd name="connsiteY7" fmla="*/ 30541 h 419100"/>
                  <a:gd name="connsiteX8" fmla="*/ 157163 w 323850"/>
                  <a:gd name="connsiteY8" fmla="*/ 1014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3850" h="419100">
                    <a:moveTo>
                      <a:pt x="157163" y="1014"/>
                    </a:moveTo>
                    <a:cubicBezTo>
                      <a:pt x="157163" y="1014"/>
                      <a:pt x="287655" y="7681"/>
                      <a:pt x="303848" y="31494"/>
                    </a:cubicBezTo>
                    <a:cubicBezTo>
                      <a:pt x="292418" y="46734"/>
                      <a:pt x="319088" y="156271"/>
                      <a:pt x="313373" y="192466"/>
                    </a:cubicBezTo>
                    <a:cubicBezTo>
                      <a:pt x="307658" y="229614"/>
                      <a:pt x="307658" y="332484"/>
                      <a:pt x="328613" y="369631"/>
                    </a:cubicBezTo>
                    <a:cubicBezTo>
                      <a:pt x="327660" y="428686"/>
                      <a:pt x="180023" y="439164"/>
                      <a:pt x="114300" y="407731"/>
                    </a:cubicBezTo>
                    <a:cubicBezTo>
                      <a:pt x="48578" y="377251"/>
                      <a:pt x="5715" y="325816"/>
                      <a:pt x="5715" y="277239"/>
                    </a:cubicBezTo>
                    <a:cubicBezTo>
                      <a:pt x="5715" y="228661"/>
                      <a:pt x="-952" y="197229"/>
                      <a:pt x="3810" y="119124"/>
                    </a:cubicBezTo>
                    <a:cubicBezTo>
                      <a:pt x="2858" y="83881"/>
                      <a:pt x="953" y="41971"/>
                      <a:pt x="0" y="30541"/>
                    </a:cubicBezTo>
                    <a:cubicBezTo>
                      <a:pt x="31433" y="8634"/>
                      <a:pt x="137160" y="-3749"/>
                      <a:pt x="157163" y="101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99000">
                    <a:schemeClr val="accent3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F3039646-F378-4778-A722-728CA3EB759A}"/>
                  </a:ext>
                </a:extLst>
              </p:cNvPr>
              <p:cNvSpPr/>
              <p:nvPr/>
            </p:nvSpPr>
            <p:spPr>
              <a:xfrm>
                <a:off x="7176135" y="2007606"/>
                <a:ext cx="114300" cy="66675"/>
              </a:xfrm>
              <a:custGeom>
                <a:avLst/>
                <a:gdLst>
                  <a:gd name="connsiteX0" fmla="*/ 24765 w 114300"/>
                  <a:gd name="connsiteY0" fmla="*/ 3121 h 66675"/>
                  <a:gd name="connsiteX1" fmla="*/ 0 w 114300"/>
                  <a:gd name="connsiteY1" fmla="*/ 45031 h 66675"/>
                  <a:gd name="connsiteX2" fmla="*/ 63818 w 114300"/>
                  <a:gd name="connsiteY2" fmla="*/ 70749 h 66675"/>
                  <a:gd name="connsiteX3" fmla="*/ 119063 w 114300"/>
                  <a:gd name="connsiteY3" fmla="*/ 48841 h 66675"/>
                  <a:gd name="connsiteX4" fmla="*/ 100965 w 114300"/>
                  <a:gd name="connsiteY4" fmla="*/ 4074 h 66675"/>
                  <a:gd name="connsiteX5" fmla="*/ 24765 w 114300"/>
                  <a:gd name="connsiteY5" fmla="*/ 312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4300" h="66675">
                    <a:moveTo>
                      <a:pt x="24765" y="3121"/>
                    </a:moveTo>
                    <a:cubicBezTo>
                      <a:pt x="24765" y="3121"/>
                      <a:pt x="22860" y="21219"/>
                      <a:pt x="0" y="45031"/>
                    </a:cubicBezTo>
                    <a:cubicBezTo>
                      <a:pt x="26670" y="67891"/>
                      <a:pt x="40958" y="68844"/>
                      <a:pt x="63818" y="70749"/>
                    </a:cubicBezTo>
                    <a:cubicBezTo>
                      <a:pt x="91440" y="72654"/>
                      <a:pt x="119063" y="48841"/>
                      <a:pt x="119063" y="48841"/>
                    </a:cubicBezTo>
                    <a:cubicBezTo>
                      <a:pt x="119063" y="48841"/>
                      <a:pt x="96203" y="37411"/>
                      <a:pt x="100965" y="4074"/>
                    </a:cubicBezTo>
                    <a:cubicBezTo>
                      <a:pt x="81915" y="-4499"/>
                      <a:pt x="24765" y="3121"/>
                      <a:pt x="24765" y="3121"/>
                    </a:cubicBezTo>
                    <a:close/>
                  </a:path>
                </a:pathLst>
              </a:custGeom>
              <a:solidFill>
                <a:srgbClr val="E89B7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794C8F0B-710F-4A62-8C7E-FB14E38DBFA1}"/>
                  </a:ext>
                </a:extLst>
              </p:cNvPr>
              <p:cNvSpPr/>
              <p:nvPr/>
            </p:nvSpPr>
            <p:spPr>
              <a:xfrm>
                <a:off x="7315200" y="1951209"/>
                <a:ext cx="28575" cy="47625"/>
              </a:xfrm>
              <a:custGeom>
                <a:avLst/>
                <a:gdLst>
                  <a:gd name="connsiteX0" fmla="*/ 5715 w 28575"/>
                  <a:gd name="connsiteY0" fmla="*/ 13798 h 47625"/>
                  <a:gd name="connsiteX1" fmla="*/ 27622 w 28575"/>
                  <a:gd name="connsiteY1" fmla="*/ 1416 h 47625"/>
                  <a:gd name="connsiteX2" fmla="*/ 0 w 28575"/>
                  <a:gd name="connsiteY2" fmla="*/ 49041 h 47625"/>
                  <a:gd name="connsiteX3" fmla="*/ 5715 w 28575"/>
                  <a:gd name="connsiteY3" fmla="*/ 13798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47625">
                    <a:moveTo>
                      <a:pt x="5715" y="13798"/>
                    </a:moveTo>
                    <a:cubicBezTo>
                      <a:pt x="5715" y="13798"/>
                      <a:pt x="14288" y="-5252"/>
                      <a:pt x="27622" y="1416"/>
                    </a:cubicBezTo>
                    <a:cubicBezTo>
                      <a:pt x="40005" y="7131"/>
                      <a:pt x="5715" y="75711"/>
                      <a:pt x="0" y="49041"/>
                    </a:cubicBezTo>
                    <a:cubicBezTo>
                      <a:pt x="0" y="24276"/>
                      <a:pt x="5715" y="13798"/>
                      <a:pt x="5715" y="13798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5BE0C4D-4BCC-47BC-B4C3-604DAC5413DC}"/>
                  </a:ext>
                </a:extLst>
              </p:cNvPr>
              <p:cNvSpPr/>
              <p:nvPr/>
            </p:nvSpPr>
            <p:spPr>
              <a:xfrm>
                <a:off x="7130597" y="1951209"/>
                <a:ext cx="28575" cy="47625"/>
              </a:xfrm>
              <a:custGeom>
                <a:avLst/>
                <a:gdLst>
                  <a:gd name="connsiteX0" fmla="*/ 24583 w 28575"/>
                  <a:gd name="connsiteY0" fmla="*/ 13798 h 47625"/>
                  <a:gd name="connsiteX1" fmla="*/ 2676 w 28575"/>
                  <a:gd name="connsiteY1" fmla="*/ 1416 h 47625"/>
                  <a:gd name="connsiteX2" fmla="*/ 30298 w 28575"/>
                  <a:gd name="connsiteY2" fmla="*/ 49041 h 47625"/>
                  <a:gd name="connsiteX3" fmla="*/ 24583 w 28575"/>
                  <a:gd name="connsiteY3" fmla="*/ 13798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47625">
                    <a:moveTo>
                      <a:pt x="24583" y="13798"/>
                    </a:moveTo>
                    <a:cubicBezTo>
                      <a:pt x="24583" y="13798"/>
                      <a:pt x="16011" y="-5252"/>
                      <a:pt x="2676" y="1416"/>
                    </a:cubicBezTo>
                    <a:cubicBezTo>
                      <a:pt x="-9707" y="7131"/>
                      <a:pt x="24583" y="75711"/>
                      <a:pt x="30298" y="49041"/>
                    </a:cubicBezTo>
                    <a:cubicBezTo>
                      <a:pt x="30298" y="24276"/>
                      <a:pt x="24583" y="13798"/>
                      <a:pt x="24583" y="13798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2EBAC4F5-BBF3-4E90-BAB8-8AE68C72523B}"/>
                  </a:ext>
                </a:extLst>
              </p:cNvPr>
              <p:cNvSpPr/>
              <p:nvPr/>
            </p:nvSpPr>
            <p:spPr>
              <a:xfrm>
                <a:off x="7154850" y="1832245"/>
                <a:ext cx="161925" cy="238125"/>
              </a:xfrm>
              <a:custGeom>
                <a:avLst/>
                <a:gdLst>
                  <a:gd name="connsiteX0" fmla="*/ 330 w 161925"/>
                  <a:gd name="connsiteY0" fmla="*/ 106092 h 238125"/>
                  <a:gd name="connsiteX1" fmla="*/ 22237 w 161925"/>
                  <a:gd name="connsiteY1" fmla="*/ 196580 h 238125"/>
                  <a:gd name="connsiteX2" fmla="*/ 87960 w 161925"/>
                  <a:gd name="connsiteY2" fmla="*/ 238490 h 238125"/>
                  <a:gd name="connsiteX3" fmla="*/ 149872 w 161925"/>
                  <a:gd name="connsiteY3" fmla="*/ 192770 h 238125"/>
                  <a:gd name="connsiteX4" fmla="*/ 167970 w 161925"/>
                  <a:gd name="connsiteY4" fmla="*/ 99425 h 238125"/>
                  <a:gd name="connsiteX5" fmla="*/ 63195 w 161925"/>
                  <a:gd name="connsiteY5" fmla="*/ 365 h 238125"/>
                  <a:gd name="connsiteX6" fmla="*/ 330 w 161925"/>
                  <a:gd name="connsiteY6" fmla="*/ 106092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925" h="238125">
                    <a:moveTo>
                      <a:pt x="330" y="106092"/>
                    </a:moveTo>
                    <a:cubicBezTo>
                      <a:pt x="330" y="106092"/>
                      <a:pt x="-4433" y="165147"/>
                      <a:pt x="22237" y="196580"/>
                    </a:cubicBezTo>
                    <a:cubicBezTo>
                      <a:pt x="44145" y="222297"/>
                      <a:pt x="66052" y="238490"/>
                      <a:pt x="87960" y="238490"/>
                    </a:cubicBezTo>
                    <a:cubicBezTo>
                      <a:pt x="108915" y="238490"/>
                      <a:pt x="135585" y="215630"/>
                      <a:pt x="149872" y="192770"/>
                    </a:cubicBezTo>
                    <a:cubicBezTo>
                      <a:pt x="164160" y="168957"/>
                      <a:pt x="168922" y="119427"/>
                      <a:pt x="167970" y="99425"/>
                    </a:cubicBezTo>
                    <a:cubicBezTo>
                      <a:pt x="167970" y="80375"/>
                      <a:pt x="144157" y="-6303"/>
                      <a:pt x="63195" y="365"/>
                    </a:cubicBezTo>
                    <a:cubicBezTo>
                      <a:pt x="-1575" y="5127"/>
                      <a:pt x="330" y="106092"/>
                      <a:pt x="330" y="106092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E4D53060-C7AE-4EBD-BF5A-013A1994DF36}"/>
                  </a:ext>
                </a:extLst>
              </p:cNvPr>
              <p:cNvSpPr/>
              <p:nvPr/>
            </p:nvSpPr>
            <p:spPr>
              <a:xfrm>
                <a:off x="7135062" y="1809718"/>
                <a:ext cx="209550" cy="171450"/>
              </a:xfrm>
              <a:custGeom>
                <a:avLst/>
                <a:gdLst>
                  <a:gd name="connsiteX0" fmla="*/ 42978 w 209550"/>
                  <a:gd name="connsiteY0" fmla="*/ 60992 h 171450"/>
                  <a:gd name="connsiteX1" fmla="*/ 118225 w 209550"/>
                  <a:gd name="connsiteY1" fmla="*/ 92424 h 171450"/>
                  <a:gd name="connsiteX2" fmla="*/ 103938 w 209550"/>
                  <a:gd name="connsiteY2" fmla="*/ 67659 h 171450"/>
                  <a:gd name="connsiteX3" fmla="*/ 152515 w 209550"/>
                  <a:gd name="connsiteY3" fmla="*/ 100044 h 171450"/>
                  <a:gd name="connsiteX4" fmla="*/ 142990 w 209550"/>
                  <a:gd name="connsiteY4" fmla="*/ 80994 h 171450"/>
                  <a:gd name="connsiteX5" fmla="*/ 176328 w 209550"/>
                  <a:gd name="connsiteY5" fmla="*/ 100044 h 171450"/>
                  <a:gd name="connsiteX6" fmla="*/ 182995 w 209550"/>
                  <a:gd name="connsiteY6" fmla="*/ 128619 h 171450"/>
                  <a:gd name="connsiteX7" fmla="*/ 180138 w 209550"/>
                  <a:gd name="connsiteY7" fmla="*/ 171482 h 171450"/>
                  <a:gd name="connsiteX8" fmla="*/ 206807 w 209550"/>
                  <a:gd name="connsiteY8" fmla="*/ 142907 h 171450"/>
                  <a:gd name="connsiteX9" fmla="*/ 128703 w 209550"/>
                  <a:gd name="connsiteY9" fmla="*/ 11462 h 171450"/>
                  <a:gd name="connsiteX10" fmla="*/ 83935 w 209550"/>
                  <a:gd name="connsiteY10" fmla="*/ 40989 h 171450"/>
                  <a:gd name="connsiteX11" fmla="*/ 2020 w 209550"/>
                  <a:gd name="connsiteY11" fmla="*/ 142907 h 171450"/>
                  <a:gd name="connsiteX12" fmla="*/ 24880 w 209550"/>
                  <a:gd name="connsiteY12" fmla="*/ 172434 h 171450"/>
                  <a:gd name="connsiteX13" fmla="*/ 26785 w 209550"/>
                  <a:gd name="connsiteY13" fmla="*/ 126714 h 171450"/>
                  <a:gd name="connsiteX14" fmla="*/ 42978 w 209550"/>
                  <a:gd name="connsiteY14" fmla="*/ 60992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9550" h="171450">
                    <a:moveTo>
                      <a:pt x="42978" y="60992"/>
                    </a:moveTo>
                    <a:cubicBezTo>
                      <a:pt x="42978" y="60992"/>
                      <a:pt x="58218" y="74327"/>
                      <a:pt x="118225" y="92424"/>
                    </a:cubicBezTo>
                    <a:cubicBezTo>
                      <a:pt x="114415" y="83852"/>
                      <a:pt x="103938" y="67659"/>
                      <a:pt x="103938" y="67659"/>
                    </a:cubicBezTo>
                    <a:cubicBezTo>
                      <a:pt x="103938" y="67659"/>
                      <a:pt x="126798" y="92424"/>
                      <a:pt x="152515" y="100044"/>
                    </a:cubicBezTo>
                    <a:cubicBezTo>
                      <a:pt x="150610" y="96234"/>
                      <a:pt x="144895" y="89567"/>
                      <a:pt x="142990" y="80994"/>
                    </a:cubicBezTo>
                    <a:cubicBezTo>
                      <a:pt x="158230" y="96234"/>
                      <a:pt x="168707" y="98139"/>
                      <a:pt x="176328" y="100044"/>
                    </a:cubicBezTo>
                    <a:cubicBezTo>
                      <a:pt x="183948" y="101949"/>
                      <a:pt x="179185" y="116237"/>
                      <a:pt x="182995" y="128619"/>
                    </a:cubicBezTo>
                    <a:cubicBezTo>
                      <a:pt x="187757" y="140049"/>
                      <a:pt x="180138" y="163862"/>
                      <a:pt x="180138" y="171482"/>
                    </a:cubicBezTo>
                    <a:cubicBezTo>
                      <a:pt x="194425" y="149574"/>
                      <a:pt x="197282" y="144812"/>
                      <a:pt x="206807" y="142907"/>
                    </a:cubicBezTo>
                    <a:cubicBezTo>
                      <a:pt x="216332" y="141002"/>
                      <a:pt x="224905" y="52419"/>
                      <a:pt x="128703" y="11462"/>
                    </a:cubicBezTo>
                    <a:cubicBezTo>
                      <a:pt x="50598" y="-21876"/>
                      <a:pt x="98223" y="26702"/>
                      <a:pt x="83935" y="40989"/>
                    </a:cubicBezTo>
                    <a:cubicBezTo>
                      <a:pt x="36310" y="34322"/>
                      <a:pt x="-10362" y="92424"/>
                      <a:pt x="2020" y="142907"/>
                    </a:cubicBezTo>
                    <a:cubicBezTo>
                      <a:pt x="20118" y="157194"/>
                      <a:pt x="20118" y="158147"/>
                      <a:pt x="24880" y="172434"/>
                    </a:cubicBezTo>
                    <a:cubicBezTo>
                      <a:pt x="26785" y="148622"/>
                      <a:pt x="25832" y="137192"/>
                      <a:pt x="26785" y="126714"/>
                    </a:cubicBezTo>
                    <a:cubicBezTo>
                      <a:pt x="26785" y="113379"/>
                      <a:pt x="49645" y="88614"/>
                      <a:pt x="42978" y="60992"/>
                    </a:cubicBezTo>
                    <a:close/>
                  </a:path>
                </a:pathLst>
              </a:custGeom>
              <a:solidFill>
                <a:srgbClr val="7035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50B85B0-19E7-4FCD-BE19-208223DDC243}"/>
                  </a:ext>
                </a:extLst>
              </p:cNvPr>
              <p:cNvSpPr/>
              <p:nvPr/>
            </p:nvSpPr>
            <p:spPr>
              <a:xfrm>
                <a:off x="7016012" y="2265997"/>
                <a:ext cx="400050" cy="238125"/>
              </a:xfrm>
              <a:custGeom>
                <a:avLst/>
                <a:gdLst>
                  <a:gd name="connsiteX0" fmla="*/ 378245 w 400050"/>
                  <a:gd name="connsiteY0" fmla="*/ 228600 h 238125"/>
                  <a:gd name="connsiteX1" fmla="*/ 363006 w 400050"/>
                  <a:gd name="connsiteY1" fmla="*/ 242888 h 238125"/>
                  <a:gd name="connsiteX2" fmla="*/ 44870 w 400050"/>
                  <a:gd name="connsiteY2" fmla="*/ 242888 h 238125"/>
                  <a:gd name="connsiteX3" fmla="*/ 29631 w 400050"/>
                  <a:gd name="connsiteY3" fmla="*/ 228600 h 238125"/>
                  <a:gd name="connsiteX4" fmla="*/ 103 w 400050"/>
                  <a:gd name="connsiteY4" fmla="*/ 14288 h 238125"/>
                  <a:gd name="connsiteX5" fmla="*/ 14391 w 400050"/>
                  <a:gd name="connsiteY5" fmla="*/ 0 h 238125"/>
                  <a:gd name="connsiteX6" fmla="*/ 394438 w 400050"/>
                  <a:gd name="connsiteY6" fmla="*/ 0 h 238125"/>
                  <a:gd name="connsiteX7" fmla="*/ 408726 w 400050"/>
                  <a:gd name="connsiteY7" fmla="*/ 14288 h 238125"/>
                  <a:gd name="connsiteX8" fmla="*/ 378245 w 400050"/>
                  <a:gd name="connsiteY8" fmla="*/ 228600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0050" h="238125">
                    <a:moveTo>
                      <a:pt x="378245" y="228600"/>
                    </a:moveTo>
                    <a:cubicBezTo>
                      <a:pt x="377293" y="236220"/>
                      <a:pt x="370626" y="242888"/>
                      <a:pt x="363006" y="242888"/>
                    </a:cubicBezTo>
                    <a:cubicBezTo>
                      <a:pt x="257278" y="242888"/>
                      <a:pt x="151551" y="242888"/>
                      <a:pt x="44870" y="242888"/>
                    </a:cubicBezTo>
                    <a:cubicBezTo>
                      <a:pt x="37251" y="242888"/>
                      <a:pt x="30583" y="236220"/>
                      <a:pt x="29631" y="228600"/>
                    </a:cubicBezTo>
                    <a:cubicBezTo>
                      <a:pt x="20106" y="157163"/>
                      <a:pt x="9628" y="85725"/>
                      <a:pt x="103" y="14288"/>
                    </a:cubicBezTo>
                    <a:cubicBezTo>
                      <a:pt x="-849" y="6667"/>
                      <a:pt x="4866" y="0"/>
                      <a:pt x="14391" y="0"/>
                    </a:cubicBezTo>
                    <a:cubicBezTo>
                      <a:pt x="141073" y="0"/>
                      <a:pt x="267756" y="0"/>
                      <a:pt x="394438" y="0"/>
                    </a:cubicBezTo>
                    <a:cubicBezTo>
                      <a:pt x="403011" y="0"/>
                      <a:pt x="409678" y="6667"/>
                      <a:pt x="408726" y="14288"/>
                    </a:cubicBezTo>
                    <a:cubicBezTo>
                      <a:pt x="398248" y="84773"/>
                      <a:pt x="387770" y="156210"/>
                      <a:pt x="378245" y="228600"/>
                    </a:cubicBezTo>
                    <a:close/>
                  </a:path>
                </a:pathLst>
              </a:custGeom>
              <a:solidFill>
                <a:srgbClr val="FCFCF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0A125AA1-CC82-4001-8122-E66574FC89BA}"/>
                  </a:ext>
                </a:extLst>
              </p:cNvPr>
              <p:cNvSpPr/>
              <p:nvPr/>
            </p:nvSpPr>
            <p:spPr>
              <a:xfrm>
                <a:off x="7043738" y="2508885"/>
                <a:ext cx="352425" cy="9525"/>
              </a:xfrm>
              <a:custGeom>
                <a:avLst/>
                <a:gdLst>
                  <a:gd name="connsiteX0" fmla="*/ 0 w 352425"/>
                  <a:gd name="connsiteY0" fmla="*/ 5715 h 9525"/>
                  <a:gd name="connsiteX1" fmla="*/ 9525 w 352425"/>
                  <a:gd name="connsiteY1" fmla="*/ 0 h 9525"/>
                  <a:gd name="connsiteX2" fmla="*/ 343853 w 352425"/>
                  <a:gd name="connsiteY2" fmla="*/ 0 h 9525"/>
                  <a:gd name="connsiteX3" fmla="*/ 352425 w 352425"/>
                  <a:gd name="connsiteY3" fmla="*/ 5715 h 9525"/>
                  <a:gd name="connsiteX4" fmla="*/ 352425 w 352425"/>
                  <a:gd name="connsiteY4" fmla="*/ 8573 h 9525"/>
                  <a:gd name="connsiteX5" fmla="*/ 343853 w 352425"/>
                  <a:gd name="connsiteY5" fmla="*/ 14288 h 9525"/>
                  <a:gd name="connsiteX6" fmla="*/ 9525 w 352425"/>
                  <a:gd name="connsiteY6" fmla="*/ 14288 h 9525"/>
                  <a:gd name="connsiteX7" fmla="*/ 0 w 352425"/>
                  <a:gd name="connsiteY7" fmla="*/ 8573 h 9525"/>
                  <a:gd name="connsiteX8" fmla="*/ 0 w 352425"/>
                  <a:gd name="connsiteY8" fmla="*/ 571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9525">
                    <a:moveTo>
                      <a:pt x="0" y="5715"/>
                    </a:moveTo>
                    <a:cubicBezTo>
                      <a:pt x="0" y="1905"/>
                      <a:pt x="3810" y="0"/>
                      <a:pt x="9525" y="0"/>
                    </a:cubicBezTo>
                    <a:lnTo>
                      <a:pt x="343853" y="0"/>
                    </a:lnTo>
                    <a:cubicBezTo>
                      <a:pt x="348615" y="0"/>
                      <a:pt x="352425" y="2857"/>
                      <a:pt x="352425" y="5715"/>
                    </a:cubicBezTo>
                    <a:lnTo>
                      <a:pt x="352425" y="8573"/>
                    </a:lnTo>
                    <a:cubicBezTo>
                      <a:pt x="352425" y="12382"/>
                      <a:pt x="348615" y="14288"/>
                      <a:pt x="343853" y="14288"/>
                    </a:cubicBezTo>
                    <a:lnTo>
                      <a:pt x="9525" y="14288"/>
                    </a:lnTo>
                    <a:cubicBezTo>
                      <a:pt x="4763" y="14288"/>
                      <a:pt x="0" y="11430"/>
                      <a:pt x="0" y="8573"/>
                    </a:cubicBezTo>
                    <a:lnTo>
                      <a:pt x="0" y="5715"/>
                    </a:lnTo>
                    <a:close/>
                  </a:path>
                </a:pathLst>
              </a:custGeom>
              <a:solidFill>
                <a:srgbClr val="EAE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469BEF79-6D90-44E7-AF2A-56C8D4001E5C}"/>
                  </a:ext>
                </a:extLst>
              </p:cNvPr>
              <p:cNvSpPr/>
              <p:nvPr/>
            </p:nvSpPr>
            <p:spPr>
              <a:xfrm>
                <a:off x="7138413" y="1759238"/>
                <a:ext cx="209550" cy="200025"/>
              </a:xfrm>
              <a:custGeom>
                <a:avLst/>
                <a:gdLst>
                  <a:gd name="connsiteX0" fmla="*/ 3432 w 209550"/>
                  <a:gd name="connsiteY0" fmla="*/ 165764 h 200025"/>
                  <a:gd name="connsiteX1" fmla="*/ 101540 w 209550"/>
                  <a:gd name="connsiteY1" fmla="*/ 202911 h 200025"/>
                  <a:gd name="connsiteX2" fmla="*/ 209172 w 209550"/>
                  <a:gd name="connsiteY2" fmla="*/ 165764 h 200025"/>
                  <a:gd name="connsiteX3" fmla="*/ 156785 w 209550"/>
                  <a:gd name="connsiteY3" fmla="*/ 46701 h 200025"/>
                  <a:gd name="connsiteX4" fmla="*/ 101540 w 209550"/>
                  <a:gd name="connsiteY4" fmla="*/ 29 h 200025"/>
                  <a:gd name="connsiteX5" fmla="*/ 74869 w 209550"/>
                  <a:gd name="connsiteY5" fmla="*/ 32414 h 200025"/>
                  <a:gd name="connsiteX6" fmla="*/ 575 w 209550"/>
                  <a:gd name="connsiteY6" fmla="*/ 148619 h 200025"/>
                  <a:gd name="connsiteX7" fmla="*/ 3432 w 209550"/>
                  <a:gd name="connsiteY7" fmla="*/ 165764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9550" h="200025">
                    <a:moveTo>
                      <a:pt x="3432" y="165764"/>
                    </a:moveTo>
                    <a:cubicBezTo>
                      <a:pt x="3432" y="165764"/>
                      <a:pt x="25340" y="198149"/>
                      <a:pt x="101540" y="202911"/>
                    </a:cubicBezTo>
                    <a:cubicBezTo>
                      <a:pt x="177740" y="207674"/>
                      <a:pt x="197742" y="187671"/>
                      <a:pt x="209172" y="165764"/>
                    </a:cubicBezTo>
                    <a:cubicBezTo>
                      <a:pt x="221555" y="143856"/>
                      <a:pt x="194885" y="72419"/>
                      <a:pt x="156785" y="46701"/>
                    </a:cubicBezTo>
                    <a:cubicBezTo>
                      <a:pt x="118685" y="21936"/>
                      <a:pt x="119637" y="981"/>
                      <a:pt x="101540" y="29"/>
                    </a:cubicBezTo>
                    <a:cubicBezTo>
                      <a:pt x="83442" y="-924"/>
                      <a:pt x="86300" y="21936"/>
                      <a:pt x="74869" y="32414"/>
                    </a:cubicBezTo>
                    <a:cubicBezTo>
                      <a:pt x="63440" y="41939"/>
                      <a:pt x="-7045" y="81944"/>
                      <a:pt x="575" y="148619"/>
                    </a:cubicBezTo>
                    <a:cubicBezTo>
                      <a:pt x="575" y="154334"/>
                      <a:pt x="1527" y="160049"/>
                      <a:pt x="3432" y="165764"/>
                    </a:cubicBezTo>
                    <a:close/>
                  </a:path>
                </a:pathLst>
              </a:custGeom>
              <a:solidFill>
                <a:srgbClr val="0645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88BC5135-E5EF-43CB-89CB-A761DFF82027}"/>
                  </a:ext>
                </a:extLst>
              </p:cNvPr>
              <p:cNvSpPr/>
              <p:nvPr/>
            </p:nvSpPr>
            <p:spPr>
              <a:xfrm>
                <a:off x="7132909" y="1905952"/>
                <a:ext cx="219075" cy="66675"/>
              </a:xfrm>
              <a:custGeom>
                <a:avLst/>
                <a:gdLst>
                  <a:gd name="connsiteX0" fmla="*/ 2269 w 219075"/>
                  <a:gd name="connsiteY0" fmla="*/ 36195 h 66675"/>
                  <a:gd name="connsiteX1" fmla="*/ 94661 w 219075"/>
                  <a:gd name="connsiteY1" fmla="*/ 67628 h 66675"/>
                  <a:gd name="connsiteX2" fmla="*/ 219439 w 219075"/>
                  <a:gd name="connsiteY2" fmla="*/ 36195 h 66675"/>
                  <a:gd name="connsiteX3" fmla="*/ 217534 w 219075"/>
                  <a:gd name="connsiteY3" fmla="*/ 3810 h 66675"/>
                  <a:gd name="connsiteX4" fmla="*/ 109901 w 219075"/>
                  <a:gd name="connsiteY4" fmla="*/ 36195 h 66675"/>
                  <a:gd name="connsiteX5" fmla="*/ 5126 w 219075"/>
                  <a:gd name="connsiteY5" fmla="*/ 0 h 66675"/>
                  <a:gd name="connsiteX6" fmla="*/ 2269 w 219075"/>
                  <a:gd name="connsiteY6" fmla="*/ 3619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9075" h="66675">
                    <a:moveTo>
                      <a:pt x="2269" y="36195"/>
                    </a:moveTo>
                    <a:cubicBezTo>
                      <a:pt x="2269" y="36195"/>
                      <a:pt x="32749" y="61913"/>
                      <a:pt x="94661" y="67628"/>
                    </a:cubicBezTo>
                    <a:cubicBezTo>
                      <a:pt x="156574" y="73343"/>
                      <a:pt x="211819" y="57150"/>
                      <a:pt x="219439" y="36195"/>
                    </a:cubicBezTo>
                    <a:cubicBezTo>
                      <a:pt x="228011" y="15240"/>
                      <a:pt x="219439" y="6668"/>
                      <a:pt x="217534" y="3810"/>
                    </a:cubicBezTo>
                    <a:cubicBezTo>
                      <a:pt x="204199" y="18098"/>
                      <a:pt x="158479" y="41910"/>
                      <a:pt x="109901" y="36195"/>
                    </a:cubicBezTo>
                    <a:cubicBezTo>
                      <a:pt x="61324" y="29528"/>
                      <a:pt x="10841" y="9525"/>
                      <a:pt x="5126" y="0"/>
                    </a:cubicBezTo>
                    <a:cubicBezTo>
                      <a:pt x="-4399" y="8573"/>
                      <a:pt x="2269" y="36195"/>
                      <a:pt x="2269" y="36195"/>
                    </a:cubicBezTo>
                    <a:close/>
                  </a:path>
                </a:pathLst>
              </a:custGeom>
              <a:solidFill>
                <a:srgbClr val="FCFCF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BD5F2764-BD05-4C72-B01D-8679C54F5232}"/>
                  </a:ext>
                </a:extLst>
              </p:cNvPr>
              <p:cNvSpPr/>
              <p:nvPr/>
            </p:nvSpPr>
            <p:spPr>
              <a:xfrm>
                <a:off x="7208520" y="1709737"/>
                <a:ext cx="57150" cy="66675"/>
              </a:xfrm>
              <a:custGeom>
                <a:avLst/>
                <a:gdLst>
                  <a:gd name="connsiteX0" fmla="*/ 59055 w 57150"/>
                  <a:gd name="connsiteY0" fmla="*/ 34290 h 66675"/>
                  <a:gd name="connsiteX1" fmla="*/ 29528 w 57150"/>
                  <a:gd name="connsiteY1" fmla="*/ 68580 h 66675"/>
                  <a:gd name="connsiteX2" fmla="*/ 0 w 57150"/>
                  <a:gd name="connsiteY2" fmla="*/ 34290 h 66675"/>
                  <a:gd name="connsiteX3" fmla="*/ 29528 w 57150"/>
                  <a:gd name="connsiteY3" fmla="*/ 0 h 66675"/>
                  <a:gd name="connsiteX4" fmla="*/ 59055 w 57150"/>
                  <a:gd name="connsiteY4" fmla="*/ 3429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66675">
                    <a:moveTo>
                      <a:pt x="59055" y="34290"/>
                    </a:moveTo>
                    <a:cubicBezTo>
                      <a:pt x="59055" y="53340"/>
                      <a:pt x="45720" y="68580"/>
                      <a:pt x="29528" y="68580"/>
                    </a:cubicBezTo>
                    <a:cubicBezTo>
                      <a:pt x="13335" y="68580"/>
                      <a:pt x="0" y="53340"/>
                      <a:pt x="0" y="34290"/>
                    </a:cubicBezTo>
                    <a:cubicBezTo>
                      <a:pt x="0" y="15240"/>
                      <a:pt x="13335" y="0"/>
                      <a:pt x="29528" y="0"/>
                    </a:cubicBezTo>
                    <a:cubicBezTo>
                      <a:pt x="45720" y="953"/>
                      <a:pt x="59055" y="16192"/>
                      <a:pt x="59055" y="34290"/>
                    </a:cubicBezTo>
                    <a:close/>
                  </a:path>
                </a:pathLst>
              </a:custGeom>
              <a:solidFill>
                <a:srgbClr val="FCFCF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9074AFF2-910B-4A6A-9387-94346A00F15C}"/>
                  </a:ext>
                </a:extLst>
              </p:cNvPr>
              <p:cNvSpPr/>
              <p:nvPr/>
            </p:nvSpPr>
            <p:spPr>
              <a:xfrm>
                <a:off x="5801832" y="2168794"/>
                <a:ext cx="76200" cy="161925"/>
              </a:xfrm>
              <a:custGeom>
                <a:avLst/>
                <a:gdLst>
                  <a:gd name="connsiteX0" fmla="*/ 60806 w 76200"/>
                  <a:gd name="connsiteY0" fmla="*/ 166735 h 161925"/>
                  <a:gd name="connsiteX1" fmla="*/ 64616 w 76200"/>
                  <a:gd name="connsiteY1" fmla="*/ 137208 h 161925"/>
                  <a:gd name="connsiteX2" fmla="*/ 81761 w 76200"/>
                  <a:gd name="connsiteY2" fmla="*/ 86725 h 161925"/>
                  <a:gd name="connsiteX3" fmla="*/ 69378 w 76200"/>
                  <a:gd name="connsiteY3" fmla="*/ 50530 h 161925"/>
                  <a:gd name="connsiteX4" fmla="*/ 61758 w 76200"/>
                  <a:gd name="connsiteY4" fmla="*/ 79105 h 161925"/>
                  <a:gd name="connsiteX5" fmla="*/ 36041 w 76200"/>
                  <a:gd name="connsiteY5" fmla="*/ 1953 h 161925"/>
                  <a:gd name="connsiteX6" fmla="*/ 798 w 76200"/>
                  <a:gd name="connsiteY6" fmla="*/ 55293 h 161925"/>
                  <a:gd name="connsiteX7" fmla="*/ 22706 w 76200"/>
                  <a:gd name="connsiteY7" fmla="*/ 162925 h 161925"/>
                  <a:gd name="connsiteX8" fmla="*/ 60806 w 76200"/>
                  <a:gd name="connsiteY8" fmla="*/ 16673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6200" h="161925">
                    <a:moveTo>
                      <a:pt x="60806" y="166735"/>
                    </a:moveTo>
                    <a:cubicBezTo>
                      <a:pt x="60806" y="166735"/>
                      <a:pt x="61758" y="148638"/>
                      <a:pt x="64616" y="137208"/>
                    </a:cubicBezTo>
                    <a:cubicBezTo>
                      <a:pt x="66521" y="124825"/>
                      <a:pt x="79856" y="113395"/>
                      <a:pt x="81761" y="86725"/>
                    </a:cubicBezTo>
                    <a:cubicBezTo>
                      <a:pt x="83666" y="60055"/>
                      <a:pt x="76998" y="45768"/>
                      <a:pt x="69378" y="50530"/>
                    </a:cubicBezTo>
                    <a:cubicBezTo>
                      <a:pt x="61758" y="55293"/>
                      <a:pt x="65568" y="65770"/>
                      <a:pt x="61758" y="79105"/>
                    </a:cubicBezTo>
                    <a:cubicBezTo>
                      <a:pt x="52233" y="38148"/>
                      <a:pt x="51281" y="15288"/>
                      <a:pt x="36041" y="1953"/>
                    </a:cubicBezTo>
                    <a:cubicBezTo>
                      <a:pt x="31278" y="-3762"/>
                      <a:pt x="-5869" y="48"/>
                      <a:pt x="798" y="55293"/>
                    </a:cubicBezTo>
                    <a:cubicBezTo>
                      <a:pt x="7466" y="110538"/>
                      <a:pt x="23658" y="143875"/>
                      <a:pt x="22706" y="162925"/>
                    </a:cubicBezTo>
                    <a:cubicBezTo>
                      <a:pt x="39851" y="174355"/>
                      <a:pt x="60806" y="166735"/>
                      <a:pt x="60806" y="166735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1D71867-6426-4535-BEBA-03D8B7216E18}"/>
                  </a:ext>
                </a:extLst>
              </p:cNvPr>
              <p:cNvSpPr/>
              <p:nvPr/>
            </p:nvSpPr>
            <p:spPr>
              <a:xfrm>
                <a:off x="5810250" y="2303145"/>
                <a:ext cx="257175" cy="314325"/>
              </a:xfrm>
              <a:custGeom>
                <a:avLst/>
                <a:gdLst>
                  <a:gd name="connsiteX0" fmla="*/ 240030 w 257175"/>
                  <a:gd name="connsiteY0" fmla="*/ 59055 h 314325"/>
                  <a:gd name="connsiteX1" fmla="*/ 126683 w 257175"/>
                  <a:gd name="connsiteY1" fmla="*/ 205740 h 314325"/>
                  <a:gd name="connsiteX2" fmla="*/ 66675 w 257175"/>
                  <a:gd name="connsiteY2" fmla="*/ 0 h 314325"/>
                  <a:gd name="connsiteX3" fmla="*/ 0 w 257175"/>
                  <a:gd name="connsiteY3" fmla="*/ 11430 h 314325"/>
                  <a:gd name="connsiteX4" fmla="*/ 56197 w 257175"/>
                  <a:gd name="connsiteY4" fmla="*/ 290513 h 314325"/>
                  <a:gd name="connsiteX5" fmla="*/ 253365 w 257175"/>
                  <a:gd name="connsiteY5" fmla="*/ 183832 h 314325"/>
                  <a:gd name="connsiteX6" fmla="*/ 240030 w 257175"/>
                  <a:gd name="connsiteY6" fmla="*/ 59055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7175" h="314325">
                    <a:moveTo>
                      <a:pt x="240030" y="59055"/>
                    </a:moveTo>
                    <a:cubicBezTo>
                      <a:pt x="240030" y="59055"/>
                      <a:pt x="131445" y="215265"/>
                      <a:pt x="126683" y="205740"/>
                    </a:cubicBezTo>
                    <a:cubicBezTo>
                      <a:pt x="80010" y="121920"/>
                      <a:pt x="66675" y="0"/>
                      <a:pt x="66675" y="0"/>
                    </a:cubicBezTo>
                    <a:lnTo>
                      <a:pt x="0" y="11430"/>
                    </a:lnTo>
                    <a:cubicBezTo>
                      <a:pt x="0" y="11430"/>
                      <a:pt x="29528" y="217170"/>
                      <a:pt x="56197" y="290513"/>
                    </a:cubicBezTo>
                    <a:cubicBezTo>
                      <a:pt x="82867" y="363855"/>
                      <a:pt x="215265" y="271463"/>
                      <a:pt x="253365" y="183832"/>
                    </a:cubicBezTo>
                    <a:cubicBezTo>
                      <a:pt x="273367" y="140017"/>
                      <a:pt x="240030" y="59055"/>
                      <a:pt x="240030" y="59055"/>
                    </a:cubicBezTo>
                    <a:close/>
                  </a:path>
                </a:pathLst>
              </a:custGeom>
              <a:solidFill>
                <a:srgbClr val="F45DC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A00B6638-30CA-49C7-9337-8901EC335E7B}"/>
                  </a:ext>
                </a:extLst>
              </p:cNvPr>
              <p:cNvSpPr/>
              <p:nvPr/>
            </p:nvSpPr>
            <p:spPr>
              <a:xfrm>
                <a:off x="6056367" y="2578655"/>
                <a:ext cx="161925" cy="38100"/>
              </a:xfrm>
              <a:custGeom>
                <a:avLst/>
                <a:gdLst>
                  <a:gd name="connsiteX0" fmla="*/ 158695 w 161925"/>
                  <a:gd name="connsiteY0" fmla="*/ 714 h 38100"/>
                  <a:gd name="connsiteX1" fmla="*/ 86305 w 161925"/>
                  <a:gd name="connsiteY1" fmla="*/ 3572 h 38100"/>
                  <a:gd name="connsiteX2" fmla="*/ 580 w 161925"/>
                  <a:gd name="connsiteY2" fmla="*/ 42624 h 38100"/>
                  <a:gd name="connsiteX3" fmla="*/ 61540 w 161925"/>
                  <a:gd name="connsiteY3" fmla="*/ 44529 h 38100"/>
                  <a:gd name="connsiteX4" fmla="*/ 112023 w 161925"/>
                  <a:gd name="connsiteY4" fmla="*/ 40719 h 38100"/>
                  <a:gd name="connsiteX5" fmla="*/ 166315 w 161925"/>
                  <a:gd name="connsiteY5" fmla="*/ 36909 h 38100"/>
                  <a:gd name="connsiteX6" fmla="*/ 158695 w 161925"/>
                  <a:gd name="connsiteY6" fmla="*/ 71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925" h="38100">
                    <a:moveTo>
                      <a:pt x="158695" y="714"/>
                    </a:moveTo>
                    <a:cubicBezTo>
                      <a:pt x="158695" y="714"/>
                      <a:pt x="109165" y="-2143"/>
                      <a:pt x="86305" y="3572"/>
                    </a:cubicBezTo>
                    <a:cubicBezTo>
                      <a:pt x="62493" y="9287"/>
                      <a:pt x="-7040" y="37862"/>
                      <a:pt x="580" y="42624"/>
                    </a:cubicBezTo>
                    <a:cubicBezTo>
                      <a:pt x="8200" y="47387"/>
                      <a:pt x="42490" y="46434"/>
                      <a:pt x="61540" y="44529"/>
                    </a:cubicBezTo>
                    <a:cubicBezTo>
                      <a:pt x="80590" y="43577"/>
                      <a:pt x="99640" y="47387"/>
                      <a:pt x="112023" y="40719"/>
                    </a:cubicBezTo>
                    <a:cubicBezTo>
                      <a:pt x="124405" y="34052"/>
                      <a:pt x="163458" y="35004"/>
                      <a:pt x="166315" y="36909"/>
                    </a:cubicBezTo>
                    <a:cubicBezTo>
                      <a:pt x="170125" y="39767"/>
                      <a:pt x="158695" y="714"/>
                      <a:pt x="158695" y="714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FF4F9540-1170-445B-BD19-23AC82B829E8}"/>
                  </a:ext>
                </a:extLst>
              </p:cNvPr>
              <p:cNvSpPr/>
              <p:nvPr/>
            </p:nvSpPr>
            <p:spPr>
              <a:xfrm>
                <a:off x="6210300" y="2358389"/>
                <a:ext cx="285750" cy="266700"/>
              </a:xfrm>
              <a:custGeom>
                <a:avLst/>
                <a:gdLst>
                  <a:gd name="connsiteX0" fmla="*/ 0 w 285750"/>
                  <a:gd name="connsiteY0" fmla="*/ 212408 h 266700"/>
                  <a:gd name="connsiteX1" fmla="*/ 0 w 285750"/>
                  <a:gd name="connsiteY1" fmla="*/ 265748 h 266700"/>
                  <a:gd name="connsiteX2" fmla="*/ 289560 w 285750"/>
                  <a:gd name="connsiteY2" fmla="*/ 265748 h 266700"/>
                  <a:gd name="connsiteX3" fmla="*/ 182880 w 285750"/>
                  <a:gd name="connsiteY3" fmla="*/ 0 h 266700"/>
                  <a:gd name="connsiteX4" fmla="*/ 163830 w 285750"/>
                  <a:gd name="connsiteY4" fmla="*/ 127635 h 266700"/>
                  <a:gd name="connsiteX5" fmla="*/ 193358 w 285750"/>
                  <a:gd name="connsiteY5" fmla="*/ 195263 h 266700"/>
                  <a:gd name="connsiteX6" fmla="*/ 0 w 285750"/>
                  <a:gd name="connsiteY6" fmla="*/ 212408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750" h="266700">
                    <a:moveTo>
                      <a:pt x="0" y="212408"/>
                    </a:moveTo>
                    <a:lnTo>
                      <a:pt x="0" y="265748"/>
                    </a:lnTo>
                    <a:cubicBezTo>
                      <a:pt x="0" y="265748"/>
                      <a:pt x="269558" y="268605"/>
                      <a:pt x="289560" y="265748"/>
                    </a:cubicBezTo>
                    <a:cubicBezTo>
                      <a:pt x="309563" y="262890"/>
                      <a:pt x="228600" y="21908"/>
                      <a:pt x="182880" y="0"/>
                    </a:cubicBezTo>
                    <a:cubicBezTo>
                      <a:pt x="146685" y="34290"/>
                      <a:pt x="163830" y="127635"/>
                      <a:pt x="163830" y="127635"/>
                    </a:cubicBezTo>
                    <a:cubicBezTo>
                      <a:pt x="163830" y="127635"/>
                      <a:pt x="189547" y="187643"/>
                      <a:pt x="193358" y="195263"/>
                    </a:cubicBezTo>
                    <a:cubicBezTo>
                      <a:pt x="196215" y="202883"/>
                      <a:pt x="0" y="212408"/>
                      <a:pt x="0" y="212408"/>
                    </a:cubicBezTo>
                    <a:close/>
                  </a:path>
                </a:pathLst>
              </a:custGeom>
              <a:solidFill>
                <a:srgbClr val="F45DC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8E1F354F-2EA5-4F62-BC84-1A207C1A2C6F}"/>
                  </a:ext>
                </a:extLst>
              </p:cNvPr>
              <p:cNvSpPr/>
              <p:nvPr/>
            </p:nvSpPr>
            <p:spPr>
              <a:xfrm>
                <a:off x="5557449" y="2699438"/>
                <a:ext cx="85725" cy="161925"/>
              </a:xfrm>
              <a:custGeom>
                <a:avLst/>
                <a:gdLst>
                  <a:gd name="connsiteX0" fmla="*/ 1341 w 85725"/>
                  <a:gd name="connsiteY0" fmla="*/ 155204 h 161925"/>
                  <a:gd name="connsiteX1" fmla="*/ 5151 w 85725"/>
                  <a:gd name="connsiteY1" fmla="*/ 125676 h 161925"/>
                  <a:gd name="connsiteX2" fmla="*/ 1341 w 85725"/>
                  <a:gd name="connsiteY2" fmla="*/ 72336 h 161925"/>
                  <a:gd name="connsiteX3" fmla="*/ 22296 w 85725"/>
                  <a:gd name="connsiteY3" fmla="*/ 39951 h 161925"/>
                  <a:gd name="connsiteX4" fmla="*/ 22296 w 85725"/>
                  <a:gd name="connsiteY4" fmla="*/ 69479 h 161925"/>
                  <a:gd name="connsiteX5" fmla="*/ 66111 w 85725"/>
                  <a:gd name="connsiteY5" fmla="*/ 899 h 161925"/>
                  <a:gd name="connsiteX6" fmla="*/ 87066 w 85725"/>
                  <a:gd name="connsiteY6" fmla="*/ 60906 h 161925"/>
                  <a:gd name="connsiteX7" fmla="*/ 39441 w 85725"/>
                  <a:gd name="connsiteY7" fmla="*/ 159966 h 161925"/>
                  <a:gd name="connsiteX8" fmla="*/ 1341 w 85725"/>
                  <a:gd name="connsiteY8" fmla="*/ 155204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725" h="161925">
                    <a:moveTo>
                      <a:pt x="1341" y="155204"/>
                    </a:moveTo>
                    <a:cubicBezTo>
                      <a:pt x="1341" y="155204"/>
                      <a:pt x="4199" y="138059"/>
                      <a:pt x="5151" y="125676"/>
                    </a:cubicBezTo>
                    <a:cubicBezTo>
                      <a:pt x="6104" y="113294"/>
                      <a:pt x="-3421" y="99006"/>
                      <a:pt x="1341" y="72336"/>
                    </a:cubicBezTo>
                    <a:cubicBezTo>
                      <a:pt x="6104" y="45666"/>
                      <a:pt x="15629" y="33284"/>
                      <a:pt x="22296" y="39951"/>
                    </a:cubicBezTo>
                    <a:cubicBezTo>
                      <a:pt x="28964" y="46619"/>
                      <a:pt x="22296" y="55191"/>
                      <a:pt x="22296" y="69479"/>
                    </a:cubicBezTo>
                    <a:cubicBezTo>
                      <a:pt x="41346" y="32331"/>
                      <a:pt x="48014" y="10424"/>
                      <a:pt x="66111" y="899"/>
                    </a:cubicBezTo>
                    <a:cubicBezTo>
                      <a:pt x="72779" y="-3864"/>
                      <a:pt x="107069" y="9471"/>
                      <a:pt x="87066" y="60906"/>
                    </a:cubicBezTo>
                    <a:cubicBezTo>
                      <a:pt x="67064" y="113294"/>
                      <a:pt x="43251" y="140916"/>
                      <a:pt x="39441" y="159966"/>
                    </a:cubicBezTo>
                    <a:cubicBezTo>
                      <a:pt x="20391" y="167586"/>
                      <a:pt x="1341" y="155204"/>
                      <a:pt x="1341" y="155204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37F6F89-BFC5-4E5B-B210-273BB183EEAB}"/>
                  </a:ext>
                </a:extLst>
              </p:cNvPr>
              <p:cNvSpPr/>
              <p:nvPr/>
            </p:nvSpPr>
            <p:spPr>
              <a:xfrm>
                <a:off x="5312092" y="2838450"/>
                <a:ext cx="295275" cy="533400"/>
              </a:xfrm>
              <a:custGeom>
                <a:avLst/>
                <a:gdLst>
                  <a:gd name="connsiteX0" fmla="*/ 0 w 295275"/>
                  <a:gd name="connsiteY0" fmla="*/ 408622 h 533400"/>
                  <a:gd name="connsiteX1" fmla="*/ 128588 w 295275"/>
                  <a:gd name="connsiteY1" fmla="*/ 270510 h 533400"/>
                  <a:gd name="connsiteX2" fmla="*/ 231458 w 295275"/>
                  <a:gd name="connsiteY2" fmla="*/ 0 h 533400"/>
                  <a:gd name="connsiteX3" fmla="*/ 302895 w 295275"/>
                  <a:gd name="connsiteY3" fmla="*/ 12383 h 533400"/>
                  <a:gd name="connsiteX4" fmla="*/ 219075 w 295275"/>
                  <a:gd name="connsiteY4" fmla="*/ 284797 h 533400"/>
                  <a:gd name="connsiteX5" fmla="*/ 51435 w 295275"/>
                  <a:gd name="connsiteY5" fmla="*/ 531495 h 533400"/>
                  <a:gd name="connsiteX6" fmla="*/ 0 w 295275"/>
                  <a:gd name="connsiteY6" fmla="*/ 408622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5275" h="533400">
                    <a:moveTo>
                      <a:pt x="0" y="408622"/>
                    </a:moveTo>
                    <a:cubicBezTo>
                      <a:pt x="0" y="408622"/>
                      <a:pt x="87630" y="357188"/>
                      <a:pt x="128588" y="270510"/>
                    </a:cubicBezTo>
                    <a:cubicBezTo>
                      <a:pt x="170498" y="183833"/>
                      <a:pt x="231458" y="0"/>
                      <a:pt x="231458" y="0"/>
                    </a:cubicBezTo>
                    <a:lnTo>
                      <a:pt x="302895" y="12383"/>
                    </a:lnTo>
                    <a:cubicBezTo>
                      <a:pt x="302895" y="12383"/>
                      <a:pt x="246698" y="211455"/>
                      <a:pt x="219075" y="284797"/>
                    </a:cubicBezTo>
                    <a:cubicBezTo>
                      <a:pt x="192405" y="358140"/>
                      <a:pt x="76200" y="492442"/>
                      <a:pt x="51435" y="531495"/>
                    </a:cubicBezTo>
                    <a:cubicBezTo>
                      <a:pt x="28575" y="571500"/>
                      <a:pt x="0" y="408622"/>
                      <a:pt x="0" y="408622"/>
                    </a:cubicBezTo>
                    <a:close/>
                  </a:path>
                </a:pathLst>
              </a:custGeom>
              <a:solidFill>
                <a:srgbClr val="FF337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3036A3E1-22E3-4A78-9C6D-CF93D7BC3519}"/>
                  </a:ext>
                </a:extLst>
              </p:cNvPr>
              <p:cNvSpPr/>
              <p:nvPr/>
            </p:nvSpPr>
            <p:spPr>
              <a:xfrm>
                <a:off x="5045393" y="3231565"/>
                <a:ext cx="342900" cy="381000"/>
              </a:xfrm>
              <a:custGeom>
                <a:avLst/>
                <a:gdLst>
                  <a:gd name="connsiteX0" fmla="*/ 215265 w 342900"/>
                  <a:gd name="connsiteY0" fmla="*/ 1219 h 381000"/>
                  <a:gd name="connsiteX1" fmla="*/ 291465 w 342900"/>
                  <a:gd name="connsiteY1" fmla="*/ 12649 h 381000"/>
                  <a:gd name="connsiteX2" fmla="*/ 344805 w 342900"/>
                  <a:gd name="connsiteY2" fmla="*/ 41224 h 381000"/>
                  <a:gd name="connsiteX3" fmla="*/ 330518 w 342900"/>
                  <a:gd name="connsiteY3" fmla="*/ 156477 h 381000"/>
                  <a:gd name="connsiteX4" fmla="*/ 334328 w 342900"/>
                  <a:gd name="connsiteY4" fmla="*/ 375552 h 381000"/>
                  <a:gd name="connsiteX5" fmla="*/ 40957 w 342900"/>
                  <a:gd name="connsiteY5" fmla="*/ 389839 h 381000"/>
                  <a:gd name="connsiteX6" fmla="*/ 21907 w 342900"/>
                  <a:gd name="connsiteY6" fmla="*/ 167907 h 381000"/>
                  <a:gd name="connsiteX7" fmla="*/ 0 w 342900"/>
                  <a:gd name="connsiteY7" fmla="*/ 41224 h 381000"/>
                  <a:gd name="connsiteX8" fmla="*/ 125730 w 342900"/>
                  <a:gd name="connsiteY8" fmla="*/ 267 h 381000"/>
                  <a:gd name="connsiteX9" fmla="*/ 215265 w 342900"/>
                  <a:gd name="connsiteY9" fmla="*/ 1219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2900" h="381000">
                    <a:moveTo>
                      <a:pt x="215265" y="1219"/>
                    </a:moveTo>
                    <a:cubicBezTo>
                      <a:pt x="215265" y="1219"/>
                      <a:pt x="261937" y="2172"/>
                      <a:pt x="291465" y="12649"/>
                    </a:cubicBezTo>
                    <a:cubicBezTo>
                      <a:pt x="323850" y="25032"/>
                      <a:pt x="336233" y="37414"/>
                      <a:pt x="344805" y="41224"/>
                    </a:cubicBezTo>
                    <a:cubicBezTo>
                      <a:pt x="341947" y="49797"/>
                      <a:pt x="325755" y="123139"/>
                      <a:pt x="330518" y="156477"/>
                    </a:cubicBezTo>
                    <a:cubicBezTo>
                      <a:pt x="335280" y="189814"/>
                      <a:pt x="334328" y="375552"/>
                      <a:pt x="334328" y="375552"/>
                    </a:cubicBezTo>
                    <a:lnTo>
                      <a:pt x="40957" y="389839"/>
                    </a:lnTo>
                    <a:lnTo>
                      <a:pt x="21907" y="167907"/>
                    </a:lnTo>
                    <a:cubicBezTo>
                      <a:pt x="21907" y="167907"/>
                      <a:pt x="18097" y="69799"/>
                      <a:pt x="0" y="41224"/>
                    </a:cubicBezTo>
                    <a:cubicBezTo>
                      <a:pt x="13335" y="16459"/>
                      <a:pt x="110490" y="2172"/>
                      <a:pt x="125730" y="267"/>
                    </a:cubicBezTo>
                    <a:cubicBezTo>
                      <a:pt x="140970" y="-686"/>
                      <a:pt x="215265" y="1219"/>
                      <a:pt x="215265" y="1219"/>
                    </a:cubicBezTo>
                    <a:close/>
                  </a:path>
                </a:pathLst>
              </a:custGeom>
              <a:solidFill>
                <a:srgbClr val="FF337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0AA95A45-FB5C-4EA0-BA8C-152D7ED0B657}"/>
                  </a:ext>
                </a:extLst>
              </p:cNvPr>
              <p:cNvSpPr/>
              <p:nvPr/>
            </p:nvSpPr>
            <p:spPr>
              <a:xfrm>
                <a:off x="5078692" y="3628072"/>
                <a:ext cx="323850" cy="133350"/>
              </a:xfrm>
              <a:custGeom>
                <a:avLst/>
                <a:gdLst>
                  <a:gd name="connsiteX0" fmla="*/ 324840 w 323850"/>
                  <a:gd name="connsiteY0" fmla="*/ 135255 h 133350"/>
                  <a:gd name="connsiteX1" fmla="*/ 46710 w 323850"/>
                  <a:gd name="connsiteY1" fmla="*/ 137160 h 133350"/>
                  <a:gd name="connsiteX2" fmla="*/ 3848 w 323850"/>
                  <a:gd name="connsiteY2" fmla="*/ 1905 h 133350"/>
                  <a:gd name="connsiteX3" fmla="*/ 311505 w 323850"/>
                  <a:gd name="connsiteY3" fmla="*/ 0 h 133350"/>
                  <a:gd name="connsiteX4" fmla="*/ 324840 w 323850"/>
                  <a:gd name="connsiteY4" fmla="*/ 135255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850" h="133350">
                    <a:moveTo>
                      <a:pt x="324840" y="135255"/>
                    </a:moveTo>
                    <a:cubicBezTo>
                      <a:pt x="324840" y="135255"/>
                      <a:pt x="222923" y="94298"/>
                      <a:pt x="46710" y="137160"/>
                    </a:cubicBezTo>
                    <a:cubicBezTo>
                      <a:pt x="-19012" y="78105"/>
                      <a:pt x="3848" y="1905"/>
                      <a:pt x="3848" y="1905"/>
                    </a:cubicBezTo>
                    <a:lnTo>
                      <a:pt x="311505" y="0"/>
                    </a:lnTo>
                    <a:lnTo>
                      <a:pt x="324840" y="135255"/>
                    </a:lnTo>
                    <a:close/>
                  </a:path>
                </a:pathLst>
              </a:custGeom>
              <a:solidFill>
                <a:srgbClr val="151E5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22C710BE-28FF-4A4E-9F56-0A0E1FDD56E9}"/>
                  </a:ext>
                </a:extLst>
              </p:cNvPr>
              <p:cNvSpPr/>
              <p:nvPr/>
            </p:nvSpPr>
            <p:spPr>
              <a:xfrm>
                <a:off x="5085009" y="2956148"/>
                <a:ext cx="266700" cy="285750"/>
              </a:xfrm>
              <a:custGeom>
                <a:avLst/>
                <a:gdLst>
                  <a:gd name="connsiteX0" fmla="*/ 164219 w 266700"/>
                  <a:gd name="connsiteY0" fmla="*/ 4221 h 285750"/>
                  <a:gd name="connsiteX1" fmla="*/ 228036 w 266700"/>
                  <a:gd name="connsiteY1" fmla="*/ 61371 h 285750"/>
                  <a:gd name="connsiteX2" fmla="*/ 249944 w 266700"/>
                  <a:gd name="connsiteY2" fmla="*/ 272826 h 285750"/>
                  <a:gd name="connsiteX3" fmla="*/ 72779 w 266700"/>
                  <a:gd name="connsiteY3" fmla="*/ 292829 h 285750"/>
                  <a:gd name="connsiteX4" fmla="*/ 389 w 266700"/>
                  <a:gd name="connsiteY4" fmla="*/ 245204 h 285750"/>
                  <a:gd name="connsiteX5" fmla="*/ 26106 w 266700"/>
                  <a:gd name="connsiteY5" fmla="*/ 70896 h 285750"/>
                  <a:gd name="connsiteX6" fmla="*/ 164219 w 266700"/>
                  <a:gd name="connsiteY6" fmla="*/ 4221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6700" h="285750">
                    <a:moveTo>
                      <a:pt x="164219" y="4221"/>
                    </a:moveTo>
                    <a:cubicBezTo>
                      <a:pt x="164219" y="4221"/>
                      <a:pt x="202319" y="-10066"/>
                      <a:pt x="228036" y="61371"/>
                    </a:cubicBezTo>
                    <a:cubicBezTo>
                      <a:pt x="253754" y="132809"/>
                      <a:pt x="299474" y="246156"/>
                      <a:pt x="249944" y="272826"/>
                    </a:cubicBezTo>
                    <a:cubicBezTo>
                      <a:pt x="200414" y="300449"/>
                      <a:pt x="115641" y="293781"/>
                      <a:pt x="72779" y="292829"/>
                    </a:cubicBezTo>
                    <a:cubicBezTo>
                      <a:pt x="29916" y="291876"/>
                      <a:pt x="3246" y="278541"/>
                      <a:pt x="389" y="245204"/>
                    </a:cubicBezTo>
                    <a:cubicBezTo>
                      <a:pt x="-2469" y="211866"/>
                      <a:pt x="10866" y="107091"/>
                      <a:pt x="26106" y="70896"/>
                    </a:cubicBezTo>
                    <a:cubicBezTo>
                      <a:pt x="43251" y="34701"/>
                      <a:pt x="75636" y="-14829"/>
                      <a:pt x="164219" y="4221"/>
                    </a:cubicBezTo>
                    <a:close/>
                  </a:path>
                </a:pathLst>
              </a:custGeom>
              <a:solidFill>
                <a:srgbClr val="7035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BC83A226-A8CF-42DB-B90E-E037713CE2F5}"/>
                  </a:ext>
                </a:extLst>
              </p:cNvPr>
              <p:cNvSpPr/>
              <p:nvPr/>
            </p:nvSpPr>
            <p:spPr>
              <a:xfrm>
                <a:off x="5108439" y="3102129"/>
                <a:ext cx="28575" cy="47625"/>
              </a:xfrm>
              <a:custGeom>
                <a:avLst/>
                <a:gdLst>
                  <a:gd name="connsiteX0" fmla="*/ 23631 w 28575"/>
                  <a:gd name="connsiteY0" fmla="*/ 13498 h 47625"/>
                  <a:gd name="connsiteX1" fmla="*/ 2676 w 28575"/>
                  <a:gd name="connsiteY1" fmla="*/ 1116 h 47625"/>
                  <a:gd name="connsiteX2" fmla="*/ 30298 w 28575"/>
                  <a:gd name="connsiteY2" fmla="*/ 47788 h 47625"/>
                  <a:gd name="connsiteX3" fmla="*/ 23631 w 28575"/>
                  <a:gd name="connsiteY3" fmla="*/ 13498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47625">
                    <a:moveTo>
                      <a:pt x="23631" y="13498"/>
                    </a:moveTo>
                    <a:cubicBezTo>
                      <a:pt x="23631" y="13498"/>
                      <a:pt x="15058" y="-4599"/>
                      <a:pt x="2676" y="1116"/>
                    </a:cubicBezTo>
                    <a:cubicBezTo>
                      <a:pt x="-9707" y="6831"/>
                      <a:pt x="24583" y="74458"/>
                      <a:pt x="30298" y="47788"/>
                    </a:cubicBezTo>
                    <a:cubicBezTo>
                      <a:pt x="29346" y="23976"/>
                      <a:pt x="23631" y="13498"/>
                      <a:pt x="23631" y="13498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B21C026-B268-4453-817D-CDD4346A484A}"/>
                  </a:ext>
                </a:extLst>
              </p:cNvPr>
              <p:cNvSpPr/>
              <p:nvPr/>
            </p:nvSpPr>
            <p:spPr>
              <a:xfrm>
                <a:off x="5288280" y="3102129"/>
                <a:ext cx="28575" cy="47625"/>
              </a:xfrm>
              <a:custGeom>
                <a:avLst/>
                <a:gdLst>
                  <a:gd name="connsiteX0" fmla="*/ 6668 w 28575"/>
                  <a:gd name="connsiteY0" fmla="*/ 13498 h 47625"/>
                  <a:gd name="connsiteX1" fmla="*/ 27623 w 28575"/>
                  <a:gd name="connsiteY1" fmla="*/ 1116 h 47625"/>
                  <a:gd name="connsiteX2" fmla="*/ 0 w 28575"/>
                  <a:gd name="connsiteY2" fmla="*/ 47788 h 47625"/>
                  <a:gd name="connsiteX3" fmla="*/ 6668 w 28575"/>
                  <a:gd name="connsiteY3" fmla="*/ 13498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47625">
                    <a:moveTo>
                      <a:pt x="6668" y="13498"/>
                    </a:moveTo>
                    <a:cubicBezTo>
                      <a:pt x="6668" y="13498"/>
                      <a:pt x="15240" y="-4599"/>
                      <a:pt x="27623" y="1116"/>
                    </a:cubicBezTo>
                    <a:cubicBezTo>
                      <a:pt x="40005" y="6831"/>
                      <a:pt x="5715" y="74458"/>
                      <a:pt x="0" y="47788"/>
                    </a:cubicBezTo>
                    <a:cubicBezTo>
                      <a:pt x="953" y="23976"/>
                      <a:pt x="6668" y="13498"/>
                      <a:pt x="6668" y="13498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EF1D938A-62C2-4E7A-84A6-092950FD0D0A}"/>
                  </a:ext>
                </a:extLst>
              </p:cNvPr>
              <p:cNvSpPr/>
              <p:nvPr/>
            </p:nvSpPr>
            <p:spPr>
              <a:xfrm>
                <a:off x="5130165" y="2986667"/>
                <a:ext cx="161925" cy="228600"/>
              </a:xfrm>
              <a:custGeom>
                <a:avLst/>
                <a:gdLst>
                  <a:gd name="connsiteX0" fmla="*/ 164783 w 161925"/>
                  <a:gd name="connsiteY0" fmla="*/ 103243 h 228600"/>
                  <a:gd name="connsiteX1" fmla="*/ 142875 w 161925"/>
                  <a:gd name="connsiteY1" fmla="*/ 192778 h 228600"/>
                  <a:gd name="connsiteX2" fmla="*/ 79058 w 161925"/>
                  <a:gd name="connsiteY2" fmla="*/ 234688 h 228600"/>
                  <a:gd name="connsiteX3" fmla="*/ 18098 w 161925"/>
                  <a:gd name="connsiteY3" fmla="*/ 188968 h 228600"/>
                  <a:gd name="connsiteX4" fmla="*/ 0 w 161925"/>
                  <a:gd name="connsiteY4" fmla="*/ 97528 h 228600"/>
                  <a:gd name="connsiteX5" fmla="*/ 102870 w 161925"/>
                  <a:gd name="connsiteY5" fmla="*/ 373 h 228600"/>
                  <a:gd name="connsiteX6" fmla="*/ 164783 w 161925"/>
                  <a:gd name="connsiteY6" fmla="*/ 103243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925" h="228600">
                    <a:moveTo>
                      <a:pt x="164783" y="103243"/>
                    </a:moveTo>
                    <a:cubicBezTo>
                      <a:pt x="164783" y="103243"/>
                      <a:pt x="169545" y="161345"/>
                      <a:pt x="142875" y="192778"/>
                    </a:cubicBezTo>
                    <a:cubicBezTo>
                      <a:pt x="121920" y="218495"/>
                      <a:pt x="100013" y="234688"/>
                      <a:pt x="79058" y="234688"/>
                    </a:cubicBezTo>
                    <a:cubicBezTo>
                      <a:pt x="58102" y="234688"/>
                      <a:pt x="32385" y="212780"/>
                      <a:pt x="18098" y="188968"/>
                    </a:cubicBezTo>
                    <a:cubicBezTo>
                      <a:pt x="3810" y="166108"/>
                      <a:pt x="0" y="116578"/>
                      <a:pt x="0" y="97528"/>
                    </a:cubicBezTo>
                    <a:cubicBezTo>
                      <a:pt x="0" y="78478"/>
                      <a:pt x="23813" y="-6295"/>
                      <a:pt x="102870" y="373"/>
                    </a:cubicBezTo>
                    <a:cubicBezTo>
                      <a:pt x="165735" y="4183"/>
                      <a:pt x="164783" y="103243"/>
                      <a:pt x="164783" y="103243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91016601-9AD4-4C80-8D6B-85E6CD4AE589}"/>
                  </a:ext>
                </a:extLst>
              </p:cNvPr>
              <p:cNvSpPr/>
              <p:nvPr/>
            </p:nvSpPr>
            <p:spPr>
              <a:xfrm>
                <a:off x="5120390" y="2972742"/>
                <a:ext cx="180975" cy="133350"/>
              </a:xfrm>
              <a:custGeom>
                <a:avLst/>
                <a:gdLst>
                  <a:gd name="connsiteX0" fmla="*/ 133600 w 180975"/>
                  <a:gd name="connsiteY0" fmla="*/ 47635 h 133350"/>
                  <a:gd name="connsiteX1" fmla="*/ 9775 w 180975"/>
                  <a:gd name="connsiteY1" fmla="*/ 137170 h 133350"/>
                  <a:gd name="connsiteX2" fmla="*/ 250 w 180975"/>
                  <a:gd name="connsiteY2" fmla="*/ 100023 h 133350"/>
                  <a:gd name="connsiteX3" fmla="*/ 112646 w 180975"/>
                  <a:gd name="connsiteY3" fmla="*/ 10 h 133350"/>
                  <a:gd name="connsiteX4" fmla="*/ 178368 w 180975"/>
                  <a:gd name="connsiteY4" fmla="*/ 136218 h 133350"/>
                  <a:gd name="connsiteX5" fmla="*/ 133600 w 180975"/>
                  <a:gd name="connsiteY5" fmla="*/ 47635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975" h="133350">
                    <a:moveTo>
                      <a:pt x="133600" y="47635"/>
                    </a:moveTo>
                    <a:cubicBezTo>
                      <a:pt x="133600" y="47635"/>
                      <a:pt x="70736" y="112405"/>
                      <a:pt x="9775" y="137170"/>
                    </a:cubicBezTo>
                    <a:cubicBezTo>
                      <a:pt x="7871" y="134313"/>
                      <a:pt x="-1654" y="136218"/>
                      <a:pt x="250" y="100023"/>
                    </a:cubicBezTo>
                    <a:cubicBezTo>
                      <a:pt x="2155" y="63828"/>
                      <a:pt x="49781" y="-942"/>
                      <a:pt x="112646" y="10"/>
                    </a:cubicBezTo>
                    <a:cubicBezTo>
                      <a:pt x="175511" y="1915"/>
                      <a:pt x="187893" y="96213"/>
                      <a:pt x="178368" y="136218"/>
                    </a:cubicBezTo>
                    <a:cubicBezTo>
                      <a:pt x="163128" y="125740"/>
                      <a:pt x="135506" y="60970"/>
                      <a:pt x="133600" y="47635"/>
                    </a:cubicBezTo>
                    <a:close/>
                  </a:path>
                </a:pathLst>
              </a:custGeom>
              <a:solidFill>
                <a:srgbClr val="7035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E7C80660-FAB1-48EB-96B4-C320864A93B1}"/>
                  </a:ext>
                </a:extLst>
              </p:cNvPr>
              <p:cNvSpPr/>
              <p:nvPr/>
            </p:nvSpPr>
            <p:spPr>
              <a:xfrm>
                <a:off x="5161598" y="3191298"/>
                <a:ext cx="104775" cy="76200"/>
              </a:xfrm>
              <a:custGeom>
                <a:avLst/>
                <a:gdLst>
                  <a:gd name="connsiteX0" fmla="*/ 87630 w 104775"/>
                  <a:gd name="connsiteY0" fmla="*/ 3387 h 76200"/>
                  <a:gd name="connsiteX1" fmla="*/ 110490 w 104775"/>
                  <a:gd name="connsiteY1" fmla="*/ 55774 h 76200"/>
                  <a:gd name="connsiteX2" fmla="*/ 48577 w 104775"/>
                  <a:gd name="connsiteY2" fmla="*/ 81492 h 76200"/>
                  <a:gd name="connsiteX3" fmla="*/ 0 w 104775"/>
                  <a:gd name="connsiteY3" fmla="*/ 57679 h 76200"/>
                  <a:gd name="connsiteX4" fmla="*/ 13335 w 104775"/>
                  <a:gd name="connsiteY4" fmla="*/ 3387 h 76200"/>
                  <a:gd name="connsiteX5" fmla="*/ 87630 w 104775"/>
                  <a:gd name="connsiteY5" fmla="*/ 3387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4775" h="76200">
                    <a:moveTo>
                      <a:pt x="87630" y="3387"/>
                    </a:moveTo>
                    <a:cubicBezTo>
                      <a:pt x="87630" y="3387"/>
                      <a:pt x="88582" y="32914"/>
                      <a:pt x="110490" y="55774"/>
                    </a:cubicBezTo>
                    <a:cubicBezTo>
                      <a:pt x="83820" y="78634"/>
                      <a:pt x="69532" y="82444"/>
                      <a:pt x="48577" y="81492"/>
                    </a:cubicBezTo>
                    <a:cubicBezTo>
                      <a:pt x="26670" y="79587"/>
                      <a:pt x="0" y="57679"/>
                      <a:pt x="0" y="57679"/>
                    </a:cubicBezTo>
                    <a:cubicBezTo>
                      <a:pt x="0" y="57679"/>
                      <a:pt x="18098" y="36724"/>
                      <a:pt x="13335" y="3387"/>
                    </a:cubicBezTo>
                    <a:cubicBezTo>
                      <a:pt x="32385" y="-4233"/>
                      <a:pt x="87630" y="3387"/>
                      <a:pt x="87630" y="3387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24611B02-1876-477A-B154-00C415E157A7}"/>
                  </a:ext>
                </a:extLst>
              </p:cNvPr>
              <p:cNvSpPr/>
              <p:nvPr/>
            </p:nvSpPr>
            <p:spPr>
              <a:xfrm>
                <a:off x="4881426" y="3272790"/>
                <a:ext cx="219075" cy="323850"/>
              </a:xfrm>
              <a:custGeom>
                <a:avLst/>
                <a:gdLst>
                  <a:gd name="connsiteX0" fmla="*/ 163967 w 219075"/>
                  <a:gd name="connsiteY0" fmla="*/ 0 h 323850"/>
                  <a:gd name="connsiteX1" fmla="*/ 1089 w 219075"/>
                  <a:gd name="connsiteY1" fmla="*/ 241935 h 323850"/>
                  <a:gd name="connsiteX2" fmla="*/ 219212 w 219075"/>
                  <a:gd name="connsiteY2" fmla="*/ 323850 h 323850"/>
                  <a:gd name="connsiteX3" fmla="*/ 213497 w 219075"/>
                  <a:gd name="connsiteY3" fmla="*/ 268605 h 323850"/>
                  <a:gd name="connsiteX4" fmla="*/ 112532 w 219075"/>
                  <a:gd name="connsiteY4" fmla="*/ 222885 h 323850"/>
                  <a:gd name="connsiteX5" fmla="*/ 183969 w 219075"/>
                  <a:gd name="connsiteY5" fmla="*/ 105727 h 323850"/>
                  <a:gd name="connsiteX6" fmla="*/ 163967 w 219075"/>
                  <a:gd name="connsiteY6" fmla="*/ 0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9075" h="323850">
                    <a:moveTo>
                      <a:pt x="163967" y="0"/>
                    </a:moveTo>
                    <a:cubicBezTo>
                      <a:pt x="163967" y="0"/>
                      <a:pt x="18234" y="175260"/>
                      <a:pt x="1089" y="241935"/>
                    </a:cubicBezTo>
                    <a:cubicBezTo>
                      <a:pt x="-17961" y="308610"/>
                      <a:pt x="219212" y="323850"/>
                      <a:pt x="219212" y="323850"/>
                    </a:cubicBezTo>
                    <a:lnTo>
                      <a:pt x="213497" y="268605"/>
                    </a:lnTo>
                    <a:cubicBezTo>
                      <a:pt x="213497" y="268605"/>
                      <a:pt x="115389" y="232410"/>
                      <a:pt x="112532" y="222885"/>
                    </a:cubicBezTo>
                    <a:cubicBezTo>
                      <a:pt x="109674" y="213360"/>
                      <a:pt x="183969" y="105727"/>
                      <a:pt x="183969" y="105727"/>
                    </a:cubicBezTo>
                    <a:cubicBezTo>
                      <a:pt x="183969" y="105727"/>
                      <a:pt x="179207" y="20002"/>
                      <a:pt x="163967" y="0"/>
                    </a:cubicBezTo>
                    <a:close/>
                  </a:path>
                </a:pathLst>
              </a:custGeom>
              <a:solidFill>
                <a:srgbClr val="FF337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CD6AA004-71B9-4303-8A5C-87348566A350}"/>
                  </a:ext>
                </a:extLst>
              </p:cNvPr>
              <p:cNvSpPr/>
              <p:nvPr/>
            </p:nvSpPr>
            <p:spPr>
              <a:xfrm>
                <a:off x="5192221" y="4110990"/>
                <a:ext cx="114300" cy="209550"/>
              </a:xfrm>
              <a:custGeom>
                <a:avLst/>
                <a:gdLst>
                  <a:gd name="connsiteX0" fmla="*/ 9381 w 114300"/>
                  <a:gd name="connsiteY0" fmla="*/ 11430 h 209550"/>
                  <a:gd name="connsiteX1" fmla="*/ 6524 w 114300"/>
                  <a:gd name="connsiteY1" fmla="*/ 69532 h 209550"/>
                  <a:gd name="connsiteX2" fmla="*/ 109394 w 114300"/>
                  <a:gd name="connsiteY2" fmla="*/ 216217 h 209550"/>
                  <a:gd name="connsiteX3" fmla="*/ 117014 w 114300"/>
                  <a:gd name="connsiteY3" fmla="*/ 159067 h 209550"/>
                  <a:gd name="connsiteX4" fmla="*/ 44624 w 114300"/>
                  <a:gd name="connsiteY4" fmla="*/ 0 h 209550"/>
                  <a:gd name="connsiteX5" fmla="*/ 9381 w 114300"/>
                  <a:gd name="connsiteY5" fmla="*/ 1143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4300" h="209550">
                    <a:moveTo>
                      <a:pt x="9381" y="11430"/>
                    </a:moveTo>
                    <a:cubicBezTo>
                      <a:pt x="9381" y="11430"/>
                      <a:pt x="-9669" y="36195"/>
                      <a:pt x="6524" y="69532"/>
                    </a:cubicBezTo>
                    <a:cubicBezTo>
                      <a:pt x="23669" y="102870"/>
                      <a:pt x="54149" y="196215"/>
                      <a:pt x="109394" y="216217"/>
                    </a:cubicBezTo>
                    <a:cubicBezTo>
                      <a:pt x="121776" y="220028"/>
                      <a:pt x="121776" y="191453"/>
                      <a:pt x="117014" y="159067"/>
                    </a:cubicBezTo>
                    <a:cubicBezTo>
                      <a:pt x="111299" y="126682"/>
                      <a:pt x="79866" y="16192"/>
                      <a:pt x="44624" y="0"/>
                    </a:cubicBezTo>
                    <a:cubicBezTo>
                      <a:pt x="15096" y="9525"/>
                      <a:pt x="9381" y="11430"/>
                      <a:pt x="9381" y="1143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F63FA7E9-AD38-4FEF-8C5C-CBD07A257BEC}"/>
                  </a:ext>
                </a:extLst>
              </p:cNvPr>
              <p:cNvSpPr/>
              <p:nvPr/>
            </p:nvSpPr>
            <p:spPr>
              <a:xfrm>
                <a:off x="5170170" y="4042950"/>
                <a:ext cx="95250" cy="142875"/>
              </a:xfrm>
              <a:custGeom>
                <a:avLst/>
                <a:gdLst>
                  <a:gd name="connsiteX0" fmla="*/ 0 w 95250"/>
                  <a:gd name="connsiteY0" fmla="*/ 13747 h 142875"/>
                  <a:gd name="connsiteX1" fmla="*/ 27622 w 95250"/>
                  <a:gd name="connsiteY1" fmla="*/ 102330 h 142875"/>
                  <a:gd name="connsiteX2" fmla="*/ 79057 w 95250"/>
                  <a:gd name="connsiteY2" fmla="*/ 148050 h 142875"/>
                  <a:gd name="connsiteX3" fmla="*/ 89535 w 95250"/>
                  <a:gd name="connsiteY3" fmla="*/ 91852 h 142875"/>
                  <a:gd name="connsiteX4" fmla="*/ 50482 w 95250"/>
                  <a:gd name="connsiteY4" fmla="*/ 8032 h 142875"/>
                  <a:gd name="connsiteX5" fmla="*/ 0 w 95250"/>
                  <a:gd name="connsiteY5" fmla="*/ 13747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5250" h="142875">
                    <a:moveTo>
                      <a:pt x="0" y="13747"/>
                    </a:moveTo>
                    <a:cubicBezTo>
                      <a:pt x="0" y="13747"/>
                      <a:pt x="23813" y="84232"/>
                      <a:pt x="27622" y="102330"/>
                    </a:cubicBezTo>
                    <a:cubicBezTo>
                      <a:pt x="30480" y="120427"/>
                      <a:pt x="45720" y="159480"/>
                      <a:pt x="79057" y="148050"/>
                    </a:cubicBezTo>
                    <a:cubicBezTo>
                      <a:pt x="112395" y="136619"/>
                      <a:pt x="97155" y="102330"/>
                      <a:pt x="89535" y="91852"/>
                    </a:cubicBezTo>
                    <a:cubicBezTo>
                      <a:pt x="80963" y="81375"/>
                      <a:pt x="56197" y="28035"/>
                      <a:pt x="50482" y="8032"/>
                    </a:cubicBezTo>
                    <a:cubicBezTo>
                      <a:pt x="43815" y="-12923"/>
                      <a:pt x="0" y="13747"/>
                      <a:pt x="0" y="13747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EFAD543E-AC6A-442A-A963-B3E2A8CE6005}"/>
                  </a:ext>
                </a:extLst>
              </p:cNvPr>
              <p:cNvSpPr/>
              <p:nvPr/>
            </p:nvSpPr>
            <p:spPr>
              <a:xfrm>
                <a:off x="5031573" y="3627209"/>
                <a:ext cx="190500" cy="438150"/>
              </a:xfrm>
              <a:custGeom>
                <a:avLst/>
                <a:gdLst>
                  <a:gd name="connsiteX0" fmla="*/ 196699 w 190500"/>
                  <a:gd name="connsiteY0" fmla="*/ 424726 h 438150"/>
                  <a:gd name="connsiteX1" fmla="*/ 159552 w 190500"/>
                  <a:gd name="connsiteY1" fmla="*/ 279946 h 438150"/>
                  <a:gd name="connsiteX2" fmla="*/ 49062 w 190500"/>
                  <a:gd name="connsiteY2" fmla="*/ 863 h 438150"/>
                  <a:gd name="connsiteX3" fmla="*/ 17629 w 190500"/>
                  <a:gd name="connsiteY3" fmla="*/ 157073 h 438150"/>
                  <a:gd name="connsiteX4" fmla="*/ 130024 w 190500"/>
                  <a:gd name="connsiteY4" fmla="*/ 438060 h 438150"/>
                  <a:gd name="connsiteX5" fmla="*/ 196699 w 190500"/>
                  <a:gd name="connsiteY5" fmla="*/ 424726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0500" h="438150">
                    <a:moveTo>
                      <a:pt x="196699" y="424726"/>
                    </a:moveTo>
                    <a:cubicBezTo>
                      <a:pt x="196699" y="424726"/>
                      <a:pt x="173839" y="362813"/>
                      <a:pt x="159552" y="279946"/>
                    </a:cubicBezTo>
                    <a:cubicBezTo>
                      <a:pt x="145264" y="198031"/>
                      <a:pt x="113832" y="13246"/>
                      <a:pt x="49062" y="863"/>
                    </a:cubicBezTo>
                    <a:cubicBezTo>
                      <a:pt x="-15708" y="-10567"/>
                      <a:pt x="-5231" y="94208"/>
                      <a:pt x="17629" y="157073"/>
                    </a:cubicBezTo>
                    <a:cubicBezTo>
                      <a:pt x="41442" y="219938"/>
                      <a:pt x="130024" y="438060"/>
                      <a:pt x="130024" y="438060"/>
                    </a:cubicBezTo>
                    <a:cubicBezTo>
                      <a:pt x="130024" y="438060"/>
                      <a:pt x="154789" y="449491"/>
                      <a:pt x="196699" y="424726"/>
                    </a:cubicBezTo>
                    <a:close/>
                  </a:path>
                </a:pathLst>
              </a:custGeom>
              <a:solidFill>
                <a:srgbClr val="212D8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9DA17DFA-E88A-4351-984B-CCB7444A36C3}"/>
                  </a:ext>
                </a:extLst>
              </p:cNvPr>
              <p:cNvSpPr/>
              <p:nvPr/>
            </p:nvSpPr>
            <p:spPr>
              <a:xfrm>
                <a:off x="5169127" y="4110990"/>
                <a:ext cx="114300" cy="209550"/>
              </a:xfrm>
              <a:custGeom>
                <a:avLst/>
                <a:gdLst>
                  <a:gd name="connsiteX0" fmla="*/ 110581 w 114300"/>
                  <a:gd name="connsiteY0" fmla="*/ 11430 h 209550"/>
                  <a:gd name="connsiteX1" fmla="*/ 113438 w 114300"/>
                  <a:gd name="connsiteY1" fmla="*/ 69532 h 209550"/>
                  <a:gd name="connsiteX2" fmla="*/ 10568 w 114300"/>
                  <a:gd name="connsiteY2" fmla="*/ 215265 h 209550"/>
                  <a:gd name="connsiteX3" fmla="*/ 2948 w 114300"/>
                  <a:gd name="connsiteY3" fmla="*/ 158115 h 209550"/>
                  <a:gd name="connsiteX4" fmla="*/ 74386 w 114300"/>
                  <a:gd name="connsiteY4" fmla="*/ 0 h 209550"/>
                  <a:gd name="connsiteX5" fmla="*/ 110581 w 114300"/>
                  <a:gd name="connsiteY5" fmla="*/ 1143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4300" h="209550">
                    <a:moveTo>
                      <a:pt x="110581" y="11430"/>
                    </a:moveTo>
                    <a:cubicBezTo>
                      <a:pt x="110581" y="11430"/>
                      <a:pt x="129631" y="36195"/>
                      <a:pt x="113438" y="69532"/>
                    </a:cubicBezTo>
                    <a:cubicBezTo>
                      <a:pt x="96293" y="102870"/>
                      <a:pt x="66766" y="196215"/>
                      <a:pt x="10568" y="215265"/>
                    </a:cubicBezTo>
                    <a:cubicBezTo>
                      <a:pt x="-1814" y="219075"/>
                      <a:pt x="-1814" y="190500"/>
                      <a:pt x="2948" y="158115"/>
                    </a:cubicBezTo>
                    <a:cubicBezTo>
                      <a:pt x="8663" y="125730"/>
                      <a:pt x="39143" y="16192"/>
                      <a:pt x="74386" y="0"/>
                    </a:cubicBezTo>
                    <a:cubicBezTo>
                      <a:pt x="104866" y="9525"/>
                      <a:pt x="110581" y="11430"/>
                      <a:pt x="110581" y="11430"/>
                    </a:cubicBezTo>
                    <a:close/>
                  </a:path>
                </a:pathLst>
              </a:custGeom>
              <a:solidFill>
                <a:srgbClr val="47474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80D027F7-5B33-4996-8228-2391348069F1}"/>
                  </a:ext>
                </a:extLst>
              </p:cNvPr>
              <p:cNvSpPr/>
              <p:nvPr/>
            </p:nvSpPr>
            <p:spPr>
              <a:xfrm>
                <a:off x="5210482" y="4042950"/>
                <a:ext cx="95250" cy="142875"/>
              </a:xfrm>
              <a:custGeom>
                <a:avLst/>
                <a:gdLst>
                  <a:gd name="connsiteX0" fmla="*/ 99706 w 95250"/>
                  <a:gd name="connsiteY0" fmla="*/ 13747 h 142875"/>
                  <a:gd name="connsiteX1" fmla="*/ 72083 w 95250"/>
                  <a:gd name="connsiteY1" fmla="*/ 102330 h 142875"/>
                  <a:gd name="connsiteX2" fmla="*/ 20648 w 95250"/>
                  <a:gd name="connsiteY2" fmla="*/ 148050 h 142875"/>
                  <a:gd name="connsiteX3" fmla="*/ 10171 w 95250"/>
                  <a:gd name="connsiteY3" fmla="*/ 91852 h 142875"/>
                  <a:gd name="connsiteX4" fmla="*/ 49223 w 95250"/>
                  <a:gd name="connsiteY4" fmla="*/ 8032 h 142875"/>
                  <a:gd name="connsiteX5" fmla="*/ 99706 w 95250"/>
                  <a:gd name="connsiteY5" fmla="*/ 13747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5250" h="142875">
                    <a:moveTo>
                      <a:pt x="99706" y="13747"/>
                    </a:moveTo>
                    <a:cubicBezTo>
                      <a:pt x="99706" y="13747"/>
                      <a:pt x="75893" y="84232"/>
                      <a:pt x="72083" y="102330"/>
                    </a:cubicBezTo>
                    <a:cubicBezTo>
                      <a:pt x="69226" y="120427"/>
                      <a:pt x="53986" y="159480"/>
                      <a:pt x="20648" y="148050"/>
                    </a:cubicBezTo>
                    <a:cubicBezTo>
                      <a:pt x="-12689" y="136619"/>
                      <a:pt x="2551" y="102330"/>
                      <a:pt x="10171" y="91852"/>
                    </a:cubicBezTo>
                    <a:cubicBezTo>
                      <a:pt x="18743" y="81375"/>
                      <a:pt x="43508" y="28035"/>
                      <a:pt x="49223" y="8032"/>
                    </a:cubicBezTo>
                    <a:cubicBezTo>
                      <a:pt x="55891" y="-12923"/>
                      <a:pt x="99706" y="13747"/>
                      <a:pt x="99706" y="13747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AA352532-8B90-4048-87CC-88E9FA3C16AF}"/>
                  </a:ext>
                </a:extLst>
              </p:cNvPr>
              <p:cNvSpPr/>
              <p:nvPr/>
            </p:nvSpPr>
            <p:spPr>
              <a:xfrm>
                <a:off x="5253038" y="3627209"/>
                <a:ext cx="190500" cy="438150"/>
              </a:xfrm>
              <a:custGeom>
                <a:avLst/>
                <a:gdLst>
                  <a:gd name="connsiteX0" fmla="*/ 0 w 190500"/>
                  <a:gd name="connsiteY0" fmla="*/ 424726 h 438150"/>
                  <a:gd name="connsiteX1" fmla="*/ 37148 w 190500"/>
                  <a:gd name="connsiteY1" fmla="*/ 279946 h 438150"/>
                  <a:gd name="connsiteX2" fmla="*/ 147638 w 190500"/>
                  <a:gd name="connsiteY2" fmla="*/ 863 h 438150"/>
                  <a:gd name="connsiteX3" fmla="*/ 179070 w 190500"/>
                  <a:gd name="connsiteY3" fmla="*/ 157073 h 438150"/>
                  <a:gd name="connsiteX4" fmla="*/ 66675 w 190500"/>
                  <a:gd name="connsiteY4" fmla="*/ 438060 h 438150"/>
                  <a:gd name="connsiteX5" fmla="*/ 0 w 190500"/>
                  <a:gd name="connsiteY5" fmla="*/ 424726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0500" h="438150">
                    <a:moveTo>
                      <a:pt x="0" y="424726"/>
                    </a:moveTo>
                    <a:cubicBezTo>
                      <a:pt x="0" y="424726"/>
                      <a:pt x="22860" y="362813"/>
                      <a:pt x="37148" y="279946"/>
                    </a:cubicBezTo>
                    <a:cubicBezTo>
                      <a:pt x="51435" y="198031"/>
                      <a:pt x="82867" y="13246"/>
                      <a:pt x="147638" y="863"/>
                    </a:cubicBezTo>
                    <a:cubicBezTo>
                      <a:pt x="212408" y="-10567"/>
                      <a:pt x="201930" y="94208"/>
                      <a:pt x="179070" y="157073"/>
                    </a:cubicBezTo>
                    <a:cubicBezTo>
                      <a:pt x="155258" y="219938"/>
                      <a:pt x="66675" y="438060"/>
                      <a:pt x="66675" y="438060"/>
                    </a:cubicBezTo>
                    <a:cubicBezTo>
                      <a:pt x="66675" y="438060"/>
                      <a:pt x="41910" y="449491"/>
                      <a:pt x="0" y="424726"/>
                    </a:cubicBezTo>
                    <a:close/>
                  </a:path>
                </a:pathLst>
              </a:custGeom>
              <a:solidFill>
                <a:srgbClr val="212D8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D5B7D18C-B477-4088-98C9-509E550DD16B}"/>
                  </a:ext>
                </a:extLst>
              </p:cNvPr>
              <p:cNvSpPr/>
              <p:nvPr/>
            </p:nvSpPr>
            <p:spPr>
              <a:xfrm>
                <a:off x="5025299" y="3378517"/>
                <a:ext cx="400050" cy="238125"/>
              </a:xfrm>
              <a:custGeom>
                <a:avLst/>
                <a:gdLst>
                  <a:gd name="connsiteX0" fmla="*/ 30571 w 400050"/>
                  <a:gd name="connsiteY0" fmla="*/ 228600 h 238125"/>
                  <a:gd name="connsiteX1" fmla="*/ 45811 w 400050"/>
                  <a:gd name="connsiteY1" fmla="*/ 242888 h 238125"/>
                  <a:gd name="connsiteX2" fmla="*/ 363946 w 400050"/>
                  <a:gd name="connsiteY2" fmla="*/ 242888 h 238125"/>
                  <a:gd name="connsiteX3" fmla="*/ 379186 w 400050"/>
                  <a:gd name="connsiteY3" fmla="*/ 228600 h 238125"/>
                  <a:gd name="connsiteX4" fmla="*/ 408713 w 400050"/>
                  <a:gd name="connsiteY4" fmla="*/ 14288 h 238125"/>
                  <a:gd name="connsiteX5" fmla="*/ 394426 w 400050"/>
                  <a:gd name="connsiteY5" fmla="*/ 0 h 238125"/>
                  <a:gd name="connsiteX6" fmla="*/ 14378 w 400050"/>
                  <a:gd name="connsiteY6" fmla="*/ 0 h 238125"/>
                  <a:gd name="connsiteX7" fmla="*/ 91 w 400050"/>
                  <a:gd name="connsiteY7" fmla="*/ 14288 h 238125"/>
                  <a:gd name="connsiteX8" fmla="*/ 30571 w 400050"/>
                  <a:gd name="connsiteY8" fmla="*/ 228600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0050" h="238125">
                    <a:moveTo>
                      <a:pt x="30571" y="228600"/>
                    </a:moveTo>
                    <a:cubicBezTo>
                      <a:pt x="31523" y="236220"/>
                      <a:pt x="38191" y="242888"/>
                      <a:pt x="45811" y="242888"/>
                    </a:cubicBezTo>
                    <a:cubicBezTo>
                      <a:pt x="151538" y="242888"/>
                      <a:pt x="257266" y="242888"/>
                      <a:pt x="363946" y="242888"/>
                    </a:cubicBezTo>
                    <a:cubicBezTo>
                      <a:pt x="371566" y="242888"/>
                      <a:pt x="378233" y="236220"/>
                      <a:pt x="379186" y="228600"/>
                    </a:cubicBezTo>
                    <a:cubicBezTo>
                      <a:pt x="388711" y="157163"/>
                      <a:pt x="399188" y="85725"/>
                      <a:pt x="408713" y="14288"/>
                    </a:cubicBezTo>
                    <a:cubicBezTo>
                      <a:pt x="409666" y="6667"/>
                      <a:pt x="403951" y="0"/>
                      <a:pt x="394426" y="0"/>
                    </a:cubicBezTo>
                    <a:cubicBezTo>
                      <a:pt x="267743" y="0"/>
                      <a:pt x="141061" y="0"/>
                      <a:pt x="14378" y="0"/>
                    </a:cubicBezTo>
                    <a:cubicBezTo>
                      <a:pt x="5806" y="0"/>
                      <a:pt x="-862" y="6667"/>
                      <a:pt x="91" y="14288"/>
                    </a:cubicBezTo>
                    <a:cubicBezTo>
                      <a:pt x="10568" y="85725"/>
                      <a:pt x="21046" y="157163"/>
                      <a:pt x="30571" y="228600"/>
                    </a:cubicBezTo>
                    <a:close/>
                  </a:path>
                </a:pathLst>
              </a:custGeom>
              <a:solidFill>
                <a:srgbClr val="FCFCF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FDF9C06A-8B20-40AD-A38F-703A8C3D4894}"/>
                  </a:ext>
                </a:extLst>
              </p:cNvPr>
              <p:cNvSpPr/>
              <p:nvPr/>
            </p:nvSpPr>
            <p:spPr>
              <a:xfrm>
                <a:off x="5054918" y="3621404"/>
                <a:ext cx="342900" cy="9525"/>
              </a:xfrm>
              <a:custGeom>
                <a:avLst/>
                <a:gdLst>
                  <a:gd name="connsiteX0" fmla="*/ 351472 w 342900"/>
                  <a:gd name="connsiteY0" fmla="*/ 5715 h 9525"/>
                  <a:gd name="connsiteX1" fmla="*/ 341947 w 342900"/>
                  <a:gd name="connsiteY1" fmla="*/ 0 h 9525"/>
                  <a:gd name="connsiteX2" fmla="*/ 8572 w 342900"/>
                  <a:gd name="connsiteY2" fmla="*/ 0 h 9525"/>
                  <a:gd name="connsiteX3" fmla="*/ 0 w 342900"/>
                  <a:gd name="connsiteY3" fmla="*/ 5715 h 9525"/>
                  <a:gd name="connsiteX4" fmla="*/ 0 w 342900"/>
                  <a:gd name="connsiteY4" fmla="*/ 8573 h 9525"/>
                  <a:gd name="connsiteX5" fmla="*/ 8572 w 342900"/>
                  <a:gd name="connsiteY5" fmla="*/ 14288 h 9525"/>
                  <a:gd name="connsiteX6" fmla="*/ 342900 w 342900"/>
                  <a:gd name="connsiteY6" fmla="*/ 14288 h 9525"/>
                  <a:gd name="connsiteX7" fmla="*/ 352425 w 342900"/>
                  <a:gd name="connsiteY7" fmla="*/ 8573 h 9525"/>
                  <a:gd name="connsiteX8" fmla="*/ 352425 w 342900"/>
                  <a:gd name="connsiteY8" fmla="*/ 571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900" h="9525">
                    <a:moveTo>
                      <a:pt x="351472" y="5715"/>
                    </a:moveTo>
                    <a:cubicBezTo>
                      <a:pt x="351472" y="1905"/>
                      <a:pt x="347662" y="0"/>
                      <a:pt x="341947" y="0"/>
                    </a:cubicBezTo>
                    <a:lnTo>
                      <a:pt x="8572" y="0"/>
                    </a:lnTo>
                    <a:cubicBezTo>
                      <a:pt x="3810" y="0"/>
                      <a:pt x="0" y="2858"/>
                      <a:pt x="0" y="5715"/>
                    </a:cubicBezTo>
                    <a:lnTo>
                      <a:pt x="0" y="8573"/>
                    </a:lnTo>
                    <a:cubicBezTo>
                      <a:pt x="0" y="12383"/>
                      <a:pt x="3810" y="14288"/>
                      <a:pt x="8572" y="14288"/>
                    </a:cubicBezTo>
                    <a:lnTo>
                      <a:pt x="342900" y="14288"/>
                    </a:lnTo>
                    <a:cubicBezTo>
                      <a:pt x="347662" y="14288"/>
                      <a:pt x="352425" y="11430"/>
                      <a:pt x="352425" y="8573"/>
                    </a:cubicBezTo>
                    <a:lnTo>
                      <a:pt x="352425" y="5715"/>
                    </a:lnTo>
                    <a:close/>
                  </a:path>
                </a:pathLst>
              </a:custGeom>
              <a:solidFill>
                <a:srgbClr val="EAEAE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587D0AAF-7F17-48F6-850F-9F6059491DFA}"/>
                  </a:ext>
                </a:extLst>
              </p:cNvPr>
              <p:cNvSpPr/>
              <p:nvPr/>
            </p:nvSpPr>
            <p:spPr>
              <a:xfrm>
                <a:off x="5097780" y="2939531"/>
                <a:ext cx="304800" cy="133350"/>
              </a:xfrm>
              <a:custGeom>
                <a:avLst/>
                <a:gdLst>
                  <a:gd name="connsiteX0" fmla="*/ 0 w 304800"/>
                  <a:gd name="connsiteY0" fmla="*/ 135139 h 133350"/>
                  <a:gd name="connsiteX1" fmla="*/ 306705 w 304800"/>
                  <a:gd name="connsiteY1" fmla="*/ 131328 h 133350"/>
                  <a:gd name="connsiteX2" fmla="*/ 294322 w 304800"/>
                  <a:gd name="connsiteY2" fmla="*/ 109421 h 133350"/>
                  <a:gd name="connsiteX3" fmla="*/ 229553 w 304800"/>
                  <a:gd name="connsiteY3" fmla="*/ 108469 h 133350"/>
                  <a:gd name="connsiteX4" fmla="*/ 177165 w 304800"/>
                  <a:gd name="connsiteY4" fmla="*/ 11314 h 133350"/>
                  <a:gd name="connsiteX5" fmla="*/ 0 w 304800"/>
                  <a:gd name="connsiteY5" fmla="*/ 13513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4800" h="133350">
                    <a:moveTo>
                      <a:pt x="0" y="135139"/>
                    </a:moveTo>
                    <a:lnTo>
                      <a:pt x="306705" y="131328"/>
                    </a:lnTo>
                    <a:cubicBezTo>
                      <a:pt x="306705" y="131328"/>
                      <a:pt x="329565" y="110373"/>
                      <a:pt x="294322" y="109421"/>
                    </a:cubicBezTo>
                    <a:cubicBezTo>
                      <a:pt x="259080" y="108469"/>
                      <a:pt x="229553" y="108469"/>
                      <a:pt x="229553" y="108469"/>
                    </a:cubicBezTo>
                    <a:cubicBezTo>
                      <a:pt x="229553" y="108469"/>
                      <a:pt x="218122" y="27506"/>
                      <a:pt x="177165" y="11314"/>
                    </a:cubicBezTo>
                    <a:cubicBezTo>
                      <a:pt x="136208" y="-5831"/>
                      <a:pt x="22860" y="-25834"/>
                      <a:pt x="0" y="135139"/>
                    </a:cubicBezTo>
                    <a:close/>
                  </a:path>
                </a:pathLst>
              </a:custGeom>
              <a:solidFill>
                <a:srgbClr val="FF337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3E43ED72-C872-4BF3-BC3F-5A6A50653DA8}"/>
                  </a:ext>
                </a:extLst>
              </p:cNvPr>
              <p:cNvSpPr/>
              <p:nvPr/>
            </p:nvSpPr>
            <p:spPr>
              <a:xfrm>
                <a:off x="6983633" y="3093150"/>
                <a:ext cx="95250" cy="142875"/>
              </a:xfrm>
              <a:custGeom>
                <a:avLst/>
                <a:gdLst>
                  <a:gd name="connsiteX0" fmla="*/ 34387 w 95250"/>
                  <a:gd name="connsiteY0" fmla="*/ 12952 h 142875"/>
                  <a:gd name="connsiteX1" fmla="*/ 97 w 95250"/>
                  <a:gd name="connsiteY1" fmla="*/ 79627 h 142875"/>
                  <a:gd name="connsiteX2" fmla="*/ 58200 w 95250"/>
                  <a:gd name="connsiteY2" fmla="*/ 152017 h 142875"/>
                  <a:gd name="connsiteX3" fmla="*/ 88680 w 95250"/>
                  <a:gd name="connsiteY3" fmla="*/ 106297 h 142875"/>
                  <a:gd name="connsiteX4" fmla="*/ 34387 w 95250"/>
                  <a:gd name="connsiteY4" fmla="*/ 12952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142875">
                    <a:moveTo>
                      <a:pt x="34387" y="12952"/>
                    </a:moveTo>
                    <a:cubicBezTo>
                      <a:pt x="34387" y="12952"/>
                      <a:pt x="10575" y="56767"/>
                      <a:pt x="97" y="79627"/>
                    </a:cubicBezTo>
                    <a:cubicBezTo>
                      <a:pt x="-2760" y="114869"/>
                      <a:pt x="58200" y="152017"/>
                      <a:pt x="58200" y="152017"/>
                    </a:cubicBezTo>
                    <a:cubicBezTo>
                      <a:pt x="58200" y="152017"/>
                      <a:pt x="62962" y="106297"/>
                      <a:pt x="88680" y="106297"/>
                    </a:cubicBezTo>
                    <a:cubicBezTo>
                      <a:pt x="113445" y="106297"/>
                      <a:pt x="89632" y="-44198"/>
                      <a:pt x="34387" y="12952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7258BA37-D6DF-4C1C-8AF9-60B3C203EA60}"/>
                  </a:ext>
                </a:extLst>
              </p:cNvPr>
              <p:cNvSpPr/>
              <p:nvPr/>
            </p:nvSpPr>
            <p:spPr>
              <a:xfrm>
                <a:off x="7034813" y="3028950"/>
                <a:ext cx="161925" cy="190500"/>
              </a:xfrm>
              <a:custGeom>
                <a:avLst/>
                <a:gdLst>
                  <a:gd name="connsiteX0" fmla="*/ 168944 w 161925"/>
                  <a:gd name="connsiteY0" fmla="*/ 60008 h 190500"/>
                  <a:gd name="connsiteX1" fmla="*/ 149894 w 161925"/>
                  <a:gd name="connsiteY1" fmla="*/ 113347 h 190500"/>
                  <a:gd name="connsiteX2" fmla="*/ 146084 w 161925"/>
                  <a:gd name="connsiteY2" fmla="*/ 153353 h 190500"/>
                  <a:gd name="connsiteX3" fmla="*/ 123224 w 161925"/>
                  <a:gd name="connsiteY3" fmla="*/ 153353 h 190500"/>
                  <a:gd name="connsiteX4" fmla="*/ 48929 w 161925"/>
                  <a:gd name="connsiteY4" fmla="*/ 191453 h 190500"/>
                  <a:gd name="connsiteX5" fmla="*/ 9877 w 161925"/>
                  <a:gd name="connsiteY5" fmla="*/ 77153 h 190500"/>
                  <a:gd name="connsiteX6" fmla="*/ 70837 w 161925"/>
                  <a:gd name="connsiteY6" fmla="*/ 0 h 190500"/>
                  <a:gd name="connsiteX7" fmla="*/ 168944 w 161925"/>
                  <a:gd name="connsiteY7" fmla="*/ 60008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1925" h="190500">
                    <a:moveTo>
                      <a:pt x="168944" y="60008"/>
                    </a:moveTo>
                    <a:cubicBezTo>
                      <a:pt x="168944" y="60008"/>
                      <a:pt x="161324" y="100013"/>
                      <a:pt x="149894" y="113347"/>
                    </a:cubicBezTo>
                    <a:cubicBezTo>
                      <a:pt x="138464" y="126683"/>
                      <a:pt x="146084" y="142875"/>
                      <a:pt x="146084" y="153353"/>
                    </a:cubicBezTo>
                    <a:cubicBezTo>
                      <a:pt x="146084" y="163830"/>
                      <a:pt x="133702" y="160020"/>
                      <a:pt x="123224" y="153353"/>
                    </a:cubicBezTo>
                    <a:cubicBezTo>
                      <a:pt x="106079" y="170497"/>
                      <a:pt x="85124" y="202883"/>
                      <a:pt x="48929" y="191453"/>
                    </a:cubicBezTo>
                    <a:cubicBezTo>
                      <a:pt x="12734" y="180022"/>
                      <a:pt x="-15841" y="109538"/>
                      <a:pt x="9877" y="77153"/>
                    </a:cubicBezTo>
                    <a:cubicBezTo>
                      <a:pt x="22259" y="46672"/>
                      <a:pt x="70837" y="0"/>
                      <a:pt x="70837" y="0"/>
                    </a:cubicBezTo>
                    <a:lnTo>
                      <a:pt x="168944" y="60008"/>
                    </a:ln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D21E9A44-B0C2-4D0E-9AE7-E01945B1E48E}"/>
                  </a:ext>
                </a:extLst>
              </p:cNvPr>
              <p:cNvSpPr/>
              <p:nvPr/>
            </p:nvSpPr>
            <p:spPr>
              <a:xfrm>
                <a:off x="7008701" y="2989813"/>
                <a:ext cx="123825" cy="123825"/>
              </a:xfrm>
              <a:custGeom>
                <a:avLst/>
                <a:gdLst>
                  <a:gd name="connsiteX0" fmla="*/ 131239 w 123825"/>
                  <a:gd name="connsiteY0" fmla="*/ 49614 h 123825"/>
                  <a:gd name="connsiteX1" fmla="*/ 94092 w 123825"/>
                  <a:gd name="connsiteY1" fmla="*/ 83904 h 123825"/>
                  <a:gd name="connsiteX2" fmla="*/ 66469 w 123825"/>
                  <a:gd name="connsiteY2" fmla="*/ 110574 h 123825"/>
                  <a:gd name="connsiteX3" fmla="*/ 54086 w 123825"/>
                  <a:gd name="connsiteY3" fmla="*/ 102954 h 123825"/>
                  <a:gd name="connsiteX4" fmla="*/ 29321 w 123825"/>
                  <a:gd name="connsiteY4" fmla="*/ 106764 h 123825"/>
                  <a:gd name="connsiteX5" fmla="*/ 746 w 123825"/>
                  <a:gd name="connsiteY5" fmla="*/ 128672 h 123825"/>
                  <a:gd name="connsiteX6" fmla="*/ 33131 w 123825"/>
                  <a:gd name="connsiteY6" fmla="*/ 1989 h 123825"/>
                  <a:gd name="connsiteX7" fmla="*/ 66469 w 123825"/>
                  <a:gd name="connsiteY7" fmla="*/ 15324 h 123825"/>
                  <a:gd name="connsiteX8" fmla="*/ 131239 w 123825"/>
                  <a:gd name="connsiteY8" fmla="*/ 49614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825" h="123825">
                    <a:moveTo>
                      <a:pt x="131239" y="49614"/>
                    </a:moveTo>
                    <a:cubicBezTo>
                      <a:pt x="131239" y="49614"/>
                      <a:pt x="111236" y="82952"/>
                      <a:pt x="94092" y="83904"/>
                    </a:cubicBezTo>
                    <a:cubicBezTo>
                      <a:pt x="76946" y="84857"/>
                      <a:pt x="66469" y="110574"/>
                      <a:pt x="66469" y="110574"/>
                    </a:cubicBezTo>
                    <a:lnTo>
                      <a:pt x="54086" y="102954"/>
                    </a:lnTo>
                    <a:cubicBezTo>
                      <a:pt x="54086" y="102954"/>
                      <a:pt x="35036" y="92477"/>
                      <a:pt x="29321" y="106764"/>
                    </a:cubicBezTo>
                    <a:cubicBezTo>
                      <a:pt x="23606" y="122004"/>
                      <a:pt x="746" y="128672"/>
                      <a:pt x="746" y="128672"/>
                    </a:cubicBezTo>
                    <a:cubicBezTo>
                      <a:pt x="746" y="128672"/>
                      <a:pt x="-7826" y="12467"/>
                      <a:pt x="33131" y="1989"/>
                    </a:cubicBezTo>
                    <a:cubicBezTo>
                      <a:pt x="63611" y="-6583"/>
                      <a:pt x="59802" y="15324"/>
                      <a:pt x="66469" y="15324"/>
                    </a:cubicBezTo>
                    <a:cubicBezTo>
                      <a:pt x="98854" y="16277"/>
                      <a:pt x="131239" y="49614"/>
                      <a:pt x="131239" y="49614"/>
                    </a:cubicBezTo>
                    <a:close/>
                  </a:path>
                </a:pathLst>
              </a:custGeom>
              <a:solidFill>
                <a:srgbClr val="7035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6CD96DCB-C5F5-4D4B-BC18-A56E244482AF}"/>
                  </a:ext>
                </a:extLst>
              </p:cNvPr>
              <p:cNvSpPr/>
              <p:nvPr/>
            </p:nvSpPr>
            <p:spPr>
              <a:xfrm>
                <a:off x="6758907" y="3091815"/>
                <a:ext cx="314325" cy="571500"/>
              </a:xfrm>
              <a:custGeom>
                <a:avLst/>
                <a:gdLst>
                  <a:gd name="connsiteX0" fmla="*/ 279115 w 314325"/>
                  <a:gd name="connsiteY0" fmla="*/ 115252 h 571500"/>
                  <a:gd name="connsiteX1" fmla="*/ 316263 w 314325"/>
                  <a:gd name="connsiteY1" fmla="*/ 208597 h 571500"/>
                  <a:gd name="connsiteX2" fmla="*/ 303880 w 314325"/>
                  <a:gd name="connsiteY2" fmla="*/ 453390 h 571500"/>
                  <a:gd name="connsiteX3" fmla="*/ 308643 w 314325"/>
                  <a:gd name="connsiteY3" fmla="*/ 477202 h 571500"/>
                  <a:gd name="connsiteX4" fmla="*/ 35275 w 314325"/>
                  <a:gd name="connsiteY4" fmla="*/ 572452 h 571500"/>
                  <a:gd name="connsiteX5" fmla="*/ 35275 w 314325"/>
                  <a:gd name="connsiteY5" fmla="*/ 309563 h 571500"/>
                  <a:gd name="connsiteX6" fmla="*/ 125763 w 314325"/>
                  <a:gd name="connsiteY6" fmla="*/ 140970 h 571500"/>
                  <a:gd name="connsiteX7" fmla="*/ 215298 w 314325"/>
                  <a:gd name="connsiteY7" fmla="*/ 0 h 571500"/>
                  <a:gd name="connsiteX8" fmla="*/ 279115 w 314325"/>
                  <a:gd name="connsiteY8" fmla="*/ 115252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4325" h="571500">
                    <a:moveTo>
                      <a:pt x="279115" y="115252"/>
                    </a:moveTo>
                    <a:cubicBezTo>
                      <a:pt x="279115" y="115252"/>
                      <a:pt x="315311" y="142875"/>
                      <a:pt x="316263" y="208597"/>
                    </a:cubicBezTo>
                    <a:cubicBezTo>
                      <a:pt x="317215" y="274320"/>
                      <a:pt x="303880" y="418147"/>
                      <a:pt x="303880" y="453390"/>
                    </a:cubicBezTo>
                    <a:cubicBezTo>
                      <a:pt x="303880" y="488632"/>
                      <a:pt x="308643" y="477202"/>
                      <a:pt x="308643" y="477202"/>
                    </a:cubicBezTo>
                    <a:cubicBezTo>
                      <a:pt x="308643" y="477202"/>
                      <a:pt x="97188" y="568643"/>
                      <a:pt x="35275" y="572452"/>
                    </a:cubicBezTo>
                    <a:cubicBezTo>
                      <a:pt x="-32352" y="528638"/>
                      <a:pt x="14320" y="383857"/>
                      <a:pt x="35275" y="309563"/>
                    </a:cubicBezTo>
                    <a:cubicBezTo>
                      <a:pt x="56230" y="235267"/>
                      <a:pt x="106713" y="156210"/>
                      <a:pt x="125763" y="140970"/>
                    </a:cubicBezTo>
                    <a:cubicBezTo>
                      <a:pt x="45753" y="177165"/>
                      <a:pt x="62898" y="25717"/>
                      <a:pt x="215298" y="0"/>
                    </a:cubicBezTo>
                    <a:cubicBezTo>
                      <a:pt x="236253" y="21907"/>
                      <a:pt x="279115" y="115252"/>
                      <a:pt x="279115" y="11525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97102CF7-AD46-4ABF-BC2A-C00310AD210F}"/>
                  </a:ext>
                </a:extLst>
              </p:cNvPr>
              <p:cNvSpPr/>
              <p:nvPr/>
            </p:nvSpPr>
            <p:spPr>
              <a:xfrm>
                <a:off x="7038025" y="3055522"/>
                <a:ext cx="28575" cy="57150"/>
              </a:xfrm>
              <a:custGeom>
                <a:avLst/>
                <a:gdLst>
                  <a:gd name="connsiteX0" fmla="*/ 34287 w 28575"/>
                  <a:gd name="connsiteY0" fmla="*/ 24862 h 57150"/>
                  <a:gd name="connsiteX1" fmla="*/ 13332 w 28575"/>
                  <a:gd name="connsiteY1" fmla="*/ 97 h 57150"/>
                  <a:gd name="connsiteX2" fmla="*/ 13332 w 28575"/>
                  <a:gd name="connsiteY2" fmla="*/ 62962 h 57150"/>
                  <a:gd name="connsiteX3" fmla="*/ 34287 w 28575"/>
                  <a:gd name="connsiteY3" fmla="*/ 24862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75" h="57150">
                    <a:moveTo>
                      <a:pt x="34287" y="24862"/>
                    </a:moveTo>
                    <a:cubicBezTo>
                      <a:pt x="34287" y="24862"/>
                      <a:pt x="33335" y="-1808"/>
                      <a:pt x="13332" y="97"/>
                    </a:cubicBezTo>
                    <a:cubicBezTo>
                      <a:pt x="-7623" y="2002"/>
                      <a:pt x="-955" y="69630"/>
                      <a:pt x="13332" y="62962"/>
                    </a:cubicBezTo>
                    <a:cubicBezTo>
                      <a:pt x="27620" y="56295"/>
                      <a:pt x="34287" y="24862"/>
                      <a:pt x="34287" y="24862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8A416243-D5AD-4B98-BA26-068A1E70814F}"/>
                  </a:ext>
                </a:extLst>
              </p:cNvPr>
              <p:cNvSpPr/>
              <p:nvPr/>
            </p:nvSpPr>
            <p:spPr>
              <a:xfrm>
                <a:off x="7447411" y="3452627"/>
                <a:ext cx="57150" cy="276225"/>
              </a:xfrm>
              <a:custGeom>
                <a:avLst/>
                <a:gdLst>
                  <a:gd name="connsiteX0" fmla="*/ 52574 w 57150"/>
                  <a:gd name="connsiteY0" fmla="*/ 185 h 276225"/>
                  <a:gd name="connsiteX1" fmla="*/ 44954 w 57150"/>
                  <a:gd name="connsiteY1" fmla="*/ 5900 h 276225"/>
                  <a:gd name="connsiteX2" fmla="*/ 187 w 57150"/>
                  <a:gd name="connsiteY2" fmla="*/ 268790 h 276225"/>
                  <a:gd name="connsiteX3" fmla="*/ 4949 w 57150"/>
                  <a:gd name="connsiteY3" fmla="*/ 277362 h 276225"/>
                  <a:gd name="connsiteX4" fmla="*/ 7807 w 57150"/>
                  <a:gd name="connsiteY4" fmla="*/ 278315 h 276225"/>
                  <a:gd name="connsiteX5" fmla="*/ 15427 w 57150"/>
                  <a:gd name="connsiteY5" fmla="*/ 272600 h 276225"/>
                  <a:gd name="connsiteX6" fmla="*/ 60195 w 57150"/>
                  <a:gd name="connsiteY6" fmla="*/ 9710 h 276225"/>
                  <a:gd name="connsiteX7" fmla="*/ 55432 w 57150"/>
                  <a:gd name="connsiteY7" fmla="*/ 1137 h 276225"/>
                  <a:gd name="connsiteX8" fmla="*/ 52574 w 57150"/>
                  <a:gd name="connsiteY8" fmla="*/ 18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50" h="276225">
                    <a:moveTo>
                      <a:pt x="52574" y="185"/>
                    </a:moveTo>
                    <a:cubicBezTo>
                      <a:pt x="48764" y="-768"/>
                      <a:pt x="45907" y="2090"/>
                      <a:pt x="44954" y="5900"/>
                    </a:cubicBezTo>
                    <a:lnTo>
                      <a:pt x="187" y="268790"/>
                    </a:lnTo>
                    <a:cubicBezTo>
                      <a:pt x="-766" y="272600"/>
                      <a:pt x="2092" y="276410"/>
                      <a:pt x="4949" y="277362"/>
                    </a:cubicBezTo>
                    <a:lnTo>
                      <a:pt x="7807" y="278315"/>
                    </a:lnTo>
                    <a:cubicBezTo>
                      <a:pt x="11617" y="279267"/>
                      <a:pt x="14474" y="276410"/>
                      <a:pt x="15427" y="272600"/>
                    </a:cubicBezTo>
                    <a:lnTo>
                      <a:pt x="60195" y="9710"/>
                    </a:lnTo>
                    <a:cubicBezTo>
                      <a:pt x="61147" y="5900"/>
                      <a:pt x="58289" y="2090"/>
                      <a:pt x="55432" y="1137"/>
                    </a:cubicBezTo>
                    <a:lnTo>
                      <a:pt x="52574" y="185"/>
                    </a:lnTo>
                    <a:close/>
                  </a:path>
                </a:pathLst>
              </a:custGeom>
              <a:solidFill>
                <a:srgbClr val="3F3F3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69A661BD-8A67-49B4-B243-3F05430539A7}"/>
                  </a:ext>
                </a:extLst>
              </p:cNvPr>
              <p:cNvSpPr/>
              <p:nvPr/>
            </p:nvSpPr>
            <p:spPr>
              <a:xfrm>
                <a:off x="7166610" y="3728084"/>
                <a:ext cx="295275" cy="9525"/>
              </a:xfrm>
              <a:custGeom>
                <a:avLst/>
                <a:gdLst>
                  <a:gd name="connsiteX0" fmla="*/ 297180 w 295275"/>
                  <a:gd name="connsiteY0" fmla="*/ 6668 h 9525"/>
                  <a:gd name="connsiteX1" fmla="*/ 289560 w 295275"/>
                  <a:gd name="connsiteY1" fmla="*/ 953 h 9525"/>
                  <a:gd name="connsiteX2" fmla="*/ 7620 w 295275"/>
                  <a:gd name="connsiteY2" fmla="*/ 0 h 9525"/>
                  <a:gd name="connsiteX3" fmla="*/ 0 w 295275"/>
                  <a:gd name="connsiteY3" fmla="*/ 5715 h 9525"/>
                  <a:gd name="connsiteX4" fmla="*/ 0 w 295275"/>
                  <a:gd name="connsiteY4" fmla="*/ 8573 h 9525"/>
                  <a:gd name="connsiteX5" fmla="*/ 7620 w 295275"/>
                  <a:gd name="connsiteY5" fmla="*/ 14288 h 9525"/>
                  <a:gd name="connsiteX6" fmla="*/ 289560 w 295275"/>
                  <a:gd name="connsiteY6" fmla="*/ 15240 h 9525"/>
                  <a:gd name="connsiteX7" fmla="*/ 297180 w 295275"/>
                  <a:gd name="connsiteY7" fmla="*/ 9525 h 9525"/>
                  <a:gd name="connsiteX8" fmla="*/ 297180 w 295275"/>
                  <a:gd name="connsiteY8" fmla="*/ 6668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5275" h="9525">
                    <a:moveTo>
                      <a:pt x="297180" y="6668"/>
                    </a:moveTo>
                    <a:cubicBezTo>
                      <a:pt x="297180" y="2858"/>
                      <a:pt x="293370" y="953"/>
                      <a:pt x="289560" y="953"/>
                    </a:cubicBezTo>
                    <a:lnTo>
                      <a:pt x="7620" y="0"/>
                    </a:lnTo>
                    <a:cubicBezTo>
                      <a:pt x="3810" y="0"/>
                      <a:pt x="0" y="2858"/>
                      <a:pt x="0" y="5715"/>
                    </a:cubicBezTo>
                    <a:lnTo>
                      <a:pt x="0" y="8573"/>
                    </a:lnTo>
                    <a:cubicBezTo>
                      <a:pt x="0" y="12383"/>
                      <a:pt x="3810" y="14288"/>
                      <a:pt x="7620" y="14288"/>
                    </a:cubicBezTo>
                    <a:lnTo>
                      <a:pt x="289560" y="15240"/>
                    </a:lnTo>
                    <a:cubicBezTo>
                      <a:pt x="293370" y="15240"/>
                      <a:pt x="297180" y="12383"/>
                      <a:pt x="297180" y="9525"/>
                    </a:cubicBezTo>
                    <a:lnTo>
                      <a:pt x="297180" y="6668"/>
                    </a:lnTo>
                    <a:close/>
                  </a:path>
                </a:pathLst>
              </a:custGeom>
              <a:solidFill>
                <a:srgbClr val="3F3F3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AECE45DE-362E-4AA3-82BA-DE9FD73DB4DE}"/>
                  </a:ext>
                </a:extLst>
              </p:cNvPr>
              <p:cNvSpPr/>
              <p:nvPr/>
            </p:nvSpPr>
            <p:spPr>
              <a:xfrm>
                <a:off x="7050405" y="2958328"/>
                <a:ext cx="171450" cy="200025"/>
              </a:xfrm>
              <a:custGeom>
                <a:avLst/>
                <a:gdLst>
                  <a:gd name="connsiteX0" fmla="*/ 1 w 171450"/>
                  <a:gd name="connsiteY0" fmla="*/ 40142 h 200025"/>
                  <a:gd name="connsiteX1" fmla="*/ 77153 w 171450"/>
                  <a:gd name="connsiteY1" fmla="*/ 137 h 200025"/>
                  <a:gd name="connsiteX2" fmla="*/ 167640 w 171450"/>
                  <a:gd name="connsiteY2" fmla="*/ 200162 h 200025"/>
                  <a:gd name="connsiteX3" fmla="*/ 57151 w 171450"/>
                  <a:gd name="connsiteY3" fmla="*/ 103007 h 200025"/>
                  <a:gd name="connsiteX4" fmla="*/ 1 w 171450"/>
                  <a:gd name="connsiteY4" fmla="*/ 40142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200025">
                    <a:moveTo>
                      <a:pt x="1" y="40142"/>
                    </a:moveTo>
                    <a:cubicBezTo>
                      <a:pt x="1" y="40142"/>
                      <a:pt x="-952" y="-2721"/>
                      <a:pt x="77153" y="137"/>
                    </a:cubicBezTo>
                    <a:cubicBezTo>
                      <a:pt x="154305" y="2994"/>
                      <a:pt x="205740" y="141107"/>
                      <a:pt x="167640" y="200162"/>
                    </a:cubicBezTo>
                    <a:cubicBezTo>
                      <a:pt x="124778" y="115389"/>
                      <a:pt x="57151" y="103007"/>
                      <a:pt x="57151" y="103007"/>
                    </a:cubicBezTo>
                    <a:lnTo>
                      <a:pt x="1" y="40142"/>
                    </a:lnTo>
                    <a:close/>
                  </a:path>
                </a:pathLst>
              </a:custGeom>
              <a:solidFill>
                <a:srgbClr val="7035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632745E9-E15F-4656-AEE2-C988545BA359}"/>
                  </a:ext>
                </a:extLst>
              </p:cNvPr>
              <p:cNvSpPr/>
              <p:nvPr/>
            </p:nvSpPr>
            <p:spPr>
              <a:xfrm>
                <a:off x="7099916" y="4181713"/>
                <a:ext cx="180975" cy="171450"/>
              </a:xfrm>
              <a:custGeom>
                <a:avLst/>
                <a:gdLst>
                  <a:gd name="connsiteX0" fmla="*/ 35261 w 180975"/>
                  <a:gd name="connsiteY0" fmla="*/ 3572 h 171450"/>
                  <a:gd name="connsiteX1" fmla="*/ 18 w 180975"/>
                  <a:gd name="connsiteY1" fmla="*/ 70247 h 171450"/>
                  <a:gd name="connsiteX2" fmla="*/ 144799 w 180975"/>
                  <a:gd name="connsiteY2" fmla="*/ 173117 h 171450"/>
                  <a:gd name="connsiteX3" fmla="*/ 180993 w 180975"/>
                  <a:gd name="connsiteY3" fmla="*/ 148352 h 171450"/>
                  <a:gd name="connsiteX4" fmla="*/ 76218 w 180975"/>
                  <a:gd name="connsiteY4" fmla="*/ 17859 h 171450"/>
                  <a:gd name="connsiteX5" fmla="*/ 35261 w 180975"/>
                  <a:gd name="connsiteY5" fmla="*/ 3572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975" h="171450">
                    <a:moveTo>
                      <a:pt x="35261" y="3572"/>
                    </a:moveTo>
                    <a:cubicBezTo>
                      <a:pt x="35261" y="3572"/>
                      <a:pt x="-934" y="53102"/>
                      <a:pt x="18" y="70247"/>
                    </a:cubicBezTo>
                    <a:cubicBezTo>
                      <a:pt x="971" y="87392"/>
                      <a:pt x="123843" y="155972"/>
                      <a:pt x="144799" y="173117"/>
                    </a:cubicBezTo>
                    <a:cubicBezTo>
                      <a:pt x="165753" y="190262"/>
                      <a:pt x="207664" y="171212"/>
                      <a:pt x="180993" y="148352"/>
                    </a:cubicBezTo>
                    <a:cubicBezTo>
                      <a:pt x="154324" y="125492"/>
                      <a:pt x="65741" y="46434"/>
                      <a:pt x="76218" y="17859"/>
                    </a:cubicBezTo>
                    <a:cubicBezTo>
                      <a:pt x="87649" y="-10716"/>
                      <a:pt x="35261" y="3572"/>
                      <a:pt x="35261" y="3572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0AF58F3F-D852-4D38-AC13-A924495BA51A}"/>
                  </a:ext>
                </a:extLst>
              </p:cNvPr>
              <p:cNvSpPr/>
              <p:nvPr/>
            </p:nvSpPr>
            <p:spPr>
              <a:xfrm>
                <a:off x="6803111" y="3601402"/>
                <a:ext cx="466725" cy="609600"/>
              </a:xfrm>
              <a:custGeom>
                <a:avLst/>
                <a:gdLst>
                  <a:gd name="connsiteX0" fmla="*/ 7264 w 466725"/>
                  <a:gd name="connsiteY0" fmla="*/ 58102 h 609600"/>
                  <a:gd name="connsiteX1" fmla="*/ 37744 w 466725"/>
                  <a:gd name="connsiteY1" fmla="*/ 152400 h 609600"/>
                  <a:gd name="connsiteX2" fmla="*/ 344449 w 466725"/>
                  <a:gd name="connsiteY2" fmla="*/ 205740 h 609600"/>
                  <a:gd name="connsiteX3" fmla="*/ 305397 w 466725"/>
                  <a:gd name="connsiteY3" fmla="*/ 609600 h 609600"/>
                  <a:gd name="connsiteX4" fmla="*/ 383502 w 466725"/>
                  <a:gd name="connsiteY4" fmla="*/ 609600 h 609600"/>
                  <a:gd name="connsiteX5" fmla="*/ 440652 w 466725"/>
                  <a:gd name="connsiteY5" fmla="*/ 392430 h 609600"/>
                  <a:gd name="connsiteX6" fmla="*/ 467322 w 466725"/>
                  <a:gd name="connsiteY6" fmla="*/ 120967 h 609600"/>
                  <a:gd name="connsiteX7" fmla="*/ 182524 w 466725"/>
                  <a:gd name="connsiteY7" fmla="*/ 0 h 609600"/>
                  <a:gd name="connsiteX8" fmla="*/ 7264 w 466725"/>
                  <a:gd name="connsiteY8" fmla="*/ 58102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6725" h="609600">
                    <a:moveTo>
                      <a:pt x="7264" y="58102"/>
                    </a:moveTo>
                    <a:cubicBezTo>
                      <a:pt x="7264" y="58102"/>
                      <a:pt x="-22263" y="138113"/>
                      <a:pt x="37744" y="152400"/>
                    </a:cubicBezTo>
                    <a:cubicBezTo>
                      <a:pt x="114897" y="170497"/>
                      <a:pt x="339687" y="175260"/>
                      <a:pt x="344449" y="205740"/>
                    </a:cubicBezTo>
                    <a:cubicBezTo>
                      <a:pt x="340639" y="293370"/>
                      <a:pt x="300634" y="552450"/>
                      <a:pt x="305397" y="609600"/>
                    </a:cubicBezTo>
                    <a:cubicBezTo>
                      <a:pt x="342544" y="609600"/>
                      <a:pt x="383502" y="609600"/>
                      <a:pt x="383502" y="609600"/>
                    </a:cubicBezTo>
                    <a:cubicBezTo>
                      <a:pt x="383502" y="609600"/>
                      <a:pt x="432079" y="438150"/>
                      <a:pt x="440652" y="392430"/>
                    </a:cubicBezTo>
                    <a:cubicBezTo>
                      <a:pt x="449224" y="346710"/>
                      <a:pt x="483514" y="201930"/>
                      <a:pt x="467322" y="120967"/>
                    </a:cubicBezTo>
                    <a:cubicBezTo>
                      <a:pt x="453987" y="55245"/>
                      <a:pt x="182524" y="0"/>
                      <a:pt x="182524" y="0"/>
                    </a:cubicBezTo>
                    <a:lnTo>
                      <a:pt x="7264" y="58102"/>
                    </a:lnTo>
                    <a:close/>
                  </a:path>
                </a:pathLst>
              </a:custGeom>
              <a:solidFill>
                <a:srgbClr val="E0316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C4886336-486E-41A8-B54D-5FAE9FAE606F}"/>
                  </a:ext>
                </a:extLst>
              </p:cNvPr>
              <p:cNvSpPr/>
              <p:nvPr/>
            </p:nvSpPr>
            <p:spPr>
              <a:xfrm>
                <a:off x="7227570" y="3663315"/>
                <a:ext cx="114300" cy="57150"/>
              </a:xfrm>
              <a:custGeom>
                <a:avLst/>
                <a:gdLst>
                  <a:gd name="connsiteX0" fmla="*/ 7620 w 114300"/>
                  <a:gd name="connsiteY0" fmla="*/ 0 h 57150"/>
                  <a:gd name="connsiteX1" fmla="*/ 89535 w 114300"/>
                  <a:gd name="connsiteY1" fmla="*/ 7620 h 57150"/>
                  <a:gd name="connsiteX2" fmla="*/ 120015 w 114300"/>
                  <a:gd name="connsiteY2" fmla="*/ 62865 h 57150"/>
                  <a:gd name="connsiteX3" fmla="*/ 83820 w 114300"/>
                  <a:gd name="connsiteY3" fmla="*/ 61913 h 57150"/>
                  <a:gd name="connsiteX4" fmla="*/ 63818 w 114300"/>
                  <a:gd name="connsiteY4" fmla="*/ 40957 h 57150"/>
                  <a:gd name="connsiteX5" fmla="*/ 36195 w 114300"/>
                  <a:gd name="connsiteY5" fmla="*/ 41910 h 57150"/>
                  <a:gd name="connsiteX6" fmla="*/ 0 w 114300"/>
                  <a:gd name="connsiteY6" fmla="*/ 33338 h 57150"/>
                  <a:gd name="connsiteX7" fmla="*/ 7620 w 114300"/>
                  <a:gd name="connsiteY7" fmla="*/ 0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4300" h="57150">
                    <a:moveTo>
                      <a:pt x="7620" y="0"/>
                    </a:moveTo>
                    <a:cubicBezTo>
                      <a:pt x="7620" y="0"/>
                      <a:pt x="73343" y="3810"/>
                      <a:pt x="89535" y="7620"/>
                    </a:cubicBezTo>
                    <a:cubicBezTo>
                      <a:pt x="105728" y="11430"/>
                      <a:pt x="120968" y="59055"/>
                      <a:pt x="120015" y="62865"/>
                    </a:cubicBezTo>
                    <a:cubicBezTo>
                      <a:pt x="118110" y="66675"/>
                      <a:pt x="83820" y="61913"/>
                      <a:pt x="83820" y="61913"/>
                    </a:cubicBezTo>
                    <a:cubicBezTo>
                      <a:pt x="83820" y="61913"/>
                      <a:pt x="72390" y="43815"/>
                      <a:pt x="63818" y="40957"/>
                    </a:cubicBezTo>
                    <a:cubicBezTo>
                      <a:pt x="55245" y="38100"/>
                      <a:pt x="48578" y="53340"/>
                      <a:pt x="36195" y="41910"/>
                    </a:cubicBezTo>
                    <a:cubicBezTo>
                      <a:pt x="22860" y="30480"/>
                      <a:pt x="0" y="33338"/>
                      <a:pt x="0" y="33338"/>
                    </a:cubicBezTo>
                    <a:lnTo>
                      <a:pt x="7620" y="0"/>
                    </a:ln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907CE7F1-928D-426A-98FA-5964BA1F4242}"/>
                  </a:ext>
                </a:extLst>
              </p:cNvPr>
              <p:cNvSpPr/>
              <p:nvPr/>
            </p:nvSpPr>
            <p:spPr>
              <a:xfrm>
                <a:off x="6902672" y="3235413"/>
                <a:ext cx="342900" cy="466725"/>
              </a:xfrm>
              <a:custGeom>
                <a:avLst/>
                <a:gdLst>
                  <a:gd name="connsiteX0" fmla="*/ 88678 w 342900"/>
                  <a:gd name="connsiteY0" fmla="*/ 284074 h 466725"/>
                  <a:gd name="connsiteX1" fmla="*/ 104870 w 342900"/>
                  <a:gd name="connsiteY1" fmla="*/ 57379 h 466725"/>
                  <a:gd name="connsiteX2" fmla="*/ 38195 w 342900"/>
                  <a:gd name="connsiteY2" fmla="*/ 8801 h 466725"/>
                  <a:gd name="connsiteX3" fmla="*/ 95 w 342900"/>
                  <a:gd name="connsiteY3" fmla="*/ 315506 h 466725"/>
                  <a:gd name="connsiteX4" fmla="*/ 181070 w 342900"/>
                  <a:gd name="connsiteY4" fmla="*/ 429806 h 466725"/>
                  <a:gd name="connsiteX5" fmla="*/ 336328 w 342900"/>
                  <a:gd name="connsiteY5" fmla="*/ 468859 h 466725"/>
                  <a:gd name="connsiteX6" fmla="*/ 342995 w 342900"/>
                  <a:gd name="connsiteY6" fmla="*/ 421234 h 466725"/>
                  <a:gd name="connsiteX7" fmla="*/ 88678 w 342900"/>
                  <a:gd name="connsiteY7" fmla="*/ 284074 h 466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900" h="466725">
                    <a:moveTo>
                      <a:pt x="88678" y="284074"/>
                    </a:moveTo>
                    <a:cubicBezTo>
                      <a:pt x="88678" y="284074"/>
                      <a:pt x="101060" y="86906"/>
                      <a:pt x="104870" y="57379"/>
                    </a:cubicBezTo>
                    <a:cubicBezTo>
                      <a:pt x="108680" y="27851"/>
                      <a:pt x="80105" y="-19774"/>
                      <a:pt x="38195" y="8801"/>
                    </a:cubicBezTo>
                    <a:cubicBezTo>
                      <a:pt x="-3715" y="37376"/>
                      <a:pt x="3905" y="275501"/>
                      <a:pt x="95" y="315506"/>
                    </a:cubicBezTo>
                    <a:cubicBezTo>
                      <a:pt x="-3715" y="354559"/>
                      <a:pt x="107728" y="401231"/>
                      <a:pt x="181070" y="429806"/>
                    </a:cubicBezTo>
                    <a:cubicBezTo>
                      <a:pt x="258223" y="460286"/>
                      <a:pt x="314420" y="482194"/>
                      <a:pt x="336328" y="468859"/>
                    </a:cubicBezTo>
                    <a:cubicBezTo>
                      <a:pt x="344900" y="441236"/>
                      <a:pt x="342995" y="421234"/>
                      <a:pt x="342995" y="421234"/>
                    </a:cubicBezTo>
                    <a:lnTo>
                      <a:pt x="88678" y="28407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45B5DD8F-5832-484B-AD36-78950BA6E8EB}"/>
                  </a:ext>
                </a:extLst>
              </p:cNvPr>
              <p:cNvSpPr/>
              <p:nvPr/>
            </p:nvSpPr>
            <p:spPr>
              <a:xfrm>
                <a:off x="5883563" y="5078882"/>
                <a:ext cx="209550" cy="104775"/>
              </a:xfrm>
              <a:custGeom>
                <a:avLst/>
                <a:gdLst>
                  <a:gd name="connsiteX0" fmla="*/ 218152 w 209550"/>
                  <a:gd name="connsiteY0" fmla="*/ 21755 h 104775"/>
                  <a:gd name="connsiteX1" fmla="*/ 211485 w 209550"/>
                  <a:gd name="connsiteY1" fmla="*/ 97003 h 104775"/>
                  <a:gd name="connsiteX2" fmla="*/ 34320 w 209550"/>
                  <a:gd name="connsiteY2" fmla="*/ 105575 h 104775"/>
                  <a:gd name="connsiteX3" fmla="*/ 17175 w 209550"/>
                  <a:gd name="connsiteY3" fmla="*/ 64618 h 104775"/>
                  <a:gd name="connsiteX4" fmla="*/ 175290 w 209550"/>
                  <a:gd name="connsiteY4" fmla="*/ 11278 h 104775"/>
                  <a:gd name="connsiteX5" fmla="*/ 218152 w 209550"/>
                  <a:gd name="connsiteY5" fmla="*/ 21755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9550" h="104775">
                    <a:moveTo>
                      <a:pt x="218152" y="21755"/>
                    </a:moveTo>
                    <a:cubicBezTo>
                      <a:pt x="218152" y="21755"/>
                      <a:pt x="221962" y="82715"/>
                      <a:pt x="211485" y="97003"/>
                    </a:cubicBezTo>
                    <a:cubicBezTo>
                      <a:pt x="201007" y="111290"/>
                      <a:pt x="60037" y="102718"/>
                      <a:pt x="34320" y="105575"/>
                    </a:cubicBezTo>
                    <a:cubicBezTo>
                      <a:pt x="7650" y="108433"/>
                      <a:pt x="-18068" y="70333"/>
                      <a:pt x="17175" y="64618"/>
                    </a:cubicBezTo>
                    <a:cubicBezTo>
                      <a:pt x="52417" y="59855"/>
                      <a:pt x="169575" y="40805"/>
                      <a:pt x="175290" y="11278"/>
                    </a:cubicBezTo>
                    <a:cubicBezTo>
                      <a:pt x="181957" y="-19202"/>
                      <a:pt x="218152" y="21755"/>
                      <a:pt x="218152" y="21755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03C5645C-1D11-4F89-B53D-9D349116085F}"/>
                  </a:ext>
                </a:extLst>
              </p:cNvPr>
              <p:cNvSpPr/>
              <p:nvPr/>
            </p:nvSpPr>
            <p:spPr>
              <a:xfrm>
                <a:off x="6119072" y="4704369"/>
                <a:ext cx="104775" cy="209550"/>
              </a:xfrm>
              <a:custGeom>
                <a:avLst/>
                <a:gdLst>
                  <a:gd name="connsiteX0" fmla="*/ 19791 w 104775"/>
                  <a:gd name="connsiteY0" fmla="*/ 2886 h 209550"/>
                  <a:gd name="connsiteX1" fmla="*/ 94086 w 104775"/>
                  <a:gd name="connsiteY1" fmla="*/ 4791 h 209550"/>
                  <a:gd name="connsiteX2" fmla="*/ 113136 w 104775"/>
                  <a:gd name="connsiteY2" fmla="*/ 180051 h 209550"/>
                  <a:gd name="connsiteX3" fmla="*/ 74083 w 104775"/>
                  <a:gd name="connsiteY3" fmla="*/ 200053 h 209550"/>
                  <a:gd name="connsiteX4" fmla="*/ 11218 w 104775"/>
                  <a:gd name="connsiteY4" fmla="*/ 46701 h 209550"/>
                  <a:gd name="connsiteX5" fmla="*/ 19791 w 104775"/>
                  <a:gd name="connsiteY5" fmla="*/ 2886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4775" h="209550">
                    <a:moveTo>
                      <a:pt x="19791" y="2886"/>
                    </a:moveTo>
                    <a:cubicBezTo>
                      <a:pt x="19791" y="2886"/>
                      <a:pt x="79798" y="-4734"/>
                      <a:pt x="94086" y="4791"/>
                    </a:cubicBezTo>
                    <a:cubicBezTo>
                      <a:pt x="108373" y="14316"/>
                      <a:pt x="108373" y="153381"/>
                      <a:pt x="113136" y="180051"/>
                    </a:cubicBezTo>
                    <a:cubicBezTo>
                      <a:pt x="117898" y="205768"/>
                      <a:pt x="80751" y="234343"/>
                      <a:pt x="74083" y="200053"/>
                    </a:cubicBezTo>
                    <a:cubicBezTo>
                      <a:pt x="67416" y="165763"/>
                      <a:pt x="40746" y="51463"/>
                      <a:pt x="11218" y="46701"/>
                    </a:cubicBezTo>
                    <a:cubicBezTo>
                      <a:pt x="-18309" y="40986"/>
                      <a:pt x="19791" y="2886"/>
                      <a:pt x="19791" y="288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EFF8CBDC-A13F-4BB2-BC91-B4B829F39C6C}"/>
                  </a:ext>
                </a:extLst>
              </p:cNvPr>
              <p:cNvSpPr/>
              <p:nvPr/>
            </p:nvSpPr>
            <p:spPr>
              <a:xfrm>
                <a:off x="5788143" y="4391025"/>
                <a:ext cx="352425" cy="371475"/>
              </a:xfrm>
              <a:custGeom>
                <a:avLst/>
                <a:gdLst>
                  <a:gd name="connsiteX0" fmla="*/ 147837 w 352425"/>
                  <a:gd name="connsiteY0" fmla="*/ 14288 h 371475"/>
                  <a:gd name="connsiteX1" fmla="*/ 2104 w 352425"/>
                  <a:gd name="connsiteY1" fmla="*/ 251460 h 371475"/>
                  <a:gd name="connsiteX2" fmla="*/ 351672 w 352425"/>
                  <a:gd name="connsiteY2" fmla="*/ 376238 h 371475"/>
                  <a:gd name="connsiteX3" fmla="*/ 357387 w 352425"/>
                  <a:gd name="connsiteY3" fmla="*/ 309563 h 371475"/>
                  <a:gd name="connsiteX4" fmla="*/ 111642 w 352425"/>
                  <a:gd name="connsiteY4" fmla="*/ 257175 h 371475"/>
                  <a:gd name="connsiteX5" fmla="*/ 291664 w 352425"/>
                  <a:gd name="connsiteY5" fmla="*/ 88582 h 371475"/>
                  <a:gd name="connsiteX6" fmla="*/ 259279 w 352425"/>
                  <a:gd name="connsiteY6" fmla="*/ 0 h 371475"/>
                  <a:gd name="connsiteX7" fmla="*/ 147837 w 352425"/>
                  <a:gd name="connsiteY7" fmla="*/ 14288 h 371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2425" h="371475">
                    <a:moveTo>
                      <a:pt x="147837" y="14288"/>
                    </a:moveTo>
                    <a:cubicBezTo>
                      <a:pt x="147837" y="14288"/>
                      <a:pt x="7819" y="212407"/>
                      <a:pt x="2104" y="251460"/>
                    </a:cubicBezTo>
                    <a:cubicBezTo>
                      <a:pt x="-3611" y="290513"/>
                      <a:pt x="-22661" y="340043"/>
                      <a:pt x="351672" y="376238"/>
                    </a:cubicBezTo>
                    <a:cubicBezTo>
                      <a:pt x="359292" y="341947"/>
                      <a:pt x="357387" y="309563"/>
                      <a:pt x="357387" y="309563"/>
                    </a:cubicBezTo>
                    <a:cubicBezTo>
                      <a:pt x="357387" y="309563"/>
                      <a:pt x="154504" y="255270"/>
                      <a:pt x="111642" y="257175"/>
                    </a:cubicBezTo>
                    <a:cubicBezTo>
                      <a:pt x="178317" y="160020"/>
                      <a:pt x="277377" y="101918"/>
                      <a:pt x="291664" y="88582"/>
                    </a:cubicBezTo>
                    <a:cubicBezTo>
                      <a:pt x="305952" y="75247"/>
                      <a:pt x="259279" y="0"/>
                      <a:pt x="259279" y="0"/>
                    </a:cubicBezTo>
                    <a:lnTo>
                      <a:pt x="147837" y="14288"/>
                    </a:lnTo>
                    <a:close/>
                  </a:path>
                </a:pathLst>
              </a:custGeom>
              <a:solidFill>
                <a:srgbClr val="24664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5A047F7D-9905-427E-8A57-60F082D70259}"/>
                  </a:ext>
                </a:extLst>
              </p:cNvPr>
              <p:cNvSpPr/>
              <p:nvPr/>
            </p:nvSpPr>
            <p:spPr>
              <a:xfrm>
                <a:off x="5989480" y="4414837"/>
                <a:ext cx="171450" cy="685800"/>
              </a:xfrm>
              <a:custGeom>
                <a:avLst/>
                <a:gdLst>
                  <a:gd name="connsiteX0" fmla="*/ 180815 w 171450"/>
                  <a:gd name="connsiteY0" fmla="*/ 34290 h 685800"/>
                  <a:gd name="connsiteX1" fmla="*/ 108425 w 171450"/>
                  <a:gd name="connsiteY1" fmla="*/ 298132 h 685800"/>
                  <a:gd name="connsiteX2" fmla="*/ 125570 w 171450"/>
                  <a:gd name="connsiteY2" fmla="*/ 688657 h 685800"/>
                  <a:gd name="connsiteX3" fmla="*/ 47465 w 171450"/>
                  <a:gd name="connsiteY3" fmla="*/ 688657 h 685800"/>
                  <a:gd name="connsiteX4" fmla="*/ 12222 w 171450"/>
                  <a:gd name="connsiteY4" fmla="*/ 397193 h 685800"/>
                  <a:gd name="connsiteX5" fmla="*/ 4602 w 171450"/>
                  <a:gd name="connsiteY5" fmla="*/ 171450 h 685800"/>
                  <a:gd name="connsiteX6" fmla="*/ 23652 w 171450"/>
                  <a:gd name="connsiteY6" fmla="*/ 0 h 685800"/>
                  <a:gd name="connsiteX7" fmla="*/ 180815 w 171450"/>
                  <a:gd name="connsiteY7" fmla="*/ 3429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1450" h="685800">
                    <a:moveTo>
                      <a:pt x="180815" y="34290"/>
                    </a:moveTo>
                    <a:cubicBezTo>
                      <a:pt x="180815" y="34290"/>
                      <a:pt x="116045" y="237172"/>
                      <a:pt x="108425" y="298132"/>
                    </a:cubicBezTo>
                    <a:cubicBezTo>
                      <a:pt x="112235" y="385763"/>
                      <a:pt x="130332" y="631507"/>
                      <a:pt x="125570" y="688657"/>
                    </a:cubicBezTo>
                    <a:cubicBezTo>
                      <a:pt x="88422" y="688657"/>
                      <a:pt x="47465" y="688657"/>
                      <a:pt x="47465" y="688657"/>
                    </a:cubicBezTo>
                    <a:cubicBezTo>
                      <a:pt x="47465" y="688657"/>
                      <a:pt x="20795" y="442913"/>
                      <a:pt x="12222" y="397193"/>
                    </a:cubicBezTo>
                    <a:cubicBezTo>
                      <a:pt x="3650" y="351472"/>
                      <a:pt x="-5875" y="253365"/>
                      <a:pt x="4602" y="171450"/>
                    </a:cubicBezTo>
                    <a:cubicBezTo>
                      <a:pt x="16985" y="71438"/>
                      <a:pt x="23652" y="0"/>
                      <a:pt x="23652" y="0"/>
                    </a:cubicBezTo>
                    <a:lnTo>
                      <a:pt x="180815" y="34290"/>
                    </a:lnTo>
                    <a:close/>
                  </a:path>
                </a:pathLst>
              </a:custGeom>
              <a:solidFill>
                <a:srgbClr val="2F8C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321BDD45-2C84-4B58-9D98-BE12F80BAC95}"/>
                  </a:ext>
                </a:extLst>
              </p:cNvPr>
              <p:cNvSpPr/>
              <p:nvPr/>
            </p:nvSpPr>
            <p:spPr>
              <a:xfrm>
                <a:off x="5975306" y="3796665"/>
                <a:ext cx="85725" cy="152400"/>
              </a:xfrm>
              <a:custGeom>
                <a:avLst/>
                <a:gdLst>
                  <a:gd name="connsiteX0" fmla="*/ 42589 w 85725"/>
                  <a:gd name="connsiteY0" fmla="*/ 0 h 152400"/>
                  <a:gd name="connsiteX1" fmla="*/ 86404 w 85725"/>
                  <a:gd name="connsiteY1" fmla="*/ 52388 h 152400"/>
                  <a:gd name="connsiteX2" fmla="*/ 28301 w 85725"/>
                  <a:gd name="connsiteY2" fmla="*/ 154305 h 152400"/>
                  <a:gd name="connsiteX3" fmla="*/ 1631 w 85725"/>
                  <a:gd name="connsiteY3" fmla="*/ 111442 h 152400"/>
                  <a:gd name="connsiteX4" fmla="*/ 42589 w 85725"/>
                  <a:gd name="connsiteY4" fmla="*/ 0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152400">
                    <a:moveTo>
                      <a:pt x="42589" y="0"/>
                    </a:moveTo>
                    <a:cubicBezTo>
                      <a:pt x="42589" y="0"/>
                      <a:pt x="86404" y="51435"/>
                      <a:pt x="86404" y="52388"/>
                    </a:cubicBezTo>
                    <a:cubicBezTo>
                      <a:pt x="87356" y="53340"/>
                      <a:pt x="28301" y="154305"/>
                      <a:pt x="28301" y="154305"/>
                    </a:cubicBezTo>
                    <a:cubicBezTo>
                      <a:pt x="28301" y="154305"/>
                      <a:pt x="13061" y="124777"/>
                      <a:pt x="1631" y="111442"/>
                    </a:cubicBezTo>
                    <a:cubicBezTo>
                      <a:pt x="-9799" y="98107"/>
                      <a:pt x="42589" y="0"/>
                      <a:pt x="42589" y="0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E8108CDE-55C6-431D-97C4-FD9EF65E561F}"/>
                  </a:ext>
                </a:extLst>
              </p:cNvPr>
              <p:cNvSpPr/>
              <p:nvPr/>
            </p:nvSpPr>
            <p:spPr>
              <a:xfrm>
                <a:off x="5837872" y="3719512"/>
                <a:ext cx="171450" cy="209550"/>
              </a:xfrm>
              <a:custGeom>
                <a:avLst/>
                <a:gdLst>
                  <a:gd name="connsiteX0" fmla="*/ 0 w 171450"/>
                  <a:gd name="connsiteY0" fmla="*/ 51435 h 209550"/>
                  <a:gd name="connsiteX1" fmla="*/ 13335 w 171450"/>
                  <a:gd name="connsiteY1" fmla="*/ 113347 h 209550"/>
                  <a:gd name="connsiteX2" fmla="*/ 11430 w 171450"/>
                  <a:gd name="connsiteY2" fmla="*/ 158115 h 209550"/>
                  <a:gd name="connsiteX3" fmla="*/ 37148 w 171450"/>
                  <a:gd name="connsiteY3" fmla="*/ 161925 h 209550"/>
                  <a:gd name="connsiteX4" fmla="*/ 113348 w 171450"/>
                  <a:gd name="connsiteY4" fmla="*/ 215265 h 209550"/>
                  <a:gd name="connsiteX5" fmla="*/ 174308 w 171450"/>
                  <a:gd name="connsiteY5" fmla="*/ 94297 h 209550"/>
                  <a:gd name="connsiteX6" fmla="*/ 118110 w 171450"/>
                  <a:gd name="connsiteY6" fmla="*/ 0 h 209550"/>
                  <a:gd name="connsiteX7" fmla="*/ 0 w 171450"/>
                  <a:gd name="connsiteY7" fmla="*/ 51435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1450" h="209550">
                    <a:moveTo>
                      <a:pt x="0" y="51435"/>
                    </a:moveTo>
                    <a:cubicBezTo>
                      <a:pt x="0" y="51435"/>
                      <a:pt x="2858" y="97155"/>
                      <a:pt x="13335" y="113347"/>
                    </a:cubicBezTo>
                    <a:cubicBezTo>
                      <a:pt x="23813" y="130492"/>
                      <a:pt x="13335" y="146685"/>
                      <a:pt x="11430" y="158115"/>
                    </a:cubicBezTo>
                    <a:cubicBezTo>
                      <a:pt x="9525" y="170497"/>
                      <a:pt x="24765" y="167640"/>
                      <a:pt x="37148" y="161925"/>
                    </a:cubicBezTo>
                    <a:cubicBezTo>
                      <a:pt x="53340" y="182880"/>
                      <a:pt x="71438" y="222885"/>
                      <a:pt x="113348" y="215265"/>
                    </a:cubicBezTo>
                    <a:cubicBezTo>
                      <a:pt x="155258" y="207645"/>
                      <a:pt x="197168" y="135255"/>
                      <a:pt x="174308" y="94297"/>
                    </a:cubicBezTo>
                    <a:cubicBezTo>
                      <a:pt x="165735" y="58103"/>
                      <a:pt x="118110" y="0"/>
                      <a:pt x="118110" y="0"/>
                    </a:cubicBezTo>
                    <a:lnTo>
                      <a:pt x="0" y="51435"/>
                    </a:ln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1743210C-E01F-42F6-9485-C398D3E32B52}"/>
                  </a:ext>
                </a:extLst>
              </p:cNvPr>
              <p:cNvSpPr/>
              <p:nvPr/>
            </p:nvSpPr>
            <p:spPr>
              <a:xfrm>
                <a:off x="5915978" y="3697047"/>
                <a:ext cx="123825" cy="133350"/>
              </a:xfrm>
              <a:custGeom>
                <a:avLst/>
                <a:gdLst>
                  <a:gd name="connsiteX0" fmla="*/ 0 w 123825"/>
                  <a:gd name="connsiteY0" fmla="*/ 28180 h 133350"/>
                  <a:gd name="connsiteX1" fmla="*/ 35242 w 123825"/>
                  <a:gd name="connsiteY1" fmla="*/ 71995 h 133350"/>
                  <a:gd name="connsiteX2" fmla="*/ 61913 w 123825"/>
                  <a:gd name="connsiteY2" fmla="*/ 106285 h 133350"/>
                  <a:gd name="connsiteX3" fmla="*/ 77152 w 123825"/>
                  <a:gd name="connsiteY3" fmla="*/ 99618 h 133350"/>
                  <a:gd name="connsiteX4" fmla="*/ 103822 w 123825"/>
                  <a:gd name="connsiteY4" fmla="*/ 108190 h 133350"/>
                  <a:gd name="connsiteX5" fmla="*/ 132397 w 123825"/>
                  <a:gd name="connsiteY5" fmla="*/ 136765 h 133350"/>
                  <a:gd name="connsiteX6" fmla="*/ 99060 w 123825"/>
                  <a:gd name="connsiteY6" fmla="*/ 9130 h 133350"/>
                  <a:gd name="connsiteX7" fmla="*/ 0 w 123825"/>
                  <a:gd name="connsiteY7" fmla="*/ 2818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3825" h="133350">
                    <a:moveTo>
                      <a:pt x="0" y="28180"/>
                    </a:moveTo>
                    <a:cubicBezTo>
                      <a:pt x="0" y="28180"/>
                      <a:pt x="17145" y="68185"/>
                      <a:pt x="35242" y="71995"/>
                    </a:cubicBezTo>
                    <a:cubicBezTo>
                      <a:pt x="53340" y="75805"/>
                      <a:pt x="61913" y="106285"/>
                      <a:pt x="61913" y="106285"/>
                    </a:cubicBezTo>
                    <a:lnTo>
                      <a:pt x="77152" y="99618"/>
                    </a:lnTo>
                    <a:cubicBezTo>
                      <a:pt x="77152" y="99618"/>
                      <a:pt x="100013" y="91045"/>
                      <a:pt x="103822" y="108190"/>
                    </a:cubicBezTo>
                    <a:cubicBezTo>
                      <a:pt x="107632" y="125335"/>
                      <a:pt x="132397" y="136765"/>
                      <a:pt x="132397" y="136765"/>
                    </a:cubicBezTo>
                    <a:cubicBezTo>
                      <a:pt x="132397" y="136765"/>
                      <a:pt x="137160" y="37705"/>
                      <a:pt x="99060" y="9130"/>
                    </a:cubicBezTo>
                    <a:cubicBezTo>
                      <a:pt x="60960" y="-19445"/>
                      <a:pt x="0" y="28180"/>
                      <a:pt x="0" y="28180"/>
                    </a:cubicBezTo>
                    <a:close/>
                  </a:path>
                </a:pathLst>
              </a:custGeom>
              <a:solidFill>
                <a:srgbClr val="7035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02720EB8-13F1-4FB1-B5C7-22A5B9D27BC4}"/>
                  </a:ext>
                </a:extLst>
              </p:cNvPr>
              <p:cNvSpPr/>
              <p:nvPr/>
            </p:nvSpPr>
            <p:spPr>
              <a:xfrm>
                <a:off x="5753730" y="3630485"/>
                <a:ext cx="266700" cy="190500"/>
              </a:xfrm>
              <a:custGeom>
                <a:avLst/>
                <a:gdLst>
                  <a:gd name="connsiteX0" fmla="*/ 274643 w 266700"/>
                  <a:gd name="connsiteY0" fmla="*/ 83312 h 190500"/>
                  <a:gd name="connsiteX1" fmla="*/ 10800 w 266700"/>
                  <a:gd name="connsiteY1" fmla="*/ 190945 h 190500"/>
                  <a:gd name="connsiteX2" fmla="*/ 14610 w 266700"/>
                  <a:gd name="connsiteY2" fmla="*/ 167132 h 190500"/>
                  <a:gd name="connsiteX3" fmla="*/ 69855 w 266700"/>
                  <a:gd name="connsiteY3" fmla="*/ 142368 h 190500"/>
                  <a:gd name="connsiteX4" fmla="*/ 81285 w 266700"/>
                  <a:gd name="connsiteY4" fmla="*/ 37593 h 190500"/>
                  <a:gd name="connsiteX5" fmla="*/ 274643 w 266700"/>
                  <a:gd name="connsiteY5" fmla="*/ 83312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6700" h="190500">
                    <a:moveTo>
                      <a:pt x="274643" y="83312"/>
                    </a:moveTo>
                    <a:lnTo>
                      <a:pt x="10800" y="190945"/>
                    </a:lnTo>
                    <a:cubicBezTo>
                      <a:pt x="10800" y="190945"/>
                      <a:pt x="-15870" y="180468"/>
                      <a:pt x="14610" y="167132"/>
                    </a:cubicBezTo>
                    <a:cubicBezTo>
                      <a:pt x="45090" y="153797"/>
                      <a:pt x="69855" y="142368"/>
                      <a:pt x="69855" y="142368"/>
                    </a:cubicBezTo>
                    <a:cubicBezTo>
                      <a:pt x="69855" y="142368"/>
                      <a:pt x="51758" y="67120"/>
                      <a:pt x="81285" y="37593"/>
                    </a:cubicBezTo>
                    <a:cubicBezTo>
                      <a:pt x="109860" y="9018"/>
                      <a:pt x="199395" y="-49085"/>
                      <a:pt x="274643" y="83312"/>
                    </a:cubicBezTo>
                    <a:close/>
                  </a:path>
                </a:pathLst>
              </a:custGeom>
              <a:solidFill>
                <a:srgbClr val="486D5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E944E6E-B1FE-4814-A5F8-E61BBC6CEE98}"/>
                  </a:ext>
                </a:extLst>
              </p:cNvPr>
              <p:cNvSpPr/>
              <p:nvPr/>
            </p:nvSpPr>
            <p:spPr>
              <a:xfrm>
                <a:off x="5891213" y="3838575"/>
                <a:ext cx="323850" cy="666750"/>
              </a:xfrm>
              <a:custGeom>
                <a:avLst/>
                <a:gdLst>
                  <a:gd name="connsiteX0" fmla="*/ 112395 w 323850"/>
                  <a:gd name="connsiteY0" fmla="*/ 88583 h 666750"/>
                  <a:gd name="connsiteX1" fmla="*/ 56197 w 323850"/>
                  <a:gd name="connsiteY1" fmla="*/ 186690 h 666750"/>
                  <a:gd name="connsiteX2" fmla="*/ 31433 w 323850"/>
                  <a:gd name="connsiteY2" fmla="*/ 461010 h 666750"/>
                  <a:gd name="connsiteX3" fmla="*/ 0 w 323850"/>
                  <a:gd name="connsiteY3" fmla="*/ 631507 h 666750"/>
                  <a:gd name="connsiteX4" fmla="*/ 288608 w 323850"/>
                  <a:gd name="connsiteY4" fmla="*/ 670560 h 666750"/>
                  <a:gd name="connsiteX5" fmla="*/ 323850 w 323850"/>
                  <a:gd name="connsiteY5" fmla="*/ 280035 h 666750"/>
                  <a:gd name="connsiteX6" fmla="*/ 161925 w 323850"/>
                  <a:gd name="connsiteY6" fmla="*/ 0 h 666750"/>
                  <a:gd name="connsiteX7" fmla="*/ 112395 w 323850"/>
                  <a:gd name="connsiteY7" fmla="*/ 88583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3850" h="666750">
                    <a:moveTo>
                      <a:pt x="112395" y="88583"/>
                    </a:moveTo>
                    <a:cubicBezTo>
                      <a:pt x="112395" y="88583"/>
                      <a:pt x="67628" y="114300"/>
                      <a:pt x="56197" y="186690"/>
                    </a:cubicBezTo>
                    <a:cubicBezTo>
                      <a:pt x="44767" y="259080"/>
                      <a:pt x="37147" y="421005"/>
                      <a:pt x="31433" y="461010"/>
                    </a:cubicBezTo>
                    <a:cubicBezTo>
                      <a:pt x="25717" y="501015"/>
                      <a:pt x="0" y="631507"/>
                      <a:pt x="0" y="631507"/>
                    </a:cubicBezTo>
                    <a:cubicBezTo>
                      <a:pt x="0" y="631507"/>
                      <a:pt x="220980" y="656272"/>
                      <a:pt x="288608" y="670560"/>
                    </a:cubicBezTo>
                    <a:cubicBezTo>
                      <a:pt x="311467" y="573405"/>
                      <a:pt x="335280" y="366713"/>
                      <a:pt x="323850" y="280035"/>
                    </a:cubicBezTo>
                    <a:cubicBezTo>
                      <a:pt x="311467" y="194310"/>
                      <a:pt x="268605" y="43815"/>
                      <a:pt x="161925" y="0"/>
                    </a:cubicBezTo>
                    <a:cubicBezTo>
                      <a:pt x="158115" y="46672"/>
                      <a:pt x="112395" y="88583"/>
                      <a:pt x="112395" y="885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99000">
                    <a:schemeClr val="accent3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6F882ADC-B8A2-463B-B927-F22336F97DEC}"/>
                  </a:ext>
                </a:extLst>
              </p:cNvPr>
              <p:cNvSpPr/>
              <p:nvPr/>
            </p:nvSpPr>
            <p:spPr>
              <a:xfrm>
                <a:off x="5984558" y="3755187"/>
                <a:ext cx="38100" cy="66675"/>
              </a:xfrm>
              <a:custGeom>
                <a:avLst/>
                <a:gdLst>
                  <a:gd name="connsiteX0" fmla="*/ 0 w 38100"/>
                  <a:gd name="connsiteY0" fmla="*/ 25285 h 66675"/>
                  <a:gd name="connsiteX1" fmla="*/ 27622 w 38100"/>
                  <a:gd name="connsiteY1" fmla="*/ 520 h 66675"/>
                  <a:gd name="connsiteX2" fmla="*/ 18097 w 38100"/>
                  <a:gd name="connsiteY2" fmla="*/ 70052 h 66675"/>
                  <a:gd name="connsiteX3" fmla="*/ 0 w 38100"/>
                  <a:gd name="connsiteY3" fmla="*/ 2528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66675">
                    <a:moveTo>
                      <a:pt x="0" y="25285"/>
                    </a:moveTo>
                    <a:cubicBezTo>
                      <a:pt x="0" y="25285"/>
                      <a:pt x="4763" y="-4243"/>
                      <a:pt x="27622" y="520"/>
                    </a:cubicBezTo>
                    <a:cubicBezTo>
                      <a:pt x="50483" y="5282"/>
                      <a:pt x="33338" y="79577"/>
                      <a:pt x="18097" y="70052"/>
                    </a:cubicBezTo>
                    <a:cubicBezTo>
                      <a:pt x="2858" y="61480"/>
                      <a:pt x="0" y="25285"/>
                      <a:pt x="0" y="25285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2D039BD4-34C2-4D4F-9CA9-96792C3983EE}"/>
                  </a:ext>
                </a:extLst>
              </p:cNvPr>
              <p:cNvSpPr/>
              <p:nvPr/>
            </p:nvSpPr>
            <p:spPr>
              <a:xfrm>
                <a:off x="5545455" y="3860482"/>
                <a:ext cx="295275" cy="352425"/>
              </a:xfrm>
              <a:custGeom>
                <a:avLst/>
                <a:gdLst>
                  <a:gd name="connsiteX0" fmla="*/ 251460 w 295275"/>
                  <a:gd name="connsiteY0" fmla="*/ 156210 h 352425"/>
                  <a:gd name="connsiteX1" fmla="*/ 203835 w 295275"/>
                  <a:gd name="connsiteY1" fmla="*/ 0 h 352425"/>
                  <a:gd name="connsiteX2" fmla="*/ 0 w 295275"/>
                  <a:gd name="connsiteY2" fmla="*/ 91440 h 352425"/>
                  <a:gd name="connsiteX3" fmla="*/ 145733 w 295275"/>
                  <a:gd name="connsiteY3" fmla="*/ 361950 h 352425"/>
                  <a:gd name="connsiteX4" fmla="*/ 297180 w 295275"/>
                  <a:gd name="connsiteY4" fmla="*/ 283845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5275" h="352425">
                    <a:moveTo>
                      <a:pt x="251460" y="156210"/>
                    </a:moveTo>
                    <a:lnTo>
                      <a:pt x="203835" y="0"/>
                    </a:lnTo>
                    <a:lnTo>
                      <a:pt x="0" y="91440"/>
                    </a:lnTo>
                    <a:lnTo>
                      <a:pt x="145733" y="361950"/>
                    </a:lnTo>
                    <a:lnTo>
                      <a:pt x="297180" y="283845"/>
                    </a:lnTo>
                    <a:close/>
                  </a:path>
                </a:pathLst>
              </a:custGeom>
              <a:solidFill>
                <a:srgbClr val="E8E8E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2F2D3716-1743-49F9-9594-88173560E0D2}"/>
                  </a:ext>
                </a:extLst>
              </p:cNvPr>
              <p:cNvSpPr/>
              <p:nvPr/>
            </p:nvSpPr>
            <p:spPr>
              <a:xfrm>
                <a:off x="5802630" y="3986686"/>
                <a:ext cx="342900" cy="276225"/>
              </a:xfrm>
              <a:custGeom>
                <a:avLst/>
                <a:gdLst>
                  <a:gd name="connsiteX0" fmla="*/ 189548 w 342900"/>
                  <a:gd name="connsiteY0" fmla="*/ 167166 h 276225"/>
                  <a:gd name="connsiteX1" fmla="*/ 265748 w 342900"/>
                  <a:gd name="connsiteY1" fmla="*/ 13814 h 276225"/>
                  <a:gd name="connsiteX2" fmla="*/ 343853 w 342900"/>
                  <a:gd name="connsiteY2" fmla="*/ 40484 h 276225"/>
                  <a:gd name="connsiteX3" fmla="*/ 211455 w 342900"/>
                  <a:gd name="connsiteY3" fmla="*/ 272894 h 276225"/>
                  <a:gd name="connsiteX4" fmla="*/ 91440 w 342900"/>
                  <a:gd name="connsiteY4" fmla="*/ 216696 h 276225"/>
                  <a:gd name="connsiteX5" fmla="*/ 0 w 342900"/>
                  <a:gd name="connsiteY5" fmla="*/ 85251 h 276225"/>
                  <a:gd name="connsiteX6" fmla="*/ 35242 w 342900"/>
                  <a:gd name="connsiteY6" fmla="*/ 51914 h 276225"/>
                  <a:gd name="connsiteX7" fmla="*/ 172403 w 342900"/>
                  <a:gd name="connsiteY7" fmla="*/ 185264 h 276225"/>
                  <a:gd name="connsiteX8" fmla="*/ 189548 w 342900"/>
                  <a:gd name="connsiteY8" fmla="*/ 167166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900" h="276225">
                    <a:moveTo>
                      <a:pt x="189548" y="167166"/>
                    </a:moveTo>
                    <a:cubicBezTo>
                      <a:pt x="189548" y="167166"/>
                      <a:pt x="242888" y="33816"/>
                      <a:pt x="265748" y="13814"/>
                    </a:cubicBezTo>
                    <a:cubicBezTo>
                      <a:pt x="288608" y="-6189"/>
                      <a:pt x="343853" y="-9999"/>
                      <a:pt x="343853" y="40484"/>
                    </a:cubicBezTo>
                    <a:cubicBezTo>
                      <a:pt x="344805" y="90966"/>
                      <a:pt x="240983" y="247176"/>
                      <a:pt x="211455" y="272894"/>
                    </a:cubicBezTo>
                    <a:cubicBezTo>
                      <a:pt x="180975" y="298611"/>
                      <a:pt x="145733" y="273846"/>
                      <a:pt x="91440" y="216696"/>
                    </a:cubicBezTo>
                    <a:cubicBezTo>
                      <a:pt x="37148" y="159546"/>
                      <a:pt x="1905" y="110969"/>
                      <a:pt x="0" y="85251"/>
                    </a:cubicBezTo>
                    <a:cubicBezTo>
                      <a:pt x="17145" y="61439"/>
                      <a:pt x="35242" y="51914"/>
                      <a:pt x="35242" y="51914"/>
                    </a:cubicBezTo>
                    <a:cubicBezTo>
                      <a:pt x="35242" y="51914"/>
                      <a:pt x="147638" y="145259"/>
                      <a:pt x="172403" y="185264"/>
                    </a:cubicBezTo>
                    <a:cubicBezTo>
                      <a:pt x="184785" y="177644"/>
                      <a:pt x="189548" y="167166"/>
                      <a:pt x="189548" y="16716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99000">
                    <a:schemeClr val="accent3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39FC1F40-9889-4451-BA28-7661B15DFE52}"/>
                  </a:ext>
                </a:extLst>
              </p:cNvPr>
              <p:cNvSpPr/>
              <p:nvPr/>
            </p:nvSpPr>
            <p:spPr>
              <a:xfrm>
                <a:off x="5692754" y="3967698"/>
                <a:ext cx="142875" cy="104775"/>
              </a:xfrm>
              <a:custGeom>
                <a:avLst/>
                <a:gdLst>
                  <a:gd name="connsiteX0" fmla="*/ 144166 w 142875"/>
                  <a:gd name="connsiteY0" fmla="*/ 79474 h 104775"/>
                  <a:gd name="connsiteX1" fmla="*/ 95588 w 142875"/>
                  <a:gd name="connsiteY1" fmla="*/ 6132 h 104775"/>
                  <a:gd name="connsiteX2" fmla="*/ 100351 w 142875"/>
                  <a:gd name="connsiteY2" fmla="*/ 29944 h 104775"/>
                  <a:gd name="connsiteX3" fmla="*/ 28913 w 142875"/>
                  <a:gd name="connsiteY3" fmla="*/ 6132 h 104775"/>
                  <a:gd name="connsiteX4" fmla="*/ 7958 w 142875"/>
                  <a:gd name="connsiteY4" fmla="*/ 36612 h 104775"/>
                  <a:gd name="connsiteX5" fmla="*/ 119401 w 142875"/>
                  <a:gd name="connsiteY5" fmla="*/ 108049 h 104775"/>
                  <a:gd name="connsiteX6" fmla="*/ 144166 w 142875"/>
                  <a:gd name="connsiteY6" fmla="*/ 794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2875" h="104775">
                    <a:moveTo>
                      <a:pt x="144166" y="79474"/>
                    </a:moveTo>
                    <a:cubicBezTo>
                      <a:pt x="144166" y="79474"/>
                      <a:pt x="113686" y="16609"/>
                      <a:pt x="95588" y="6132"/>
                    </a:cubicBezTo>
                    <a:cubicBezTo>
                      <a:pt x="99398" y="23277"/>
                      <a:pt x="100351" y="29944"/>
                      <a:pt x="100351" y="29944"/>
                    </a:cubicBezTo>
                    <a:cubicBezTo>
                      <a:pt x="100351" y="29944"/>
                      <a:pt x="52726" y="22324"/>
                      <a:pt x="28913" y="6132"/>
                    </a:cubicBezTo>
                    <a:cubicBezTo>
                      <a:pt x="5101" y="-9108"/>
                      <a:pt x="-10139" y="5179"/>
                      <a:pt x="7958" y="36612"/>
                    </a:cubicBezTo>
                    <a:cubicBezTo>
                      <a:pt x="26056" y="67092"/>
                      <a:pt x="97493" y="90904"/>
                      <a:pt x="119401" y="108049"/>
                    </a:cubicBezTo>
                    <a:cubicBezTo>
                      <a:pt x="140356" y="126146"/>
                      <a:pt x="144166" y="79474"/>
                      <a:pt x="144166" y="79474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09E17CE5-3A3C-4301-81F6-1F1DF7B7A802}"/>
                  </a:ext>
                </a:extLst>
              </p:cNvPr>
              <p:cNvSpPr/>
              <p:nvPr/>
            </p:nvSpPr>
            <p:spPr>
              <a:xfrm>
                <a:off x="7273290" y="4182273"/>
                <a:ext cx="161925" cy="85725"/>
              </a:xfrm>
              <a:custGeom>
                <a:avLst/>
                <a:gdLst>
                  <a:gd name="connsiteX0" fmla="*/ 0 w 161925"/>
                  <a:gd name="connsiteY0" fmla="*/ 60162 h 85725"/>
                  <a:gd name="connsiteX1" fmla="*/ 25717 w 161925"/>
                  <a:gd name="connsiteY1" fmla="*/ 44922 h 85725"/>
                  <a:gd name="connsiteX2" fmla="*/ 65722 w 161925"/>
                  <a:gd name="connsiteY2" fmla="*/ 9679 h 85725"/>
                  <a:gd name="connsiteX3" fmla="*/ 103822 w 161925"/>
                  <a:gd name="connsiteY3" fmla="*/ 6822 h 85725"/>
                  <a:gd name="connsiteX4" fmla="*/ 80010 w 161925"/>
                  <a:gd name="connsiteY4" fmla="*/ 24919 h 85725"/>
                  <a:gd name="connsiteX5" fmla="*/ 160972 w 161925"/>
                  <a:gd name="connsiteY5" fmla="*/ 18252 h 85725"/>
                  <a:gd name="connsiteX6" fmla="*/ 125730 w 161925"/>
                  <a:gd name="connsiteY6" fmla="*/ 71592 h 85725"/>
                  <a:gd name="connsiteX7" fmla="*/ 18097 w 161925"/>
                  <a:gd name="connsiteY7" fmla="*/ 94452 h 85725"/>
                  <a:gd name="connsiteX8" fmla="*/ 0 w 161925"/>
                  <a:gd name="connsiteY8" fmla="*/ 60162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1925" h="85725">
                    <a:moveTo>
                      <a:pt x="0" y="60162"/>
                    </a:moveTo>
                    <a:cubicBezTo>
                      <a:pt x="0" y="60162"/>
                      <a:pt x="16192" y="52542"/>
                      <a:pt x="25717" y="44922"/>
                    </a:cubicBezTo>
                    <a:cubicBezTo>
                      <a:pt x="36195" y="38254"/>
                      <a:pt x="41910" y="22062"/>
                      <a:pt x="65722" y="9679"/>
                    </a:cubicBezTo>
                    <a:cubicBezTo>
                      <a:pt x="89535" y="-2703"/>
                      <a:pt x="104775" y="-2703"/>
                      <a:pt x="103822" y="6822"/>
                    </a:cubicBezTo>
                    <a:cubicBezTo>
                      <a:pt x="102870" y="15394"/>
                      <a:pt x="91440" y="16347"/>
                      <a:pt x="80010" y="24919"/>
                    </a:cubicBezTo>
                    <a:cubicBezTo>
                      <a:pt x="120967" y="17299"/>
                      <a:pt x="142875" y="9679"/>
                      <a:pt x="160972" y="18252"/>
                    </a:cubicBezTo>
                    <a:cubicBezTo>
                      <a:pt x="168592" y="20157"/>
                      <a:pt x="179070" y="55399"/>
                      <a:pt x="125730" y="71592"/>
                    </a:cubicBezTo>
                    <a:cubicBezTo>
                      <a:pt x="72390" y="87784"/>
                      <a:pt x="35242" y="84927"/>
                      <a:pt x="18097" y="94452"/>
                    </a:cubicBezTo>
                    <a:cubicBezTo>
                      <a:pt x="953" y="83022"/>
                      <a:pt x="0" y="60162"/>
                      <a:pt x="0" y="60162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DCD16DCE-CA69-4FA2-8EA6-DAF822D26495}"/>
                  </a:ext>
                </a:extLst>
              </p:cNvPr>
              <p:cNvSpPr/>
              <p:nvPr/>
            </p:nvSpPr>
            <p:spPr>
              <a:xfrm>
                <a:off x="6734616" y="4221480"/>
                <a:ext cx="571500" cy="180975"/>
              </a:xfrm>
              <a:custGeom>
                <a:avLst/>
                <a:gdLst>
                  <a:gd name="connsiteX0" fmla="*/ 99571 w 571500"/>
                  <a:gd name="connsiteY0" fmla="*/ 21907 h 180975"/>
                  <a:gd name="connsiteX1" fmla="*/ 264354 w 571500"/>
                  <a:gd name="connsiteY1" fmla="*/ 82867 h 180975"/>
                  <a:gd name="connsiteX2" fmla="*/ 541531 w 571500"/>
                  <a:gd name="connsiteY2" fmla="*/ 0 h 180975"/>
                  <a:gd name="connsiteX3" fmla="*/ 574869 w 571500"/>
                  <a:gd name="connsiteY3" fmla="*/ 63817 h 180975"/>
                  <a:gd name="connsiteX4" fmla="*/ 307216 w 571500"/>
                  <a:gd name="connsiteY4" fmla="*/ 163830 h 180975"/>
                  <a:gd name="connsiteX5" fmla="*/ 9084 w 571500"/>
                  <a:gd name="connsiteY5" fmla="*/ 180975 h 180975"/>
                  <a:gd name="connsiteX6" fmla="*/ 99571 w 571500"/>
                  <a:gd name="connsiteY6" fmla="*/ 21907 h 18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1500" h="180975">
                    <a:moveTo>
                      <a:pt x="99571" y="21907"/>
                    </a:moveTo>
                    <a:cubicBezTo>
                      <a:pt x="99571" y="21907"/>
                      <a:pt x="170056" y="101917"/>
                      <a:pt x="264354" y="82867"/>
                    </a:cubicBezTo>
                    <a:cubicBezTo>
                      <a:pt x="358651" y="63817"/>
                      <a:pt x="541531" y="0"/>
                      <a:pt x="541531" y="0"/>
                    </a:cubicBezTo>
                    <a:lnTo>
                      <a:pt x="574869" y="63817"/>
                    </a:lnTo>
                    <a:cubicBezTo>
                      <a:pt x="574869" y="63817"/>
                      <a:pt x="382464" y="140017"/>
                      <a:pt x="307216" y="163830"/>
                    </a:cubicBezTo>
                    <a:cubicBezTo>
                      <a:pt x="231969" y="186690"/>
                      <a:pt x="55756" y="176213"/>
                      <a:pt x="9084" y="180975"/>
                    </a:cubicBezTo>
                    <a:cubicBezTo>
                      <a:pt x="-35684" y="184785"/>
                      <a:pt x="99571" y="21907"/>
                      <a:pt x="99571" y="21907"/>
                    </a:cubicBezTo>
                    <a:close/>
                  </a:path>
                </a:pathLst>
              </a:custGeom>
              <a:solidFill>
                <a:srgbClr val="FF337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E97F0C5F-65C8-45C6-93B5-5292BE0F94EC}"/>
                  </a:ext>
                </a:extLst>
              </p:cNvPr>
              <p:cNvSpPr/>
              <p:nvPr/>
            </p:nvSpPr>
            <p:spPr>
              <a:xfrm>
                <a:off x="6632205" y="3935648"/>
                <a:ext cx="285750" cy="342900"/>
              </a:xfrm>
              <a:custGeom>
                <a:avLst/>
                <a:gdLst>
                  <a:gd name="connsiteX0" fmla="*/ 248655 w 285750"/>
                  <a:gd name="connsiteY0" fmla="*/ 24847 h 342900"/>
                  <a:gd name="connsiteX1" fmla="*/ 288660 w 285750"/>
                  <a:gd name="connsiteY1" fmla="*/ 101047 h 342900"/>
                  <a:gd name="connsiteX2" fmla="*/ 251512 w 285750"/>
                  <a:gd name="connsiteY2" fmla="*/ 345839 h 342900"/>
                  <a:gd name="connsiteX3" fmla="*/ 61012 w 285750"/>
                  <a:gd name="connsiteY3" fmla="*/ 262019 h 342900"/>
                  <a:gd name="connsiteX4" fmla="*/ 10530 w 285750"/>
                  <a:gd name="connsiteY4" fmla="*/ 191534 h 342900"/>
                  <a:gd name="connsiteX5" fmla="*/ 97207 w 285750"/>
                  <a:gd name="connsiteY5" fmla="*/ 38182 h 342900"/>
                  <a:gd name="connsiteX6" fmla="*/ 248655 w 285750"/>
                  <a:gd name="connsiteY6" fmla="*/ 24847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750" h="342900">
                    <a:moveTo>
                      <a:pt x="248655" y="24847"/>
                    </a:moveTo>
                    <a:cubicBezTo>
                      <a:pt x="248655" y="24847"/>
                      <a:pt x="289612" y="24847"/>
                      <a:pt x="288660" y="101047"/>
                    </a:cubicBezTo>
                    <a:cubicBezTo>
                      <a:pt x="287707" y="177247"/>
                      <a:pt x="298185" y="378224"/>
                      <a:pt x="251512" y="345839"/>
                    </a:cubicBezTo>
                    <a:cubicBezTo>
                      <a:pt x="173407" y="292499"/>
                      <a:pt x="102922" y="270592"/>
                      <a:pt x="61012" y="262019"/>
                    </a:cubicBezTo>
                    <a:cubicBezTo>
                      <a:pt x="-22808" y="246779"/>
                      <a:pt x="1005" y="223919"/>
                      <a:pt x="10530" y="191534"/>
                    </a:cubicBezTo>
                    <a:cubicBezTo>
                      <a:pt x="20055" y="159149"/>
                      <a:pt x="69585" y="65804"/>
                      <a:pt x="97207" y="38182"/>
                    </a:cubicBezTo>
                    <a:cubicBezTo>
                      <a:pt x="123877" y="10559"/>
                      <a:pt x="171502" y="-24683"/>
                      <a:pt x="248655" y="24847"/>
                    </a:cubicBezTo>
                    <a:close/>
                  </a:path>
                </a:pathLst>
              </a:custGeom>
              <a:solidFill>
                <a:srgbClr val="7035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E2AA32D0-66B8-4CA5-BED4-A843ED4DE751}"/>
                  </a:ext>
                </a:extLst>
              </p:cNvPr>
              <p:cNvSpPr/>
              <p:nvPr/>
            </p:nvSpPr>
            <p:spPr>
              <a:xfrm>
                <a:off x="6692963" y="4045234"/>
                <a:ext cx="19050" cy="57150"/>
              </a:xfrm>
              <a:custGeom>
                <a:avLst/>
                <a:gdLst>
                  <a:gd name="connsiteX0" fmla="*/ 22162 w 19050"/>
                  <a:gd name="connsiteY0" fmla="*/ 19083 h 57150"/>
                  <a:gd name="connsiteX1" fmla="*/ 6922 w 19050"/>
                  <a:gd name="connsiteY1" fmla="*/ 33 h 57150"/>
                  <a:gd name="connsiteX2" fmla="*/ 15494 w 19050"/>
                  <a:gd name="connsiteY2" fmla="*/ 53373 h 57150"/>
                  <a:gd name="connsiteX3" fmla="*/ 22162 w 19050"/>
                  <a:gd name="connsiteY3" fmla="*/ 19083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" h="57150">
                    <a:moveTo>
                      <a:pt x="22162" y="19083"/>
                    </a:moveTo>
                    <a:cubicBezTo>
                      <a:pt x="22162" y="19083"/>
                      <a:pt x="20257" y="-920"/>
                      <a:pt x="6922" y="33"/>
                    </a:cubicBezTo>
                    <a:cubicBezTo>
                      <a:pt x="-6413" y="985"/>
                      <a:pt x="1207" y="76233"/>
                      <a:pt x="15494" y="53373"/>
                    </a:cubicBezTo>
                    <a:cubicBezTo>
                      <a:pt x="24067" y="30513"/>
                      <a:pt x="22162" y="19083"/>
                      <a:pt x="22162" y="19083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E5272705-1813-4646-AB12-4074DE44D6E5}"/>
                  </a:ext>
                </a:extLst>
              </p:cNvPr>
              <p:cNvSpPr/>
              <p:nvPr/>
            </p:nvSpPr>
            <p:spPr>
              <a:xfrm>
                <a:off x="6849140" y="4114770"/>
                <a:ext cx="38100" cy="38100"/>
              </a:xfrm>
              <a:custGeom>
                <a:avLst/>
                <a:gdLst>
                  <a:gd name="connsiteX0" fmla="*/ 18385 w 38100"/>
                  <a:gd name="connsiteY0" fmla="*/ 7649 h 38100"/>
                  <a:gd name="connsiteX1" fmla="*/ 42197 w 38100"/>
                  <a:gd name="connsiteY1" fmla="*/ 3840 h 38100"/>
                  <a:gd name="connsiteX2" fmla="*/ 287 w 38100"/>
                  <a:gd name="connsiteY2" fmla="*/ 38130 h 38100"/>
                  <a:gd name="connsiteX3" fmla="*/ 18385 w 38100"/>
                  <a:gd name="connsiteY3" fmla="*/ 764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100" h="38100">
                    <a:moveTo>
                      <a:pt x="18385" y="7649"/>
                    </a:moveTo>
                    <a:cubicBezTo>
                      <a:pt x="18385" y="7649"/>
                      <a:pt x="32672" y="-6638"/>
                      <a:pt x="42197" y="3840"/>
                    </a:cubicBezTo>
                    <a:cubicBezTo>
                      <a:pt x="51722" y="13365"/>
                      <a:pt x="-4475" y="64799"/>
                      <a:pt x="287" y="38130"/>
                    </a:cubicBezTo>
                    <a:cubicBezTo>
                      <a:pt x="9812" y="14317"/>
                      <a:pt x="18385" y="7649"/>
                      <a:pt x="18385" y="7649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30EF5AEF-A174-41C1-B52D-9EA797ACFB80}"/>
                  </a:ext>
                </a:extLst>
              </p:cNvPr>
              <p:cNvSpPr/>
              <p:nvPr/>
            </p:nvSpPr>
            <p:spPr>
              <a:xfrm>
                <a:off x="6708090" y="3970352"/>
                <a:ext cx="171450" cy="219075"/>
              </a:xfrm>
              <a:custGeom>
                <a:avLst/>
                <a:gdLst>
                  <a:gd name="connsiteX0" fmla="*/ 168960 w 171450"/>
                  <a:gd name="connsiteY0" fmla="*/ 127303 h 219075"/>
                  <a:gd name="connsiteX1" fmla="*/ 116573 w 171450"/>
                  <a:gd name="connsiteY1" fmla="*/ 202550 h 219075"/>
                  <a:gd name="connsiteX2" fmla="*/ 42278 w 171450"/>
                  <a:gd name="connsiteY2" fmla="*/ 218743 h 219075"/>
                  <a:gd name="connsiteX3" fmla="*/ 1320 w 171450"/>
                  <a:gd name="connsiteY3" fmla="*/ 154925 h 219075"/>
                  <a:gd name="connsiteX4" fmla="*/ 16560 w 171450"/>
                  <a:gd name="connsiteY4" fmla="*/ 63485 h 219075"/>
                  <a:gd name="connsiteX5" fmla="*/ 148005 w 171450"/>
                  <a:gd name="connsiteY5" fmla="*/ 9193 h 219075"/>
                  <a:gd name="connsiteX6" fmla="*/ 168960 w 171450"/>
                  <a:gd name="connsiteY6" fmla="*/ 127303 h 21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1450" h="219075">
                    <a:moveTo>
                      <a:pt x="168960" y="127303"/>
                    </a:moveTo>
                    <a:cubicBezTo>
                      <a:pt x="168960" y="127303"/>
                      <a:pt x="152768" y="183500"/>
                      <a:pt x="116573" y="202550"/>
                    </a:cubicBezTo>
                    <a:cubicBezTo>
                      <a:pt x="87998" y="218743"/>
                      <a:pt x="61328" y="226363"/>
                      <a:pt x="42278" y="218743"/>
                    </a:cubicBezTo>
                    <a:cubicBezTo>
                      <a:pt x="22275" y="211123"/>
                      <a:pt x="7035" y="181595"/>
                      <a:pt x="1320" y="154925"/>
                    </a:cubicBezTo>
                    <a:cubicBezTo>
                      <a:pt x="-4395" y="128255"/>
                      <a:pt x="9893" y="80630"/>
                      <a:pt x="16560" y="63485"/>
                    </a:cubicBezTo>
                    <a:cubicBezTo>
                      <a:pt x="23228" y="46340"/>
                      <a:pt x="75615" y="-25097"/>
                      <a:pt x="148005" y="9193"/>
                    </a:cubicBezTo>
                    <a:cubicBezTo>
                      <a:pt x="205155" y="35863"/>
                      <a:pt x="168960" y="127303"/>
                      <a:pt x="168960" y="127303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B9F52AC4-EB9B-4610-A7BE-388AF9194D75}"/>
                  </a:ext>
                </a:extLst>
              </p:cNvPr>
              <p:cNvSpPr/>
              <p:nvPr/>
            </p:nvSpPr>
            <p:spPr>
              <a:xfrm>
                <a:off x="6712266" y="3960365"/>
                <a:ext cx="180975" cy="152400"/>
              </a:xfrm>
              <a:custGeom>
                <a:avLst/>
                <a:gdLst>
                  <a:gd name="connsiteX0" fmla="*/ 151449 w 180975"/>
                  <a:gd name="connsiteY0" fmla="*/ 58232 h 152400"/>
                  <a:gd name="connsiteX1" fmla="*/ 3811 w 180975"/>
                  <a:gd name="connsiteY1" fmla="*/ 98237 h 152400"/>
                  <a:gd name="connsiteX2" fmla="*/ 8574 w 180975"/>
                  <a:gd name="connsiteY2" fmla="*/ 60137 h 152400"/>
                  <a:gd name="connsiteX3" fmla="*/ 149544 w 180975"/>
                  <a:gd name="connsiteY3" fmla="*/ 6797 h 152400"/>
                  <a:gd name="connsiteX4" fmla="*/ 161926 w 180975"/>
                  <a:gd name="connsiteY4" fmla="*/ 157292 h 152400"/>
                  <a:gd name="connsiteX5" fmla="*/ 151449 w 180975"/>
                  <a:gd name="connsiteY5" fmla="*/ 58232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975" h="152400">
                    <a:moveTo>
                      <a:pt x="151449" y="58232"/>
                    </a:moveTo>
                    <a:cubicBezTo>
                      <a:pt x="151449" y="58232"/>
                      <a:pt x="70486" y="96332"/>
                      <a:pt x="3811" y="98237"/>
                    </a:cubicBezTo>
                    <a:cubicBezTo>
                      <a:pt x="2859" y="94427"/>
                      <a:pt x="-6666" y="93475"/>
                      <a:pt x="8574" y="60137"/>
                    </a:cubicBezTo>
                    <a:cubicBezTo>
                      <a:pt x="22861" y="26800"/>
                      <a:pt x="91441" y="-17015"/>
                      <a:pt x="149544" y="6797"/>
                    </a:cubicBezTo>
                    <a:cubicBezTo>
                      <a:pt x="207646" y="30610"/>
                      <a:pt x="185739" y="123955"/>
                      <a:pt x="161926" y="157292"/>
                    </a:cubicBezTo>
                    <a:cubicBezTo>
                      <a:pt x="150496" y="142052"/>
                      <a:pt x="147639" y="71567"/>
                      <a:pt x="151449" y="58232"/>
                    </a:cubicBezTo>
                    <a:close/>
                  </a:path>
                </a:pathLst>
              </a:custGeom>
              <a:solidFill>
                <a:srgbClr val="7035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1B873C3A-37E2-4425-BD47-7CD01726C220}"/>
                  </a:ext>
                </a:extLst>
              </p:cNvPr>
              <p:cNvSpPr/>
              <p:nvPr/>
            </p:nvSpPr>
            <p:spPr>
              <a:xfrm>
                <a:off x="6696075" y="4154710"/>
                <a:ext cx="95250" cy="85725"/>
              </a:xfrm>
              <a:custGeom>
                <a:avLst/>
                <a:gdLst>
                  <a:gd name="connsiteX0" fmla="*/ 100965 w 95250"/>
                  <a:gd name="connsiteY0" fmla="*/ 25812 h 85725"/>
                  <a:gd name="connsiteX1" fmla="*/ 103822 w 95250"/>
                  <a:gd name="connsiteY1" fmla="*/ 82962 h 85725"/>
                  <a:gd name="connsiteX2" fmla="*/ 37147 w 95250"/>
                  <a:gd name="connsiteY2" fmla="*/ 84867 h 85725"/>
                  <a:gd name="connsiteX3" fmla="*/ 0 w 95250"/>
                  <a:gd name="connsiteY3" fmla="*/ 45814 h 85725"/>
                  <a:gd name="connsiteX4" fmla="*/ 31433 w 95250"/>
                  <a:gd name="connsiteY4" fmla="*/ 94 h 85725"/>
                  <a:gd name="connsiteX5" fmla="*/ 100965 w 95250"/>
                  <a:gd name="connsiteY5" fmla="*/ 25812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5250" h="85725">
                    <a:moveTo>
                      <a:pt x="100965" y="25812"/>
                    </a:moveTo>
                    <a:cubicBezTo>
                      <a:pt x="100965" y="25812"/>
                      <a:pt x="91440" y="53434"/>
                      <a:pt x="103822" y="82962"/>
                    </a:cubicBezTo>
                    <a:cubicBezTo>
                      <a:pt x="71438" y="94392"/>
                      <a:pt x="56197" y="93439"/>
                      <a:pt x="37147" y="84867"/>
                    </a:cubicBezTo>
                    <a:cubicBezTo>
                      <a:pt x="17145" y="75342"/>
                      <a:pt x="0" y="45814"/>
                      <a:pt x="0" y="45814"/>
                    </a:cubicBezTo>
                    <a:cubicBezTo>
                      <a:pt x="0" y="45814"/>
                      <a:pt x="23813" y="32479"/>
                      <a:pt x="31433" y="94"/>
                    </a:cubicBezTo>
                    <a:cubicBezTo>
                      <a:pt x="51435" y="-1811"/>
                      <a:pt x="100965" y="25812"/>
                      <a:pt x="100965" y="25812"/>
                    </a:cubicBezTo>
                    <a:close/>
                  </a:path>
                </a:pathLst>
              </a:custGeom>
              <a:solidFill>
                <a:srgbClr val="FAB4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A88F3FFA-3FD8-416A-A9E8-C56983ACEE51}"/>
                  </a:ext>
                </a:extLst>
              </p:cNvPr>
              <p:cNvSpPr/>
              <p:nvPr/>
            </p:nvSpPr>
            <p:spPr>
              <a:xfrm>
                <a:off x="5735002" y="1879282"/>
                <a:ext cx="371475" cy="161925"/>
              </a:xfrm>
              <a:custGeom>
                <a:avLst/>
                <a:gdLst>
                  <a:gd name="connsiteX0" fmla="*/ 377190 w 371475"/>
                  <a:gd name="connsiteY0" fmla="*/ 128588 h 161925"/>
                  <a:gd name="connsiteX1" fmla="*/ 336232 w 371475"/>
                  <a:gd name="connsiteY1" fmla="*/ 169545 h 161925"/>
                  <a:gd name="connsiteX2" fmla="*/ 40957 w 371475"/>
                  <a:gd name="connsiteY2" fmla="*/ 169545 h 161925"/>
                  <a:gd name="connsiteX3" fmla="*/ 0 w 371475"/>
                  <a:gd name="connsiteY3" fmla="*/ 128588 h 161925"/>
                  <a:gd name="connsiteX4" fmla="*/ 0 w 371475"/>
                  <a:gd name="connsiteY4" fmla="*/ 40957 h 161925"/>
                  <a:gd name="connsiteX5" fmla="*/ 40957 w 371475"/>
                  <a:gd name="connsiteY5" fmla="*/ 0 h 161925"/>
                  <a:gd name="connsiteX6" fmla="*/ 336232 w 371475"/>
                  <a:gd name="connsiteY6" fmla="*/ 0 h 161925"/>
                  <a:gd name="connsiteX7" fmla="*/ 377190 w 371475"/>
                  <a:gd name="connsiteY7" fmla="*/ 40957 h 161925"/>
                  <a:gd name="connsiteX8" fmla="*/ 377190 w 371475"/>
                  <a:gd name="connsiteY8" fmla="*/ 128588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1475" h="161925">
                    <a:moveTo>
                      <a:pt x="377190" y="128588"/>
                    </a:moveTo>
                    <a:cubicBezTo>
                      <a:pt x="377190" y="151448"/>
                      <a:pt x="359093" y="169545"/>
                      <a:pt x="336232" y="169545"/>
                    </a:cubicBezTo>
                    <a:lnTo>
                      <a:pt x="40957" y="169545"/>
                    </a:lnTo>
                    <a:cubicBezTo>
                      <a:pt x="18098" y="169545"/>
                      <a:pt x="0" y="151448"/>
                      <a:pt x="0" y="128588"/>
                    </a:cubicBezTo>
                    <a:lnTo>
                      <a:pt x="0" y="40957"/>
                    </a:lnTo>
                    <a:cubicBezTo>
                      <a:pt x="0" y="18098"/>
                      <a:pt x="18098" y="0"/>
                      <a:pt x="40957" y="0"/>
                    </a:cubicBezTo>
                    <a:lnTo>
                      <a:pt x="336232" y="0"/>
                    </a:lnTo>
                    <a:cubicBezTo>
                      <a:pt x="359093" y="0"/>
                      <a:pt x="377190" y="18098"/>
                      <a:pt x="377190" y="40957"/>
                    </a:cubicBezTo>
                    <a:lnTo>
                      <a:pt x="377190" y="128588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31F45DB2-E9F8-4785-92DD-F190A8472E84}"/>
                  </a:ext>
                </a:extLst>
              </p:cNvPr>
              <p:cNvSpPr/>
              <p:nvPr/>
            </p:nvSpPr>
            <p:spPr>
              <a:xfrm>
                <a:off x="5962711" y="2015539"/>
                <a:ext cx="133350" cy="95250"/>
              </a:xfrm>
              <a:custGeom>
                <a:avLst/>
                <a:gdLst>
                  <a:gd name="connsiteX0" fmla="*/ 104714 w 133350"/>
                  <a:gd name="connsiteY0" fmla="*/ 24715 h 95250"/>
                  <a:gd name="connsiteX1" fmla="*/ 139005 w 133350"/>
                  <a:gd name="connsiteY1" fmla="*/ 101868 h 95250"/>
                  <a:gd name="connsiteX2" fmla="*/ 2797 w 133350"/>
                  <a:gd name="connsiteY2" fmla="*/ 15190 h 95250"/>
                  <a:gd name="connsiteX3" fmla="*/ 104714 w 133350"/>
                  <a:gd name="connsiteY3" fmla="*/ 24715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350" h="95250">
                    <a:moveTo>
                      <a:pt x="104714" y="24715"/>
                    </a:moveTo>
                    <a:cubicBezTo>
                      <a:pt x="104714" y="24715"/>
                      <a:pt x="99952" y="77103"/>
                      <a:pt x="139005" y="101868"/>
                    </a:cubicBezTo>
                    <a:cubicBezTo>
                      <a:pt x="77092" y="106630"/>
                      <a:pt x="25657" y="55195"/>
                      <a:pt x="2797" y="15190"/>
                    </a:cubicBezTo>
                    <a:cubicBezTo>
                      <a:pt x="-20063" y="-23862"/>
                      <a:pt x="104714" y="24715"/>
                      <a:pt x="104714" y="24715"/>
                    </a:cubicBezTo>
                    <a:close/>
                  </a:path>
                </a:pathLst>
              </a:custGeom>
              <a:solidFill>
                <a:srgbClr val="DDDDD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B13CBA29-A02A-49F8-BDC9-0FF22D952970}"/>
                  </a:ext>
                </a:extLst>
              </p:cNvPr>
              <p:cNvSpPr/>
              <p:nvPr/>
            </p:nvSpPr>
            <p:spPr>
              <a:xfrm>
                <a:off x="7279005" y="3010852"/>
                <a:ext cx="371475" cy="161925"/>
              </a:xfrm>
              <a:custGeom>
                <a:avLst/>
                <a:gdLst>
                  <a:gd name="connsiteX0" fmla="*/ 0 w 371475"/>
                  <a:gd name="connsiteY0" fmla="*/ 128588 h 161925"/>
                  <a:gd name="connsiteX1" fmla="*/ 40957 w 371475"/>
                  <a:gd name="connsiteY1" fmla="*/ 169545 h 161925"/>
                  <a:gd name="connsiteX2" fmla="*/ 336232 w 371475"/>
                  <a:gd name="connsiteY2" fmla="*/ 169545 h 161925"/>
                  <a:gd name="connsiteX3" fmla="*/ 377190 w 371475"/>
                  <a:gd name="connsiteY3" fmla="*/ 128588 h 161925"/>
                  <a:gd name="connsiteX4" fmla="*/ 377190 w 371475"/>
                  <a:gd name="connsiteY4" fmla="*/ 40957 h 161925"/>
                  <a:gd name="connsiteX5" fmla="*/ 336232 w 371475"/>
                  <a:gd name="connsiteY5" fmla="*/ 0 h 161925"/>
                  <a:gd name="connsiteX6" fmla="*/ 40957 w 371475"/>
                  <a:gd name="connsiteY6" fmla="*/ 0 h 161925"/>
                  <a:gd name="connsiteX7" fmla="*/ 0 w 371475"/>
                  <a:gd name="connsiteY7" fmla="*/ 40957 h 161925"/>
                  <a:gd name="connsiteX8" fmla="*/ 0 w 371475"/>
                  <a:gd name="connsiteY8" fmla="*/ 128588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1475" h="161925">
                    <a:moveTo>
                      <a:pt x="0" y="128588"/>
                    </a:moveTo>
                    <a:cubicBezTo>
                      <a:pt x="0" y="151447"/>
                      <a:pt x="18097" y="169545"/>
                      <a:pt x="40957" y="169545"/>
                    </a:cubicBezTo>
                    <a:lnTo>
                      <a:pt x="336232" y="169545"/>
                    </a:lnTo>
                    <a:cubicBezTo>
                      <a:pt x="359092" y="169545"/>
                      <a:pt x="377190" y="151447"/>
                      <a:pt x="377190" y="128588"/>
                    </a:cubicBezTo>
                    <a:lnTo>
                      <a:pt x="377190" y="40957"/>
                    </a:lnTo>
                    <a:cubicBezTo>
                      <a:pt x="377190" y="18097"/>
                      <a:pt x="359092" y="0"/>
                      <a:pt x="336232" y="0"/>
                    </a:cubicBezTo>
                    <a:lnTo>
                      <a:pt x="40957" y="0"/>
                    </a:lnTo>
                    <a:cubicBezTo>
                      <a:pt x="18097" y="0"/>
                      <a:pt x="0" y="18097"/>
                      <a:pt x="0" y="40957"/>
                    </a:cubicBezTo>
                    <a:lnTo>
                      <a:pt x="0" y="1285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5C34EFF8-2039-4233-87AA-132298663D27}"/>
                  </a:ext>
                </a:extLst>
              </p:cNvPr>
              <p:cNvSpPr/>
              <p:nvPr/>
            </p:nvSpPr>
            <p:spPr>
              <a:xfrm>
                <a:off x="7289482" y="3147645"/>
                <a:ext cx="133350" cy="95250"/>
              </a:xfrm>
              <a:custGeom>
                <a:avLst/>
                <a:gdLst>
                  <a:gd name="connsiteX0" fmla="*/ 34290 w 133350"/>
                  <a:gd name="connsiteY0" fmla="*/ 25132 h 95250"/>
                  <a:gd name="connsiteX1" fmla="*/ 0 w 133350"/>
                  <a:gd name="connsiteY1" fmla="*/ 102285 h 95250"/>
                  <a:gd name="connsiteX2" fmla="*/ 136208 w 133350"/>
                  <a:gd name="connsiteY2" fmla="*/ 15607 h 95250"/>
                  <a:gd name="connsiteX3" fmla="*/ 34290 w 133350"/>
                  <a:gd name="connsiteY3" fmla="*/ 25132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350" h="95250">
                    <a:moveTo>
                      <a:pt x="34290" y="25132"/>
                    </a:moveTo>
                    <a:cubicBezTo>
                      <a:pt x="34290" y="25132"/>
                      <a:pt x="39053" y="77520"/>
                      <a:pt x="0" y="102285"/>
                    </a:cubicBezTo>
                    <a:cubicBezTo>
                      <a:pt x="61913" y="107047"/>
                      <a:pt x="113348" y="55612"/>
                      <a:pt x="136208" y="15607"/>
                    </a:cubicBezTo>
                    <a:cubicBezTo>
                      <a:pt x="158115" y="-24398"/>
                      <a:pt x="34290" y="25132"/>
                      <a:pt x="34290" y="251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3DC8642F-959B-41E1-BA40-32AFBDCFC695}"/>
                  </a:ext>
                </a:extLst>
              </p:cNvPr>
              <p:cNvSpPr/>
              <p:nvPr/>
            </p:nvSpPr>
            <p:spPr>
              <a:xfrm>
                <a:off x="4521199" y="2574657"/>
                <a:ext cx="575628" cy="391428"/>
              </a:xfrm>
              <a:custGeom>
                <a:avLst/>
                <a:gdLst>
                  <a:gd name="connsiteX0" fmla="*/ 239078 w 238125"/>
                  <a:gd name="connsiteY0" fmla="*/ 128588 h 161925"/>
                  <a:gd name="connsiteX1" fmla="*/ 198120 w 238125"/>
                  <a:gd name="connsiteY1" fmla="*/ 169545 h 161925"/>
                  <a:gd name="connsiteX2" fmla="*/ 40958 w 238125"/>
                  <a:gd name="connsiteY2" fmla="*/ 169545 h 161925"/>
                  <a:gd name="connsiteX3" fmla="*/ 0 w 238125"/>
                  <a:gd name="connsiteY3" fmla="*/ 128588 h 161925"/>
                  <a:gd name="connsiteX4" fmla="*/ 0 w 238125"/>
                  <a:gd name="connsiteY4" fmla="*/ 40958 h 161925"/>
                  <a:gd name="connsiteX5" fmla="*/ 40958 w 238125"/>
                  <a:gd name="connsiteY5" fmla="*/ 0 h 161925"/>
                  <a:gd name="connsiteX6" fmla="*/ 198120 w 238125"/>
                  <a:gd name="connsiteY6" fmla="*/ 0 h 161925"/>
                  <a:gd name="connsiteX7" fmla="*/ 239078 w 238125"/>
                  <a:gd name="connsiteY7" fmla="*/ 40958 h 161925"/>
                  <a:gd name="connsiteX8" fmla="*/ 239078 w 238125"/>
                  <a:gd name="connsiteY8" fmla="*/ 128588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8125" h="161925">
                    <a:moveTo>
                      <a:pt x="239078" y="128588"/>
                    </a:moveTo>
                    <a:cubicBezTo>
                      <a:pt x="239078" y="151448"/>
                      <a:pt x="220980" y="169545"/>
                      <a:pt x="198120" y="169545"/>
                    </a:cubicBezTo>
                    <a:lnTo>
                      <a:pt x="40958" y="169545"/>
                    </a:lnTo>
                    <a:cubicBezTo>
                      <a:pt x="18098" y="169545"/>
                      <a:pt x="0" y="151448"/>
                      <a:pt x="0" y="128588"/>
                    </a:cubicBezTo>
                    <a:lnTo>
                      <a:pt x="0" y="40958"/>
                    </a:lnTo>
                    <a:cubicBezTo>
                      <a:pt x="0" y="18098"/>
                      <a:pt x="18098" y="0"/>
                      <a:pt x="40958" y="0"/>
                    </a:cubicBezTo>
                    <a:lnTo>
                      <a:pt x="198120" y="0"/>
                    </a:lnTo>
                    <a:cubicBezTo>
                      <a:pt x="220980" y="0"/>
                      <a:pt x="239078" y="18098"/>
                      <a:pt x="239078" y="40958"/>
                    </a:cubicBezTo>
                    <a:lnTo>
                      <a:pt x="239078" y="128588"/>
                    </a:lnTo>
                    <a:close/>
                  </a:path>
                </a:pathLst>
              </a:custGeom>
              <a:solidFill>
                <a:srgbClr val="FFE7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5EF99D9B-5196-4D19-ABDA-E3F349252A5A}"/>
                  </a:ext>
                </a:extLst>
              </p:cNvPr>
              <p:cNvSpPr/>
              <p:nvPr/>
            </p:nvSpPr>
            <p:spPr>
              <a:xfrm>
                <a:off x="4948497" y="2940952"/>
                <a:ext cx="133350" cy="95250"/>
              </a:xfrm>
              <a:custGeom>
                <a:avLst/>
                <a:gdLst>
                  <a:gd name="connsiteX0" fmla="*/ 104516 w 133350"/>
                  <a:gd name="connsiteY0" fmla="*/ 25132 h 95250"/>
                  <a:gd name="connsiteX1" fmla="*/ 138806 w 133350"/>
                  <a:gd name="connsiteY1" fmla="*/ 102285 h 95250"/>
                  <a:gd name="connsiteX2" fmla="*/ 2598 w 133350"/>
                  <a:gd name="connsiteY2" fmla="*/ 15607 h 95250"/>
                  <a:gd name="connsiteX3" fmla="*/ 104516 w 133350"/>
                  <a:gd name="connsiteY3" fmla="*/ 25132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350" h="95250">
                    <a:moveTo>
                      <a:pt x="104516" y="25132"/>
                    </a:moveTo>
                    <a:cubicBezTo>
                      <a:pt x="104516" y="25132"/>
                      <a:pt x="99753" y="77520"/>
                      <a:pt x="138806" y="102285"/>
                    </a:cubicBezTo>
                    <a:cubicBezTo>
                      <a:pt x="76893" y="107047"/>
                      <a:pt x="26411" y="55612"/>
                      <a:pt x="2598" y="15607"/>
                    </a:cubicBezTo>
                    <a:cubicBezTo>
                      <a:pt x="-19309" y="-24398"/>
                      <a:pt x="104516" y="25132"/>
                      <a:pt x="104516" y="25132"/>
                    </a:cubicBezTo>
                    <a:close/>
                  </a:path>
                </a:pathLst>
              </a:custGeom>
              <a:solidFill>
                <a:srgbClr val="FFE7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1323A77F-17AE-4E54-AB06-91D27B053290}"/>
                  </a:ext>
                </a:extLst>
              </p:cNvPr>
              <p:cNvSpPr/>
              <p:nvPr/>
            </p:nvSpPr>
            <p:spPr>
              <a:xfrm>
                <a:off x="5953130" y="3661290"/>
                <a:ext cx="703893" cy="306824"/>
              </a:xfrm>
              <a:custGeom>
                <a:avLst/>
                <a:gdLst>
                  <a:gd name="connsiteX0" fmla="*/ 377190 w 371475"/>
                  <a:gd name="connsiteY0" fmla="*/ 128588 h 161925"/>
                  <a:gd name="connsiteX1" fmla="*/ 336233 w 371475"/>
                  <a:gd name="connsiteY1" fmla="*/ 169545 h 161925"/>
                  <a:gd name="connsiteX2" fmla="*/ 40958 w 371475"/>
                  <a:gd name="connsiteY2" fmla="*/ 169545 h 161925"/>
                  <a:gd name="connsiteX3" fmla="*/ 0 w 371475"/>
                  <a:gd name="connsiteY3" fmla="*/ 128588 h 161925"/>
                  <a:gd name="connsiteX4" fmla="*/ 0 w 371475"/>
                  <a:gd name="connsiteY4" fmla="*/ 40957 h 161925"/>
                  <a:gd name="connsiteX5" fmla="*/ 40958 w 371475"/>
                  <a:gd name="connsiteY5" fmla="*/ 0 h 161925"/>
                  <a:gd name="connsiteX6" fmla="*/ 336233 w 371475"/>
                  <a:gd name="connsiteY6" fmla="*/ 0 h 161925"/>
                  <a:gd name="connsiteX7" fmla="*/ 377190 w 371475"/>
                  <a:gd name="connsiteY7" fmla="*/ 40957 h 161925"/>
                  <a:gd name="connsiteX8" fmla="*/ 377190 w 371475"/>
                  <a:gd name="connsiteY8" fmla="*/ 128588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1475" h="161925">
                    <a:moveTo>
                      <a:pt x="377190" y="128588"/>
                    </a:moveTo>
                    <a:cubicBezTo>
                      <a:pt x="377190" y="151447"/>
                      <a:pt x="359093" y="169545"/>
                      <a:pt x="336233" y="169545"/>
                    </a:cubicBezTo>
                    <a:lnTo>
                      <a:pt x="40958" y="169545"/>
                    </a:lnTo>
                    <a:cubicBezTo>
                      <a:pt x="18098" y="169545"/>
                      <a:pt x="0" y="151447"/>
                      <a:pt x="0" y="128588"/>
                    </a:cubicBezTo>
                    <a:lnTo>
                      <a:pt x="0" y="40957"/>
                    </a:lnTo>
                    <a:cubicBezTo>
                      <a:pt x="0" y="18097"/>
                      <a:pt x="18098" y="0"/>
                      <a:pt x="40958" y="0"/>
                    </a:cubicBezTo>
                    <a:lnTo>
                      <a:pt x="336233" y="0"/>
                    </a:lnTo>
                    <a:cubicBezTo>
                      <a:pt x="359093" y="0"/>
                      <a:pt x="377190" y="18097"/>
                      <a:pt x="377190" y="40957"/>
                    </a:cubicBezTo>
                    <a:lnTo>
                      <a:pt x="377190" y="128588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23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E8AB79A7-BF4C-4D08-A8C7-B1BB13506E6F}"/>
                  </a:ext>
                </a:extLst>
              </p:cNvPr>
              <p:cNvSpPr/>
              <p:nvPr/>
            </p:nvSpPr>
            <p:spPr>
              <a:xfrm>
                <a:off x="6513256" y="3942447"/>
                <a:ext cx="133350" cy="95250"/>
              </a:xfrm>
              <a:custGeom>
                <a:avLst/>
                <a:gdLst>
                  <a:gd name="connsiteX0" fmla="*/ 104714 w 133350"/>
                  <a:gd name="connsiteY0" fmla="*/ 24715 h 95250"/>
                  <a:gd name="connsiteX1" fmla="*/ 139004 w 133350"/>
                  <a:gd name="connsiteY1" fmla="*/ 101868 h 95250"/>
                  <a:gd name="connsiteX2" fmla="*/ 2797 w 133350"/>
                  <a:gd name="connsiteY2" fmla="*/ 15190 h 95250"/>
                  <a:gd name="connsiteX3" fmla="*/ 104714 w 133350"/>
                  <a:gd name="connsiteY3" fmla="*/ 24715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350" h="95250">
                    <a:moveTo>
                      <a:pt x="104714" y="24715"/>
                    </a:moveTo>
                    <a:cubicBezTo>
                      <a:pt x="104714" y="24715"/>
                      <a:pt x="99952" y="77103"/>
                      <a:pt x="139004" y="101868"/>
                    </a:cubicBezTo>
                    <a:cubicBezTo>
                      <a:pt x="77092" y="106630"/>
                      <a:pt x="26610" y="55195"/>
                      <a:pt x="2797" y="15190"/>
                    </a:cubicBezTo>
                    <a:cubicBezTo>
                      <a:pt x="-20063" y="-23862"/>
                      <a:pt x="104714" y="24715"/>
                      <a:pt x="104714" y="2471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23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F788E56E-3583-4079-8FEF-2DCC63146B68}"/>
                  </a:ext>
                </a:extLst>
              </p:cNvPr>
              <p:cNvSpPr/>
              <p:nvPr/>
            </p:nvSpPr>
            <p:spPr>
              <a:xfrm>
                <a:off x="7395210" y="1612950"/>
                <a:ext cx="520629" cy="364440"/>
              </a:xfrm>
              <a:custGeom>
                <a:avLst/>
                <a:gdLst>
                  <a:gd name="connsiteX0" fmla="*/ 0 w 190500"/>
                  <a:gd name="connsiteY0" fmla="*/ 103823 h 133350"/>
                  <a:gd name="connsiteX1" fmla="*/ 33338 w 190500"/>
                  <a:gd name="connsiteY1" fmla="*/ 137160 h 133350"/>
                  <a:gd name="connsiteX2" fmla="*/ 164783 w 190500"/>
                  <a:gd name="connsiteY2" fmla="*/ 137160 h 133350"/>
                  <a:gd name="connsiteX3" fmla="*/ 198120 w 190500"/>
                  <a:gd name="connsiteY3" fmla="*/ 103823 h 133350"/>
                  <a:gd name="connsiteX4" fmla="*/ 198120 w 190500"/>
                  <a:gd name="connsiteY4" fmla="*/ 33338 h 133350"/>
                  <a:gd name="connsiteX5" fmla="*/ 164783 w 190500"/>
                  <a:gd name="connsiteY5" fmla="*/ 0 h 133350"/>
                  <a:gd name="connsiteX6" fmla="*/ 33338 w 190500"/>
                  <a:gd name="connsiteY6" fmla="*/ 0 h 133350"/>
                  <a:gd name="connsiteX7" fmla="*/ 0 w 190500"/>
                  <a:gd name="connsiteY7" fmla="*/ 33338 h 133350"/>
                  <a:gd name="connsiteX8" fmla="*/ 0 w 190500"/>
                  <a:gd name="connsiteY8" fmla="*/ 103823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0500" h="133350">
                    <a:moveTo>
                      <a:pt x="0" y="103823"/>
                    </a:moveTo>
                    <a:cubicBezTo>
                      <a:pt x="0" y="121920"/>
                      <a:pt x="14288" y="137160"/>
                      <a:pt x="33338" y="137160"/>
                    </a:cubicBezTo>
                    <a:lnTo>
                      <a:pt x="164783" y="137160"/>
                    </a:lnTo>
                    <a:cubicBezTo>
                      <a:pt x="182880" y="137160"/>
                      <a:pt x="198120" y="122873"/>
                      <a:pt x="198120" y="103823"/>
                    </a:cubicBezTo>
                    <a:lnTo>
                      <a:pt x="198120" y="33338"/>
                    </a:lnTo>
                    <a:cubicBezTo>
                      <a:pt x="198120" y="15240"/>
                      <a:pt x="183833" y="0"/>
                      <a:pt x="164783" y="0"/>
                    </a:cubicBezTo>
                    <a:lnTo>
                      <a:pt x="33338" y="0"/>
                    </a:lnTo>
                    <a:cubicBezTo>
                      <a:pt x="15240" y="0"/>
                      <a:pt x="0" y="14288"/>
                      <a:pt x="0" y="33338"/>
                    </a:cubicBezTo>
                    <a:lnTo>
                      <a:pt x="0" y="103823"/>
                    </a:lnTo>
                    <a:close/>
                  </a:path>
                </a:pathLst>
              </a:custGeom>
              <a:solidFill>
                <a:srgbClr val="B472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43E7EB92-67CD-4079-AD20-97FFE1A0BB1E}"/>
                  </a:ext>
                </a:extLst>
              </p:cNvPr>
              <p:cNvSpPr/>
              <p:nvPr/>
            </p:nvSpPr>
            <p:spPr>
              <a:xfrm>
                <a:off x="7403782" y="1822208"/>
                <a:ext cx="286347" cy="208251"/>
              </a:xfrm>
              <a:custGeom>
                <a:avLst/>
                <a:gdLst>
                  <a:gd name="connsiteX0" fmla="*/ 27623 w 104775"/>
                  <a:gd name="connsiteY0" fmla="*/ 20273 h 76200"/>
                  <a:gd name="connsiteX1" fmla="*/ 0 w 104775"/>
                  <a:gd name="connsiteY1" fmla="*/ 82185 h 76200"/>
                  <a:gd name="connsiteX2" fmla="*/ 108585 w 104775"/>
                  <a:gd name="connsiteY2" fmla="*/ 12653 h 76200"/>
                  <a:gd name="connsiteX3" fmla="*/ 27623 w 104775"/>
                  <a:gd name="connsiteY3" fmla="*/ 20273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76200">
                    <a:moveTo>
                      <a:pt x="27623" y="20273"/>
                    </a:moveTo>
                    <a:cubicBezTo>
                      <a:pt x="27623" y="20273"/>
                      <a:pt x="31433" y="62183"/>
                      <a:pt x="0" y="82185"/>
                    </a:cubicBezTo>
                    <a:cubicBezTo>
                      <a:pt x="49530" y="85995"/>
                      <a:pt x="90488" y="45038"/>
                      <a:pt x="108585" y="12653"/>
                    </a:cubicBezTo>
                    <a:cubicBezTo>
                      <a:pt x="127635" y="-19732"/>
                      <a:pt x="27623" y="20273"/>
                      <a:pt x="27623" y="20273"/>
                    </a:cubicBezTo>
                    <a:close/>
                  </a:path>
                </a:pathLst>
              </a:custGeom>
              <a:solidFill>
                <a:srgbClr val="B472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AAE539E5-37DD-4734-98D9-A5A0FAF7ADC2}"/>
                  </a:ext>
                </a:extLst>
              </p:cNvPr>
              <p:cNvSpPr/>
              <p:nvPr/>
            </p:nvSpPr>
            <p:spPr>
              <a:xfrm>
                <a:off x="5238750" y="4379594"/>
                <a:ext cx="133350" cy="133350"/>
              </a:xfrm>
              <a:custGeom>
                <a:avLst/>
                <a:gdLst>
                  <a:gd name="connsiteX0" fmla="*/ 0 w 133350"/>
                  <a:gd name="connsiteY0" fmla="*/ 103823 h 133350"/>
                  <a:gd name="connsiteX1" fmla="*/ 33338 w 133350"/>
                  <a:gd name="connsiteY1" fmla="*/ 137160 h 133350"/>
                  <a:gd name="connsiteX2" fmla="*/ 105727 w 133350"/>
                  <a:gd name="connsiteY2" fmla="*/ 137160 h 133350"/>
                  <a:gd name="connsiteX3" fmla="*/ 139065 w 133350"/>
                  <a:gd name="connsiteY3" fmla="*/ 103823 h 133350"/>
                  <a:gd name="connsiteX4" fmla="*/ 139065 w 133350"/>
                  <a:gd name="connsiteY4" fmla="*/ 33338 h 133350"/>
                  <a:gd name="connsiteX5" fmla="*/ 105727 w 133350"/>
                  <a:gd name="connsiteY5" fmla="*/ 0 h 133350"/>
                  <a:gd name="connsiteX6" fmla="*/ 33338 w 133350"/>
                  <a:gd name="connsiteY6" fmla="*/ 0 h 133350"/>
                  <a:gd name="connsiteX7" fmla="*/ 0 w 133350"/>
                  <a:gd name="connsiteY7" fmla="*/ 33338 h 133350"/>
                  <a:gd name="connsiteX8" fmla="*/ 0 w 133350"/>
                  <a:gd name="connsiteY8" fmla="*/ 103823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3350" h="133350">
                    <a:moveTo>
                      <a:pt x="0" y="103823"/>
                    </a:moveTo>
                    <a:cubicBezTo>
                      <a:pt x="0" y="121920"/>
                      <a:pt x="14288" y="137160"/>
                      <a:pt x="33338" y="137160"/>
                    </a:cubicBezTo>
                    <a:lnTo>
                      <a:pt x="105727" y="137160"/>
                    </a:lnTo>
                    <a:cubicBezTo>
                      <a:pt x="123825" y="137160"/>
                      <a:pt x="139065" y="122873"/>
                      <a:pt x="139065" y="103823"/>
                    </a:cubicBezTo>
                    <a:lnTo>
                      <a:pt x="139065" y="33338"/>
                    </a:lnTo>
                    <a:cubicBezTo>
                      <a:pt x="139065" y="15240"/>
                      <a:pt x="124777" y="0"/>
                      <a:pt x="105727" y="0"/>
                    </a:cubicBezTo>
                    <a:lnTo>
                      <a:pt x="33338" y="0"/>
                    </a:lnTo>
                    <a:cubicBezTo>
                      <a:pt x="15240" y="0"/>
                      <a:pt x="0" y="14288"/>
                      <a:pt x="0" y="33338"/>
                    </a:cubicBezTo>
                    <a:lnTo>
                      <a:pt x="0" y="103823"/>
                    </a:lnTo>
                    <a:close/>
                  </a:path>
                </a:pathLst>
              </a:custGeom>
              <a:solidFill>
                <a:srgbClr val="B472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5629913C-0BB8-44E0-AD07-CE4A9E6147BD}"/>
                  </a:ext>
                </a:extLst>
              </p:cNvPr>
              <p:cNvSpPr/>
              <p:nvPr/>
            </p:nvSpPr>
            <p:spPr>
              <a:xfrm>
                <a:off x="5247323" y="4490232"/>
                <a:ext cx="104775" cy="76200"/>
              </a:xfrm>
              <a:custGeom>
                <a:avLst/>
                <a:gdLst>
                  <a:gd name="connsiteX0" fmla="*/ 27623 w 104775"/>
                  <a:gd name="connsiteY0" fmla="*/ 19855 h 76200"/>
                  <a:gd name="connsiteX1" fmla="*/ 0 w 104775"/>
                  <a:gd name="connsiteY1" fmla="*/ 81768 h 76200"/>
                  <a:gd name="connsiteX2" fmla="*/ 108585 w 104775"/>
                  <a:gd name="connsiteY2" fmla="*/ 12236 h 76200"/>
                  <a:gd name="connsiteX3" fmla="*/ 27623 w 104775"/>
                  <a:gd name="connsiteY3" fmla="*/ 19855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76200">
                    <a:moveTo>
                      <a:pt x="27623" y="19855"/>
                    </a:moveTo>
                    <a:cubicBezTo>
                      <a:pt x="27623" y="19855"/>
                      <a:pt x="31432" y="61765"/>
                      <a:pt x="0" y="81768"/>
                    </a:cubicBezTo>
                    <a:cubicBezTo>
                      <a:pt x="49530" y="85578"/>
                      <a:pt x="90488" y="44621"/>
                      <a:pt x="108585" y="12236"/>
                    </a:cubicBezTo>
                    <a:cubicBezTo>
                      <a:pt x="126682" y="-19197"/>
                      <a:pt x="27623" y="19855"/>
                      <a:pt x="27623" y="19855"/>
                    </a:cubicBezTo>
                    <a:close/>
                  </a:path>
                </a:pathLst>
              </a:custGeom>
              <a:solidFill>
                <a:srgbClr val="B472D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147" name="Graphic 146">
              <a:extLst>
                <a:ext uri="{FF2B5EF4-FFF2-40B4-BE49-F238E27FC236}">
                  <a16:creationId xmlns:a16="http://schemas.microsoft.com/office/drawing/2014/main" id="{7A14EF12-222B-47FF-B395-91335967D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27799" y="2309175"/>
              <a:ext cx="341030" cy="341030"/>
            </a:xfrm>
            <a:prstGeom prst="rect">
              <a:avLst/>
            </a:prstGeom>
          </p:spPr>
        </p:pic>
        <p:pic>
          <p:nvPicPr>
            <p:cNvPr id="148" name="Graphic 147">
              <a:extLst>
                <a:ext uri="{FF2B5EF4-FFF2-40B4-BE49-F238E27FC236}">
                  <a16:creationId xmlns:a16="http://schemas.microsoft.com/office/drawing/2014/main" id="{08AA622E-988F-4175-A889-6DD4730A7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91769" y="3796576"/>
              <a:ext cx="290036" cy="290036"/>
            </a:xfrm>
            <a:prstGeom prst="rect">
              <a:avLst/>
            </a:prstGeom>
          </p:spPr>
        </p:pic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D45BF33E-C718-44AC-BF30-0A374D67F973}"/>
                </a:ext>
              </a:extLst>
            </p:cNvPr>
            <p:cNvSpPr/>
            <p:nvPr/>
          </p:nvSpPr>
          <p:spPr>
            <a:xfrm>
              <a:off x="10462328" y="961105"/>
              <a:ext cx="411343" cy="332761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solidFill>
              <a:schemeClr val="bg1"/>
            </a:solidFill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A26C009-D785-4144-8442-94C8508860EF}"/>
                </a:ext>
              </a:extLst>
            </p:cNvPr>
            <p:cNvSpPr/>
            <p:nvPr/>
          </p:nvSpPr>
          <p:spPr>
            <a:xfrm>
              <a:off x="8690867" y="3786213"/>
              <a:ext cx="624583" cy="3225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b="1" dirty="0">
                  <a:solidFill>
                    <a:srgbClr val="232A4E"/>
                  </a:soli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10k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472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8" presetClass="entr" presetSubtype="3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/>
      <p:bldP spid="15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9DBC197-3840-4B4E-9A03-019B2F22FE4F}"/>
              </a:ext>
            </a:extLst>
          </p:cNvPr>
          <p:cNvSpPr txBox="1"/>
          <p:nvPr/>
        </p:nvSpPr>
        <p:spPr>
          <a:xfrm>
            <a:off x="402403" y="268018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32A4E">
                    <a:alpha val="50000"/>
                  </a:srgbClr>
                </a:solidFill>
                <a:latin typeface="Ubuntu" panose="020B050403060203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2024;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0ACF8-97D8-461F-87FD-BEDC77ADE0BF}"/>
              </a:ext>
            </a:extLst>
          </p:cNvPr>
          <p:cNvSpPr txBox="1"/>
          <p:nvPr/>
        </p:nvSpPr>
        <p:spPr>
          <a:xfrm>
            <a:off x="2611035" y="2750894"/>
            <a:ext cx="517160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Thank you</a:t>
            </a:r>
            <a:r>
              <a:rPr lang="en-US" sz="6600" b="1" spc="-300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6600" b="1" spc="-300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//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14AF24B-EB91-430A-A491-BD09B329D6EF}"/>
              </a:ext>
            </a:extLst>
          </p:cNvPr>
          <p:cNvSpPr/>
          <p:nvPr/>
        </p:nvSpPr>
        <p:spPr>
          <a:xfrm>
            <a:off x="2176105" y="2750894"/>
            <a:ext cx="434930" cy="1206188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742285-0AF2-4A13-9AD4-DC2B876A0C89}"/>
              </a:ext>
            </a:extLst>
          </p:cNvPr>
          <p:cNvSpPr/>
          <p:nvPr/>
        </p:nvSpPr>
        <p:spPr>
          <a:xfrm flipH="1">
            <a:off x="7906485" y="2750894"/>
            <a:ext cx="434930" cy="1206188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38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8" grpId="0" animBg="1"/>
          <p:bldP spid="1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8" grpId="0" animBg="1"/>
          <p:bldP spid="15" grpId="0" animBg="1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C66AF2A-74A5-4A41-A310-357C3992C27F}"/>
              </a:ext>
            </a:extLst>
          </p:cNvPr>
          <p:cNvGrpSpPr/>
          <p:nvPr/>
        </p:nvGrpSpPr>
        <p:grpSpPr>
          <a:xfrm>
            <a:off x="4279443" y="982844"/>
            <a:ext cx="7302957" cy="4892313"/>
            <a:chOff x="1799303" y="1268361"/>
            <a:chExt cx="1388783" cy="914401"/>
          </a:xfrm>
          <a:solidFill>
            <a:srgbClr val="232A4E"/>
          </a:solidFill>
          <a:effectLst>
            <a:outerShdw blurRad="609600" dist="114300" dir="5400000" algn="t" rotWithShape="0">
              <a:prstClr val="black">
                <a:alpha val="14000"/>
              </a:prstClr>
            </a:outerShdw>
          </a:effectLst>
        </p:grpSpPr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D4B2850F-AB31-41AD-B377-56EB2707DC2B}"/>
                </a:ext>
              </a:extLst>
            </p:cNvPr>
            <p:cNvSpPr/>
            <p:nvPr/>
          </p:nvSpPr>
          <p:spPr>
            <a:xfrm rot="16200000">
              <a:off x="1408586" y="1659078"/>
              <a:ext cx="914400" cy="132966"/>
            </a:xfrm>
            <a:prstGeom prst="round2SameRect">
              <a:avLst>
                <a:gd name="adj1" fmla="val 22155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F4E29144-2BCF-48FE-93EA-28B05C8E2256}"/>
                </a:ext>
              </a:extLst>
            </p:cNvPr>
            <p:cNvSpPr/>
            <p:nvPr/>
          </p:nvSpPr>
          <p:spPr>
            <a:xfrm rot="5400000">
              <a:off x="2102978" y="1097653"/>
              <a:ext cx="914400" cy="1255817"/>
            </a:xfrm>
            <a:prstGeom prst="round2SameRect">
              <a:avLst>
                <a:gd name="adj1" fmla="val 2989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C50AE8E-B140-49A7-AAF7-D5CCFCD0A8F2}"/>
              </a:ext>
            </a:extLst>
          </p:cNvPr>
          <p:cNvGrpSpPr/>
          <p:nvPr/>
        </p:nvGrpSpPr>
        <p:grpSpPr>
          <a:xfrm>
            <a:off x="621842" y="1377476"/>
            <a:ext cx="5474157" cy="4155643"/>
            <a:chOff x="1799303" y="1268361"/>
            <a:chExt cx="1388783" cy="914401"/>
          </a:xfrm>
          <a:solidFill>
            <a:srgbClr val="232A4E"/>
          </a:solidFill>
          <a:effectLst>
            <a:outerShdw blurRad="609600" dist="114300" dir="5400000" algn="t" rotWithShape="0">
              <a:prstClr val="black">
                <a:alpha val="14000"/>
              </a:prstClr>
            </a:outerShdw>
          </a:effectLst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8731659E-1484-4C7C-82D1-E4F1BC7BA4E4}"/>
                </a:ext>
              </a:extLst>
            </p:cNvPr>
            <p:cNvSpPr/>
            <p:nvPr/>
          </p:nvSpPr>
          <p:spPr>
            <a:xfrm rot="16200000">
              <a:off x="1408586" y="1659078"/>
              <a:ext cx="914400" cy="132966"/>
            </a:xfrm>
            <a:prstGeom prst="round2SameRect">
              <a:avLst>
                <a:gd name="adj1" fmla="val 22155"/>
                <a:gd name="adj2" fmla="val 0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Top Corners Rounded 8">
              <a:extLst>
                <a:ext uri="{FF2B5EF4-FFF2-40B4-BE49-F238E27FC236}">
                  <a16:creationId xmlns:a16="http://schemas.microsoft.com/office/drawing/2014/main" id="{4C1668E9-5592-4916-A744-04FAD734D6FE}"/>
                </a:ext>
              </a:extLst>
            </p:cNvPr>
            <p:cNvSpPr/>
            <p:nvPr/>
          </p:nvSpPr>
          <p:spPr>
            <a:xfrm rot="5400000">
              <a:off x="2102978" y="1097653"/>
              <a:ext cx="914400" cy="1255817"/>
            </a:xfrm>
            <a:prstGeom prst="round2SameRect">
              <a:avLst>
                <a:gd name="adj1" fmla="val 2989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2CAE536C-4FA6-4D8F-9933-37ADD417FD66}"/>
              </a:ext>
            </a:extLst>
          </p:cNvPr>
          <p:cNvSpPr/>
          <p:nvPr/>
        </p:nvSpPr>
        <p:spPr>
          <a:xfrm>
            <a:off x="732535" y="1913500"/>
            <a:ext cx="475386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chemeClr val="accent2"/>
                </a:solidFill>
                <a:latin typeface="Consolas" panose="020B0609020204030204" pitchFamily="49" charset="0"/>
              </a:rPr>
              <a:t>table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  &lt;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tr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    &lt;</a:t>
            </a:r>
            <a:r>
              <a:rPr lang="en-US" sz="1200" dirty="0" err="1">
                <a:solidFill>
                  <a:srgbClr val="232A4E"/>
                </a:solidFill>
                <a:latin typeface="Consolas" panose="020B0609020204030204" pitchFamily="49" charset="0"/>
              </a:rPr>
              <a:t>th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&gt;Company&lt;/</a:t>
            </a:r>
            <a:r>
              <a:rPr lang="en-US" sz="1200" dirty="0" err="1">
                <a:solidFill>
                  <a:srgbClr val="232A4E"/>
                </a:solidFill>
                <a:latin typeface="Consolas" panose="020B0609020204030204" pitchFamily="49" charset="0"/>
              </a:rPr>
              <a:t>th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 &lt;</a:t>
            </a:r>
            <a:r>
              <a:rPr lang="en-US" sz="1200" dirty="0" err="1">
                <a:solidFill>
                  <a:srgbClr val="232A4E"/>
                </a:solidFill>
                <a:latin typeface="Consolas" panose="020B0609020204030204" pitchFamily="49" charset="0"/>
              </a:rPr>
              <a:t>th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&gt;Contact&lt;/</a:t>
            </a:r>
            <a:r>
              <a:rPr lang="en-US" sz="1200" dirty="0" err="1">
                <a:solidFill>
                  <a:srgbClr val="232A4E"/>
                </a:solidFill>
                <a:latin typeface="Consolas" panose="020B0609020204030204" pitchFamily="49" charset="0"/>
              </a:rPr>
              <a:t>th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 &lt;</a:t>
            </a:r>
            <a:r>
              <a:rPr lang="en-US" sz="1200" dirty="0" err="1">
                <a:solidFill>
                  <a:srgbClr val="232A4E"/>
                </a:solidFill>
                <a:latin typeface="Consolas" panose="020B0609020204030204" pitchFamily="49" charset="0"/>
              </a:rPr>
              <a:t>th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&gt;Country&lt;/</a:t>
            </a:r>
            <a:r>
              <a:rPr lang="en-US" sz="1200" dirty="0" err="1">
                <a:solidFill>
                  <a:srgbClr val="232A4E"/>
                </a:solidFill>
                <a:latin typeface="Consolas" panose="020B0609020204030204" pitchFamily="49" charset="0"/>
              </a:rPr>
              <a:t>th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  &lt;/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tr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  &lt;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tr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    &lt;td&gt;</a:t>
            </a:r>
            <a:r>
              <a:rPr lang="en-US" sz="1200" dirty="0" err="1">
                <a:solidFill>
                  <a:srgbClr val="232A4E"/>
                </a:solidFill>
                <a:latin typeface="Consolas" panose="020B0609020204030204" pitchFamily="49" charset="0"/>
              </a:rPr>
              <a:t>Alfreds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32A4E"/>
                </a:solidFill>
                <a:latin typeface="Consolas" panose="020B0609020204030204" pitchFamily="49" charset="0"/>
              </a:rPr>
              <a:t>Futterkiste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&lt;/td&gt; &lt;td&gt;Maria Anders&lt;/td&gt;&lt;td&gt;Germany&lt;/td&gt;</a:t>
            </a:r>
          </a:p>
          <a:p>
            <a:pPr marL="514350" indent="-51435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  &lt;/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tr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  &lt;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tr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    &lt;td&gt;Centro Moctezuma&lt;/td&gt; &lt;td&gt;Francisco Chang&lt;/td&gt; &lt;td&gt;Mexico&lt;/td&gt;</a:t>
            </a:r>
          </a:p>
          <a:p>
            <a:pPr marL="514350" indent="-51435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  &lt;/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tr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  &lt;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tr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    &lt;td&gt;Ernst Handel&lt;/td&gt; &lt;td&gt;Roland Mendel&lt;/td&gt; &lt;td&gt;Austria&lt;/td&gt;</a:t>
            </a:r>
          </a:p>
          <a:p>
            <a:pPr marL="514350" indent="-51435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  &lt;/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tr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&lt;/</a:t>
            </a:r>
            <a:r>
              <a:rPr lang="en-US" sz="1200" dirty="0">
                <a:solidFill>
                  <a:schemeClr val="accent2"/>
                </a:solidFill>
                <a:latin typeface="Consolas" panose="020B0609020204030204" pitchFamily="49" charset="0"/>
              </a:rPr>
              <a:t>table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1D25C8-5B01-40ED-8562-0D67E4E80CB6}"/>
              </a:ext>
            </a:extLst>
          </p:cNvPr>
          <p:cNvSpPr/>
          <p:nvPr/>
        </p:nvSpPr>
        <p:spPr>
          <a:xfrm>
            <a:off x="1215208" y="1494318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a-DK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CEA819-2CD8-43F6-8C3A-845D73A82433}"/>
              </a:ext>
            </a:extLst>
          </p:cNvPr>
          <p:cNvSpPr/>
          <p:nvPr/>
        </p:nvSpPr>
        <p:spPr>
          <a:xfrm>
            <a:off x="6290220" y="2547488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a-DK" sz="1400" b="1" dirty="0">
                <a:solidFill>
                  <a:schemeClr val="bg1"/>
                </a:solidFill>
                <a:latin typeface="Ubuntu" panose="020B0504030602030204" pitchFamily="34" charset="0"/>
              </a:rPr>
              <a:t>Result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1C8E65-944B-4904-8119-4FBF5286EAF1}"/>
              </a:ext>
            </a:extLst>
          </p:cNvPr>
          <p:cNvSpPr/>
          <p:nvPr/>
        </p:nvSpPr>
        <p:spPr>
          <a:xfrm>
            <a:off x="6290220" y="1792136"/>
            <a:ext cx="47145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c</a:t>
            </a:r>
            <a:endParaRPr lang="en-US" sz="3600" b="0" i="0" dirty="0">
              <a:solidFill>
                <a:schemeClr val="accent4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BDEDBC9-834E-4E77-9B1F-63C002ABE31D}"/>
              </a:ext>
            </a:extLst>
          </p:cNvPr>
          <p:cNvSpPr/>
          <p:nvPr/>
        </p:nvSpPr>
        <p:spPr>
          <a:xfrm>
            <a:off x="6359631" y="4790779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Ubuntu" panose="020B0504030602030204" pitchFamily="34" charset="0"/>
              </a:rPr>
              <a:t>MORE DETAILS</a:t>
            </a:r>
          </a:p>
        </p:txBody>
      </p:sp>
    </p:spTree>
    <p:extLst>
      <p:ext uri="{BB962C8B-B14F-4D97-AF65-F5344CB8AC3E}">
        <p14:creationId xmlns:p14="http://schemas.microsoft.com/office/powerpoint/2010/main" val="71156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8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D82E18E-EF45-47BE-9532-62065289604D}"/>
              </a:ext>
            </a:extLst>
          </p:cNvPr>
          <p:cNvSpPr/>
          <p:nvPr/>
        </p:nvSpPr>
        <p:spPr>
          <a:xfrm>
            <a:off x="1036321" y="943898"/>
            <a:ext cx="10119360" cy="4970207"/>
          </a:xfrm>
          <a:prstGeom prst="roundRect">
            <a:avLst>
              <a:gd name="adj" fmla="val 3788"/>
            </a:avLst>
          </a:prstGeom>
          <a:gradFill>
            <a:gsLst>
              <a:gs pos="0">
                <a:schemeClr val="accent1">
                  <a:alpha val="67000"/>
                </a:schemeClr>
              </a:gs>
              <a:gs pos="99000">
                <a:schemeClr val="accent1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</a:gradFill>
          <a:ln w="63500">
            <a:gradFill flip="none" rotWithShape="1">
              <a:gsLst>
                <a:gs pos="0">
                  <a:schemeClr val="accent4"/>
                </a:gs>
                <a:gs pos="100000">
                  <a:schemeClr val="accent6"/>
                </a:gs>
                <a:gs pos="51000">
                  <a:schemeClr val="accent5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A20150-FCA7-49E7-B8B0-89C1C86D5891}"/>
              </a:ext>
            </a:extLst>
          </p:cNvPr>
          <p:cNvSpPr/>
          <p:nvPr/>
        </p:nvSpPr>
        <p:spPr>
          <a:xfrm>
            <a:off x="2990851" y="2756173"/>
            <a:ext cx="6210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Code to the web design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661CC9-C17A-46B1-BB4E-5923B51493C6}"/>
              </a:ext>
            </a:extLst>
          </p:cNvPr>
          <p:cNvSpPr/>
          <p:nvPr/>
        </p:nvSpPr>
        <p:spPr>
          <a:xfrm>
            <a:off x="2990850" y="3618546"/>
            <a:ext cx="6210300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another, so don't get hung too up on choosing your first language.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6F6BC5E-CBB2-4837-B8C2-9970FB28FF93}"/>
              </a:ext>
            </a:extLst>
          </p:cNvPr>
          <p:cNvSpPr/>
          <p:nvPr/>
        </p:nvSpPr>
        <p:spPr>
          <a:xfrm>
            <a:off x="5447907" y="4672514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Ubuntu" panose="020B0504030602030204" pitchFamily="34" charset="0"/>
              </a:rPr>
              <a:t>MORE DETAILS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05104-FFB6-4880-B0FB-D75E2728F540}"/>
              </a:ext>
            </a:extLst>
          </p:cNvPr>
          <p:cNvGrpSpPr/>
          <p:nvPr/>
        </p:nvGrpSpPr>
        <p:grpSpPr>
          <a:xfrm>
            <a:off x="4018355" y="1622908"/>
            <a:ext cx="4155293" cy="1774604"/>
            <a:chOff x="3512828" y="1479894"/>
            <a:chExt cx="6064881" cy="2590133"/>
          </a:xfrm>
          <a:solidFill>
            <a:schemeClr val="bg1">
              <a:alpha val="10000"/>
            </a:schemeClr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077A395-0C64-4122-9830-4E096FB71EF1}"/>
                </a:ext>
              </a:extLst>
            </p:cNvPr>
            <p:cNvSpPr/>
            <p:nvPr/>
          </p:nvSpPr>
          <p:spPr>
            <a:xfrm>
              <a:off x="5371012" y="1479894"/>
              <a:ext cx="2349361" cy="2590133"/>
            </a:xfrm>
            <a:custGeom>
              <a:avLst/>
              <a:gdLst/>
              <a:ahLst/>
              <a:cxnLst/>
              <a:rect l="l" t="t" r="r" b="b"/>
              <a:pathLst>
                <a:path w="2349361" h="2590133">
                  <a:moveTo>
                    <a:pt x="1805798" y="0"/>
                  </a:moveTo>
                  <a:lnTo>
                    <a:pt x="2349361" y="0"/>
                  </a:lnTo>
                  <a:lnTo>
                    <a:pt x="539915" y="2590133"/>
                  </a:lnTo>
                  <a:lnTo>
                    <a:pt x="0" y="2590133"/>
                  </a:lnTo>
                  <a:lnTo>
                    <a:pt x="180579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71F211A-47EF-4497-914A-32774A6CAB8F}"/>
                </a:ext>
              </a:extLst>
            </p:cNvPr>
            <p:cNvSpPr/>
            <p:nvPr/>
          </p:nvSpPr>
          <p:spPr>
            <a:xfrm>
              <a:off x="3512828" y="1961901"/>
              <a:ext cx="1539487" cy="2079403"/>
            </a:xfrm>
            <a:custGeom>
              <a:avLst/>
              <a:gdLst/>
              <a:ahLst/>
              <a:cxnLst/>
              <a:rect l="l" t="t" r="r" b="b"/>
              <a:pathLst>
                <a:path w="1539487" h="2079403">
                  <a:moveTo>
                    <a:pt x="1539487" y="0"/>
                  </a:moveTo>
                  <a:lnTo>
                    <a:pt x="1539487" y="518027"/>
                  </a:lnTo>
                  <a:lnTo>
                    <a:pt x="711374" y="1036054"/>
                  </a:lnTo>
                  <a:lnTo>
                    <a:pt x="1539487" y="1532192"/>
                  </a:lnTo>
                  <a:lnTo>
                    <a:pt x="1539487" y="2079403"/>
                  </a:lnTo>
                  <a:lnTo>
                    <a:pt x="0" y="1167384"/>
                  </a:lnTo>
                  <a:lnTo>
                    <a:pt x="0" y="930260"/>
                  </a:lnTo>
                  <a:lnTo>
                    <a:pt x="153948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6F46438-E611-4CE7-99C8-ACCF8BAFF120}"/>
                </a:ext>
              </a:extLst>
            </p:cNvPr>
            <p:cNvSpPr/>
            <p:nvPr/>
          </p:nvSpPr>
          <p:spPr>
            <a:xfrm>
              <a:off x="8038222" y="1961901"/>
              <a:ext cx="1539487" cy="2079403"/>
            </a:xfrm>
            <a:custGeom>
              <a:avLst/>
              <a:gdLst/>
              <a:ahLst/>
              <a:cxnLst/>
              <a:rect l="l" t="t" r="r" b="b"/>
              <a:pathLst>
                <a:path w="1539487" h="2079403">
                  <a:moveTo>
                    <a:pt x="0" y="0"/>
                  </a:moveTo>
                  <a:lnTo>
                    <a:pt x="1539487" y="930260"/>
                  </a:lnTo>
                  <a:lnTo>
                    <a:pt x="1539487" y="1167384"/>
                  </a:lnTo>
                  <a:lnTo>
                    <a:pt x="0" y="2079403"/>
                  </a:lnTo>
                  <a:lnTo>
                    <a:pt x="0" y="1532192"/>
                  </a:lnTo>
                  <a:lnTo>
                    <a:pt x="828112" y="1036054"/>
                  </a:lnTo>
                  <a:lnTo>
                    <a:pt x="0" y="51802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Freeform 181">
            <a:extLst>
              <a:ext uri="{FF2B5EF4-FFF2-40B4-BE49-F238E27FC236}">
                <a16:creationId xmlns:a16="http://schemas.microsoft.com/office/drawing/2014/main" id="{82FC4D6B-3BC0-4D43-8C58-CB0DF811F6BE}"/>
              </a:ext>
            </a:extLst>
          </p:cNvPr>
          <p:cNvSpPr>
            <a:spLocks noEditPoints="1"/>
          </p:cNvSpPr>
          <p:nvPr/>
        </p:nvSpPr>
        <p:spPr bwMode="auto">
          <a:xfrm>
            <a:off x="5863707" y="2171701"/>
            <a:ext cx="464588" cy="464586"/>
          </a:xfrm>
          <a:custGeom>
            <a:avLst/>
            <a:gdLst>
              <a:gd name="T0" fmla="*/ 0 w 189"/>
              <a:gd name="T1" fmla="*/ 0 h 189"/>
              <a:gd name="T2" fmla="*/ 39687 w 189"/>
              <a:gd name="T3" fmla="*/ 260350 h 189"/>
              <a:gd name="T4" fmla="*/ 149225 w 189"/>
              <a:gd name="T5" fmla="*/ 300037 h 189"/>
              <a:gd name="T6" fmla="*/ 261937 w 189"/>
              <a:gd name="T7" fmla="*/ 260350 h 189"/>
              <a:gd name="T8" fmla="*/ 300037 w 189"/>
              <a:gd name="T9" fmla="*/ 0 h 189"/>
              <a:gd name="T10" fmla="*/ 0 w 189"/>
              <a:gd name="T11" fmla="*/ 0 h 189"/>
              <a:gd name="T12" fmla="*/ 238125 w 189"/>
              <a:gd name="T13" fmla="*/ 76200 h 189"/>
              <a:gd name="T14" fmla="*/ 111125 w 189"/>
              <a:gd name="T15" fmla="*/ 76200 h 189"/>
              <a:gd name="T16" fmla="*/ 112712 w 189"/>
              <a:gd name="T17" fmla="*/ 112712 h 189"/>
              <a:gd name="T18" fmla="*/ 236537 w 189"/>
              <a:gd name="T19" fmla="*/ 112712 h 189"/>
              <a:gd name="T20" fmla="*/ 225425 w 189"/>
              <a:gd name="T21" fmla="*/ 225425 h 189"/>
              <a:gd name="T22" fmla="*/ 149225 w 189"/>
              <a:gd name="T23" fmla="*/ 242887 h 189"/>
              <a:gd name="T24" fmla="*/ 74612 w 189"/>
              <a:gd name="T25" fmla="*/ 225425 h 189"/>
              <a:gd name="T26" fmla="*/ 69850 w 189"/>
              <a:gd name="T27" fmla="*/ 168275 h 189"/>
              <a:gd name="T28" fmla="*/ 112712 w 189"/>
              <a:gd name="T29" fmla="*/ 168275 h 189"/>
              <a:gd name="T30" fmla="*/ 115887 w 189"/>
              <a:gd name="T31" fmla="*/ 196850 h 189"/>
              <a:gd name="T32" fmla="*/ 149225 w 189"/>
              <a:gd name="T33" fmla="*/ 204787 h 189"/>
              <a:gd name="T34" fmla="*/ 187325 w 189"/>
              <a:gd name="T35" fmla="*/ 196850 h 189"/>
              <a:gd name="T36" fmla="*/ 192087 w 189"/>
              <a:gd name="T37" fmla="*/ 150812 h 189"/>
              <a:gd name="T38" fmla="*/ 69850 w 189"/>
              <a:gd name="T39" fmla="*/ 150812 h 189"/>
              <a:gd name="T40" fmla="*/ 57150 w 189"/>
              <a:gd name="T41" fmla="*/ 38100 h 189"/>
              <a:gd name="T42" fmla="*/ 242887 w 189"/>
              <a:gd name="T43" fmla="*/ 38100 h 189"/>
              <a:gd name="T44" fmla="*/ 238125 w 189"/>
              <a:gd name="T45" fmla="*/ 76200 h 18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89" h="189">
                <a:moveTo>
                  <a:pt x="0" y="0"/>
                </a:moveTo>
                <a:lnTo>
                  <a:pt x="25" y="164"/>
                </a:lnTo>
                <a:lnTo>
                  <a:pt x="94" y="189"/>
                </a:lnTo>
                <a:lnTo>
                  <a:pt x="165" y="164"/>
                </a:lnTo>
                <a:lnTo>
                  <a:pt x="189" y="0"/>
                </a:lnTo>
                <a:lnTo>
                  <a:pt x="0" y="0"/>
                </a:lnTo>
                <a:close/>
                <a:moveTo>
                  <a:pt x="150" y="48"/>
                </a:moveTo>
                <a:lnTo>
                  <a:pt x="70" y="48"/>
                </a:lnTo>
                <a:lnTo>
                  <a:pt x="71" y="71"/>
                </a:lnTo>
                <a:lnTo>
                  <a:pt x="149" y="71"/>
                </a:lnTo>
                <a:lnTo>
                  <a:pt x="142" y="142"/>
                </a:lnTo>
                <a:lnTo>
                  <a:pt x="94" y="153"/>
                </a:lnTo>
                <a:lnTo>
                  <a:pt x="47" y="142"/>
                </a:lnTo>
                <a:lnTo>
                  <a:pt x="44" y="106"/>
                </a:lnTo>
                <a:lnTo>
                  <a:pt x="71" y="106"/>
                </a:lnTo>
                <a:lnTo>
                  <a:pt x="73" y="124"/>
                </a:lnTo>
                <a:lnTo>
                  <a:pt x="94" y="129"/>
                </a:lnTo>
                <a:lnTo>
                  <a:pt x="118" y="124"/>
                </a:lnTo>
                <a:lnTo>
                  <a:pt x="121" y="95"/>
                </a:lnTo>
                <a:lnTo>
                  <a:pt x="44" y="95"/>
                </a:lnTo>
                <a:lnTo>
                  <a:pt x="36" y="24"/>
                </a:lnTo>
                <a:lnTo>
                  <a:pt x="153" y="24"/>
                </a:lnTo>
                <a:lnTo>
                  <a:pt x="150" y="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98D56F-043B-4A83-AFB9-9A418F0E78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8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9" grpId="0"/>
      <p:bldP spid="20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2F5D031-1B54-49D6-8A41-F5246246FE13}"/>
              </a:ext>
            </a:extLst>
          </p:cNvPr>
          <p:cNvGrpSpPr/>
          <p:nvPr/>
        </p:nvGrpSpPr>
        <p:grpSpPr>
          <a:xfrm>
            <a:off x="4645936" y="2698955"/>
            <a:ext cx="7157690" cy="3228289"/>
            <a:chOff x="4612005" y="2580323"/>
            <a:chExt cx="5114925" cy="2306955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E5B9E71F-391A-4E9D-AD1C-ADF2461C4A98}"/>
                </a:ext>
              </a:extLst>
            </p:cNvPr>
            <p:cNvSpPr/>
            <p:nvPr/>
          </p:nvSpPr>
          <p:spPr>
            <a:xfrm>
              <a:off x="4612005" y="4649153"/>
              <a:ext cx="5114925" cy="238125"/>
            </a:xfrm>
            <a:custGeom>
              <a:avLst/>
              <a:gdLst>
                <a:gd name="connsiteX0" fmla="*/ 0 w 5114925"/>
                <a:gd name="connsiteY0" fmla="*/ 120967 h 238125"/>
                <a:gd name="connsiteX1" fmla="*/ 2557463 w 5114925"/>
                <a:gd name="connsiteY1" fmla="*/ 241935 h 238125"/>
                <a:gd name="connsiteX2" fmla="*/ 5114925 w 5114925"/>
                <a:gd name="connsiteY2" fmla="*/ 120967 h 238125"/>
                <a:gd name="connsiteX3" fmla="*/ 2557463 w 5114925"/>
                <a:gd name="connsiteY3" fmla="*/ 0 h 238125"/>
                <a:gd name="connsiteX4" fmla="*/ 0 w 5114925"/>
                <a:gd name="connsiteY4" fmla="*/ 120967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14925" h="238125">
                  <a:moveTo>
                    <a:pt x="0" y="120967"/>
                  </a:moveTo>
                  <a:cubicBezTo>
                    <a:pt x="0" y="187642"/>
                    <a:pt x="1144905" y="241935"/>
                    <a:pt x="2557463" y="241935"/>
                  </a:cubicBezTo>
                  <a:cubicBezTo>
                    <a:pt x="3970020" y="241935"/>
                    <a:pt x="5114925" y="187642"/>
                    <a:pt x="5114925" y="120967"/>
                  </a:cubicBezTo>
                  <a:cubicBezTo>
                    <a:pt x="5114925" y="54292"/>
                    <a:pt x="3970020" y="0"/>
                    <a:pt x="2557463" y="0"/>
                  </a:cubicBezTo>
                  <a:cubicBezTo>
                    <a:pt x="1144905" y="0"/>
                    <a:pt x="0" y="54292"/>
                    <a:pt x="0" y="120967"/>
                  </a:cubicBezTo>
                </a:path>
              </a:pathLst>
            </a:custGeom>
            <a:solidFill>
              <a:srgbClr val="2D34A8">
                <a:alpha val="3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73937A5-4234-4D91-B801-EC5CF1925D45}"/>
                </a:ext>
              </a:extLst>
            </p:cNvPr>
            <p:cNvSpPr/>
            <p:nvPr/>
          </p:nvSpPr>
          <p:spPr>
            <a:xfrm>
              <a:off x="8863916" y="3717791"/>
              <a:ext cx="28575" cy="9525"/>
            </a:xfrm>
            <a:custGeom>
              <a:avLst/>
              <a:gdLst>
                <a:gd name="connsiteX0" fmla="*/ 49 w 28575"/>
                <a:gd name="connsiteY0" fmla="*/ 2674 h 9525"/>
                <a:gd name="connsiteX1" fmla="*/ 15289 w 28575"/>
                <a:gd name="connsiteY1" fmla="*/ 15057 h 9525"/>
                <a:gd name="connsiteX2" fmla="*/ 31482 w 28575"/>
                <a:gd name="connsiteY2" fmla="*/ 6484 h 9525"/>
                <a:gd name="connsiteX3" fmla="*/ 8621 w 28575"/>
                <a:gd name="connsiteY3" fmla="*/ 1722 h 9525"/>
                <a:gd name="connsiteX4" fmla="*/ 49 w 28575"/>
                <a:gd name="connsiteY4" fmla="*/ 267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9525">
                  <a:moveTo>
                    <a:pt x="49" y="2674"/>
                  </a:moveTo>
                  <a:cubicBezTo>
                    <a:pt x="-904" y="6484"/>
                    <a:pt x="12432" y="15057"/>
                    <a:pt x="15289" y="15057"/>
                  </a:cubicBezTo>
                  <a:cubicBezTo>
                    <a:pt x="23861" y="13152"/>
                    <a:pt x="22909" y="7437"/>
                    <a:pt x="31482" y="6484"/>
                  </a:cubicBezTo>
                  <a:cubicBezTo>
                    <a:pt x="23861" y="6484"/>
                    <a:pt x="16241" y="4579"/>
                    <a:pt x="8621" y="1722"/>
                  </a:cubicBezTo>
                  <a:cubicBezTo>
                    <a:pt x="5764" y="769"/>
                    <a:pt x="1954" y="-2088"/>
                    <a:pt x="49" y="2674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17CE3EB-4EC3-4108-BEC9-D3265CC765EE}"/>
                </a:ext>
              </a:extLst>
            </p:cNvPr>
            <p:cNvSpPr/>
            <p:nvPr/>
          </p:nvSpPr>
          <p:spPr>
            <a:xfrm>
              <a:off x="8817293" y="3724275"/>
              <a:ext cx="95250" cy="47625"/>
            </a:xfrm>
            <a:custGeom>
              <a:avLst/>
              <a:gdLst>
                <a:gd name="connsiteX0" fmla="*/ 58102 w 95250"/>
                <a:gd name="connsiteY0" fmla="*/ 4763 h 47625"/>
                <a:gd name="connsiteX1" fmla="*/ 23813 w 95250"/>
                <a:gd name="connsiteY1" fmla="*/ 16193 h 47625"/>
                <a:gd name="connsiteX2" fmla="*/ 4763 w 95250"/>
                <a:gd name="connsiteY2" fmla="*/ 23813 h 47625"/>
                <a:gd name="connsiteX3" fmla="*/ 0 w 95250"/>
                <a:gd name="connsiteY3" fmla="*/ 35243 h 47625"/>
                <a:gd name="connsiteX4" fmla="*/ 4763 w 95250"/>
                <a:gd name="connsiteY4" fmla="*/ 40005 h 47625"/>
                <a:gd name="connsiteX5" fmla="*/ 17145 w 95250"/>
                <a:gd name="connsiteY5" fmla="*/ 45720 h 47625"/>
                <a:gd name="connsiteX6" fmla="*/ 39052 w 95250"/>
                <a:gd name="connsiteY6" fmla="*/ 47625 h 47625"/>
                <a:gd name="connsiteX7" fmla="*/ 100965 w 95250"/>
                <a:gd name="connsiteY7" fmla="*/ 35243 h 47625"/>
                <a:gd name="connsiteX8" fmla="*/ 85725 w 95250"/>
                <a:gd name="connsiteY8" fmla="*/ 0 h 47625"/>
                <a:gd name="connsiteX9" fmla="*/ 58102 w 95250"/>
                <a:gd name="connsiteY9" fmla="*/ 4763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50" h="47625">
                  <a:moveTo>
                    <a:pt x="58102" y="4763"/>
                  </a:moveTo>
                  <a:cubicBezTo>
                    <a:pt x="47625" y="7620"/>
                    <a:pt x="24765" y="15240"/>
                    <a:pt x="23813" y="16193"/>
                  </a:cubicBezTo>
                  <a:cubicBezTo>
                    <a:pt x="19050" y="18097"/>
                    <a:pt x="7620" y="21907"/>
                    <a:pt x="4763" y="23813"/>
                  </a:cubicBezTo>
                  <a:cubicBezTo>
                    <a:pt x="2857" y="25718"/>
                    <a:pt x="0" y="31432"/>
                    <a:pt x="0" y="35243"/>
                  </a:cubicBezTo>
                  <a:cubicBezTo>
                    <a:pt x="0" y="39053"/>
                    <a:pt x="4763" y="40005"/>
                    <a:pt x="4763" y="40005"/>
                  </a:cubicBezTo>
                  <a:cubicBezTo>
                    <a:pt x="3810" y="44768"/>
                    <a:pt x="17145" y="44768"/>
                    <a:pt x="17145" y="45720"/>
                  </a:cubicBezTo>
                  <a:cubicBezTo>
                    <a:pt x="15240" y="50482"/>
                    <a:pt x="21907" y="55245"/>
                    <a:pt x="39052" y="47625"/>
                  </a:cubicBezTo>
                  <a:cubicBezTo>
                    <a:pt x="40005" y="47625"/>
                    <a:pt x="86677" y="39053"/>
                    <a:pt x="100965" y="35243"/>
                  </a:cubicBezTo>
                  <a:cubicBezTo>
                    <a:pt x="99060" y="25718"/>
                    <a:pt x="86677" y="0"/>
                    <a:pt x="85725" y="0"/>
                  </a:cubicBezTo>
                  <a:cubicBezTo>
                    <a:pt x="76200" y="953"/>
                    <a:pt x="67627" y="1905"/>
                    <a:pt x="58102" y="4763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97463FD-9121-42CC-8812-7E765569BEEA}"/>
                </a:ext>
              </a:extLst>
            </p:cNvPr>
            <p:cNvSpPr/>
            <p:nvPr/>
          </p:nvSpPr>
          <p:spPr>
            <a:xfrm>
              <a:off x="8899207" y="3608952"/>
              <a:ext cx="276225" cy="142875"/>
            </a:xfrm>
            <a:custGeom>
              <a:avLst/>
              <a:gdLst>
                <a:gd name="connsiteX0" fmla="*/ 244793 w 276225"/>
                <a:gd name="connsiteY0" fmla="*/ 70 h 142875"/>
                <a:gd name="connsiteX1" fmla="*/ 236220 w 276225"/>
                <a:gd name="connsiteY1" fmla="*/ 1975 h 142875"/>
                <a:gd name="connsiteX2" fmla="*/ 0 w 276225"/>
                <a:gd name="connsiteY2" fmla="*/ 115323 h 142875"/>
                <a:gd name="connsiteX3" fmla="*/ 12382 w 276225"/>
                <a:gd name="connsiteY3" fmla="*/ 151518 h 142875"/>
                <a:gd name="connsiteX4" fmla="*/ 278130 w 276225"/>
                <a:gd name="connsiteY4" fmla="*/ 36265 h 142875"/>
                <a:gd name="connsiteX5" fmla="*/ 244793 w 276225"/>
                <a:gd name="connsiteY5" fmla="*/ 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225" h="142875">
                  <a:moveTo>
                    <a:pt x="244793" y="70"/>
                  </a:moveTo>
                  <a:cubicBezTo>
                    <a:pt x="241935" y="70"/>
                    <a:pt x="239078" y="1023"/>
                    <a:pt x="236220" y="1975"/>
                  </a:cubicBezTo>
                  <a:cubicBezTo>
                    <a:pt x="193357" y="18168"/>
                    <a:pt x="46673" y="105798"/>
                    <a:pt x="0" y="115323"/>
                  </a:cubicBezTo>
                  <a:cubicBezTo>
                    <a:pt x="6668" y="129610"/>
                    <a:pt x="10478" y="141993"/>
                    <a:pt x="12382" y="151518"/>
                  </a:cubicBezTo>
                  <a:cubicBezTo>
                    <a:pt x="89535" y="133420"/>
                    <a:pt x="276225" y="67698"/>
                    <a:pt x="278130" y="36265"/>
                  </a:cubicBezTo>
                  <a:cubicBezTo>
                    <a:pt x="280035" y="7690"/>
                    <a:pt x="259080" y="-882"/>
                    <a:pt x="244793" y="7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FDCDA5C-5AA2-413C-834E-A161D299E228}"/>
                </a:ext>
              </a:extLst>
            </p:cNvPr>
            <p:cNvSpPr/>
            <p:nvPr/>
          </p:nvSpPr>
          <p:spPr>
            <a:xfrm>
              <a:off x="9113398" y="3381691"/>
              <a:ext cx="200025" cy="276225"/>
            </a:xfrm>
            <a:custGeom>
              <a:avLst/>
              <a:gdLst>
                <a:gd name="connsiteX0" fmla="*/ 116327 w 200025"/>
                <a:gd name="connsiteY0" fmla="*/ 637 h 276225"/>
                <a:gd name="connsiteX1" fmla="*/ 13457 w 200025"/>
                <a:gd name="connsiteY1" fmla="*/ 220664 h 276225"/>
                <a:gd name="connsiteX2" fmla="*/ 55367 w 200025"/>
                <a:gd name="connsiteY2" fmla="*/ 276862 h 276225"/>
                <a:gd name="connsiteX3" fmla="*/ 203957 w 200025"/>
                <a:gd name="connsiteY3" fmla="*/ 53977 h 276225"/>
                <a:gd name="connsiteX4" fmla="*/ 116327 w 200025"/>
                <a:gd name="connsiteY4" fmla="*/ 637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76225">
                  <a:moveTo>
                    <a:pt x="116327" y="637"/>
                  </a:moveTo>
                  <a:cubicBezTo>
                    <a:pt x="92515" y="34927"/>
                    <a:pt x="46795" y="163514"/>
                    <a:pt x="13457" y="220664"/>
                  </a:cubicBezTo>
                  <a:cubicBezTo>
                    <a:pt x="-27500" y="291149"/>
                    <a:pt x="36317" y="294007"/>
                    <a:pt x="55367" y="276862"/>
                  </a:cubicBezTo>
                  <a:cubicBezTo>
                    <a:pt x="105850" y="231141"/>
                    <a:pt x="223959" y="83504"/>
                    <a:pt x="203957" y="53977"/>
                  </a:cubicBezTo>
                  <a:cubicBezTo>
                    <a:pt x="194432" y="41594"/>
                    <a:pt x="121090" y="-6031"/>
                    <a:pt x="116327" y="637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BA12CA8-CFA5-4C96-A33C-6873A7455F3F}"/>
                </a:ext>
              </a:extLst>
            </p:cNvPr>
            <p:cNvSpPr/>
            <p:nvPr/>
          </p:nvSpPr>
          <p:spPr>
            <a:xfrm>
              <a:off x="8898255" y="3370580"/>
              <a:ext cx="428625" cy="390525"/>
            </a:xfrm>
            <a:custGeom>
              <a:avLst/>
              <a:gdLst>
                <a:gd name="connsiteX0" fmla="*/ 332422 w 428625"/>
                <a:gd name="connsiteY0" fmla="*/ 1270 h 390525"/>
                <a:gd name="connsiteX1" fmla="*/ 325755 w 428625"/>
                <a:gd name="connsiteY1" fmla="*/ 1270 h 390525"/>
                <a:gd name="connsiteX2" fmla="*/ 275272 w 428625"/>
                <a:gd name="connsiteY2" fmla="*/ 108903 h 390525"/>
                <a:gd name="connsiteX3" fmla="*/ 213360 w 428625"/>
                <a:gd name="connsiteY3" fmla="*/ 240348 h 390525"/>
                <a:gd name="connsiteX4" fmla="*/ 0 w 428625"/>
                <a:gd name="connsiteY4" fmla="*/ 344170 h 390525"/>
                <a:gd name="connsiteX5" fmla="*/ 16193 w 428625"/>
                <a:gd name="connsiteY5" fmla="*/ 399415 h 390525"/>
                <a:gd name="connsiteX6" fmla="*/ 278130 w 428625"/>
                <a:gd name="connsiteY6" fmla="*/ 294640 h 390525"/>
                <a:gd name="connsiteX7" fmla="*/ 427672 w 428625"/>
                <a:gd name="connsiteY7" fmla="*/ 60325 h 390525"/>
                <a:gd name="connsiteX8" fmla="*/ 332422 w 428625"/>
                <a:gd name="connsiteY8" fmla="*/ 127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8625" h="390525">
                  <a:moveTo>
                    <a:pt x="332422" y="1270"/>
                  </a:moveTo>
                  <a:cubicBezTo>
                    <a:pt x="328613" y="1270"/>
                    <a:pt x="327660" y="-1588"/>
                    <a:pt x="325755" y="1270"/>
                  </a:cubicBezTo>
                  <a:cubicBezTo>
                    <a:pt x="313372" y="19367"/>
                    <a:pt x="293370" y="65087"/>
                    <a:pt x="275272" y="108903"/>
                  </a:cubicBezTo>
                  <a:cubicBezTo>
                    <a:pt x="256222" y="152717"/>
                    <a:pt x="215265" y="235585"/>
                    <a:pt x="213360" y="240348"/>
                  </a:cubicBezTo>
                  <a:cubicBezTo>
                    <a:pt x="195263" y="248920"/>
                    <a:pt x="26670" y="338455"/>
                    <a:pt x="0" y="344170"/>
                  </a:cubicBezTo>
                  <a:lnTo>
                    <a:pt x="16193" y="399415"/>
                  </a:lnTo>
                  <a:cubicBezTo>
                    <a:pt x="83820" y="384175"/>
                    <a:pt x="239077" y="330835"/>
                    <a:pt x="278130" y="294640"/>
                  </a:cubicBezTo>
                  <a:cubicBezTo>
                    <a:pt x="319088" y="257492"/>
                    <a:pt x="455295" y="99378"/>
                    <a:pt x="427672" y="60325"/>
                  </a:cubicBezTo>
                  <a:cubicBezTo>
                    <a:pt x="416243" y="46990"/>
                    <a:pt x="348615" y="1270"/>
                    <a:pt x="332422" y="1270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D2A7B32-08EE-40A6-90BC-A11EB8F50765}"/>
                </a:ext>
              </a:extLst>
            </p:cNvPr>
            <p:cNvSpPr/>
            <p:nvPr/>
          </p:nvSpPr>
          <p:spPr>
            <a:xfrm>
              <a:off x="9278302" y="4699635"/>
              <a:ext cx="95250" cy="66675"/>
            </a:xfrm>
            <a:custGeom>
              <a:avLst/>
              <a:gdLst>
                <a:gd name="connsiteX0" fmla="*/ 99060 w 95250"/>
                <a:gd name="connsiteY0" fmla="*/ 16193 h 66675"/>
                <a:gd name="connsiteX1" fmla="*/ 69533 w 95250"/>
                <a:gd name="connsiteY1" fmla="*/ 0 h 66675"/>
                <a:gd name="connsiteX2" fmla="*/ 58103 w 95250"/>
                <a:gd name="connsiteY2" fmla="*/ 15240 h 66675"/>
                <a:gd name="connsiteX3" fmla="*/ 0 w 95250"/>
                <a:gd name="connsiteY3" fmla="*/ 52388 h 66675"/>
                <a:gd name="connsiteX4" fmla="*/ 32385 w 95250"/>
                <a:gd name="connsiteY4" fmla="*/ 69533 h 66675"/>
                <a:gd name="connsiteX5" fmla="*/ 67628 w 95250"/>
                <a:gd name="connsiteY5" fmla="*/ 64770 h 66675"/>
                <a:gd name="connsiteX6" fmla="*/ 99060 w 95250"/>
                <a:gd name="connsiteY6" fmla="*/ 48578 h 66675"/>
                <a:gd name="connsiteX7" fmla="*/ 100013 w 95250"/>
                <a:gd name="connsiteY7" fmla="*/ 28575 h 66675"/>
                <a:gd name="connsiteX8" fmla="*/ 99060 w 95250"/>
                <a:gd name="connsiteY8" fmla="*/ 1619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66675">
                  <a:moveTo>
                    <a:pt x="99060" y="16193"/>
                  </a:moveTo>
                  <a:lnTo>
                    <a:pt x="69533" y="0"/>
                  </a:lnTo>
                  <a:cubicBezTo>
                    <a:pt x="69533" y="0"/>
                    <a:pt x="62865" y="9525"/>
                    <a:pt x="58103" y="15240"/>
                  </a:cubicBezTo>
                  <a:cubicBezTo>
                    <a:pt x="47625" y="26670"/>
                    <a:pt x="0" y="35243"/>
                    <a:pt x="0" y="52388"/>
                  </a:cubicBezTo>
                  <a:cubicBezTo>
                    <a:pt x="0" y="60960"/>
                    <a:pt x="18098" y="68580"/>
                    <a:pt x="32385" y="69533"/>
                  </a:cubicBezTo>
                  <a:cubicBezTo>
                    <a:pt x="46673" y="70485"/>
                    <a:pt x="59055" y="67628"/>
                    <a:pt x="67628" y="64770"/>
                  </a:cubicBezTo>
                  <a:cubicBezTo>
                    <a:pt x="76200" y="61913"/>
                    <a:pt x="96203" y="54293"/>
                    <a:pt x="99060" y="48578"/>
                  </a:cubicBezTo>
                  <a:cubicBezTo>
                    <a:pt x="104775" y="39053"/>
                    <a:pt x="100013" y="28575"/>
                    <a:pt x="100013" y="28575"/>
                  </a:cubicBezTo>
                  <a:cubicBezTo>
                    <a:pt x="101918" y="19050"/>
                    <a:pt x="99060" y="16193"/>
                    <a:pt x="99060" y="16193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AB7FBA3-82A2-49A4-8DE0-994CA70C82C9}"/>
                </a:ext>
              </a:extLst>
            </p:cNvPr>
            <p:cNvSpPr/>
            <p:nvPr/>
          </p:nvSpPr>
          <p:spPr>
            <a:xfrm>
              <a:off x="9336405" y="4697730"/>
              <a:ext cx="38100" cy="28575"/>
            </a:xfrm>
            <a:custGeom>
              <a:avLst/>
              <a:gdLst>
                <a:gd name="connsiteX0" fmla="*/ 2857 w 38100"/>
                <a:gd name="connsiteY0" fmla="*/ 0 h 28575"/>
                <a:gd name="connsiteX1" fmla="*/ 0 w 38100"/>
                <a:gd name="connsiteY1" fmla="*/ 16192 h 28575"/>
                <a:gd name="connsiteX2" fmla="*/ 17145 w 38100"/>
                <a:gd name="connsiteY2" fmla="*/ 32385 h 28575"/>
                <a:gd name="connsiteX3" fmla="*/ 41910 w 38100"/>
                <a:gd name="connsiteY3" fmla="*/ 29527 h 28575"/>
                <a:gd name="connsiteX4" fmla="*/ 42863 w 38100"/>
                <a:gd name="connsiteY4" fmla="*/ 6667 h 28575"/>
                <a:gd name="connsiteX5" fmla="*/ 2857 w 38100"/>
                <a:gd name="connsiteY5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0" h="28575">
                  <a:moveTo>
                    <a:pt x="2857" y="0"/>
                  </a:moveTo>
                  <a:cubicBezTo>
                    <a:pt x="2857" y="0"/>
                    <a:pt x="7620" y="7620"/>
                    <a:pt x="0" y="16192"/>
                  </a:cubicBezTo>
                  <a:cubicBezTo>
                    <a:pt x="0" y="16192"/>
                    <a:pt x="5715" y="26670"/>
                    <a:pt x="17145" y="32385"/>
                  </a:cubicBezTo>
                  <a:cubicBezTo>
                    <a:pt x="23813" y="36195"/>
                    <a:pt x="41910" y="29527"/>
                    <a:pt x="41910" y="29527"/>
                  </a:cubicBezTo>
                  <a:cubicBezTo>
                    <a:pt x="43815" y="20002"/>
                    <a:pt x="42863" y="6667"/>
                    <a:pt x="42863" y="6667"/>
                  </a:cubicBezTo>
                  <a:lnTo>
                    <a:pt x="2857" y="0"/>
                  </a:ln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8A7E30A-17C3-4EBB-BC6B-3FEC8AE6EBA1}"/>
                </a:ext>
              </a:extLst>
            </p:cNvPr>
            <p:cNvSpPr/>
            <p:nvPr/>
          </p:nvSpPr>
          <p:spPr>
            <a:xfrm>
              <a:off x="9204921" y="3756660"/>
              <a:ext cx="257175" cy="952500"/>
            </a:xfrm>
            <a:custGeom>
              <a:avLst/>
              <a:gdLst>
                <a:gd name="connsiteX0" fmla="*/ 59005 w 257175"/>
                <a:gd name="connsiteY0" fmla="*/ 0 h 952500"/>
                <a:gd name="connsiteX1" fmla="*/ 3760 w 257175"/>
                <a:gd name="connsiteY1" fmla="*/ 546735 h 952500"/>
                <a:gd name="connsiteX2" fmla="*/ 134252 w 257175"/>
                <a:gd name="connsiteY2" fmla="*/ 948690 h 952500"/>
                <a:gd name="connsiteX3" fmla="*/ 178067 w 257175"/>
                <a:gd name="connsiteY3" fmla="*/ 949643 h 952500"/>
                <a:gd name="connsiteX4" fmla="*/ 127585 w 257175"/>
                <a:gd name="connsiteY4" fmla="*/ 547688 h 952500"/>
                <a:gd name="connsiteX5" fmla="*/ 258077 w 257175"/>
                <a:gd name="connsiteY5" fmla="*/ 202883 h 952500"/>
                <a:gd name="connsiteX6" fmla="*/ 258077 w 257175"/>
                <a:gd name="connsiteY6" fmla="*/ 16193 h 952500"/>
                <a:gd name="connsiteX7" fmla="*/ 59005 w 257175"/>
                <a:gd name="connsiteY7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7175" h="952500">
                  <a:moveTo>
                    <a:pt x="59005" y="0"/>
                  </a:moveTo>
                  <a:cubicBezTo>
                    <a:pt x="56147" y="20003"/>
                    <a:pt x="-17195" y="291465"/>
                    <a:pt x="3760" y="546735"/>
                  </a:cubicBezTo>
                  <a:cubicBezTo>
                    <a:pt x="21858" y="766763"/>
                    <a:pt x="134252" y="948690"/>
                    <a:pt x="134252" y="948690"/>
                  </a:cubicBezTo>
                  <a:cubicBezTo>
                    <a:pt x="134252" y="950595"/>
                    <a:pt x="163780" y="965835"/>
                    <a:pt x="178067" y="949643"/>
                  </a:cubicBezTo>
                  <a:cubicBezTo>
                    <a:pt x="178067" y="911543"/>
                    <a:pt x="125680" y="552450"/>
                    <a:pt x="127585" y="547688"/>
                  </a:cubicBezTo>
                  <a:cubicBezTo>
                    <a:pt x="162827" y="425768"/>
                    <a:pt x="243790" y="213360"/>
                    <a:pt x="258077" y="202883"/>
                  </a:cubicBezTo>
                  <a:lnTo>
                    <a:pt x="258077" y="16193"/>
                  </a:lnTo>
                  <a:cubicBezTo>
                    <a:pt x="186640" y="20955"/>
                    <a:pt x="82817" y="10478"/>
                    <a:pt x="5900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5E8ACF3-6DB0-42DE-8E92-C4FF1496E533}"/>
                </a:ext>
              </a:extLst>
            </p:cNvPr>
            <p:cNvSpPr/>
            <p:nvPr/>
          </p:nvSpPr>
          <p:spPr>
            <a:xfrm>
              <a:off x="9505936" y="4703445"/>
              <a:ext cx="95250" cy="66675"/>
            </a:xfrm>
            <a:custGeom>
              <a:avLst/>
              <a:gdLst>
                <a:gd name="connsiteX0" fmla="*/ 96217 w 95250"/>
                <a:gd name="connsiteY0" fmla="*/ 14288 h 66675"/>
                <a:gd name="connsiteX1" fmla="*/ 65737 w 95250"/>
                <a:gd name="connsiteY1" fmla="*/ 0 h 66675"/>
                <a:gd name="connsiteX2" fmla="*/ 55259 w 95250"/>
                <a:gd name="connsiteY2" fmla="*/ 16193 h 66675"/>
                <a:gd name="connsiteX3" fmla="*/ 14 w 95250"/>
                <a:gd name="connsiteY3" fmla="*/ 58103 h 66675"/>
                <a:gd name="connsiteX4" fmla="*/ 33352 w 95250"/>
                <a:gd name="connsiteY4" fmla="*/ 72390 h 66675"/>
                <a:gd name="connsiteX5" fmla="*/ 67642 w 95250"/>
                <a:gd name="connsiteY5" fmla="*/ 64770 h 66675"/>
                <a:gd name="connsiteX6" fmla="*/ 98122 w 95250"/>
                <a:gd name="connsiteY6" fmla="*/ 46673 h 66675"/>
                <a:gd name="connsiteX7" fmla="*/ 98122 w 95250"/>
                <a:gd name="connsiteY7" fmla="*/ 26670 h 66675"/>
                <a:gd name="connsiteX8" fmla="*/ 96217 w 95250"/>
                <a:gd name="connsiteY8" fmla="*/ 142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66675">
                  <a:moveTo>
                    <a:pt x="96217" y="14288"/>
                  </a:moveTo>
                  <a:lnTo>
                    <a:pt x="65737" y="0"/>
                  </a:lnTo>
                  <a:cubicBezTo>
                    <a:pt x="65737" y="0"/>
                    <a:pt x="60022" y="10478"/>
                    <a:pt x="55259" y="16193"/>
                  </a:cubicBezTo>
                  <a:cubicBezTo>
                    <a:pt x="45734" y="28575"/>
                    <a:pt x="-938" y="40958"/>
                    <a:pt x="14" y="58103"/>
                  </a:cubicBezTo>
                  <a:cubicBezTo>
                    <a:pt x="967" y="66675"/>
                    <a:pt x="19064" y="72390"/>
                    <a:pt x="33352" y="72390"/>
                  </a:cubicBezTo>
                  <a:cubicBezTo>
                    <a:pt x="47639" y="71438"/>
                    <a:pt x="60975" y="69533"/>
                    <a:pt x="67642" y="64770"/>
                  </a:cubicBezTo>
                  <a:cubicBezTo>
                    <a:pt x="77167" y="58103"/>
                    <a:pt x="95264" y="51435"/>
                    <a:pt x="98122" y="46673"/>
                  </a:cubicBezTo>
                  <a:cubicBezTo>
                    <a:pt x="102884" y="37148"/>
                    <a:pt x="98122" y="26670"/>
                    <a:pt x="98122" y="26670"/>
                  </a:cubicBezTo>
                  <a:cubicBezTo>
                    <a:pt x="99075" y="17145"/>
                    <a:pt x="96217" y="14288"/>
                    <a:pt x="96217" y="14288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05D19-6367-4F74-9A93-E3D36F2C311C}"/>
                </a:ext>
              </a:extLst>
            </p:cNvPr>
            <p:cNvSpPr/>
            <p:nvPr/>
          </p:nvSpPr>
          <p:spPr>
            <a:xfrm>
              <a:off x="9561195" y="4702493"/>
              <a:ext cx="38100" cy="28575"/>
            </a:xfrm>
            <a:custGeom>
              <a:avLst/>
              <a:gdLst>
                <a:gd name="connsiteX0" fmla="*/ 3810 w 38100"/>
                <a:gd name="connsiteY0" fmla="*/ 0 h 28575"/>
                <a:gd name="connsiteX1" fmla="*/ 0 w 38100"/>
                <a:gd name="connsiteY1" fmla="*/ 18097 h 28575"/>
                <a:gd name="connsiteX2" fmla="*/ 18098 w 38100"/>
                <a:gd name="connsiteY2" fmla="*/ 33338 h 28575"/>
                <a:gd name="connsiteX3" fmla="*/ 42863 w 38100"/>
                <a:gd name="connsiteY3" fmla="*/ 28575 h 28575"/>
                <a:gd name="connsiteX4" fmla="*/ 42863 w 38100"/>
                <a:gd name="connsiteY4" fmla="*/ 4763 h 28575"/>
                <a:gd name="connsiteX5" fmla="*/ 3810 w 38100"/>
                <a:gd name="connsiteY5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0" h="28575">
                  <a:moveTo>
                    <a:pt x="3810" y="0"/>
                  </a:moveTo>
                  <a:cubicBezTo>
                    <a:pt x="3810" y="0"/>
                    <a:pt x="6668" y="7620"/>
                    <a:pt x="0" y="18097"/>
                  </a:cubicBezTo>
                  <a:cubicBezTo>
                    <a:pt x="0" y="18097"/>
                    <a:pt x="6668" y="27622"/>
                    <a:pt x="18098" y="33338"/>
                  </a:cubicBezTo>
                  <a:cubicBezTo>
                    <a:pt x="24765" y="36195"/>
                    <a:pt x="42863" y="28575"/>
                    <a:pt x="42863" y="28575"/>
                  </a:cubicBezTo>
                  <a:cubicBezTo>
                    <a:pt x="43815" y="19050"/>
                    <a:pt x="42863" y="4763"/>
                    <a:pt x="42863" y="4763"/>
                  </a:cubicBezTo>
                  <a:lnTo>
                    <a:pt x="3810" y="0"/>
                  </a:ln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05FC1A4-66C2-4ABB-8615-6374F20E7C4E}"/>
                </a:ext>
              </a:extLst>
            </p:cNvPr>
            <p:cNvSpPr/>
            <p:nvPr/>
          </p:nvSpPr>
          <p:spPr>
            <a:xfrm>
              <a:off x="9384007" y="3721521"/>
              <a:ext cx="219075" cy="990600"/>
            </a:xfrm>
            <a:custGeom>
              <a:avLst/>
              <a:gdLst>
                <a:gd name="connsiteX0" fmla="*/ 183767 w 219075"/>
                <a:gd name="connsiteY0" fmla="*/ 9421 h 990600"/>
                <a:gd name="connsiteX1" fmla="*/ 8507 w 219075"/>
                <a:gd name="connsiteY1" fmla="*/ 49426 h 990600"/>
                <a:gd name="connsiteX2" fmla="*/ 16127 w 219075"/>
                <a:gd name="connsiteY2" fmla="*/ 596161 h 990600"/>
                <a:gd name="connsiteX3" fmla="*/ 179004 w 219075"/>
                <a:gd name="connsiteY3" fmla="*/ 988591 h 990600"/>
                <a:gd name="connsiteX4" fmla="*/ 222819 w 219075"/>
                <a:gd name="connsiteY4" fmla="*/ 986686 h 990600"/>
                <a:gd name="connsiteX5" fmla="*/ 138999 w 219075"/>
                <a:gd name="connsiteY5" fmla="*/ 585684 h 990600"/>
                <a:gd name="connsiteX6" fmla="*/ 183767 w 219075"/>
                <a:gd name="connsiteY6" fmla="*/ 9421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9075" h="990600">
                  <a:moveTo>
                    <a:pt x="183767" y="9421"/>
                  </a:moveTo>
                  <a:cubicBezTo>
                    <a:pt x="121854" y="-17249"/>
                    <a:pt x="33272" y="17994"/>
                    <a:pt x="8507" y="49426"/>
                  </a:cubicBezTo>
                  <a:cubicBezTo>
                    <a:pt x="7554" y="70381"/>
                    <a:pt x="-14353" y="341844"/>
                    <a:pt x="16127" y="596161"/>
                  </a:cubicBezTo>
                  <a:cubicBezTo>
                    <a:pt x="32319" y="729511"/>
                    <a:pt x="179004" y="915249"/>
                    <a:pt x="179004" y="988591"/>
                  </a:cubicBezTo>
                  <a:cubicBezTo>
                    <a:pt x="179957" y="990496"/>
                    <a:pt x="209485" y="1003831"/>
                    <a:pt x="222819" y="986686"/>
                  </a:cubicBezTo>
                  <a:cubicBezTo>
                    <a:pt x="222819" y="805711"/>
                    <a:pt x="138999" y="585684"/>
                    <a:pt x="138999" y="585684"/>
                  </a:cubicBezTo>
                  <a:cubicBezTo>
                    <a:pt x="155192" y="425664"/>
                    <a:pt x="272349" y="178014"/>
                    <a:pt x="183767" y="942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D7C998B-F24E-48E3-89CD-2142979DB1DE}"/>
                </a:ext>
              </a:extLst>
            </p:cNvPr>
            <p:cNvSpPr/>
            <p:nvPr/>
          </p:nvSpPr>
          <p:spPr>
            <a:xfrm>
              <a:off x="9294495" y="3225165"/>
              <a:ext cx="76200" cy="114300"/>
            </a:xfrm>
            <a:custGeom>
              <a:avLst/>
              <a:gdLst>
                <a:gd name="connsiteX0" fmla="*/ 69532 w 76200"/>
                <a:gd name="connsiteY0" fmla="*/ 0 h 114300"/>
                <a:gd name="connsiteX1" fmla="*/ 0 w 76200"/>
                <a:gd name="connsiteY1" fmla="*/ 34290 h 114300"/>
                <a:gd name="connsiteX2" fmla="*/ 4763 w 76200"/>
                <a:gd name="connsiteY2" fmla="*/ 104775 h 114300"/>
                <a:gd name="connsiteX3" fmla="*/ 83820 w 76200"/>
                <a:gd name="connsiteY3" fmla="*/ 84772 h 114300"/>
                <a:gd name="connsiteX4" fmla="*/ 69532 w 76200"/>
                <a:gd name="connsiteY4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114300">
                  <a:moveTo>
                    <a:pt x="69532" y="0"/>
                  </a:moveTo>
                  <a:cubicBezTo>
                    <a:pt x="64770" y="3810"/>
                    <a:pt x="15240" y="36195"/>
                    <a:pt x="0" y="34290"/>
                  </a:cubicBezTo>
                  <a:cubicBezTo>
                    <a:pt x="0" y="38100"/>
                    <a:pt x="13335" y="80963"/>
                    <a:pt x="4763" y="104775"/>
                  </a:cubicBezTo>
                  <a:cubicBezTo>
                    <a:pt x="10478" y="125730"/>
                    <a:pt x="70485" y="121920"/>
                    <a:pt x="83820" y="84772"/>
                  </a:cubicBezTo>
                  <a:cubicBezTo>
                    <a:pt x="77153" y="75247"/>
                    <a:pt x="67628" y="20002"/>
                    <a:pt x="69532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EA8E621-226E-4A28-84A5-A978CFBD6AC6}"/>
                </a:ext>
              </a:extLst>
            </p:cNvPr>
            <p:cNvSpPr/>
            <p:nvPr/>
          </p:nvSpPr>
          <p:spPr>
            <a:xfrm>
              <a:off x="9247597" y="3157538"/>
              <a:ext cx="104775" cy="133350"/>
            </a:xfrm>
            <a:custGeom>
              <a:avLst/>
              <a:gdLst>
                <a:gd name="connsiteX0" fmla="*/ 57376 w 104775"/>
                <a:gd name="connsiteY0" fmla="*/ 0 h 133350"/>
                <a:gd name="connsiteX1" fmla="*/ 226 w 104775"/>
                <a:gd name="connsiteY1" fmla="*/ 34290 h 133350"/>
                <a:gd name="connsiteX2" fmla="*/ 52613 w 104775"/>
                <a:gd name="connsiteY2" fmla="*/ 135255 h 133350"/>
                <a:gd name="connsiteX3" fmla="*/ 105001 w 104775"/>
                <a:gd name="connsiteY3" fmla="*/ 82867 h 133350"/>
                <a:gd name="connsiteX4" fmla="*/ 105001 w 104775"/>
                <a:gd name="connsiteY4" fmla="*/ 52388 h 133350"/>
                <a:gd name="connsiteX5" fmla="*/ 57376 w 104775"/>
                <a:gd name="connsiteY5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775" h="133350">
                  <a:moveTo>
                    <a:pt x="57376" y="0"/>
                  </a:moveTo>
                  <a:cubicBezTo>
                    <a:pt x="29753" y="0"/>
                    <a:pt x="4036" y="7620"/>
                    <a:pt x="226" y="34290"/>
                  </a:cubicBezTo>
                  <a:cubicBezTo>
                    <a:pt x="-1679" y="43815"/>
                    <a:pt x="7846" y="125730"/>
                    <a:pt x="52613" y="135255"/>
                  </a:cubicBezTo>
                  <a:cubicBezTo>
                    <a:pt x="71663" y="139065"/>
                    <a:pt x="105001" y="104775"/>
                    <a:pt x="105001" y="82867"/>
                  </a:cubicBezTo>
                  <a:cubicBezTo>
                    <a:pt x="105001" y="82867"/>
                    <a:pt x="105001" y="53340"/>
                    <a:pt x="105001" y="52388"/>
                  </a:cubicBezTo>
                  <a:cubicBezTo>
                    <a:pt x="105953" y="23813"/>
                    <a:pt x="86903" y="0"/>
                    <a:pt x="57376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9872AB-42F5-44E0-B191-1CF309F5D253}"/>
                </a:ext>
              </a:extLst>
            </p:cNvPr>
            <p:cNvSpPr/>
            <p:nvPr/>
          </p:nvSpPr>
          <p:spPr>
            <a:xfrm>
              <a:off x="9216381" y="3309938"/>
              <a:ext cx="409575" cy="647700"/>
            </a:xfrm>
            <a:custGeom>
              <a:avLst/>
              <a:gdLst>
                <a:gd name="connsiteX0" fmla="*/ 224799 w 409575"/>
                <a:gd name="connsiteY0" fmla="*/ 12383 h 647700"/>
                <a:gd name="connsiteX1" fmla="*/ 162887 w 409575"/>
                <a:gd name="connsiteY1" fmla="*/ 0 h 647700"/>
                <a:gd name="connsiteX2" fmla="*/ 111451 w 409575"/>
                <a:gd name="connsiteY2" fmla="*/ 33338 h 647700"/>
                <a:gd name="connsiteX3" fmla="*/ 83829 w 409575"/>
                <a:gd name="connsiteY3" fmla="*/ 20955 h 647700"/>
                <a:gd name="connsiteX4" fmla="*/ 22869 w 409575"/>
                <a:gd name="connsiteY4" fmla="*/ 46672 h 647700"/>
                <a:gd name="connsiteX5" fmla="*/ 5724 w 409575"/>
                <a:gd name="connsiteY5" fmla="*/ 159067 h 647700"/>
                <a:gd name="connsiteX6" fmla="*/ 21917 w 409575"/>
                <a:gd name="connsiteY6" fmla="*/ 312420 h 647700"/>
                <a:gd name="connsiteX7" fmla="*/ 23821 w 409575"/>
                <a:gd name="connsiteY7" fmla="*/ 367665 h 647700"/>
                <a:gd name="connsiteX8" fmla="*/ 14296 w 409575"/>
                <a:gd name="connsiteY8" fmla="*/ 543878 h 647700"/>
                <a:gd name="connsiteX9" fmla="*/ 339099 w 409575"/>
                <a:gd name="connsiteY9" fmla="*/ 624840 h 647700"/>
                <a:gd name="connsiteX10" fmla="*/ 348624 w 409575"/>
                <a:gd name="connsiteY10" fmla="*/ 492443 h 647700"/>
                <a:gd name="connsiteX11" fmla="*/ 373389 w 409575"/>
                <a:gd name="connsiteY11" fmla="*/ 618172 h 647700"/>
                <a:gd name="connsiteX12" fmla="*/ 406726 w 409575"/>
                <a:gd name="connsiteY12" fmla="*/ 615315 h 647700"/>
                <a:gd name="connsiteX13" fmla="*/ 224799 w 409575"/>
                <a:gd name="connsiteY13" fmla="*/ 12383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9575" h="647700">
                  <a:moveTo>
                    <a:pt x="224799" y="12383"/>
                  </a:moveTo>
                  <a:cubicBezTo>
                    <a:pt x="209559" y="7620"/>
                    <a:pt x="162887" y="0"/>
                    <a:pt x="162887" y="0"/>
                  </a:cubicBezTo>
                  <a:cubicBezTo>
                    <a:pt x="162887" y="0"/>
                    <a:pt x="132407" y="29528"/>
                    <a:pt x="111451" y="33338"/>
                  </a:cubicBezTo>
                  <a:cubicBezTo>
                    <a:pt x="97164" y="35242"/>
                    <a:pt x="83829" y="20955"/>
                    <a:pt x="83829" y="20955"/>
                  </a:cubicBezTo>
                  <a:cubicBezTo>
                    <a:pt x="83829" y="20955"/>
                    <a:pt x="32394" y="40005"/>
                    <a:pt x="22869" y="46672"/>
                  </a:cubicBezTo>
                  <a:cubicBezTo>
                    <a:pt x="-12374" y="70485"/>
                    <a:pt x="2867" y="118110"/>
                    <a:pt x="5724" y="159067"/>
                  </a:cubicBezTo>
                  <a:cubicBezTo>
                    <a:pt x="6676" y="172403"/>
                    <a:pt x="18106" y="228600"/>
                    <a:pt x="21917" y="312420"/>
                  </a:cubicBezTo>
                  <a:cubicBezTo>
                    <a:pt x="22869" y="329565"/>
                    <a:pt x="23821" y="347663"/>
                    <a:pt x="23821" y="367665"/>
                  </a:cubicBezTo>
                  <a:cubicBezTo>
                    <a:pt x="24774" y="419100"/>
                    <a:pt x="21917" y="479107"/>
                    <a:pt x="14296" y="543878"/>
                  </a:cubicBezTo>
                  <a:cubicBezTo>
                    <a:pt x="28584" y="641032"/>
                    <a:pt x="208607" y="684847"/>
                    <a:pt x="339099" y="624840"/>
                  </a:cubicBezTo>
                  <a:lnTo>
                    <a:pt x="348624" y="492443"/>
                  </a:lnTo>
                  <a:lnTo>
                    <a:pt x="373389" y="618172"/>
                  </a:lnTo>
                  <a:cubicBezTo>
                    <a:pt x="381962" y="616268"/>
                    <a:pt x="400059" y="616268"/>
                    <a:pt x="406726" y="615315"/>
                  </a:cubicBezTo>
                  <a:cubicBezTo>
                    <a:pt x="430539" y="220980"/>
                    <a:pt x="358149" y="57150"/>
                    <a:pt x="224799" y="12383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5B4636B-C4C8-4144-8061-0973CD01CD0C}"/>
                </a:ext>
              </a:extLst>
            </p:cNvPr>
            <p:cNvSpPr/>
            <p:nvPr/>
          </p:nvSpPr>
          <p:spPr>
            <a:xfrm>
              <a:off x="9252585" y="3309938"/>
              <a:ext cx="180975" cy="123825"/>
            </a:xfrm>
            <a:custGeom>
              <a:avLst/>
              <a:gdLst>
                <a:gd name="connsiteX0" fmla="*/ 126682 w 180975"/>
                <a:gd name="connsiteY0" fmla="*/ 0 h 123825"/>
                <a:gd name="connsiteX1" fmla="*/ 75247 w 180975"/>
                <a:gd name="connsiteY1" fmla="*/ 33338 h 123825"/>
                <a:gd name="connsiteX2" fmla="*/ 47625 w 180975"/>
                <a:gd name="connsiteY2" fmla="*/ 20955 h 123825"/>
                <a:gd name="connsiteX3" fmla="*/ 0 w 180975"/>
                <a:gd name="connsiteY3" fmla="*/ 40005 h 123825"/>
                <a:gd name="connsiteX4" fmla="*/ 45720 w 180975"/>
                <a:gd name="connsiteY4" fmla="*/ 130492 h 123825"/>
                <a:gd name="connsiteX5" fmla="*/ 188595 w 180975"/>
                <a:gd name="connsiteY5" fmla="*/ 13335 h 123825"/>
                <a:gd name="connsiteX6" fmla="*/ 158115 w 180975"/>
                <a:gd name="connsiteY6" fmla="*/ 5715 h 123825"/>
                <a:gd name="connsiteX7" fmla="*/ 126682 w 180975"/>
                <a:gd name="connsiteY7" fmla="*/ 0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0975" h="123825">
                  <a:moveTo>
                    <a:pt x="126682" y="0"/>
                  </a:moveTo>
                  <a:cubicBezTo>
                    <a:pt x="126682" y="0"/>
                    <a:pt x="96202" y="30480"/>
                    <a:pt x="75247" y="33338"/>
                  </a:cubicBezTo>
                  <a:cubicBezTo>
                    <a:pt x="60960" y="35242"/>
                    <a:pt x="47625" y="20955"/>
                    <a:pt x="47625" y="20955"/>
                  </a:cubicBezTo>
                  <a:cubicBezTo>
                    <a:pt x="47625" y="20955"/>
                    <a:pt x="11430" y="33338"/>
                    <a:pt x="0" y="40005"/>
                  </a:cubicBezTo>
                  <a:cubicBezTo>
                    <a:pt x="5715" y="82867"/>
                    <a:pt x="45720" y="130492"/>
                    <a:pt x="45720" y="130492"/>
                  </a:cubicBezTo>
                  <a:cubicBezTo>
                    <a:pt x="45720" y="130492"/>
                    <a:pt x="131445" y="45720"/>
                    <a:pt x="188595" y="13335"/>
                  </a:cubicBezTo>
                  <a:cubicBezTo>
                    <a:pt x="188595" y="13335"/>
                    <a:pt x="175260" y="7620"/>
                    <a:pt x="158115" y="5715"/>
                  </a:cubicBezTo>
                  <a:cubicBezTo>
                    <a:pt x="150495" y="3810"/>
                    <a:pt x="126682" y="0"/>
                    <a:pt x="126682" y="0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010BE-06E0-40C3-AE18-8EA30AE5C19F}"/>
                </a:ext>
              </a:extLst>
            </p:cNvPr>
            <p:cNvSpPr/>
            <p:nvPr/>
          </p:nvSpPr>
          <p:spPr>
            <a:xfrm>
              <a:off x="9213532" y="3090564"/>
              <a:ext cx="171450" cy="152400"/>
            </a:xfrm>
            <a:custGeom>
              <a:avLst/>
              <a:gdLst>
                <a:gd name="connsiteX0" fmla="*/ 0 w 171450"/>
                <a:gd name="connsiteY0" fmla="*/ 75546 h 152400"/>
                <a:gd name="connsiteX1" fmla="*/ 131445 w 171450"/>
                <a:gd name="connsiteY1" fmla="*/ 92691 h 152400"/>
                <a:gd name="connsiteX2" fmla="*/ 151448 w 171450"/>
                <a:gd name="connsiteY2" fmla="*/ 159366 h 152400"/>
                <a:gd name="connsiteX3" fmla="*/ 151448 w 171450"/>
                <a:gd name="connsiteY3" fmla="*/ 20301 h 152400"/>
                <a:gd name="connsiteX4" fmla="*/ 0 w 171450"/>
                <a:gd name="connsiteY4" fmla="*/ 75546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52400">
                  <a:moveTo>
                    <a:pt x="0" y="75546"/>
                  </a:moveTo>
                  <a:cubicBezTo>
                    <a:pt x="0" y="87928"/>
                    <a:pt x="11430" y="119361"/>
                    <a:pt x="131445" y="92691"/>
                  </a:cubicBezTo>
                  <a:cubicBezTo>
                    <a:pt x="145732" y="113646"/>
                    <a:pt x="151448" y="159366"/>
                    <a:pt x="151448" y="159366"/>
                  </a:cubicBezTo>
                  <a:cubicBezTo>
                    <a:pt x="186690" y="127933"/>
                    <a:pt x="193357" y="57448"/>
                    <a:pt x="151448" y="20301"/>
                  </a:cubicBezTo>
                  <a:cubicBezTo>
                    <a:pt x="97155" y="-28277"/>
                    <a:pt x="1905" y="18396"/>
                    <a:pt x="0" y="7554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D39A9C1-5191-446E-AA88-5018EC2D6CF1}"/>
                </a:ext>
              </a:extLst>
            </p:cNvPr>
            <p:cNvSpPr/>
            <p:nvPr/>
          </p:nvSpPr>
          <p:spPr>
            <a:xfrm>
              <a:off x="9344977" y="3198495"/>
              <a:ext cx="19050" cy="28575"/>
            </a:xfrm>
            <a:custGeom>
              <a:avLst/>
              <a:gdLst>
                <a:gd name="connsiteX0" fmla="*/ 12383 w 19050"/>
                <a:gd name="connsiteY0" fmla="*/ 0 h 28575"/>
                <a:gd name="connsiteX1" fmla="*/ 0 w 19050"/>
                <a:gd name="connsiteY1" fmla="*/ 1905 h 28575"/>
                <a:gd name="connsiteX2" fmla="*/ 6668 w 19050"/>
                <a:gd name="connsiteY2" fmla="*/ 37147 h 28575"/>
                <a:gd name="connsiteX3" fmla="*/ 24765 w 19050"/>
                <a:gd name="connsiteY3" fmla="*/ 20002 h 28575"/>
                <a:gd name="connsiteX4" fmla="*/ 12383 w 19050"/>
                <a:gd name="connsiteY4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28575">
                  <a:moveTo>
                    <a:pt x="12383" y="0"/>
                  </a:moveTo>
                  <a:cubicBezTo>
                    <a:pt x="9525" y="0"/>
                    <a:pt x="3810" y="0"/>
                    <a:pt x="0" y="1905"/>
                  </a:cubicBezTo>
                  <a:cubicBezTo>
                    <a:pt x="953" y="12383"/>
                    <a:pt x="4763" y="28575"/>
                    <a:pt x="6668" y="37147"/>
                  </a:cubicBezTo>
                  <a:cubicBezTo>
                    <a:pt x="14288" y="36195"/>
                    <a:pt x="23813" y="26670"/>
                    <a:pt x="24765" y="20002"/>
                  </a:cubicBezTo>
                  <a:cubicBezTo>
                    <a:pt x="25718" y="12383"/>
                    <a:pt x="20003" y="952"/>
                    <a:pt x="12383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DBB2876-B75A-42F0-85B8-00AC032A7B6A}"/>
                </a:ext>
              </a:extLst>
            </p:cNvPr>
            <p:cNvSpPr/>
            <p:nvPr/>
          </p:nvSpPr>
          <p:spPr>
            <a:xfrm>
              <a:off x="9035363" y="3693978"/>
              <a:ext cx="28575" cy="9525"/>
            </a:xfrm>
            <a:custGeom>
              <a:avLst/>
              <a:gdLst>
                <a:gd name="connsiteX0" fmla="*/ 52 w 28575"/>
                <a:gd name="connsiteY0" fmla="*/ 2674 h 9525"/>
                <a:gd name="connsiteX1" fmla="*/ 15292 w 28575"/>
                <a:gd name="connsiteY1" fmla="*/ 15057 h 9525"/>
                <a:gd name="connsiteX2" fmla="*/ 31485 w 28575"/>
                <a:gd name="connsiteY2" fmla="*/ 7437 h 9525"/>
                <a:gd name="connsiteX3" fmla="*/ 9577 w 28575"/>
                <a:gd name="connsiteY3" fmla="*/ 1722 h 9525"/>
                <a:gd name="connsiteX4" fmla="*/ 52 w 28575"/>
                <a:gd name="connsiteY4" fmla="*/ 267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9525">
                  <a:moveTo>
                    <a:pt x="52" y="2674"/>
                  </a:moveTo>
                  <a:cubicBezTo>
                    <a:pt x="-900" y="6484"/>
                    <a:pt x="11482" y="15057"/>
                    <a:pt x="15292" y="15057"/>
                  </a:cubicBezTo>
                  <a:cubicBezTo>
                    <a:pt x="23865" y="13152"/>
                    <a:pt x="22912" y="7437"/>
                    <a:pt x="31485" y="7437"/>
                  </a:cubicBezTo>
                  <a:cubicBezTo>
                    <a:pt x="23865" y="6484"/>
                    <a:pt x="16245" y="4579"/>
                    <a:pt x="9577" y="1722"/>
                  </a:cubicBezTo>
                  <a:cubicBezTo>
                    <a:pt x="4815" y="769"/>
                    <a:pt x="1957" y="-2088"/>
                    <a:pt x="52" y="2674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232987E-5D59-407C-AAB6-C72B67B5EC7E}"/>
                </a:ext>
              </a:extLst>
            </p:cNvPr>
            <p:cNvSpPr/>
            <p:nvPr/>
          </p:nvSpPr>
          <p:spPr>
            <a:xfrm>
              <a:off x="8986838" y="3700463"/>
              <a:ext cx="95250" cy="47625"/>
            </a:xfrm>
            <a:custGeom>
              <a:avLst/>
              <a:gdLst>
                <a:gd name="connsiteX0" fmla="*/ 60007 w 95250"/>
                <a:gd name="connsiteY0" fmla="*/ 4763 h 47625"/>
                <a:gd name="connsiteX1" fmla="*/ 24765 w 95250"/>
                <a:gd name="connsiteY1" fmla="*/ 15240 h 47625"/>
                <a:gd name="connsiteX2" fmla="*/ 5715 w 95250"/>
                <a:gd name="connsiteY2" fmla="*/ 22860 h 47625"/>
                <a:gd name="connsiteX3" fmla="*/ 0 w 95250"/>
                <a:gd name="connsiteY3" fmla="*/ 33338 h 47625"/>
                <a:gd name="connsiteX4" fmla="*/ 4763 w 95250"/>
                <a:gd name="connsiteY4" fmla="*/ 39053 h 47625"/>
                <a:gd name="connsiteX5" fmla="*/ 16193 w 95250"/>
                <a:gd name="connsiteY5" fmla="*/ 44768 h 47625"/>
                <a:gd name="connsiteX6" fmla="*/ 38100 w 95250"/>
                <a:gd name="connsiteY6" fmla="*/ 47625 h 47625"/>
                <a:gd name="connsiteX7" fmla="*/ 100013 w 95250"/>
                <a:gd name="connsiteY7" fmla="*/ 36195 h 47625"/>
                <a:gd name="connsiteX8" fmla="*/ 85725 w 95250"/>
                <a:gd name="connsiteY8" fmla="*/ 0 h 47625"/>
                <a:gd name="connsiteX9" fmla="*/ 60007 w 95250"/>
                <a:gd name="connsiteY9" fmla="*/ 4763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50" h="47625">
                  <a:moveTo>
                    <a:pt x="60007" y="4763"/>
                  </a:moveTo>
                  <a:cubicBezTo>
                    <a:pt x="49530" y="6668"/>
                    <a:pt x="26670" y="14288"/>
                    <a:pt x="24765" y="15240"/>
                  </a:cubicBezTo>
                  <a:cubicBezTo>
                    <a:pt x="20002" y="17145"/>
                    <a:pt x="8573" y="20003"/>
                    <a:pt x="5715" y="22860"/>
                  </a:cubicBezTo>
                  <a:cubicBezTo>
                    <a:pt x="3810" y="24765"/>
                    <a:pt x="0" y="30480"/>
                    <a:pt x="0" y="33338"/>
                  </a:cubicBezTo>
                  <a:cubicBezTo>
                    <a:pt x="0" y="37147"/>
                    <a:pt x="4763" y="39053"/>
                    <a:pt x="4763" y="39053"/>
                  </a:cubicBezTo>
                  <a:cubicBezTo>
                    <a:pt x="3810" y="43815"/>
                    <a:pt x="17145" y="43815"/>
                    <a:pt x="16193" y="44768"/>
                  </a:cubicBezTo>
                  <a:cubicBezTo>
                    <a:pt x="14288" y="49530"/>
                    <a:pt x="20002" y="54293"/>
                    <a:pt x="38100" y="47625"/>
                  </a:cubicBezTo>
                  <a:cubicBezTo>
                    <a:pt x="39052" y="47625"/>
                    <a:pt x="85725" y="40005"/>
                    <a:pt x="100013" y="36195"/>
                  </a:cubicBezTo>
                  <a:cubicBezTo>
                    <a:pt x="98107" y="26670"/>
                    <a:pt x="86677" y="0"/>
                    <a:pt x="85725" y="0"/>
                  </a:cubicBezTo>
                  <a:cubicBezTo>
                    <a:pt x="78105" y="953"/>
                    <a:pt x="68580" y="2857"/>
                    <a:pt x="60007" y="4763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31A082-B42E-47C2-9E1D-5797C62EEF62}"/>
                </a:ext>
              </a:extLst>
            </p:cNvPr>
            <p:cNvSpPr/>
            <p:nvPr/>
          </p:nvSpPr>
          <p:spPr>
            <a:xfrm>
              <a:off x="9068752" y="3357563"/>
              <a:ext cx="438150" cy="390525"/>
            </a:xfrm>
            <a:custGeom>
              <a:avLst/>
              <a:gdLst>
                <a:gd name="connsiteX0" fmla="*/ 341948 w 438150"/>
                <a:gd name="connsiteY0" fmla="*/ 0 h 390525"/>
                <a:gd name="connsiteX1" fmla="*/ 333375 w 438150"/>
                <a:gd name="connsiteY1" fmla="*/ 4763 h 390525"/>
                <a:gd name="connsiteX2" fmla="*/ 281940 w 438150"/>
                <a:gd name="connsiteY2" fmla="*/ 106680 h 390525"/>
                <a:gd name="connsiteX3" fmla="*/ 223838 w 438150"/>
                <a:gd name="connsiteY3" fmla="*/ 222885 h 390525"/>
                <a:gd name="connsiteX4" fmla="*/ 216218 w 438150"/>
                <a:gd name="connsiteY4" fmla="*/ 237172 h 390525"/>
                <a:gd name="connsiteX5" fmla="*/ 149543 w 438150"/>
                <a:gd name="connsiteY5" fmla="*/ 269557 h 390525"/>
                <a:gd name="connsiteX6" fmla="*/ 0 w 438150"/>
                <a:gd name="connsiteY6" fmla="*/ 335280 h 390525"/>
                <a:gd name="connsiteX7" fmla="*/ 15240 w 438150"/>
                <a:gd name="connsiteY7" fmla="*/ 390525 h 390525"/>
                <a:gd name="connsiteX8" fmla="*/ 280035 w 438150"/>
                <a:gd name="connsiteY8" fmla="*/ 292418 h 390525"/>
                <a:gd name="connsiteX9" fmla="*/ 435293 w 438150"/>
                <a:gd name="connsiteY9" fmla="*/ 61913 h 390525"/>
                <a:gd name="connsiteX10" fmla="*/ 341948 w 438150"/>
                <a:gd name="connsiteY10" fmla="*/ 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8150" h="390525">
                  <a:moveTo>
                    <a:pt x="341948" y="0"/>
                  </a:moveTo>
                  <a:cubicBezTo>
                    <a:pt x="338138" y="0"/>
                    <a:pt x="335280" y="1905"/>
                    <a:pt x="333375" y="4763"/>
                  </a:cubicBezTo>
                  <a:cubicBezTo>
                    <a:pt x="320040" y="22860"/>
                    <a:pt x="301943" y="62865"/>
                    <a:pt x="281940" y="106680"/>
                  </a:cubicBezTo>
                  <a:cubicBezTo>
                    <a:pt x="261938" y="150495"/>
                    <a:pt x="240983" y="195263"/>
                    <a:pt x="223838" y="222885"/>
                  </a:cubicBezTo>
                  <a:cubicBezTo>
                    <a:pt x="220980" y="227647"/>
                    <a:pt x="218123" y="232410"/>
                    <a:pt x="216218" y="237172"/>
                  </a:cubicBezTo>
                  <a:cubicBezTo>
                    <a:pt x="198120" y="245745"/>
                    <a:pt x="174308" y="257175"/>
                    <a:pt x="149543" y="269557"/>
                  </a:cubicBezTo>
                  <a:cubicBezTo>
                    <a:pt x="95250" y="296228"/>
                    <a:pt x="26670" y="330518"/>
                    <a:pt x="0" y="335280"/>
                  </a:cubicBezTo>
                  <a:lnTo>
                    <a:pt x="15240" y="390525"/>
                  </a:lnTo>
                  <a:cubicBezTo>
                    <a:pt x="83820" y="376238"/>
                    <a:pt x="239078" y="327660"/>
                    <a:pt x="280035" y="292418"/>
                  </a:cubicBezTo>
                  <a:cubicBezTo>
                    <a:pt x="321945" y="256222"/>
                    <a:pt x="461963" y="101917"/>
                    <a:pt x="435293" y="61913"/>
                  </a:cubicBezTo>
                  <a:cubicBezTo>
                    <a:pt x="424815" y="47625"/>
                    <a:pt x="358140" y="0"/>
                    <a:pt x="341948" y="0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400979F-D0D6-4B9C-987F-D8FDB5B9F972}"/>
                </a:ext>
              </a:extLst>
            </p:cNvPr>
            <p:cNvSpPr/>
            <p:nvPr/>
          </p:nvSpPr>
          <p:spPr>
            <a:xfrm>
              <a:off x="7472363" y="4431983"/>
              <a:ext cx="704850" cy="247650"/>
            </a:xfrm>
            <a:custGeom>
              <a:avLst/>
              <a:gdLst>
                <a:gd name="connsiteX0" fmla="*/ 0 w 704850"/>
                <a:gd name="connsiteY0" fmla="*/ 0 h 247650"/>
                <a:gd name="connsiteX1" fmla="*/ 705802 w 704850"/>
                <a:gd name="connsiteY1" fmla="*/ 0 h 247650"/>
                <a:gd name="connsiteX2" fmla="*/ 705802 w 704850"/>
                <a:gd name="connsiteY2" fmla="*/ 247650 h 247650"/>
                <a:gd name="connsiteX3" fmla="*/ 0 w 704850"/>
                <a:gd name="connsiteY3" fmla="*/ 24765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850" h="247650">
                  <a:moveTo>
                    <a:pt x="0" y="0"/>
                  </a:moveTo>
                  <a:lnTo>
                    <a:pt x="705802" y="0"/>
                  </a:lnTo>
                  <a:lnTo>
                    <a:pt x="705802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371C335-0659-48EA-BC8C-C671B1AD7DF5}"/>
                </a:ext>
              </a:extLst>
            </p:cNvPr>
            <p:cNvSpPr/>
            <p:nvPr/>
          </p:nvSpPr>
          <p:spPr>
            <a:xfrm>
              <a:off x="6572250" y="2967990"/>
              <a:ext cx="2495550" cy="1466850"/>
            </a:xfrm>
            <a:custGeom>
              <a:avLst/>
              <a:gdLst>
                <a:gd name="connsiteX0" fmla="*/ 2387918 w 2495550"/>
                <a:gd name="connsiteY0" fmla="*/ 0 h 1466850"/>
                <a:gd name="connsiteX1" fmla="*/ 116205 w 2495550"/>
                <a:gd name="connsiteY1" fmla="*/ 0 h 1466850"/>
                <a:gd name="connsiteX2" fmla="*/ 0 w 2495550"/>
                <a:gd name="connsiteY2" fmla="*/ 116205 h 1466850"/>
                <a:gd name="connsiteX3" fmla="*/ 0 w 2495550"/>
                <a:gd name="connsiteY3" fmla="*/ 1352550 h 1466850"/>
                <a:gd name="connsiteX4" fmla="*/ 116205 w 2495550"/>
                <a:gd name="connsiteY4" fmla="*/ 1468755 h 1466850"/>
                <a:gd name="connsiteX5" fmla="*/ 2387918 w 2495550"/>
                <a:gd name="connsiteY5" fmla="*/ 1468755 h 1466850"/>
                <a:gd name="connsiteX6" fmla="*/ 2504123 w 2495550"/>
                <a:gd name="connsiteY6" fmla="*/ 1352550 h 1466850"/>
                <a:gd name="connsiteX7" fmla="*/ 2504123 w 2495550"/>
                <a:gd name="connsiteY7" fmla="*/ 116205 h 1466850"/>
                <a:gd name="connsiteX8" fmla="*/ 2387918 w 2495550"/>
                <a:gd name="connsiteY8" fmla="*/ 0 h 146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95550" h="1466850">
                  <a:moveTo>
                    <a:pt x="2387918" y="0"/>
                  </a:moveTo>
                  <a:lnTo>
                    <a:pt x="116205" y="0"/>
                  </a:lnTo>
                  <a:cubicBezTo>
                    <a:pt x="52388" y="0"/>
                    <a:pt x="0" y="52388"/>
                    <a:pt x="0" y="116205"/>
                  </a:cubicBezTo>
                  <a:lnTo>
                    <a:pt x="0" y="1352550"/>
                  </a:lnTo>
                  <a:cubicBezTo>
                    <a:pt x="0" y="1416367"/>
                    <a:pt x="52388" y="1468755"/>
                    <a:pt x="116205" y="1468755"/>
                  </a:cubicBezTo>
                  <a:lnTo>
                    <a:pt x="2387918" y="1468755"/>
                  </a:lnTo>
                  <a:cubicBezTo>
                    <a:pt x="2451735" y="1468755"/>
                    <a:pt x="2504123" y="1416367"/>
                    <a:pt x="2504123" y="1352550"/>
                  </a:cubicBezTo>
                  <a:lnTo>
                    <a:pt x="2504123" y="116205"/>
                  </a:lnTo>
                  <a:cubicBezTo>
                    <a:pt x="2504123" y="52388"/>
                    <a:pt x="2451735" y="0"/>
                    <a:pt x="238791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082A466-993F-428A-836D-3727C7B61D4A}"/>
                </a:ext>
              </a:extLst>
            </p:cNvPr>
            <p:cNvSpPr/>
            <p:nvPr/>
          </p:nvSpPr>
          <p:spPr>
            <a:xfrm>
              <a:off x="6649403" y="3035618"/>
              <a:ext cx="2343150" cy="1190625"/>
            </a:xfrm>
            <a:custGeom>
              <a:avLst/>
              <a:gdLst>
                <a:gd name="connsiteX0" fmla="*/ 0 w 2343150"/>
                <a:gd name="connsiteY0" fmla="*/ 0 h 1190625"/>
                <a:gd name="connsiteX1" fmla="*/ 2349818 w 2343150"/>
                <a:gd name="connsiteY1" fmla="*/ 0 h 1190625"/>
                <a:gd name="connsiteX2" fmla="*/ 2349818 w 2343150"/>
                <a:gd name="connsiteY2" fmla="*/ 1193483 h 1190625"/>
                <a:gd name="connsiteX3" fmla="*/ 0 w 2343150"/>
                <a:gd name="connsiteY3" fmla="*/ 1193483 h 119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3150" h="1190625">
                  <a:moveTo>
                    <a:pt x="0" y="0"/>
                  </a:moveTo>
                  <a:lnTo>
                    <a:pt x="2349818" y="0"/>
                  </a:lnTo>
                  <a:lnTo>
                    <a:pt x="2349818" y="1193483"/>
                  </a:lnTo>
                  <a:lnTo>
                    <a:pt x="0" y="1193483"/>
                  </a:ln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3EAE75E-CE04-44CF-97DB-C0FAF1922411}"/>
                </a:ext>
              </a:extLst>
            </p:cNvPr>
            <p:cNvSpPr/>
            <p:nvPr/>
          </p:nvSpPr>
          <p:spPr>
            <a:xfrm>
              <a:off x="7206615" y="4677728"/>
              <a:ext cx="1228725" cy="85725"/>
            </a:xfrm>
            <a:custGeom>
              <a:avLst/>
              <a:gdLst>
                <a:gd name="connsiteX0" fmla="*/ 1191578 w 1228725"/>
                <a:gd name="connsiteY0" fmla="*/ 0 h 85725"/>
                <a:gd name="connsiteX1" fmla="*/ 44768 w 1228725"/>
                <a:gd name="connsiteY1" fmla="*/ 0 h 85725"/>
                <a:gd name="connsiteX2" fmla="*/ 0 w 1228725"/>
                <a:gd name="connsiteY2" fmla="*/ 44767 h 85725"/>
                <a:gd name="connsiteX3" fmla="*/ 44768 w 1228725"/>
                <a:gd name="connsiteY3" fmla="*/ 89535 h 85725"/>
                <a:gd name="connsiteX4" fmla="*/ 1191578 w 1228725"/>
                <a:gd name="connsiteY4" fmla="*/ 89535 h 85725"/>
                <a:gd name="connsiteX5" fmla="*/ 1236346 w 1228725"/>
                <a:gd name="connsiteY5" fmla="*/ 44767 h 85725"/>
                <a:gd name="connsiteX6" fmla="*/ 1191578 w 1228725"/>
                <a:gd name="connsiteY6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8725" h="85725">
                  <a:moveTo>
                    <a:pt x="1191578" y="0"/>
                  </a:moveTo>
                  <a:lnTo>
                    <a:pt x="44768" y="0"/>
                  </a:lnTo>
                  <a:cubicBezTo>
                    <a:pt x="20003" y="0"/>
                    <a:pt x="0" y="20003"/>
                    <a:pt x="0" y="44767"/>
                  </a:cubicBezTo>
                  <a:cubicBezTo>
                    <a:pt x="0" y="69532"/>
                    <a:pt x="20003" y="89535"/>
                    <a:pt x="44768" y="89535"/>
                  </a:cubicBezTo>
                  <a:lnTo>
                    <a:pt x="1191578" y="89535"/>
                  </a:lnTo>
                  <a:cubicBezTo>
                    <a:pt x="1216343" y="89535"/>
                    <a:pt x="1236346" y="69532"/>
                    <a:pt x="1236346" y="44767"/>
                  </a:cubicBezTo>
                  <a:cubicBezTo>
                    <a:pt x="1236346" y="20955"/>
                    <a:pt x="1216343" y="0"/>
                    <a:pt x="119157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3334436-0224-4327-953E-63F628E2C6B1}"/>
                </a:ext>
              </a:extLst>
            </p:cNvPr>
            <p:cNvSpPr/>
            <p:nvPr/>
          </p:nvSpPr>
          <p:spPr>
            <a:xfrm>
              <a:off x="6767513" y="2741295"/>
              <a:ext cx="2114550" cy="1485900"/>
            </a:xfrm>
            <a:custGeom>
              <a:avLst/>
              <a:gdLst>
                <a:gd name="connsiteX0" fmla="*/ 0 w 2114550"/>
                <a:gd name="connsiteY0" fmla="*/ 0 h 1485900"/>
                <a:gd name="connsiteX1" fmla="*/ 2114550 w 2114550"/>
                <a:gd name="connsiteY1" fmla="*/ 0 h 1485900"/>
                <a:gd name="connsiteX2" fmla="*/ 2114550 w 2114550"/>
                <a:gd name="connsiteY2" fmla="*/ 1487805 h 1485900"/>
                <a:gd name="connsiteX3" fmla="*/ 0 w 2114550"/>
                <a:gd name="connsiteY3" fmla="*/ 1487805 h 148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4550" h="1485900">
                  <a:moveTo>
                    <a:pt x="0" y="0"/>
                  </a:moveTo>
                  <a:lnTo>
                    <a:pt x="2114550" y="0"/>
                  </a:lnTo>
                  <a:lnTo>
                    <a:pt x="2114550" y="1487805"/>
                  </a:lnTo>
                  <a:lnTo>
                    <a:pt x="0" y="148780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E63B4DB-E371-4AB1-9B11-E74C7AFCE8FA}"/>
                </a:ext>
              </a:extLst>
            </p:cNvPr>
            <p:cNvSpPr/>
            <p:nvPr/>
          </p:nvSpPr>
          <p:spPr>
            <a:xfrm>
              <a:off x="6767513" y="2580323"/>
              <a:ext cx="2114550" cy="152400"/>
            </a:xfrm>
            <a:custGeom>
              <a:avLst/>
              <a:gdLst>
                <a:gd name="connsiteX0" fmla="*/ 0 w 2114550"/>
                <a:gd name="connsiteY0" fmla="*/ 0 h 152400"/>
                <a:gd name="connsiteX1" fmla="*/ 2114550 w 2114550"/>
                <a:gd name="connsiteY1" fmla="*/ 0 h 152400"/>
                <a:gd name="connsiteX2" fmla="*/ 2114550 w 2114550"/>
                <a:gd name="connsiteY2" fmla="*/ 160972 h 152400"/>
                <a:gd name="connsiteX3" fmla="*/ 0 w 2114550"/>
                <a:gd name="connsiteY3" fmla="*/ 16097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4550" h="152400">
                  <a:moveTo>
                    <a:pt x="0" y="0"/>
                  </a:moveTo>
                  <a:lnTo>
                    <a:pt x="2114550" y="0"/>
                  </a:lnTo>
                  <a:lnTo>
                    <a:pt x="2114550" y="160972"/>
                  </a:lnTo>
                  <a:lnTo>
                    <a:pt x="0" y="160972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9D1FE34-E13E-431E-B52B-5324EDF0974B}"/>
                </a:ext>
              </a:extLst>
            </p:cNvPr>
            <p:cNvSpPr/>
            <p:nvPr/>
          </p:nvSpPr>
          <p:spPr>
            <a:xfrm>
              <a:off x="8784907" y="2674620"/>
              <a:ext cx="28575" cy="28575"/>
            </a:xfrm>
            <a:custGeom>
              <a:avLst/>
              <a:gdLst>
                <a:gd name="connsiteX0" fmla="*/ 17145 w 28575"/>
                <a:gd name="connsiteY0" fmla="*/ 0 h 28575"/>
                <a:gd name="connsiteX1" fmla="*/ 0 w 28575"/>
                <a:gd name="connsiteY1" fmla="*/ 17145 h 28575"/>
                <a:gd name="connsiteX2" fmla="*/ 17145 w 28575"/>
                <a:gd name="connsiteY2" fmla="*/ 34290 h 28575"/>
                <a:gd name="connsiteX3" fmla="*/ 34290 w 28575"/>
                <a:gd name="connsiteY3" fmla="*/ 17145 h 28575"/>
                <a:gd name="connsiteX4" fmla="*/ 17145 w 28575"/>
                <a:gd name="connsiteY4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7145" y="0"/>
                  </a:moveTo>
                  <a:cubicBezTo>
                    <a:pt x="7620" y="0"/>
                    <a:pt x="0" y="7620"/>
                    <a:pt x="0" y="17145"/>
                  </a:cubicBezTo>
                  <a:cubicBezTo>
                    <a:pt x="0" y="26670"/>
                    <a:pt x="7620" y="34290"/>
                    <a:pt x="17145" y="34290"/>
                  </a:cubicBezTo>
                  <a:cubicBezTo>
                    <a:pt x="26670" y="34290"/>
                    <a:pt x="34290" y="26670"/>
                    <a:pt x="34290" y="17145"/>
                  </a:cubicBezTo>
                  <a:cubicBezTo>
                    <a:pt x="34290" y="7620"/>
                    <a:pt x="26670" y="0"/>
                    <a:pt x="1714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833537B-5C12-4EF8-8698-13490CF1357D}"/>
                </a:ext>
              </a:extLst>
            </p:cNvPr>
            <p:cNvSpPr/>
            <p:nvPr/>
          </p:nvSpPr>
          <p:spPr>
            <a:xfrm>
              <a:off x="8716327" y="2674620"/>
              <a:ext cx="28575" cy="28575"/>
            </a:xfrm>
            <a:custGeom>
              <a:avLst/>
              <a:gdLst>
                <a:gd name="connsiteX0" fmla="*/ 17145 w 28575"/>
                <a:gd name="connsiteY0" fmla="*/ 0 h 28575"/>
                <a:gd name="connsiteX1" fmla="*/ 0 w 28575"/>
                <a:gd name="connsiteY1" fmla="*/ 17145 h 28575"/>
                <a:gd name="connsiteX2" fmla="*/ 17145 w 28575"/>
                <a:gd name="connsiteY2" fmla="*/ 34290 h 28575"/>
                <a:gd name="connsiteX3" fmla="*/ 34290 w 28575"/>
                <a:gd name="connsiteY3" fmla="*/ 17145 h 28575"/>
                <a:gd name="connsiteX4" fmla="*/ 17145 w 28575"/>
                <a:gd name="connsiteY4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7145" y="0"/>
                  </a:moveTo>
                  <a:cubicBezTo>
                    <a:pt x="7620" y="0"/>
                    <a:pt x="0" y="7620"/>
                    <a:pt x="0" y="17145"/>
                  </a:cubicBezTo>
                  <a:cubicBezTo>
                    <a:pt x="0" y="26670"/>
                    <a:pt x="7620" y="34290"/>
                    <a:pt x="17145" y="34290"/>
                  </a:cubicBezTo>
                  <a:cubicBezTo>
                    <a:pt x="26670" y="34290"/>
                    <a:pt x="34290" y="26670"/>
                    <a:pt x="34290" y="17145"/>
                  </a:cubicBezTo>
                  <a:cubicBezTo>
                    <a:pt x="34290" y="7620"/>
                    <a:pt x="26670" y="0"/>
                    <a:pt x="1714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2AFD868-C2D1-4FF4-8B26-4CE04256CDE8}"/>
                </a:ext>
              </a:extLst>
            </p:cNvPr>
            <p:cNvSpPr/>
            <p:nvPr/>
          </p:nvSpPr>
          <p:spPr>
            <a:xfrm>
              <a:off x="7373302" y="2992755"/>
              <a:ext cx="895350" cy="981075"/>
            </a:xfrm>
            <a:custGeom>
              <a:avLst/>
              <a:gdLst>
                <a:gd name="connsiteX0" fmla="*/ 452438 w 895350"/>
                <a:gd name="connsiteY0" fmla="*/ 0 h 981075"/>
                <a:gd name="connsiteX1" fmla="*/ 0 w 895350"/>
                <a:gd name="connsiteY1" fmla="*/ 274320 h 981075"/>
                <a:gd name="connsiteX2" fmla="*/ 450533 w 895350"/>
                <a:gd name="connsiteY2" fmla="*/ 982980 h 981075"/>
                <a:gd name="connsiteX3" fmla="*/ 901065 w 895350"/>
                <a:gd name="connsiteY3" fmla="*/ 274320 h 981075"/>
                <a:gd name="connsiteX4" fmla="*/ 452438 w 895350"/>
                <a:gd name="connsiteY4" fmla="*/ 0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350" h="981075">
                  <a:moveTo>
                    <a:pt x="452438" y="0"/>
                  </a:moveTo>
                  <a:cubicBezTo>
                    <a:pt x="452438" y="0"/>
                    <a:pt x="252413" y="274320"/>
                    <a:pt x="0" y="274320"/>
                  </a:cubicBezTo>
                  <a:cubicBezTo>
                    <a:pt x="0" y="274320"/>
                    <a:pt x="65723" y="982980"/>
                    <a:pt x="450533" y="982980"/>
                  </a:cubicBezTo>
                  <a:cubicBezTo>
                    <a:pt x="836295" y="982980"/>
                    <a:pt x="901065" y="274320"/>
                    <a:pt x="901065" y="274320"/>
                  </a:cubicBezTo>
                  <a:cubicBezTo>
                    <a:pt x="660083" y="274320"/>
                    <a:pt x="452438" y="0"/>
                    <a:pt x="452438" y="0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AABA9A-FA29-453E-87D8-94CDE2BC73ED}"/>
                </a:ext>
              </a:extLst>
            </p:cNvPr>
            <p:cNvSpPr/>
            <p:nvPr/>
          </p:nvSpPr>
          <p:spPr>
            <a:xfrm>
              <a:off x="7647623" y="3284220"/>
              <a:ext cx="352425" cy="400050"/>
            </a:xfrm>
            <a:custGeom>
              <a:avLst/>
              <a:gdLst>
                <a:gd name="connsiteX0" fmla="*/ 320992 w 352425"/>
                <a:gd name="connsiteY0" fmla="*/ 117158 h 400050"/>
                <a:gd name="connsiteX1" fmla="*/ 306705 w 352425"/>
                <a:gd name="connsiteY1" fmla="*/ 117158 h 400050"/>
                <a:gd name="connsiteX2" fmla="*/ 298132 w 352425"/>
                <a:gd name="connsiteY2" fmla="*/ 80963 h 400050"/>
                <a:gd name="connsiteX3" fmla="*/ 178117 w 352425"/>
                <a:gd name="connsiteY3" fmla="*/ 0 h 400050"/>
                <a:gd name="connsiteX4" fmla="*/ 177165 w 352425"/>
                <a:gd name="connsiteY4" fmla="*/ 0 h 400050"/>
                <a:gd name="connsiteX5" fmla="*/ 56197 w 352425"/>
                <a:gd name="connsiteY5" fmla="*/ 80963 h 400050"/>
                <a:gd name="connsiteX6" fmla="*/ 47625 w 352425"/>
                <a:gd name="connsiteY6" fmla="*/ 117158 h 400050"/>
                <a:gd name="connsiteX7" fmla="*/ 33338 w 352425"/>
                <a:gd name="connsiteY7" fmla="*/ 117158 h 400050"/>
                <a:gd name="connsiteX8" fmla="*/ 0 w 352425"/>
                <a:gd name="connsiteY8" fmla="*/ 150495 h 400050"/>
                <a:gd name="connsiteX9" fmla="*/ 0 w 352425"/>
                <a:gd name="connsiteY9" fmla="*/ 367665 h 400050"/>
                <a:gd name="connsiteX10" fmla="*/ 33338 w 352425"/>
                <a:gd name="connsiteY10" fmla="*/ 401002 h 400050"/>
                <a:gd name="connsiteX11" fmla="*/ 320992 w 352425"/>
                <a:gd name="connsiteY11" fmla="*/ 401002 h 400050"/>
                <a:gd name="connsiteX12" fmla="*/ 354330 w 352425"/>
                <a:gd name="connsiteY12" fmla="*/ 367665 h 400050"/>
                <a:gd name="connsiteX13" fmla="*/ 354330 w 352425"/>
                <a:gd name="connsiteY13" fmla="*/ 150495 h 400050"/>
                <a:gd name="connsiteX14" fmla="*/ 320992 w 352425"/>
                <a:gd name="connsiteY14" fmla="*/ 117158 h 400050"/>
                <a:gd name="connsiteX15" fmla="*/ 227647 w 352425"/>
                <a:gd name="connsiteY15" fmla="*/ 366712 h 400050"/>
                <a:gd name="connsiteX16" fmla="*/ 122872 w 352425"/>
                <a:gd name="connsiteY16" fmla="*/ 366712 h 400050"/>
                <a:gd name="connsiteX17" fmla="*/ 147638 w 352425"/>
                <a:gd name="connsiteY17" fmla="*/ 264795 h 400050"/>
                <a:gd name="connsiteX18" fmla="*/ 137160 w 352425"/>
                <a:gd name="connsiteY18" fmla="*/ 257175 h 400050"/>
                <a:gd name="connsiteX19" fmla="*/ 120015 w 352425"/>
                <a:gd name="connsiteY19" fmla="*/ 216217 h 400050"/>
                <a:gd name="connsiteX20" fmla="*/ 125730 w 352425"/>
                <a:gd name="connsiteY20" fmla="*/ 190500 h 400050"/>
                <a:gd name="connsiteX21" fmla="*/ 177165 w 352425"/>
                <a:gd name="connsiteY21" fmla="*/ 157163 h 400050"/>
                <a:gd name="connsiteX22" fmla="*/ 178117 w 352425"/>
                <a:gd name="connsiteY22" fmla="*/ 157163 h 400050"/>
                <a:gd name="connsiteX23" fmla="*/ 230505 w 352425"/>
                <a:gd name="connsiteY23" fmla="*/ 189547 h 400050"/>
                <a:gd name="connsiteX24" fmla="*/ 237172 w 352425"/>
                <a:gd name="connsiteY24" fmla="*/ 216217 h 400050"/>
                <a:gd name="connsiteX25" fmla="*/ 220980 w 352425"/>
                <a:gd name="connsiteY25" fmla="*/ 257175 h 400050"/>
                <a:gd name="connsiteX26" fmla="*/ 204788 w 352425"/>
                <a:gd name="connsiteY26" fmla="*/ 268605 h 400050"/>
                <a:gd name="connsiteX27" fmla="*/ 227647 w 352425"/>
                <a:gd name="connsiteY27" fmla="*/ 366712 h 400050"/>
                <a:gd name="connsiteX28" fmla="*/ 85725 w 352425"/>
                <a:gd name="connsiteY28" fmla="*/ 117158 h 400050"/>
                <a:gd name="connsiteX29" fmla="*/ 99060 w 352425"/>
                <a:gd name="connsiteY29" fmla="*/ 80963 h 400050"/>
                <a:gd name="connsiteX30" fmla="*/ 176213 w 352425"/>
                <a:gd name="connsiteY30" fmla="*/ 38100 h 400050"/>
                <a:gd name="connsiteX31" fmla="*/ 177165 w 352425"/>
                <a:gd name="connsiteY31" fmla="*/ 38100 h 400050"/>
                <a:gd name="connsiteX32" fmla="*/ 253365 w 352425"/>
                <a:gd name="connsiteY32" fmla="*/ 80963 h 400050"/>
                <a:gd name="connsiteX33" fmla="*/ 266700 w 352425"/>
                <a:gd name="connsiteY33" fmla="*/ 117158 h 400050"/>
                <a:gd name="connsiteX34" fmla="*/ 85725 w 352425"/>
                <a:gd name="connsiteY34" fmla="*/ 117158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52425" h="400050">
                  <a:moveTo>
                    <a:pt x="320992" y="117158"/>
                  </a:moveTo>
                  <a:lnTo>
                    <a:pt x="306705" y="117158"/>
                  </a:lnTo>
                  <a:cubicBezTo>
                    <a:pt x="305752" y="104775"/>
                    <a:pt x="301942" y="92392"/>
                    <a:pt x="298132" y="80963"/>
                  </a:cubicBezTo>
                  <a:cubicBezTo>
                    <a:pt x="279082" y="33338"/>
                    <a:pt x="232410" y="0"/>
                    <a:pt x="178117" y="0"/>
                  </a:cubicBezTo>
                  <a:lnTo>
                    <a:pt x="177165" y="0"/>
                  </a:lnTo>
                  <a:cubicBezTo>
                    <a:pt x="122872" y="0"/>
                    <a:pt x="76200" y="33338"/>
                    <a:pt x="56197" y="80963"/>
                  </a:cubicBezTo>
                  <a:cubicBezTo>
                    <a:pt x="51435" y="92392"/>
                    <a:pt x="48577" y="104775"/>
                    <a:pt x="47625" y="117158"/>
                  </a:cubicBezTo>
                  <a:lnTo>
                    <a:pt x="33338" y="117158"/>
                  </a:lnTo>
                  <a:cubicBezTo>
                    <a:pt x="15240" y="117158"/>
                    <a:pt x="0" y="132397"/>
                    <a:pt x="0" y="150495"/>
                  </a:cubicBezTo>
                  <a:lnTo>
                    <a:pt x="0" y="367665"/>
                  </a:lnTo>
                  <a:cubicBezTo>
                    <a:pt x="0" y="385762"/>
                    <a:pt x="15240" y="401002"/>
                    <a:pt x="33338" y="401002"/>
                  </a:cubicBezTo>
                  <a:lnTo>
                    <a:pt x="320992" y="401002"/>
                  </a:lnTo>
                  <a:cubicBezTo>
                    <a:pt x="339090" y="401002"/>
                    <a:pt x="354330" y="385762"/>
                    <a:pt x="354330" y="367665"/>
                  </a:cubicBezTo>
                  <a:lnTo>
                    <a:pt x="354330" y="150495"/>
                  </a:lnTo>
                  <a:cubicBezTo>
                    <a:pt x="354330" y="132397"/>
                    <a:pt x="339090" y="117158"/>
                    <a:pt x="320992" y="117158"/>
                  </a:cubicBezTo>
                  <a:close/>
                  <a:moveTo>
                    <a:pt x="227647" y="366712"/>
                  </a:moveTo>
                  <a:lnTo>
                    <a:pt x="122872" y="366712"/>
                  </a:lnTo>
                  <a:lnTo>
                    <a:pt x="147638" y="264795"/>
                  </a:lnTo>
                  <a:cubicBezTo>
                    <a:pt x="143827" y="262890"/>
                    <a:pt x="140970" y="260033"/>
                    <a:pt x="137160" y="257175"/>
                  </a:cubicBezTo>
                  <a:cubicBezTo>
                    <a:pt x="126682" y="246698"/>
                    <a:pt x="120015" y="232410"/>
                    <a:pt x="120015" y="216217"/>
                  </a:cubicBezTo>
                  <a:cubicBezTo>
                    <a:pt x="120015" y="206692"/>
                    <a:pt x="121920" y="198120"/>
                    <a:pt x="125730" y="190500"/>
                  </a:cubicBezTo>
                  <a:cubicBezTo>
                    <a:pt x="135255" y="171450"/>
                    <a:pt x="154305" y="158115"/>
                    <a:pt x="177165" y="157163"/>
                  </a:cubicBezTo>
                  <a:cubicBezTo>
                    <a:pt x="177165" y="157163"/>
                    <a:pt x="178117" y="157163"/>
                    <a:pt x="178117" y="157163"/>
                  </a:cubicBezTo>
                  <a:cubicBezTo>
                    <a:pt x="200977" y="157163"/>
                    <a:pt x="220980" y="170497"/>
                    <a:pt x="230505" y="189547"/>
                  </a:cubicBezTo>
                  <a:cubicBezTo>
                    <a:pt x="234315" y="197167"/>
                    <a:pt x="237172" y="206692"/>
                    <a:pt x="237172" y="216217"/>
                  </a:cubicBezTo>
                  <a:cubicBezTo>
                    <a:pt x="237172" y="232410"/>
                    <a:pt x="230505" y="246698"/>
                    <a:pt x="220980" y="257175"/>
                  </a:cubicBezTo>
                  <a:cubicBezTo>
                    <a:pt x="216217" y="261937"/>
                    <a:pt x="211455" y="265748"/>
                    <a:pt x="204788" y="268605"/>
                  </a:cubicBezTo>
                  <a:lnTo>
                    <a:pt x="227647" y="366712"/>
                  </a:lnTo>
                  <a:close/>
                  <a:moveTo>
                    <a:pt x="85725" y="117158"/>
                  </a:moveTo>
                  <a:cubicBezTo>
                    <a:pt x="87630" y="103822"/>
                    <a:pt x="92392" y="91440"/>
                    <a:pt x="99060" y="80963"/>
                  </a:cubicBezTo>
                  <a:cubicBezTo>
                    <a:pt x="115252" y="55245"/>
                    <a:pt x="143827" y="38100"/>
                    <a:pt x="176213" y="38100"/>
                  </a:cubicBezTo>
                  <a:cubicBezTo>
                    <a:pt x="176213" y="38100"/>
                    <a:pt x="177165" y="38100"/>
                    <a:pt x="177165" y="38100"/>
                  </a:cubicBezTo>
                  <a:cubicBezTo>
                    <a:pt x="209550" y="38100"/>
                    <a:pt x="237172" y="55245"/>
                    <a:pt x="253365" y="80963"/>
                  </a:cubicBezTo>
                  <a:cubicBezTo>
                    <a:pt x="260032" y="91440"/>
                    <a:pt x="264795" y="103822"/>
                    <a:pt x="266700" y="117158"/>
                  </a:cubicBezTo>
                  <a:lnTo>
                    <a:pt x="85725" y="117158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C8E711E-12E3-4873-B985-952EAA1F5BAB}"/>
                </a:ext>
              </a:extLst>
            </p:cNvPr>
            <p:cNvSpPr/>
            <p:nvPr/>
          </p:nvSpPr>
          <p:spPr>
            <a:xfrm>
              <a:off x="8674418" y="2843213"/>
              <a:ext cx="85725" cy="85725"/>
            </a:xfrm>
            <a:custGeom>
              <a:avLst/>
              <a:gdLst>
                <a:gd name="connsiteX0" fmla="*/ 92393 w 85725"/>
                <a:gd name="connsiteY0" fmla="*/ 35242 h 85725"/>
                <a:gd name="connsiteX1" fmla="*/ 60960 w 85725"/>
                <a:gd name="connsiteY1" fmla="*/ 35242 h 85725"/>
                <a:gd name="connsiteX2" fmla="*/ 58102 w 85725"/>
                <a:gd name="connsiteY2" fmla="*/ 33338 h 85725"/>
                <a:gd name="connsiteX3" fmla="*/ 53340 w 85725"/>
                <a:gd name="connsiteY3" fmla="*/ 18097 h 85725"/>
                <a:gd name="connsiteX4" fmla="*/ 47625 w 85725"/>
                <a:gd name="connsiteY4" fmla="*/ 0 h 85725"/>
                <a:gd name="connsiteX5" fmla="*/ 47625 w 85725"/>
                <a:gd name="connsiteY5" fmla="*/ 953 h 85725"/>
                <a:gd name="connsiteX6" fmla="*/ 47625 w 85725"/>
                <a:gd name="connsiteY6" fmla="*/ 1905 h 85725"/>
                <a:gd name="connsiteX7" fmla="*/ 46672 w 85725"/>
                <a:gd name="connsiteY7" fmla="*/ 3810 h 85725"/>
                <a:gd name="connsiteX8" fmla="*/ 37147 w 85725"/>
                <a:gd name="connsiteY8" fmla="*/ 33338 h 85725"/>
                <a:gd name="connsiteX9" fmla="*/ 34290 w 85725"/>
                <a:gd name="connsiteY9" fmla="*/ 35242 h 85725"/>
                <a:gd name="connsiteX10" fmla="*/ 2857 w 85725"/>
                <a:gd name="connsiteY10" fmla="*/ 35242 h 85725"/>
                <a:gd name="connsiteX11" fmla="*/ 0 w 85725"/>
                <a:gd name="connsiteY11" fmla="*/ 35242 h 85725"/>
                <a:gd name="connsiteX12" fmla="*/ 1905 w 85725"/>
                <a:gd name="connsiteY12" fmla="*/ 37147 h 85725"/>
                <a:gd name="connsiteX13" fmla="*/ 26670 w 85725"/>
                <a:gd name="connsiteY13" fmla="*/ 55245 h 85725"/>
                <a:gd name="connsiteX14" fmla="*/ 27622 w 85725"/>
                <a:gd name="connsiteY14" fmla="*/ 59055 h 85725"/>
                <a:gd name="connsiteX15" fmla="*/ 18097 w 85725"/>
                <a:gd name="connsiteY15" fmla="*/ 88583 h 85725"/>
                <a:gd name="connsiteX16" fmla="*/ 17145 w 85725"/>
                <a:gd name="connsiteY16" fmla="*/ 90488 h 85725"/>
                <a:gd name="connsiteX17" fmla="*/ 45720 w 85725"/>
                <a:gd name="connsiteY17" fmla="*/ 69533 h 85725"/>
                <a:gd name="connsiteX18" fmla="*/ 45720 w 85725"/>
                <a:gd name="connsiteY18" fmla="*/ 69533 h 85725"/>
                <a:gd name="connsiteX19" fmla="*/ 45720 w 85725"/>
                <a:gd name="connsiteY19" fmla="*/ 69533 h 85725"/>
                <a:gd name="connsiteX20" fmla="*/ 75247 w 85725"/>
                <a:gd name="connsiteY20" fmla="*/ 91440 h 85725"/>
                <a:gd name="connsiteX21" fmla="*/ 74295 w 85725"/>
                <a:gd name="connsiteY21" fmla="*/ 89535 h 85725"/>
                <a:gd name="connsiteX22" fmla="*/ 64770 w 85725"/>
                <a:gd name="connsiteY22" fmla="*/ 59055 h 85725"/>
                <a:gd name="connsiteX23" fmla="*/ 65722 w 85725"/>
                <a:gd name="connsiteY23" fmla="*/ 55245 h 85725"/>
                <a:gd name="connsiteX24" fmla="*/ 90488 w 85725"/>
                <a:gd name="connsiteY24" fmla="*/ 37147 h 85725"/>
                <a:gd name="connsiteX25" fmla="*/ 92393 w 85725"/>
                <a:gd name="connsiteY25" fmla="*/ 35242 h 85725"/>
                <a:gd name="connsiteX26" fmla="*/ 92393 w 85725"/>
                <a:gd name="connsiteY26" fmla="*/ 35242 h 85725"/>
                <a:gd name="connsiteX27" fmla="*/ 92393 w 85725"/>
                <a:gd name="connsiteY27" fmla="*/ 35242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5725" h="85725">
                  <a:moveTo>
                    <a:pt x="92393" y="35242"/>
                  </a:moveTo>
                  <a:cubicBezTo>
                    <a:pt x="81915" y="35242"/>
                    <a:pt x="71438" y="35242"/>
                    <a:pt x="60960" y="35242"/>
                  </a:cubicBezTo>
                  <a:cubicBezTo>
                    <a:pt x="59055" y="35242"/>
                    <a:pt x="58102" y="34290"/>
                    <a:pt x="58102" y="33338"/>
                  </a:cubicBezTo>
                  <a:cubicBezTo>
                    <a:pt x="56197" y="28575"/>
                    <a:pt x="55245" y="23813"/>
                    <a:pt x="53340" y="18097"/>
                  </a:cubicBezTo>
                  <a:cubicBezTo>
                    <a:pt x="51435" y="12383"/>
                    <a:pt x="49530" y="6667"/>
                    <a:pt x="47625" y="0"/>
                  </a:cubicBezTo>
                  <a:cubicBezTo>
                    <a:pt x="47625" y="0"/>
                    <a:pt x="47625" y="953"/>
                    <a:pt x="47625" y="953"/>
                  </a:cubicBezTo>
                  <a:cubicBezTo>
                    <a:pt x="47625" y="953"/>
                    <a:pt x="47625" y="1905"/>
                    <a:pt x="47625" y="1905"/>
                  </a:cubicBezTo>
                  <a:cubicBezTo>
                    <a:pt x="47625" y="2858"/>
                    <a:pt x="47625" y="2858"/>
                    <a:pt x="46672" y="3810"/>
                  </a:cubicBezTo>
                  <a:cubicBezTo>
                    <a:pt x="43815" y="13335"/>
                    <a:pt x="40005" y="23813"/>
                    <a:pt x="37147" y="33338"/>
                  </a:cubicBezTo>
                  <a:cubicBezTo>
                    <a:pt x="36195" y="35242"/>
                    <a:pt x="36195" y="35242"/>
                    <a:pt x="34290" y="35242"/>
                  </a:cubicBezTo>
                  <a:cubicBezTo>
                    <a:pt x="23813" y="35242"/>
                    <a:pt x="13335" y="35242"/>
                    <a:pt x="2857" y="35242"/>
                  </a:cubicBezTo>
                  <a:cubicBezTo>
                    <a:pt x="1905" y="35242"/>
                    <a:pt x="952" y="35242"/>
                    <a:pt x="0" y="35242"/>
                  </a:cubicBezTo>
                  <a:cubicBezTo>
                    <a:pt x="952" y="36195"/>
                    <a:pt x="1905" y="36195"/>
                    <a:pt x="1905" y="37147"/>
                  </a:cubicBezTo>
                  <a:cubicBezTo>
                    <a:pt x="10477" y="42863"/>
                    <a:pt x="18097" y="49530"/>
                    <a:pt x="26670" y="55245"/>
                  </a:cubicBezTo>
                  <a:cubicBezTo>
                    <a:pt x="28575" y="56197"/>
                    <a:pt x="28575" y="57150"/>
                    <a:pt x="27622" y="59055"/>
                  </a:cubicBezTo>
                  <a:cubicBezTo>
                    <a:pt x="23813" y="68580"/>
                    <a:pt x="20955" y="79058"/>
                    <a:pt x="18097" y="88583"/>
                  </a:cubicBezTo>
                  <a:cubicBezTo>
                    <a:pt x="18097" y="89535"/>
                    <a:pt x="18097" y="89535"/>
                    <a:pt x="17145" y="90488"/>
                  </a:cubicBezTo>
                  <a:cubicBezTo>
                    <a:pt x="26670" y="82867"/>
                    <a:pt x="36195" y="76200"/>
                    <a:pt x="45720" y="69533"/>
                  </a:cubicBezTo>
                  <a:cubicBezTo>
                    <a:pt x="45720" y="69533"/>
                    <a:pt x="45720" y="69533"/>
                    <a:pt x="45720" y="69533"/>
                  </a:cubicBezTo>
                  <a:cubicBezTo>
                    <a:pt x="45720" y="69533"/>
                    <a:pt x="45720" y="69533"/>
                    <a:pt x="45720" y="69533"/>
                  </a:cubicBezTo>
                  <a:cubicBezTo>
                    <a:pt x="55245" y="76200"/>
                    <a:pt x="64770" y="83820"/>
                    <a:pt x="75247" y="91440"/>
                  </a:cubicBezTo>
                  <a:cubicBezTo>
                    <a:pt x="75247" y="90488"/>
                    <a:pt x="75247" y="89535"/>
                    <a:pt x="74295" y="89535"/>
                  </a:cubicBezTo>
                  <a:cubicBezTo>
                    <a:pt x="71438" y="79058"/>
                    <a:pt x="67627" y="69533"/>
                    <a:pt x="64770" y="59055"/>
                  </a:cubicBezTo>
                  <a:cubicBezTo>
                    <a:pt x="63818" y="57150"/>
                    <a:pt x="63818" y="56197"/>
                    <a:pt x="65722" y="55245"/>
                  </a:cubicBezTo>
                  <a:cubicBezTo>
                    <a:pt x="74295" y="49530"/>
                    <a:pt x="81915" y="42863"/>
                    <a:pt x="90488" y="37147"/>
                  </a:cubicBezTo>
                  <a:cubicBezTo>
                    <a:pt x="91440" y="37147"/>
                    <a:pt x="91440" y="36195"/>
                    <a:pt x="92393" y="35242"/>
                  </a:cubicBezTo>
                  <a:cubicBezTo>
                    <a:pt x="92393" y="35242"/>
                    <a:pt x="92393" y="35242"/>
                    <a:pt x="92393" y="35242"/>
                  </a:cubicBezTo>
                  <a:lnTo>
                    <a:pt x="92393" y="35242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78F7C82-BB06-44D9-B8F7-DC01468B90FB}"/>
                </a:ext>
              </a:extLst>
            </p:cNvPr>
            <p:cNvSpPr/>
            <p:nvPr/>
          </p:nvSpPr>
          <p:spPr>
            <a:xfrm>
              <a:off x="8551545" y="2843213"/>
              <a:ext cx="85725" cy="85725"/>
            </a:xfrm>
            <a:custGeom>
              <a:avLst/>
              <a:gdLst>
                <a:gd name="connsiteX0" fmla="*/ 92393 w 85725"/>
                <a:gd name="connsiteY0" fmla="*/ 35242 h 85725"/>
                <a:gd name="connsiteX1" fmla="*/ 60960 w 85725"/>
                <a:gd name="connsiteY1" fmla="*/ 35242 h 85725"/>
                <a:gd name="connsiteX2" fmla="*/ 58103 w 85725"/>
                <a:gd name="connsiteY2" fmla="*/ 33338 h 85725"/>
                <a:gd name="connsiteX3" fmla="*/ 53340 w 85725"/>
                <a:gd name="connsiteY3" fmla="*/ 18097 h 85725"/>
                <a:gd name="connsiteX4" fmla="*/ 47625 w 85725"/>
                <a:gd name="connsiteY4" fmla="*/ 0 h 85725"/>
                <a:gd name="connsiteX5" fmla="*/ 47625 w 85725"/>
                <a:gd name="connsiteY5" fmla="*/ 953 h 85725"/>
                <a:gd name="connsiteX6" fmla="*/ 47625 w 85725"/>
                <a:gd name="connsiteY6" fmla="*/ 1905 h 85725"/>
                <a:gd name="connsiteX7" fmla="*/ 46673 w 85725"/>
                <a:gd name="connsiteY7" fmla="*/ 3810 h 85725"/>
                <a:gd name="connsiteX8" fmla="*/ 37148 w 85725"/>
                <a:gd name="connsiteY8" fmla="*/ 33338 h 85725"/>
                <a:gd name="connsiteX9" fmla="*/ 34290 w 85725"/>
                <a:gd name="connsiteY9" fmla="*/ 35242 h 85725"/>
                <a:gd name="connsiteX10" fmla="*/ 2857 w 85725"/>
                <a:gd name="connsiteY10" fmla="*/ 35242 h 85725"/>
                <a:gd name="connsiteX11" fmla="*/ 0 w 85725"/>
                <a:gd name="connsiteY11" fmla="*/ 35242 h 85725"/>
                <a:gd name="connsiteX12" fmla="*/ 1905 w 85725"/>
                <a:gd name="connsiteY12" fmla="*/ 37147 h 85725"/>
                <a:gd name="connsiteX13" fmla="*/ 26670 w 85725"/>
                <a:gd name="connsiteY13" fmla="*/ 55245 h 85725"/>
                <a:gd name="connsiteX14" fmla="*/ 27623 w 85725"/>
                <a:gd name="connsiteY14" fmla="*/ 59055 h 85725"/>
                <a:gd name="connsiteX15" fmla="*/ 18098 w 85725"/>
                <a:gd name="connsiteY15" fmla="*/ 88583 h 85725"/>
                <a:gd name="connsiteX16" fmla="*/ 17145 w 85725"/>
                <a:gd name="connsiteY16" fmla="*/ 90488 h 85725"/>
                <a:gd name="connsiteX17" fmla="*/ 45720 w 85725"/>
                <a:gd name="connsiteY17" fmla="*/ 69533 h 85725"/>
                <a:gd name="connsiteX18" fmla="*/ 45720 w 85725"/>
                <a:gd name="connsiteY18" fmla="*/ 69533 h 85725"/>
                <a:gd name="connsiteX19" fmla="*/ 45720 w 85725"/>
                <a:gd name="connsiteY19" fmla="*/ 69533 h 85725"/>
                <a:gd name="connsiteX20" fmla="*/ 75248 w 85725"/>
                <a:gd name="connsiteY20" fmla="*/ 91440 h 85725"/>
                <a:gd name="connsiteX21" fmla="*/ 74295 w 85725"/>
                <a:gd name="connsiteY21" fmla="*/ 89535 h 85725"/>
                <a:gd name="connsiteX22" fmla="*/ 64770 w 85725"/>
                <a:gd name="connsiteY22" fmla="*/ 59055 h 85725"/>
                <a:gd name="connsiteX23" fmla="*/ 65723 w 85725"/>
                <a:gd name="connsiteY23" fmla="*/ 55245 h 85725"/>
                <a:gd name="connsiteX24" fmla="*/ 90488 w 85725"/>
                <a:gd name="connsiteY24" fmla="*/ 37147 h 85725"/>
                <a:gd name="connsiteX25" fmla="*/ 92393 w 85725"/>
                <a:gd name="connsiteY25" fmla="*/ 35242 h 85725"/>
                <a:gd name="connsiteX26" fmla="*/ 92393 w 85725"/>
                <a:gd name="connsiteY26" fmla="*/ 35242 h 85725"/>
                <a:gd name="connsiteX27" fmla="*/ 92393 w 85725"/>
                <a:gd name="connsiteY27" fmla="*/ 35242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5725" h="85725">
                  <a:moveTo>
                    <a:pt x="92393" y="35242"/>
                  </a:moveTo>
                  <a:cubicBezTo>
                    <a:pt x="81915" y="35242"/>
                    <a:pt x="71438" y="35242"/>
                    <a:pt x="60960" y="35242"/>
                  </a:cubicBezTo>
                  <a:cubicBezTo>
                    <a:pt x="59055" y="35242"/>
                    <a:pt x="58103" y="34290"/>
                    <a:pt x="58103" y="33338"/>
                  </a:cubicBezTo>
                  <a:cubicBezTo>
                    <a:pt x="56198" y="28575"/>
                    <a:pt x="55245" y="23813"/>
                    <a:pt x="53340" y="18097"/>
                  </a:cubicBezTo>
                  <a:cubicBezTo>
                    <a:pt x="51435" y="12383"/>
                    <a:pt x="49530" y="6667"/>
                    <a:pt x="47625" y="0"/>
                  </a:cubicBezTo>
                  <a:cubicBezTo>
                    <a:pt x="47625" y="0"/>
                    <a:pt x="47625" y="953"/>
                    <a:pt x="47625" y="953"/>
                  </a:cubicBezTo>
                  <a:cubicBezTo>
                    <a:pt x="47625" y="953"/>
                    <a:pt x="47625" y="1905"/>
                    <a:pt x="47625" y="1905"/>
                  </a:cubicBezTo>
                  <a:cubicBezTo>
                    <a:pt x="47625" y="2858"/>
                    <a:pt x="47625" y="2858"/>
                    <a:pt x="46673" y="3810"/>
                  </a:cubicBezTo>
                  <a:cubicBezTo>
                    <a:pt x="43815" y="13335"/>
                    <a:pt x="40005" y="23813"/>
                    <a:pt x="37148" y="33338"/>
                  </a:cubicBezTo>
                  <a:cubicBezTo>
                    <a:pt x="36195" y="35242"/>
                    <a:pt x="36195" y="35242"/>
                    <a:pt x="34290" y="35242"/>
                  </a:cubicBezTo>
                  <a:cubicBezTo>
                    <a:pt x="23813" y="35242"/>
                    <a:pt x="13335" y="35242"/>
                    <a:pt x="2857" y="35242"/>
                  </a:cubicBezTo>
                  <a:cubicBezTo>
                    <a:pt x="1905" y="35242"/>
                    <a:pt x="953" y="35242"/>
                    <a:pt x="0" y="35242"/>
                  </a:cubicBezTo>
                  <a:cubicBezTo>
                    <a:pt x="953" y="36195"/>
                    <a:pt x="1905" y="36195"/>
                    <a:pt x="1905" y="37147"/>
                  </a:cubicBezTo>
                  <a:cubicBezTo>
                    <a:pt x="10478" y="42863"/>
                    <a:pt x="18098" y="49530"/>
                    <a:pt x="26670" y="55245"/>
                  </a:cubicBezTo>
                  <a:cubicBezTo>
                    <a:pt x="28575" y="56197"/>
                    <a:pt x="28575" y="57150"/>
                    <a:pt x="27623" y="59055"/>
                  </a:cubicBezTo>
                  <a:cubicBezTo>
                    <a:pt x="23813" y="68580"/>
                    <a:pt x="20955" y="79058"/>
                    <a:pt x="18098" y="88583"/>
                  </a:cubicBezTo>
                  <a:cubicBezTo>
                    <a:pt x="18098" y="89535"/>
                    <a:pt x="18098" y="89535"/>
                    <a:pt x="17145" y="90488"/>
                  </a:cubicBezTo>
                  <a:cubicBezTo>
                    <a:pt x="26670" y="82867"/>
                    <a:pt x="36195" y="76200"/>
                    <a:pt x="45720" y="69533"/>
                  </a:cubicBezTo>
                  <a:cubicBezTo>
                    <a:pt x="45720" y="69533"/>
                    <a:pt x="45720" y="69533"/>
                    <a:pt x="45720" y="69533"/>
                  </a:cubicBezTo>
                  <a:cubicBezTo>
                    <a:pt x="45720" y="69533"/>
                    <a:pt x="45720" y="69533"/>
                    <a:pt x="45720" y="69533"/>
                  </a:cubicBezTo>
                  <a:cubicBezTo>
                    <a:pt x="55245" y="76200"/>
                    <a:pt x="64770" y="83820"/>
                    <a:pt x="75248" y="91440"/>
                  </a:cubicBezTo>
                  <a:cubicBezTo>
                    <a:pt x="75248" y="90488"/>
                    <a:pt x="75248" y="89535"/>
                    <a:pt x="74295" y="89535"/>
                  </a:cubicBezTo>
                  <a:cubicBezTo>
                    <a:pt x="71438" y="79058"/>
                    <a:pt x="67628" y="69533"/>
                    <a:pt x="64770" y="59055"/>
                  </a:cubicBezTo>
                  <a:cubicBezTo>
                    <a:pt x="63818" y="57150"/>
                    <a:pt x="63818" y="56197"/>
                    <a:pt x="65723" y="55245"/>
                  </a:cubicBezTo>
                  <a:cubicBezTo>
                    <a:pt x="74295" y="49530"/>
                    <a:pt x="81915" y="42863"/>
                    <a:pt x="90488" y="37147"/>
                  </a:cubicBezTo>
                  <a:cubicBezTo>
                    <a:pt x="91440" y="37147"/>
                    <a:pt x="91440" y="36195"/>
                    <a:pt x="92393" y="35242"/>
                  </a:cubicBezTo>
                  <a:cubicBezTo>
                    <a:pt x="92393" y="35242"/>
                    <a:pt x="92393" y="35242"/>
                    <a:pt x="92393" y="35242"/>
                  </a:cubicBezTo>
                  <a:lnTo>
                    <a:pt x="92393" y="35242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76CDBCB-EB9D-4E74-A7D2-C7587579076E}"/>
                </a:ext>
              </a:extLst>
            </p:cNvPr>
            <p:cNvSpPr/>
            <p:nvPr/>
          </p:nvSpPr>
          <p:spPr>
            <a:xfrm>
              <a:off x="8429625" y="2843213"/>
              <a:ext cx="85725" cy="85725"/>
            </a:xfrm>
            <a:custGeom>
              <a:avLst/>
              <a:gdLst>
                <a:gd name="connsiteX0" fmla="*/ 92393 w 85725"/>
                <a:gd name="connsiteY0" fmla="*/ 35242 h 85725"/>
                <a:gd name="connsiteX1" fmla="*/ 60960 w 85725"/>
                <a:gd name="connsiteY1" fmla="*/ 35242 h 85725"/>
                <a:gd name="connsiteX2" fmla="*/ 58102 w 85725"/>
                <a:gd name="connsiteY2" fmla="*/ 33338 h 85725"/>
                <a:gd name="connsiteX3" fmla="*/ 53340 w 85725"/>
                <a:gd name="connsiteY3" fmla="*/ 18097 h 85725"/>
                <a:gd name="connsiteX4" fmla="*/ 47625 w 85725"/>
                <a:gd name="connsiteY4" fmla="*/ 0 h 85725"/>
                <a:gd name="connsiteX5" fmla="*/ 47625 w 85725"/>
                <a:gd name="connsiteY5" fmla="*/ 953 h 85725"/>
                <a:gd name="connsiteX6" fmla="*/ 47625 w 85725"/>
                <a:gd name="connsiteY6" fmla="*/ 1905 h 85725"/>
                <a:gd name="connsiteX7" fmla="*/ 46673 w 85725"/>
                <a:gd name="connsiteY7" fmla="*/ 3810 h 85725"/>
                <a:gd name="connsiteX8" fmla="*/ 37148 w 85725"/>
                <a:gd name="connsiteY8" fmla="*/ 33338 h 85725"/>
                <a:gd name="connsiteX9" fmla="*/ 34290 w 85725"/>
                <a:gd name="connsiteY9" fmla="*/ 35242 h 85725"/>
                <a:gd name="connsiteX10" fmla="*/ 2857 w 85725"/>
                <a:gd name="connsiteY10" fmla="*/ 35242 h 85725"/>
                <a:gd name="connsiteX11" fmla="*/ 0 w 85725"/>
                <a:gd name="connsiteY11" fmla="*/ 35242 h 85725"/>
                <a:gd name="connsiteX12" fmla="*/ 1905 w 85725"/>
                <a:gd name="connsiteY12" fmla="*/ 37147 h 85725"/>
                <a:gd name="connsiteX13" fmla="*/ 26670 w 85725"/>
                <a:gd name="connsiteY13" fmla="*/ 55245 h 85725"/>
                <a:gd name="connsiteX14" fmla="*/ 27623 w 85725"/>
                <a:gd name="connsiteY14" fmla="*/ 59055 h 85725"/>
                <a:gd name="connsiteX15" fmla="*/ 18098 w 85725"/>
                <a:gd name="connsiteY15" fmla="*/ 88583 h 85725"/>
                <a:gd name="connsiteX16" fmla="*/ 17145 w 85725"/>
                <a:gd name="connsiteY16" fmla="*/ 90488 h 85725"/>
                <a:gd name="connsiteX17" fmla="*/ 45720 w 85725"/>
                <a:gd name="connsiteY17" fmla="*/ 69533 h 85725"/>
                <a:gd name="connsiteX18" fmla="*/ 45720 w 85725"/>
                <a:gd name="connsiteY18" fmla="*/ 69533 h 85725"/>
                <a:gd name="connsiteX19" fmla="*/ 45720 w 85725"/>
                <a:gd name="connsiteY19" fmla="*/ 69533 h 85725"/>
                <a:gd name="connsiteX20" fmla="*/ 75248 w 85725"/>
                <a:gd name="connsiteY20" fmla="*/ 91440 h 85725"/>
                <a:gd name="connsiteX21" fmla="*/ 74295 w 85725"/>
                <a:gd name="connsiteY21" fmla="*/ 89535 h 85725"/>
                <a:gd name="connsiteX22" fmla="*/ 64770 w 85725"/>
                <a:gd name="connsiteY22" fmla="*/ 59055 h 85725"/>
                <a:gd name="connsiteX23" fmla="*/ 65723 w 85725"/>
                <a:gd name="connsiteY23" fmla="*/ 55245 h 85725"/>
                <a:gd name="connsiteX24" fmla="*/ 90488 w 85725"/>
                <a:gd name="connsiteY24" fmla="*/ 37147 h 85725"/>
                <a:gd name="connsiteX25" fmla="*/ 92393 w 85725"/>
                <a:gd name="connsiteY25" fmla="*/ 35242 h 85725"/>
                <a:gd name="connsiteX26" fmla="*/ 92393 w 85725"/>
                <a:gd name="connsiteY26" fmla="*/ 35242 h 85725"/>
                <a:gd name="connsiteX27" fmla="*/ 92393 w 85725"/>
                <a:gd name="connsiteY27" fmla="*/ 35242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5725" h="85725">
                  <a:moveTo>
                    <a:pt x="92393" y="35242"/>
                  </a:moveTo>
                  <a:cubicBezTo>
                    <a:pt x="81915" y="35242"/>
                    <a:pt x="71438" y="35242"/>
                    <a:pt x="60960" y="35242"/>
                  </a:cubicBezTo>
                  <a:cubicBezTo>
                    <a:pt x="59055" y="35242"/>
                    <a:pt x="58102" y="34290"/>
                    <a:pt x="58102" y="33338"/>
                  </a:cubicBezTo>
                  <a:cubicBezTo>
                    <a:pt x="56198" y="28575"/>
                    <a:pt x="55245" y="23813"/>
                    <a:pt x="53340" y="18097"/>
                  </a:cubicBezTo>
                  <a:cubicBezTo>
                    <a:pt x="51435" y="12383"/>
                    <a:pt x="49530" y="6667"/>
                    <a:pt x="47625" y="0"/>
                  </a:cubicBezTo>
                  <a:cubicBezTo>
                    <a:pt x="47625" y="0"/>
                    <a:pt x="47625" y="953"/>
                    <a:pt x="47625" y="953"/>
                  </a:cubicBezTo>
                  <a:cubicBezTo>
                    <a:pt x="47625" y="953"/>
                    <a:pt x="47625" y="1905"/>
                    <a:pt x="47625" y="1905"/>
                  </a:cubicBezTo>
                  <a:cubicBezTo>
                    <a:pt x="47625" y="2858"/>
                    <a:pt x="47625" y="2858"/>
                    <a:pt x="46673" y="3810"/>
                  </a:cubicBezTo>
                  <a:cubicBezTo>
                    <a:pt x="43815" y="13335"/>
                    <a:pt x="40005" y="23813"/>
                    <a:pt x="37148" y="33338"/>
                  </a:cubicBezTo>
                  <a:cubicBezTo>
                    <a:pt x="36195" y="35242"/>
                    <a:pt x="36195" y="35242"/>
                    <a:pt x="34290" y="35242"/>
                  </a:cubicBezTo>
                  <a:cubicBezTo>
                    <a:pt x="23813" y="35242"/>
                    <a:pt x="13335" y="35242"/>
                    <a:pt x="2857" y="35242"/>
                  </a:cubicBezTo>
                  <a:cubicBezTo>
                    <a:pt x="1905" y="35242"/>
                    <a:pt x="952" y="35242"/>
                    <a:pt x="0" y="35242"/>
                  </a:cubicBezTo>
                  <a:cubicBezTo>
                    <a:pt x="952" y="36195"/>
                    <a:pt x="1905" y="36195"/>
                    <a:pt x="1905" y="37147"/>
                  </a:cubicBezTo>
                  <a:cubicBezTo>
                    <a:pt x="10477" y="42863"/>
                    <a:pt x="18098" y="49530"/>
                    <a:pt x="26670" y="55245"/>
                  </a:cubicBezTo>
                  <a:cubicBezTo>
                    <a:pt x="28575" y="56197"/>
                    <a:pt x="28575" y="57150"/>
                    <a:pt x="27623" y="59055"/>
                  </a:cubicBezTo>
                  <a:cubicBezTo>
                    <a:pt x="23813" y="68580"/>
                    <a:pt x="20955" y="79058"/>
                    <a:pt x="18098" y="88583"/>
                  </a:cubicBezTo>
                  <a:cubicBezTo>
                    <a:pt x="18098" y="89535"/>
                    <a:pt x="18098" y="89535"/>
                    <a:pt x="17145" y="90488"/>
                  </a:cubicBezTo>
                  <a:cubicBezTo>
                    <a:pt x="26670" y="82867"/>
                    <a:pt x="36195" y="76200"/>
                    <a:pt x="45720" y="69533"/>
                  </a:cubicBezTo>
                  <a:cubicBezTo>
                    <a:pt x="45720" y="69533"/>
                    <a:pt x="45720" y="69533"/>
                    <a:pt x="45720" y="69533"/>
                  </a:cubicBezTo>
                  <a:cubicBezTo>
                    <a:pt x="45720" y="69533"/>
                    <a:pt x="45720" y="69533"/>
                    <a:pt x="45720" y="69533"/>
                  </a:cubicBezTo>
                  <a:cubicBezTo>
                    <a:pt x="55245" y="76200"/>
                    <a:pt x="64770" y="83820"/>
                    <a:pt x="75248" y="91440"/>
                  </a:cubicBezTo>
                  <a:cubicBezTo>
                    <a:pt x="75248" y="90488"/>
                    <a:pt x="75248" y="89535"/>
                    <a:pt x="74295" y="89535"/>
                  </a:cubicBezTo>
                  <a:cubicBezTo>
                    <a:pt x="71438" y="79058"/>
                    <a:pt x="67627" y="69533"/>
                    <a:pt x="64770" y="59055"/>
                  </a:cubicBezTo>
                  <a:cubicBezTo>
                    <a:pt x="63818" y="57150"/>
                    <a:pt x="63818" y="56197"/>
                    <a:pt x="65723" y="55245"/>
                  </a:cubicBezTo>
                  <a:cubicBezTo>
                    <a:pt x="74295" y="49530"/>
                    <a:pt x="81915" y="42863"/>
                    <a:pt x="90488" y="37147"/>
                  </a:cubicBezTo>
                  <a:cubicBezTo>
                    <a:pt x="91440" y="37147"/>
                    <a:pt x="91440" y="36195"/>
                    <a:pt x="92393" y="35242"/>
                  </a:cubicBezTo>
                  <a:cubicBezTo>
                    <a:pt x="92393" y="35242"/>
                    <a:pt x="92393" y="35242"/>
                    <a:pt x="92393" y="35242"/>
                  </a:cubicBezTo>
                  <a:lnTo>
                    <a:pt x="92393" y="35242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79EB310-2A87-4B68-95F4-0A973D1AD992}"/>
                </a:ext>
              </a:extLst>
            </p:cNvPr>
            <p:cNvSpPr/>
            <p:nvPr/>
          </p:nvSpPr>
          <p:spPr>
            <a:xfrm>
              <a:off x="8306752" y="2843213"/>
              <a:ext cx="85725" cy="85725"/>
            </a:xfrm>
            <a:custGeom>
              <a:avLst/>
              <a:gdLst>
                <a:gd name="connsiteX0" fmla="*/ 92393 w 85725"/>
                <a:gd name="connsiteY0" fmla="*/ 35242 h 85725"/>
                <a:gd name="connsiteX1" fmla="*/ 60960 w 85725"/>
                <a:gd name="connsiteY1" fmla="*/ 35242 h 85725"/>
                <a:gd name="connsiteX2" fmla="*/ 58103 w 85725"/>
                <a:gd name="connsiteY2" fmla="*/ 33338 h 85725"/>
                <a:gd name="connsiteX3" fmla="*/ 53340 w 85725"/>
                <a:gd name="connsiteY3" fmla="*/ 18097 h 85725"/>
                <a:gd name="connsiteX4" fmla="*/ 47625 w 85725"/>
                <a:gd name="connsiteY4" fmla="*/ 0 h 85725"/>
                <a:gd name="connsiteX5" fmla="*/ 47625 w 85725"/>
                <a:gd name="connsiteY5" fmla="*/ 953 h 85725"/>
                <a:gd name="connsiteX6" fmla="*/ 47625 w 85725"/>
                <a:gd name="connsiteY6" fmla="*/ 1905 h 85725"/>
                <a:gd name="connsiteX7" fmla="*/ 46673 w 85725"/>
                <a:gd name="connsiteY7" fmla="*/ 3810 h 85725"/>
                <a:gd name="connsiteX8" fmla="*/ 37148 w 85725"/>
                <a:gd name="connsiteY8" fmla="*/ 33338 h 85725"/>
                <a:gd name="connsiteX9" fmla="*/ 34290 w 85725"/>
                <a:gd name="connsiteY9" fmla="*/ 35242 h 85725"/>
                <a:gd name="connsiteX10" fmla="*/ 2858 w 85725"/>
                <a:gd name="connsiteY10" fmla="*/ 35242 h 85725"/>
                <a:gd name="connsiteX11" fmla="*/ 0 w 85725"/>
                <a:gd name="connsiteY11" fmla="*/ 35242 h 85725"/>
                <a:gd name="connsiteX12" fmla="*/ 1905 w 85725"/>
                <a:gd name="connsiteY12" fmla="*/ 37147 h 85725"/>
                <a:gd name="connsiteX13" fmla="*/ 26670 w 85725"/>
                <a:gd name="connsiteY13" fmla="*/ 55245 h 85725"/>
                <a:gd name="connsiteX14" fmla="*/ 27623 w 85725"/>
                <a:gd name="connsiteY14" fmla="*/ 59055 h 85725"/>
                <a:gd name="connsiteX15" fmla="*/ 18098 w 85725"/>
                <a:gd name="connsiteY15" fmla="*/ 88583 h 85725"/>
                <a:gd name="connsiteX16" fmla="*/ 17145 w 85725"/>
                <a:gd name="connsiteY16" fmla="*/ 90488 h 85725"/>
                <a:gd name="connsiteX17" fmla="*/ 45720 w 85725"/>
                <a:gd name="connsiteY17" fmla="*/ 69533 h 85725"/>
                <a:gd name="connsiteX18" fmla="*/ 45720 w 85725"/>
                <a:gd name="connsiteY18" fmla="*/ 69533 h 85725"/>
                <a:gd name="connsiteX19" fmla="*/ 45720 w 85725"/>
                <a:gd name="connsiteY19" fmla="*/ 69533 h 85725"/>
                <a:gd name="connsiteX20" fmla="*/ 75248 w 85725"/>
                <a:gd name="connsiteY20" fmla="*/ 91440 h 85725"/>
                <a:gd name="connsiteX21" fmla="*/ 74295 w 85725"/>
                <a:gd name="connsiteY21" fmla="*/ 89535 h 85725"/>
                <a:gd name="connsiteX22" fmla="*/ 64770 w 85725"/>
                <a:gd name="connsiteY22" fmla="*/ 59055 h 85725"/>
                <a:gd name="connsiteX23" fmla="*/ 65723 w 85725"/>
                <a:gd name="connsiteY23" fmla="*/ 55245 h 85725"/>
                <a:gd name="connsiteX24" fmla="*/ 90488 w 85725"/>
                <a:gd name="connsiteY24" fmla="*/ 37147 h 85725"/>
                <a:gd name="connsiteX25" fmla="*/ 92393 w 85725"/>
                <a:gd name="connsiteY25" fmla="*/ 35242 h 85725"/>
                <a:gd name="connsiteX26" fmla="*/ 92393 w 85725"/>
                <a:gd name="connsiteY26" fmla="*/ 35242 h 85725"/>
                <a:gd name="connsiteX27" fmla="*/ 92393 w 85725"/>
                <a:gd name="connsiteY27" fmla="*/ 35242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5725" h="85725">
                  <a:moveTo>
                    <a:pt x="92393" y="35242"/>
                  </a:moveTo>
                  <a:cubicBezTo>
                    <a:pt x="81915" y="35242"/>
                    <a:pt x="71438" y="35242"/>
                    <a:pt x="60960" y="35242"/>
                  </a:cubicBezTo>
                  <a:cubicBezTo>
                    <a:pt x="59055" y="35242"/>
                    <a:pt x="58103" y="34290"/>
                    <a:pt x="58103" y="33338"/>
                  </a:cubicBezTo>
                  <a:cubicBezTo>
                    <a:pt x="56198" y="28575"/>
                    <a:pt x="55245" y="23813"/>
                    <a:pt x="53340" y="18097"/>
                  </a:cubicBezTo>
                  <a:cubicBezTo>
                    <a:pt x="51435" y="12383"/>
                    <a:pt x="49530" y="6667"/>
                    <a:pt x="47625" y="0"/>
                  </a:cubicBezTo>
                  <a:cubicBezTo>
                    <a:pt x="47625" y="0"/>
                    <a:pt x="47625" y="953"/>
                    <a:pt x="47625" y="953"/>
                  </a:cubicBezTo>
                  <a:cubicBezTo>
                    <a:pt x="47625" y="953"/>
                    <a:pt x="47625" y="1905"/>
                    <a:pt x="47625" y="1905"/>
                  </a:cubicBezTo>
                  <a:cubicBezTo>
                    <a:pt x="47625" y="2858"/>
                    <a:pt x="47625" y="2858"/>
                    <a:pt x="46673" y="3810"/>
                  </a:cubicBezTo>
                  <a:cubicBezTo>
                    <a:pt x="43815" y="13335"/>
                    <a:pt x="40005" y="23813"/>
                    <a:pt x="37148" y="33338"/>
                  </a:cubicBezTo>
                  <a:cubicBezTo>
                    <a:pt x="36195" y="35242"/>
                    <a:pt x="36195" y="35242"/>
                    <a:pt x="34290" y="35242"/>
                  </a:cubicBezTo>
                  <a:cubicBezTo>
                    <a:pt x="23813" y="35242"/>
                    <a:pt x="13335" y="35242"/>
                    <a:pt x="2858" y="35242"/>
                  </a:cubicBezTo>
                  <a:cubicBezTo>
                    <a:pt x="1905" y="35242"/>
                    <a:pt x="953" y="35242"/>
                    <a:pt x="0" y="35242"/>
                  </a:cubicBezTo>
                  <a:cubicBezTo>
                    <a:pt x="953" y="36195"/>
                    <a:pt x="1905" y="36195"/>
                    <a:pt x="1905" y="37147"/>
                  </a:cubicBezTo>
                  <a:cubicBezTo>
                    <a:pt x="10478" y="42863"/>
                    <a:pt x="18098" y="49530"/>
                    <a:pt x="26670" y="55245"/>
                  </a:cubicBezTo>
                  <a:cubicBezTo>
                    <a:pt x="28575" y="56197"/>
                    <a:pt x="28575" y="57150"/>
                    <a:pt x="27623" y="59055"/>
                  </a:cubicBezTo>
                  <a:cubicBezTo>
                    <a:pt x="23813" y="68580"/>
                    <a:pt x="20955" y="79058"/>
                    <a:pt x="18098" y="88583"/>
                  </a:cubicBezTo>
                  <a:cubicBezTo>
                    <a:pt x="18098" y="89535"/>
                    <a:pt x="18098" y="89535"/>
                    <a:pt x="17145" y="90488"/>
                  </a:cubicBezTo>
                  <a:cubicBezTo>
                    <a:pt x="26670" y="82867"/>
                    <a:pt x="36195" y="76200"/>
                    <a:pt x="45720" y="69533"/>
                  </a:cubicBezTo>
                  <a:cubicBezTo>
                    <a:pt x="45720" y="69533"/>
                    <a:pt x="45720" y="69533"/>
                    <a:pt x="45720" y="69533"/>
                  </a:cubicBezTo>
                  <a:cubicBezTo>
                    <a:pt x="45720" y="69533"/>
                    <a:pt x="45720" y="69533"/>
                    <a:pt x="45720" y="69533"/>
                  </a:cubicBezTo>
                  <a:cubicBezTo>
                    <a:pt x="55245" y="76200"/>
                    <a:pt x="64770" y="83820"/>
                    <a:pt x="75248" y="91440"/>
                  </a:cubicBezTo>
                  <a:cubicBezTo>
                    <a:pt x="75248" y="90488"/>
                    <a:pt x="75248" y="89535"/>
                    <a:pt x="74295" y="89535"/>
                  </a:cubicBezTo>
                  <a:cubicBezTo>
                    <a:pt x="71438" y="79058"/>
                    <a:pt x="67628" y="69533"/>
                    <a:pt x="64770" y="59055"/>
                  </a:cubicBezTo>
                  <a:cubicBezTo>
                    <a:pt x="63818" y="57150"/>
                    <a:pt x="63818" y="56197"/>
                    <a:pt x="65723" y="55245"/>
                  </a:cubicBezTo>
                  <a:cubicBezTo>
                    <a:pt x="74295" y="49530"/>
                    <a:pt x="81915" y="42863"/>
                    <a:pt x="90488" y="37147"/>
                  </a:cubicBezTo>
                  <a:cubicBezTo>
                    <a:pt x="91440" y="37147"/>
                    <a:pt x="91440" y="36195"/>
                    <a:pt x="92393" y="35242"/>
                  </a:cubicBezTo>
                  <a:cubicBezTo>
                    <a:pt x="92393" y="35242"/>
                    <a:pt x="92393" y="35242"/>
                    <a:pt x="92393" y="35242"/>
                  </a:cubicBezTo>
                  <a:lnTo>
                    <a:pt x="92393" y="35242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480257D-CF72-41F6-80A3-70C1E2CC193D}"/>
                </a:ext>
              </a:extLst>
            </p:cNvPr>
            <p:cNvSpPr/>
            <p:nvPr/>
          </p:nvSpPr>
          <p:spPr>
            <a:xfrm>
              <a:off x="8184832" y="2843213"/>
              <a:ext cx="85725" cy="85725"/>
            </a:xfrm>
            <a:custGeom>
              <a:avLst/>
              <a:gdLst>
                <a:gd name="connsiteX0" fmla="*/ 92393 w 85725"/>
                <a:gd name="connsiteY0" fmla="*/ 35242 h 85725"/>
                <a:gd name="connsiteX1" fmla="*/ 60960 w 85725"/>
                <a:gd name="connsiteY1" fmla="*/ 35242 h 85725"/>
                <a:gd name="connsiteX2" fmla="*/ 58103 w 85725"/>
                <a:gd name="connsiteY2" fmla="*/ 33338 h 85725"/>
                <a:gd name="connsiteX3" fmla="*/ 53340 w 85725"/>
                <a:gd name="connsiteY3" fmla="*/ 18097 h 85725"/>
                <a:gd name="connsiteX4" fmla="*/ 47625 w 85725"/>
                <a:gd name="connsiteY4" fmla="*/ 0 h 85725"/>
                <a:gd name="connsiteX5" fmla="*/ 47625 w 85725"/>
                <a:gd name="connsiteY5" fmla="*/ 953 h 85725"/>
                <a:gd name="connsiteX6" fmla="*/ 47625 w 85725"/>
                <a:gd name="connsiteY6" fmla="*/ 1905 h 85725"/>
                <a:gd name="connsiteX7" fmla="*/ 46673 w 85725"/>
                <a:gd name="connsiteY7" fmla="*/ 3810 h 85725"/>
                <a:gd name="connsiteX8" fmla="*/ 37148 w 85725"/>
                <a:gd name="connsiteY8" fmla="*/ 33338 h 85725"/>
                <a:gd name="connsiteX9" fmla="*/ 34290 w 85725"/>
                <a:gd name="connsiteY9" fmla="*/ 35242 h 85725"/>
                <a:gd name="connsiteX10" fmla="*/ 2857 w 85725"/>
                <a:gd name="connsiteY10" fmla="*/ 35242 h 85725"/>
                <a:gd name="connsiteX11" fmla="*/ 0 w 85725"/>
                <a:gd name="connsiteY11" fmla="*/ 35242 h 85725"/>
                <a:gd name="connsiteX12" fmla="*/ 1905 w 85725"/>
                <a:gd name="connsiteY12" fmla="*/ 37147 h 85725"/>
                <a:gd name="connsiteX13" fmla="*/ 26670 w 85725"/>
                <a:gd name="connsiteY13" fmla="*/ 55245 h 85725"/>
                <a:gd name="connsiteX14" fmla="*/ 27623 w 85725"/>
                <a:gd name="connsiteY14" fmla="*/ 59055 h 85725"/>
                <a:gd name="connsiteX15" fmla="*/ 18098 w 85725"/>
                <a:gd name="connsiteY15" fmla="*/ 88583 h 85725"/>
                <a:gd name="connsiteX16" fmla="*/ 17145 w 85725"/>
                <a:gd name="connsiteY16" fmla="*/ 90488 h 85725"/>
                <a:gd name="connsiteX17" fmla="*/ 45720 w 85725"/>
                <a:gd name="connsiteY17" fmla="*/ 69533 h 85725"/>
                <a:gd name="connsiteX18" fmla="*/ 45720 w 85725"/>
                <a:gd name="connsiteY18" fmla="*/ 69533 h 85725"/>
                <a:gd name="connsiteX19" fmla="*/ 45720 w 85725"/>
                <a:gd name="connsiteY19" fmla="*/ 69533 h 85725"/>
                <a:gd name="connsiteX20" fmla="*/ 75248 w 85725"/>
                <a:gd name="connsiteY20" fmla="*/ 91440 h 85725"/>
                <a:gd name="connsiteX21" fmla="*/ 74295 w 85725"/>
                <a:gd name="connsiteY21" fmla="*/ 89535 h 85725"/>
                <a:gd name="connsiteX22" fmla="*/ 64770 w 85725"/>
                <a:gd name="connsiteY22" fmla="*/ 59055 h 85725"/>
                <a:gd name="connsiteX23" fmla="*/ 65723 w 85725"/>
                <a:gd name="connsiteY23" fmla="*/ 55245 h 85725"/>
                <a:gd name="connsiteX24" fmla="*/ 90488 w 85725"/>
                <a:gd name="connsiteY24" fmla="*/ 37147 h 85725"/>
                <a:gd name="connsiteX25" fmla="*/ 92393 w 85725"/>
                <a:gd name="connsiteY25" fmla="*/ 35242 h 85725"/>
                <a:gd name="connsiteX26" fmla="*/ 92393 w 85725"/>
                <a:gd name="connsiteY26" fmla="*/ 35242 h 85725"/>
                <a:gd name="connsiteX27" fmla="*/ 92393 w 85725"/>
                <a:gd name="connsiteY27" fmla="*/ 35242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5725" h="85725">
                  <a:moveTo>
                    <a:pt x="92393" y="35242"/>
                  </a:moveTo>
                  <a:cubicBezTo>
                    <a:pt x="81915" y="35242"/>
                    <a:pt x="71438" y="35242"/>
                    <a:pt x="60960" y="35242"/>
                  </a:cubicBezTo>
                  <a:cubicBezTo>
                    <a:pt x="59055" y="35242"/>
                    <a:pt x="58103" y="34290"/>
                    <a:pt x="58103" y="33338"/>
                  </a:cubicBezTo>
                  <a:cubicBezTo>
                    <a:pt x="56198" y="28575"/>
                    <a:pt x="55245" y="23813"/>
                    <a:pt x="53340" y="18097"/>
                  </a:cubicBezTo>
                  <a:cubicBezTo>
                    <a:pt x="51435" y="12383"/>
                    <a:pt x="49530" y="6667"/>
                    <a:pt x="47625" y="0"/>
                  </a:cubicBezTo>
                  <a:cubicBezTo>
                    <a:pt x="47625" y="0"/>
                    <a:pt x="47625" y="953"/>
                    <a:pt x="47625" y="953"/>
                  </a:cubicBezTo>
                  <a:cubicBezTo>
                    <a:pt x="47625" y="953"/>
                    <a:pt x="47625" y="1905"/>
                    <a:pt x="47625" y="1905"/>
                  </a:cubicBezTo>
                  <a:cubicBezTo>
                    <a:pt x="47625" y="2858"/>
                    <a:pt x="47625" y="2858"/>
                    <a:pt x="46673" y="3810"/>
                  </a:cubicBezTo>
                  <a:cubicBezTo>
                    <a:pt x="43815" y="13335"/>
                    <a:pt x="40005" y="23813"/>
                    <a:pt x="37148" y="33338"/>
                  </a:cubicBezTo>
                  <a:cubicBezTo>
                    <a:pt x="36195" y="35242"/>
                    <a:pt x="36195" y="35242"/>
                    <a:pt x="34290" y="35242"/>
                  </a:cubicBezTo>
                  <a:cubicBezTo>
                    <a:pt x="23813" y="35242"/>
                    <a:pt x="13335" y="35242"/>
                    <a:pt x="2857" y="35242"/>
                  </a:cubicBezTo>
                  <a:cubicBezTo>
                    <a:pt x="1905" y="35242"/>
                    <a:pt x="953" y="35242"/>
                    <a:pt x="0" y="35242"/>
                  </a:cubicBezTo>
                  <a:cubicBezTo>
                    <a:pt x="953" y="36195"/>
                    <a:pt x="1905" y="36195"/>
                    <a:pt x="1905" y="37147"/>
                  </a:cubicBezTo>
                  <a:cubicBezTo>
                    <a:pt x="10478" y="42863"/>
                    <a:pt x="18098" y="49530"/>
                    <a:pt x="26670" y="55245"/>
                  </a:cubicBezTo>
                  <a:cubicBezTo>
                    <a:pt x="28575" y="56197"/>
                    <a:pt x="28575" y="57150"/>
                    <a:pt x="27623" y="59055"/>
                  </a:cubicBezTo>
                  <a:cubicBezTo>
                    <a:pt x="23813" y="68580"/>
                    <a:pt x="20955" y="79058"/>
                    <a:pt x="18098" y="88583"/>
                  </a:cubicBezTo>
                  <a:cubicBezTo>
                    <a:pt x="18098" y="89535"/>
                    <a:pt x="18098" y="89535"/>
                    <a:pt x="17145" y="90488"/>
                  </a:cubicBezTo>
                  <a:cubicBezTo>
                    <a:pt x="26670" y="82867"/>
                    <a:pt x="36195" y="76200"/>
                    <a:pt x="45720" y="69533"/>
                  </a:cubicBezTo>
                  <a:cubicBezTo>
                    <a:pt x="45720" y="69533"/>
                    <a:pt x="45720" y="69533"/>
                    <a:pt x="45720" y="69533"/>
                  </a:cubicBezTo>
                  <a:cubicBezTo>
                    <a:pt x="45720" y="69533"/>
                    <a:pt x="45720" y="69533"/>
                    <a:pt x="45720" y="69533"/>
                  </a:cubicBezTo>
                  <a:cubicBezTo>
                    <a:pt x="55245" y="76200"/>
                    <a:pt x="64770" y="83820"/>
                    <a:pt x="75248" y="91440"/>
                  </a:cubicBezTo>
                  <a:cubicBezTo>
                    <a:pt x="75248" y="90488"/>
                    <a:pt x="75248" y="89535"/>
                    <a:pt x="74295" y="89535"/>
                  </a:cubicBezTo>
                  <a:cubicBezTo>
                    <a:pt x="71438" y="79058"/>
                    <a:pt x="67628" y="69533"/>
                    <a:pt x="64770" y="59055"/>
                  </a:cubicBezTo>
                  <a:cubicBezTo>
                    <a:pt x="63818" y="57150"/>
                    <a:pt x="63818" y="56197"/>
                    <a:pt x="65723" y="55245"/>
                  </a:cubicBezTo>
                  <a:cubicBezTo>
                    <a:pt x="74295" y="49530"/>
                    <a:pt x="81915" y="42863"/>
                    <a:pt x="90488" y="37147"/>
                  </a:cubicBezTo>
                  <a:cubicBezTo>
                    <a:pt x="91440" y="37147"/>
                    <a:pt x="91440" y="36195"/>
                    <a:pt x="92393" y="35242"/>
                  </a:cubicBezTo>
                  <a:cubicBezTo>
                    <a:pt x="92393" y="35242"/>
                    <a:pt x="92393" y="35242"/>
                    <a:pt x="92393" y="35242"/>
                  </a:cubicBezTo>
                  <a:lnTo>
                    <a:pt x="92393" y="35242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5D8181C-BE6E-4B27-A53D-1420BA45CA15}"/>
                </a:ext>
              </a:extLst>
            </p:cNvPr>
            <p:cNvSpPr/>
            <p:nvPr/>
          </p:nvSpPr>
          <p:spPr>
            <a:xfrm>
              <a:off x="6849428" y="2832735"/>
              <a:ext cx="123825" cy="19050"/>
            </a:xfrm>
            <a:custGeom>
              <a:avLst/>
              <a:gdLst>
                <a:gd name="connsiteX0" fmla="*/ 0 w 123825"/>
                <a:gd name="connsiteY0" fmla="*/ 0 h 19050"/>
                <a:gd name="connsiteX1" fmla="*/ 123825 w 123825"/>
                <a:gd name="connsiteY1" fmla="*/ 0 h 19050"/>
                <a:gd name="connsiteX2" fmla="*/ 123825 w 123825"/>
                <a:gd name="connsiteY2" fmla="*/ 22860 h 19050"/>
                <a:gd name="connsiteX3" fmla="*/ 0 w 12382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825" h="19050">
                  <a:moveTo>
                    <a:pt x="0" y="0"/>
                  </a:moveTo>
                  <a:lnTo>
                    <a:pt x="123825" y="0"/>
                  </a:lnTo>
                  <a:lnTo>
                    <a:pt x="123825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C8FB29-5D9A-4F2E-94A9-ED60ADF183B3}"/>
                </a:ext>
              </a:extLst>
            </p:cNvPr>
            <p:cNvSpPr/>
            <p:nvPr/>
          </p:nvSpPr>
          <p:spPr>
            <a:xfrm>
              <a:off x="6849428" y="2872740"/>
              <a:ext cx="180975" cy="19050"/>
            </a:xfrm>
            <a:custGeom>
              <a:avLst/>
              <a:gdLst>
                <a:gd name="connsiteX0" fmla="*/ 0 w 180975"/>
                <a:gd name="connsiteY0" fmla="*/ 0 h 19050"/>
                <a:gd name="connsiteX1" fmla="*/ 187643 w 180975"/>
                <a:gd name="connsiteY1" fmla="*/ 0 h 19050"/>
                <a:gd name="connsiteX2" fmla="*/ 187643 w 180975"/>
                <a:gd name="connsiteY2" fmla="*/ 22860 h 19050"/>
                <a:gd name="connsiteX3" fmla="*/ 0 w 18097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975" h="19050">
                  <a:moveTo>
                    <a:pt x="0" y="0"/>
                  </a:moveTo>
                  <a:lnTo>
                    <a:pt x="187643" y="0"/>
                  </a:lnTo>
                  <a:lnTo>
                    <a:pt x="187643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8F69DF4-42FD-4941-A956-BD8B6FBB65E6}"/>
                </a:ext>
              </a:extLst>
            </p:cNvPr>
            <p:cNvSpPr/>
            <p:nvPr/>
          </p:nvSpPr>
          <p:spPr>
            <a:xfrm>
              <a:off x="7021830" y="2832735"/>
              <a:ext cx="171450" cy="19050"/>
            </a:xfrm>
            <a:custGeom>
              <a:avLst/>
              <a:gdLst>
                <a:gd name="connsiteX0" fmla="*/ 0 w 171450"/>
                <a:gd name="connsiteY0" fmla="*/ 0 h 19050"/>
                <a:gd name="connsiteX1" fmla="*/ 178118 w 171450"/>
                <a:gd name="connsiteY1" fmla="*/ 0 h 19050"/>
                <a:gd name="connsiteX2" fmla="*/ 178118 w 171450"/>
                <a:gd name="connsiteY2" fmla="*/ 22860 h 19050"/>
                <a:gd name="connsiteX3" fmla="*/ 0 w 17145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" h="19050">
                  <a:moveTo>
                    <a:pt x="0" y="0"/>
                  </a:moveTo>
                  <a:lnTo>
                    <a:pt x="178118" y="0"/>
                  </a:lnTo>
                  <a:lnTo>
                    <a:pt x="178118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D38B05F-7389-4DBD-BA2C-867905FFBBA6}"/>
                </a:ext>
              </a:extLst>
            </p:cNvPr>
            <p:cNvSpPr/>
            <p:nvPr/>
          </p:nvSpPr>
          <p:spPr>
            <a:xfrm>
              <a:off x="7225665" y="2832735"/>
              <a:ext cx="95250" cy="19050"/>
            </a:xfrm>
            <a:custGeom>
              <a:avLst/>
              <a:gdLst>
                <a:gd name="connsiteX0" fmla="*/ 0 w 95250"/>
                <a:gd name="connsiteY0" fmla="*/ 0 h 19050"/>
                <a:gd name="connsiteX1" fmla="*/ 97155 w 95250"/>
                <a:gd name="connsiteY1" fmla="*/ 0 h 19050"/>
                <a:gd name="connsiteX2" fmla="*/ 97155 w 95250"/>
                <a:gd name="connsiteY2" fmla="*/ 22860 h 19050"/>
                <a:gd name="connsiteX3" fmla="*/ 0 w 9525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" h="19050">
                  <a:moveTo>
                    <a:pt x="0" y="0"/>
                  </a:moveTo>
                  <a:lnTo>
                    <a:pt x="97155" y="0"/>
                  </a:lnTo>
                  <a:lnTo>
                    <a:pt x="97155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89E10C0-C037-433C-AC38-9E2DE43FC5E4}"/>
                </a:ext>
              </a:extLst>
            </p:cNvPr>
            <p:cNvSpPr/>
            <p:nvPr/>
          </p:nvSpPr>
          <p:spPr>
            <a:xfrm>
              <a:off x="7354253" y="2832735"/>
              <a:ext cx="114300" cy="19050"/>
            </a:xfrm>
            <a:custGeom>
              <a:avLst/>
              <a:gdLst>
                <a:gd name="connsiteX0" fmla="*/ 0 w 114300"/>
                <a:gd name="connsiteY0" fmla="*/ 0 h 19050"/>
                <a:gd name="connsiteX1" fmla="*/ 118110 w 114300"/>
                <a:gd name="connsiteY1" fmla="*/ 0 h 19050"/>
                <a:gd name="connsiteX2" fmla="*/ 118110 w 114300"/>
                <a:gd name="connsiteY2" fmla="*/ 22860 h 19050"/>
                <a:gd name="connsiteX3" fmla="*/ 0 w 11430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" h="19050">
                  <a:moveTo>
                    <a:pt x="0" y="0"/>
                  </a:moveTo>
                  <a:lnTo>
                    <a:pt x="118110" y="0"/>
                  </a:lnTo>
                  <a:lnTo>
                    <a:pt x="118110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0DED8AB-3586-4557-9ADC-856D5FFB1012}"/>
                </a:ext>
              </a:extLst>
            </p:cNvPr>
            <p:cNvSpPr/>
            <p:nvPr/>
          </p:nvSpPr>
          <p:spPr>
            <a:xfrm>
              <a:off x="7203758" y="2872740"/>
              <a:ext cx="200025" cy="19050"/>
            </a:xfrm>
            <a:custGeom>
              <a:avLst/>
              <a:gdLst>
                <a:gd name="connsiteX0" fmla="*/ 0 w 200025"/>
                <a:gd name="connsiteY0" fmla="*/ 0 h 19050"/>
                <a:gd name="connsiteX1" fmla="*/ 206693 w 200025"/>
                <a:gd name="connsiteY1" fmla="*/ 0 h 19050"/>
                <a:gd name="connsiteX2" fmla="*/ 206693 w 200025"/>
                <a:gd name="connsiteY2" fmla="*/ 22860 h 19050"/>
                <a:gd name="connsiteX3" fmla="*/ 0 w 20002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19050">
                  <a:moveTo>
                    <a:pt x="0" y="0"/>
                  </a:moveTo>
                  <a:lnTo>
                    <a:pt x="206693" y="0"/>
                  </a:lnTo>
                  <a:lnTo>
                    <a:pt x="206693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D5BB35F-33B3-400B-9715-22D4028AE373}"/>
                </a:ext>
              </a:extLst>
            </p:cNvPr>
            <p:cNvSpPr/>
            <p:nvPr/>
          </p:nvSpPr>
          <p:spPr>
            <a:xfrm>
              <a:off x="6849428" y="2912745"/>
              <a:ext cx="123825" cy="19050"/>
            </a:xfrm>
            <a:custGeom>
              <a:avLst/>
              <a:gdLst>
                <a:gd name="connsiteX0" fmla="*/ 0 w 123825"/>
                <a:gd name="connsiteY0" fmla="*/ 0 h 19050"/>
                <a:gd name="connsiteX1" fmla="*/ 123825 w 123825"/>
                <a:gd name="connsiteY1" fmla="*/ 0 h 19050"/>
                <a:gd name="connsiteX2" fmla="*/ 123825 w 123825"/>
                <a:gd name="connsiteY2" fmla="*/ 22860 h 19050"/>
                <a:gd name="connsiteX3" fmla="*/ 0 w 12382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825" h="19050">
                  <a:moveTo>
                    <a:pt x="0" y="0"/>
                  </a:moveTo>
                  <a:lnTo>
                    <a:pt x="123825" y="0"/>
                  </a:lnTo>
                  <a:lnTo>
                    <a:pt x="123825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30B0510-A8C6-4127-BA7A-342B4DA7D083}"/>
                </a:ext>
              </a:extLst>
            </p:cNvPr>
            <p:cNvSpPr/>
            <p:nvPr/>
          </p:nvSpPr>
          <p:spPr>
            <a:xfrm>
              <a:off x="6849428" y="2953703"/>
              <a:ext cx="371475" cy="19050"/>
            </a:xfrm>
            <a:custGeom>
              <a:avLst/>
              <a:gdLst>
                <a:gd name="connsiteX0" fmla="*/ 0 w 371475"/>
                <a:gd name="connsiteY0" fmla="*/ 0 h 19050"/>
                <a:gd name="connsiteX1" fmla="*/ 373380 w 371475"/>
                <a:gd name="connsiteY1" fmla="*/ 0 h 19050"/>
                <a:gd name="connsiteX2" fmla="*/ 373380 w 371475"/>
                <a:gd name="connsiteY2" fmla="*/ 22860 h 19050"/>
                <a:gd name="connsiteX3" fmla="*/ 0 w 37147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1475" h="19050">
                  <a:moveTo>
                    <a:pt x="0" y="0"/>
                  </a:moveTo>
                  <a:lnTo>
                    <a:pt x="373380" y="0"/>
                  </a:lnTo>
                  <a:lnTo>
                    <a:pt x="373380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F5BC0E8-77A0-4BE5-8A13-EF37E8201602}"/>
                </a:ext>
              </a:extLst>
            </p:cNvPr>
            <p:cNvSpPr/>
            <p:nvPr/>
          </p:nvSpPr>
          <p:spPr>
            <a:xfrm>
              <a:off x="7021830" y="2912745"/>
              <a:ext cx="228600" cy="19050"/>
            </a:xfrm>
            <a:custGeom>
              <a:avLst/>
              <a:gdLst>
                <a:gd name="connsiteX0" fmla="*/ 0 w 228600"/>
                <a:gd name="connsiteY0" fmla="*/ 0 h 19050"/>
                <a:gd name="connsiteX1" fmla="*/ 229552 w 228600"/>
                <a:gd name="connsiteY1" fmla="*/ 0 h 19050"/>
                <a:gd name="connsiteX2" fmla="*/ 229552 w 228600"/>
                <a:gd name="connsiteY2" fmla="*/ 22860 h 19050"/>
                <a:gd name="connsiteX3" fmla="*/ 0 w 22860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" h="19050">
                  <a:moveTo>
                    <a:pt x="0" y="0"/>
                  </a:moveTo>
                  <a:lnTo>
                    <a:pt x="229552" y="0"/>
                  </a:lnTo>
                  <a:lnTo>
                    <a:pt x="22955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60E3D0D-C609-4786-A623-73E162FE215B}"/>
                </a:ext>
              </a:extLst>
            </p:cNvPr>
            <p:cNvSpPr/>
            <p:nvPr/>
          </p:nvSpPr>
          <p:spPr>
            <a:xfrm>
              <a:off x="7287578" y="2912745"/>
              <a:ext cx="123825" cy="19050"/>
            </a:xfrm>
            <a:custGeom>
              <a:avLst/>
              <a:gdLst>
                <a:gd name="connsiteX0" fmla="*/ 0 w 123825"/>
                <a:gd name="connsiteY0" fmla="*/ 0 h 19050"/>
                <a:gd name="connsiteX1" fmla="*/ 123825 w 123825"/>
                <a:gd name="connsiteY1" fmla="*/ 0 h 19050"/>
                <a:gd name="connsiteX2" fmla="*/ 123825 w 123825"/>
                <a:gd name="connsiteY2" fmla="*/ 22860 h 19050"/>
                <a:gd name="connsiteX3" fmla="*/ 0 w 12382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825" h="19050">
                  <a:moveTo>
                    <a:pt x="0" y="0"/>
                  </a:moveTo>
                  <a:lnTo>
                    <a:pt x="123825" y="0"/>
                  </a:lnTo>
                  <a:lnTo>
                    <a:pt x="123825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00F980D-1C81-4F85-9749-2B8A24D2F67C}"/>
                </a:ext>
              </a:extLst>
            </p:cNvPr>
            <p:cNvSpPr/>
            <p:nvPr/>
          </p:nvSpPr>
          <p:spPr>
            <a:xfrm>
              <a:off x="7453313" y="2912745"/>
              <a:ext cx="142875" cy="19050"/>
            </a:xfrm>
            <a:custGeom>
              <a:avLst/>
              <a:gdLst>
                <a:gd name="connsiteX0" fmla="*/ 0 w 142875"/>
                <a:gd name="connsiteY0" fmla="*/ 0 h 19050"/>
                <a:gd name="connsiteX1" fmla="*/ 151448 w 142875"/>
                <a:gd name="connsiteY1" fmla="*/ 0 h 19050"/>
                <a:gd name="connsiteX2" fmla="*/ 151448 w 142875"/>
                <a:gd name="connsiteY2" fmla="*/ 22860 h 19050"/>
                <a:gd name="connsiteX3" fmla="*/ 0 w 14287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19050">
                  <a:moveTo>
                    <a:pt x="0" y="0"/>
                  </a:moveTo>
                  <a:lnTo>
                    <a:pt x="151448" y="0"/>
                  </a:lnTo>
                  <a:lnTo>
                    <a:pt x="151448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BD5C8E2-4398-4ED3-87CB-EA186C06E642}"/>
                </a:ext>
              </a:extLst>
            </p:cNvPr>
            <p:cNvSpPr/>
            <p:nvPr/>
          </p:nvSpPr>
          <p:spPr>
            <a:xfrm>
              <a:off x="7259955" y="2953703"/>
              <a:ext cx="209550" cy="19050"/>
            </a:xfrm>
            <a:custGeom>
              <a:avLst/>
              <a:gdLst>
                <a:gd name="connsiteX0" fmla="*/ 0 w 209550"/>
                <a:gd name="connsiteY0" fmla="*/ 0 h 19050"/>
                <a:gd name="connsiteX1" fmla="*/ 212408 w 209550"/>
                <a:gd name="connsiteY1" fmla="*/ 0 h 19050"/>
                <a:gd name="connsiteX2" fmla="*/ 212408 w 209550"/>
                <a:gd name="connsiteY2" fmla="*/ 22860 h 19050"/>
                <a:gd name="connsiteX3" fmla="*/ 0 w 20955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50" h="19050">
                  <a:moveTo>
                    <a:pt x="0" y="0"/>
                  </a:moveTo>
                  <a:lnTo>
                    <a:pt x="212408" y="0"/>
                  </a:lnTo>
                  <a:lnTo>
                    <a:pt x="212408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44E7C52-24EE-4C69-93E3-B9E0A3DAF3F9}"/>
                </a:ext>
              </a:extLst>
            </p:cNvPr>
            <p:cNvSpPr/>
            <p:nvPr/>
          </p:nvSpPr>
          <p:spPr>
            <a:xfrm>
              <a:off x="7069455" y="2872740"/>
              <a:ext cx="85725" cy="19050"/>
            </a:xfrm>
            <a:custGeom>
              <a:avLst/>
              <a:gdLst>
                <a:gd name="connsiteX0" fmla="*/ 0 w 85725"/>
                <a:gd name="connsiteY0" fmla="*/ 0 h 19050"/>
                <a:gd name="connsiteX1" fmla="*/ 92393 w 85725"/>
                <a:gd name="connsiteY1" fmla="*/ 0 h 19050"/>
                <a:gd name="connsiteX2" fmla="*/ 92393 w 85725"/>
                <a:gd name="connsiteY2" fmla="*/ 22860 h 19050"/>
                <a:gd name="connsiteX3" fmla="*/ 0 w 8572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" h="19050">
                  <a:moveTo>
                    <a:pt x="0" y="0"/>
                  </a:moveTo>
                  <a:lnTo>
                    <a:pt x="92393" y="0"/>
                  </a:lnTo>
                  <a:lnTo>
                    <a:pt x="92393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85459BC-2A3D-4A86-9295-7357293C49E6}"/>
                </a:ext>
              </a:extLst>
            </p:cNvPr>
            <p:cNvSpPr/>
            <p:nvPr/>
          </p:nvSpPr>
          <p:spPr>
            <a:xfrm>
              <a:off x="6965633" y="3034665"/>
              <a:ext cx="104775" cy="19050"/>
            </a:xfrm>
            <a:custGeom>
              <a:avLst/>
              <a:gdLst>
                <a:gd name="connsiteX0" fmla="*/ 0 w 104775"/>
                <a:gd name="connsiteY0" fmla="*/ 0 h 19050"/>
                <a:gd name="connsiteX1" fmla="*/ 108585 w 104775"/>
                <a:gd name="connsiteY1" fmla="*/ 0 h 19050"/>
                <a:gd name="connsiteX2" fmla="*/ 108585 w 104775"/>
                <a:gd name="connsiteY2" fmla="*/ 22860 h 19050"/>
                <a:gd name="connsiteX3" fmla="*/ 0 w 10477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75" h="19050">
                  <a:moveTo>
                    <a:pt x="0" y="0"/>
                  </a:moveTo>
                  <a:lnTo>
                    <a:pt x="108585" y="0"/>
                  </a:lnTo>
                  <a:lnTo>
                    <a:pt x="108585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AC4BF7A-029D-4C66-83C9-BDC348E25B2E}"/>
                </a:ext>
              </a:extLst>
            </p:cNvPr>
            <p:cNvSpPr/>
            <p:nvPr/>
          </p:nvSpPr>
          <p:spPr>
            <a:xfrm>
              <a:off x="7132320" y="3034665"/>
              <a:ext cx="323850" cy="19050"/>
            </a:xfrm>
            <a:custGeom>
              <a:avLst/>
              <a:gdLst>
                <a:gd name="connsiteX0" fmla="*/ 0 w 323850"/>
                <a:gd name="connsiteY0" fmla="*/ 0 h 19050"/>
                <a:gd name="connsiteX1" fmla="*/ 329565 w 323850"/>
                <a:gd name="connsiteY1" fmla="*/ 0 h 19050"/>
                <a:gd name="connsiteX2" fmla="*/ 329565 w 323850"/>
                <a:gd name="connsiteY2" fmla="*/ 22860 h 19050"/>
                <a:gd name="connsiteX3" fmla="*/ 0 w 32385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" h="19050">
                  <a:moveTo>
                    <a:pt x="0" y="0"/>
                  </a:moveTo>
                  <a:lnTo>
                    <a:pt x="329565" y="0"/>
                  </a:lnTo>
                  <a:lnTo>
                    <a:pt x="329565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690214D-1B46-4979-8358-34502778BE61}"/>
                </a:ext>
              </a:extLst>
            </p:cNvPr>
            <p:cNvSpPr/>
            <p:nvPr/>
          </p:nvSpPr>
          <p:spPr>
            <a:xfrm>
              <a:off x="6829425" y="3074670"/>
              <a:ext cx="209550" cy="19050"/>
            </a:xfrm>
            <a:custGeom>
              <a:avLst/>
              <a:gdLst>
                <a:gd name="connsiteX0" fmla="*/ 0 w 209550"/>
                <a:gd name="connsiteY0" fmla="*/ 0 h 19050"/>
                <a:gd name="connsiteX1" fmla="*/ 210503 w 209550"/>
                <a:gd name="connsiteY1" fmla="*/ 0 h 19050"/>
                <a:gd name="connsiteX2" fmla="*/ 210503 w 209550"/>
                <a:gd name="connsiteY2" fmla="*/ 22860 h 19050"/>
                <a:gd name="connsiteX3" fmla="*/ 0 w 20955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50" h="19050">
                  <a:moveTo>
                    <a:pt x="0" y="0"/>
                  </a:moveTo>
                  <a:lnTo>
                    <a:pt x="210503" y="0"/>
                  </a:lnTo>
                  <a:lnTo>
                    <a:pt x="210503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D4A22F3-9E8C-4B23-8C14-B851C5459D3A}"/>
                </a:ext>
              </a:extLst>
            </p:cNvPr>
            <p:cNvSpPr/>
            <p:nvPr/>
          </p:nvSpPr>
          <p:spPr>
            <a:xfrm>
              <a:off x="6849428" y="3114675"/>
              <a:ext cx="228600" cy="19050"/>
            </a:xfrm>
            <a:custGeom>
              <a:avLst/>
              <a:gdLst>
                <a:gd name="connsiteX0" fmla="*/ 0 w 228600"/>
                <a:gd name="connsiteY0" fmla="*/ 0 h 19050"/>
                <a:gd name="connsiteX1" fmla="*/ 234315 w 228600"/>
                <a:gd name="connsiteY1" fmla="*/ 0 h 19050"/>
                <a:gd name="connsiteX2" fmla="*/ 234315 w 228600"/>
                <a:gd name="connsiteY2" fmla="*/ 22860 h 19050"/>
                <a:gd name="connsiteX3" fmla="*/ 0 w 22860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" h="19050">
                  <a:moveTo>
                    <a:pt x="0" y="0"/>
                  </a:moveTo>
                  <a:lnTo>
                    <a:pt x="234315" y="0"/>
                  </a:lnTo>
                  <a:lnTo>
                    <a:pt x="234315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03755A7-D496-4CF5-8823-BF7E272D0911}"/>
                </a:ext>
              </a:extLst>
            </p:cNvPr>
            <p:cNvSpPr/>
            <p:nvPr/>
          </p:nvSpPr>
          <p:spPr>
            <a:xfrm>
              <a:off x="6849428" y="3155633"/>
              <a:ext cx="161925" cy="19050"/>
            </a:xfrm>
            <a:custGeom>
              <a:avLst/>
              <a:gdLst>
                <a:gd name="connsiteX0" fmla="*/ 0 w 161925"/>
                <a:gd name="connsiteY0" fmla="*/ 0 h 19050"/>
                <a:gd name="connsiteX1" fmla="*/ 162878 w 161925"/>
                <a:gd name="connsiteY1" fmla="*/ 0 h 19050"/>
                <a:gd name="connsiteX2" fmla="*/ 162878 w 161925"/>
                <a:gd name="connsiteY2" fmla="*/ 22860 h 19050"/>
                <a:gd name="connsiteX3" fmla="*/ 0 w 16192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925" h="19050">
                  <a:moveTo>
                    <a:pt x="0" y="0"/>
                  </a:moveTo>
                  <a:lnTo>
                    <a:pt x="162878" y="0"/>
                  </a:lnTo>
                  <a:lnTo>
                    <a:pt x="162878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0C46EA5-F5BC-4E56-AA87-3552AB9E0878}"/>
                </a:ext>
              </a:extLst>
            </p:cNvPr>
            <p:cNvSpPr/>
            <p:nvPr/>
          </p:nvSpPr>
          <p:spPr>
            <a:xfrm>
              <a:off x="7132320" y="3174683"/>
              <a:ext cx="171450" cy="19050"/>
            </a:xfrm>
            <a:custGeom>
              <a:avLst/>
              <a:gdLst>
                <a:gd name="connsiteX0" fmla="*/ 0 w 171450"/>
                <a:gd name="connsiteY0" fmla="*/ 0 h 19050"/>
                <a:gd name="connsiteX1" fmla="*/ 176212 w 171450"/>
                <a:gd name="connsiteY1" fmla="*/ 0 h 19050"/>
                <a:gd name="connsiteX2" fmla="*/ 176212 w 171450"/>
                <a:gd name="connsiteY2" fmla="*/ 22860 h 19050"/>
                <a:gd name="connsiteX3" fmla="*/ 0 w 17145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" h="19050">
                  <a:moveTo>
                    <a:pt x="0" y="0"/>
                  </a:moveTo>
                  <a:lnTo>
                    <a:pt x="176212" y="0"/>
                  </a:lnTo>
                  <a:lnTo>
                    <a:pt x="17621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32FC7B9-80B7-4E5C-9297-D2A5DBF068B6}"/>
                </a:ext>
              </a:extLst>
            </p:cNvPr>
            <p:cNvSpPr/>
            <p:nvPr/>
          </p:nvSpPr>
          <p:spPr>
            <a:xfrm>
              <a:off x="7049453" y="3215640"/>
              <a:ext cx="295275" cy="19050"/>
            </a:xfrm>
            <a:custGeom>
              <a:avLst/>
              <a:gdLst>
                <a:gd name="connsiteX0" fmla="*/ 0 w 295275"/>
                <a:gd name="connsiteY0" fmla="*/ 0 h 19050"/>
                <a:gd name="connsiteX1" fmla="*/ 303848 w 295275"/>
                <a:gd name="connsiteY1" fmla="*/ 0 h 19050"/>
                <a:gd name="connsiteX2" fmla="*/ 303848 w 295275"/>
                <a:gd name="connsiteY2" fmla="*/ 22860 h 19050"/>
                <a:gd name="connsiteX3" fmla="*/ 0 w 29527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275" h="19050">
                  <a:moveTo>
                    <a:pt x="0" y="0"/>
                  </a:moveTo>
                  <a:lnTo>
                    <a:pt x="303848" y="0"/>
                  </a:lnTo>
                  <a:lnTo>
                    <a:pt x="303848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2C0C99-8BA7-4B1C-8BDA-C7E8BD053A8F}"/>
                </a:ext>
              </a:extLst>
            </p:cNvPr>
            <p:cNvSpPr/>
            <p:nvPr/>
          </p:nvSpPr>
          <p:spPr>
            <a:xfrm>
              <a:off x="6977063" y="3255645"/>
              <a:ext cx="142875" cy="19050"/>
            </a:xfrm>
            <a:custGeom>
              <a:avLst/>
              <a:gdLst>
                <a:gd name="connsiteX0" fmla="*/ 0 w 142875"/>
                <a:gd name="connsiteY0" fmla="*/ 0 h 19050"/>
                <a:gd name="connsiteX1" fmla="*/ 151447 w 142875"/>
                <a:gd name="connsiteY1" fmla="*/ 0 h 19050"/>
                <a:gd name="connsiteX2" fmla="*/ 151447 w 142875"/>
                <a:gd name="connsiteY2" fmla="*/ 22860 h 19050"/>
                <a:gd name="connsiteX3" fmla="*/ 0 w 14287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19050">
                  <a:moveTo>
                    <a:pt x="0" y="0"/>
                  </a:moveTo>
                  <a:lnTo>
                    <a:pt x="151447" y="0"/>
                  </a:lnTo>
                  <a:lnTo>
                    <a:pt x="151447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3206B09-07EA-46E8-B915-78669AC4B468}"/>
                </a:ext>
              </a:extLst>
            </p:cNvPr>
            <p:cNvSpPr/>
            <p:nvPr/>
          </p:nvSpPr>
          <p:spPr>
            <a:xfrm>
              <a:off x="7153275" y="3255645"/>
              <a:ext cx="104775" cy="19050"/>
            </a:xfrm>
            <a:custGeom>
              <a:avLst/>
              <a:gdLst>
                <a:gd name="connsiteX0" fmla="*/ 0 w 104775"/>
                <a:gd name="connsiteY0" fmla="*/ 0 h 19050"/>
                <a:gd name="connsiteX1" fmla="*/ 106680 w 104775"/>
                <a:gd name="connsiteY1" fmla="*/ 0 h 19050"/>
                <a:gd name="connsiteX2" fmla="*/ 106680 w 104775"/>
                <a:gd name="connsiteY2" fmla="*/ 22860 h 19050"/>
                <a:gd name="connsiteX3" fmla="*/ 0 w 10477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75" h="19050">
                  <a:moveTo>
                    <a:pt x="0" y="0"/>
                  </a:moveTo>
                  <a:lnTo>
                    <a:pt x="106680" y="0"/>
                  </a:lnTo>
                  <a:lnTo>
                    <a:pt x="106680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C039851-4839-487F-A1BC-3129900FBE90}"/>
                </a:ext>
              </a:extLst>
            </p:cNvPr>
            <p:cNvSpPr/>
            <p:nvPr/>
          </p:nvSpPr>
          <p:spPr>
            <a:xfrm>
              <a:off x="6849428" y="4112895"/>
              <a:ext cx="123825" cy="19050"/>
            </a:xfrm>
            <a:custGeom>
              <a:avLst/>
              <a:gdLst>
                <a:gd name="connsiteX0" fmla="*/ 0 w 123825"/>
                <a:gd name="connsiteY0" fmla="*/ 0 h 19050"/>
                <a:gd name="connsiteX1" fmla="*/ 123825 w 123825"/>
                <a:gd name="connsiteY1" fmla="*/ 0 h 19050"/>
                <a:gd name="connsiteX2" fmla="*/ 123825 w 123825"/>
                <a:gd name="connsiteY2" fmla="*/ 22860 h 19050"/>
                <a:gd name="connsiteX3" fmla="*/ 0 w 12382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825" h="19050">
                  <a:moveTo>
                    <a:pt x="0" y="0"/>
                  </a:moveTo>
                  <a:lnTo>
                    <a:pt x="123825" y="0"/>
                  </a:lnTo>
                  <a:lnTo>
                    <a:pt x="123825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9E1C0E6-D887-4DB5-A1D0-85034CD2FA82}"/>
                </a:ext>
              </a:extLst>
            </p:cNvPr>
            <p:cNvSpPr/>
            <p:nvPr/>
          </p:nvSpPr>
          <p:spPr>
            <a:xfrm>
              <a:off x="6849428" y="4072890"/>
              <a:ext cx="180975" cy="19050"/>
            </a:xfrm>
            <a:custGeom>
              <a:avLst/>
              <a:gdLst>
                <a:gd name="connsiteX0" fmla="*/ 0 w 180975"/>
                <a:gd name="connsiteY0" fmla="*/ 0 h 19050"/>
                <a:gd name="connsiteX1" fmla="*/ 187643 w 180975"/>
                <a:gd name="connsiteY1" fmla="*/ 0 h 19050"/>
                <a:gd name="connsiteX2" fmla="*/ 187643 w 180975"/>
                <a:gd name="connsiteY2" fmla="*/ 22860 h 19050"/>
                <a:gd name="connsiteX3" fmla="*/ 0 w 18097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975" h="19050">
                  <a:moveTo>
                    <a:pt x="0" y="0"/>
                  </a:moveTo>
                  <a:lnTo>
                    <a:pt x="187643" y="0"/>
                  </a:lnTo>
                  <a:lnTo>
                    <a:pt x="187643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292C906-6F10-46A3-8C55-45C179DC0DC5}"/>
                </a:ext>
              </a:extLst>
            </p:cNvPr>
            <p:cNvSpPr/>
            <p:nvPr/>
          </p:nvSpPr>
          <p:spPr>
            <a:xfrm>
              <a:off x="7021830" y="4112895"/>
              <a:ext cx="171450" cy="19050"/>
            </a:xfrm>
            <a:custGeom>
              <a:avLst/>
              <a:gdLst>
                <a:gd name="connsiteX0" fmla="*/ 0 w 171450"/>
                <a:gd name="connsiteY0" fmla="*/ 0 h 19050"/>
                <a:gd name="connsiteX1" fmla="*/ 178118 w 171450"/>
                <a:gd name="connsiteY1" fmla="*/ 0 h 19050"/>
                <a:gd name="connsiteX2" fmla="*/ 178118 w 171450"/>
                <a:gd name="connsiteY2" fmla="*/ 22860 h 19050"/>
                <a:gd name="connsiteX3" fmla="*/ 0 w 17145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" h="19050">
                  <a:moveTo>
                    <a:pt x="0" y="0"/>
                  </a:moveTo>
                  <a:lnTo>
                    <a:pt x="178118" y="0"/>
                  </a:lnTo>
                  <a:lnTo>
                    <a:pt x="178118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C6E2423-02FA-4B92-B2FB-69C59681193A}"/>
                </a:ext>
              </a:extLst>
            </p:cNvPr>
            <p:cNvSpPr/>
            <p:nvPr/>
          </p:nvSpPr>
          <p:spPr>
            <a:xfrm>
              <a:off x="7225665" y="4112895"/>
              <a:ext cx="95250" cy="19050"/>
            </a:xfrm>
            <a:custGeom>
              <a:avLst/>
              <a:gdLst>
                <a:gd name="connsiteX0" fmla="*/ 0 w 95250"/>
                <a:gd name="connsiteY0" fmla="*/ 0 h 19050"/>
                <a:gd name="connsiteX1" fmla="*/ 97155 w 95250"/>
                <a:gd name="connsiteY1" fmla="*/ 0 h 19050"/>
                <a:gd name="connsiteX2" fmla="*/ 97155 w 95250"/>
                <a:gd name="connsiteY2" fmla="*/ 22860 h 19050"/>
                <a:gd name="connsiteX3" fmla="*/ 0 w 9525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" h="19050">
                  <a:moveTo>
                    <a:pt x="0" y="0"/>
                  </a:moveTo>
                  <a:lnTo>
                    <a:pt x="97155" y="0"/>
                  </a:lnTo>
                  <a:lnTo>
                    <a:pt x="97155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6369E14-A866-45BB-BC70-A082F5950B82}"/>
                </a:ext>
              </a:extLst>
            </p:cNvPr>
            <p:cNvSpPr/>
            <p:nvPr/>
          </p:nvSpPr>
          <p:spPr>
            <a:xfrm>
              <a:off x="7354253" y="4112895"/>
              <a:ext cx="114300" cy="19050"/>
            </a:xfrm>
            <a:custGeom>
              <a:avLst/>
              <a:gdLst>
                <a:gd name="connsiteX0" fmla="*/ 0 w 114300"/>
                <a:gd name="connsiteY0" fmla="*/ 0 h 19050"/>
                <a:gd name="connsiteX1" fmla="*/ 118110 w 114300"/>
                <a:gd name="connsiteY1" fmla="*/ 0 h 19050"/>
                <a:gd name="connsiteX2" fmla="*/ 118110 w 114300"/>
                <a:gd name="connsiteY2" fmla="*/ 22860 h 19050"/>
                <a:gd name="connsiteX3" fmla="*/ 0 w 11430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" h="19050">
                  <a:moveTo>
                    <a:pt x="0" y="0"/>
                  </a:moveTo>
                  <a:lnTo>
                    <a:pt x="118110" y="0"/>
                  </a:lnTo>
                  <a:lnTo>
                    <a:pt x="118110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D9BF6E3-E65C-4F8E-BC08-8177F6AE76E0}"/>
                </a:ext>
              </a:extLst>
            </p:cNvPr>
            <p:cNvSpPr/>
            <p:nvPr/>
          </p:nvSpPr>
          <p:spPr>
            <a:xfrm>
              <a:off x="7203758" y="4072890"/>
              <a:ext cx="200025" cy="19050"/>
            </a:xfrm>
            <a:custGeom>
              <a:avLst/>
              <a:gdLst>
                <a:gd name="connsiteX0" fmla="*/ 0 w 200025"/>
                <a:gd name="connsiteY0" fmla="*/ 0 h 19050"/>
                <a:gd name="connsiteX1" fmla="*/ 206693 w 200025"/>
                <a:gd name="connsiteY1" fmla="*/ 0 h 19050"/>
                <a:gd name="connsiteX2" fmla="*/ 206693 w 200025"/>
                <a:gd name="connsiteY2" fmla="*/ 22860 h 19050"/>
                <a:gd name="connsiteX3" fmla="*/ 0 w 20002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19050">
                  <a:moveTo>
                    <a:pt x="0" y="0"/>
                  </a:moveTo>
                  <a:lnTo>
                    <a:pt x="206693" y="0"/>
                  </a:lnTo>
                  <a:lnTo>
                    <a:pt x="206693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708EF80-45AC-4CB0-991F-959DA667D0EA}"/>
                </a:ext>
              </a:extLst>
            </p:cNvPr>
            <p:cNvSpPr/>
            <p:nvPr/>
          </p:nvSpPr>
          <p:spPr>
            <a:xfrm>
              <a:off x="6849428" y="4032885"/>
              <a:ext cx="123825" cy="19050"/>
            </a:xfrm>
            <a:custGeom>
              <a:avLst/>
              <a:gdLst>
                <a:gd name="connsiteX0" fmla="*/ 0 w 123825"/>
                <a:gd name="connsiteY0" fmla="*/ 0 h 19050"/>
                <a:gd name="connsiteX1" fmla="*/ 123825 w 123825"/>
                <a:gd name="connsiteY1" fmla="*/ 0 h 19050"/>
                <a:gd name="connsiteX2" fmla="*/ 123825 w 123825"/>
                <a:gd name="connsiteY2" fmla="*/ 22860 h 19050"/>
                <a:gd name="connsiteX3" fmla="*/ 0 w 12382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825" h="19050">
                  <a:moveTo>
                    <a:pt x="0" y="0"/>
                  </a:moveTo>
                  <a:lnTo>
                    <a:pt x="123825" y="0"/>
                  </a:lnTo>
                  <a:lnTo>
                    <a:pt x="123825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C1A6761-6564-4F32-8043-3B5443CAADD8}"/>
                </a:ext>
              </a:extLst>
            </p:cNvPr>
            <p:cNvSpPr/>
            <p:nvPr/>
          </p:nvSpPr>
          <p:spPr>
            <a:xfrm>
              <a:off x="6849428" y="3991928"/>
              <a:ext cx="371475" cy="19050"/>
            </a:xfrm>
            <a:custGeom>
              <a:avLst/>
              <a:gdLst>
                <a:gd name="connsiteX0" fmla="*/ 0 w 371475"/>
                <a:gd name="connsiteY0" fmla="*/ 0 h 19050"/>
                <a:gd name="connsiteX1" fmla="*/ 373380 w 371475"/>
                <a:gd name="connsiteY1" fmla="*/ 0 h 19050"/>
                <a:gd name="connsiteX2" fmla="*/ 373380 w 371475"/>
                <a:gd name="connsiteY2" fmla="*/ 22860 h 19050"/>
                <a:gd name="connsiteX3" fmla="*/ 0 w 37147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1475" h="19050">
                  <a:moveTo>
                    <a:pt x="0" y="0"/>
                  </a:moveTo>
                  <a:lnTo>
                    <a:pt x="373380" y="0"/>
                  </a:lnTo>
                  <a:lnTo>
                    <a:pt x="373380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C9F52DF-B635-4A34-BAC3-C4C08DCD78FA}"/>
                </a:ext>
              </a:extLst>
            </p:cNvPr>
            <p:cNvSpPr/>
            <p:nvPr/>
          </p:nvSpPr>
          <p:spPr>
            <a:xfrm>
              <a:off x="7021830" y="4032885"/>
              <a:ext cx="228600" cy="19050"/>
            </a:xfrm>
            <a:custGeom>
              <a:avLst/>
              <a:gdLst>
                <a:gd name="connsiteX0" fmla="*/ 0 w 228600"/>
                <a:gd name="connsiteY0" fmla="*/ 0 h 19050"/>
                <a:gd name="connsiteX1" fmla="*/ 229552 w 228600"/>
                <a:gd name="connsiteY1" fmla="*/ 0 h 19050"/>
                <a:gd name="connsiteX2" fmla="*/ 229552 w 228600"/>
                <a:gd name="connsiteY2" fmla="*/ 22860 h 19050"/>
                <a:gd name="connsiteX3" fmla="*/ 0 w 22860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" h="19050">
                  <a:moveTo>
                    <a:pt x="0" y="0"/>
                  </a:moveTo>
                  <a:lnTo>
                    <a:pt x="229552" y="0"/>
                  </a:lnTo>
                  <a:lnTo>
                    <a:pt x="22955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18E4FA0-5497-4D3F-89BA-880506D9E213}"/>
                </a:ext>
              </a:extLst>
            </p:cNvPr>
            <p:cNvSpPr/>
            <p:nvPr/>
          </p:nvSpPr>
          <p:spPr>
            <a:xfrm>
              <a:off x="7287578" y="4032885"/>
              <a:ext cx="123825" cy="19050"/>
            </a:xfrm>
            <a:custGeom>
              <a:avLst/>
              <a:gdLst>
                <a:gd name="connsiteX0" fmla="*/ 0 w 123825"/>
                <a:gd name="connsiteY0" fmla="*/ 0 h 19050"/>
                <a:gd name="connsiteX1" fmla="*/ 123825 w 123825"/>
                <a:gd name="connsiteY1" fmla="*/ 0 h 19050"/>
                <a:gd name="connsiteX2" fmla="*/ 123825 w 123825"/>
                <a:gd name="connsiteY2" fmla="*/ 22860 h 19050"/>
                <a:gd name="connsiteX3" fmla="*/ 0 w 12382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825" h="19050">
                  <a:moveTo>
                    <a:pt x="0" y="0"/>
                  </a:moveTo>
                  <a:lnTo>
                    <a:pt x="123825" y="0"/>
                  </a:lnTo>
                  <a:lnTo>
                    <a:pt x="123825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CB212D3-44BE-48CD-AEB2-8C1B76168634}"/>
                </a:ext>
              </a:extLst>
            </p:cNvPr>
            <p:cNvSpPr/>
            <p:nvPr/>
          </p:nvSpPr>
          <p:spPr>
            <a:xfrm>
              <a:off x="7453313" y="4032885"/>
              <a:ext cx="142875" cy="19050"/>
            </a:xfrm>
            <a:custGeom>
              <a:avLst/>
              <a:gdLst>
                <a:gd name="connsiteX0" fmla="*/ 0 w 142875"/>
                <a:gd name="connsiteY0" fmla="*/ 0 h 19050"/>
                <a:gd name="connsiteX1" fmla="*/ 151448 w 142875"/>
                <a:gd name="connsiteY1" fmla="*/ 0 h 19050"/>
                <a:gd name="connsiteX2" fmla="*/ 151448 w 142875"/>
                <a:gd name="connsiteY2" fmla="*/ 22860 h 19050"/>
                <a:gd name="connsiteX3" fmla="*/ 0 w 14287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19050">
                  <a:moveTo>
                    <a:pt x="0" y="0"/>
                  </a:moveTo>
                  <a:lnTo>
                    <a:pt x="151448" y="0"/>
                  </a:lnTo>
                  <a:lnTo>
                    <a:pt x="151448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F21EDEF-9A42-48FE-8338-769D2AE7A3AA}"/>
                </a:ext>
              </a:extLst>
            </p:cNvPr>
            <p:cNvSpPr/>
            <p:nvPr/>
          </p:nvSpPr>
          <p:spPr>
            <a:xfrm>
              <a:off x="7259955" y="3991928"/>
              <a:ext cx="209550" cy="19050"/>
            </a:xfrm>
            <a:custGeom>
              <a:avLst/>
              <a:gdLst>
                <a:gd name="connsiteX0" fmla="*/ 0 w 209550"/>
                <a:gd name="connsiteY0" fmla="*/ 0 h 19050"/>
                <a:gd name="connsiteX1" fmla="*/ 212408 w 209550"/>
                <a:gd name="connsiteY1" fmla="*/ 0 h 19050"/>
                <a:gd name="connsiteX2" fmla="*/ 212408 w 209550"/>
                <a:gd name="connsiteY2" fmla="*/ 22860 h 19050"/>
                <a:gd name="connsiteX3" fmla="*/ 0 w 20955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50" h="19050">
                  <a:moveTo>
                    <a:pt x="0" y="0"/>
                  </a:moveTo>
                  <a:lnTo>
                    <a:pt x="212408" y="0"/>
                  </a:lnTo>
                  <a:lnTo>
                    <a:pt x="212408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420A3D-1E71-479B-A4BC-304E12B3448A}"/>
                </a:ext>
              </a:extLst>
            </p:cNvPr>
            <p:cNvSpPr/>
            <p:nvPr/>
          </p:nvSpPr>
          <p:spPr>
            <a:xfrm>
              <a:off x="7069455" y="4072890"/>
              <a:ext cx="85725" cy="19050"/>
            </a:xfrm>
            <a:custGeom>
              <a:avLst/>
              <a:gdLst>
                <a:gd name="connsiteX0" fmla="*/ 0 w 85725"/>
                <a:gd name="connsiteY0" fmla="*/ 0 h 19050"/>
                <a:gd name="connsiteX1" fmla="*/ 92393 w 85725"/>
                <a:gd name="connsiteY1" fmla="*/ 0 h 19050"/>
                <a:gd name="connsiteX2" fmla="*/ 92393 w 85725"/>
                <a:gd name="connsiteY2" fmla="*/ 22860 h 19050"/>
                <a:gd name="connsiteX3" fmla="*/ 0 w 8572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" h="19050">
                  <a:moveTo>
                    <a:pt x="0" y="0"/>
                  </a:moveTo>
                  <a:lnTo>
                    <a:pt x="92393" y="0"/>
                  </a:lnTo>
                  <a:lnTo>
                    <a:pt x="92393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FADB290-4450-4DF6-90E8-8030FB06D4B4}"/>
                </a:ext>
              </a:extLst>
            </p:cNvPr>
            <p:cNvSpPr/>
            <p:nvPr/>
          </p:nvSpPr>
          <p:spPr>
            <a:xfrm>
              <a:off x="6965633" y="3910965"/>
              <a:ext cx="104775" cy="19050"/>
            </a:xfrm>
            <a:custGeom>
              <a:avLst/>
              <a:gdLst>
                <a:gd name="connsiteX0" fmla="*/ 0 w 104775"/>
                <a:gd name="connsiteY0" fmla="*/ 0 h 19050"/>
                <a:gd name="connsiteX1" fmla="*/ 108585 w 104775"/>
                <a:gd name="connsiteY1" fmla="*/ 0 h 19050"/>
                <a:gd name="connsiteX2" fmla="*/ 108585 w 104775"/>
                <a:gd name="connsiteY2" fmla="*/ 22860 h 19050"/>
                <a:gd name="connsiteX3" fmla="*/ 0 w 10477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75" h="19050">
                  <a:moveTo>
                    <a:pt x="0" y="0"/>
                  </a:moveTo>
                  <a:lnTo>
                    <a:pt x="108585" y="0"/>
                  </a:lnTo>
                  <a:lnTo>
                    <a:pt x="108585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F57E464-4A04-48F5-B7C5-B8534F179576}"/>
                </a:ext>
              </a:extLst>
            </p:cNvPr>
            <p:cNvSpPr/>
            <p:nvPr/>
          </p:nvSpPr>
          <p:spPr>
            <a:xfrm>
              <a:off x="7132320" y="3910965"/>
              <a:ext cx="323850" cy="19050"/>
            </a:xfrm>
            <a:custGeom>
              <a:avLst/>
              <a:gdLst>
                <a:gd name="connsiteX0" fmla="*/ 0 w 323850"/>
                <a:gd name="connsiteY0" fmla="*/ 0 h 19050"/>
                <a:gd name="connsiteX1" fmla="*/ 329565 w 323850"/>
                <a:gd name="connsiteY1" fmla="*/ 0 h 19050"/>
                <a:gd name="connsiteX2" fmla="*/ 329565 w 323850"/>
                <a:gd name="connsiteY2" fmla="*/ 22860 h 19050"/>
                <a:gd name="connsiteX3" fmla="*/ 0 w 32385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" h="19050">
                  <a:moveTo>
                    <a:pt x="0" y="0"/>
                  </a:moveTo>
                  <a:lnTo>
                    <a:pt x="329565" y="0"/>
                  </a:lnTo>
                  <a:lnTo>
                    <a:pt x="329565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F8B024B-8CAA-459C-88E0-9785426C05BA}"/>
                </a:ext>
              </a:extLst>
            </p:cNvPr>
            <p:cNvSpPr/>
            <p:nvPr/>
          </p:nvSpPr>
          <p:spPr>
            <a:xfrm>
              <a:off x="6829425" y="3870960"/>
              <a:ext cx="209550" cy="19050"/>
            </a:xfrm>
            <a:custGeom>
              <a:avLst/>
              <a:gdLst>
                <a:gd name="connsiteX0" fmla="*/ 0 w 209550"/>
                <a:gd name="connsiteY0" fmla="*/ 0 h 19050"/>
                <a:gd name="connsiteX1" fmla="*/ 210503 w 209550"/>
                <a:gd name="connsiteY1" fmla="*/ 0 h 19050"/>
                <a:gd name="connsiteX2" fmla="*/ 210503 w 209550"/>
                <a:gd name="connsiteY2" fmla="*/ 22860 h 19050"/>
                <a:gd name="connsiteX3" fmla="*/ 0 w 20955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50" h="19050">
                  <a:moveTo>
                    <a:pt x="0" y="0"/>
                  </a:moveTo>
                  <a:lnTo>
                    <a:pt x="210503" y="0"/>
                  </a:lnTo>
                  <a:lnTo>
                    <a:pt x="210503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38F669A-9E9B-4B42-B8B8-B7D7E6696BE2}"/>
                </a:ext>
              </a:extLst>
            </p:cNvPr>
            <p:cNvSpPr/>
            <p:nvPr/>
          </p:nvSpPr>
          <p:spPr>
            <a:xfrm>
              <a:off x="6849428" y="3830955"/>
              <a:ext cx="228600" cy="19050"/>
            </a:xfrm>
            <a:custGeom>
              <a:avLst/>
              <a:gdLst>
                <a:gd name="connsiteX0" fmla="*/ 0 w 228600"/>
                <a:gd name="connsiteY0" fmla="*/ 0 h 19050"/>
                <a:gd name="connsiteX1" fmla="*/ 234315 w 228600"/>
                <a:gd name="connsiteY1" fmla="*/ 0 h 19050"/>
                <a:gd name="connsiteX2" fmla="*/ 234315 w 228600"/>
                <a:gd name="connsiteY2" fmla="*/ 22860 h 19050"/>
                <a:gd name="connsiteX3" fmla="*/ 0 w 22860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" h="19050">
                  <a:moveTo>
                    <a:pt x="0" y="0"/>
                  </a:moveTo>
                  <a:lnTo>
                    <a:pt x="234315" y="0"/>
                  </a:lnTo>
                  <a:lnTo>
                    <a:pt x="234315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29EF6EA-6289-4B5E-96DD-91520ADD2296}"/>
                </a:ext>
              </a:extLst>
            </p:cNvPr>
            <p:cNvSpPr/>
            <p:nvPr/>
          </p:nvSpPr>
          <p:spPr>
            <a:xfrm>
              <a:off x="6849428" y="3789998"/>
              <a:ext cx="161925" cy="19050"/>
            </a:xfrm>
            <a:custGeom>
              <a:avLst/>
              <a:gdLst>
                <a:gd name="connsiteX0" fmla="*/ 0 w 161925"/>
                <a:gd name="connsiteY0" fmla="*/ 0 h 19050"/>
                <a:gd name="connsiteX1" fmla="*/ 162878 w 161925"/>
                <a:gd name="connsiteY1" fmla="*/ 0 h 19050"/>
                <a:gd name="connsiteX2" fmla="*/ 162878 w 161925"/>
                <a:gd name="connsiteY2" fmla="*/ 22860 h 19050"/>
                <a:gd name="connsiteX3" fmla="*/ 0 w 16192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925" h="19050">
                  <a:moveTo>
                    <a:pt x="0" y="0"/>
                  </a:moveTo>
                  <a:lnTo>
                    <a:pt x="162878" y="0"/>
                  </a:lnTo>
                  <a:lnTo>
                    <a:pt x="162878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9201401-3C3B-4054-8A2A-67C787AC2520}"/>
                </a:ext>
              </a:extLst>
            </p:cNvPr>
            <p:cNvSpPr/>
            <p:nvPr/>
          </p:nvSpPr>
          <p:spPr>
            <a:xfrm>
              <a:off x="7132320" y="3770948"/>
              <a:ext cx="171450" cy="19050"/>
            </a:xfrm>
            <a:custGeom>
              <a:avLst/>
              <a:gdLst>
                <a:gd name="connsiteX0" fmla="*/ 0 w 171450"/>
                <a:gd name="connsiteY0" fmla="*/ 0 h 19050"/>
                <a:gd name="connsiteX1" fmla="*/ 176212 w 171450"/>
                <a:gd name="connsiteY1" fmla="*/ 0 h 19050"/>
                <a:gd name="connsiteX2" fmla="*/ 176212 w 171450"/>
                <a:gd name="connsiteY2" fmla="*/ 22860 h 19050"/>
                <a:gd name="connsiteX3" fmla="*/ 0 w 171450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" h="19050">
                  <a:moveTo>
                    <a:pt x="0" y="0"/>
                  </a:moveTo>
                  <a:lnTo>
                    <a:pt x="176212" y="0"/>
                  </a:lnTo>
                  <a:lnTo>
                    <a:pt x="176212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441962C-F3DF-47A8-9D0F-AB7539216CA5}"/>
                </a:ext>
              </a:extLst>
            </p:cNvPr>
            <p:cNvSpPr/>
            <p:nvPr/>
          </p:nvSpPr>
          <p:spPr>
            <a:xfrm>
              <a:off x="7049453" y="3729990"/>
              <a:ext cx="295275" cy="19050"/>
            </a:xfrm>
            <a:custGeom>
              <a:avLst/>
              <a:gdLst>
                <a:gd name="connsiteX0" fmla="*/ 0 w 295275"/>
                <a:gd name="connsiteY0" fmla="*/ 0 h 19050"/>
                <a:gd name="connsiteX1" fmla="*/ 303848 w 295275"/>
                <a:gd name="connsiteY1" fmla="*/ 0 h 19050"/>
                <a:gd name="connsiteX2" fmla="*/ 303848 w 295275"/>
                <a:gd name="connsiteY2" fmla="*/ 22860 h 19050"/>
                <a:gd name="connsiteX3" fmla="*/ 0 w 29527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275" h="19050">
                  <a:moveTo>
                    <a:pt x="0" y="0"/>
                  </a:moveTo>
                  <a:lnTo>
                    <a:pt x="303848" y="0"/>
                  </a:lnTo>
                  <a:lnTo>
                    <a:pt x="303848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DBAA3FF-D030-413D-B3D6-E0AD462BBC8A}"/>
                </a:ext>
              </a:extLst>
            </p:cNvPr>
            <p:cNvSpPr/>
            <p:nvPr/>
          </p:nvSpPr>
          <p:spPr>
            <a:xfrm>
              <a:off x="6977063" y="3689985"/>
              <a:ext cx="142875" cy="19050"/>
            </a:xfrm>
            <a:custGeom>
              <a:avLst/>
              <a:gdLst>
                <a:gd name="connsiteX0" fmla="*/ 0 w 142875"/>
                <a:gd name="connsiteY0" fmla="*/ 0 h 19050"/>
                <a:gd name="connsiteX1" fmla="*/ 151447 w 142875"/>
                <a:gd name="connsiteY1" fmla="*/ 0 h 19050"/>
                <a:gd name="connsiteX2" fmla="*/ 151447 w 142875"/>
                <a:gd name="connsiteY2" fmla="*/ 22860 h 19050"/>
                <a:gd name="connsiteX3" fmla="*/ 0 w 14287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19050">
                  <a:moveTo>
                    <a:pt x="0" y="0"/>
                  </a:moveTo>
                  <a:lnTo>
                    <a:pt x="151447" y="0"/>
                  </a:lnTo>
                  <a:lnTo>
                    <a:pt x="151447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F8B5155-9535-4BF2-9979-2F638ECC8748}"/>
                </a:ext>
              </a:extLst>
            </p:cNvPr>
            <p:cNvSpPr/>
            <p:nvPr/>
          </p:nvSpPr>
          <p:spPr>
            <a:xfrm>
              <a:off x="7153275" y="3689985"/>
              <a:ext cx="104775" cy="19050"/>
            </a:xfrm>
            <a:custGeom>
              <a:avLst/>
              <a:gdLst>
                <a:gd name="connsiteX0" fmla="*/ 0 w 104775"/>
                <a:gd name="connsiteY0" fmla="*/ 0 h 19050"/>
                <a:gd name="connsiteX1" fmla="*/ 106680 w 104775"/>
                <a:gd name="connsiteY1" fmla="*/ 0 h 19050"/>
                <a:gd name="connsiteX2" fmla="*/ 106680 w 104775"/>
                <a:gd name="connsiteY2" fmla="*/ 22860 h 19050"/>
                <a:gd name="connsiteX3" fmla="*/ 0 w 104775"/>
                <a:gd name="connsiteY3" fmla="*/ 2286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75" h="19050">
                  <a:moveTo>
                    <a:pt x="0" y="0"/>
                  </a:moveTo>
                  <a:lnTo>
                    <a:pt x="106680" y="0"/>
                  </a:lnTo>
                  <a:lnTo>
                    <a:pt x="106680" y="22860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0AF233B9-8FF7-435C-B040-74042DF786CF}"/>
                </a:ext>
              </a:extLst>
            </p:cNvPr>
            <p:cNvSpPr/>
            <p:nvPr/>
          </p:nvSpPr>
          <p:spPr>
            <a:xfrm>
              <a:off x="5110163" y="4355782"/>
              <a:ext cx="152400" cy="400050"/>
            </a:xfrm>
            <a:custGeom>
              <a:avLst/>
              <a:gdLst>
                <a:gd name="connsiteX0" fmla="*/ 0 w 152400"/>
                <a:gd name="connsiteY0" fmla="*/ 406718 h 400050"/>
                <a:gd name="connsiteX1" fmla="*/ 16193 w 152400"/>
                <a:gd name="connsiteY1" fmla="*/ 406718 h 400050"/>
                <a:gd name="connsiteX2" fmla="*/ 156210 w 152400"/>
                <a:gd name="connsiteY2" fmla="*/ 0 h 400050"/>
                <a:gd name="connsiteX3" fmla="*/ 140018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406718"/>
                  </a:moveTo>
                  <a:lnTo>
                    <a:pt x="16193" y="406718"/>
                  </a:lnTo>
                  <a:lnTo>
                    <a:pt x="156210" y="0"/>
                  </a:lnTo>
                  <a:lnTo>
                    <a:pt x="140018" y="0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B2A9A1D-0FC2-43BC-9469-7E510293175B}"/>
                </a:ext>
              </a:extLst>
            </p:cNvPr>
            <p:cNvSpPr/>
            <p:nvPr/>
          </p:nvSpPr>
          <p:spPr>
            <a:xfrm>
              <a:off x="5346382" y="4355782"/>
              <a:ext cx="152400" cy="400050"/>
            </a:xfrm>
            <a:custGeom>
              <a:avLst/>
              <a:gdLst>
                <a:gd name="connsiteX0" fmla="*/ 0 w 152400"/>
                <a:gd name="connsiteY0" fmla="*/ 406718 h 400050"/>
                <a:gd name="connsiteX1" fmla="*/ 16193 w 152400"/>
                <a:gd name="connsiteY1" fmla="*/ 406718 h 400050"/>
                <a:gd name="connsiteX2" fmla="*/ 156210 w 152400"/>
                <a:gd name="connsiteY2" fmla="*/ 0 h 400050"/>
                <a:gd name="connsiteX3" fmla="*/ 140018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406718"/>
                  </a:moveTo>
                  <a:lnTo>
                    <a:pt x="16193" y="406718"/>
                  </a:lnTo>
                  <a:lnTo>
                    <a:pt x="156210" y="0"/>
                  </a:lnTo>
                  <a:lnTo>
                    <a:pt x="140018" y="0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AF569E9-3AE2-458B-8CB6-5786B0EDE45C}"/>
                </a:ext>
              </a:extLst>
            </p:cNvPr>
            <p:cNvSpPr/>
            <p:nvPr/>
          </p:nvSpPr>
          <p:spPr>
            <a:xfrm>
              <a:off x="5088740" y="3755707"/>
              <a:ext cx="704850" cy="600075"/>
            </a:xfrm>
            <a:custGeom>
              <a:avLst/>
              <a:gdLst>
                <a:gd name="connsiteX0" fmla="*/ 678648 w 704850"/>
                <a:gd name="connsiteY0" fmla="*/ 530543 h 600075"/>
                <a:gd name="connsiteX1" fmla="*/ 551013 w 704850"/>
                <a:gd name="connsiteY1" fmla="*/ 530543 h 600075"/>
                <a:gd name="connsiteX2" fmla="*/ 418615 w 704850"/>
                <a:gd name="connsiteY2" fmla="*/ 431483 h 600075"/>
                <a:gd name="connsiteX3" fmla="*/ 357655 w 704850"/>
                <a:gd name="connsiteY3" fmla="*/ 177165 h 600075"/>
                <a:gd name="connsiteX4" fmla="*/ 147153 w 704850"/>
                <a:gd name="connsiteY4" fmla="*/ 0 h 600075"/>
                <a:gd name="connsiteX5" fmla="*/ 3325 w 704850"/>
                <a:gd name="connsiteY5" fmla="*/ 177165 h 600075"/>
                <a:gd name="connsiteX6" fmla="*/ 102385 w 704850"/>
                <a:gd name="connsiteY6" fmla="*/ 559118 h 600075"/>
                <a:gd name="connsiteX7" fmla="*/ 152868 w 704850"/>
                <a:gd name="connsiteY7" fmla="*/ 600075 h 600075"/>
                <a:gd name="connsiteX8" fmla="*/ 678648 w 704850"/>
                <a:gd name="connsiteY8" fmla="*/ 599123 h 600075"/>
                <a:gd name="connsiteX9" fmla="*/ 713890 w 704850"/>
                <a:gd name="connsiteY9" fmla="*/ 563880 h 600075"/>
                <a:gd name="connsiteX10" fmla="*/ 678648 w 704850"/>
                <a:gd name="connsiteY10" fmla="*/ 530543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850" h="600075">
                  <a:moveTo>
                    <a:pt x="678648" y="530543"/>
                  </a:moveTo>
                  <a:lnTo>
                    <a:pt x="551013" y="530543"/>
                  </a:lnTo>
                  <a:cubicBezTo>
                    <a:pt x="491958" y="530543"/>
                    <a:pt x="429093" y="488633"/>
                    <a:pt x="418615" y="431483"/>
                  </a:cubicBezTo>
                  <a:lnTo>
                    <a:pt x="357655" y="177165"/>
                  </a:lnTo>
                  <a:cubicBezTo>
                    <a:pt x="339558" y="79058"/>
                    <a:pt x="245260" y="0"/>
                    <a:pt x="147153" y="0"/>
                  </a:cubicBezTo>
                  <a:cubicBezTo>
                    <a:pt x="49045" y="0"/>
                    <a:pt x="-15725" y="79058"/>
                    <a:pt x="3325" y="177165"/>
                  </a:cubicBezTo>
                  <a:lnTo>
                    <a:pt x="102385" y="559118"/>
                  </a:lnTo>
                  <a:cubicBezTo>
                    <a:pt x="107148" y="582930"/>
                    <a:pt x="128103" y="600075"/>
                    <a:pt x="152868" y="600075"/>
                  </a:cubicBezTo>
                  <a:lnTo>
                    <a:pt x="678648" y="599123"/>
                  </a:lnTo>
                  <a:cubicBezTo>
                    <a:pt x="697698" y="599123"/>
                    <a:pt x="713890" y="583883"/>
                    <a:pt x="713890" y="563880"/>
                  </a:cubicBezTo>
                  <a:cubicBezTo>
                    <a:pt x="712938" y="545783"/>
                    <a:pt x="697698" y="530543"/>
                    <a:pt x="678648" y="53054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5809C47-5295-42A7-8BC8-D4C3F21AB947}"/>
                </a:ext>
              </a:extLst>
            </p:cNvPr>
            <p:cNvSpPr/>
            <p:nvPr/>
          </p:nvSpPr>
          <p:spPr>
            <a:xfrm>
              <a:off x="5087787" y="3754755"/>
              <a:ext cx="200025" cy="600075"/>
            </a:xfrm>
            <a:custGeom>
              <a:avLst/>
              <a:gdLst>
                <a:gd name="connsiteX0" fmla="*/ 153820 w 200025"/>
                <a:gd name="connsiteY0" fmla="*/ 560070 h 600075"/>
                <a:gd name="connsiteX1" fmla="*/ 53808 w 200025"/>
                <a:gd name="connsiteY1" fmla="*/ 177165 h 600075"/>
                <a:gd name="connsiteX2" fmla="*/ 172870 w 200025"/>
                <a:gd name="connsiteY2" fmla="*/ 1905 h 600075"/>
                <a:gd name="connsiteX3" fmla="*/ 147153 w 200025"/>
                <a:gd name="connsiteY3" fmla="*/ 0 h 600075"/>
                <a:gd name="connsiteX4" fmla="*/ 3325 w 200025"/>
                <a:gd name="connsiteY4" fmla="*/ 177165 h 600075"/>
                <a:gd name="connsiteX5" fmla="*/ 103338 w 200025"/>
                <a:gd name="connsiteY5" fmla="*/ 560070 h 600075"/>
                <a:gd name="connsiteX6" fmla="*/ 153820 w 200025"/>
                <a:gd name="connsiteY6" fmla="*/ 601027 h 600075"/>
                <a:gd name="connsiteX7" fmla="*/ 204303 w 200025"/>
                <a:gd name="connsiteY7" fmla="*/ 601027 h 600075"/>
                <a:gd name="connsiteX8" fmla="*/ 153820 w 200025"/>
                <a:gd name="connsiteY8" fmla="*/ 56007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600075">
                  <a:moveTo>
                    <a:pt x="153820" y="560070"/>
                  </a:moveTo>
                  <a:lnTo>
                    <a:pt x="53808" y="177165"/>
                  </a:lnTo>
                  <a:cubicBezTo>
                    <a:pt x="36663" y="87630"/>
                    <a:pt x="89050" y="14288"/>
                    <a:pt x="172870" y="1905"/>
                  </a:cubicBezTo>
                  <a:cubicBezTo>
                    <a:pt x="164298" y="952"/>
                    <a:pt x="155725" y="0"/>
                    <a:pt x="147153" y="0"/>
                  </a:cubicBezTo>
                  <a:cubicBezTo>
                    <a:pt x="49045" y="0"/>
                    <a:pt x="-15725" y="79057"/>
                    <a:pt x="3325" y="177165"/>
                  </a:cubicBezTo>
                  <a:lnTo>
                    <a:pt x="103338" y="560070"/>
                  </a:lnTo>
                  <a:cubicBezTo>
                    <a:pt x="108100" y="583882"/>
                    <a:pt x="129055" y="601027"/>
                    <a:pt x="153820" y="601027"/>
                  </a:cubicBezTo>
                  <a:lnTo>
                    <a:pt x="204303" y="601027"/>
                  </a:lnTo>
                  <a:cubicBezTo>
                    <a:pt x="178585" y="601027"/>
                    <a:pt x="158583" y="583882"/>
                    <a:pt x="153820" y="560070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56F00B75-5E7C-41F9-81FD-CBA9782254A6}"/>
                </a:ext>
              </a:extLst>
            </p:cNvPr>
            <p:cNvSpPr/>
            <p:nvPr/>
          </p:nvSpPr>
          <p:spPr>
            <a:xfrm>
              <a:off x="5654040" y="4355782"/>
              <a:ext cx="152400" cy="400050"/>
            </a:xfrm>
            <a:custGeom>
              <a:avLst/>
              <a:gdLst>
                <a:gd name="connsiteX0" fmla="*/ 0 w 152400"/>
                <a:gd name="connsiteY0" fmla="*/ 0 h 400050"/>
                <a:gd name="connsiteX1" fmla="*/ 140017 w 152400"/>
                <a:gd name="connsiteY1" fmla="*/ 406718 h 400050"/>
                <a:gd name="connsiteX2" fmla="*/ 155257 w 152400"/>
                <a:gd name="connsiteY2" fmla="*/ 406718 h 400050"/>
                <a:gd name="connsiteX3" fmla="*/ 15240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0"/>
                  </a:moveTo>
                  <a:lnTo>
                    <a:pt x="140017" y="406718"/>
                  </a:lnTo>
                  <a:lnTo>
                    <a:pt x="155257" y="406718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92AEA0C-A8D1-4173-AC95-8F025DD392DA}"/>
                </a:ext>
              </a:extLst>
            </p:cNvPr>
            <p:cNvSpPr/>
            <p:nvPr/>
          </p:nvSpPr>
          <p:spPr>
            <a:xfrm>
              <a:off x="5417820" y="4355782"/>
              <a:ext cx="152400" cy="400050"/>
            </a:xfrm>
            <a:custGeom>
              <a:avLst/>
              <a:gdLst>
                <a:gd name="connsiteX0" fmla="*/ 0 w 152400"/>
                <a:gd name="connsiteY0" fmla="*/ 0 h 400050"/>
                <a:gd name="connsiteX1" fmla="*/ 140018 w 152400"/>
                <a:gd name="connsiteY1" fmla="*/ 406718 h 400050"/>
                <a:gd name="connsiteX2" fmla="*/ 155258 w 152400"/>
                <a:gd name="connsiteY2" fmla="*/ 406718 h 400050"/>
                <a:gd name="connsiteX3" fmla="*/ 15240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0"/>
                  </a:moveTo>
                  <a:lnTo>
                    <a:pt x="140018" y="406718"/>
                  </a:lnTo>
                  <a:lnTo>
                    <a:pt x="155258" y="406718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CCE8721-B7C6-45B5-AEF8-BC01948CB176}"/>
                </a:ext>
              </a:extLst>
            </p:cNvPr>
            <p:cNvSpPr/>
            <p:nvPr/>
          </p:nvSpPr>
          <p:spPr>
            <a:xfrm>
              <a:off x="5679757" y="4657725"/>
              <a:ext cx="76200" cy="76200"/>
            </a:xfrm>
            <a:custGeom>
              <a:avLst/>
              <a:gdLst>
                <a:gd name="connsiteX0" fmla="*/ 50483 w 76200"/>
                <a:gd name="connsiteY0" fmla="*/ 953 h 76200"/>
                <a:gd name="connsiteX1" fmla="*/ 16193 w 76200"/>
                <a:gd name="connsiteY1" fmla="*/ 0 h 76200"/>
                <a:gd name="connsiteX2" fmla="*/ 8573 w 76200"/>
                <a:gd name="connsiteY2" fmla="*/ 10478 h 76200"/>
                <a:gd name="connsiteX3" fmla="*/ 0 w 76200"/>
                <a:gd name="connsiteY3" fmla="*/ 27622 h 76200"/>
                <a:gd name="connsiteX4" fmla="*/ 19050 w 76200"/>
                <a:gd name="connsiteY4" fmla="*/ 57150 h 76200"/>
                <a:gd name="connsiteX5" fmla="*/ 46673 w 76200"/>
                <a:gd name="connsiteY5" fmla="*/ 79057 h 76200"/>
                <a:gd name="connsiteX6" fmla="*/ 82868 w 76200"/>
                <a:gd name="connsiteY6" fmla="*/ 80963 h 76200"/>
                <a:gd name="connsiteX7" fmla="*/ 51435 w 76200"/>
                <a:gd name="connsiteY7" fmla="*/ 19050 h 76200"/>
                <a:gd name="connsiteX8" fmla="*/ 50483 w 76200"/>
                <a:gd name="connsiteY8" fmla="*/ 953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200" h="76200">
                  <a:moveTo>
                    <a:pt x="50483" y="953"/>
                  </a:moveTo>
                  <a:lnTo>
                    <a:pt x="16193" y="0"/>
                  </a:lnTo>
                  <a:cubicBezTo>
                    <a:pt x="16193" y="0"/>
                    <a:pt x="12383" y="1905"/>
                    <a:pt x="8573" y="10478"/>
                  </a:cubicBezTo>
                  <a:cubicBezTo>
                    <a:pt x="8573" y="10478"/>
                    <a:pt x="0" y="17145"/>
                    <a:pt x="0" y="27622"/>
                  </a:cubicBezTo>
                  <a:cubicBezTo>
                    <a:pt x="0" y="33338"/>
                    <a:pt x="13335" y="47625"/>
                    <a:pt x="19050" y="57150"/>
                  </a:cubicBezTo>
                  <a:cubicBezTo>
                    <a:pt x="23813" y="64770"/>
                    <a:pt x="34290" y="72390"/>
                    <a:pt x="46673" y="79057"/>
                  </a:cubicBezTo>
                  <a:cubicBezTo>
                    <a:pt x="60008" y="85725"/>
                    <a:pt x="79058" y="88582"/>
                    <a:pt x="82868" y="80963"/>
                  </a:cubicBezTo>
                  <a:cubicBezTo>
                    <a:pt x="91440" y="66675"/>
                    <a:pt x="54293" y="34290"/>
                    <a:pt x="51435" y="19050"/>
                  </a:cubicBezTo>
                  <a:cubicBezTo>
                    <a:pt x="51435" y="12382"/>
                    <a:pt x="50483" y="953"/>
                    <a:pt x="50483" y="953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5F8DF3E-EE50-4840-8BEE-39A13926A6D7}"/>
                </a:ext>
              </a:extLst>
            </p:cNvPr>
            <p:cNvSpPr/>
            <p:nvPr/>
          </p:nvSpPr>
          <p:spPr>
            <a:xfrm>
              <a:off x="5689282" y="4653915"/>
              <a:ext cx="38100" cy="28575"/>
            </a:xfrm>
            <a:custGeom>
              <a:avLst/>
              <a:gdLst>
                <a:gd name="connsiteX0" fmla="*/ 42863 w 38100"/>
                <a:gd name="connsiteY0" fmla="*/ 3810 h 28575"/>
                <a:gd name="connsiteX1" fmla="*/ 5715 w 38100"/>
                <a:gd name="connsiteY1" fmla="*/ 0 h 28575"/>
                <a:gd name="connsiteX2" fmla="*/ 0 w 38100"/>
                <a:gd name="connsiteY2" fmla="*/ 14288 h 28575"/>
                <a:gd name="connsiteX3" fmla="*/ 20003 w 38100"/>
                <a:gd name="connsiteY3" fmla="*/ 29528 h 28575"/>
                <a:gd name="connsiteX4" fmla="*/ 42863 w 38100"/>
                <a:gd name="connsiteY4" fmla="*/ 23813 h 28575"/>
                <a:gd name="connsiteX5" fmla="*/ 42863 w 38100"/>
                <a:gd name="connsiteY5" fmla="*/ 381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0" h="28575">
                  <a:moveTo>
                    <a:pt x="42863" y="3810"/>
                  </a:moveTo>
                  <a:lnTo>
                    <a:pt x="5715" y="0"/>
                  </a:lnTo>
                  <a:cubicBezTo>
                    <a:pt x="5715" y="0"/>
                    <a:pt x="2858" y="5715"/>
                    <a:pt x="0" y="14288"/>
                  </a:cubicBezTo>
                  <a:cubicBezTo>
                    <a:pt x="0" y="14288"/>
                    <a:pt x="5715" y="25717"/>
                    <a:pt x="20003" y="29528"/>
                  </a:cubicBezTo>
                  <a:cubicBezTo>
                    <a:pt x="32385" y="32385"/>
                    <a:pt x="42863" y="23813"/>
                    <a:pt x="42863" y="23813"/>
                  </a:cubicBezTo>
                  <a:cubicBezTo>
                    <a:pt x="40958" y="12382"/>
                    <a:pt x="42863" y="3810"/>
                    <a:pt x="42863" y="381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20C063A-CA5E-42F4-B613-FAA0C4F589D8}"/>
                </a:ext>
              </a:extLst>
            </p:cNvPr>
            <p:cNvSpPr/>
            <p:nvPr/>
          </p:nvSpPr>
          <p:spPr>
            <a:xfrm>
              <a:off x="5240164" y="4064311"/>
              <a:ext cx="666750" cy="257175"/>
            </a:xfrm>
            <a:custGeom>
              <a:avLst/>
              <a:gdLst>
                <a:gd name="connsiteX0" fmla="*/ 632952 w 666750"/>
                <a:gd name="connsiteY0" fmla="*/ 162884 h 257175"/>
                <a:gd name="connsiteX1" fmla="*/ 50021 w 666750"/>
                <a:gd name="connsiteY1" fmla="*/ 7 h 257175"/>
                <a:gd name="connsiteX2" fmla="*/ 89074 w 666750"/>
                <a:gd name="connsiteY2" fmla="*/ 214320 h 257175"/>
                <a:gd name="connsiteX3" fmla="*/ 611044 w 666750"/>
                <a:gd name="connsiteY3" fmla="*/ 254324 h 257175"/>
                <a:gd name="connsiteX4" fmla="*/ 632952 w 666750"/>
                <a:gd name="connsiteY4" fmla="*/ 162884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0" h="257175">
                  <a:moveTo>
                    <a:pt x="632952" y="162884"/>
                  </a:moveTo>
                  <a:cubicBezTo>
                    <a:pt x="495792" y="94305"/>
                    <a:pt x="111934" y="-945"/>
                    <a:pt x="50021" y="7"/>
                  </a:cubicBezTo>
                  <a:cubicBezTo>
                    <a:pt x="50021" y="7"/>
                    <a:pt x="-85233" y="107639"/>
                    <a:pt x="89074" y="214320"/>
                  </a:cubicBezTo>
                  <a:cubicBezTo>
                    <a:pt x="198611" y="280995"/>
                    <a:pt x="432926" y="257182"/>
                    <a:pt x="611044" y="254324"/>
                  </a:cubicBezTo>
                  <a:cubicBezTo>
                    <a:pt x="672956" y="253372"/>
                    <a:pt x="691054" y="192412"/>
                    <a:pt x="632952" y="162884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0883F186-CD89-48DC-8655-D7BF29C6DC3C}"/>
                </a:ext>
              </a:extLst>
            </p:cNvPr>
            <p:cNvSpPr/>
            <p:nvPr/>
          </p:nvSpPr>
          <p:spPr>
            <a:xfrm>
              <a:off x="5515775" y="4102240"/>
              <a:ext cx="342900" cy="142875"/>
            </a:xfrm>
            <a:custGeom>
              <a:avLst/>
              <a:gdLst>
                <a:gd name="connsiteX0" fmla="*/ 317335 w 342900"/>
                <a:gd name="connsiteY0" fmla="*/ 10655 h 142875"/>
                <a:gd name="connsiteX1" fmla="*/ 90640 w 342900"/>
                <a:gd name="connsiteY1" fmla="*/ 8751 h 142875"/>
                <a:gd name="connsiteX2" fmla="*/ 23013 w 342900"/>
                <a:gd name="connsiteY2" fmla="*/ 91618 h 142875"/>
                <a:gd name="connsiteX3" fmla="*/ 268758 w 342900"/>
                <a:gd name="connsiteY3" fmla="*/ 124955 h 142875"/>
                <a:gd name="connsiteX4" fmla="*/ 317335 w 342900"/>
                <a:gd name="connsiteY4" fmla="*/ 10655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900" h="142875">
                  <a:moveTo>
                    <a:pt x="317335" y="10655"/>
                  </a:moveTo>
                  <a:cubicBezTo>
                    <a:pt x="251613" y="-13157"/>
                    <a:pt x="152553" y="10655"/>
                    <a:pt x="90640" y="8751"/>
                  </a:cubicBezTo>
                  <a:cubicBezTo>
                    <a:pt x="63970" y="7798"/>
                    <a:pt x="-47472" y="36373"/>
                    <a:pt x="23013" y="91618"/>
                  </a:cubicBezTo>
                  <a:cubicBezTo>
                    <a:pt x="123978" y="171628"/>
                    <a:pt x="214465" y="140195"/>
                    <a:pt x="268758" y="124955"/>
                  </a:cubicBezTo>
                  <a:cubicBezTo>
                    <a:pt x="327813" y="109716"/>
                    <a:pt x="378295" y="33516"/>
                    <a:pt x="317335" y="10655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2A6476E-B79E-4CBD-AA6F-D70A9B255F44}"/>
                </a:ext>
              </a:extLst>
            </p:cNvPr>
            <p:cNvSpPr/>
            <p:nvPr/>
          </p:nvSpPr>
          <p:spPr>
            <a:xfrm>
              <a:off x="5688330" y="4228223"/>
              <a:ext cx="219075" cy="438150"/>
            </a:xfrm>
            <a:custGeom>
              <a:avLst/>
              <a:gdLst>
                <a:gd name="connsiteX0" fmla="*/ 99060 w 219075"/>
                <a:gd name="connsiteY0" fmla="*/ 70409 h 438150"/>
                <a:gd name="connsiteX1" fmla="*/ 0 w 219075"/>
                <a:gd name="connsiteY1" fmla="*/ 433312 h 438150"/>
                <a:gd name="connsiteX2" fmla="*/ 48577 w 219075"/>
                <a:gd name="connsiteY2" fmla="*/ 447599 h 438150"/>
                <a:gd name="connsiteX3" fmla="*/ 215265 w 219075"/>
                <a:gd name="connsiteY3" fmla="*/ 89459 h 438150"/>
                <a:gd name="connsiteX4" fmla="*/ 99060 w 219075"/>
                <a:gd name="connsiteY4" fmla="*/ 70409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438150">
                  <a:moveTo>
                    <a:pt x="99060" y="70409"/>
                  </a:moveTo>
                  <a:cubicBezTo>
                    <a:pt x="50482" y="258052"/>
                    <a:pt x="0" y="433312"/>
                    <a:pt x="0" y="433312"/>
                  </a:cubicBezTo>
                  <a:cubicBezTo>
                    <a:pt x="16192" y="427597"/>
                    <a:pt x="40957" y="435217"/>
                    <a:pt x="48577" y="447599"/>
                  </a:cubicBezTo>
                  <a:cubicBezTo>
                    <a:pt x="48577" y="447599"/>
                    <a:pt x="123825" y="289484"/>
                    <a:pt x="215265" y="89459"/>
                  </a:cubicBezTo>
                  <a:cubicBezTo>
                    <a:pt x="253365" y="7544"/>
                    <a:pt x="131445" y="-53416"/>
                    <a:pt x="99060" y="70409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53863BC-7357-446F-B13A-EC102063DF8E}"/>
                </a:ext>
              </a:extLst>
            </p:cNvPr>
            <p:cNvSpPr/>
            <p:nvPr/>
          </p:nvSpPr>
          <p:spPr>
            <a:xfrm>
              <a:off x="5633125" y="4531995"/>
              <a:ext cx="57150" cy="104775"/>
            </a:xfrm>
            <a:custGeom>
              <a:avLst/>
              <a:gdLst>
                <a:gd name="connsiteX0" fmla="*/ 58063 w 57150"/>
                <a:gd name="connsiteY0" fmla="*/ 17145 h 104775"/>
                <a:gd name="connsiteX1" fmla="*/ 28535 w 57150"/>
                <a:gd name="connsiteY1" fmla="*/ 0 h 104775"/>
                <a:gd name="connsiteX2" fmla="*/ 17106 w 57150"/>
                <a:gd name="connsiteY2" fmla="*/ 5715 h 104775"/>
                <a:gd name="connsiteX3" fmla="*/ 913 w 57150"/>
                <a:gd name="connsiteY3" fmla="*/ 16193 h 104775"/>
                <a:gd name="connsiteX4" fmla="*/ 2818 w 57150"/>
                <a:gd name="connsiteY4" fmla="*/ 51435 h 104775"/>
                <a:gd name="connsiteX5" fmla="*/ 16153 w 57150"/>
                <a:gd name="connsiteY5" fmla="*/ 84773 h 104775"/>
                <a:gd name="connsiteX6" fmla="*/ 46633 w 57150"/>
                <a:gd name="connsiteY6" fmla="*/ 104775 h 104775"/>
                <a:gd name="connsiteX7" fmla="*/ 50443 w 57150"/>
                <a:gd name="connsiteY7" fmla="*/ 36195 h 104775"/>
                <a:gd name="connsiteX8" fmla="*/ 58063 w 57150"/>
                <a:gd name="connsiteY8" fmla="*/ 1714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104775">
                  <a:moveTo>
                    <a:pt x="58063" y="17145"/>
                  </a:moveTo>
                  <a:lnTo>
                    <a:pt x="28535" y="0"/>
                  </a:lnTo>
                  <a:cubicBezTo>
                    <a:pt x="28535" y="0"/>
                    <a:pt x="24725" y="0"/>
                    <a:pt x="17106" y="5715"/>
                  </a:cubicBezTo>
                  <a:cubicBezTo>
                    <a:pt x="17106" y="5715"/>
                    <a:pt x="5675" y="7620"/>
                    <a:pt x="913" y="16193"/>
                  </a:cubicBezTo>
                  <a:cubicBezTo>
                    <a:pt x="-1944" y="21908"/>
                    <a:pt x="2818" y="40005"/>
                    <a:pt x="2818" y="51435"/>
                  </a:cubicBezTo>
                  <a:cubicBezTo>
                    <a:pt x="2818" y="60960"/>
                    <a:pt x="8533" y="72390"/>
                    <a:pt x="16153" y="84773"/>
                  </a:cubicBezTo>
                  <a:cubicBezTo>
                    <a:pt x="23773" y="97155"/>
                    <a:pt x="39013" y="108585"/>
                    <a:pt x="46633" y="104775"/>
                  </a:cubicBezTo>
                  <a:cubicBezTo>
                    <a:pt x="60920" y="96203"/>
                    <a:pt x="44728" y="50483"/>
                    <a:pt x="50443" y="36195"/>
                  </a:cubicBezTo>
                  <a:cubicBezTo>
                    <a:pt x="53300" y="27623"/>
                    <a:pt x="58063" y="17145"/>
                    <a:pt x="58063" y="17145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C41C87-36CC-4E1C-9695-C35341962D1A}"/>
                </a:ext>
              </a:extLst>
            </p:cNvPr>
            <p:cNvSpPr/>
            <p:nvPr/>
          </p:nvSpPr>
          <p:spPr>
            <a:xfrm>
              <a:off x="5651160" y="4526280"/>
              <a:ext cx="38100" cy="38100"/>
            </a:xfrm>
            <a:custGeom>
              <a:avLst/>
              <a:gdLst>
                <a:gd name="connsiteX0" fmla="*/ 23 w 38100"/>
                <a:gd name="connsiteY0" fmla="*/ 10477 h 38100"/>
                <a:gd name="connsiteX1" fmla="*/ 9548 w 38100"/>
                <a:gd name="connsiteY1" fmla="*/ 33338 h 38100"/>
                <a:gd name="connsiteX2" fmla="*/ 32408 w 38100"/>
                <a:gd name="connsiteY2" fmla="*/ 40005 h 38100"/>
                <a:gd name="connsiteX3" fmla="*/ 41933 w 38100"/>
                <a:gd name="connsiteY3" fmla="*/ 21907 h 38100"/>
                <a:gd name="connsiteX4" fmla="*/ 12405 w 38100"/>
                <a:gd name="connsiteY4" fmla="*/ 0 h 38100"/>
                <a:gd name="connsiteX5" fmla="*/ 23 w 38100"/>
                <a:gd name="connsiteY5" fmla="*/ 10477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0" h="38100">
                  <a:moveTo>
                    <a:pt x="23" y="10477"/>
                  </a:moveTo>
                  <a:cubicBezTo>
                    <a:pt x="23" y="10477"/>
                    <a:pt x="-930" y="23813"/>
                    <a:pt x="9548" y="33338"/>
                  </a:cubicBezTo>
                  <a:cubicBezTo>
                    <a:pt x="19073" y="41910"/>
                    <a:pt x="32408" y="40005"/>
                    <a:pt x="32408" y="40005"/>
                  </a:cubicBezTo>
                  <a:cubicBezTo>
                    <a:pt x="37170" y="28575"/>
                    <a:pt x="41933" y="21907"/>
                    <a:pt x="41933" y="21907"/>
                  </a:cubicBezTo>
                  <a:lnTo>
                    <a:pt x="12405" y="0"/>
                  </a:lnTo>
                  <a:cubicBezTo>
                    <a:pt x="12405" y="952"/>
                    <a:pt x="7643" y="4763"/>
                    <a:pt x="23" y="10477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B191AD5-F804-4280-99C4-7603D4216DA0}"/>
                </a:ext>
              </a:extLst>
            </p:cNvPr>
            <p:cNvSpPr/>
            <p:nvPr/>
          </p:nvSpPr>
          <p:spPr>
            <a:xfrm>
              <a:off x="5645468" y="4109161"/>
              <a:ext cx="219075" cy="438150"/>
            </a:xfrm>
            <a:custGeom>
              <a:avLst/>
              <a:gdLst>
                <a:gd name="connsiteX0" fmla="*/ 99060 w 219075"/>
                <a:gd name="connsiteY0" fmla="*/ 70409 h 438150"/>
                <a:gd name="connsiteX1" fmla="*/ 0 w 219075"/>
                <a:gd name="connsiteY1" fmla="*/ 433312 h 438150"/>
                <a:gd name="connsiteX2" fmla="*/ 48577 w 219075"/>
                <a:gd name="connsiteY2" fmla="*/ 447599 h 438150"/>
                <a:gd name="connsiteX3" fmla="*/ 215265 w 219075"/>
                <a:gd name="connsiteY3" fmla="*/ 89459 h 438150"/>
                <a:gd name="connsiteX4" fmla="*/ 99060 w 219075"/>
                <a:gd name="connsiteY4" fmla="*/ 70409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438150">
                  <a:moveTo>
                    <a:pt x="99060" y="70409"/>
                  </a:moveTo>
                  <a:cubicBezTo>
                    <a:pt x="50482" y="258052"/>
                    <a:pt x="0" y="433312"/>
                    <a:pt x="0" y="433312"/>
                  </a:cubicBezTo>
                  <a:cubicBezTo>
                    <a:pt x="16192" y="427597"/>
                    <a:pt x="40957" y="435217"/>
                    <a:pt x="48577" y="447599"/>
                  </a:cubicBezTo>
                  <a:cubicBezTo>
                    <a:pt x="48577" y="447599"/>
                    <a:pt x="123825" y="289484"/>
                    <a:pt x="215265" y="89459"/>
                  </a:cubicBezTo>
                  <a:cubicBezTo>
                    <a:pt x="253365" y="7544"/>
                    <a:pt x="131445" y="-53416"/>
                    <a:pt x="99060" y="70409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152F5ADA-F8A4-435F-BFA0-DB131C15B124}"/>
                </a:ext>
              </a:extLst>
            </p:cNvPr>
            <p:cNvSpPr/>
            <p:nvPr/>
          </p:nvSpPr>
          <p:spPr>
            <a:xfrm>
              <a:off x="5958840" y="3826697"/>
              <a:ext cx="19050" cy="19050"/>
            </a:xfrm>
            <a:custGeom>
              <a:avLst/>
              <a:gdLst>
                <a:gd name="connsiteX0" fmla="*/ 16192 w 19050"/>
                <a:gd name="connsiteY0" fmla="*/ 6163 h 19050"/>
                <a:gd name="connsiteX1" fmla="*/ 0 w 19050"/>
                <a:gd name="connsiteY1" fmla="*/ 22356 h 19050"/>
                <a:gd name="connsiteX2" fmla="*/ 18097 w 19050"/>
                <a:gd name="connsiteY2" fmla="*/ 20451 h 19050"/>
                <a:gd name="connsiteX3" fmla="*/ 23813 w 19050"/>
                <a:gd name="connsiteY3" fmla="*/ 1401 h 19050"/>
                <a:gd name="connsiteX4" fmla="*/ 16192 w 19050"/>
                <a:gd name="connsiteY4" fmla="*/ 616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192" y="6163"/>
                  </a:moveTo>
                  <a:cubicBezTo>
                    <a:pt x="11430" y="11878"/>
                    <a:pt x="6667" y="18546"/>
                    <a:pt x="0" y="22356"/>
                  </a:cubicBezTo>
                  <a:cubicBezTo>
                    <a:pt x="7620" y="18546"/>
                    <a:pt x="9525" y="23308"/>
                    <a:pt x="18097" y="20451"/>
                  </a:cubicBezTo>
                  <a:cubicBezTo>
                    <a:pt x="20955" y="18546"/>
                    <a:pt x="27622" y="3306"/>
                    <a:pt x="23813" y="1401"/>
                  </a:cubicBezTo>
                  <a:cubicBezTo>
                    <a:pt x="20003" y="-2409"/>
                    <a:pt x="18097" y="2353"/>
                    <a:pt x="16192" y="6163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6A2D214-D81E-4441-A80B-CC4258FF6305}"/>
                </a:ext>
              </a:extLst>
            </p:cNvPr>
            <p:cNvSpPr/>
            <p:nvPr/>
          </p:nvSpPr>
          <p:spPr>
            <a:xfrm>
              <a:off x="5948363" y="3836476"/>
              <a:ext cx="76200" cy="47625"/>
            </a:xfrm>
            <a:custGeom>
              <a:avLst/>
              <a:gdLst>
                <a:gd name="connsiteX0" fmla="*/ 76200 w 76200"/>
                <a:gd name="connsiteY0" fmla="*/ 6862 h 47625"/>
                <a:gd name="connsiteX1" fmla="*/ 66675 w 76200"/>
                <a:gd name="connsiteY1" fmla="*/ 194 h 47625"/>
                <a:gd name="connsiteX2" fmla="*/ 49530 w 76200"/>
                <a:gd name="connsiteY2" fmla="*/ 2099 h 47625"/>
                <a:gd name="connsiteX3" fmla="*/ 20003 w 76200"/>
                <a:gd name="connsiteY3" fmla="*/ 8767 h 47625"/>
                <a:gd name="connsiteX4" fmla="*/ 0 w 76200"/>
                <a:gd name="connsiteY4" fmla="*/ 16387 h 47625"/>
                <a:gd name="connsiteX5" fmla="*/ 9525 w 76200"/>
                <a:gd name="connsiteY5" fmla="*/ 52582 h 47625"/>
                <a:gd name="connsiteX6" fmla="*/ 58103 w 76200"/>
                <a:gd name="connsiteY6" fmla="*/ 35437 h 47625"/>
                <a:gd name="connsiteX7" fmla="*/ 71438 w 76200"/>
                <a:gd name="connsiteY7" fmla="*/ 24007 h 47625"/>
                <a:gd name="connsiteX8" fmla="*/ 76200 w 76200"/>
                <a:gd name="connsiteY8" fmla="*/ 13530 h 47625"/>
                <a:gd name="connsiteX9" fmla="*/ 76200 w 76200"/>
                <a:gd name="connsiteY9" fmla="*/ 686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" h="47625">
                  <a:moveTo>
                    <a:pt x="76200" y="6862"/>
                  </a:moveTo>
                  <a:cubicBezTo>
                    <a:pt x="74295" y="4005"/>
                    <a:pt x="68580" y="194"/>
                    <a:pt x="66675" y="194"/>
                  </a:cubicBezTo>
                  <a:cubicBezTo>
                    <a:pt x="63818" y="-758"/>
                    <a:pt x="53340" y="2099"/>
                    <a:pt x="49530" y="2099"/>
                  </a:cubicBezTo>
                  <a:cubicBezTo>
                    <a:pt x="48578" y="2099"/>
                    <a:pt x="28575" y="5909"/>
                    <a:pt x="20003" y="8767"/>
                  </a:cubicBezTo>
                  <a:cubicBezTo>
                    <a:pt x="13335" y="10672"/>
                    <a:pt x="5715" y="13530"/>
                    <a:pt x="0" y="16387"/>
                  </a:cubicBezTo>
                  <a:cubicBezTo>
                    <a:pt x="0" y="16387"/>
                    <a:pt x="5715" y="44009"/>
                    <a:pt x="9525" y="52582"/>
                  </a:cubicBezTo>
                  <a:cubicBezTo>
                    <a:pt x="20955" y="48772"/>
                    <a:pt x="57150" y="35437"/>
                    <a:pt x="58103" y="35437"/>
                  </a:cubicBezTo>
                  <a:cubicBezTo>
                    <a:pt x="73343" y="33532"/>
                    <a:pt x="75247" y="26864"/>
                    <a:pt x="71438" y="24007"/>
                  </a:cubicBezTo>
                  <a:cubicBezTo>
                    <a:pt x="70485" y="23055"/>
                    <a:pt x="79057" y="17339"/>
                    <a:pt x="76200" y="13530"/>
                  </a:cubicBezTo>
                  <a:cubicBezTo>
                    <a:pt x="76200" y="13530"/>
                    <a:pt x="79057" y="10672"/>
                    <a:pt x="76200" y="6862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42E1E45-FA39-4E9A-91B6-F4FDF2D32414}"/>
                </a:ext>
              </a:extLst>
            </p:cNvPr>
            <p:cNvSpPr/>
            <p:nvPr/>
          </p:nvSpPr>
          <p:spPr>
            <a:xfrm>
              <a:off x="5521368" y="3665715"/>
              <a:ext cx="209550" cy="276225"/>
            </a:xfrm>
            <a:custGeom>
              <a:avLst/>
              <a:gdLst>
                <a:gd name="connsiteX0" fmla="*/ 86952 w 209550"/>
                <a:gd name="connsiteY0" fmla="*/ 457 h 276225"/>
                <a:gd name="connsiteX1" fmla="*/ 2180 w 209550"/>
                <a:gd name="connsiteY1" fmla="*/ 57607 h 276225"/>
                <a:gd name="connsiteX2" fmla="*/ 157438 w 209550"/>
                <a:gd name="connsiteY2" fmla="*/ 274777 h 276225"/>
                <a:gd name="connsiteX3" fmla="*/ 197442 w 209550"/>
                <a:gd name="connsiteY3" fmla="*/ 216675 h 276225"/>
                <a:gd name="connsiteX4" fmla="*/ 86952 w 209550"/>
                <a:gd name="connsiteY4" fmla="*/ 457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76225">
                  <a:moveTo>
                    <a:pt x="86952" y="457"/>
                  </a:moveTo>
                  <a:cubicBezTo>
                    <a:pt x="82190" y="-5258"/>
                    <a:pt x="10752" y="44272"/>
                    <a:pt x="2180" y="57607"/>
                  </a:cubicBezTo>
                  <a:cubicBezTo>
                    <a:pt x="-17823" y="87135"/>
                    <a:pt x="105050" y="231915"/>
                    <a:pt x="157438" y="274777"/>
                  </a:cubicBezTo>
                  <a:cubicBezTo>
                    <a:pt x="177440" y="290969"/>
                    <a:pt x="240305" y="285254"/>
                    <a:pt x="197442" y="216675"/>
                  </a:cubicBezTo>
                  <a:cubicBezTo>
                    <a:pt x="162200" y="160477"/>
                    <a:pt x="111717" y="33794"/>
                    <a:pt x="86952" y="457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04BF8B9-C9DB-4837-A4A1-C34C5E566EF3}"/>
                </a:ext>
              </a:extLst>
            </p:cNvPr>
            <p:cNvSpPr/>
            <p:nvPr/>
          </p:nvSpPr>
          <p:spPr>
            <a:xfrm>
              <a:off x="5520762" y="3664771"/>
              <a:ext cx="171450" cy="209550"/>
            </a:xfrm>
            <a:custGeom>
              <a:avLst/>
              <a:gdLst>
                <a:gd name="connsiteX0" fmla="*/ 2785 w 171450"/>
                <a:gd name="connsiteY0" fmla="*/ 57599 h 209550"/>
                <a:gd name="connsiteX1" fmla="*/ 76128 w 171450"/>
                <a:gd name="connsiteY1" fmla="*/ 216667 h 209550"/>
                <a:gd name="connsiteX2" fmla="*/ 113276 w 171450"/>
                <a:gd name="connsiteY2" fmla="*/ 192854 h 209550"/>
                <a:gd name="connsiteX3" fmla="*/ 172331 w 171450"/>
                <a:gd name="connsiteY3" fmla="*/ 149039 h 209550"/>
                <a:gd name="connsiteX4" fmla="*/ 87558 w 171450"/>
                <a:gd name="connsiteY4" fmla="*/ 449 h 209550"/>
                <a:gd name="connsiteX5" fmla="*/ 2785 w 171450"/>
                <a:gd name="connsiteY5" fmla="*/ 57599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1450" h="209550">
                  <a:moveTo>
                    <a:pt x="2785" y="57599"/>
                  </a:moveTo>
                  <a:cubicBezTo>
                    <a:pt x="-10549" y="77602"/>
                    <a:pt x="25645" y="158564"/>
                    <a:pt x="76128" y="216667"/>
                  </a:cubicBezTo>
                  <a:cubicBezTo>
                    <a:pt x="83748" y="212857"/>
                    <a:pt x="105656" y="197617"/>
                    <a:pt x="113276" y="192854"/>
                  </a:cubicBezTo>
                  <a:cubicBezTo>
                    <a:pt x="131373" y="181424"/>
                    <a:pt x="156138" y="163327"/>
                    <a:pt x="172331" y="149039"/>
                  </a:cubicBezTo>
                  <a:cubicBezTo>
                    <a:pt x="138041" y="93794"/>
                    <a:pt x="105656" y="24262"/>
                    <a:pt x="87558" y="449"/>
                  </a:cubicBezTo>
                  <a:cubicBezTo>
                    <a:pt x="82795" y="-5266"/>
                    <a:pt x="11358" y="45217"/>
                    <a:pt x="2785" y="57599"/>
                  </a:cubicBez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9DF43F4-0868-48F0-B583-740265AD567E}"/>
                </a:ext>
              </a:extLst>
            </p:cNvPr>
            <p:cNvSpPr/>
            <p:nvPr/>
          </p:nvSpPr>
          <p:spPr>
            <a:xfrm>
              <a:off x="5672966" y="3851910"/>
              <a:ext cx="285750" cy="95250"/>
            </a:xfrm>
            <a:custGeom>
              <a:avLst/>
              <a:gdLst>
                <a:gd name="connsiteX0" fmla="*/ 22984 w 285750"/>
                <a:gd name="connsiteY0" fmla="*/ 37147 h 95250"/>
                <a:gd name="connsiteX1" fmla="*/ 15364 w 285750"/>
                <a:gd name="connsiteY1" fmla="*/ 40958 h 95250"/>
                <a:gd name="connsiteX2" fmla="*/ 8696 w 285750"/>
                <a:gd name="connsiteY2" fmla="*/ 89535 h 95250"/>
                <a:gd name="connsiteX3" fmla="*/ 293494 w 285750"/>
                <a:gd name="connsiteY3" fmla="*/ 37147 h 95250"/>
                <a:gd name="connsiteX4" fmla="*/ 283016 w 285750"/>
                <a:gd name="connsiteY4" fmla="*/ 0 h 95250"/>
                <a:gd name="connsiteX5" fmla="*/ 22984 w 285750"/>
                <a:gd name="connsiteY5" fmla="*/ 37147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750" h="95250">
                  <a:moveTo>
                    <a:pt x="22984" y="37147"/>
                  </a:moveTo>
                  <a:cubicBezTo>
                    <a:pt x="20126" y="38100"/>
                    <a:pt x="18221" y="39053"/>
                    <a:pt x="15364" y="40958"/>
                  </a:cubicBezTo>
                  <a:cubicBezTo>
                    <a:pt x="2981" y="48578"/>
                    <a:pt x="-8449" y="66675"/>
                    <a:pt x="8696" y="89535"/>
                  </a:cubicBezTo>
                  <a:cubicBezTo>
                    <a:pt x="27746" y="114300"/>
                    <a:pt x="219199" y="64770"/>
                    <a:pt x="293494" y="37147"/>
                  </a:cubicBezTo>
                  <a:cubicBezTo>
                    <a:pt x="288731" y="28575"/>
                    <a:pt x="285874" y="15240"/>
                    <a:pt x="283016" y="0"/>
                  </a:cubicBezTo>
                  <a:cubicBezTo>
                    <a:pt x="238249" y="17145"/>
                    <a:pt x="66799" y="26670"/>
                    <a:pt x="22984" y="37147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29FF6796-07CB-4A83-8119-7E74D759396C}"/>
                </a:ext>
              </a:extLst>
            </p:cNvPr>
            <p:cNvSpPr/>
            <p:nvPr/>
          </p:nvSpPr>
          <p:spPr>
            <a:xfrm>
              <a:off x="5245105" y="4004542"/>
              <a:ext cx="400050" cy="133350"/>
            </a:xfrm>
            <a:custGeom>
              <a:avLst/>
              <a:gdLst>
                <a:gd name="connsiteX0" fmla="*/ 12695 w 400050"/>
                <a:gd name="connsiteY0" fmla="*/ 0 h 133350"/>
                <a:gd name="connsiteX1" fmla="*/ 2217 w 400050"/>
                <a:gd name="connsiteY1" fmla="*/ 124778 h 133350"/>
                <a:gd name="connsiteX2" fmla="*/ 206052 w 400050"/>
                <a:gd name="connsiteY2" fmla="*/ 137160 h 133350"/>
                <a:gd name="connsiteX3" fmla="*/ 400362 w 400050"/>
                <a:gd name="connsiteY3" fmla="*/ 109538 h 133350"/>
                <a:gd name="connsiteX4" fmla="*/ 384170 w 400050"/>
                <a:gd name="connsiteY4" fmla="*/ 28575 h 133350"/>
                <a:gd name="connsiteX5" fmla="*/ 12695 w 400050"/>
                <a:gd name="connsiteY5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0050" h="133350">
                  <a:moveTo>
                    <a:pt x="12695" y="0"/>
                  </a:moveTo>
                  <a:cubicBezTo>
                    <a:pt x="12695" y="0"/>
                    <a:pt x="-6355" y="85725"/>
                    <a:pt x="2217" y="124778"/>
                  </a:cubicBezTo>
                  <a:cubicBezTo>
                    <a:pt x="5075" y="139065"/>
                    <a:pt x="135567" y="127635"/>
                    <a:pt x="206052" y="137160"/>
                  </a:cubicBezTo>
                  <a:cubicBezTo>
                    <a:pt x="276537" y="146685"/>
                    <a:pt x="375597" y="130493"/>
                    <a:pt x="400362" y="109538"/>
                  </a:cubicBezTo>
                  <a:cubicBezTo>
                    <a:pt x="411792" y="100013"/>
                    <a:pt x="384170" y="28575"/>
                    <a:pt x="384170" y="28575"/>
                  </a:cubicBezTo>
                  <a:lnTo>
                    <a:pt x="1269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5C7102C2-E99E-4E22-8861-86D596F4D9D9}"/>
                </a:ext>
              </a:extLst>
            </p:cNvPr>
            <p:cNvSpPr/>
            <p:nvPr/>
          </p:nvSpPr>
          <p:spPr>
            <a:xfrm>
              <a:off x="5443538" y="3521393"/>
              <a:ext cx="76200" cy="114300"/>
            </a:xfrm>
            <a:custGeom>
              <a:avLst/>
              <a:gdLst>
                <a:gd name="connsiteX0" fmla="*/ 11430 w 76200"/>
                <a:gd name="connsiteY0" fmla="*/ 0 h 114300"/>
                <a:gd name="connsiteX1" fmla="*/ 0 w 76200"/>
                <a:gd name="connsiteY1" fmla="*/ 85725 h 114300"/>
                <a:gd name="connsiteX2" fmla="*/ 80010 w 76200"/>
                <a:gd name="connsiteY2" fmla="*/ 101917 h 114300"/>
                <a:gd name="connsiteX3" fmla="*/ 81915 w 76200"/>
                <a:gd name="connsiteY3" fmla="*/ 31432 h 114300"/>
                <a:gd name="connsiteX4" fmla="*/ 11430 w 76200"/>
                <a:gd name="connsiteY4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114300">
                  <a:moveTo>
                    <a:pt x="11430" y="0"/>
                  </a:moveTo>
                  <a:cubicBezTo>
                    <a:pt x="14288" y="20002"/>
                    <a:pt x="7620" y="75247"/>
                    <a:pt x="0" y="85725"/>
                  </a:cubicBezTo>
                  <a:cubicBezTo>
                    <a:pt x="16193" y="122872"/>
                    <a:pt x="76200" y="123825"/>
                    <a:pt x="80010" y="101917"/>
                  </a:cubicBezTo>
                  <a:cubicBezTo>
                    <a:pt x="70485" y="78105"/>
                    <a:pt x="81915" y="35242"/>
                    <a:pt x="81915" y="31432"/>
                  </a:cubicBezTo>
                  <a:cubicBezTo>
                    <a:pt x="67628" y="33338"/>
                    <a:pt x="16193" y="3810"/>
                    <a:pt x="11430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2A3FED85-21EC-4AC3-9EA5-2A37C464CB5C}"/>
                </a:ext>
              </a:extLst>
            </p:cNvPr>
            <p:cNvSpPr/>
            <p:nvPr/>
          </p:nvSpPr>
          <p:spPr>
            <a:xfrm>
              <a:off x="5464356" y="3449868"/>
              <a:ext cx="104775" cy="133350"/>
            </a:xfrm>
            <a:custGeom>
              <a:avLst/>
              <a:gdLst>
                <a:gd name="connsiteX0" fmla="*/ 45857 w 104775"/>
                <a:gd name="connsiteY0" fmla="*/ 87 h 133350"/>
                <a:gd name="connsiteX1" fmla="*/ 137 w 104775"/>
                <a:gd name="connsiteY1" fmla="*/ 55332 h 133350"/>
                <a:gd name="connsiteX2" fmla="*/ 2042 w 104775"/>
                <a:gd name="connsiteY2" fmla="*/ 85812 h 133350"/>
                <a:gd name="connsiteX3" fmla="*/ 57287 w 104775"/>
                <a:gd name="connsiteY3" fmla="*/ 135342 h 133350"/>
                <a:gd name="connsiteX4" fmla="*/ 104912 w 104775"/>
                <a:gd name="connsiteY4" fmla="*/ 31519 h 133350"/>
                <a:gd name="connsiteX5" fmla="*/ 45857 w 104775"/>
                <a:gd name="connsiteY5" fmla="*/ 87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775" h="133350">
                  <a:moveTo>
                    <a:pt x="45857" y="87"/>
                  </a:moveTo>
                  <a:cubicBezTo>
                    <a:pt x="16329" y="1992"/>
                    <a:pt x="-1768" y="26757"/>
                    <a:pt x="137" y="55332"/>
                  </a:cubicBezTo>
                  <a:cubicBezTo>
                    <a:pt x="137" y="55332"/>
                    <a:pt x="2042" y="85812"/>
                    <a:pt x="2042" y="85812"/>
                  </a:cubicBezTo>
                  <a:cubicBezTo>
                    <a:pt x="2994" y="107719"/>
                    <a:pt x="38237" y="140104"/>
                    <a:pt x="57287" y="135342"/>
                  </a:cubicBezTo>
                  <a:cubicBezTo>
                    <a:pt x="102054" y="123912"/>
                    <a:pt x="106817" y="41044"/>
                    <a:pt x="104912" y="31519"/>
                  </a:cubicBezTo>
                  <a:cubicBezTo>
                    <a:pt x="99197" y="5802"/>
                    <a:pt x="73479" y="-866"/>
                    <a:pt x="45857" y="87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3618BB3-767E-4CFB-BFCA-77A03962EA7B}"/>
                </a:ext>
              </a:extLst>
            </p:cNvPr>
            <p:cNvSpPr/>
            <p:nvPr/>
          </p:nvSpPr>
          <p:spPr>
            <a:xfrm>
              <a:off x="5244353" y="3606165"/>
              <a:ext cx="400050" cy="504825"/>
            </a:xfrm>
            <a:custGeom>
              <a:avLst/>
              <a:gdLst>
                <a:gd name="connsiteX0" fmla="*/ 341107 w 400050"/>
                <a:gd name="connsiteY0" fmla="*/ 39053 h 504825"/>
                <a:gd name="connsiteX1" fmla="*/ 279195 w 400050"/>
                <a:gd name="connsiteY1" fmla="*/ 16192 h 504825"/>
                <a:gd name="connsiteX2" fmla="*/ 251572 w 400050"/>
                <a:gd name="connsiteY2" fmla="*/ 30480 h 504825"/>
                <a:gd name="connsiteX3" fmla="*/ 198232 w 400050"/>
                <a:gd name="connsiteY3" fmla="*/ 0 h 504825"/>
                <a:gd name="connsiteX4" fmla="*/ 159180 w 400050"/>
                <a:gd name="connsiteY4" fmla="*/ 10478 h 504825"/>
                <a:gd name="connsiteX5" fmla="*/ 65835 w 400050"/>
                <a:gd name="connsiteY5" fmla="*/ 113347 h 504825"/>
                <a:gd name="connsiteX6" fmla="*/ 113 w 400050"/>
                <a:gd name="connsiteY6" fmla="*/ 444817 h 504825"/>
                <a:gd name="connsiteX7" fmla="*/ 397305 w 400050"/>
                <a:gd name="connsiteY7" fmla="*/ 488632 h 504825"/>
                <a:gd name="connsiteX8" fmla="*/ 378255 w 400050"/>
                <a:gd name="connsiteY8" fmla="*/ 127635 h 504825"/>
                <a:gd name="connsiteX9" fmla="*/ 341107 w 400050"/>
                <a:gd name="connsiteY9" fmla="*/ 39053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0050" h="504825">
                  <a:moveTo>
                    <a:pt x="341107" y="39053"/>
                  </a:moveTo>
                  <a:cubicBezTo>
                    <a:pt x="331582" y="33338"/>
                    <a:pt x="279195" y="16192"/>
                    <a:pt x="279195" y="16192"/>
                  </a:cubicBezTo>
                  <a:cubicBezTo>
                    <a:pt x="279195" y="16192"/>
                    <a:pt x="266813" y="31432"/>
                    <a:pt x="251572" y="30480"/>
                  </a:cubicBezTo>
                  <a:cubicBezTo>
                    <a:pt x="230617" y="28575"/>
                    <a:pt x="198232" y="0"/>
                    <a:pt x="198232" y="0"/>
                  </a:cubicBezTo>
                  <a:cubicBezTo>
                    <a:pt x="198232" y="0"/>
                    <a:pt x="174420" y="7620"/>
                    <a:pt x="159180" y="10478"/>
                  </a:cubicBezTo>
                  <a:cubicBezTo>
                    <a:pt x="113460" y="20955"/>
                    <a:pt x="83932" y="68580"/>
                    <a:pt x="65835" y="113347"/>
                  </a:cubicBezTo>
                  <a:cubicBezTo>
                    <a:pt x="60120" y="127635"/>
                    <a:pt x="26782" y="277178"/>
                    <a:pt x="113" y="444817"/>
                  </a:cubicBezTo>
                  <a:cubicBezTo>
                    <a:pt x="-7508" y="495300"/>
                    <a:pt x="374445" y="528638"/>
                    <a:pt x="397305" y="488632"/>
                  </a:cubicBezTo>
                  <a:cubicBezTo>
                    <a:pt x="406830" y="472440"/>
                    <a:pt x="394447" y="427672"/>
                    <a:pt x="378255" y="127635"/>
                  </a:cubicBezTo>
                  <a:cubicBezTo>
                    <a:pt x="378255" y="98107"/>
                    <a:pt x="378255" y="60960"/>
                    <a:pt x="341107" y="39053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37D8C66-0F6F-479B-ACFA-BC8EE02189B0}"/>
                </a:ext>
              </a:extLst>
            </p:cNvPr>
            <p:cNvSpPr/>
            <p:nvPr/>
          </p:nvSpPr>
          <p:spPr>
            <a:xfrm>
              <a:off x="5635943" y="4083320"/>
              <a:ext cx="28575" cy="9525"/>
            </a:xfrm>
            <a:custGeom>
              <a:avLst/>
              <a:gdLst>
                <a:gd name="connsiteX0" fmla="*/ 22860 w 28575"/>
                <a:gd name="connsiteY0" fmla="*/ 1000 h 9525"/>
                <a:gd name="connsiteX1" fmla="*/ 0 w 28575"/>
                <a:gd name="connsiteY1" fmla="*/ 47 h 9525"/>
                <a:gd name="connsiteX2" fmla="*/ 13335 w 28575"/>
                <a:gd name="connsiteY2" fmla="*/ 12430 h 9525"/>
                <a:gd name="connsiteX3" fmla="*/ 31432 w 28575"/>
                <a:gd name="connsiteY3" fmla="*/ 4810 h 9525"/>
                <a:gd name="connsiteX4" fmla="*/ 22860 w 28575"/>
                <a:gd name="connsiteY4" fmla="*/ 100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9525">
                  <a:moveTo>
                    <a:pt x="22860" y="1000"/>
                  </a:moveTo>
                  <a:cubicBezTo>
                    <a:pt x="15240" y="1952"/>
                    <a:pt x="7620" y="1952"/>
                    <a:pt x="0" y="47"/>
                  </a:cubicBezTo>
                  <a:cubicBezTo>
                    <a:pt x="7620" y="2905"/>
                    <a:pt x="5715" y="7667"/>
                    <a:pt x="13335" y="12430"/>
                  </a:cubicBezTo>
                  <a:cubicBezTo>
                    <a:pt x="17145" y="13382"/>
                    <a:pt x="32385" y="7667"/>
                    <a:pt x="31432" y="4810"/>
                  </a:cubicBezTo>
                  <a:cubicBezTo>
                    <a:pt x="31432" y="-1858"/>
                    <a:pt x="26670" y="47"/>
                    <a:pt x="22860" y="100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479D06F-6B16-44A5-AA70-2F4D5A7AB74A}"/>
                </a:ext>
              </a:extLst>
            </p:cNvPr>
            <p:cNvSpPr/>
            <p:nvPr/>
          </p:nvSpPr>
          <p:spPr>
            <a:xfrm>
              <a:off x="5606415" y="4080510"/>
              <a:ext cx="95250" cy="57150"/>
            </a:xfrm>
            <a:custGeom>
              <a:avLst/>
              <a:gdLst>
                <a:gd name="connsiteX0" fmla="*/ 78105 w 95250"/>
                <a:gd name="connsiteY0" fmla="*/ 31433 h 57150"/>
                <a:gd name="connsiteX1" fmla="*/ 47625 w 95250"/>
                <a:gd name="connsiteY1" fmla="*/ 11430 h 57150"/>
                <a:gd name="connsiteX2" fmla="*/ 23813 w 95250"/>
                <a:gd name="connsiteY2" fmla="*/ 0 h 57150"/>
                <a:gd name="connsiteX3" fmla="*/ 0 w 95250"/>
                <a:gd name="connsiteY3" fmla="*/ 30480 h 57150"/>
                <a:gd name="connsiteX4" fmla="*/ 57150 w 95250"/>
                <a:gd name="connsiteY4" fmla="*/ 58103 h 57150"/>
                <a:gd name="connsiteX5" fmla="*/ 79057 w 95250"/>
                <a:gd name="connsiteY5" fmla="*/ 61913 h 57150"/>
                <a:gd name="connsiteX6" fmla="*/ 92392 w 95250"/>
                <a:gd name="connsiteY6" fmla="*/ 59055 h 57150"/>
                <a:gd name="connsiteX7" fmla="*/ 98107 w 95250"/>
                <a:gd name="connsiteY7" fmla="*/ 55245 h 57150"/>
                <a:gd name="connsiteX8" fmla="*/ 96203 w 95250"/>
                <a:gd name="connsiteY8" fmla="*/ 42863 h 57150"/>
                <a:gd name="connsiteX9" fmla="*/ 78105 w 95250"/>
                <a:gd name="connsiteY9" fmla="*/ 31433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50" h="57150">
                  <a:moveTo>
                    <a:pt x="78105" y="31433"/>
                  </a:moveTo>
                  <a:cubicBezTo>
                    <a:pt x="77153" y="30480"/>
                    <a:pt x="57150" y="17145"/>
                    <a:pt x="47625" y="11430"/>
                  </a:cubicBezTo>
                  <a:cubicBezTo>
                    <a:pt x="40005" y="6668"/>
                    <a:pt x="31432" y="2858"/>
                    <a:pt x="23813" y="0"/>
                  </a:cubicBezTo>
                  <a:cubicBezTo>
                    <a:pt x="23813" y="0"/>
                    <a:pt x="3810" y="21908"/>
                    <a:pt x="0" y="30480"/>
                  </a:cubicBezTo>
                  <a:cubicBezTo>
                    <a:pt x="13335" y="38100"/>
                    <a:pt x="56197" y="58103"/>
                    <a:pt x="57150" y="58103"/>
                  </a:cubicBezTo>
                  <a:cubicBezTo>
                    <a:pt x="72390" y="69533"/>
                    <a:pt x="79057" y="66675"/>
                    <a:pt x="79057" y="61913"/>
                  </a:cubicBezTo>
                  <a:cubicBezTo>
                    <a:pt x="79057" y="60960"/>
                    <a:pt x="91440" y="64770"/>
                    <a:pt x="92392" y="59055"/>
                  </a:cubicBezTo>
                  <a:cubicBezTo>
                    <a:pt x="92392" y="59055"/>
                    <a:pt x="97155" y="59055"/>
                    <a:pt x="98107" y="55245"/>
                  </a:cubicBezTo>
                  <a:cubicBezTo>
                    <a:pt x="99060" y="52388"/>
                    <a:pt x="97155" y="45720"/>
                    <a:pt x="96203" y="42863"/>
                  </a:cubicBezTo>
                  <a:cubicBezTo>
                    <a:pt x="92392" y="40958"/>
                    <a:pt x="81915" y="34290"/>
                    <a:pt x="78105" y="31433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6F3A180-AC03-4496-A573-D998F9A4A9BE}"/>
                </a:ext>
              </a:extLst>
            </p:cNvPr>
            <p:cNvSpPr/>
            <p:nvPr/>
          </p:nvSpPr>
          <p:spPr>
            <a:xfrm>
              <a:off x="5343851" y="3669871"/>
              <a:ext cx="114300" cy="295275"/>
            </a:xfrm>
            <a:custGeom>
              <a:avLst/>
              <a:gdLst>
                <a:gd name="connsiteX0" fmla="*/ 113974 w 114300"/>
                <a:gd name="connsiteY0" fmla="*/ 2969 h 295275"/>
                <a:gd name="connsiteX1" fmla="*/ 12057 w 114300"/>
                <a:gd name="connsiteY1" fmla="*/ 11542 h 295275"/>
                <a:gd name="connsiteX2" fmla="*/ 42537 w 114300"/>
                <a:gd name="connsiteY2" fmla="*/ 277289 h 295275"/>
                <a:gd name="connsiteX3" fmla="*/ 105402 w 114300"/>
                <a:gd name="connsiteY3" fmla="*/ 245857 h 295275"/>
                <a:gd name="connsiteX4" fmla="*/ 113974 w 114300"/>
                <a:gd name="connsiteY4" fmla="*/ 2969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295275">
                  <a:moveTo>
                    <a:pt x="113974" y="2969"/>
                  </a:moveTo>
                  <a:cubicBezTo>
                    <a:pt x="113022" y="-4651"/>
                    <a:pt x="25392" y="3922"/>
                    <a:pt x="12057" y="11542"/>
                  </a:cubicBezTo>
                  <a:cubicBezTo>
                    <a:pt x="-19376" y="27735"/>
                    <a:pt x="17772" y="213472"/>
                    <a:pt x="42537" y="277289"/>
                  </a:cubicBezTo>
                  <a:cubicBezTo>
                    <a:pt x="52062" y="301102"/>
                    <a:pt x="110165" y="326819"/>
                    <a:pt x="105402" y="245857"/>
                  </a:cubicBezTo>
                  <a:cubicBezTo>
                    <a:pt x="101592" y="180135"/>
                    <a:pt x="119690" y="44879"/>
                    <a:pt x="113974" y="2969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E9ABF8CE-1D0C-414E-AD80-833B92667A3D}"/>
                </a:ext>
              </a:extLst>
            </p:cNvPr>
            <p:cNvSpPr/>
            <p:nvPr/>
          </p:nvSpPr>
          <p:spPr>
            <a:xfrm>
              <a:off x="5329826" y="3646266"/>
              <a:ext cx="133350" cy="209550"/>
            </a:xfrm>
            <a:custGeom>
              <a:avLst/>
              <a:gdLst>
                <a:gd name="connsiteX0" fmla="*/ 127999 w 133350"/>
                <a:gd name="connsiteY0" fmla="*/ 25853 h 209550"/>
                <a:gd name="connsiteX1" fmla="*/ 6079 w 133350"/>
                <a:gd name="connsiteY1" fmla="*/ 42997 h 209550"/>
                <a:gd name="connsiteX2" fmla="*/ 12746 w 133350"/>
                <a:gd name="connsiteY2" fmla="*/ 208732 h 209550"/>
                <a:gd name="connsiteX3" fmla="*/ 129904 w 133350"/>
                <a:gd name="connsiteY3" fmla="*/ 197303 h 209550"/>
                <a:gd name="connsiteX4" fmla="*/ 127999 w 133350"/>
                <a:gd name="connsiteY4" fmla="*/ 25853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209550">
                  <a:moveTo>
                    <a:pt x="127999" y="25853"/>
                  </a:moveTo>
                  <a:cubicBezTo>
                    <a:pt x="109901" y="-8437"/>
                    <a:pt x="27034" y="-14153"/>
                    <a:pt x="6079" y="42997"/>
                  </a:cubicBezTo>
                  <a:cubicBezTo>
                    <a:pt x="-2494" y="64905"/>
                    <a:pt x="-3446" y="134438"/>
                    <a:pt x="12746" y="208732"/>
                  </a:cubicBezTo>
                  <a:cubicBezTo>
                    <a:pt x="51799" y="216353"/>
                    <a:pt x="102281" y="209685"/>
                    <a:pt x="129904" y="197303"/>
                  </a:cubicBezTo>
                  <a:cubicBezTo>
                    <a:pt x="127046" y="132532"/>
                    <a:pt x="142286" y="52522"/>
                    <a:pt x="127999" y="25853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3557D0C3-FC67-461B-AF94-19A8B5F24CC0}"/>
                </a:ext>
              </a:extLst>
            </p:cNvPr>
            <p:cNvSpPr/>
            <p:nvPr/>
          </p:nvSpPr>
          <p:spPr>
            <a:xfrm>
              <a:off x="5382432" y="3907706"/>
              <a:ext cx="247650" cy="200025"/>
            </a:xfrm>
            <a:custGeom>
              <a:avLst/>
              <a:gdLst>
                <a:gd name="connsiteX0" fmla="*/ 41103 w 247650"/>
                <a:gd name="connsiteY0" fmla="*/ 1354 h 200025"/>
                <a:gd name="connsiteX1" fmla="*/ 146 w 247650"/>
                <a:gd name="connsiteY1" fmla="*/ 28024 h 200025"/>
                <a:gd name="connsiteX2" fmla="*/ 228746 w 247650"/>
                <a:gd name="connsiteY2" fmla="*/ 206141 h 200025"/>
                <a:gd name="connsiteX3" fmla="*/ 249701 w 247650"/>
                <a:gd name="connsiteY3" fmla="*/ 173756 h 200025"/>
                <a:gd name="connsiteX4" fmla="*/ 48723 w 247650"/>
                <a:gd name="connsiteY4" fmla="*/ 4211 h 200025"/>
                <a:gd name="connsiteX5" fmla="*/ 41103 w 247650"/>
                <a:gd name="connsiteY5" fmla="*/ 135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7650" h="200025">
                  <a:moveTo>
                    <a:pt x="41103" y="1354"/>
                  </a:moveTo>
                  <a:cubicBezTo>
                    <a:pt x="27768" y="-2456"/>
                    <a:pt x="5861" y="401"/>
                    <a:pt x="146" y="28024"/>
                  </a:cubicBezTo>
                  <a:cubicBezTo>
                    <a:pt x="-5569" y="59456"/>
                    <a:pt x="158261" y="169946"/>
                    <a:pt x="228746" y="206141"/>
                  </a:cubicBezTo>
                  <a:cubicBezTo>
                    <a:pt x="232556" y="196616"/>
                    <a:pt x="240176" y="186139"/>
                    <a:pt x="249701" y="173756"/>
                  </a:cubicBezTo>
                  <a:cubicBezTo>
                    <a:pt x="206838" y="152801"/>
                    <a:pt x="85871" y="30881"/>
                    <a:pt x="48723" y="4211"/>
                  </a:cubicBezTo>
                  <a:cubicBezTo>
                    <a:pt x="46818" y="4211"/>
                    <a:pt x="44913" y="2306"/>
                    <a:pt x="41103" y="1354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74DD73B-B12E-4854-B4B7-ED29ACCB29D5}"/>
                </a:ext>
              </a:extLst>
            </p:cNvPr>
            <p:cNvSpPr/>
            <p:nvPr/>
          </p:nvSpPr>
          <p:spPr>
            <a:xfrm>
              <a:off x="5425009" y="3420934"/>
              <a:ext cx="152400" cy="123825"/>
            </a:xfrm>
            <a:custGeom>
              <a:avLst/>
              <a:gdLst>
                <a:gd name="connsiteX0" fmla="*/ 126002 w 152400"/>
                <a:gd name="connsiteY0" fmla="*/ 18543 h 123825"/>
                <a:gd name="connsiteX1" fmla="*/ 25036 w 152400"/>
                <a:gd name="connsiteY1" fmla="*/ 14733 h 123825"/>
                <a:gd name="connsiteX2" fmla="*/ 33609 w 152400"/>
                <a:gd name="connsiteY2" fmla="*/ 131891 h 123825"/>
                <a:gd name="connsiteX3" fmla="*/ 116477 w 152400"/>
                <a:gd name="connsiteY3" fmla="*/ 39498 h 123825"/>
                <a:gd name="connsiteX4" fmla="*/ 139336 w 152400"/>
                <a:gd name="connsiteY4" fmla="*/ 106173 h 123825"/>
                <a:gd name="connsiteX5" fmla="*/ 126002 w 152400"/>
                <a:gd name="connsiteY5" fmla="*/ 18543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400" h="123825">
                  <a:moveTo>
                    <a:pt x="126002" y="18543"/>
                  </a:moveTo>
                  <a:cubicBezTo>
                    <a:pt x="126002" y="18543"/>
                    <a:pt x="65041" y="-20509"/>
                    <a:pt x="25036" y="14733"/>
                  </a:cubicBezTo>
                  <a:cubicBezTo>
                    <a:pt x="-35924" y="68073"/>
                    <a:pt x="33609" y="131891"/>
                    <a:pt x="33609" y="131891"/>
                  </a:cubicBezTo>
                  <a:cubicBezTo>
                    <a:pt x="29799" y="111888"/>
                    <a:pt x="52659" y="37593"/>
                    <a:pt x="116477" y="39498"/>
                  </a:cubicBezTo>
                  <a:cubicBezTo>
                    <a:pt x="116477" y="39498"/>
                    <a:pt x="150766" y="56643"/>
                    <a:pt x="139336" y="106173"/>
                  </a:cubicBezTo>
                  <a:cubicBezTo>
                    <a:pt x="161244" y="96648"/>
                    <a:pt x="172674" y="28068"/>
                    <a:pt x="126002" y="18543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B88B61D6-6585-46B6-A54B-E1B7898BA1EF}"/>
                </a:ext>
              </a:extLst>
            </p:cNvPr>
            <p:cNvSpPr/>
            <p:nvPr/>
          </p:nvSpPr>
          <p:spPr>
            <a:xfrm>
              <a:off x="5450205" y="3493770"/>
              <a:ext cx="19050" cy="38100"/>
            </a:xfrm>
            <a:custGeom>
              <a:avLst/>
              <a:gdLst>
                <a:gd name="connsiteX0" fmla="*/ 0 w 19050"/>
                <a:gd name="connsiteY0" fmla="*/ 17145 h 38100"/>
                <a:gd name="connsiteX1" fmla="*/ 14288 w 19050"/>
                <a:gd name="connsiteY1" fmla="*/ 38100 h 38100"/>
                <a:gd name="connsiteX2" fmla="*/ 27622 w 19050"/>
                <a:gd name="connsiteY2" fmla="*/ 4763 h 38100"/>
                <a:gd name="connsiteX3" fmla="*/ 15240 w 19050"/>
                <a:gd name="connsiteY3" fmla="*/ 0 h 38100"/>
                <a:gd name="connsiteX4" fmla="*/ 0 w 19050"/>
                <a:gd name="connsiteY4" fmla="*/ 17145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38100">
                  <a:moveTo>
                    <a:pt x="0" y="17145"/>
                  </a:moveTo>
                  <a:cubicBezTo>
                    <a:pt x="0" y="23813"/>
                    <a:pt x="7620" y="35243"/>
                    <a:pt x="14288" y="38100"/>
                  </a:cubicBezTo>
                  <a:cubicBezTo>
                    <a:pt x="18097" y="30480"/>
                    <a:pt x="24765" y="15240"/>
                    <a:pt x="27622" y="4763"/>
                  </a:cubicBezTo>
                  <a:cubicBezTo>
                    <a:pt x="23813" y="1905"/>
                    <a:pt x="18097" y="953"/>
                    <a:pt x="15240" y="0"/>
                  </a:cubicBezTo>
                  <a:cubicBezTo>
                    <a:pt x="8572" y="0"/>
                    <a:pt x="0" y="9525"/>
                    <a:pt x="0" y="17145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7424954E-62CD-4C2C-AB34-EDCB06C4EDB5}"/>
                </a:ext>
              </a:extLst>
            </p:cNvPr>
            <p:cNvSpPr/>
            <p:nvPr/>
          </p:nvSpPr>
          <p:spPr>
            <a:xfrm>
              <a:off x="5240539" y="3362997"/>
              <a:ext cx="209550" cy="352425"/>
            </a:xfrm>
            <a:custGeom>
              <a:avLst/>
              <a:gdLst>
                <a:gd name="connsiteX0" fmla="*/ 58059 w 209550"/>
                <a:gd name="connsiteY0" fmla="*/ 114580 h 352425"/>
                <a:gd name="connsiteX1" fmla="*/ 23769 w 209550"/>
                <a:gd name="connsiteY1" fmla="*/ 191733 h 352425"/>
                <a:gd name="connsiteX2" fmla="*/ 101874 w 209550"/>
                <a:gd name="connsiteY2" fmla="*/ 346038 h 352425"/>
                <a:gd name="connsiteX3" fmla="*/ 120924 w 209550"/>
                <a:gd name="connsiteY3" fmla="*/ 257455 h 352425"/>
                <a:gd name="connsiteX4" fmla="*/ 159024 w 209550"/>
                <a:gd name="connsiteY4" fmla="*/ 137440 h 352425"/>
                <a:gd name="connsiteX5" fmla="*/ 200934 w 209550"/>
                <a:gd name="connsiteY5" fmla="*/ 66003 h 352425"/>
                <a:gd name="connsiteX6" fmla="*/ 218079 w 209550"/>
                <a:gd name="connsiteY6" fmla="*/ 60288 h 352425"/>
                <a:gd name="connsiteX7" fmla="*/ 58059 w 209550"/>
                <a:gd name="connsiteY7" fmla="*/ 11458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9550" h="352425">
                  <a:moveTo>
                    <a:pt x="58059" y="114580"/>
                  </a:moveTo>
                  <a:cubicBezTo>
                    <a:pt x="53297" y="169825"/>
                    <a:pt x="39962" y="174588"/>
                    <a:pt x="23769" y="191733"/>
                  </a:cubicBezTo>
                  <a:cubicBezTo>
                    <a:pt x="-56241" y="276505"/>
                    <a:pt x="90444" y="403188"/>
                    <a:pt x="101874" y="346038"/>
                  </a:cubicBezTo>
                  <a:cubicBezTo>
                    <a:pt x="106637" y="324130"/>
                    <a:pt x="44724" y="304128"/>
                    <a:pt x="120924" y="257455"/>
                  </a:cubicBezTo>
                  <a:cubicBezTo>
                    <a:pt x="205697" y="205068"/>
                    <a:pt x="167597" y="166968"/>
                    <a:pt x="159024" y="137440"/>
                  </a:cubicBezTo>
                  <a:cubicBezTo>
                    <a:pt x="126639" y="25045"/>
                    <a:pt x="185694" y="45048"/>
                    <a:pt x="200934" y="66003"/>
                  </a:cubicBezTo>
                  <a:cubicBezTo>
                    <a:pt x="210459" y="78385"/>
                    <a:pt x="217127" y="71718"/>
                    <a:pt x="218079" y="60288"/>
                  </a:cubicBezTo>
                  <a:cubicBezTo>
                    <a:pt x="222842" y="11710"/>
                    <a:pt x="74252" y="-69252"/>
                    <a:pt x="58059" y="11458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17A0684-4FE5-42CE-802D-0E5B5A387951}"/>
                </a:ext>
              </a:extLst>
            </p:cNvPr>
            <p:cNvSpPr/>
            <p:nvPr/>
          </p:nvSpPr>
          <p:spPr>
            <a:xfrm>
              <a:off x="5435907" y="3416617"/>
              <a:ext cx="28575" cy="28575"/>
            </a:xfrm>
            <a:custGeom>
              <a:avLst/>
              <a:gdLst>
                <a:gd name="connsiteX0" fmla="*/ 23823 w 28575"/>
                <a:gd name="connsiteY0" fmla="*/ 0 h 28575"/>
                <a:gd name="connsiteX1" fmla="*/ 13345 w 28575"/>
                <a:gd name="connsiteY1" fmla="*/ 2858 h 28575"/>
                <a:gd name="connsiteX2" fmla="*/ 1915 w 28575"/>
                <a:gd name="connsiteY2" fmla="*/ 30480 h 28575"/>
                <a:gd name="connsiteX3" fmla="*/ 37158 w 28575"/>
                <a:gd name="connsiteY3" fmla="*/ 6667 h 28575"/>
                <a:gd name="connsiteX4" fmla="*/ 23823 w 28575"/>
                <a:gd name="connsiteY4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3823" y="0"/>
                  </a:moveTo>
                  <a:cubicBezTo>
                    <a:pt x="20965" y="0"/>
                    <a:pt x="17155" y="0"/>
                    <a:pt x="13345" y="2858"/>
                  </a:cubicBezTo>
                  <a:cubicBezTo>
                    <a:pt x="-942" y="11430"/>
                    <a:pt x="-1895" y="21908"/>
                    <a:pt x="1915" y="30480"/>
                  </a:cubicBezTo>
                  <a:cubicBezTo>
                    <a:pt x="1915" y="30480"/>
                    <a:pt x="18108" y="13335"/>
                    <a:pt x="37158" y="6667"/>
                  </a:cubicBezTo>
                  <a:cubicBezTo>
                    <a:pt x="38110" y="6667"/>
                    <a:pt x="32395" y="0"/>
                    <a:pt x="23823" y="0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CE393CA-EBE7-49BC-A078-8DF0EE0E8311}"/>
                </a:ext>
              </a:extLst>
            </p:cNvPr>
            <p:cNvSpPr/>
            <p:nvPr/>
          </p:nvSpPr>
          <p:spPr>
            <a:xfrm>
              <a:off x="6116003" y="3560445"/>
              <a:ext cx="123825" cy="381000"/>
            </a:xfrm>
            <a:custGeom>
              <a:avLst/>
              <a:gdLst>
                <a:gd name="connsiteX0" fmla="*/ 0 w 123825"/>
                <a:gd name="connsiteY0" fmla="*/ 0 h 381000"/>
                <a:gd name="connsiteX1" fmla="*/ 124778 w 123825"/>
                <a:gd name="connsiteY1" fmla="*/ 0 h 381000"/>
                <a:gd name="connsiteX2" fmla="*/ 124778 w 123825"/>
                <a:gd name="connsiteY2" fmla="*/ 387668 h 381000"/>
                <a:gd name="connsiteX3" fmla="*/ 0 w 123825"/>
                <a:gd name="connsiteY3" fmla="*/ 387668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825" h="381000">
                  <a:moveTo>
                    <a:pt x="0" y="0"/>
                  </a:moveTo>
                  <a:lnTo>
                    <a:pt x="124778" y="0"/>
                  </a:lnTo>
                  <a:lnTo>
                    <a:pt x="124778" y="387668"/>
                  </a:lnTo>
                  <a:lnTo>
                    <a:pt x="0" y="38766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2A288C0-BBF0-45AC-B0A2-DD594E90AC8A}"/>
                </a:ext>
              </a:extLst>
            </p:cNvPr>
            <p:cNvSpPr/>
            <p:nvPr/>
          </p:nvSpPr>
          <p:spPr>
            <a:xfrm>
              <a:off x="6239828" y="3560445"/>
              <a:ext cx="266700" cy="381000"/>
            </a:xfrm>
            <a:custGeom>
              <a:avLst/>
              <a:gdLst>
                <a:gd name="connsiteX0" fmla="*/ 0 w 266700"/>
                <a:gd name="connsiteY0" fmla="*/ 0 h 381000"/>
                <a:gd name="connsiteX1" fmla="*/ 269557 w 266700"/>
                <a:gd name="connsiteY1" fmla="*/ 0 h 381000"/>
                <a:gd name="connsiteX2" fmla="*/ 269557 w 266700"/>
                <a:gd name="connsiteY2" fmla="*/ 387668 h 381000"/>
                <a:gd name="connsiteX3" fmla="*/ 0 w 266700"/>
                <a:gd name="connsiteY3" fmla="*/ 387668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381000">
                  <a:moveTo>
                    <a:pt x="0" y="0"/>
                  </a:moveTo>
                  <a:lnTo>
                    <a:pt x="269557" y="0"/>
                  </a:lnTo>
                  <a:lnTo>
                    <a:pt x="269557" y="387668"/>
                  </a:lnTo>
                  <a:lnTo>
                    <a:pt x="0" y="387668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5167A015-6C29-4B25-AC9C-78034B0F0FC7}"/>
                </a:ext>
              </a:extLst>
            </p:cNvPr>
            <p:cNvSpPr/>
            <p:nvPr/>
          </p:nvSpPr>
          <p:spPr>
            <a:xfrm>
              <a:off x="5850255" y="3823335"/>
              <a:ext cx="238125" cy="104775"/>
            </a:xfrm>
            <a:custGeom>
              <a:avLst/>
              <a:gdLst>
                <a:gd name="connsiteX0" fmla="*/ 0 w 238125"/>
                <a:gd name="connsiteY0" fmla="*/ 0 h 104775"/>
                <a:gd name="connsiteX1" fmla="*/ 238125 w 238125"/>
                <a:gd name="connsiteY1" fmla="*/ 0 h 104775"/>
                <a:gd name="connsiteX2" fmla="*/ 238125 w 238125"/>
                <a:gd name="connsiteY2" fmla="*/ 108585 h 104775"/>
                <a:gd name="connsiteX3" fmla="*/ 0 w 238125"/>
                <a:gd name="connsiteY3" fmla="*/ 10858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125" h="104775">
                  <a:moveTo>
                    <a:pt x="0" y="0"/>
                  </a:moveTo>
                  <a:lnTo>
                    <a:pt x="238125" y="0"/>
                  </a:lnTo>
                  <a:lnTo>
                    <a:pt x="238125" y="108585"/>
                  </a:lnTo>
                  <a:lnTo>
                    <a:pt x="0" y="108585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533A5F29-6286-42D3-ACA2-E0EF1686BE9A}"/>
                </a:ext>
              </a:extLst>
            </p:cNvPr>
            <p:cNvSpPr/>
            <p:nvPr/>
          </p:nvSpPr>
          <p:spPr>
            <a:xfrm>
              <a:off x="5549265" y="3345180"/>
              <a:ext cx="838200" cy="495300"/>
            </a:xfrm>
            <a:custGeom>
              <a:avLst/>
              <a:gdLst>
                <a:gd name="connsiteX0" fmla="*/ 804863 w 838200"/>
                <a:gd name="connsiteY0" fmla="*/ 0 h 495300"/>
                <a:gd name="connsiteX1" fmla="*/ 39053 w 838200"/>
                <a:gd name="connsiteY1" fmla="*/ 0 h 495300"/>
                <a:gd name="connsiteX2" fmla="*/ 0 w 838200"/>
                <a:gd name="connsiteY2" fmla="*/ 39053 h 495300"/>
                <a:gd name="connsiteX3" fmla="*/ 0 w 838200"/>
                <a:gd name="connsiteY3" fmla="*/ 456248 h 495300"/>
                <a:gd name="connsiteX4" fmla="*/ 39053 w 838200"/>
                <a:gd name="connsiteY4" fmla="*/ 495300 h 495300"/>
                <a:gd name="connsiteX5" fmla="*/ 804863 w 838200"/>
                <a:gd name="connsiteY5" fmla="*/ 495300 h 495300"/>
                <a:gd name="connsiteX6" fmla="*/ 843915 w 838200"/>
                <a:gd name="connsiteY6" fmla="*/ 456248 h 495300"/>
                <a:gd name="connsiteX7" fmla="*/ 843915 w 838200"/>
                <a:gd name="connsiteY7" fmla="*/ 39053 h 495300"/>
                <a:gd name="connsiteX8" fmla="*/ 804863 w 838200"/>
                <a:gd name="connsiteY8" fmla="*/ 0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8200" h="495300">
                  <a:moveTo>
                    <a:pt x="804863" y="0"/>
                  </a:moveTo>
                  <a:lnTo>
                    <a:pt x="39053" y="0"/>
                  </a:lnTo>
                  <a:cubicBezTo>
                    <a:pt x="17145" y="0"/>
                    <a:pt x="0" y="18098"/>
                    <a:pt x="0" y="39053"/>
                  </a:cubicBezTo>
                  <a:lnTo>
                    <a:pt x="0" y="456248"/>
                  </a:lnTo>
                  <a:cubicBezTo>
                    <a:pt x="0" y="478155"/>
                    <a:pt x="18097" y="495300"/>
                    <a:pt x="39053" y="495300"/>
                  </a:cubicBezTo>
                  <a:lnTo>
                    <a:pt x="804863" y="495300"/>
                  </a:lnTo>
                  <a:cubicBezTo>
                    <a:pt x="826770" y="495300"/>
                    <a:pt x="843915" y="477202"/>
                    <a:pt x="843915" y="456248"/>
                  </a:cubicBezTo>
                  <a:lnTo>
                    <a:pt x="843915" y="39053"/>
                  </a:lnTo>
                  <a:cubicBezTo>
                    <a:pt x="843915" y="18098"/>
                    <a:pt x="826770" y="0"/>
                    <a:pt x="80486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5307CFD-9DB6-45E3-8FE0-3DFD07FDAE82}"/>
                </a:ext>
              </a:extLst>
            </p:cNvPr>
            <p:cNvSpPr/>
            <p:nvPr/>
          </p:nvSpPr>
          <p:spPr>
            <a:xfrm>
              <a:off x="5783580" y="3407092"/>
              <a:ext cx="514350" cy="295275"/>
            </a:xfrm>
            <a:custGeom>
              <a:avLst/>
              <a:gdLst>
                <a:gd name="connsiteX0" fmla="*/ 493395 w 514350"/>
                <a:gd name="connsiteY0" fmla="*/ 0 h 295275"/>
                <a:gd name="connsiteX1" fmla="*/ 23813 w 514350"/>
                <a:gd name="connsiteY1" fmla="*/ 0 h 295275"/>
                <a:gd name="connsiteX2" fmla="*/ 0 w 514350"/>
                <a:gd name="connsiteY2" fmla="*/ 23813 h 295275"/>
                <a:gd name="connsiteX3" fmla="*/ 0 w 514350"/>
                <a:gd name="connsiteY3" fmla="*/ 279083 h 295275"/>
                <a:gd name="connsiteX4" fmla="*/ 23813 w 514350"/>
                <a:gd name="connsiteY4" fmla="*/ 302895 h 295275"/>
                <a:gd name="connsiteX5" fmla="*/ 493395 w 514350"/>
                <a:gd name="connsiteY5" fmla="*/ 302895 h 295275"/>
                <a:gd name="connsiteX6" fmla="*/ 517207 w 514350"/>
                <a:gd name="connsiteY6" fmla="*/ 279083 h 295275"/>
                <a:gd name="connsiteX7" fmla="*/ 517207 w 514350"/>
                <a:gd name="connsiteY7" fmla="*/ 23813 h 295275"/>
                <a:gd name="connsiteX8" fmla="*/ 493395 w 514350"/>
                <a:gd name="connsiteY8" fmla="*/ 0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4350" h="295275">
                  <a:moveTo>
                    <a:pt x="493395" y="0"/>
                  </a:moveTo>
                  <a:lnTo>
                    <a:pt x="23813" y="0"/>
                  </a:lnTo>
                  <a:cubicBezTo>
                    <a:pt x="10477" y="0"/>
                    <a:pt x="0" y="10478"/>
                    <a:pt x="0" y="23813"/>
                  </a:cubicBezTo>
                  <a:lnTo>
                    <a:pt x="0" y="279083"/>
                  </a:lnTo>
                  <a:cubicBezTo>
                    <a:pt x="0" y="292417"/>
                    <a:pt x="10477" y="302895"/>
                    <a:pt x="23813" y="302895"/>
                  </a:cubicBezTo>
                  <a:lnTo>
                    <a:pt x="493395" y="302895"/>
                  </a:lnTo>
                  <a:cubicBezTo>
                    <a:pt x="506730" y="302895"/>
                    <a:pt x="517207" y="292417"/>
                    <a:pt x="517207" y="279083"/>
                  </a:cubicBezTo>
                  <a:lnTo>
                    <a:pt x="517207" y="23813"/>
                  </a:lnTo>
                  <a:cubicBezTo>
                    <a:pt x="517207" y="11430"/>
                    <a:pt x="506730" y="0"/>
                    <a:pt x="493395" y="0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4D7CB912-88E6-43F1-A801-8742D1273DA8}"/>
                </a:ext>
              </a:extLst>
            </p:cNvPr>
            <p:cNvSpPr/>
            <p:nvPr/>
          </p:nvSpPr>
          <p:spPr>
            <a:xfrm>
              <a:off x="5753100" y="3916680"/>
              <a:ext cx="409575" cy="28575"/>
            </a:xfrm>
            <a:custGeom>
              <a:avLst/>
              <a:gdLst>
                <a:gd name="connsiteX0" fmla="*/ 401955 w 409575"/>
                <a:gd name="connsiteY0" fmla="*/ 0 h 28575"/>
                <a:gd name="connsiteX1" fmla="*/ 15240 w 409575"/>
                <a:gd name="connsiteY1" fmla="*/ 0 h 28575"/>
                <a:gd name="connsiteX2" fmla="*/ 0 w 409575"/>
                <a:gd name="connsiteY2" fmla="*/ 15240 h 28575"/>
                <a:gd name="connsiteX3" fmla="*/ 15240 w 409575"/>
                <a:gd name="connsiteY3" fmla="*/ 30480 h 28575"/>
                <a:gd name="connsiteX4" fmla="*/ 401955 w 409575"/>
                <a:gd name="connsiteY4" fmla="*/ 30480 h 28575"/>
                <a:gd name="connsiteX5" fmla="*/ 417195 w 409575"/>
                <a:gd name="connsiteY5" fmla="*/ 15240 h 28575"/>
                <a:gd name="connsiteX6" fmla="*/ 401955 w 409575"/>
                <a:gd name="connsiteY6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575" h="28575">
                  <a:moveTo>
                    <a:pt x="401955" y="0"/>
                  </a:moveTo>
                  <a:lnTo>
                    <a:pt x="15240" y="0"/>
                  </a:lnTo>
                  <a:cubicBezTo>
                    <a:pt x="6668" y="0"/>
                    <a:pt x="0" y="6667"/>
                    <a:pt x="0" y="15240"/>
                  </a:cubicBezTo>
                  <a:cubicBezTo>
                    <a:pt x="0" y="23813"/>
                    <a:pt x="6668" y="30480"/>
                    <a:pt x="15240" y="30480"/>
                  </a:cubicBezTo>
                  <a:lnTo>
                    <a:pt x="401955" y="30480"/>
                  </a:lnTo>
                  <a:cubicBezTo>
                    <a:pt x="410528" y="30480"/>
                    <a:pt x="417195" y="23813"/>
                    <a:pt x="417195" y="15240"/>
                  </a:cubicBezTo>
                  <a:cubicBezTo>
                    <a:pt x="417195" y="6667"/>
                    <a:pt x="410528" y="0"/>
                    <a:pt x="40195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1D6C0BC-4A1B-4013-98ED-12AA9AF108D8}"/>
                </a:ext>
              </a:extLst>
            </p:cNvPr>
            <p:cNvSpPr/>
            <p:nvPr/>
          </p:nvSpPr>
          <p:spPr>
            <a:xfrm>
              <a:off x="5392103" y="4028123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7 w 19050"/>
                <a:gd name="connsiteY1" fmla="*/ 0 h 733425"/>
                <a:gd name="connsiteX2" fmla="*/ 21907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7" y="0"/>
                  </a:lnTo>
                  <a:lnTo>
                    <a:pt x="21907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FF26C0B-E4B2-4588-8C16-DF7FF6201DB6}"/>
                </a:ext>
              </a:extLst>
            </p:cNvPr>
            <p:cNvSpPr/>
            <p:nvPr/>
          </p:nvSpPr>
          <p:spPr>
            <a:xfrm>
              <a:off x="5676900" y="4028123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7 w 19050"/>
                <a:gd name="connsiteY1" fmla="*/ 0 h 733425"/>
                <a:gd name="connsiteX2" fmla="*/ 21907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7" y="0"/>
                  </a:lnTo>
                  <a:lnTo>
                    <a:pt x="21907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93FDC0DE-3806-4D68-9754-F1FEFDE2EA7E}"/>
                </a:ext>
              </a:extLst>
            </p:cNvPr>
            <p:cNvSpPr/>
            <p:nvPr/>
          </p:nvSpPr>
          <p:spPr>
            <a:xfrm>
              <a:off x="6134100" y="4028123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7 w 19050"/>
                <a:gd name="connsiteY1" fmla="*/ 0 h 733425"/>
                <a:gd name="connsiteX2" fmla="*/ 21907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7" y="0"/>
                  </a:lnTo>
                  <a:lnTo>
                    <a:pt x="21907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A391E913-D723-4ED2-BB97-3ECE0C223204}"/>
                </a:ext>
              </a:extLst>
            </p:cNvPr>
            <p:cNvSpPr/>
            <p:nvPr/>
          </p:nvSpPr>
          <p:spPr>
            <a:xfrm>
              <a:off x="6476048" y="4028123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7 w 19050"/>
                <a:gd name="connsiteY1" fmla="*/ 0 h 733425"/>
                <a:gd name="connsiteX2" fmla="*/ 21907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7" y="0"/>
                  </a:lnTo>
                  <a:lnTo>
                    <a:pt x="21907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2EEE81F1-7C81-4600-A7D0-42414748732E}"/>
                </a:ext>
              </a:extLst>
            </p:cNvPr>
            <p:cNvSpPr/>
            <p:nvPr/>
          </p:nvSpPr>
          <p:spPr>
            <a:xfrm>
              <a:off x="5212080" y="3947160"/>
              <a:ext cx="390525" cy="76200"/>
            </a:xfrm>
            <a:custGeom>
              <a:avLst/>
              <a:gdLst>
                <a:gd name="connsiteX0" fmla="*/ 0 w 390525"/>
                <a:gd name="connsiteY0" fmla="*/ 0 h 76200"/>
                <a:gd name="connsiteX1" fmla="*/ 399098 w 390525"/>
                <a:gd name="connsiteY1" fmla="*/ 0 h 76200"/>
                <a:gd name="connsiteX2" fmla="*/ 399098 w 390525"/>
                <a:gd name="connsiteY2" fmla="*/ 81915 h 76200"/>
                <a:gd name="connsiteX3" fmla="*/ 0 w 390525"/>
                <a:gd name="connsiteY3" fmla="*/ 819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0525" h="76200">
                  <a:moveTo>
                    <a:pt x="0" y="0"/>
                  </a:moveTo>
                  <a:lnTo>
                    <a:pt x="399098" y="0"/>
                  </a:lnTo>
                  <a:lnTo>
                    <a:pt x="399098" y="81915"/>
                  </a:lnTo>
                  <a:lnTo>
                    <a:pt x="0" y="81915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B2EA5B3D-88A8-48D7-B095-DC8F904119BF}"/>
                </a:ext>
              </a:extLst>
            </p:cNvPr>
            <p:cNvSpPr/>
            <p:nvPr/>
          </p:nvSpPr>
          <p:spPr>
            <a:xfrm>
              <a:off x="5611178" y="3947160"/>
              <a:ext cx="971550" cy="76200"/>
            </a:xfrm>
            <a:custGeom>
              <a:avLst/>
              <a:gdLst>
                <a:gd name="connsiteX0" fmla="*/ 0 w 971550"/>
                <a:gd name="connsiteY0" fmla="*/ 0 h 76200"/>
                <a:gd name="connsiteX1" fmla="*/ 974407 w 971550"/>
                <a:gd name="connsiteY1" fmla="*/ 0 h 76200"/>
                <a:gd name="connsiteX2" fmla="*/ 974407 w 971550"/>
                <a:gd name="connsiteY2" fmla="*/ 81915 h 76200"/>
                <a:gd name="connsiteX3" fmla="*/ 0 w 971550"/>
                <a:gd name="connsiteY3" fmla="*/ 819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1550" h="76200">
                  <a:moveTo>
                    <a:pt x="0" y="0"/>
                  </a:moveTo>
                  <a:lnTo>
                    <a:pt x="974407" y="0"/>
                  </a:lnTo>
                  <a:lnTo>
                    <a:pt x="974407" y="81915"/>
                  </a:lnTo>
                  <a:lnTo>
                    <a:pt x="0" y="8191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641CB506-57F2-46B0-AF20-B8CA17D05057}"/>
                </a:ext>
              </a:extLst>
            </p:cNvPr>
            <p:cNvSpPr/>
            <p:nvPr/>
          </p:nvSpPr>
          <p:spPr>
            <a:xfrm>
              <a:off x="8501063" y="3829050"/>
              <a:ext cx="238125" cy="104775"/>
            </a:xfrm>
            <a:custGeom>
              <a:avLst/>
              <a:gdLst>
                <a:gd name="connsiteX0" fmla="*/ 0 w 238125"/>
                <a:gd name="connsiteY0" fmla="*/ 0 h 104775"/>
                <a:gd name="connsiteX1" fmla="*/ 238125 w 238125"/>
                <a:gd name="connsiteY1" fmla="*/ 0 h 104775"/>
                <a:gd name="connsiteX2" fmla="*/ 238125 w 238125"/>
                <a:gd name="connsiteY2" fmla="*/ 108585 h 104775"/>
                <a:gd name="connsiteX3" fmla="*/ 0 w 238125"/>
                <a:gd name="connsiteY3" fmla="*/ 10858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125" h="104775">
                  <a:moveTo>
                    <a:pt x="0" y="0"/>
                  </a:moveTo>
                  <a:lnTo>
                    <a:pt x="238125" y="0"/>
                  </a:lnTo>
                  <a:lnTo>
                    <a:pt x="238125" y="108585"/>
                  </a:lnTo>
                  <a:lnTo>
                    <a:pt x="0" y="108585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C5A7C25-1B1B-44E5-973F-73B8042DCE75}"/>
                </a:ext>
              </a:extLst>
            </p:cNvPr>
            <p:cNvSpPr/>
            <p:nvPr/>
          </p:nvSpPr>
          <p:spPr>
            <a:xfrm>
              <a:off x="8200073" y="3349942"/>
              <a:ext cx="838200" cy="495300"/>
            </a:xfrm>
            <a:custGeom>
              <a:avLst/>
              <a:gdLst>
                <a:gd name="connsiteX0" fmla="*/ 805815 w 838200"/>
                <a:gd name="connsiteY0" fmla="*/ 0 h 495300"/>
                <a:gd name="connsiteX1" fmla="*/ 39052 w 838200"/>
                <a:gd name="connsiteY1" fmla="*/ 0 h 495300"/>
                <a:gd name="connsiteX2" fmla="*/ 0 w 838200"/>
                <a:gd name="connsiteY2" fmla="*/ 39053 h 495300"/>
                <a:gd name="connsiteX3" fmla="*/ 0 w 838200"/>
                <a:gd name="connsiteY3" fmla="*/ 456248 h 495300"/>
                <a:gd name="connsiteX4" fmla="*/ 39052 w 838200"/>
                <a:gd name="connsiteY4" fmla="*/ 495300 h 495300"/>
                <a:gd name="connsiteX5" fmla="*/ 804863 w 838200"/>
                <a:gd name="connsiteY5" fmla="*/ 495300 h 495300"/>
                <a:gd name="connsiteX6" fmla="*/ 843915 w 838200"/>
                <a:gd name="connsiteY6" fmla="*/ 456248 h 495300"/>
                <a:gd name="connsiteX7" fmla="*/ 843915 w 838200"/>
                <a:gd name="connsiteY7" fmla="*/ 39053 h 495300"/>
                <a:gd name="connsiteX8" fmla="*/ 805815 w 838200"/>
                <a:gd name="connsiteY8" fmla="*/ 0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8200" h="495300">
                  <a:moveTo>
                    <a:pt x="805815" y="0"/>
                  </a:moveTo>
                  <a:lnTo>
                    <a:pt x="39052" y="0"/>
                  </a:lnTo>
                  <a:cubicBezTo>
                    <a:pt x="17145" y="0"/>
                    <a:pt x="0" y="18098"/>
                    <a:pt x="0" y="39053"/>
                  </a:cubicBezTo>
                  <a:lnTo>
                    <a:pt x="0" y="456248"/>
                  </a:lnTo>
                  <a:cubicBezTo>
                    <a:pt x="0" y="478155"/>
                    <a:pt x="18097" y="495300"/>
                    <a:pt x="39052" y="495300"/>
                  </a:cubicBezTo>
                  <a:lnTo>
                    <a:pt x="804863" y="495300"/>
                  </a:lnTo>
                  <a:cubicBezTo>
                    <a:pt x="826770" y="495300"/>
                    <a:pt x="843915" y="477202"/>
                    <a:pt x="843915" y="456248"/>
                  </a:cubicBezTo>
                  <a:lnTo>
                    <a:pt x="843915" y="39053"/>
                  </a:lnTo>
                  <a:cubicBezTo>
                    <a:pt x="844867" y="18098"/>
                    <a:pt x="826770" y="0"/>
                    <a:pt x="805815" y="0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58E470BF-BE2B-449F-925D-98284FD4A3CB}"/>
                </a:ext>
              </a:extLst>
            </p:cNvPr>
            <p:cNvSpPr/>
            <p:nvPr/>
          </p:nvSpPr>
          <p:spPr>
            <a:xfrm>
              <a:off x="8226743" y="3372803"/>
              <a:ext cx="790575" cy="400050"/>
            </a:xfrm>
            <a:custGeom>
              <a:avLst/>
              <a:gdLst>
                <a:gd name="connsiteX0" fmla="*/ 0 w 790575"/>
                <a:gd name="connsiteY0" fmla="*/ 0 h 400050"/>
                <a:gd name="connsiteX1" fmla="*/ 792480 w 790575"/>
                <a:gd name="connsiteY1" fmla="*/ 0 h 400050"/>
                <a:gd name="connsiteX2" fmla="*/ 792480 w 790575"/>
                <a:gd name="connsiteY2" fmla="*/ 401955 h 400050"/>
                <a:gd name="connsiteX3" fmla="*/ 0 w 790575"/>
                <a:gd name="connsiteY3" fmla="*/ 40195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0575" h="400050">
                  <a:moveTo>
                    <a:pt x="0" y="0"/>
                  </a:moveTo>
                  <a:lnTo>
                    <a:pt x="792480" y="0"/>
                  </a:lnTo>
                  <a:lnTo>
                    <a:pt x="792480" y="401955"/>
                  </a:lnTo>
                  <a:lnTo>
                    <a:pt x="0" y="401955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BDD25D0D-4212-48EE-A2D7-93552E00B512}"/>
                </a:ext>
              </a:extLst>
            </p:cNvPr>
            <p:cNvSpPr/>
            <p:nvPr/>
          </p:nvSpPr>
          <p:spPr>
            <a:xfrm>
              <a:off x="8404860" y="3922395"/>
              <a:ext cx="409575" cy="28575"/>
            </a:xfrm>
            <a:custGeom>
              <a:avLst/>
              <a:gdLst>
                <a:gd name="connsiteX0" fmla="*/ 401955 w 409575"/>
                <a:gd name="connsiteY0" fmla="*/ 0 h 28575"/>
                <a:gd name="connsiteX1" fmla="*/ 15240 w 409575"/>
                <a:gd name="connsiteY1" fmla="*/ 0 h 28575"/>
                <a:gd name="connsiteX2" fmla="*/ 0 w 409575"/>
                <a:gd name="connsiteY2" fmla="*/ 15240 h 28575"/>
                <a:gd name="connsiteX3" fmla="*/ 15240 w 409575"/>
                <a:gd name="connsiteY3" fmla="*/ 30480 h 28575"/>
                <a:gd name="connsiteX4" fmla="*/ 401955 w 409575"/>
                <a:gd name="connsiteY4" fmla="*/ 30480 h 28575"/>
                <a:gd name="connsiteX5" fmla="*/ 417195 w 409575"/>
                <a:gd name="connsiteY5" fmla="*/ 15240 h 28575"/>
                <a:gd name="connsiteX6" fmla="*/ 401955 w 409575"/>
                <a:gd name="connsiteY6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575" h="28575">
                  <a:moveTo>
                    <a:pt x="401955" y="0"/>
                  </a:moveTo>
                  <a:lnTo>
                    <a:pt x="15240" y="0"/>
                  </a:lnTo>
                  <a:cubicBezTo>
                    <a:pt x="6667" y="0"/>
                    <a:pt x="0" y="6668"/>
                    <a:pt x="0" y="15240"/>
                  </a:cubicBezTo>
                  <a:cubicBezTo>
                    <a:pt x="0" y="23813"/>
                    <a:pt x="6667" y="30480"/>
                    <a:pt x="15240" y="30480"/>
                  </a:cubicBezTo>
                  <a:lnTo>
                    <a:pt x="401955" y="30480"/>
                  </a:lnTo>
                  <a:cubicBezTo>
                    <a:pt x="410527" y="30480"/>
                    <a:pt x="417195" y="23813"/>
                    <a:pt x="417195" y="15240"/>
                  </a:cubicBezTo>
                  <a:cubicBezTo>
                    <a:pt x="417195" y="6668"/>
                    <a:pt x="410527" y="0"/>
                    <a:pt x="401955" y="0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83712D2-3FC0-4368-A1A1-DFA8FB5BD347}"/>
                </a:ext>
              </a:extLst>
            </p:cNvPr>
            <p:cNvSpPr/>
            <p:nvPr/>
          </p:nvSpPr>
          <p:spPr>
            <a:xfrm>
              <a:off x="8316278" y="3399473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9542 w 142875"/>
                <a:gd name="connsiteY1" fmla="*/ 0 h 0"/>
                <a:gd name="connsiteX2" fmla="*/ 149542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9542" y="0"/>
                  </a:lnTo>
                  <a:lnTo>
                    <a:pt x="14954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D27119F6-1FEC-486F-ABCB-46B7A2E32CB1}"/>
                </a:ext>
              </a:extLst>
            </p:cNvPr>
            <p:cNvSpPr/>
            <p:nvPr/>
          </p:nvSpPr>
          <p:spPr>
            <a:xfrm>
              <a:off x="8316278" y="3419475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9542 w 142875"/>
                <a:gd name="connsiteY1" fmla="*/ 0 h 0"/>
                <a:gd name="connsiteX2" fmla="*/ 149542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9542" y="0"/>
                  </a:lnTo>
                  <a:lnTo>
                    <a:pt x="14954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2B114A9-71B8-47E9-ADFD-F1DCE06CF2E1}"/>
                </a:ext>
              </a:extLst>
            </p:cNvPr>
            <p:cNvSpPr/>
            <p:nvPr/>
          </p:nvSpPr>
          <p:spPr>
            <a:xfrm>
              <a:off x="8512493" y="3399473"/>
              <a:ext cx="85725" cy="9525"/>
            </a:xfrm>
            <a:custGeom>
              <a:avLst/>
              <a:gdLst>
                <a:gd name="connsiteX0" fmla="*/ 0 w 85725"/>
                <a:gd name="connsiteY0" fmla="*/ 0 h 0"/>
                <a:gd name="connsiteX1" fmla="*/ 87630 w 85725"/>
                <a:gd name="connsiteY1" fmla="*/ 0 h 0"/>
                <a:gd name="connsiteX2" fmla="*/ 87630 w 85725"/>
                <a:gd name="connsiteY2" fmla="*/ 7620 h 0"/>
                <a:gd name="connsiteX3" fmla="*/ 0 w 857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">
                  <a:moveTo>
                    <a:pt x="0" y="0"/>
                  </a:moveTo>
                  <a:lnTo>
                    <a:pt x="87630" y="0"/>
                  </a:lnTo>
                  <a:lnTo>
                    <a:pt x="8763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385A1359-939E-4E27-A893-A9CC464F7E82}"/>
                </a:ext>
              </a:extLst>
            </p:cNvPr>
            <p:cNvSpPr/>
            <p:nvPr/>
          </p:nvSpPr>
          <p:spPr>
            <a:xfrm>
              <a:off x="8512493" y="3419475"/>
              <a:ext cx="133350" cy="9525"/>
            </a:xfrm>
            <a:custGeom>
              <a:avLst/>
              <a:gdLst>
                <a:gd name="connsiteX0" fmla="*/ 0 w 133350"/>
                <a:gd name="connsiteY0" fmla="*/ 0 h 0"/>
                <a:gd name="connsiteX1" fmla="*/ 135255 w 133350"/>
                <a:gd name="connsiteY1" fmla="*/ 0 h 0"/>
                <a:gd name="connsiteX2" fmla="*/ 135255 w 133350"/>
                <a:gd name="connsiteY2" fmla="*/ 7620 h 0"/>
                <a:gd name="connsiteX3" fmla="*/ 0 w 133350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350">
                  <a:moveTo>
                    <a:pt x="0" y="0"/>
                  </a:moveTo>
                  <a:lnTo>
                    <a:pt x="135255" y="0"/>
                  </a:lnTo>
                  <a:lnTo>
                    <a:pt x="135255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A5DB428-66A8-45FD-A6B0-9834CD913A24}"/>
                </a:ext>
              </a:extLst>
            </p:cNvPr>
            <p:cNvSpPr/>
            <p:nvPr/>
          </p:nvSpPr>
          <p:spPr>
            <a:xfrm>
              <a:off x="8641080" y="3399473"/>
              <a:ext cx="123825" cy="9525"/>
            </a:xfrm>
            <a:custGeom>
              <a:avLst/>
              <a:gdLst>
                <a:gd name="connsiteX0" fmla="*/ 0 w 123825"/>
                <a:gd name="connsiteY0" fmla="*/ 0 h 0"/>
                <a:gd name="connsiteX1" fmla="*/ 127635 w 123825"/>
                <a:gd name="connsiteY1" fmla="*/ 0 h 0"/>
                <a:gd name="connsiteX2" fmla="*/ 127635 w 123825"/>
                <a:gd name="connsiteY2" fmla="*/ 7620 h 0"/>
                <a:gd name="connsiteX3" fmla="*/ 0 w 1238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825">
                  <a:moveTo>
                    <a:pt x="0" y="0"/>
                  </a:moveTo>
                  <a:lnTo>
                    <a:pt x="127635" y="0"/>
                  </a:lnTo>
                  <a:lnTo>
                    <a:pt x="127635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773462A2-9135-4915-ACD0-4BE2EC0E6C5B}"/>
                </a:ext>
              </a:extLst>
            </p:cNvPr>
            <p:cNvSpPr/>
            <p:nvPr/>
          </p:nvSpPr>
          <p:spPr>
            <a:xfrm>
              <a:off x="8795385" y="3399473"/>
              <a:ext cx="66675" cy="9525"/>
            </a:xfrm>
            <a:custGeom>
              <a:avLst/>
              <a:gdLst>
                <a:gd name="connsiteX0" fmla="*/ 0 w 66675"/>
                <a:gd name="connsiteY0" fmla="*/ 0 h 0"/>
                <a:gd name="connsiteX1" fmla="*/ 67628 w 66675"/>
                <a:gd name="connsiteY1" fmla="*/ 0 h 0"/>
                <a:gd name="connsiteX2" fmla="*/ 67628 w 66675"/>
                <a:gd name="connsiteY2" fmla="*/ 7620 h 0"/>
                <a:gd name="connsiteX3" fmla="*/ 0 w 666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>
                  <a:moveTo>
                    <a:pt x="0" y="0"/>
                  </a:moveTo>
                  <a:lnTo>
                    <a:pt x="67628" y="0"/>
                  </a:lnTo>
                  <a:lnTo>
                    <a:pt x="67628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A8FA613-2B5A-4926-B244-9DC28FEDFA4F}"/>
                </a:ext>
              </a:extLst>
            </p:cNvPr>
            <p:cNvSpPr/>
            <p:nvPr/>
          </p:nvSpPr>
          <p:spPr>
            <a:xfrm>
              <a:off x="8891588" y="3399473"/>
              <a:ext cx="76200" cy="9525"/>
            </a:xfrm>
            <a:custGeom>
              <a:avLst/>
              <a:gdLst>
                <a:gd name="connsiteX0" fmla="*/ 0 w 76200"/>
                <a:gd name="connsiteY0" fmla="*/ 0 h 0"/>
                <a:gd name="connsiteX1" fmla="*/ 82868 w 76200"/>
                <a:gd name="connsiteY1" fmla="*/ 0 h 0"/>
                <a:gd name="connsiteX2" fmla="*/ 82868 w 76200"/>
                <a:gd name="connsiteY2" fmla="*/ 7620 h 0"/>
                <a:gd name="connsiteX3" fmla="*/ 0 w 76200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>
                  <a:moveTo>
                    <a:pt x="0" y="0"/>
                  </a:moveTo>
                  <a:lnTo>
                    <a:pt x="82868" y="0"/>
                  </a:lnTo>
                  <a:lnTo>
                    <a:pt x="82868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C164E7A9-0A67-40C5-8CD2-EAC723CFE260}"/>
                </a:ext>
              </a:extLst>
            </p:cNvPr>
            <p:cNvSpPr/>
            <p:nvPr/>
          </p:nvSpPr>
          <p:spPr>
            <a:xfrm>
              <a:off x="8778240" y="3419475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9542 w 142875"/>
                <a:gd name="connsiteY1" fmla="*/ 0 h 0"/>
                <a:gd name="connsiteX2" fmla="*/ 149542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9542" y="0"/>
                  </a:lnTo>
                  <a:lnTo>
                    <a:pt x="14954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445C9EE3-794B-4EE6-A6E2-FAA6DC12AF08}"/>
                </a:ext>
              </a:extLst>
            </p:cNvPr>
            <p:cNvSpPr/>
            <p:nvPr/>
          </p:nvSpPr>
          <p:spPr>
            <a:xfrm>
              <a:off x="8341995" y="3439478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9543 w 142875"/>
                <a:gd name="connsiteY1" fmla="*/ 0 h 0"/>
                <a:gd name="connsiteX2" fmla="*/ 149543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9543" y="0"/>
                  </a:lnTo>
                  <a:lnTo>
                    <a:pt x="149543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762685F3-290A-43FA-9330-AC192889C3E1}"/>
                </a:ext>
              </a:extLst>
            </p:cNvPr>
            <p:cNvSpPr/>
            <p:nvPr/>
          </p:nvSpPr>
          <p:spPr>
            <a:xfrm>
              <a:off x="8316278" y="3459480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9542 w 142875"/>
                <a:gd name="connsiteY1" fmla="*/ 0 h 0"/>
                <a:gd name="connsiteX2" fmla="*/ 149542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9542" y="0"/>
                  </a:lnTo>
                  <a:lnTo>
                    <a:pt x="14954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33F0D5A-EB9E-4AED-A9FE-F3077DAF1FC6}"/>
                </a:ext>
              </a:extLst>
            </p:cNvPr>
            <p:cNvSpPr/>
            <p:nvPr/>
          </p:nvSpPr>
          <p:spPr>
            <a:xfrm>
              <a:off x="8512493" y="3439478"/>
              <a:ext cx="85725" cy="9525"/>
            </a:xfrm>
            <a:custGeom>
              <a:avLst/>
              <a:gdLst>
                <a:gd name="connsiteX0" fmla="*/ 0 w 85725"/>
                <a:gd name="connsiteY0" fmla="*/ 0 h 0"/>
                <a:gd name="connsiteX1" fmla="*/ 87630 w 85725"/>
                <a:gd name="connsiteY1" fmla="*/ 0 h 0"/>
                <a:gd name="connsiteX2" fmla="*/ 87630 w 85725"/>
                <a:gd name="connsiteY2" fmla="*/ 7620 h 0"/>
                <a:gd name="connsiteX3" fmla="*/ 0 w 857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">
                  <a:moveTo>
                    <a:pt x="0" y="0"/>
                  </a:moveTo>
                  <a:lnTo>
                    <a:pt x="87630" y="0"/>
                  </a:lnTo>
                  <a:lnTo>
                    <a:pt x="8763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D1DF4669-D738-47B9-AC76-D038D3C64ED6}"/>
                </a:ext>
              </a:extLst>
            </p:cNvPr>
            <p:cNvSpPr/>
            <p:nvPr/>
          </p:nvSpPr>
          <p:spPr>
            <a:xfrm>
              <a:off x="8512493" y="3459480"/>
              <a:ext cx="266700" cy="9525"/>
            </a:xfrm>
            <a:custGeom>
              <a:avLst/>
              <a:gdLst>
                <a:gd name="connsiteX0" fmla="*/ 0 w 266700"/>
                <a:gd name="connsiteY0" fmla="*/ 0 h 0"/>
                <a:gd name="connsiteX1" fmla="*/ 274320 w 266700"/>
                <a:gd name="connsiteY1" fmla="*/ 0 h 0"/>
                <a:gd name="connsiteX2" fmla="*/ 274320 w 266700"/>
                <a:gd name="connsiteY2" fmla="*/ 7620 h 0"/>
                <a:gd name="connsiteX3" fmla="*/ 0 w 266700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>
                  <a:moveTo>
                    <a:pt x="0" y="0"/>
                  </a:moveTo>
                  <a:lnTo>
                    <a:pt x="274320" y="0"/>
                  </a:lnTo>
                  <a:lnTo>
                    <a:pt x="27432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2A8CF552-148C-4D32-B8DC-91BDC6EF1E73}"/>
                </a:ext>
              </a:extLst>
            </p:cNvPr>
            <p:cNvSpPr/>
            <p:nvPr/>
          </p:nvSpPr>
          <p:spPr>
            <a:xfrm>
              <a:off x="8641080" y="3439478"/>
              <a:ext cx="161925" cy="9525"/>
            </a:xfrm>
            <a:custGeom>
              <a:avLst/>
              <a:gdLst>
                <a:gd name="connsiteX0" fmla="*/ 0 w 161925"/>
                <a:gd name="connsiteY0" fmla="*/ 0 h 0"/>
                <a:gd name="connsiteX1" fmla="*/ 166688 w 161925"/>
                <a:gd name="connsiteY1" fmla="*/ 0 h 0"/>
                <a:gd name="connsiteX2" fmla="*/ 166688 w 161925"/>
                <a:gd name="connsiteY2" fmla="*/ 7620 h 0"/>
                <a:gd name="connsiteX3" fmla="*/ 0 w 1619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925">
                  <a:moveTo>
                    <a:pt x="0" y="0"/>
                  </a:moveTo>
                  <a:lnTo>
                    <a:pt x="166688" y="0"/>
                  </a:lnTo>
                  <a:lnTo>
                    <a:pt x="166688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24810CF-83B8-4D99-BB8D-653805CAF4CC}"/>
                </a:ext>
              </a:extLst>
            </p:cNvPr>
            <p:cNvSpPr/>
            <p:nvPr/>
          </p:nvSpPr>
          <p:spPr>
            <a:xfrm>
              <a:off x="8841105" y="3439478"/>
              <a:ext cx="85725" cy="9525"/>
            </a:xfrm>
            <a:custGeom>
              <a:avLst/>
              <a:gdLst>
                <a:gd name="connsiteX0" fmla="*/ 0 w 85725"/>
                <a:gd name="connsiteY0" fmla="*/ 0 h 0"/>
                <a:gd name="connsiteX1" fmla="*/ 87630 w 85725"/>
                <a:gd name="connsiteY1" fmla="*/ 0 h 0"/>
                <a:gd name="connsiteX2" fmla="*/ 87630 w 85725"/>
                <a:gd name="connsiteY2" fmla="*/ 7620 h 0"/>
                <a:gd name="connsiteX3" fmla="*/ 0 w 857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">
                  <a:moveTo>
                    <a:pt x="0" y="0"/>
                  </a:moveTo>
                  <a:lnTo>
                    <a:pt x="87630" y="0"/>
                  </a:lnTo>
                  <a:lnTo>
                    <a:pt x="8763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0B298962-B945-47F4-B56A-9A3A178B4FF0}"/>
                </a:ext>
              </a:extLst>
            </p:cNvPr>
            <p:cNvSpPr/>
            <p:nvPr/>
          </p:nvSpPr>
          <p:spPr>
            <a:xfrm>
              <a:off x="8820150" y="3459480"/>
              <a:ext cx="152400" cy="9525"/>
            </a:xfrm>
            <a:custGeom>
              <a:avLst/>
              <a:gdLst>
                <a:gd name="connsiteX0" fmla="*/ 0 w 152400"/>
                <a:gd name="connsiteY0" fmla="*/ 0 h 0"/>
                <a:gd name="connsiteX1" fmla="*/ 154305 w 152400"/>
                <a:gd name="connsiteY1" fmla="*/ 0 h 0"/>
                <a:gd name="connsiteX2" fmla="*/ 154305 w 152400"/>
                <a:gd name="connsiteY2" fmla="*/ 7620 h 0"/>
                <a:gd name="connsiteX3" fmla="*/ 0 w 152400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>
                  <a:moveTo>
                    <a:pt x="0" y="0"/>
                  </a:moveTo>
                  <a:lnTo>
                    <a:pt x="154305" y="0"/>
                  </a:lnTo>
                  <a:lnTo>
                    <a:pt x="154305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E5BB39AA-EFB4-41EB-A0A7-5B98E6F30DB1}"/>
                </a:ext>
              </a:extLst>
            </p:cNvPr>
            <p:cNvSpPr/>
            <p:nvPr/>
          </p:nvSpPr>
          <p:spPr>
            <a:xfrm>
              <a:off x="8677275" y="3419475"/>
              <a:ext cx="57150" cy="9525"/>
            </a:xfrm>
            <a:custGeom>
              <a:avLst/>
              <a:gdLst>
                <a:gd name="connsiteX0" fmla="*/ 0 w 57150"/>
                <a:gd name="connsiteY0" fmla="*/ 0 h 0"/>
                <a:gd name="connsiteX1" fmla="*/ 63818 w 57150"/>
                <a:gd name="connsiteY1" fmla="*/ 0 h 0"/>
                <a:gd name="connsiteX2" fmla="*/ 63818 w 57150"/>
                <a:gd name="connsiteY2" fmla="*/ 7620 h 0"/>
                <a:gd name="connsiteX3" fmla="*/ 0 w 57150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>
                  <a:moveTo>
                    <a:pt x="0" y="0"/>
                  </a:moveTo>
                  <a:lnTo>
                    <a:pt x="63818" y="0"/>
                  </a:lnTo>
                  <a:lnTo>
                    <a:pt x="63818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90E6F7E-1ABB-4703-AC54-817997C2B421}"/>
                </a:ext>
              </a:extLst>
            </p:cNvPr>
            <p:cNvSpPr/>
            <p:nvPr/>
          </p:nvSpPr>
          <p:spPr>
            <a:xfrm>
              <a:off x="8270558" y="3499485"/>
              <a:ext cx="85725" cy="9525"/>
            </a:xfrm>
            <a:custGeom>
              <a:avLst/>
              <a:gdLst>
                <a:gd name="connsiteX0" fmla="*/ 0 w 85725"/>
                <a:gd name="connsiteY0" fmla="*/ 0 h 0"/>
                <a:gd name="connsiteX1" fmla="*/ 85725 w 85725"/>
                <a:gd name="connsiteY1" fmla="*/ 0 h 0"/>
                <a:gd name="connsiteX2" fmla="*/ 85725 w 85725"/>
                <a:gd name="connsiteY2" fmla="*/ 7620 h 0"/>
                <a:gd name="connsiteX3" fmla="*/ 0 w 857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">
                  <a:moveTo>
                    <a:pt x="0" y="0"/>
                  </a:moveTo>
                  <a:lnTo>
                    <a:pt x="85725" y="0"/>
                  </a:lnTo>
                  <a:lnTo>
                    <a:pt x="85725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36DD8833-C4E5-429B-BFB5-92CB46F78008}"/>
                </a:ext>
              </a:extLst>
            </p:cNvPr>
            <p:cNvSpPr/>
            <p:nvPr/>
          </p:nvSpPr>
          <p:spPr>
            <a:xfrm>
              <a:off x="8270558" y="3518535"/>
              <a:ext cx="180975" cy="9525"/>
            </a:xfrm>
            <a:custGeom>
              <a:avLst/>
              <a:gdLst>
                <a:gd name="connsiteX0" fmla="*/ 0 w 180975"/>
                <a:gd name="connsiteY0" fmla="*/ 0 h 0"/>
                <a:gd name="connsiteX1" fmla="*/ 182880 w 180975"/>
                <a:gd name="connsiteY1" fmla="*/ 0 h 0"/>
                <a:gd name="connsiteX2" fmla="*/ 182880 w 180975"/>
                <a:gd name="connsiteY2" fmla="*/ 7620 h 0"/>
                <a:gd name="connsiteX3" fmla="*/ 0 w 1809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975">
                  <a:moveTo>
                    <a:pt x="0" y="0"/>
                  </a:moveTo>
                  <a:lnTo>
                    <a:pt x="182880" y="0"/>
                  </a:lnTo>
                  <a:lnTo>
                    <a:pt x="18288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F278D19-1D97-49DF-BD1D-38435B96E2FF}"/>
                </a:ext>
              </a:extLst>
            </p:cNvPr>
            <p:cNvSpPr/>
            <p:nvPr/>
          </p:nvSpPr>
          <p:spPr>
            <a:xfrm>
              <a:off x="8316278" y="3538538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9542 w 142875"/>
                <a:gd name="connsiteY1" fmla="*/ 0 h 0"/>
                <a:gd name="connsiteX2" fmla="*/ 149542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9542" y="0"/>
                  </a:lnTo>
                  <a:lnTo>
                    <a:pt x="14954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6A18D07-35F9-4BB6-B2E5-7FE0B33EFCC3}"/>
                </a:ext>
              </a:extLst>
            </p:cNvPr>
            <p:cNvSpPr/>
            <p:nvPr/>
          </p:nvSpPr>
          <p:spPr>
            <a:xfrm>
              <a:off x="8316278" y="3558540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9542 w 142875"/>
                <a:gd name="connsiteY1" fmla="*/ 0 h 0"/>
                <a:gd name="connsiteX2" fmla="*/ 149542 w 142875"/>
                <a:gd name="connsiteY2" fmla="*/ 8573 h 0"/>
                <a:gd name="connsiteX3" fmla="*/ 0 w 142875"/>
                <a:gd name="connsiteY3" fmla="*/ 8573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9542" y="0"/>
                  </a:lnTo>
                  <a:lnTo>
                    <a:pt x="149542" y="8573"/>
                  </a:lnTo>
                  <a:lnTo>
                    <a:pt x="0" y="857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2568E80-214C-4A60-9DE5-B3B4894FA327}"/>
                </a:ext>
              </a:extLst>
            </p:cNvPr>
            <p:cNvSpPr/>
            <p:nvPr/>
          </p:nvSpPr>
          <p:spPr>
            <a:xfrm>
              <a:off x="8421053" y="3578543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5732 w 142875"/>
                <a:gd name="connsiteY1" fmla="*/ 0 h 0"/>
                <a:gd name="connsiteX2" fmla="*/ 145732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5732" y="0"/>
                  </a:lnTo>
                  <a:lnTo>
                    <a:pt x="14573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B6A06774-4099-43FB-8C39-C0EE316C00C5}"/>
                </a:ext>
              </a:extLst>
            </p:cNvPr>
            <p:cNvSpPr/>
            <p:nvPr/>
          </p:nvSpPr>
          <p:spPr>
            <a:xfrm>
              <a:off x="8409623" y="3499485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50495 w 142875"/>
                <a:gd name="connsiteY1" fmla="*/ 0 h 0"/>
                <a:gd name="connsiteX2" fmla="*/ 150495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50495" y="0"/>
                  </a:lnTo>
                  <a:lnTo>
                    <a:pt x="150495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E79D745-4609-478E-B272-E9931C627ED4}"/>
                </a:ext>
              </a:extLst>
            </p:cNvPr>
            <p:cNvSpPr/>
            <p:nvPr/>
          </p:nvSpPr>
          <p:spPr>
            <a:xfrm>
              <a:off x="8599170" y="3499485"/>
              <a:ext cx="76200" cy="9525"/>
            </a:xfrm>
            <a:custGeom>
              <a:avLst/>
              <a:gdLst>
                <a:gd name="connsiteX0" fmla="*/ 0 w 76200"/>
                <a:gd name="connsiteY0" fmla="*/ 0 h 0"/>
                <a:gd name="connsiteX1" fmla="*/ 76200 w 76200"/>
                <a:gd name="connsiteY1" fmla="*/ 0 h 0"/>
                <a:gd name="connsiteX2" fmla="*/ 76200 w 76200"/>
                <a:gd name="connsiteY2" fmla="*/ 7620 h 0"/>
                <a:gd name="connsiteX3" fmla="*/ 0 w 76200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D2A49BD-DC0A-4956-A313-B5DF95D72584}"/>
                </a:ext>
              </a:extLst>
            </p:cNvPr>
            <p:cNvSpPr/>
            <p:nvPr/>
          </p:nvSpPr>
          <p:spPr>
            <a:xfrm>
              <a:off x="8724900" y="3499485"/>
              <a:ext cx="238125" cy="9525"/>
            </a:xfrm>
            <a:custGeom>
              <a:avLst/>
              <a:gdLst>
                <a:gd name="connsiteX0" fmla="*/ 0 w 238125"/>
                <a:gd name="connsiteY0" fmla="*/ 0 h 0"/>
                <a:gd name="connsiteX1" fmla="*/ 241935 w 238125"/>
                <a:gd name="connsiteY1" fmla="*/ 0 h 0"/>
                <a:gd name="connsiteX2" fmla="*/ 241935 w 238125"/>
                <a:gd name="connsiteY2" fmla="*/ 7620 h 0"/>
                <a:gd name="connsiteX3" fmla="*/ 0 w 2381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125">
                  <a:moveTo>
                    <a:pt x="0" y="0"/>
                  </a:moveTo>
                  <a:lnTo>
                    <a:pt x="241935" y="0"/>
                  </a:lnTo>
                  <a:lnTo>
                    <a:pt x="241935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6EA176-0237-407B-A26F-5E5304158C4F}"/>
                </a:ext>
              </a:extLst>
            </p:cNvPr>
            <p:cNvSpPr/>
            <p:nvPr/>
          </p:nvSpPr>
          <p:spPr>
            <a:xfrm>
              <a:off x="8497253" y="3518535"/>
              <a:ext cx="152400" cy="9525"/>
            </a:xfrm>
            <a:custGeom>
              <a:avLst/>
              <a:gdLst>
                <a:gd name="connsiteX0" fmla="*/ 0 w 152400"/>
                <a:gd name="connsiteY0" fmla="*/ 0 h 0"/>
                <a:gd name="connsiteX1" fmla="*/ 152400 w 152400"/>
                <a:gd name="connsiteY1" fmla="*/ 0 h 0"/>
                <a:gd name="connsiteX2" fmla="*/ 152400 w 152400"/>
                <a:gd name="connsiteY2" fmla="*/ 7620 h 0"/>
                <a:gd name="connsiteX3" fmla="*/ 0 w 152400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CEEB8C67-61F1-4384-B1C9-B1D9AD16248B}"/>
                </a:ext>
              </a:extLst>
            </p:cNvPr>
            <p:cNvSpPr/>
            <p:nvPr/>
          </p:nvSpPr>
          <p:spPr>
            <a:xfrm>
              <a:off x="8512493" y="3538538"/>
              <a:ext cx="161925" cy="9525"/>
            </a:xfrm>
            <a:custGeom>
              <a:avLst/>
              <a:gdLst>
                <a:gd name="connsiteX0" fmla="*/ 0 w 161925"/>
                <a:gd name="connsiteY0" fmla="*/ 0 h 0"/>
                <a:gd name="connsiteX1" fmla="*/ 170498 w 161925"/>
                <a:gd name="connsiteY1" fmla="*/ 0 h 0"/>
                <a:gd name="connsiteX2" fmla="*/ 170498 w 161925"/>
                <a:gd name="connsiteY2" fmla="*/ 7620 h 0"/>
                <a:gd name="connsiteX3" fmla="*/ 0 w 1619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925">
                  <a:moveTo>
                    <a:pt x="0" y="0"/>
                  </a:moveTo>
                  <a:lnTo>
                    <a:pt x="170498" y="0"/>
                  </a:lnTo>
                  <a:lnTo>
                    <a:pt x="170498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20E5357-7850-41FC-AC39-4C19589219EF}"/>
                </a:ext>
              </a:extLst>
            </p:cNvPr>
            <p:cNvSpPr/>
            <p:nvPr/>
          </p:nvSpPr>
          <p:spPr>
            <a:xfrm>
              <a:off x="8512493" y="3558540"/>
              <a:ext cx="114300" cy="9525"/>
            </a:xfrm>
            <a:custGeom>
              <a:avLst/>
              <a:gdLst>
                <a:gd name="connsiteX0" fmla="*/ 0 w 114300"/>
                <a:gd name="connsiteY0" fmla="*/ 0 h 0"/>
                <a:gd name="connsiteX1" fmla="*/ 116205 w 114300"/>
                <a:gd name="connsiteY1" fmla="*/ 0 h 0"/>
                <a:gd name="connsiteX2" fmla="*/ 116205 w 114300"/>
                <a:gd name="connsiteY2" fmla="*/ 8573 h 0"/>
                <a:gd name="connsiteX3" fmla="*/ 0 w 114300"/>
                <a:gd name="connsiteY3" fmla="*/ 8573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">
                  <a:moveTo>
                    <a:pt x="0" y="0"/>
                  </a:moveTo>
                  <a:lnTo>
                    <a:pt x="116205" y="0"/>
                  </a:lnTo>
                  <a:lnTo>
                    <a:pt x="116205" y="8573"/>
                  </a:lnTo>
                  <a:lnTo>
                    <a:pt x="0" y="857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9BB4E97E-9EA2-4D91-9CA6-272EE9D66C28}"/>
                </a:ext>
              </a:extLst>
            </p:cNvPr>
            <p:cNvSpPr/>
            <p:nvPr/>
          </p:nvSpPr>
          <p:spPr>
            <a:xfrm>
              <a:off x="8724900" y="3538538"/>
              <a:ext cx="123825" cy="9525"/>
            </a:xfrm>
            <a:custGeom>
              <a:avLst/>
              <a:gdLst>
                <a:gd name="connsiteX0" fmla="*/ 0 w 123825"/>
                <a:gd name="connsiteY0" fmla="*/ 0 h 0"/>
                <a:gd name="connsiteX1" fmla="*/ 126682 w 123825"/>
                <a:gd name="connsiteY1" fmla="*/ 0 h 0"/>
                <a:gd name="connsiteX2" fmla="*/ 126682 w 123825"/>
                <a:gd name="connsiteY2" fmla="*/ 7620 h 0"/>
                <a:gd name="connsiteX3" fmla="*/ 0 w 1238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825">
                  <a:moveTo>
                    <a:pt x="0" y="0"/>
                  </a:moveTo>
                  <a:lnTo>
                    <a:pt x="126682" y="0"/>
                  </a:lnTo>
                  <a:lnTo>
                    <a:pt x="12668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4A5E6794-E123-494E-A192-BB7C2F24461A}"/>
                </a:ext>
              </a:extLst>
            </p:cNvPr>
            <p:cNvSpPr/>
            <p:nvPr/>
          </p:nvSpPr>
          <p:spPr>
            <a:xfrm>
              <a:off x="8662035" y="3558540"/>
              <a:ext cx="219075" cy="9525"/>
            </a:xfrm>
            <a:custGeom>
              <a:avLst/>
              <a:gdLst>
                <a:gd name="connsiteX0" fmla="*/ 0 w 219075"/>
                <a:gd name="connsiteY0" fmla="*/ 0 h 0"/>
                <a:gd name="connsiteX1" fmla="*/ 222885 w 219075"/>
                <a:gd name="connsiteY1" fmla="*/ 0 h 0"/>
                <a:gd name="connsiteX2" fmla="*/ 222885 w 219075"/>
                <a:gd name="connsiteY2" fmla="*/ 8573 h 0"/>
                <a:gd name="connsiteX3" fmla="*/ 0 w 219075"/>
                <a:gd name="connsiteY3" fmla="*/ 8573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075">
                  <a:moveTo>
                    <a:pt x="0" y="0"/>
                  </a:moveTo>
                  <a:lnTo>
                    <a:pt x="222885" y="0"/>
                  </a:lnTo>
                  <a:lnTo>
                    <a:pt x="222885" y="8573"/>
                  </a:lnTo>
                  <a:lnTo>
                    <a:pt x="0" y="857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6ECA1BB1-015E-4572-AD98-DD85B2C1A870}"/>
                </a:ext>
              </a:extLst>
            </p:cNvPr>
            <p:cNvSpPr/>
            <p:nvPr/>
          </p:nvSpPr>
          <p:spPr>
            <a:xfrm>
              <a:off x="8913495" y="3558540"/>
              <a:ext cx="47625" cy="9525"/>
            </a:xfrm>
            <a:custGeom>
              <a:avLst/>
              <a:gdLst>
                <a:gd name="connsiteX0" fmla="*/ 0 w 47625"/>
                <a:gd name="connsiteY0" fmla="*/ 0 h 0"/>
                <a:gd name="connsiteX1" fmla="*/ 56198 w 47625"/>
                <a:gd name="connsiteY1" fmla="*/ 0 h 0"/>
                <a:gd name="connsiteX2" fmla="*/ 56198 w 47625"/>
                <a:gd name="connsiteY2" fmla="*/ 8573 h 0"/>
                <a:gd name="connsiteX3" fmla="*/ 0 w 47625"/>
                <a:gd name="connsiteY3" fmla="*/ 8573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>
                  <a:moveTo>
                    <a:pt x="0" y="0"/>
                  </a:moveTo>
                  <a:lnTo>
                    <a:pt x="56198" y="0"/>
                  </a:lnTo>
                  <a:lnTo>
                    <a:pt x="56198" y="8573"/>
                  </a:lnTo>
                  <a:lnTo>
                    <a:pt x="0" y="857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18CE0085-39E7-44F1-A03C-6DE0932F3B4B}"/>
                </a:ext>
              </a:extLst>
            </p:cNvPr>
            <p:cNvSpPr/>
            <p:nvPr/>
          </p:nvSpPr>
          <p:spPr>
            <a:xfrm>
              <a:off x="8607743" y="3578543"/>
              <a:ext cx="104775" cy="9525"/>
            </a:xfrm>
            <a:custGeom>
              <a:avLst/>
              <a:gdLst>
                <a:gd name="connsiteX0" fmla="*/ 0 w 104775"/>
                <a:gd name="connsiteY0" fmla="*/ 0 h 0"/>
                <a:gd name="connsiteX1" fmla="*/ 108585 w 104775"/>
                <a:gd name="connsiteY1" fmla="*/ 0 h 0"/>
                <a:gd name="connsiteX2" fmla="*/ 108585 w 104775"/>
                <a:gd name="connsiteY2" fmla="*/ 7620 h 0"/>
                <a:gd name="connsiteX3" fmla="*/ 0 w 1047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75">
                  <a:moveTo>
                    <a:pt x="0" y="0"/>
                  </a:moveTo>
                  <a:lnTo>
                    <a:pt x="108585" y="0"/>
                  </a:lnTo>
                  <a:lnTo>
                    <a:pt x="108585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0C41654B-EA74-4429-8129-5EA6F3F51C73}"/>
                </a:ext>
              </a:extLst>
            </p:cNvPr>
            <p:cNvSpPr/>
            <p:nvPr/>
          </p:nvSpPr>
          <p:spPr>
            <a:xfrm>
              <a:off x="8740140" y="3578543"/>
              <a:ext cx="200025" cy="9525"/>
            </a:xfrm>
            <a:custGeom>
              <a:avLst/>
              <a:gdLst>
                <a:gd name="connsiteX0" fmla="*/ 0 w 200025"/>
                <a:gd name="connsiteY0" fmla="*/ 0 h 0"/>
                <a:gd name="connsiteX1" fmla="*/ 201930 w 200025"/>
                <a:gd name="connsiteY1" fmla="*/ 0 h 0"/>
                <a:gd name="connsiteX2" fmla="*/ 201930 w 200025"/>
                <a:gd name="connsiteY2" fmla="*/ 7620 h 0"/>
                <a:gd name="connsiteX3" fmla="*/ 0 w 2000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>
                  <a:moveTo>
                    <a:pt x="0" y="0"/>
                  </a:moveTo>
                  <a:lnTo>
                    <a:pt x="201930" y="0"/>
                  </a:lnTo>
                  <a:lnTo>
                    <a:pt x="20193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2276BBF-24F0-42DE-8F2A-30F22B12C187}"/>
                </a:ext>
              </a:extLst>
            </p:cNvPr>
            <p:cNvSpPr/>
            <p:nvPr/>
          </p:nvSpPr>
          <p:spPr>
            <a:xfrm>
              <a:off x="8316278" y="3618548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9542 w 142875"/>
                <a:gd name="connsiteY1" fmla="*/ 0 h 0"/>
                <a:gd name="connsiteX2" fmla="*/ 149542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9542" y="0"/>
                  </a:lnTo>
                  <a:lnTo>
                    <a:pt x="14954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EF6E8C3-42A1-4B0F-AE63-1CC62695674C}"/>
                </a:ext>
              </a:extLst>
            </p:cNvPr>
            <p:cNvSpPr/>
            <p:nvPr/>
          </p:nvSpPr>
          <p:spPr>
            <a:xfrm>
              <a:off x="8316278" y="3638550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9542 w 142875"/>
                <a:gd name="connsiteY1" fmla="*/ 0 h 0"/>
                <a:gd name="connsiteX2" fmla="*/ 149542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9542" y="0"/>
                  </a:lnTo>
                  <a:lnTo>
                    <a:pt x="14954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E16A316E-4132-4739-A4CC-6622862011AA}"/>
                </a:ext>
              </a:extLst>
            </p:cNvPr>
            <p:cNvSpPr/>
            <p:nvPr/>
          </p:nvSpPr>
          <p:spPr>
            <a:xfrm>
              <a:off x="8512493" y="3618548"/>
              <a:ext cx="238125" cy="9525"/>
            </a:xfrm>
            <a:custGeom>
              <a:avLst/>
              <a:gdLst>
                <a:gd name="connsiteX0" fmla="*/ 0 w 238125"/>
                <a:gd name="connsiteY0" fmla="*/ 0 h 0"/>
                <a:gd name="connsiteX1" fmla="*/ 246698 w 238125"/>
                <a:gd name="connsiteY1" fmla="*/ 0 h 0"/>
                <a:gd name="connsiteX2" fmla="*/ 246698 w 238125"/>
                <a:gd name="connsiteY2" fmla="*/ 7620 h 0"/>
                <a:gd name="connsiteX3" fmla="*/ 0 w 2381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125">
                  <a:moveTo>
                    <a:pt x="0" y="0"/>
                  </a:moveTo>
                  <a:lnTo>
                    <a:pt x="246698" y="0"/>
                  </a:lnTo>
                  <a:lnTo>
                    <a:pt x="246698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3D2A7A6B-6576-4547-A08D-2BFCA33E9818}"/>
                </a:ext>
              </a:extLst>
            </p:cNvPr>
            <p:cNvSpPr/>
            <p:nvPr/>
          </p:nvSpPr>
          <p:spPr>
            <a:xfrm>
              <a:off x="8512493" y="3638550"/>
              <a:ext cx="133350" cy="9525"/>
            </a:xfrm>
            <a:custGeom>
              <a:avLst/>
              <a:gdLst>
                <a:gd name="connsiteX0" fmla="*/ 0 w 133350"/>
                <a:gd name="connsiteY0" fmla="*/ 0 h 0"/>
                <a:gd name="connsiteX1" fmla="*/ 135255 w 133350"/>
                <a:gd name="connsiteY1" fmla="*/ 0 h 0"/>
                <a:gd name="connsiteX2" fmla="*/ 135255 w 133350"/>
                <a:gd name="connsiteY2" fmla="*/ 7620 h 0"/>
                <a:gd name="connsiteX3" fmla="*/ 0 w 133350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350">
                  <a:moveTo>
                    <a:pt x="0" y="0"/>
                  </a:moveTo>
                  <a:lnTo>
                    <a:pt x="135255" y="0"/>
                  </a:lnTo>
                  <a:lnTo>
                    <a:pt x="135255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264D881A-C049-4739-8D02-1EE0CB37C158}"/>
                </a:ext>
              </a:extLst>
            </p:cNvPr>
            <p:cNvSpPr/>
            <p:nvPr/>
          </p:nvSpPr>
          <p:spPr>
            <a:xfrm>
              <a:off x="8795385" y="3618548"/>
              <a:ext cx="66675" cy="9525"/>
            </a:xfrm>
            <a:custGeom>
              <a:avLst/>
              <a:gdLst>
                <a:gd name="connsiteX0" fmla="*/ 0 w 66675"/>
                <a:gd name="connsiteY0" fmla="*/ 0 h 0"/>
                <a:gd name="connsiteX1" fmla="*/ 67628 w 66675"/>
                <a:gd name="connsiteY1" fmla="*/ 0 h 0"/>
                <a:gd name="connsiteX2" fmla="*/ 67628 w 66675"/>
                <a:gd name="connsiteY2" fmla="*/ 7620 h 0"/>
                <a:gd name="connsiteX3" fmla="*/ 0 w 666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>
                  <a:moveTo>
                    <a:pt x="0" y="0"/>
                  </a:moveTo>
                  <a:lnTo>
                    <a:pt x="67628" y="0"/>
                  </a:lnTo>
                  <a:lnTo>
                    <a:pt x="67628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4A857143-CA1A-41EA-BC22-768517C2AA9C}"/>
                </a:ext>
              </a:extLst>
            </p:cNvPr>
            <p:cNvSpPr/>
            <p:nvPr/>
          </p:nvSpPr>
          <p:spPr>
            <a:xfrm>
              <a:off x="8891588" y="3618548"/>
              <a:ext cx="76200" cy="9525"/>
            </a:xfrm>
            <a:custGeom>
              <a:avLst/>
              <a:gdLst>
                <a:gd name="connsiteX0" fmla="*/ 0 w 76200"/>
                <a:gd name="connsiteY0" fmla="*/ 0 h 0"/>
                <a:gd name="connsiteX1" fmla="*/ 82868 w 76200"/>
                <a:gd name="connsiteY1" fmla="*/ 0 h 0"/>
                <a:gd name="connsiteX2" fmla="*/ 82868 w 76200"/>
                <a:gd name="connsiteY2" fmla="*/ 7620 h 0"/>
                <a:gd name="connsiteX3" fmla="*/ 0 w 76200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>
                  <a:moveTo>
                    <a:pt x="0" y="0"/>
                  </a:moveTo>
                  <a:lnTo>
                    <a:pt x="82868" y="0"/>
                  </a:lnTo>
                  <a:lnTo>
                    <a:pt x="82868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D27B454-3C27-4F21-80BF-473C23372AA9}"/>
                </a:ext>
              </a:extLst>
            </p:cNvPr>
            <p:cNvSpPr/>
            <p:nvPr/>
          </p:nvSpPr>
          <p:spPr>
            <a:xfrm>
              <a:off x="8778240" y="3638550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9542 w 142875"/>
                <a:gd name="connsiteY1" fmla="*/ 0 h 0"/>
                <a:gd name="connsiteX2" fmla="*/ 149542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9542" y="0"/>
                  </a:lnTo>
                  <a:lnTo>
                    <a:pt x="14954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A8A58759-F0C7-4773-AD53-AFE3A43A7B80}"/>
                </a:ext>
              </a:extLst>
            </p:cNvPr>
            <p:cNvSpPr/>
            <p:nvPr/>
          </p:nvSpPr>
          <p:spPr>
            <a:xfrm>
              <a:off x="8677275" y="3638550"/>
              <a:ext cx="57150" cy="9525"/>
            </a:xfrm>
            <a:custGeom>
              <a:avLst/>
              <a:gdLst>
                <a:gd name="connsiteX0" fmla="*/ 0 w 57150"/>
                <a:gd name="connsiteY0" fmla="*/ 0 h 0"/>
                <a:gd name="connsiteX1" fmla="*/ 63818 w 57150"/>
                <a:gd name="connsiteY1" fmla="*/ 0 h 0"/>
                <a:gd name="connsiteX2" fmla="*/ 63818 w 57150"/>
                <a:gd name="connsiteY2" fmla="*/ 7620 h 0"/>
                <a:gd name="connsiteX3" fmla="*/ 0 w 57150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>
                  <a:moveTo>
                    <a:pt x="0" y="0"/>
                  </a:moveTo>
                  <a:lnTo>
                    <a:pt x="63818" y="0"/>
                  </a:lnTo>
                  <a:lnTo>
                    <a:pt x="63818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164F70B1-7B67-41AB-A1F3-096B69B6B838}"/>
                </a:ext>
              </a:extLst>
            </p:cNvPr>
            <p:cNvSpPr/>
            <p:nvPr/>
          </p:nvSpPr>
          <p:spPr>
            <a:xfrm>
              <a:off x="8270558" y="3671888"/>
              <a:ext cx="85725" cy="9525"/>
            </a:xfrm>
            <a:custGeom>
              <a:avLst/>
              <a:gdLst>
                <a:gd name="connsiteX0" fmla="*/ 0 w 85725"/>
                <a:gd name="connsiteY0" fmla="*/ 0 h 0"/>
                <a:gd name="connsiteX1" fmla="*/ 85725 w 85725"/>
                <a:gd name="connsiteY1" fmla="*/ 0 h 0"/>
                <a:gd name="connsiteX2" fmla="*/ 85725 w 85725"/>
                <a:gd name="connsiteY2" fmla="*/ 7620 h 0"/>
                <a:gd name="connsiteX3" fmla="*/ 0 w 857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">
                  <a:moveTo>
                    <a:pt x="0" y="0"/>
                  </a:moveTo>
                  <a:lnTo>
                    <a:pt x="85725" y="0"/>
                  </a:lnTo>
                  <a:lnTo>
                    <a:pt x="85725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8B2F917-B7AC-479E-892B-8F1D8D90CE7D}"/>
                </a:ext>
              </a:extLst>
            </p:cNvPr>
            <p:cNvSpPr/>
            <p:nvPr/>
          </p:nvSpPr>
          <p:spPr>
            <a:xfrm>
              <a:off x="8270558" y="3691890"/>
              <a:ext cx="180975" cy="9525"/>
            </a:xfrm>
            <a:custGeom>
              <a:avLst/>
              <a:gdLst>
                <a:gd name="connsiteX0" fmla="*/ 0 w 180975"/>
                <a:gd name="connsiteY0" fmla="*/ 0 h 0"/>
                <a:gd name="connsiteX1" fmla="*/ 182880 w 180975"/>
                <a:gd name="connsiteY1" fmla="*/ 0 h 0"/>
                <a:gd name="connsiteX2" fmla="*/ 182880 w 180975"/>
                <a:gd name="connsiteY2" fmla="*/ 7620 h 0"/>
                <a:gd name="connsiteX3" fmla="*/ 0 w 1809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975">
                  <a:moveTo>
                    <a:pt x="0" y="0"/>
                  </a:moveTo>
                  <a:lnTo>
                    <a:pt x="182880" y="0"/>
                  </a:lnTo>
                  <a:lnTo>
                    <a:pt x="18288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DFDD5B01-C00A-4E01-BCF4-EF4C1D8AC318}"/>
                </a:ext>
              </a:extLst>
            </p:cNvPr>
            <p:cNvSpPr/>
            <p:nvPr/>
          </p:nvSpPr>
          <p:spPr>
            <a:xfrm>
              <a:off x="8316278" y="3711893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9542 w 142875"/>
                <a:gd name="connsiteY1" fmla="*/ 0 h 0"/>
                <a:gd name="connsiteX2" fmla="*/ 149542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9542" y="0"/>
                  </a:lnTo>
                  <a:lnTo>
                    <a:pt x="14954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B7C81A02-D198-4439-99C9-18458D8F07C9}"/>
                </a:ext>
              </a:extLst>
            </p:cNvPr>
            <p:cNvSpPr/>
            <p:nvPr/>
          </p:nvSpPr>
          <p:spPr>
            <a:xfrm>
              <a:off x="8316278" y="3731895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9542 w 142875"/>
                <a:gd name="connsiteY1" fmla="*/ 0 h 0"/>
                <a:gd name="connsiteX2" fmla="*/ 149542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9542" y="0"/>
                  </a:lnTo>
                  <a:lnTo>
                    <a:pt x="14954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1E3A8C14-A695-477C-A0FA-ACD22038FFCD}"/>
                </a:ext>
              </a:extLst>
            </p:cNvPr>
            <p:cNvSpPr/>
            <p:nvPr/>
          </p:nvSpPr>
          <p:spPr>
            <a:xfrm>
              <a:off x="8421053" y="3751898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5732 w 142875"/>
                <a:gd name="connsiteY1" fmla="*/ 0 h 0"/>
                <a:gd name="connsiteX2" fmla="*/ 145732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5732" y="0"/>
                  </a:lnTo>
                  <a:lnTo>
                    <a:pt x="14573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AD3C594-CF75-440A-9114-09B67B53D2EB}"/>
                </a:ext>
              </a:extLst>
            </p:cNvPr>
            <p:cNvSpPr/>
            <p:nvPr/>
          </p:nvSpPr>
          <p:spPr>
            <a:xfrm>
              <a:off x="8409623" y="3671888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50495 w 142875"/>
                <a:gd name="connsiteY1" fmla="*/ 0 h 0"/>
                <a:gd name="connsiteX2" fmla="*/ 150495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50495" y="0"/>
                  </a:lnTo>
                  <a:lnTo>
                    <a:pt x="150495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3270C8A-18FA-4A0F-851E-35C4639A34A3}"/>
                </a:ext>
              </a:extLst>
            </p:cNvPr>
            <p:cNvSpPr/>
            <p:nvPr/>
          </p:nvSpPr>
          <p:spPr>
            <a:xfrm>
              <a:off x="8599170" y="3671888"/>
              <a:ext cx="76200" cy="9525"/>
            </a:xfrm>
            <a:custGeom>
              <a:avLst/>
              <a:gdLst>
                <a:gd name="connsiteX0" fmla="*/ 0 w 76200"/>
                <a:gd name="connsiteY0" fmla="*/ 0 h 0"/>
                <a:gd name="connsiteX1" fmla="*/ 76200 w 76200"/>
                <a:gd name="connsiteY1" fmla="*/ 0 h 0"/>
                <a:gd name="connsiteX2" fmla="*/ 76200 w 76200"/>
                <a:gd name="connsiteY2" fmla="*/ 7620 h 0"/>
                <a:gd name="connsiteX3" fmla="*/ 0 w 76200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3A0DAB53-C85C-46C4-99C7-AC9E65C007D9}"/>
                </a:ext>
              </a:extLst>
            </p:cNvPr>
            <p:cNvSpPr/>
            <p:nvPr/>
          </p:nvSpPr>
          <p:spPr>
            <a:xfrm>
              <a:off x="8724900" y="3671888"/>
              <a:ext cx="142875" cy="9525"/>
            </a:xfrm>
            <a:custGeom>
              <a:avLst/>
              <a:gdLst>
                <a:gd name="connsiteX0" fmla="*/ 0 w 142875"/>
                <a:gd name="connsiteY0" fmla="*/ 0 h 0"/>
                <a:gd name="connsiteX1" fmla="*/ 143827 w 142875"/>
                <a:gd name="connsiteY1" fmla="*/ 0 h 0"/>
                <a:gd name="connsiteX2" fmla="*/ 143827 w 142875"/>
                <a:gd name="connsiteY2" fmla="*/ 7620 h 0"/>
                <a:gd name="connsiteX3" fmla="*/ 0 w 1428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>
                  <a:moveTo>
                    <a:pt x="0" y="0"/>
                  </a:moveTo>
                  <a:lnTo>
                    <a:pt x="143827" y="0"/>
                  </a:lnTo>
                  <a:lnTo>
                    <a:pt x="143827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D0A7D97-E59A-4407-BEBB-B737FD770714}"/>
                </a:ext>
              </a:extLst>
            </p:cNvPr>
            <p:cNvSpPr/>
            <p:nvPr/>
          </p:nvSpPr>
          <p:spPr>
            <a:xfrm>
              <a:off x="8497253" y="3691890"/>
              <a:ext cx="152400" cy="9525"/>
            </a:xfrm>
            <a:custGeom>
              <a:avLst/>
              <a:gdLst>
                <a:gd name="connsiteX0" fmla="*/ 0 w 152400"/>
                <a:gd name="connsiteY0" fmla="*/ 0 h 0"/>
                <a:gd name="connsiteX1" fmla="*/ 152400 w 152400"/>
                <a:gd name="connsiteY1" fmla="*/ 0 h 0"/>
                <a:gd name="connsiteX2" fmla="*/ 152400 w 152400"/>
                <a:gd name="connsiteY2" fmla="*/ 7620 h 0"/>
                <a:gd name="connsiteX3" fmla="*/ 0 w 152400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5D64B489-5BC1-4A9F-A378-502EA932806A}"/>
                </a:ext>
              </a:extLst>
            </p:cNvPr>
            <p:cNvSpPr/>
            <p:nvPr/>
          </p:nvSpPr>
          <p:spPr>
            <a:xfrm>
              <a:off x="8512493" y="3711893"/>
              <a:ext cx="161925" cy="9525"/>
            </a:xfrm>
            <a:custGeom>
              <a:avLst/>
              <a:gdLst>
                <a:gd name="connsiteX0" fmla="*/ 0 w 161925"/>
                <a:gd name="connsiteY0" fmla="*/ 0 h 0"/>
                <a:gd name="connsiteX1" fmla="*/ 170498 w 161925"/>
                <a:gd name="connsiteY1" fmla="*/ 0 h 0"/>
                <a:gd name="connsiteX2" fmla="*/ 170498 w 161925"/>
                <a:gd name="connsiteY2" fmla="*/ 7620 h 0"/>
                <a:gd name="connsiteX3" fmla="*/ 0 w 1619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925">
                  <a:moveTo>
                    <a:pt x="0" y="0"/>
                  </a:moveTo>
                  <a:lnTo>
                    <a:pt x="170498" y="0"/>
                  </a:lnTo>
                  <a:lnTo>
                    <a:pt x="170498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2D4E882C-0DA0-42FB-A746-8D2E6D1C15BE}"/>
                </a:ext>
              </a:extLst>
            </p:cNvPr>
            <p:cNvSpPr/>
            <p:nvPr/>
          </p:nvSpPr>
          <p:spPr>
            <a:xfrm>
              <a:off x="8512493" y="3731895"/>
              <a:ext cx="114300" cy="9525"/>
            </a:xfrm>
            <a:custGeom>
              <a:avLst/>
              <a:gdLst>
                <a:gd name="connsiteX0" fmla="*/ 0 w 114300"/>
                <a:gd name="connsiteY0" fmla="*/ 0 h 0"/>
                <a:gd name="connsiteX1" fmla="*/ 116205 w 114300"/>
                <a:gd name="connsiteY1" fmla="*/ 0 h 0"/>
                <a:gd name="connsiteX2" fmla="*/ 116205 w 114300"/>
                <a:gd name="connsiteY2" fmla="*/ 7620 h 0"/>
                <a:gd name="connsiteX3" fmla="*/ 0 w 114300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">
                  <a:moveTo>
                    <a:pt x="0" y="0"/>
                  </a:moveTo>
                  <a:lnTo>
                    <a:pt x="116205" y="0"/>
                  </a:lnTo>
                  <a:lnTo>
                    <a:pt x="116205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60C00C71-382A-4D3B-AEA4-42342B3DAE47}"/>
                </a:ext>
              </a:extLst>
            </p:cNvPr>
            <p:cNvSpPr/>
            <p:nvPr/>
          </p:nvSpPr>
          <p:spPr>
            <a:xfrm>
              <a:off x="8724900" y="3711893"/>
              <a:ext cx="123825" cy="9525"/>
            </a:xfrm>
            <a:custGeom>
              <a:avLst/>
              <a:gdLst>
                <a:gd name="connsiteX0" fmla="*/ 0 w 123825"/>
                <a:gd name="connsiteY0" fmla="*/ 0 h 0"/>
                <a:gd name="connsiteX1" fmla="*/ 126682 w 123825"/>
                <a:gd name="connsiteY1" fmla="*/ 0 h 0"/>
                <a:gd name="connsiteX2" fmla="*/ 126682 w 123825"/>
                <a:gd name="connsiteY2" fmla="*/ 7620 h 0"/>
                <a:gd name="connsiteX3" fmla="*/ 0 w 1238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825">
                  <a:moveTo>
                    <a:pt x="0" y="0"/>
                  </a:moveTo>
                  <a:lnTo>
                    <a:pt x="126682" y="0"/>
                  </a:lnTo>
                  <a:lnTo>
                    <a:pt x="12668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30E4D5D7-199F-4110-B6EB-0D5F5CB8F876}"/>
                </a:ext>
              </a:extLst>
            </p:cNvPr>
            <p:cNvSpPr/>
            <p:nvPr/>
          </p:nvSpPr>
          <p:spPr>
            <a:xfrm>
              <a:off x="8884920" y="3711893"/>
              <a:ext cx="76200" cy="9525"/>
            </a:xfrm>
            <a:custGeom>
              <a:avLst/>
              <a:gdLst>
                <a:gd name="connsiteX0" fmla="*/ 0 w 76200"/>
                <a:gd name="connsiteY0" fmla="*/ 0 h 0"/>
                <a:gd name="connsiteX1" fmla="*/ 77152 w 76200"/>
                <a:gd name="connsiteY1" fmla="*/ 0 h 0"/>
                <a:gd name="connsiteX2" fmla="*/ 77152 w 76200"/>
                <a:gd name="connsiteY2" fmla="*/ 7620 h 0"/>
                <a:gd name="connsiteX3" fmla="*/ 0 w 76200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>
                  <a:moveTo>
                    <a:pt x="0" y="0"/>
                  </a:moveTo>
                  <a:lnTo>
                    <a:pt x="77152" y="0"/>
                  </a:lnTo>
                  <a:lnTo>
                    <a:pt x="77152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F2920B86-33D7-4DE2-8C33-2678D7076522}"/>
                </a:ext>
              </a:extLst>
            </p:cNvPr>
            <p:cNvSpPr/>
            <p:nvPr/>
          </p:nvSpPr>
          <p:spPr>
            <a:xfrm>
              <a:off x="8662035" y="3731895"/>
              <a:ext cx="219075" cy="9525"/>
            </a:xfrm>
            <a:custGeom>
              <a:avLst/>
              <a:gdLst>
                <a:gd name="connsiteX0" fmla="*/ 0 w 219075"/>
                <a:gd name="connsiteY0" fmla="*/ 0 h 0"/>
                <a:gd name="connsiteX1" fmla="*/ 222885 w 219075"/>
                <a:gd name="connsiteY1" fmla="*/ 0 h 0"/>
                <a:gd name="connsiteX2" fmla="*/ 222885 w 219075"/>
                <a:gd name="connsiteY2" fmla="*/ 7620 h 0"/>
                <a:gd name="connsiteX3" fmla="*/ 0 w 2190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075">
                  <a:moveTo>
                    <a:pt x="0" y="0"/>
                  </a:moveTo>
                  <a:lnTo>
                    <a:pt x="222885" y="0"/>
                  </a:lnTo>
                  <a:lnTo>
                    <a:pt x="222885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D672C2B8-DDD7-467D-9668-C3B3A0CF8292}"/>
                </a:ext>
              </a:extLst>
            </p:cNvPr>
            <p:cNvSpPr/>
            <p:nvPr/>
          </p:nvSpPr>
          <p:spPr>
            <a:xfrm>
              <a:off x="8913495" y="3731895"/>
              <a:ext cx="47625" cy="9525"/>
            </a:xfrm>
            <a:custGeom>
              <a:avLst/>
              <a:gdLst>
                <a:gd name="connsiteX0" fmla="*/ 0 w 47625"/>
                <a:gd name="connsiteY0" fmla="*/ 0 h 0"/>
                <a:gd name="connsiteX1" fmla="*/ 56198 w 47625"/>
                <a:gd name="connsiteY1" fmla="*/ 0 h 0"/>
                <a:gd name="connsiteX2" fmla="*/ 56198 w 47625"/>
                <a:gd name="connsiteY2" fmla="*/ 7620 h 0"/>
                <a:gd name="connsiteX3" fmla="*/ 0 w 4762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>
                  <a:moveTo>
                    <a:pt x="0" y="0"/>
                  </a:moveTo>
                  <a:lnTo>
                    <a:pt x="56198" y="0"/>
                  </a:lnTo>
                  <a:lnTo>
                    <a:pt x="56198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357999E-1F1F-4C21-BEB8-E40DCE36BDE5}"/>
                </a:ext>
              </a:extLst>
            </p:cNvPr>
            <p:cNvSpPr/>
            <p:nvPr/>
          </p:nvSpPr>
          <p:spPr>
            <a:xfrm>
              <a:off x="8607743" y="3751898"/>
              <a:ext cx="104775" cy="9525"/>
            </a:xfrm>
            <a:custGeom>
              <a:avLst/>
              <a:gdLst>
                <a:gd name="connsiteX0" fmla="*/ 0 w 104775"/>
                <a:gd name="connsiteY0" fmla="*/ 0 h 0"/>
                <a:gd name="connsiteX1" fmla="*/ 108585 w 104775"/>
                <a:gd name="connsiteY1" fmla="*/ 0 h 0"/>
                <a:gd name="connsiteX2" fmla="*/ 108585 w 104775"/>
                <a:gd name="connsiteY2" fmla="*/ 7620 h 0"/>
                <a:gd name="connsiteX3" fmla="*/ 0 w 104775"/>
                <a:gd name="connsiteY3" fmla="*/ 762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75">
                  <a:moveTo>
                    <a:pt x="0" y="0"/>
                  </a:moveTo>
                  <a:lnTo>
                    <a:pt x="108585" y="0"/>
                  </a:lnTo>
                  <a:lnTo>
                    <a:pt x="108585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DED9E26-DB1B-4018-81C0-0A41E465066A}"/>
                </a:ext>
              </a:extLst>
            </p:cNvPr>
            <p:cNvSpPr/>
            <p:nvPr/>
          </p:nvSpPr>
          <p:spPr>
            <a:xfrm>
              <a:off x="8076248" y="4033838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8 w 19050"/>
                <a:gd name="connsiteY1" fmla="*/ 0 h 733425"/>
                <a:gd name="connsiteX2" fmla="*/ 21908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8" y="0"/>
                  </a:lnTo>
                  <a:lnTo>
                    <a:pt x="21908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4AC4DBD-6F47-4EA3-9BA1-19DD480180AF}"/>
                </a:ext>
              </a:extLst>
            </p:cNvPr>
            <p:cNvSpPr/>
            <p:nvPr/>
          </p:nvSpPr>
          <p:spPr>
            <a:xfrm>
              <a:off x="8361998" y="4033838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8 w 19050"/>
                <a:gd name="connsiteY1" fmla="*/ 0 h 733425"/>
                <a:gd name="connsiteX2" fmla="*/ 21908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8" y="0"/>
                  </a:lnTo>
                  <a:lnTo>
                    <a:pt x="21908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3E2BE43C-D566-4317-9DF3-65820FCBE84D}"/>
                </a:ext>
              </a:extLst>
            </p:cNvPr>
            <p:cNvSpPr/>
            <p:nvPr/>
          </p:nvSpPr>
          <p:spPr>
            <a:xfrm>
              <a:off x="9144953" y="4033838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7 w 19050"/>
                <a:gd name="connsiteY1" fmla="*/ 0 h 733425"/>
                <a:gd name="connsiteX2" fmla="*/ 21907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7" y="0"/>
                  </a:lnTo>
                  <a:lnTo>
                    <a:pt x="21907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2FE9D48D-AD7B-429D-A7FB-BF69D4C127C1}"/>
                </a:ext>
              </a:extLst>
            </p:cNvPr>
            <p:cNvSpPr/>
            <p:nvPr/>
          </p:nvSpPr>
          <p:spPr>
            <a:xfrm>
              <a:off x="9429750" y="4033838"/>
              <a:ext cx="19050" cy="733425"/>
            </a:xfrm>
            <a:custGeom>
              <a:avLst/>
              <a:gdLst>
                <a:gd name="connsiteX0" fmla="*/ 0 w 19050"/>
                <a:gd name="connsiteY0" fmla="*/ 0 h 733425"/>
                <a:gd name="connsiteX1" fmla="*/ 21907 w 19050"/>
                <a:gd name="connsiteY1" fmla="*/ 0 h 733425"/>
                <a:gd name="connsiteX2" fmla="*/ 21907 w 19050"/>
                <a:gd name="connsiteY2" fmla="*/ 734378 h 733425"/>
                <a:gd name="connsiteX3" fmla="*/ 0 w 19050"/>
                <a:gd name="connsiteY3" fmla="*/ 734378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733425">
                  <a:moveTo>
                    <a:pt x="0" y="0"/>
                  </a:moveTo>
                  <a:lnTo>
                    <a:pt x="21907" y="0"/>
                  </a:lnTo>
                  <a:lnTo>
                    <a:pt x="21907" y="734378"/>
                  </a:lnTo>
                  <a:lnTo>
                    <a:pt x="0" y="734378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3470D0B4-F190-4C0E-BB22-668BC0C6F745}"/>
                </a:ext>
              </a:extLst>
            </p:cNvPr>
            <p:cNvSpPr/>
            <p:nvPr/>
          </p:nvSpPr>
          <p:spPr>
            <a:xfrm>
              <a:off x="8018145" y="3952875"/>
              <a:ext cx="419100" cy="76200"/>
            </a:xfrm>
            <a:custGeom>
              <a:avLst/>
              <a:gdLst>
                <a:gd name="connsiteX0" fmla="*/ 0 w 419100"/>
                <a:gd name="connsiteY0" fmla="*/ 0 h 76200"/>
                <a:gd name="connsiteX1" fmla="*/ 427673 w 419100"/>
                <a:gd name="connsiteY1" fmla="*/ 0 h 76200"/>
                <a:gd name="connsiteX2" fmla="*/ 427673 w 419100"/>
                <a:gd name="connsiteY2" fmla="*/ 81915 h 76200"/>
                <a:gd name="connsiteX3" fmla="*/ 0 w 419100"/>
                <a:gd name="connsiteY3" fmla="*/ 819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9100" h="76200">
                  <a:moveTo>
                    <a:pt x="0" y="0"/>
                  </a:moveTo>
                  <a:lnTo>
                    <a:pt x="427673" y="0"/>
                  </a:lnTo>
                  <a:lnTo>
                    <a:pt x="427673" y="81915"/>
                  </a:lnTo>
                  <a:lnTo>
                    <a:pt x="0" y="81915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FBFD5F9-BFDC-4C85-BFA5-2BCF6BD1637A}"/>
                </a:ext>
              </a:extLst>
            </p:cNvPr>
            <p:cNvSpPr/>
            <p:nvPr/>
          </p:nvSpPr>
          <p:spPr>
            <a:xfrm>
              <a:off x="8445818" y="3952875"/>
              <a:ext cx="1038225" cy="76200"/>
            </a:xfrm>
            <a:custGeom>
              <a:avLst/>
              <a:gdLst>
                <a:gd name="connsiteX0" fmla="*/ 0 w 1038225"/>
                <a:gd name="connsiteY0" fmla="*/ 0 h 76200"/>
                <a:gd name="connsiteX1" fmla="*/ 1043940 w 1038225"/>
                <a:gd name="connsiteY1" fmla="*/ 0 h 76200"/>
                <a:gd name="connsiteX2" fmla="*/ 1043940 w 1038225"/>
                <a:gd name="connsiteY2" fmla="*/ 81915 h 76200"/>
                <a:gd name="connsiteX3" fmla="*/ 0 w 1038225"/>
                <a:gd name="connsiteY3" fmla="*/ 819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225" h="76200">
                  <a:moveTo>
                    <a:pt x="0" y="0"/>
                  </a:moveTo>
                  <a:lnTo>
                    <a:pt x="1043940" y="0"/>
                  </a:lnTo>
                  <a:lnTo>
                    <a:pt x="1043940" y="81915"/>
                  </a:lnTo>
                  <a:lnTo>
                    <a:pt x="0" y="8191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4126E809-4C40-4884-8B3A-C82A64290523}"/>
                </a:ext>
              </a:extLst>
            </p:cNvPr>
            <p:cNvSpPr/>
            <p:nvPr/>
          </p:nvSpPr>
          <p:spPr>
            <a:xfrm>
              <a:off x="9221153" y="3552825"/>
              <a:ext cx="171450" cy="390525"/>
            </a:xfrm>
            <a:custGeom>
              <a:avLst/>
              <a:gdLst>
                <a:gd name="connsiteX0" fmla="*/ 0 w 171450"/>
                <a:gd name="connsiteY0" fmla="*/ 0 h 390525"/>
                <a:gd name="connsiteX1" fmla="*/ 175260 w 171450"/>
                <a:gd name="connsiteY1" fmla="*/ 0 h 390525"/>
                <a:gd name="connsiteX2" fmla="*/ 175260 w 171450"/>
                <a:gd name="connsiteY2" fmla="*/ 394335 h 390525"/>
                <a:gd name="connsiteX3" fmla="*/ 0 w 171450"/>
                <a:gd name="connsiteY3" fmla="*/ 39433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" h="390525">
                  <a:moveTo>
                    <a:pt x="0" y="0"/>
                  </a:moveTo>
                  <a:lnTo>
                    <a:pt x="175260" y="0"/>
                  </a:lnTo>
                  <a:lnTo>
                    <a:pt x="175260" y="394335"/>
                  </a:lnTo>
                  <a:lnTo>
                    <a:pt x="0" y="394335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83CFF0C5-2045-432C-A381-C54A3C0F2889}"/>
                </a:ext>
              </a:extLst>
            </p:cNvPr>
            <p:cNvSpPr/>
            <p:nvPr/>
          </p:nvSpPr>
          <p:spPr>
            <a:xfrm>
              <a:off x="9237345" y="3588068"/>
              <a:ext cx="142875" cy="57150"/>
            </a:xfrm>
            <a:custGeom>
              <a:avLst/>
              <a:gdLst>
                <a:gd name="connsiteX0" fmla="*/ 0 w 142875"/>
                <a:gd name="connsiteY0" fmla="*/ 0 h 57150"/>
                <a:gd name="connsiteX1" fmla="*/ 143827 w 142875"/>
                <a:gd name="connsiteY1" fmla="*/ 0 h 57150"/>
                <a:gd name="connsiteX2" fmla="*/ 143827 w 142875"/>
                <a:gd name="connsiteY2" fmla="*/ 60008 h 57150"/>
                <a:gd name="connsiteX3" fmla="*/ 0 w 142875"/>
                <a:gd name="connsiteY3" fmla="*/ 6000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57150">
                  <a:moveTo>
                    <a:pt x="0" y="0"/>
                  </a:moveTo>
                  <a:lnTo>
                    <a:pt x="143827" y="0"/>
                  </a:lnTo>
                  <a:lnTo>
                    <a:pt x="143827" y="60008"/>
                  </a:lnTo>
                  <a:lnTo>
                    <a:pt x="0" y="60008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7AE9311D-A0A8-4A79-86AF-74B785B80CBB}"/>
                </a:ext>
              </a:extLst>
            </p:cNvPr>
            <p:cNvSpPr/>
            <p:nvPr/>
          </p:nvSpPr>
          <p:spPr>
            <a:xfrm>
              <a:off x="9237345" y="3663315"/>
              <a:ext cx="142875" cy="28575"/>
            </a:xfrm>
            <a:custGeom>
              <a:avLst/>
              <a:gdLst>
                <a:gd name="connsiteX0" fmla="*/ 0 w 142875"/>
                <a:gd name="connsiteY0" fmla="*/ 0 h 28575"/>
                <a:gd name="connsiteX1" fmla="*/ 143827 w 142875"/>
                <a:gd name="connsiteY1" fmla="*/ 0 h 28575"/>
                <a:gd name="connsiteX2" fmla="*/ 143827 w 142875"/>
                <a:gd name="connsiteY2" fmla="*/ 35243 h 28575"/>
                <a:gd name="connsiteX3" fmla="*/ 0 w 142875"/>
                <a:gd name="connsiteY3" fmla="*/ 35243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875" h="28575">
                  <a:moveTo>
                    <a:pt x="0" y="0"/>
                  </a:moveTo>
                  <a:lnTo>
                    <a:pt x="143827" y="0"/>
                  </a:lnTo>
                  <a:lnTo>
                    <a:pt x="143827" y="35243"/>
                  </a:lnTo>
                  <a:lnTo>
                    <a:pt x="0" y="35243"/>
                  </a:lnTo>
                  <a:close/>
                </a:path>
              </a:pathLst>
            </a:custGeom>
            <a:solidFill>
              <a:srgbClr val="3441B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7BA8B3A7-7A23-4612-8B75-4453076500A5}"/>
                </a:ext>
              </a:extLst>
            </p:cNvPr>
            <p:cNvSpPr/>
            <p:nvPr/>
          </p:nvSpPr>
          <p:spPr>
            <a:xfrm>
              <a:off x="8951595" y="3552825"/>
              <a:ext cx="266700" cy="390525"/>
            </a:xfrm>
            <a:custGeom>
              <a:avLst/>
              <a:gdLst>
                <a:gd name="connsiteX0" fmla="*/ 0 w 266700"/>
                <a:gd name="connsiteY0" fmla="*/ 0 h 390525"/>
                <a:gd name="connsiteX1" fmla="*/ 269557 w 266700"/>
                <a:gd name="connsiteY1" fmla="*/ 0 h 390525"/>
                <a:gd name="connsiteX2" fmla="*/ 269557 w 266700"/>
                <a:gd name="connsiteY2" fmla="*/ 394335 h 390525"/>
                <a:gd name="connsiteX3" fmla="*/ 0 w 266700"/>
                <a:gd name="connsiteY3" fmla="*/ 394335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390525">
                  <a:moveTo>
                    <a:pt x="0" y="0"/>
                  </a:moveTo>
                  <a:lnTo>
                    <a:pt x="269557" y="0"/>
                  </a:lnTo>
                  <a:lnTo>
                    <a:pt x="269557" y="394335"/>
                  </a:lnTo>
                  <a:lnTo>
                    <a:pt x="0" y="39433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C29E3632-33AB-4449-B95A-7717619CAB02}"/>
                </a:ext>
              </a:extLst>
            </p:cNvPr>
            <p:cNvSpPr/>
            <p:nvPr/>
          </p:nvSpPr>
          <p:spPr>
            <a:xfrm>
              <a:off x="9274493" y="3811905"/>
              <a:ext cx="66675" cy="66675"/>
            </a:xfrm>
            <a:custGeom>
              <a:avLst/>
              <a:gdLst>
                <a:gd name="connsiteX0" fmla="*/ 35243 w 66675"/>
                <a:gd name="connsiteY0" fmla="*/ 0 h 66675"/>
                <a:gd name="connsiteX1" fmla="*/ 0 w 66675"/>
                <a:gd name="connsiteY1" fmla="*/ 35242 h 66675"/>
                <a:gd name="connsiteX2" fmla="*/ 35243 w 66675"/>
                <a:gd name="connsiteY2" fmla="*/ 70485 h 66675"/>
                <a:gd name="connsiteX3" fmla="*/ 70485 w 66675"/>
                <a:gd name="connsiteY3" fmla="*/ 35242 h 66675"/>
                <a:gd name="connsiteX4" fmla="*/ 35243 w 66675"/>
                <a:gd name="connsiteY4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35243" y="0"/>
                  </a:moveTo>
                  <a:cubicBezTo>
                    <a:pt x="16193" y="0"/>
                    <a:pt x="0" y="16192"/>
                    <a:pt x="0" y="35242"/>
                  </a:cubicBezTo>
                  <a:cubicBezTo>
                    <a:pt x="0" y="54292"/>
                    <a:pt x="16193" y="70485"/>
                    <a:pt x="35243" y="70485"/>
                  </a:cubicBezTo>
                  <a:cubicBezTo>
                    <a:pt x="54293" y="70485"/>
                    <a:pt x="70485" y="54292"/>
                    <a:pt x="70485" y="35242"/>
                  </a:cubicBezTo>
                  <a:cubicBezTo>
                    <a:pt x="70485" y="16192"/>
                    <a:pt x="54293" y="0"/>
                    <a:pt x="35243" y="0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17773175-6190-45E0-B93D-F3C3BE711B02}"/>
                </a:ext>
              </a:extLst>
            </p:cNvPr>
            <p:cNvSpPr/>
            <p:nvPr/>
          </p:nvSpPr>
          <p:spPr>
            <a:xfrm>
              <a:off x="8627560" y="3909570"/>
              <a:ext cx="28575" cy="9525"/>
            </a:xfrm>
            <a:custGeom>
              <a:avLst/>
              <a:gdLst>
                <a:gd name="connsiteX0" fmla="*/ 185 w 28575"/>
                <a:gd name="connsiteY0" fmla="*/ 3299 h 9525"/>
                <a:gd name="connsiteX1" fmla="*/ 15426 w 28575"/>
                <a:gd name="connsiteY1" fmla="*/ 16635 h 9525"/>
                <a:gd name="connsiteX2" fmla="*/ 31618 w 28575"/>
                <a:gd name="connsiteY2" fmla="*/ 9014 h 9525"/>
                <a:gd name="connsiteX3" fmla="*/ 9710 w 28575"/>
                <a:gd name="connsiteY3" fmla="*/ 3299 h 9525"/>
                <a:gd name="connsiteX4" fmla="*/ 185 w 28575"/>
                <a:gd name="connsiteY4" fmla="*/ 329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9525">
                  <a:moveTo>
                    <a:pt x="185" y="3299"/>
                  </a:moveTo>
                  <a:cubicBezTo>
                    <a:pt x="-1720" y="6157"/>
                    <a:pt x="11615" y="15682"/>
                    <a:pt x="15426" y="16635"/>
                  </a:cubicBezTo>
                  <a:cubicBezTo>
                    <a:pt x="23998" y="14730"/>
                    <a:pt x="23045" y="9967"/>
                    <a:pt x="31618" y="9014"/>
                  </a:cubicBezTo>
                  <a:cubicBezTo>
                    <a:pt x="23998" y="8062"/>
                    <a:pt x="16378" y="6157"/>
                    <a:pt x="9710" y="3299"/>
                  </a:cubicBezTo>
                  <a:cubicBezTo>
                    <a:pt x="5901" y="442"/>
                    <a:pt x="2090" y="-2415"/>
                    <a:pt x="185" y="3299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76A41461-A567-48D6-8064-678EBAC322D4}"/>
                </a:ext>
              </a:extLst>
            </p:cNvPr>
            <p:cNvSpPr/>
            <p:nvPr/>
          </p:nvSpPr>
          <p:spPr>
            <a:xfrm>
              <a:off x="8578215" y="3917632"/>
              <a:ext cx="95250" cy="47625"/>
            </a:xfrm>
            <a:custGeom>
              <a:avLst/>
              <a:gdLst>
                <a:gd name="connsiteX0" fmla="*/ 60960 w 95250"/>
                <a:gd name="connsiteY0" fmla="*/ 3810 h 47625"/>
                <a:gd name="connsiteX1" fmla="*/ 25718 w 95250"/>
                <a:gd name="connsiteY1" fmla="*/ 13335 h 47625"/>
                <a:gd name="connsiteX2" fmla="*/ 5715 w 95250"/>
                <a:gd name="connsiteY2" fmla="*/ 20003 h 47625"/>
                <a:gd name="connsiteX3" fmla="*/ 0 w 95250"/>
                <a:gd name="connsiteY3" fmla="*/ 30480 h 47625"/>
                <a:gd name="connsiteX4" fmla="*/ 3810 w 95250"/>
                <a:gd name="connsiteY4" fmla="*/ 36195 h 47625"/>
                <a:gd name="connsiteX5" fmla="*/ 15240 w 95250"/>
                <a:gd name="connsiteY5" fmla="*/ 42863 h 47625"/>
                <a:gd name="connsiteX6" fmla="*/ 37148 w 95250"/>
                <a:gd name="connsiteY6" fmla="*/ 45720 h 47625"/>
                <a:gd name="connsiteX7" fmla="*/ 100013 w 95250"/>
                <a:gd name="connsiteY7" fmla="*/ 36195 h 47625"/>
                <a:gd name="connsiteX8" fmla="*/ 86678 w 95250"/>
                <a:gd name="connsiteY8" fmla="*/ 0 h 47625"/>
                <a:gd name="connsiteX9" fmla="*/ 60960 w 95250"/>
                <a:gd name="connsiteY9" fmla="*/ 381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50" h="47625">
                  <a:moveTo>
                    <a:pt x="60960" y="3810"/>
                  </a:moveTo>
                  <a:cubicBezTo>
                    <a:pt x="50483" y="5715"/>
                    <a:pt x="27623" y="13335"/>
                    <a:pt x="25718" y="13335"/>
                  </a:cubicBezTo>
                  <a:cubicBezTo>
                    <a:pt x="20955" y="15240"/>
                    <a:pt x="9525" y="18098"/>
                    <a:pt x="5715" y="20003"/>
                  </a:cubicBezTo>
                  <a:cubicBezTo>
                    <a:pt x="3810" y="21908"/>
                    <a:pt x="0" y="27623"/>
                    <a:pt x="0" y="30480"/>
                  </a:cubicBezTo>
                  <a:cubicBezTo>
                    <a:pt x="0" y="34290"/>
                    <a:pt x="3810" y="36195"/>
                    <a:pt x="3810" y="36195"/>
                  </a:cubicBezTo>
                  <a:cubicBezTo>
                    <a:pt x="2858" y="40958"/>
                    <a:pt x="16193" y="40958"/>
                    <a:pt x="15240" y="42863"/>
                  </a:cubicBezTo>
                  <a:cubicBezTo>
                    <a:pt x="13335" y="47625"/>
                    <a:pt x="19050" y="52388"/>
                    <a:pt x="37148" y="45720"/>
                  </a:cubicBezTo>
                  <a:cubicBezTo>
                    <a:pt x="38100" y="45720"/>
                    <a:pt x="84773" y="39053"/>
                    <a:pt x="100013" y="36195"/>
                  </a:cubicBezTo>
                  <a:cubicBezTo>
                    <a:pt x="99060" y="26670"/>
                    <a:pt x="86678" y="0"/>
                    <a:pt x="86678" y="0"/>
                  </a:cubicBezTo>
                  <a:cubicBezTo>
                    <a:pt x="79058" y="953"/>
                    <a:pt x="69533" y="1905"/>
                    <a:pt x="60960" y="381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6CFA5D79-FC07-4285-B087-3A22E4B3C3EC}"/>
                </a:ext>
              </a:extLst>
            </p:cNvPr>
            <p:cNvSpPr/>
            <p:nvPr/>
          </p:nvSpPr>
          <p:spPr>
            <a:xfrm>
              <a:off x="8662988" y="3814763"/>
              <a:ext cx="276225" cy="133350"/>
            </a:xfrm>
            <a:custGeom>
              <a:avLst/>
              <a:gdLst>
                <a:gd name="connsiteX0" fmla="*/ 250507 w 276225"/>
                <a:gd name="connsiteY0" fmla="*/ 0 h 133350"/>
                <a:gd name="connsiteX1" fmla="*/ 241935 w 276225"/>
                <a:gd name="connsiteY1" fmla="*/ 953 h 133350"/>
                <a:gd name="connsiteX2" fmla="*/ 0 w 276225"/>
                <a:gd name="connsiteY2" fmla="*/ 102870 h 133350"/>
                <a:gd name="connsiteX3" fmla="*/ 10477 w 276225"/>
                <a:gd name="connsiteY3" fmla="*/ 140018 h 133350"/>
                <a:gd name="connsiteX4" fmla="*/ 280988 w 276225"/>
                <a:gd name="connsiteY4" fmla="*/ 38100 h 133350"/>
                <a:gd name="connsiteX5" fmla="*/ 250507 w 276225"/>
                <a:gd name="connsiteY5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225" h="133350">
                  <a:moveTo>
                    <a:pt x="250507" y="0"/>
                  </a:moveTo>
                  <a:cubicBezTo>
                    <a:pt x="247650" y="0"/>
                    <a:pt x="243840" y="0"/>
                    <a:pt x="241935" y="953"/>
                  </a:cubicBezTo>
                  <a:cubicBezTo>
                    <a:pt x="199073" y="15240"/>
                    <a:pt x="47625" y="95250"/>
                    <a:pt x="0" y="102870"/>
                  </a:cubicBezTo>
                  <a:cubicBezTo>
                    <a:pt x="5715" y="117157"/>
                    <a:pt x="9525" y="129540"/>
                    <a:pt x="10477" y="140018"/>
                  </a:cubicBezTo>
                  <a:cubicBezTo>
                    <a:pt x="88582" y="125730"/>
                    <a:pt x="278130" y="69532"/>
                    <a:pt x="280988" y="38100"/>
                  </a:cubicBezTo>
                  <a:cubicBezTo>
                    <a:pt x="283845" y="8572"/>
                    <a:pt x="264795" y="0"/>
                    <a:pt x="250507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31A9D8BF-74DF-4818-A195-F1449B83C7E2}"/>
                </a:ext>
              </a:extLst>
            </p:cNvPr>
            <p:cNvSpPr/>
            <p:nvPr/>
          </p:nvSpPr>
          <p:spPr>
            <a:xfrm>
              <a:off x="8880753" y="3591436"/>
              <a:ext cx="209550" cy="276225"/>
            </a:xfrm>
            <a:custGeom>
              <a:avLst/>
              <a:gdLst>
                <a:gd name="connsiteX0" fmla="*/ 128945 w 209550"/>
                <a:gd name="connsiteY0" fmla="*/ 442 h 276225"/>
                <a:gd name="connsiteX1" fmla="*/ 15597 w 209550"/>
                <a:gd name="connsiteY1" fmla="*/ 214754 h 276225"/>
                <a:gd name="connsiteX2" fmla="*/ 54650 w 209550"/>
                <a:gd name="connsiteY2" fmla="*/ 272857 h 276225"/>
                <a:gd name="connsiteX3" fmla="*/ 213717 w 209550"/>
                <a:gd name="connsiteY3" fmla="*/ 57592 h 276225"/>
                <a:gd name="connsiteX4" fmla="*/ 128945 w 209550"/>
                <a:gd name="connsiteY4" fmla="*/ 442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76225">
                  <a:moveTo>
                    <a:pt x="128945" y="442"/>
                  </a:moveTo>
                  <a:cubicBezTo>
                    <a:pt x="103227" y="33779"/>
                    <a:pt x="51792" y="159509"/>
                    <a:pt x="15597" y="214754"/>
                  </a:cubicBezTo>
                  <a:cubicBezTo>
                    <a:pt x="-29170" y="282382"/>
                    <a:pt x="34647" y="289049"/>
                    <a:pt x="54650" y="272857"/>
                  </a:cubicBezTo>
                  <a:cubicBezTo>
                    <a:pt x="107990" y="229994"/>
                    <a:pt x="232767" y="87119"/>
                    <a:pt x="213717" y="57592"/>
                  </a:cubicBezTo>
                  <a:cubicBezTo>
                    <a:pt x="204192" y="46162"/>
                    <a:pt x="133707" y="-5273"/>
                    <a:pt x="128945" y="442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77A4CB8-C2A0-4805-A4B7-8F7F89978ECF}"/>
                </a:ext>
              </a:extLst>
            </p:cNvPr>
            <p:cNvSpPr/>
            <p:nvPr/>
          </p:nvSpPr>
          <p:spPr>
            <a:xfrm>
              <a:off x="8662035" y="3567697"/>
              <a:ext cx="428625" cy="390525"/>
            </a:xfrm>
            <a:custGeom>
              <a:avLst/>
              <a:gdLst>
                <a:gd name="connsiteX0" fmla="*/ 340042 w 428625"/>
                <a:gd name="connsiteY0" fmla="*/ 368 h 390525"/>
                <a:gd name="connsiteX1" fmla="*/ 286702 w 428625"/>
                <a:gd name="connsiteY1" fmla="*/ 119430 h 390525"/>
                <a:gd name="connsiteX2" fmla="*/ 226695 w 428625"/>
                <a:gd name="connsiteY2" fmla="*/ 233730 h 390525"/>
                <a:gd name="connsiteX3" fmla="*/ 219075 w 428625"/>
                <a:gd name="connsiteY3" fmla="*/ 247065 h 390525"/>
                <a:gd name="connsiteX4" fmla="*/ 151447 w 428625"/>
                <a:gd name="connsiteY4" fmla="*/ 277545 h 390525"/>
                <a:gd name="connsiteX5" fmla="*/ 0 w 428625"/>
                <a:gd name="connsiteY5" fmla="*/ 340410 h 390525"/>
                <a:gd name="connsiteX6" fmla="*/ 13335 w 428625"/>
                <a:gd name="connsiteY6" fmla="*/ 396608 h 390525"/>
                <a:gd name="connsiteX7" fmla="*/ 280035 w 428625"/>
                <a:gd name="connsiteY7" fmla="*/ 304215 h 390525"/>
                <a:gd name="connsiteX8" fmla="*/ 435292 w 428625"/>
                <a:gd name="connsiteY8" fmla="*/ 87998 h 390525"/>
                <a:gd name="connsiteX9" fmla="*/ 340042 w 428625"/>
                <a:gd name="connsiteY9" fmla="*/ 368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8625" h="390525">
                  <a:moveTo>
                    <a:pt x="340042" y="368"/>
                  </a:moveTo>
                  <a:cubicBezTo>
                    <a:pt x="322897" y="40373"/>
                    <a:pt x="307657" y="76568"/>
                    <a:pt x="286702" y="119430"/>
                  </a:cubicBezTo>
                  <a:cubicBezTo>
                    <a:pt x="265747" y="162293"/>
                    <a:pt x="243840" y="207060"/>
                    <a:pt x="226695" y="233730"/>
                  </a:cubicBezTo>
                  <a:cubicBezTo>
                    <a:pt x="223838" y="238493"/>
                    <a:pt x="220980" y="243255"/>
                    <a:pt x="219075" y="247065"/>
                  </a:cubicBezTo>
                  <a:cubicBezTo>
                    <a:pt x="200977" y="254685"/>
                    <a:pt x="177165" y="266115"/>
                    <a:pt x="151447" y="277545"/>
                  </a:cubicBezTo>
                  <a:cubicBezTo>
                    <a:pt x="96202" y="303263"/>
                    <a:pt x="27622" y="335648"/>
                    <a:pt x="0" y="340410"/>
                  </a:cubicBezTo>
                  <a:lnTo>
                    <a:pt x="13335" y="396608"/>
                  </a:lnTo>
                  <a:cubicBezTo>
                    <a:pt x="81915" y="384225"/>
                    <a:pt x="239077" y="338505"/>
                    <a:pt x="280035" y="304215"/>
                  </a:cubicBezTo>
                  <a:cubicBezTo>
                    <a:pt x="322897" y="268973"/>
                    <a:pt x="447675" y="134670"/>
                    <a:pt x="435292" y="87998"/>
                  </a:cubicBezTo>
                  <a:cubicBezTo>
                    <a:pt x="414338" y="9893"/>
                    <a:pt x="340995" y="-2490"/>
                    <a:pt x="340042" y="368"/>
                  </a:cubicBezTo>
                  <a:close/>
                </a:path>
              </a:pathLst>
            </a:custGeom>
            <a:solidFill>
              <a:srgbClr val="F7B75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645BADBC-81AB-411D-9C75-04D6A19E358F}"/>
                </a:ext>
              </a:extLst>
            </p:cNvPr>
            <p:cNvSpPr/>
            <p:nvPr/>
          </p:nvSpPr>
          <p:spPr>
            <a:xfrm>
              <a:off x="8473086" y="4047143"/>
              <a:ext cx="647700" cy="285750"/>
            </a:xfrm>
            <a:custGeom>
              <a:avLst/>
              <a:gdLst>
                <a:gd name="connsiteX0" fmla="*/ 548041 w 647700"/>
                <a:gd name="connsiteY0" fmla="*/ 29 h 285750"/>
                <a:gd name="connsiteX1" fmla="*/ 31786 w 647700"/>
                <a:gd name="connsiteY1" fmla="*/ 197197 h 285750"/>
                <a:gd name="connsiteX2" fmla="*/ 60361 w 647700"/>
                <a:gd name="connsiteY2" fmla="*/ 286732 h 285750"/>
                <a:gd name="connsiteX3" fmla="*/ 577569 w 647700"/>
                <a:gd name="connsiteY3" fmla="*/ 207674 h 285750"/>
                <a:gd name="connsiteX4" fmla="*/ 548041 w 647700"/>
                <a:gd name="connsiteY4" fmla="*/ 29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7700" h="285750">
                  <a:moveTo>
                    <a:pt x="548041" y="29"/>
                  </a:moveTo>
                  <a:cubicBezTo>
                    <a:pt x="486128" y="2887"/>
                    <a:pt x="163231" y="119092"/>
                    <a:pt x="31786" y="197197"/>
                  </a:cubicBezTo>
                  <a:cubicBezTo>
                    <a:pt x="-24411" y="230534"/>
                    <a:pt x="-599" y="290542"/>
                    <a:pt x="60361" y="286732"/>
                  </a:cubicBezTo>
                  <a:cubicBezTo>
                    <a:pt x="238478" y="276254"/>
                    <a:pt x="473746" y="282922"/>
                    <a:pt x="577569" y="207674"/>
                  </a:cubicBezTo>
                  <a:cubicBezTo>
                    <a:pt x="745209" y="89564"/>
                    <a:pt x="581378" y="-1876"/>
                    <a:pt x="548041" y="29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95CE26A5-D7AA-45B6-A328-40E8746603A9}"/>
                </a:ext>
              </a:extLst>
            </p:cNvPr>
            <p:cNvSpPr/>
            <p:nvPr/>
          </p:nvSpPr>
          <p:spPr>
            <a:xfrm>
              <a:off x="8677275" y="4666612"/>
              <a:ext cx="38100" cy="38100"/>
            </a:xfrm>
            <a:custGeom>
              <a:avLst/>
              <a:gdLst>
                <a:gd name="connsiteX0" fmla="*/ 0 w 38100"/>
                <a:gd name="connsiteY0" fmla="*/ 7305 h 38100"/>
                <a:gd name="connsiteX1" fmla="*/ 3810 w 38100"/>
                <a:gd name="connsiteY1" fmla="*/ 31118 h 38100"/>
                <a:gd name="connsiteX2" fmla="*/ 40005 w 38100"/>
                <a:gd name="connsiteY2" fmla="*/ 43500 h 38100"/>
                <a:gd name="connsiteX3" fmla="*/ 40957 w 38100"/>
                <a:gd name="connsiteY3" fmla="*/ 5400 h 38100"/>
                <a:gd name="connsiteX4" fmla="*/ 0 w 38100"/>
                <a:gd name="connsiteY4" fmla="*/ 7305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0" y="7305"/>
                  </a:moveTo>
                  <a:cubicBezTo>
                    <a:pt x="4763" y="21593"/>
                    <a:pt x="3810" y="31118"/>
                    <a:pt x="3810" y="31118"/>
                  </a:cubicBezTo>
                  <a:cubicBezTo>
                    <a:pt x="16193" y="43500"/>
                    <a:pt x="39052" y="44453"/>
                    <a:pt x="40005" y="43500"/>
                  </a:cubicBezTo>
                  <a:cubicBezTo>
                    <a:pt x="40005" y="43500"/>
                    <a:pt x="43815" y="27307"/>
                    <a:pt x="40957" y="5400"/>
                  </a:cubicBezTo>
                  <a:cubicBezTo>
                    <a:pt x="39052" y="5400"/>
                    <a:pt x="16193" y="-7935"/>
                    <a:pt x="0" y="7305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08335695-24D1-4F08-B206-27B37175F2AC}"/>
                </a:ext>
              </a:extLst>
            </p:cNvPr>
            <p:cNvSpPr/>
            <p:nvPr/>
          </p:nvSpPr>
          <p:spPr>
            <a:xfrm>
              <a:off x="8472357" y="4244447"/>
              <a:ext cx="247650" cy="438150"/>
            </a:xfrm>
            <a:custGeom>
              <a:avLst/>
              <a:gdLst>
                <a:gd name="connsiteX0" fmla="*/ 9656 w 247650"/>
                <a:gd name="connsiteY0" fmla="*/ 92285 h 438150"/>
                <a:gd name="connsiteX1" fmla="*/ 203966 w 247650"/>
                <a:gd name="connsiteY1" fmla="*/ 445663 h 438150"/>
                <a:gd name="connsiteX2" fmla="*/ 248733 w 247650"/>
                <a:gd name="connsiteY2" fmla="*/ 429471 h 438150"/>
                <a:gd name="connsiteX3" fmla="*/ 123956 w 247650"/>
                <a:gd name="connsiteY3" fmla="*/ 64663 h 438150"/>
                <a:gd name="connsiteX4" fmla="*/ 9656 w 247650"/>
                <a:gd name="connsiteY4" fmla="*/ 92285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650" h="438150">
                  <a:moveTo>
                    <a:pt x="9656" y="92285"/>
                  </a:moveTo>
                  <a:cubicBezTo>
                    <a:pt x="116336" y="284690"/>
                    <a:pt x="203966" y="445663"/>
                    <a:pt x="203966" y="445663"/>
                  </a:cubicBezTo>
                  <a:cubicBezTo>
                    <a:pt x="210633" y="433280"/>
                    <a:pt x="231588" y="424708"/>
                    <a:pt x="248733" y="429471"/>
                  </a:cubicBezTo>
                  <a:cubicBezTo>
                    <a:pt x="248733" y="429471"/>
                    <a:pt x="186821" y="248496"/>
                    <a:pt x="123956" y="64663"/>
                  </a:cubicBezTo>
                  <a:cubicBezTo>
                    <a:pt x="82999" y="-55352"/>
                    <a:pt x="-34159" y="14180"/>
                    <a:pt x="9656" y="92285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21A3151E-EFCC-4A31-8CB0-0B02AECAC0A6}"/>
                </a:ext>
              </a:extLst>
            </p:cNvPr>
            <p:cNvSpPr/>
            <p:nvPr/>
          </p:nvSpPr>
          <p:spPr>
            <a:xfrm>
              <a:off x="8609610" y="4687138"/>
              <a:ext cx="104775" cy="76200"/>
            </a:xfrm>
            <a:custGeom>
              <a:avLst/>
              <a:gdLst>
                <a:gd name="connsiteX0" fmla="*/ 70523 w 104775"/>
                <a:gd name="connsiteY0" fmla="*/ 1067 h 76200"/>
                <a:gd name="connsiteX1" fmla="*/ 63855 w 104775"/>
                <a:gd name="connsiteY1" fmla="*/ 8687 h 76200"/>
                <a:gd name="connsiteX2" fmla="*/ 38 w 104775"/>
                <a:gd name="connsiteY2" fmla="*/ 59169 h 76200"/>
                <a:gd name="connsiteX3" fmla="*/ 30518 w 104775"/>
                <a:gd name="connsiteY3" fmla="*/ 79172 h 76200"/>
                <a:gd name="connsiteX4" fmla="*/ 65760 w 104775"/>
                <a:gd name="connsiteY4" fmla="*/ 78219 h 76200"/>
                <a:gd name="connsiteX5" fmla="*/ 101003 w 104775"/>
                <a:gd name="connsiteY5" fmla="*/ 46787 h 76200"/>
                <a:gd name="connsiteX6" fmla="*/ 107670 w 104775"/>
                <a:gd name="connsiteY6" fmla="*/ 14402 h 76200"/>
                <a:gd name="connsiteX7" fmla="*/ 70523 w 104775"/>
                <a:gd name="connsiteY7" fmla="*/ 1067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775" h="76200">
                  <a:moveTo>
                    <a:pt x="70523" y="1067"/>
                  </a:moveTo>
                  <a:cubicBezTo>
                    <a:pt x="70523" y="1067"/>
                    <a:pt x="69570" y="2972"/>
                    <a:pt x="63855" y="8687"/>
                  </a:cubicBezTo>
                  <a:cubicBezTo>
                    <a:pt x="52426" y="19164"/>
                    <a:pt x="1943" y="42024"/>
                    <a:pt x="38" y="59169"/>
                  </a:cubicBezTo>
                  <a:cubicBezTo>
                    <a:pt x="-915" y="67742"/>
                    <a:pt x="16230" y="77267"/>
                    <a:pt x="30518" y="79172"/>
                  </a:cubicBezTo>
                  <a:cubicBezTo>
                    <a:pt x="44805" y="81077"/>
                    <a:pt x="58140" y="82029"/>
                    <a:pt x="65760" y="78219"/>
                  </a:cubicBezTo>
                  <a:cubicBezTo>
                    <a:pt x="76238" y="73457"/>
                    <a:pt x="96240" y="51549"/>
                    <a:pt x="101003" y="46787"/>
                  </a:cubicBezTo>
                  <a:cubicBezTo>
                    <a:pt x="110528" y="35357"/>
                    <a:pt x="107670" y="14402"/>
                    <a:pt x="107670" y="14402"/>
                  </a:cubicBezTo>
                  <a:cubicBezTo>
                    <a:pt x="99098" y="-5601"/>
                    <a:pt x="70523" y="1067"/>
                    <a:pt x="70523" y="1067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D54E7DC2-60B8-4C0C-8209-5C4EB5DBFC2A}"/>
                </a:ext>
              </a:extLst>
            </p:cNvPr>
            <p:cNvSpPr/>
            <p:nvPr/>
          </p:nvSpPr>
          <p:spPr>
            <a:xfrm>
              <a:off x="8617222" y="4706018"/>
              <a:ext cx="85725" cy="57150"/>
            </a:xfrm>
            <a:custGeom>
              <a:avLst/>
              <a:gdLst>
                <a:gd name="connsiteX0" fmla="*/ 62910 w 85725"/>
                <a:gd name="connsiteY0" fmla="*/ 3142 h 57150"/>
                <a:gd name="connsiteX1" fmla="*/ 45 w 85725"/>
                <a:gd name="connsiteY1" fmla="*/ 44099 h 57150"/>
                <a:gd name="connsiteX2" fmla="*/ 25763 w 85725"/>
                <a:gd name="connsiteY2" fmla="*/ 61244 h 57150"/>
                <a:gd name="connsiteX3" fmla="*/ 55290 w 85725"/>
                <a:gd name="connsiteY3" fmla="*/ 60292 h 57150"/>
                <a:gd name="connsiteX4" fmla="*/ 84817 w 85725"/>
                <a:gd name="connsiteY4" fmla="*/ 33622 h 57150"/>
                <a:gd name="connsiteX5" fmla="*/ 62910 w 85725"/>
                <a:gd name="connsiteY5" fmla="*/ 314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725" h="57150">
                  <a:moveTo>
                    <a:pt x="62910" y="3142"/>
                  </a:moveTo>
                  <a:cubicBezTo>
                    <a:pt x="48622" y="13619"/>
                    <a:pt x="997" y="29812"/>
                    <a:pt x="45" y="44099"/>
                  </a:cubicBezTo>
                  <a:cubicBezTo>
                    <a:pt x="-908" y="50767"/>
                    <a:pt x="13380" y="59339"/>
                    <a:pt x="25763" y="61244"/>
                  </a:cubicBezTo>
                  <a:cubicBezTo>
                    <a:pt x="38145" y="63149"/>
                    <a:pt x="48622" y="63149"/>
                    <a:pt x="55290" y="60292"/>
                  </a:cubicBezTo>
                  <a:cubicBezTo>
                    <a:pt x="63863" y="56482"/>
                    <a:pt x="81960" y="37432"/>
                    <a:pt x="84817" y="33622"/>
                  </a:cubicBezTo>
                  <a:cubicBezTo>
                    <a:pt x="101963" y="9809"/>
                    <a:pt x="77197" y="-7336"/>
                    <a:pt x="62910" y="3142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612AFB38-E230-43C6-B3C4-41BA1264AAAE}"/>
                </a:ext>
              </a:extLst>
            </p:cNvPr>
            <p:cNvSpPr/>
            <p:nvPr/>
          </p:nvSpPr>
          <p:spPr>
            <a:xfrm>
              <a:off x="8956357" y="4664457"/>
              <a:ext cx="47625" cy="47625"/>
            </a:xfrm>
            <a:custGeom>
              <a:avLst/>
              <a:gdLst>
                <a:gd name="connsiteX0" fmla="*/ 0 w 47625"/>
                <a:gd name="connsiteY0" fmla="*/ 13270 h 47625"/>
                <a:gd name="connsiteX1" fmla="*/ 10478 w 47625"/>
                <a:gd name="connsiteY1" fmla="*/ 56133 h 47625"/>
                <a:gd name="connsiteX2" fmla="*/ 54293 w 47625"/>
                <a:gd name="connsiteY2" fmla="*/ 33273 h 47625"/>
                <a:gd name="connsiteX3" fmla="*/ 38100 w 47625"/>
                <a:gd name="connsiteY3" fmla="*/ 4698 h 47625"/>
                <a:gd name="connsiteX4" fmla="*/ 0 w 47625"/>
                <a:gd name="connsiteY4" fmla="*/ 1327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0" y="13270"/>
                  </a:moveTo>
                  <a:cubicBezTo>
                    <a:pt x="3810" y="35178"/>
                    <a:pt x="10478" y="56133"/>
                    <a:pt x="10478" y="56133"/>
                  </a:cubicBezTo>
                  <a:cubicBezTo>
                    <a:pt x="11430" y="57085"/>
                    <a:pt x="41910" y="45655"/>
                    <a:pt x="54293" y="33273"/>
                  </a:cubicBezTo>
                  <a:cubicBezTo>
                    <a:pt x="54293" y="33273"/>
                    <a:pt x="44768" y="18985"/>
                    <a:pt x="38100" y="4698"/>
                  </a:cubicBezTo>
                  <a:cubicBezTo>
                    <a:pt x="20955" y="-9590"/>
                    <a:pt x="1905" y="13270"/>
                    <a:pt x="0" y="1327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9DE50124-2289-4740-9731-A8C61881800B}"/>
                </a:ext>
              </a:extLst>
            </p:cNvPr>
            <p:cNvSpPr/>
            <p:nvPr/>
          </p:nvSpPr>
          <p:spPr>
            <a:xfrm>
              <a:off x="8758475" y="4273022"/>
              <a:ext cx="238125" cy="409575"/>
            </a:xfrm>
            <a:custGeom>
              <a:avLst/>
              <a:gdLst>
                <a:gd name="connsiteX0" fmla="*/ 9287 w 238125"/>
                <a:gd name="connsiteY0" fmla="*/ 92285 h 409575"/>
                <a:gd name="connsiteX1" fmla="*/ 195025 w 238125"/>
                <a:gd name="connsiteY1" fmla="*/ 418040 h 409575"/>
                <a:gd name="connsiteX2" fmla="*/ 238840 w 238125"/>
                <a:gd name="connsiteY2" fmla="*/ 400896 h 409575"/>
                <a:gd name="connsiteX3" fmla="*/ 123587 w 238125"/>
                <a:gd name="connsiteY3" fmla="*/ 64663 h 409575"/>
                <a:gd name="connsiteX4" fmla="*/ 9287 w 238125"/>
                <a:gd name="connsiteY4" fmla="*/ 92285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25" h="409575">
                  <a:moveTo>
                    <a:pt x="9287" y="92285"/>
                  </a:moveTo>
                  <a:cubicBezTo>
                    <a:pt x="115968" y="284690"/>
                    <a:pt x="195025" y="418040"/>
                    <a:pt x="195025" y="418040"/>
                  </a:cubicBezTo>
                  <a:cubicBezTo>
                    <a:pt x="201693" y="405658"/>
                    <a:pt x="221695" y="396133"/>
                    <a:pt x="238840" y="400896"/>
                  </a:cubicBezTo>
                  <a:cubicBezTo>
                    <a:pt x="238840" y="400896"/>
                    <a:pt x="186452" y="248496"/>
                    <a:pt x="123587" y="64663"/>
                  </a:cubicBezTo>
                  <a:cubicBezTo>
                    <a:pt x="83582" y="-55352"/>
                    <a:pt x="-33575" y="14180"/>
                    <a:pt x="9287" y="92285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43704C7-2BAA-4BCC-8380-1D5F08695C85}"/>
                </a:ext>
              </a:extLst>
            </p:cNvPr>
            <p:cNvSpPr/>
            <p:nvPr/>
          </p:nvSpPr>
          <p:spPr>
            <a:xfrm>
              <a:off x="8964930" y="4686710"/>
              <a:ext cx="104775" cy="76200"/>
            </a:xfrm>
            <a:custGeom>
              <a:avLst/>
              <a:gdLst>
                <a:gd name="connsiteX0" fmla="*/ 42863 w 104775"/>
                <a:gd name="connsiteY0" fmla="*/ 9115 h 76200"/>
                <a:gd name="connsiteX1" fmla="*/ 42863 w 104775"/>
                <a:gd name="connsiteY1" fmla="*/ 9115 h 76200"/>
                <a:gd name="connsiteX2" fmla="*/ 12382 w 104775"/>
                <a:gd name="connsiteY2" fmla="*/ 1495 h 76200"/>
                <a:gd name="connsiteX3" fmla="*/ 12382 w 104775"/>
                <a:gd name="connsiteY3" fmla="*/ 1495 h 76200"/>
                <a:gd name="connsiteX4" fmla="*/ 0 w 104775"/>
                <a:gd name="connsiteY4" fmla="*/ 21497 h 76200"/>
                <a:gd name="connsiteX5" fmla="*/ 5715 w 104775"/>
                <a:gd name="connsiteY5" fmla="*/ 45310 h 76200"/>
                <a:gd name="connsiteX6" fmla="*/ 40957 w 104775"/>
                <a:gd name="connsiteY6" fmla="*/ 76742 h 76200"/>
                <a:gd name="connsiteX7" fmla="*/ 76200 w 104775"/>
                <a:gd name="connsiteY7" fmla="*/ 77695 h 76200"/>
                <a:gd name="connsiteX8" fmla="*/ 106680 w 104775"/>
                <a:gd name="connsiteY8" fmla="*/ 57692 h 76200"/>
                <a:gd name="connsiteX9" fmla="*/ 42863 w 104775"/>
                <a:gd name="connsiteY9" fmla="*/ 911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775" h="76200">
                  <a:moveTo>
                    <a:pt x="42863" y="9115"/>
                  </a:moveTo>
                  <a:lnTo>
                    <a:pt x="42863" y="9115"/>
                  </a:lnTo>
                  <a:cubicBezTo>
                    <a:pt x="34290" y="1495"/>
                    <a:pt x="22860" y="-2315"/>
                    <a:pt x="12382" y="1495"/>
                  </a:cubicBezTo>
                  <a:cubicBezTo>
                    <a:pt x="12382" y="1495"/>
                    <a:pt x="12382" y="1495"/>
                    <a:pt x="12382" y="1495"/>
                  </a:cubicBezTo>
                  <a:cubicBezTo>
                    <a:pt x="3810" y="4352"/>
                    <a:pt x="0" y="12925"/>
                    <a:pt x="0" y="21497"/>
                  </a:cubicBezTo>
                  <a:cubicBezTo>
                    <a:pt x="952" y="29117"/>
                    <a:pt x="1905" y="40547"/>
                    <a:pt x="5715" y="45310"/>
                  </a:cubicBezTo>
                  <a:cubicBezTo>
                    <a:pt x="9525" y="50072"/>
                    <a:pt x="30480" y="71980"/>
                    <a:pt x="40957" y="76742"/>
                  </a:cubicBezTo>
                  <a:cubicBezTo>
                    <a:pt x="49530" y="80552"/>
                    <a:pt x="61913" y="79600"/>
                    <a:pt x="76200" y="77695"/>
                  </a:cubicBezTo>
                  <a:cubicBezTo>
                    <a:pt x="90488" y="75790"/>
                    <a:pt x="107632" y="66265"/>
                    <a:pt x="106680" y="57692"/>
                  </a:cubicBezTo>
                  <a:cubicBezTo>
                    <a:pt x="104775" y="42452"/>
                    <a:pt x="54293" y="20545"/>
                    <a:pt x="42863" y="9115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8C453F5D-82D9-43B7-93B7-8677DAF80431}"/>
                </a:ext>
              </a:extLst>
            </p:cNvPr>
            <p:cNvSpPr/>
            <p:nvPr/>
          </p:nvSpPr>
          <p:spPr>
            <a:xfrm>
              <a:off x="8973786" y="4706468"/>
              <a:ext cx="85725" cy="57150"/>
            </a:xfrm>
            <a:custGeom>
              <a:avLst/>
              <a:gdLst>
                <a:gd name="connsiteX0" fmla="*/ 27339 w 85725"/>
                <a:gd name="connsiteY0" fmla="*/ 2692 h 57150"/>
                <a:gd name="connsiteX1" fmla="*/ 5431 w 85725"/>
                <a:gd name="connsiteY1" fmla="*/ 32220 h 57150"/>
                <a:gd name="connsiteX2" fmla="*/ 34958 w 85725"/>
                <a:gd name="connsiteY2" fmla="*/ 58890 h 57150"/>
                <a:gd name="connsiteX3" fmla="*/ 64486 w 85725"/>
                <a:gd name="connsiteY3" fmla="*/ 59842 h 57150"/>
                <a:gd name="connsiteX4" fmla="*/ 90203 w 85725"/>
                <a:gd name="connsiteY4" fmla="*/ 42697 h 57150"/>
                <a:gd name="connsiteX5" fmla="*/ 27339 w 85725"/>
                <a:gd name="connsiteY5" fmla="*/ 2692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725" h="57150">
                  <a:moveTo>
                    <a:pt x="27339" y="2692"/>
                  </a:moveTo>
                  <a:cubicBezTo>
                    <a:pt x="13051" y="-6833"/>
                    <a:pt x="-10761" y="10312"/>
                    <a:pt x="5431" y="32220"/>
                  </a:cubicBezTo>
                  <a:cubicBezTo>
                    <a:pt x="8289" y="36030"/>
                    <a:pt x="26386" y="55080"/>
                    <a:pt x="34958" y="58890"/>
                  </a:cubicBezTo>
                  <a:cubicBezTo>
                    <a:pt x="41626" y="61747"/>
                    <a:pt x="53056" y="61747"/>
                    <a:pt x="64486" y="59842"/>
                  </a:cubicBezTo>
                  <a:cubicBezTo>
                    <a:pt x="76869" y="57937"/>
                    <a:pt x="91156" y="50317"/>
                    <a:pt x="90203" y="42697"/>
                  </a:cubicBezTo>
                  <a:cubicBezTo>
                    <a:pt x="89251" y="29362"/>
                    <a:pt x="41626" y="12217"/>
                    <a:pt x="27339" y="2692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AE1AED29-356F-4B6F-8ACC-654D1C5E2E4E}"/>
                </a:ext>
              </a:extLst>
            </p:cNvPr>
            <p:cNvSpPr/>
            <p:nvPr/>
          </p:nvSpPr>
          <p:spPr>
            <a:xfrm>
              <a:off x="8737282" y="4035743"/>
              <a:ext cx="438150" cy="219075"/>
            </a:xfrm>
            <a:custGeom>
              <a:avLst/>
              <a:gdLst>
                <a:gd name="connsiteX0" fmla="*/ 382905 w 438150"/>
                <a:gd name="connsiteY0" fmla="*/ 5715 h 219075"/>
                <a:gd name="connsiteX1" fmla="*/ 169545 w 438150"/>
                <a:gd name="connsiteY1" fmla="*/ 26670 h 219075"/>
                <a:gd name="connsiteX2" fmla="*/ 42863 w 438150"/>
                <a:gd name="connsiteY2" fmla="*/ 12382 h 219075"/>
                <a:gd name="connsiteX3" fmla="*/ 0 w 438150"/>
                <a:gd name="connsiteY3" fmla="*/ 106680 h 219075"/>
                <a:gd name="connsiteX4" fmla="*/ 100013 w 438150"/>
                <a:gd name="connsiteY4" fmla="*/ 212407 h 219075"/>
                <a:gd name="connsiteX5" fmla="*/ 443865 w 438150"/>
                <a:gd name="connsiteY5" fmla="*/ 171450 h 219075"/>
                <a:gd name="connsiteX6" fmla="*/ 431482 w 438150"/>
                <a:gd name="connsiteY6" fmla="*/ 0 h 219075"/>
                <a:gd name="connsiteX7" fmla="*/ 382905 w 438150"/>
                <a:gd name="connsiteY7" fmla="*/ 5715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8150" h="219075">
                  <a:moveTo>
                    <a:pt x="382905" y="5715"/>
                  </a:moveTo>
                  <a:cubicBezTo>
                    <a:pt x="311468" y="14288"/>
                    <a:pt x="240982" y="24765"/>
                    <a:pt x="169545" y="26670"/>
                  </a:cubicBezTo>
                  <a:cubicBezTo>
                    <a:pt x="124778" y="27622"/>
                    <a:pt x="82868" y="22860"/>
                    <a:pt x="42863" y="12382"/>
                  </a:cubicBezTo>
                  <a:cubicBezTo>
                    <a:pt x="42863" y="79057"/>
                    <a:pt x="29528" y="89535"/>
                    <a:pt x="0" y="106680"/>
                  </a:cubicBezTo>
                  <a:cubicBezTo>
                    <a:pt x="20955" y="180022"/>
                    <a:pt x="62865" y="200025"/>
                    <a:pt x="100013" y="212407"/>
                  </a:cubicBezTo>
                  <a:cubicBezTo>
                    <a:pt x="196215" y="243840"/>
                    <a:pt x="437198" y="171450"/>
                    <a:pt x="443865" y="171450"/>
                  </a:cubicBezTo>
                  <a:cubicBezTo>
                    <a:pt x="443865" y="118110"/>
                    <a:pt x="439103" y="59055"/>
                    <a:pt x="431482" y="0"/>
                  </a:cubicBezTo>
                  <a:cubicBezTo>
                    <a:pt x="416243" y="1905"/>
                    <a:pt x="400050" y="3810"/>
                    <a:pt x="382905" y="5715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BFC14B27-43BB-4619-A1B8-13DFE25393AA}"/>
                </a:ext>
              </a:extLst>
            </p:cNvPr>
            <p:cNvSpPr/>
            <p:nvPr/>
          </p:nvSpPr>
          <p:spPr>
            <a:xfrm>
              <a:off x="8902065" y="3457575"/>
              <a:ext cx="76200" cy="114300"/>
            </a:xfrm>
            <a:custGeom>
              <a:avLst/>
              <a:gdLst>
                <a:gd name="connsiteX0" fmla="*/ 71438 w 76200"/>
                <a:gd name="connsiteY0" fmla="*/ 0 h 114300"/>
                <a:gd name="connsiteX1" fmla="*/ 0 w 76200"/>
                <a:gd name="connsiteY1" fmla="*/ 30480 h 114300"/>
                <a:gd name="connsiteX2" fmla="*/ 953 w 76200"/>
                <a:gd name="connsiteY2" fmla="*/ 100965 h 114300"/>
                <a:gd name="connsiteX3" fmla="*/ 80963 w 76200"/>
                <a:gd name="connsiteY3" fmla="*/ 85725 h 114300"/>
                <a:gd name="connsiteX4" fmla="*/ 71438 w 76200"/>
                <a:gd name="connsiteY4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114300">
                  <a:moveTo>
                    <a:pt x="71438" y="0"/>
                  </a:moveTo>
                  <a:cubicBezTo>
                    <a:pt x="66675" y="3810"/>
                    <a:pt x="15240" y="32385"/>
                    <a:pt x="0" y="30480"/>
                  </a:cubicBezTo>
                  <a:cubicBezTo>
                    <a:pt x="0" y="34290"/>
                    <a:pt x="10478" y="78105"/>
                    <a:pt x="953" y="100965"/>
                  </a:cubicBezTo>
                  <a:cubicBezTo>
                    <a:pt x="4763" y="122872"/>
                    <a:pt x="64770" y="122872"/>
                    <a:pt x="80963" y="85725"/>
                  </a:cubicBezTo>
                  <a:cubicBezTo>
                    <a:pt x="74295" y="75247"/>
                    <a:pt x="68580" y="20003"/>
                    <a:pt x="71438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E65E5C8F-BC9F-47A7-9F4E-946B2444F2A8}"/>
                </a:ext>
              </a:extLst>
            </p:cNvPr>
            <p:cNvSpPr/>
            <p:nvPr/>
          </p:nvSpPr>
          <p:spPr>
            <a:xfrm>
              <a:off x="8859777" y="3385833"/>
              <a:ext cx="104775" cy="133350"/>
            </a:xfrm>
            <a:custGeom>
              <a:avLst/>
              <a:gdLst>
                <a:gd name="connsiteX0" fmla="*/ 59433 w 104775"/>
                <a:gd name="connsiteY0" fmla="*/ 304 h 133350"/>
                <a:gd name="connsiteX1" fmla="*/ 378 w 104775"/>
                <a:gd name="connsiteY1" fmla="*/ 30784 h 133350"/>
                <a:gd name="connsiteX2" fmla="*/ 47050 w 104775"/>
                <a:gd name="connsiteY2" fmla="*/ 135560 h 133350"/>
                <a:gd name="connsiteX3" fmla="*/ 103248 w 104775"/>
                <a:gd name="connsiteY3" fmla="*/ 86982 h 133350"/>
                <a:gd name="connsiteX4" fmla="*/ 105153 w 104775"/>
                <a:gd name="connsiteY4" fmla="*/ 57454 h 133350"/>
                <a:gd name="connsiteX5" fmla="*/ 59433 w 104775"/>
                <a:gd name="connsiteY5" fmla="*/ 30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775" h="133350">
                  <a:moveTo>
                    <a:pt x="59433" y="304"/>
                  </a:moveTo>
                  <a:cubicBezTo>
                    <a:pt x="32763" y="-1601"/>
                    <a:pt x="6093" y="5067"/>
                    <a:pt x="378" y="30784"/>
                  </a:cubicBezTo>
                  <a:cubicBezTo>
                    <a:pt x="-1527" y="40309"/>
                    <a:pt x="2283" y="123177"/>
                    <a:pt x="47050" y="135560"/>
                  </a:cubicBezTo>
                  <a:cubicBezTo>
                    <a:pt x="66100" y="141274"/>
                    <a:pt x="101343" y="108889"/>
                    <a:pt x="103248" y="86982"/>
                  </a:cubicBezTo>
                  <a:cubicBezTo>
                    <a:pt x="103248" y="86982"/>
                    <a:pt x="105153" y="57454"/>
                    <a:pt x="105153" y="57454"/>
                  </a:cubicBezTo>
                  <a:cubicBezTo>
                    <a:pt x="106105" y="27927"/>
                    <a:pt x="88008" y="2209"/>
                    <a:pt x="59433" y="304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EFCEE6F1-67B8-4B01-9680-DDE95DE05DC2}"/>
                </a:ext>
              </a:extLst>
            </p:cNvPr>
            <p:cNvSpPr/>
            <p:nvPr/>
          </p:nvSpPr>
          <p:spPr>
            <a:xfrm>
              <a:off x="8742045" y="3543300"/>
              <a:ext cx="428625" cy="666750"/>
            </a:xfrm>
            <a:custGeom>
              <a:avLst/>
              <a:gdLst>
                <a:gd name="connsiteX0" fmla="*/ 301943 w 428625"/>
                <a:gd name="connsiteY0" fmla="*/ 16193 h 666750"/>
                <a:gd name="connsiteX1" fmla="*/ 240982 w 428625"/>
                <a:gd name="connsiteY1" fmla="*/ 0 h 666750"/>
                <a:gd name="connsiteX2" fmla="*/ 204788 w 428625"/>
                <a:gd name="connsiteY2" fmla="*/ 18097 h 666750"/>
                <a:gd name="connsiteX3" fmla="*/ 160973 w 428625"/>
                <a:gd name="connsiteY3" fmla="*/ 15240 h 666750"/>
                <a:gd name="connsiteX4" fmla="*/ 99060 w 428625"/>
                <a:gd name="connsiteY4" fmla="*/ 37147 h 666750"/>
                <a:gd name="connsiteX5" fmla="*/ 59055 w 428625"/>
                <a:gd name="connsiteY5" fmla="*/ 124778 h 666750"/>
                <a:gd name="connsiteX6" fmla="*/ 0 w 428625"/>
                <a:gd name="connsiteY6" fmla="*/ 596265 h 666750"/>
                <a:gd name="connsiteX7" fmla="*/ 70485 w 428625"/>
                <a:gd name="connsiteY7" fmla="*/ 661988 h 666750"/>
                <a:gd name="connsiteX8" fmla="*/ 81915 w 428625"/>
                <a:gd name="connsiteY8" fmla="*/ 559118 h 666750"/>
                <a:gd name="connsiteX9" fmla="*/ 92393 w 428625"/>
                <a:gd name="connsiteY9" fmla="*/ 666750 h 666750"/>
                <a:gd name="connsiteX10" fmla="*/ 378143 w 428625"/>
                <a:gd name="connsiteY10" fmla="*/ 633413 h 666750"/>
                <a:gd name="connsiteX11" fmla="*/ 386715 w 428625"/>
                <a:gd name="connsiteY11" fmla="*/ 498157 h 666750"/>
                <a:gd name="connsiteX12" fmla="*/ 412432 w 428625"/>
                <a:gd name="connsiteY12" fmla="*/ 628650 h 666750"/>
                <a:gd name="connsiteX13" fmla="*/ 435293 w 428625"/>
                <a:gd name="connsiteY13" fmla="*/ 625793 h 666750"/>
                <a:gd name="connsiteX14" fmla="*/ 374332 w 428625"/>
                <a:gd name="connsiteY14" fmla="*/ 100013 h 666750"/>
                <a:gd name="connsiteX15" fmla="*/ 301943 w 428625"/>
                <a:gd name="connsiteY15" fmla="*/ 16193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8625" h="666750">
                  <a:moveTo>
                    <a:pt x="301943" y="16193"/>
                  </a:moveTo>
                  <a:cubicBezTo>
                    <a:pt x="286703" y="12382"/>
                    <a:pt x="240982" y="0"/>
                    <a:pt x="240982" y="0"/>
                  </a:cubicBezTo>
                  <a:cubicBezTo>
                    <a:pt x="240982" y="0"/>
                    <a:pt x="232410" y="12382"/>
                    <a:pt x="204788" y="18097"/>
                  </a:cubicBezTo>
                  <a:cubicBezTo>
                    <a:pt x="180023" y="23813"/>
                    <a:pt x="160973" y="15240"/>
                    <a:pt x="160973" y="15240"/>
                  </a:cubicBezTo>
                  <a:cubicBezTo>
                    <a:pt x="160973" y="15240"/>
                    <a:pt x="108585" y="31432"/>
                    <a:pt x="99060" y="37147"/>
                  </a:cubicBezTo>
                  <a:cubicBezTo>
                    <a:pt x="61913" y="59055"/>
                    <a:pt x="61913" y="74295"/>
                    <a:pt x="59055" y="124778"/>
                  </a:cubicBezTo>
                  <a:cubicBezTo>
                    <a:pt x="58103" y="148590"/>
                    <a:pt x="57150" y="512445"/>
                    <a:pt x="0" y="596265"/>
                  </a:cubicBezTo>
                  <a:cubicBezTo>
                    <a:pt x="1905" y="600075"/>
                    <a:pt x="22860" y="649605"/>
                    <a:pt x="70485" y="661988"/>
                  </a:cubicBezTo>
                  <a:lnTo>
                    <a:pt x="81915" y="559118"/>
                  </a:lnTo>
                  <a:lnTo>
                    <a:pt x="92393" y="666750"/>
                  </a:lnTo>
                  <a:cubicBezTo>
                    <a:pt x="203835" y="690563"/>
                    <a:pt x="288607" y="646747"/>
                    <a:pt x="378143" y="633413"/>
                  </a:cubicBezTo>
                  <a:lnTo>
                    <a:pt x="386715" y="498157"/>
                  </a:lnTo>
                  <a:lnTo>
                    <a:pt x="412432" y="628650"/>
                  </a:lnTo>
                  <a:cubicBezTo>
                    <a:pt x="421005" y="627697"/>
                    <a:pt x="428625" y="626745"/>
                    <a:pt x="435293" y="625793"/>
                  </a:cubicBezTo>
                  <a:cubicBezTo>
                    <a:pt x="434340" y="419100"/>
                    <a:pt x="377190" y="109538"/>
                    <a:pt x="374332" y="100013"/>
                  </a:cubicBezTo>
                  <a:cubicBezTo>
                    <a:pt x="364807" y="60007"/>
                    <a:pt x="347663" y="26670"/>
                    <a:pt x="301943" y="16193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8287B85-42CB-4A76-8A09-356DC76CB7D1}"/>
                </a:ext>
              </a:extLst>
            </p:cNvPr>
            <p:cNvSpPr/>
            <p:nvPr/>
          </p:nvSpPr>
          <p:spPr>
            <a:xfrm>
              <a:off x="8816478" y="3340006"/>
              <a:ext cx="180975" cy="171450"/>
            </a:xfrm>
            <a:custGeom>
              <a:avLst/>
              <a:gdLst>
                <a:gd name="connsiteX0" fmla="*/ 158930 w 180975"/>
                <a:gd name="connsiteY0" fmla="*/ 13747 h 171450"/>
                <a:gd name="connsiteX1" fmla="*/ 26533 w 180975"/>
                <a:gd name="connsiteY1" fmla="*/ 56609 h 171450"/>
                <a:gd name="connsiteX2" fmla="*/ 815 w 180975"/>
                <a:gd name="connsiteY2" fmla="*/ 57562 h 171450"/>
                <a:gd name="connsiteX3" fmla="*/ 47487 w 180975"/>
                <a:gd name="connsiteY3" fmla="*/ 94709 h 171450"/>
                <a:gd name="connsiteX4" fmla="*/ 28437 w 180975"/>
                <a:gd name="connsiteY4" fmla="*/ 102329 h 171450"/>
                <a:gd name="connsiteX5" fmla="*/ 141785 w 180975"/>
                <a:gd name="connsiteY5" fmla="*/ 171862 h 171450"/>
                <a:gd name="connsiteX6" fmla="*/ 179885 w 180975"/>
                <a:gd name="connsiteY6" fmla="*/ 145192 h 171450"/>
                <a:gd name="connsiteX7" fmla="*/ 169408 w 180975"/>
                <a:gd name="connsiteY7" fmla="*/ 130904 h 171450"/>
                <a:gd name="connsiteX8" fmla="*/ 158930 w 180975"/>
                <a:gd name="connsiteY8" fmla="*/ 1374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975" h="171450">
                  <a:moveTo>
                    <a:pt x="158930" y="13747"/>
                  </a:moveTo>
                  <a:cubicBezTo>
                    <a:pt x="116067" y="-19591"/>
                    <a:pt x="44630" y="12794"/>
                    <a:pt x="26533" y="56609"/>
                  </a:cubicBezTo>
                  <a:cubicBezTo>
                    <a:pt x="12245" y="88994"/>
                    <a:pt x="-138" y="66134"/>
                    <a:pt x="815" y="57562"/>
                  </a:cubicBezTo>
                  <a:cubicBezTo>
                    <a:pt x="-2995" y="79469"/>
                    <a:pt x="5577" y="97567"/>
                    <a:pt x="47487" y="94709"/>
                  </a:cubicBezTo>
                  <a:cubicBezTo>
                    <a:pt x="56060" y="93757"/>
                    <a:pt x="28437" y="102329"/>
                    <a:pt x="28437" y="102329"/>
                  </a:cubicBezTo>
                  <a:cubicBezTo>
                    <a:pt x="28437" y="102329"/>
                    <a:pt x="73205" y="194722"/>
                    <a:pt x="141785" y="171862"/>
                  </a:cubicBezTo>
                  <a:cubicBezTo>
                    <a:pt x="161787" y="165194"/>
                    <a:pt x="179885" y="145192"/>
                    <a:pt x="179885" y="145192"/>
                  </a:cubicBezTo>
                  <a:cubicBezTo>
                    <a:pt x="179885" y="145192"/>
                    <a:pt x="157977" y="149002"/>
                    <a:pt x="169408" y="130904"/>
                  </a:cubicBezTo>
                  <a:cubicBezTo>
                    <a:pt x="192267" y="95662"/>
                    <a:pt x="197030" y="43274"/>
                    <a:pt x="158930" y="1374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497A8DD0-7D80-44EC-8B6D-835E9CBEC610}"/>
                </a:ext>
              </a:extLst>
            </p:cNvPr>
            <p:cNvSpPr/>
            <p:nvPr/>
          </p:nvSpPr>
          <p:spPr>
            <a:xfrm>
              <a:off x="8450351" y="3900133"/>
              <a:ext cx="28575" cy="9525"/>
            </a:xfrm>
            <a:custGeom>
              <a:avLst/>
              <a:gdLst>
                <a:gd name="connsiteX0" fmla="*/ 229 w 28575"/>
                <a:gd name="connsiteY0" fmla="*/ 2259 h 9525"/>
                <a:gd name="connsiteX1" fmla="*/ 12612 w 28575"/>
                <a:gd name="connsiteY1" fmla="*/ 18452 h 9525"/>
                <a:gd name="connsiteX2" fmla="*/ 29757 w 28575"/>
                <a:gd name="connsiteY2" fmla="*/ 14642 h 9525"/>
                <a:gd name="connsiteX3" fmla="*/ 8802 w 28575"/>
                <a:gd name="connsiteY3" fmla="*/ 4164 h 9525"/>
                <a:gd name="connsiteX4" fmla="*/ 229 w 28575"/>
                <a:gd name="connsiteY4" fmla="*/ 225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9525">
                  <a:moveTo>
                    <a:pt x="229" y="2259"/>
                  </a:moveTo>
                  <a:cubicBezTo>
                    <a:pt x="-1676" y="5117"/>
                    <a:pt x="8802" y="17499"/>
                    <a:pt x="12612" y="18452"/>
                  </a:cubicBezTo>
                  <a:cubicBezTo>
                    <a:pt x="21185" y="18452"/>
                    <a:pt x="22137" y="13689"/>
                    <a:pt x="29757" y="14642"/>
                  </a:cubicBezTo>
                  <a:cubicBezTo>
                    <a:pt x="22137" y="12737"/>
                    <a:pt x="15469" y="8927"/>
                    <a:pt x="8802" y="4164"/>
                  </a:cubicBezTo>
                  <a:cubicBezTo>
                    <a:pt x="5944" y="1307"/>
                    <a:pt x="4039" y="-2503"/>
                    <a:pt x="229" y="2259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72D69F87-BDAA-40C5-8F9C-24BF02A6A4A8}"/>
                </a:ext>
              </a:extLst>
            </p:cNvPr>
            <p:cNvSpPr/>
            <p:nvPr/>
          </p:nvSpPr>
          <p:spPr>
            <a:xfrm>
              <a:off x="8395182" y="3912870"/>
              <a:ext cx="95250" cy="38100"/>
            </a:xfrm>
            <a:custGeom>
              <a:avLst/>
              <a:gdLst>
                <a:gd name="connsiteX0" fmla="*/ 64923 w 95250"/>
                <a:gd name="connsiteY0" fmla="*/ 0 h 38100"/>
                <a:gd name="connsiteX1" fmla="*/ 28728 w 95250"/>
                <a:gd name="connsiteY1" fmla="*/ 1905 h 38100"/>
                <a:gd name="connsiteX2" fmla="*/ 7773 w 95250"/>
                <a:gd name="connsiteY2" fmla="*/ 4763 h 38100"/>
                <a:gd name="connsiteX3" fmla="*/ 153 w 95250"/>
                <a:gd name="connsiteY3" fmla="*/ 14288 h 38100"/>
                <a:gd name="connsiteX4" fmla="*/ 3010 w 95250"/>
                <a:gd name="connsiteY4" fmla="*/ 20003 h 38100"/>
                <a:gd name="connsiteX5" fmla="*/ 13488 w 95250"/>
                <a:gd name="connsiteY5" fmla="*/ 28575 h 38100"/>
                <a:gd name="connsiteX6" fmla="*/ 34443 w 95250"/>
                <a:gd name="connsiteY6" fmla="*/ 36195 h 38100"/>
                <a:gd name="connsiteX7" fmla="*/ 97308 w 95250"/>
                <a:gd name="connsiteY7" fmla="*/ 40005 h 38100"/>
                <a:gd name="connsiteX8" fmla="*/ 91593 w 95250"/>
                <a:gd name="connsiteY8" fmla="*/ 1905 h 38100"/>
                <a:gd name="connsiteX9" fmla="*/ 64923 w 95250"/>
                <a:gd name="connsiteY9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50" h="38100">
                  <a:moveTo>
                    <a:pt x="64923" y="0"/>
                  </a:moveTo>
                  <a:cubicBezTo>
                    <a:pt x="54445" y="0"/>
                    <a:pt x="30633" y="1905"/>
                    <a:pt x="28728" y="1905"/>
                  </a:cubicBezTo>
                  <a:cubicBezTo>
                    <a:pt x="23965" y="2858"/>
                    <a:pt x="11583" y="2858"/>
                    <a:pt x="7773" y="4763"/>
                  </a:cubicBezTo>
                  <a:cubicBezTo>
                    <a:pt x="5868" y="5715"/>
                    <a:pt x="1105" y="11430"/>
                    <a:pt x="153" y="14288"/>
                  </a:cubicBezTo>
                  <a:cubicBezTo>
                    <a:pt x="-800" y="18098"/>
                    <a:pt x="3010" y="20003"/>
                    <a:pt x="3010" y="20003"/>
                  </a:cubicBezTo>
                  <a:cubicBezTo>
                    <a:pt x="1105" y="24765"/>
                    <a:pt x="13488" y="27623"/>
                    <a:pt x="13488" y="28575"/>
                  </a:cubicBezTo>
                  <a:cubicBezTo>
                    <a:pt x="10630" y="33338"/>
                    <a:pt x="15393" y="38100"/>
                    <a:pt x="34443" y="36195"/>
                  </a:cubicBezTo>
                  <a:cubicBezTo>
                    <a:pt x="35395" y="36195"/>
                    <a:pt x="82068" y="40005"/>
                    <a:pt x="97308" y="40005"/>
                  </a:cubicBezTo>
                  <a:cubicBezTo>
                    <a:pt x="98260" y="30480"/>
                    <a:pt x="92545" y="1905"/>
                    <a:pt x="91593" y="1905"/>
                  </a:cubicBezTo>
                  <a:cubicBezTo>
                    <a:pt x="83020" y="953"/>
                    <a:pt x="74448" y="0"/>
                    <a:pt x="64923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9D37B6B0-3E44-4E10-AD53-A636EB41EA70}"/>
                </a:ext>
              </a:extLst>
            </p:cNvPr>
            <p:cNvSpPr/>
            <p:nvPr/>
          </p:nvSpPr>
          <p:spPr>
            <a:xfrm>
              <a:off x="8479155" y="3860412"/>
              <a:ext cx="276225" cy="85725"/>
            </a:xfrm>
            <a:custGeom>
              <a:avLst/>
              <a:gdLst>
                <a:gd name="connsiteX0" fmla="*/ 252413 w 276225"/>
                <a:gd name="connsiteY0" fmla="*/ 70 h 85725"/>
                <a:gd name="connsiteX1" fmla="*/ 243840 w 276225"/>
                <a:gd name="connsiteY1" fmla="*/ 1975 h 85725"/>
                <a:gd name="connsiteX2" fmla="*/ 0 w 276225"/>
                <a:gd name="connsiteY2" fmla="*/ 56268 h 85725"/>
                <a:gd name="connsiteX3" fmla="*/ 11430 w 276225"/>
                <a:gd name="connsiteY3" fmla="*/ 92463 h 85725"/>
                <a:gd name="connsiteX4" fmla="*/ 284797 w 276225"/>
                <a:gd name="connsiteY4" fmla="*/ 36265 h 85725"/>
                <a:gd name="connsiteX5" fmla="*/ 252413 w 276225"/>
                <a:gd name="connsiteY5" fmla="*/ 7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225" h="85725">
                  <a:moveTo>
                    <a:pt x="252413" y="70"/>
                  </a:moveTo>
                  <a:cubicBezTo>
                    <a:pt x="249555" y="70"/>
                    <a:pt x="246697" y="1023"/>
                    <a:pt x="243840" y="1975"/>
                  </a:cubicBezTo>
                  <a:cubicBezTo>
                    <a:pt x="200977" y="18168"/>
                    <a:pt x="46672" y="46743"/>
                    <a:pt x="0" y="56268"/>
                  </a:cubicBezTo>
                  <a:cubicBezTo>
                    <a:pt x="6668" y="70555"/>
                    <a:pt x="10477" y="82938"/>
                    <a:pt x="11430" y="92463"/>
                  </a:cubicBezTo>
                  <a:cubicBezTo>
                    <a:pt x="88582" y="75318"/>
                    <a:pt x="282893" y="67698"/>
                    <a:pt x="284797" y="36265"/>
                  </a:cubicBezTo>
                  <a:cubicBezTo>
                    <a:pt x="286702" y="7690"/>
                    <a:pt x="266700" y="-882"/>
                    <a:pt x="252413" y="7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13A99295-DBE9-41CC-AFBA-9AAABE765CC4}"/>
                </a:ext>
              </a:extLst>
            </p:cNvPr>
            <p:cNvSpPr/>
            <p:nvPr/>
          </p:nvSpPr>
          <p:spPr>
            <a:xfrm>
              <a:off x="8699484" y="3633314"/>
              <a:ext cx="200025" cy="276225"/>
            </a:xfrm>
            <a:custGeom>
              <a:avLst/>
              <a:gdLst>
                <a:gd name="connsiteX0" fmla="*/ 118761 w 200025"/>
                <a:gd name="connsiteY0" fmla="*/ 474 h 276225"/>
                <a:gd name="connsiteX1" fmla="*/ 13986 w 200025"/>
                <a:gd name="connsiteY1" fmla="*/ 219549 h 276225"/>
                <a:gd name="connsiteX2" fmla="*/ 54944 w 200025"/>
                <a:gd name="connsiteY2" fmla="*/ 276699 h 276225"/>
                <a:gd name="connsiteX3" fmla="*/ 204486 w 200025"/>
                <a:gd name="connsiteY3" fmla="*/ 54766 h 276225"/>
                <a:gd name="connsiteX4" fmla="*/ 118761 w 200025"/>
                <a:gd name="connsiteY4" fmla="*/ 474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76225">
                  <a:moveTo>
                    <a:pt x="118761" y="474"/>
                  </a:moveTo>
                  <a:cubicBezTo>
                    <a:pt x="94949" y="34764"/>
                    <a:pt x="48276" y="162399"/>
                    <a:pt x="13986" y="219549"/>
                  </a:cubicBezTo>
                  <a:cubicBezTo>
                    <a:pt x="-27924" y="289081"/>
                    <a:pt x="35894" y="293844"/>
                    <a:pt x="54944" y="276699"/>
                  </a:cubicBezTo>
                  <a:cubicBezTo>
                    <a:pt x="106379" y="231931"/>
                    <a:pt x="225441" y="84294"/>
                    <a:pt x="204486" y="54766"/>
                  </a:cubicBezTo>
                  <a:cubicBezTo>
                    <a:pt x="195914" y="42384"/>
                    <a:pt x="123524" y="-5241"/>
                    <a:pt x="118761" y="474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72CB6E0-EBB6-4854-9F13-AE93C077A097}"/>
                </a:ext>
              </a:extLst>
            </p:cNvPr>
            <p:cNvSpPr/>
            <p:nvPr/>
          </p:nvSpPr>
          <p:spPr>
            <a:xfrm>
              <a:off x="8485823" y="3609804"/>
              <a:ext cx="428625" cy="342900"/>
            </a:xfrm>
            <a:custGeom>
              <a:avLst/>
              <a:gdLst>
                <a:gd name="connsiteX0" fmla="*/ 323850 w 428625"/>
                <a:gd name="connsiteY0" fmla="*/ 171 h 342900"/>
                <a:gd name="connsiteX1" fmla="*/ 275272 w 428625"/>
                <a:gd name="connsiteY1" fmla="*/ 121138 h 342900"/>
                <a:gd name="connsiteX2" fmla="*/ 212407 w 428625"/>
                <a:gd name="connsiteY2" fmla="*/ 252583 h 342900"/>
                <a:gd name="connsiteX3" fmla="*/ 0 w 428625"/>
                <a:gd name="connsiteY3" fmla="*/ 296398 h 342900"/>
                <a:gd name="connsiteX4" fmla="*/ 6667 w 428625"/>
                <a:gd name="connsiteY4" fmla="*/ 351643 h 342900"/>
                <a:gd name="connsiteX5" fmla="*/ 275272 w 428625"/>
                <a:gd name="connsiteY5" fmla="*/ 305923 h 342900"/>
                <a:gd name="connsiteX6" fmla="*/ 434340 w 428625"/>
                <a:gd name="connsiteY6" fmla="*/ 74466 h 342900"/>
                <a:gd name="connsiteX7" fmla="*/ 323850 w 428625"/>
                <a:gd name="connsiteY7" fmla="*/ 171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8625" h="342900">
                  <a:moveTo>
                    <a:pt x="323850" y="171"/>
                  </a:moveTo>
                  <a:cubicBezTo>
                    <a:pt x="308610" y="40176"/>
                    <a:pt x="294322" y="77323"/>
                    <a:pt x="275272" y="121138"/>
                  </a:cubicBezTo>
                  <a:cubicBezTo>
                    <a:pt x="256222" y="164953"/>
                    <a:pt x="214313" y="247821"/>
                    <a:pt x="212407" y="252583"/>
                  </a:cubicBezTo>
                  <a:cubicBezTo>
                    <a:pt x="194310" y="261156"/>
                    <a:pt x="27622" y="291636"/>
                    <a:pt x="0" y="296398"/>
                  </a:cubicBezTo>
                  <a:lnTo>
                    <a:pt x="6667" y="351643"/>
                  </a:lnTo>
                  <a:cubicBezTo>
                    <a:pt x="74295" y="345928"/>
                    <a:pt x="236220" y="342118"/>
                    <a:pt x="275272" y="305923"/>
                  </a:cubicBezTo>
                  <a:cubicBezTo>
                    <a:pt x="317182" y="268776"/>
                    <a:pt x="451485" y="120186"/>
                    <a:pt x="434340" y="74466"/>
                  </a:cubicBezTo>
                  <a:cubicBezTo>
                    <a:pt x="418147" y="30651"/>
                    <a:pt x="324802" y="-2687"/>
                    <a:pt x="323850" y="17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78F1841D-260E-4DB6-A689-D60708D01456}"/>
                </a:ext>
              </a:extLst>
            </p:cNvPr>
            <p:cNvSpPr/>
            <p:nvPr/>
          </p:nvSpPr>
          <p:spPr>
            <a:xfrm>
              <a:off x="9211627" y="4361497"/>
              <a:ext cx="152400" cy="400050"/>
            </a:xfrm>
            <a:custGeom>
              <a:avLst/>
              <a:gdLst>
                <a:gd name="connsiteX0" fmla="*/ 0 w 152400"/>
                <a:gd name="connsiteY0" fmla="*/ 0 h 400050"/>
                <a:gd name="connsiteX1" fmla="*/ 140018 w 152400"/>
                <a:gd name="connsiteY1" fmla="*/ 406718 h 400050"/>
                <a:gd name="connsiteX2" fmla="*/ 156210 w 152400"/>
                <a:gd name="connsiteY2" fmla="*/ 406718 h 400050"/>
                <a:gd name="connsiteX3" fmla="*/ 16193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0"/>
                  </a:moveTo>
                  <a:lnTo>
                    <a:pt x="140018" y="406718"/>
                  </a:lnTo>
                  <a:lnTo>
                    <a:pt x="156210" y="406718"/>
                  </a:lnTo>
                  <a:lnTo>
                    <a:pt x="16193" y="0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5DFD7173-46F6-4250-AD78-886676730EF9}"/>
                </a:ext>
              </a:extLst>
            </p:cNvPr>
            <p:cNvSpPr/>
            <p:nvPr/>
          </p:nvSpPr>
          <p:spPr>
            <a:xfrm>
              <a:off x="8975407" y="4361497"/>
              <a:ext cx="152400" cy="400050"/>
            </a:xfrm>
            <a:custGeom>
              <a:avLst/>
              <a:gdLst>
                <a:gd name="connsiteX0" fmla="*/ 0 w 152400"/>
                <a:gd name="connsiteY0" fmla="*/ 0 h 400050"/>
                <a:gd name="connsiteX1" fmla="*/ 140018 w 152400"/>
                <a:gd name="connsiteY1" fmla="*/ 406718 h 400050"/>
                <a:gd name="connsiteX2" fmla="*/ 156210 w 152400"/>
                <a:gd name="connsiteY2" fmla="*/ 406718 h 400050"/>
                <a:gd name="connsiteX3" fmla="*/ 16193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0"/>
                  </a:moveTo>
                  <a:lnTo>
                    <a:pt x="140018" y="406718"/>
                  </a:lnTo>
                  <a:lnTo>
                    <a:pt x="156210" y="406718"/>
                  </a:lnTo>
                  <a:lnTo>
                    <a:pt x="16193" y="0"/>
                  </a:ln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BCB9DD50-DEDF-4754-BE5E-AA801418634B}"/>
                </a:ext>
              </a:extLst>
            </p:cNvPr>
            <p:cNvSpPr/>
            <p:nvPr/>
          </p:nvSpPr>
          <p:spPr>
            <a:xfrm>
              <a:off x="8676323" y="3759518"/>
              <a:ext cx="714375" cy="600075"/>
            </a:xfrm>
            <a:custGeom>
              <a:avLst/>
              <a:gdLst>
                <a:gd name="connsiteX0" fmla="*/ 566738 w 714375"/>
                <a:gd name="connsiteY0" fmla="*/ 0 h 600075"/>
                <a:gd name="connsiteX1" fmla="*/ 356235 w 714375"/>
                <a:gd name="connsiteY1" fmla="*/ 177165 h 600075"/>
                <a:gd name="connsiteX2" fmla="*/ 295275 w 714375"/>
                <a:gd name="connsiteY2" fmla="*/ 431482 h 600075"/>
                <a:gd name="connsiteX3" fmla="*/ 162877 w 714375"/>
                <a:gd name="connsiteY3" fmla="*/ 530542 h 600075"/>
                <a:gd name="connsiteX4" fmla="*/ 35242 w 714375"/>
                <a:gd name="connsiteY4" fmla="*/ 530542 h 600075"/>
                <a:gd name="connsiteX5" fmla="*/ 0 w 714375"/>
                <a:gd name="connsiteY5" fmla="*/ 565785 h 600075"/>
                <a:gd name="connsiteX6" fmla="*/ 35242 w 714375"/>
                <a:gd name="connsiteY6" fmla="*/ 601027 h 600075"/>
                <a:gd name="connsiteX7" fmla="*/ 561022 w 714375"/>
                <a:gd name="connsiteY7" fmla="*/ 601980 h 600075"/>
                <a:gd name="connsiteX8" fmla="*/ 611505 w 714375"/>
                <a:gd name="connsiteY8" fmla="*/ 561022 h 600075"/>
                <a:gd name="connsiteX9" fmla="*/ 711517 w 714375"/>
                <a:gd name="connsiteY9" fmla="*/ 178117 h 600075"/>
                <a:gd name="connsiteX10" fmla="*/ 566738 w 714375"/>
                <a:gd name="connsiteY10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4375" h="600075">
                  <a:moveTo>
                    <a:pt x="566738" y="0"/>
                  </a:moveTo>
                  <a:cubicBezTo>
                    <a:pt x="468630" y="0"/>
                    <a:pt x="374332" y="79057"/>
                    <a:pt x="356235" y="177165"/>
                  </a:cubicBezTo>
                  <a:lnTo>
                    <a:pt x="295275" y="431482"/>
                  </a:lnTo>
                  <a:cubicBezTo>
                    <a:pt x="284797" y="488632"/>
                    <a:pt x="220980" y="530542"/>
                    <a:pt x="162877" y="530542"/>
                  </a:cubicBezTo>
                  <a:lnTo>
                    <a:pt x="35242" y="530542"/>
                  </a:lnTo>
                  <a:cubicBezTo>
                    <a:pt x="16192" y="530542"/>
                    <a:pt x="0" y="545782"/>
                    <a:pt x="0" y="565785"/>
                  </a:cubicBezTo>
                  <a:cubicBezTo>
                    <a:pt x="0" y="584835"/>
                    <a:pt x="15240" y="601027"/>
                    <a:pt x="35242" y="601027"/>
                  </a:cubicBezTo>
                  <a:lnTo>
                    <a:pt x="561022" y="601980"/>
                  </a:lnTo>
                  <a:cubicBezTo>
                    <a:pt x="585788" y="601980"/>
                    <a:pt x="606742" y="584835"/>
                    <a:pt x="611505" y="561022"/>
                  </a:cubicBezTo>
                  <a:lnTo>
                    <a:pt x="711517" y="178117"/>
                  </a:lnTo>
                  <a:cubicBezTo>
                    <a:pt x="729615" y="80010"/>
                    <a:pt x="664845" y="0"/>
                    <a:pt x="566738" y="0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0CAFF78-5CF1-4585-8F0C-3C68A93E4ED5}"/>
                </a:ext>
              </a:extLst>
            </p:cNvPr>
            <p:cNvSpPr/>
            <p:nvPr/>
          </p:nvSpPr>
          <p:spPr>
            <a:xfrm>
              <a:off x="8676323" y="3759518"/>
              <a:ext cx="685800" cy="600075"/>
            </a:xfrm>
            <a:custGeom>
              <a:avLst/>
              <a:gdLst>
                <a:gd name="connsiteX0" fmla="*/ 566738 w 685800"/>
                <a:gd name="connsiteY0" fmla="*/ 0 h 600075"/>
                <a:gd name="connsiteX1" fmla="*/ 356235 w 685800"/>
                <a:gd name="connsiteY1" fmla="*/ 177165 h 600075"/>
                <a:gd name="connsiteX2" fmla="*/ 295275 w 685800"/>
                <a:gd name="connsiteY2" fmla="*/ 432435 h 600075"/>
                <a:gd name="connsiteX3" fmla="*/ 162877 w 685800"/>
                <a:gd name="connsiteY3" fmla="*/ 532447 h 600075"/>
                <a:gd name="connsiteX4" fmla="*/ 35242 w 685800"/>
                <a:gd name="connsiteY4" fmla="*/ 532447 h 600075"/>
                <a:gd name="connsiteX5" fmla="*/ 0 w 685800"/>
                <a:gd name="connsiteY5" fmla="*/ 566738 h 600075"/>
                <a:gd name="connsiteX6" fmla="*/ 35242 w 685800"/>
                <a:gd name="connsiteY6" fmla="*/ 601027 h 600075"/>
                <a:gd name="connsiteX7" fmla="*/ 51435 w 685800"/>
                <a:gd name="connsiteY7" fmla="*/ 601027 h 600075"/>
                <a:gd name="connsiteX8" fmla="*/ 83820 w 685800"/>
                <a:gd name="connsiteY8" fmla="*/ 580072 h 600075"/>
                <a:gd name="connsiteX9" fmla="*/ 210502 w 685800"/>
                <a:gd name="connsiteY9" fmla="*/ 580072 h 600075"/>
                <a:gd name="connsiteX10" fmla="*/ 342900 w 685800"/>
                <a:gd name="connsiteY10" fmla="*/ 481013 h 600075"/>
                <a:gd name="connsiteX11" fmla="*/ 403860 w 685800"/>
                <a:gd name="connsiteY11" fmla="*/ 226695 h 600075"/>
                <a:gd name="connsiteX12" fmla="*/ 614363 w 685800"/>
                <a:gd name="connsiteY12" fmla="*/ 49530 h 600075"/>
                <a:gd name="connsiteX13" fmla="*/ 693420 w 685800"/>
                <a:gd name="connsiteY13" fmla="*/ 70485 h 600075"/>
                <a:gd name="connsiteX14" fmla="*/ 566738 w 685800"/>
                <a:gd name="connsiteY14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5800" h="600075">
                  <a:moveTo>
                    <a:pt x="566738" y="0"/>
                  </a:moveTo>
                  <a:cubicBezTo>
                    <a:pt x="468630" y="0"/>
                    <a:pt x="374332" y="79057"/>
                    <a:pt x="356235" y="177165"/>
                  </a:cubicBezTo>
                  <a:lnTo>
                    <a:pt x="295275" y="432435"/>
                  </a:lnTo>
                  <a:cubicBezTo>
                    <a:pt x="284797" y="489585"/>
                    <a:pt x="220980" y="532447"/>
                    <a:pt x="162877" y="532447"/>
                  </a:cubicBezTo>
                  <a:lnTo>
                    <a:pt x="35242" y="532447"/>
                  </a:lnTo>
                  <a:cubicBezTo>
                    <a:pt x="16192" y="532447"/>
                    <a:pt x="0" y="547688"/>
                    <a:pt x="0" y="566738"/>
                  </a:cubicBezTo>
                  <a:cubicBezTo>
                    <a:pt x="0" y="585788"/>
                    <a:pt x="15240" y="601027"/>
                    <a:pt x="35242" y="601027"/>
                  </a:cubicBezTo>
                  <a:lnTo>
                    <a:pt x="51435" y="601027"/>
                  </a:lnTo>
                  <a:cubicBezTo>
                    <a:pt x="57150" y="588645"/>
                    <a:pt x="69532" y="580072"/>
                    <a:pt x="83820" y="580072"/>
                  </a:cubicBezTo>
                  <a:lnTo>
                    <a:pt x="210502" y="580072"/>
                  </a:lnTo>
                  <a:cubicBezTo>
                    <a:pt x="269557" y="580072"/>
                    <a:pt x="332422" y="538163"/>
                    <a:pt x="342900" y="481013"/>
                  </a:cubicBezTo>
                  <a:lnTo>
                    <a:pt x="403860" y="226695"/>
                  </a:lnTo>
                  <a:cubicBezTo>
                    <a:pt x="421957" y="128588"/>
                    <a:pt x="516255" y="49530"/>
                    <a:pt x="614363" y="49530"/>
                  </a:cubicBezTo>
                  <a:cubicBezTo>
                    <a:pt x="643890" y="49530"/>
                    <a:pt x="670560" y="57150"/>
                    <a:pt x="693420" y="70485"/>
                  </a:cubicBezTo>
                  <a:cubicBezTo>
                    <a:pt x="669607" y="27622"/>
                    <a:pt x="623888" y="0"/>
                    <a:pt x="56673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D62BECD0-4FD1-402D-91B1-2B053C1F941D}"/>
                </a:ext>
              </a:extLst>
            </p:cNvPr>
            <p:cNvSpPr/>
            <p:nvPr/>
          </p:nvSpPr>
          <p:spPr>
            <a:xfrm>
              <a:off x="8668702" y="4361497"/>
              <a:ext cx="152400" cy="400050"/>
            </a:xfrm>
            <a:custGeom>
              <a:avLst/>
              <a:gdLst>
                <a:gd name="connsiteX0" fmla="*/ 0 w 152400"/>
                <a:gd name="connsiteY0" fmla="*/ 406718 h 400050"/>
                <a:gd name="connsiteX1" fmla="*/ 16193 w 152400"/>
                <a:gd name="connsiteY1" fmla="*/ 406718 h 400050"/>
                <a:gd name="connsiteX2" fmla="*/ 155258 w 152400"/>
                <a:gd name="connsiteY2" fmla="*/ 0 h 400050"/>
                <a:gd name="connsiteX3" fmla="*/ 140018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406718"/>
                  </a:moveTo>
                  <a:lnTo>
                    <a:pt x="16193" y="406718"/>
                  </a:lnTo>
                  <a:lnTo>
                    <a:pt x="155258" y="0"/>
                  </a:lnTo>
                  <a:lnTo>
                    <a:pt x="14001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65B8BF8D-E6F4-4432-B965-475B893C9580}"/>
                </a:ext>
              </a:extLst>
            </p:cNvPr>
            <p:cNvSpPr/>
            <p:nvPr/>
          </p:nvSpPr>
          <p:spPr>
            <a:xfrm>
              <a:off x="8904923" y="4361497"/>
              <a:ext cx="152400" cy="400050"/>
            </a:xfrm>
            <a:custGeom>
              <a:avLst/>
              <a:gdLst>
                <a:gd name="connsiteX0" fmla="*/ 0 w 152400"/>
                <a:gd name="connsiteY0" fmla="*/ 406718 h 400050"/>
                <a:gd name="connsiteX1" fmla="*/ 16192 w 152400"/>
                <a:gd name="connsiteY1" fmla="*/ 406718 h 400050"/>
                <a:gd name="connsiteX2" fmla="*/ 155257 w 152400"/>
                <a:gd name="connsiteY2" fmla="*/ 0 h 400050"/>
                <a:gd name="connsiteX3" fmla="*/ 140017 w 152400"/>
                <a:gd name="connsiteY3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" h="400050">
                  <a:moveTo>
                    <a:pt x="0" y="406718"/>
                  </a:moveTo>
                  <a:lnTo>
                    <a:pt x="16192" y="406718"/>
                  </a:lnTo>
                  <a:lnTo>
                    <a:pt x="155257" y="0"/>
                  </a:lnTo>
                  <a:lnTo>
                    <a:pt x="14001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B14C2373-1A9E-4FEB-8296-D01A9DF748A9}"/>
                </a:ext>
              </a:extLst>
            </p:cNvPr>
            <p:cNvSpPr/>
            <p:nvPr/>
          </p:nvSpPr>
          <p:spPr>
            <a:xfrm>
              <a:off x="7359015" y="3723735"/>
              <a:ext cx="28575" cy="19050"/>
            </a:xfrm>
            <a:custGeom>
              <a:avLst/>
              <a:gdLst>
                <a:gd name="connsiteX0" fmla="*/ 21908 w 28575"/>
                <a:gd name="connsiteY0" fmla="*/ 5303 h 19050"/>
                <a:gd name="connsiteX1" fmla="*/ 0 w 28575"/>
                <a:gd name="connsiteY1" fmla="*/ 11970 h 19050"/>
                <a:gd name="connsiteX2" fmla="*/ 16193 w 28575"/>
                <a:gd name="connsiteY2" fmla="*/ 19590 h 19050"/>
                <a:gd name="connsiteX3" fmla="*/ 35243 w 28575"/>
                <a:gd name="connsiteY3" fmla="*/ 2445 h 19050"/>
                <a:gd name="connsiteX4" fmla="*/ 21908 w 28575"/>
                <a:gd name="connsiteY4" fmla="*/ 5303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19050">
                  <a:moveTo>
                    <a:pt x="21908" y="5303"/>
                  </a:moveTo>
                  <a:cubicBezTo>
                    <a:pt x="15240" y="8160"/>
                    <a:pt x="7620" y="11018"/>
                    <a:pt x="0" y="11970"/>
                  </a:cubicBezTo>
                  <a:cubicBezTo>
                    <a:pt x="8573" y="11970"/>
                    <a:pt x="7620" y="17685"/>
                    <a:pt x="16193" y="19590"/>
                  </a:cubicBezTo>
                  <a:cubicBezTo>
                    <a:pt x="20003" y="19590"/>
                    <a:pt x="37148" y="6255"/>
                    <a:pt x="35243" y="2445"/>
                  </a:cubicBezTo>
                  <a:cubicBezTo>
                    <a:pt x="33338" y="-3270"/>
                    <a:pt x="28575" y="2445"/>
                    <a:pt x="21908" y="5303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A33F072-01AF-453D-A21F-4651F76F4481}"/>
                </a:ext>
              </a:extLst>
            </p:cNvPr>
            <p:cNvSpPr/>
            <p:nvPr/>
          </p:nvSpPr>
          <p:spPr>
            <a:xfrm>
              <a:off x="6967200" y="3379708"/>
              <a:ext cx="180975" cy="285750"/>
            </a:xfrm>
            <a:custGeom>
              <a:avLst/>
              <a:gdLst>
                <a:gd name="connsiteX0" fmla="*/ 93682 w 180975"/>
                <a:gd name="connsiteY0" fmla="*/ 714 h 285750"/>
                <a:gd name="connsiteX1" fmla="*/ 3195 w 180975"/>
                <a:gd name="connsiteY1" fmla="*/ 47387 h 285750"/>
                <a:gd name="connsiteX2" fmla="*/ 132735 w 180975"/>
                <a:gd name="connsiteY2" fmla="*/ 280749 h 285750"/>
                <a:gd name="connsiteX3" fmla="*/ 178455 w 180975"/>
                <a:gd name="connsiteY3" fmla="*/ 227410 h 285750"/>
                <a:gd name="connsiteX4" fmla="*/ 93682 w 180975"/>
                <a:gd name="connsiteY4" fmla="*/ 714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975" h="285750">
                  <a:moveTo>
                    <a:pt x="93682" y="714"/>
                  </a:moveTo>
                  <a:cubicBezTo>
                    <a:pt x="89872" y="-5953"/>
                    <a:pt x="12720" y="35957"/>
                    <a:pt x="3195" y="47387"/>
                  </a:cubicBezTo>
                  <a:cubicBezTo>
                    <a:pt x="-19665" y="74057"/>
                    <a:pt x="86062" y="232172"/>
                    <a:pt x="132735" y="280749"/>
                  </a:cubicBezTo>
                  <a:cubicBezTo>
                    <a:pt x="150832" y="299799"/>
                    <a:pt x="214650" y="300752"/>
                    <a:pt x="178455" y="227410"/>
                  </a:cubicBezTo>
                  <a:cubicBezTo>
                    <a:pt x="150832" y="168354"/>
                    <a:pt x="115590" y="36909"/>
                    <a:pt x="93682" y="714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0541E401-7181-4612-8CFE-2481AB8D2965}"/>
                </a:ext>
              </a:extLst>
            </p:cNvPr>
            <p:cNvSpPr/>
            <p:nvPr/>
          </p:nvSpPr>
          <p:spPr>
            <a:xfrm>
              <a:off x="7093265" y="3612531"/>
              <a:ext cx="266700" cy="161925"/>
            </a:xfrm>
            <a:custGeom>
              <a:avLst/>
              <a:gdLst>
                <a:gd name="connsiteX0" fmla="*/ 35245 w 266700"/>
                <a:gd name="connsiteY0" fmla="*/ 301 h 161925"/>
                <a:gd name="connsiteX1" fmla="*/ 3 w 266700"/>
                <a:gd name="connsiteY1" fmla="*/ 33639 h 161925"/>
                <a:gd name="connsiteX2" fmla="*/ 254321 w 266700"/>
                <a:gd name="connsiteY2" fmla="*/ 166989 h 161925"/>
                <a:gd name="connsiteX3" fmla="*/ 270513 w 266700"/>
                <a:gd name="connsiteY3" fmla="*/ 133651 h 161925"/>
                <a:gd name="connsiteX4" fmla="*/ 43818 w 266700"/>
                <a:gd name="connsiteY4" fmla="*/ 1254 h 161925"/>
                <a:gd name="connsiteX5" fmla="*/ 35245 w 266700"/>
                <a:gd name="connsiteY5" fmla="*/ 301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6700" h="161925">
                  <a:moveTo>
                    <a:pt x="35245" y="301"/>
                  </a:moveTo>
                  <a:cubicBezTo>
                    <a:pt x="20958" y="-1604"/>
                    <a:pt x="3" y="5064"/>
                    <a:pt x="3" y="33639"/>
                  </a:cubicBezTo>
                  <a:cubicBezTo>
                    <a:pt x="-950" y="65071"/>
                    <a:pt x="228603" y="170799"/>
                    <a:pt x="254321" y="166989"/>
                  </a:cubicBezTo>
                  <a:cubicBezTo>
                    <a:pt x="256225" y="157464"/>
                    <a:pt x="263846" y="147939"/>
                    <a:pt x="270513" y="133651"/>
                  </a:cubicBezTo>
                  <a:cubicBezTo>
                    <a:pt x="224793" y="120316"/>
                    <a:pt x="84775" y="21256"/>
                    <a:pt x="43818" y="1254"/>
                  </a:cubicBezTo>
                  <a:cubicBezTo>
                    <a:pt x="40960" y="2206"/>
                    <a:pt x="38103" y="1254"/>
                    <a:pt x="35245" y="301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55013757-DE38-4364-804B-57F3EB6C46C9}"/>
                </a:ext>
              </a:extLst>
            </p:cNvPr>
            <p:cNvSpPr/>
            <p:nvPr/>
          </p:nvSpPr>
          <p:spPr>
            <a:xfrm>
              <a:off x="6940159" y="3363121"/>
              <a:ext cx="400050" cy="419100"/>
            </a:xfrm>
            <a:custGeom>
              <a:avLst/>
              <a:gdLst>
                <a:gd name="connsiteX0" fmla="*/ 210258 w 400050"/>
                <a:gd name="connsiteY0" fmla="*/ 252569 h 419100"/>
                <a:gd name="connsiteX1" fmla="*/ 129296 w 400050"/>
                <a:gd name="connsiteY1" fmla="*/ 156 h 419100"/>
                <a:gd name="connsiteX2" fmla="*/ 4518 w 400050"/>
                <a:gd name="connsiteY2" fmla="*/ 46829 h 419100"/>
                <a:gd name="connsiteX3" fmla="*/ 142631 w 400050"/>
                <a:gd name="connsiteY3" fmla="*/ 299241 h 419100"/>
                <a:gd name="connsiteX4" fmla="*/ 387423 w 400050"/>
                <a:gd name="connsiteY4" fmla="*/ 424971 h 419100"/>
                <a:gd name="connsiteX5" fmla="*/ 408378 w 400050"/>
                <a:gd name="connsiteY5" fmla="*/ 372584 h 419100"/>
                <a:gd name="connsiteX6" fmla="*/ 271218 w 400050"/>
                <a:gd name="connsiteY6" fmla="*/ 291621 h 419100"/>
                <a:gd name="connsiteX7" fmla="*/ 210258 w 400050"/>
                <a:gd name="connsiteY7" fmla="*/ 252569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0050" h="419100">
                  <a:moveTo>
                    <a:pt x="210258" y="252569"/>
                  </a:moveTo>
                  <a:cubicBezTo>
                    <a:pt x="208353" y="247806"/>
                    <a:pt x="139773" y="18254"/>
                    <a:pt x="129296" y="156"/>
                  </a:cubicBezTo>
                  <a:cubicBezTo>
                    <a:pt x="127391" y="-2701"/>
                    <a:pt x="14996" y="34446"/>
                    <a:pt x="4518" y="46829"/>
                  </a:cubicBezTo>
                  <a:cubicBezTo>
                    <a:pt x="-25962" y="82071"/>
                    <a:pt x="106435" y="260189"/>
                    <a:pt x="142631" y="299241"/>
                  </a:cubicBezTo>
                  <a:cubicBezTo>
                    <a:pt x="177873" y="338294"/>
                    <a:pt x="322653" y="404016"/>
                    <a:pt x="387423" y="424971"/>
                  </a:cubicBezTo>
                  <a:lnTo>
                    <a:pt x="408378" y="372584"/>
                  </a:lnTo>
                  <a:cubicBezTo>
                    <a:pt x="382660" y="364964"/>
                    <a:pt x="320748" y="324006"/>
                    <a:pt x="271218" y="291621"/>
                  </a:cubicBezTo>
                  <a:cubicBezTo>
                    <a:pt x="248358" y="276381"/>
                    <a:pt x="227403" y="262094"/>
                    <a:pt x="210258" y="25256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2AB70E0D-0805-4A43-AD06-48117E521BCE}"/>
                </a:ext>
              </a:extLst>
            </p:cNvPr>
            <p:cNvSpPr/>
            <p:nvPr/>
          </p:nvSpPr>
          <p:spPr>
            <a:xfrm>
              <a:off x="6822111" y="4128135"/>
              <a:ext cx="114300" cy="590550"/>
            </a:xfrm>
            <a:custGeom>
              <a:avLst/>
              <a:gdLst>
                <a:gd name="connsiteX0" fmla="*/ 646 w 114300"/>
                <a:gd name="connsiteY0" fmla="*/ 0 h 590550"/>
                <a:gd name="connsiteX1" fmla="*/ 11124 w 114300"/>
                <a:gd name="connsiteY1" fmla="*/ 594360 h 590550"/>
                <a:gd name="connsiteX2" fmla="*/ 47319 w 114300"/>
                <a:gd name="connsiteY2" fmla="*/ 588645 h 590550"/>
                <a:gd name="connsiteX3" fmla="*/ 114946 w 114300"/>
                <a:gd name="connsiteY3" fmla="*/ 24765 h 590550"/>
                <a:gd name="connsiteX4" fmla="*/ 646 w 114300"/>
                <a:gd name="connsiteY4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590550">
                  <a:moveTo>
                    <a:pt x="646" y="0"/>
                  </a:moveTo>
                  <a:cubicBezTo>
                    <a:pt x="-3164" y="25718"/>
                    <a:pt x="11124" y="594360"/>
                    <a:pt x="11124" y="594360"/>
                  </a:cubicBezTo>
                  <a:cubicBezTo>
                    <a:pt x="11124" y="595313"/>
                    <a:pt x="33031" y="599122"/>
                    <a:pt x="47319" y="588645"/>
                  </a:cubicBezTo>
                  <a:cubicBezTo>
                    <a:pt x="47319" y="588645"/>
                    <a:pt x="113041" y="36195"/>
                    <a:pt x="114946" y="24765"/>
                  </a:cubicBezTo>
                  <a:cubicBezTo>
                    <a:pt x="105421" y="33338"/>
                    <a:pt x="14933" y="11430"/>
                    <a:pt x="646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F91B779E-9B70-4114-B140-5F08ED442F23}"/>
                </a:ext>
              </a:extLst>
            </p:cNvPr>
            <p:cNvSpPr/>
            <p:nvPr/>
          </p:nvSpPr>
          <p:spPr>
            <a:xfrm>
              <a:off x="6832071" y="4699635"/>
              <a:ext cx="95250" cy="66675"/>
            </a:xfrm>
            <a:custGeom>
              <a:avLst/>
              <a:gdLst>
                <a:gd name="connsiteX0" fmla="*/ 44979 w 95250"/>
                <a:gd name="connsiteY0" fmla="*/ 16193 h 66675"/>
                <a:gd name="connsiteX1" fmla="*/ 34502 w 95250"/>
                <a:gd name="connsiteY1" fmla="*/ 0 h 66675"/>
                <a:gd name="connsiteX2" fmla="*/ 4022 w 95250"/>
                <a:gd name="connsiteY2" fmla="*/ 14288 h 66675"/>
                <a:gd name="connsiteX3" fmla="*/ 2117 w 95250"/>
                <a:gd name="connsiteY3" fmla="*/ 26670 h 66675"/>
                <a:gd name="connsiteX4" fmla="*/ 2117 w 95250"/>
                <a:gd name="connsiteY4" fmla="*/ 46672 h 66675"/>
                <a:gd name="connsiteX5" fmla="*/ 32597 w 95250"/>
                <a:gd name="connsiteY5" fmla="*/ 64770 h 66675"/>
                <a:gd name="connsiteX6" fmla="*/ 67839 w 95250"/>
                <a:gd name="connsiteY6" fmla="*/ 71438 h 66675"/>
                <a:gd name="connsiteX7" fmla="*/ 101177 w 95250"/>
                <a:gd name="connsiteY7" fmla="*/ 57150 h 66675"/>
                <a:gd name="connsiteX8" fmla="*/ 44979 w 95250"/>
                <a:gd name="connsiteY8" fmla="*/ 1619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250" h="66675">
                  <a:moveTo>
                    <a:pt x="44979" y="16193"/>
                  </a:moveTo>
                  <a:cubicBezTo>
                    <a:pt x="40217" y="9525"/>
                    <a:pt x="34502" y="0"/>
                    <a:pt x="34502" y="0"/>
                  </a:cubicBezTo>
                  <a:lnTo>
                    <a:pt x="4022" y="14288"/>
                  </a:lnTo>
                  <a:cubicBezTo>
                    <a:pt x="4022" y="14288"/>
                    <a:pt x="1164" y="17145"/>
                    <a:pt x="2117" y="26670"/>
                  </a:cubicBezTo>
                  <a:cubicBezTo>
                    <a:pt x="2117" y="26670"/>
                    <a:pt x="-2646" y="37147"/>
                    <a:pt x="2117" y="46672"/>
                  </a:cubicBezTo>
                  <a:cubicBezTo>
                    <a:pt x="4974" y="52388"/>
                    <a:pt x="24024" y="60960"/>
                    <a:pt x="32597" y="64770"/>
                  </a:cubicBezTo>
                  <a:cubicBezTo>
                    <a:pt x="41169" y="68580"/>
                    <a:pt x="52599" y="71438"/>
                    <a:pt x="67839" y="71438"/>
                  </a:cubicBezTo>
                  <a:cubicBezTo>
                    <a:pt x="82127" y="71438"/>
                    <a:pt x="101177" y="65722"/>
                    <a:pt x="101177" y="57150"/>
                  </a:cubicBezTo>
                  <a:cubicBezTo>
                    <a:pt x="102129" y="40958"/>
                    <a:pt x="54504" y="29528"/>
                    <a:pt x="44979" y="16193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125D2BCF-1028-4186-BCCA-2442068C4405}"/>
                </a:ext>
              </a:extLst>
            </p:cNvPr>
            <p:cNvSpPr/>
            <p:nvPr/>
          </p:nvSpPr>
          <p:spPr>
            <a:xfrm>
              <a:off x="6940520" y="4666297"/>
              <a:ext cx="66675" cy="95250"/>
            </a:xfrm>
            <a:custGeom>
              <a:avLst/>
              <a:gdLst>
                <a:gd name="connsiteX0" fmla="*/ 55593 w 66675"/>
                <a:gd name="connsiteY0" fmla="*/ 8572 h 95250"/>
                <a:gd name="connsiteX1" fmla="*/ 46068 w 66675"/>
                <a:gd name="connsiteY1" fmla="*/ 0 h 95250"/>
                <a:gd name="connsiteX2" fmla="*/ 13683 w 66675"/>
                <a:gd name="connsiteY2" fmla="*/ 9525 h 95250"/>
                <a:gd name="connsiteX3" fmla="*/ 16540 w 66675"/>
                <a:gd name="connsiteY3" fmla="*/ 28575 h 95250"/>
                <a:gd name="connsiteX4" fmla="*/ 3205 w 66675"/>
                <a:gd name="connsiteY4" fmla="*/ 96203 h 95250"/>
                <a:gd name="connsiteX5" fmla="*/ 37495 w 66675"/>
                <a:gd name="connsiteY5" fmla="*/ 84772 h 95250"/>
                <a:gd name="connsiteX6" fmla="*/ 58450 w 66675"/>
                <a:gd name="connsiteY6" fmla="*/ 56197 h 95250"/>
                <a:gd name="connsiteX7" fmla="*/ 68927 w 66675"/>
                <a:gd name="connsiteY7" fmla="*/ 22860 h 95250"/>
                <a:gd name="connsiteX8" fmla="*/ 55593 w 66675"/>
                <a:gd name="connsiteY8" fmla="*/ 857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75" h="95250">
                  <a:moveTo>
                    <a:pt x="55593" y="8572"/>
                  </a:moveTo>
                  <a:cubicBezTo>
                    <a:pt x="49877" y="953"/>
                    <a:pt x="46068" y="0"/>
                    <a:pt x="46068" y="0"/>
                  </a:cubicBezTo>
                  <a:lnTo>
                    <a:pt x="13683" y="9525"/>
                  </a:lnTo>
                  <a:cubicBezTo>
                    <a:pt x="13683" y="9525"/>
                    <a:pt x="16540" y="20955"/>
                    <a:pt x="16540" y="28575"/>
                  </a:cubicBezTo>
                  <a:cubicBezTo>
                    <a:pt x="18445" y="43815"/>
                    <a:pt x="-9177" y="84772"/>
                    <a:pt x="3205" y="96203"/>
                  </a:cubicBezTo>
                  <a:cubicBezTo>
                    <a:pt x="8920" y="101918"/>
                    <a:pt x="27018" y="94297"/>
                    <a:pt x="37495" y="84772"/>
                  </a:cubicBezTo>
                  <a:cubicBezTo>
                    <a:pt x="47973" y="74295"/>
                    <a:pt x="56545" y="64770"/>
                    <a:pt x="58450" y="56197"/>
                  </a:cubicBezTo>
                  <a:cubicBezTo>
                    <a:pt x="61308" y="44768"/>
                    <a:pt x="70833" y="28575"/>
                    <a:pt x="68927" y="22860"/>
                  </a:cubicBezTo>
                  <a:cubicBezTo>
                    <a:pt x="66070" y="12383"/>
                    <a:pt x="55593" y="8572"/>
                    <a:pt x="55593" y="8572"/>
                  </a:cubicBezTo>
                  <a:close/>
                </a:path>
              </a:pathLst>
            </a:custGeom>
            <a:solidFill>
              <a:srgbClr val="8EDE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6DE9321D-E923-4545-84E4-7308BDF62CA4}"/>
                </a:ext>
              </a:extLst>
            </p:cNvPr>
            <p:cNvSpPr/>
            <p:nvPr/>
          </p:nvSpPr>
          <p:spPr>
            <a:xfrm>
              <a:off x="6952297" y="4662488"/>
              <a:ext cx="38100" cy="28575"/>
            </a:xfrm>
            <a:custGeom>
              <a:avLst/>
              <a:gdLst>
                <a:gd name="connsiteX0" fmla="*/ 0 w 38100"/>
                <a:gd name="connsiteY0" fmla="*/ 13335 h 28575"/>
                <a:gd name="connsiteX1" fmla="*/ 4763 w 38100"/>
                <a:gd name="connsiteY1" fmla="*/ 33338 h 28575"/>
                <a:gd name="connsiteX2" fmla="*/ 28575 w 38100"/>
                <a:gd name="connsiteY2" fmla="*/ 32385 h 28575"/>
                <a:gd name="connsiteX3" fmla="*/ 43815 w 38100"/>
                <a:gd name="connsiteY3" fmla="*/ 12382 h 28575"/>
                <a:gd name="connsiteX4" fmla="*/ 34290 w 38100"/>
                <a:gd name="connsiteY4" fmla="*/ 0 h 28575"/>
                <a:gd name="connsiteX5" fmla="*/ 0 w 38100"/>
                <a:gd name="connsiteY5" fmla="*/ 1333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0" h="28575">
                  <a:moveTo>
                    <a:pt x="0" y="13335"/>
                  </a:moveTo>
                  <a:cubicBezTo>
                    <a:pt x="0" y="13335"/>
                    <a:pt x="3810" y="20955"/>
                    <a:pt x="4763" y="33338"/>
                  </a:cubicBezTo>
                  <a:cubicBezTo>
                    <a:pt x="4763" y="33338"/>
                    <a:pt x="16193" y="36195"/>
                    <a:pt x="28575" y="32385"/>
                  </a:cubicBezTo>
                  <a:cubicBezTo>
                    <a:pt x="35243" y="30480"/>
                    <a:pt x="43815" y="12382"/>
                    <a:pt x="43815" y="12382"/>
                  </a:cubicBezTo>
                  <a:cubicBezTo>
                    <a:pt x="38100" y="4763"/>
                    <a:pt x="34290" y="0"/>
                    <a:pt x="34290" y="0"/>
                  </a:cubicBezTo>
                  <a:lnTo>
                    <a:pt x="0" y="13335"/>
                  </a:ln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6FEFE6B3-7A29-4404-AB9E-27CECD026045}"/>
                </a:ext>
              </a:extLst>
            </p:cNvPr>
            <p:cNvSpPr/>
            <p:nvPr/>
          </p:nvSpPr>
          <p:spPr>
            <a:xfrm>
              <a:off x="6664540" y="3772853"/>
              <a:ext cx="323850" cy="904875"/>
            </a:xfrm>
            <a:custGeom>
              <a:avLst/>
              <a:gdLst>
                <a:gd name="connsiteX0" fmla="*/ 188698 w 323850"/>
                <a:gd name="connsiteY0" fmla="*/ 5715 h 904875"/>
                <a:gd name="connsiteX1" fmla="*/ 103 w 323850"/>
                <a:gd name="connsiteY1" fmla="*/ 0 h 904875"/>
                <a:gd name="connsiteX2" fmla="*/ 52491 w 323850"/>
                <a:gd name="connsiteY2" fmla="*/ 525780 h 904875"/>
                <a:gd name="connsiteX3" fmla="*/ 289663 w 323850"/>
                <a:gd name="connsiteY3" fmla="*/ 910590 h 904875"/>
                <a:gd name="connsiteX4" fmla="*/ 328716 w 323850"/>
                <a:gd name="connsiteY4" fmla="*/ 898207 h 904875"/>
                <a:gd name="connsiteX5" fmla="*/ 181078 w 323850"/>
                <a:gd name="connsiteY5" fmla="*/ 520065 h 904875"/>
                <a:gd name="connsiteX6" fmla="*/ 188698 w 323850"/>
                <a:gd name="connsiteY6" fmla="*/ 5715 h 90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850" h="904875">
                  <a:moveTo>
                    <a:pt x="188698" y="5715"/>
                  </a:moveTo>
                  <a:cubicBezTo>
                    <a:pt x="117260" y="14288"/>
                    <a:pt x="23916" y="9525"/>
                    <a:pt x="103" y="0"/>
                  </a:cubicBezTo>
                  <a:cubicBezTo>
                    <a:pt x="-1802" y="20003"/>
                    <a:pt x="22963" y="277178"/>
                    <a:pt x="52491" y="525780"/>
                  </a:cubicBezTo>
                  <a:cubicBezTo>
                    <a:pt x="66778" y="644842"/>
                    <a:pt x="289663" y="910590"/>
                    <a:pt x="289663" y="910590"/>
                  </a:cubicBezTo>
                  <a:cubicBezTo>
                    <a:pt x="289663" y="912495"/>
                    <a:pt x="315380" y="915353"/>
                    <a:pt x="328716" y="898207"/>
                  </a:cubicBezTo>
                  <a:cubicBezTo>
                    <a:pt x="328716" y="898207"/>
                    <a:pt x="177268" y="596265"/>
                    <a:pt x="181078" y="520065"/>
                  </a:cubicBezTo>
                  <a:cubicBezTo>
                    <a:pt x="190603" y="348615"/>
                    <a:pt x="209653" y="130492"/>
                    <a:pt x="188698" y="5715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E0F4E1A-3672-46E0-9D3E-0AEE40BBE612}"/>
                </a:ext>
              </a:extLst>
            </p:cNvPr>
            <p:cNvSpPr/>
            <p:nvPr/>
          </p:nvSpPr>
          <p:spPr>
            <a:xfrm>
              <a:off x="6833235" y="4698682"/>
              <a:ext cx="38100" cy="28575"/>
            </a:xfrm>
            <a:custGeom>
              <a:avLst/>
              <a:gdLst>
                <a:gd name="connsiteX0" fmla="*/ 0 w 38100"/>
                <a:gd name="connsiteY0" fmla="*/ 12383 h 28575"/>
                <a:gd name="connsiteX1" fmla="*/ 953 w 38100"/>
                <a:gd name="connsiteY1" fmla="*/ 28575 h 28575"/>
                <a:gd name="connsiteX2" fmla="*/ 25718 w 38100"/>
                <a:gd name="connsiteY2" fmla="*/ 33338 h 28575"/>
                <a:gd name="connsiteX3" fmla="*/ 43815 w 38100"/>
                <a:gd name="connsiteY3" fmla="*/ 18098 h 28575"/>
                <a:gd name="connsiteX4" fmla="*/ 34290 w 38100"/>
                <a:gd name="connsiteY4" fmla="*/ 0 h 28575"/>
                <a:gd name="connsiteX5" fmla="*/ 0 w 38100"/>
                <a:gd name="connsiteY5" fmla="*/ 12383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0" h="28575">
                  <a:moveTo>
                    <a:pt x="0" y="12383"/>
                  </a:moveTo>
                  <a:cubicBezTo>
                    <a:pt x="0" y="12383"/>
                    <a:pt x="0" y="19050"/>
                    <a:pt x="953" y="28575"/>
                  </a:cubicBezTo>
                  <a:cubicBezTo>
                    <a:pt x="953" y="28575"/>
                    <a:pt x="19050" y="36195"/>
                    <a:pt x="25718" y="33338"/>
                  </a:cubicBezTo>
                  <a:cubicBezTo>
                    <a:pt x="37147" y="27623"/>
                    <a:pt x="43815" y="18098"/>
                    <a:pt x="43815" y="18098"/>
                  </a:cubicBezTo>
                  <a:cubicBezTo>
                    <a:pt x="37147" y="8573"/>
                    <a:pt x="34290" y="0"/>
                    <a:pt x="34290" y="0"/>
                  </a:cubicBezTo>
                  <a:lnTo>
                    <a:pt x="0" y="12383"/>
                  </a:ln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1039B315-5B7E-4A7B-9607-8F4F8682DE50}"/>
                </a:ext>
              </a:extLst>
            </p:cNvPr>
            <p:cNvSpPr/>
            <p:nvPr/>
          </p:nvSpPr>
          <p:spPr>
            <a:xfrm>
              <a:off x="6808535" y="3736657"/>
              <a:ext cx="209550" cy="971550"/>
            </a:xfrm>
            <a:custGeom>
              <a:avLst/>
              <a:gdLst>
                <a:gd name="connsiteX0" fmla="*/ 13270 w 209550"/>
                <a:gd name="connsiteY0" fmla="*/ 2858 h 971550"/>
                <a:gd name="connsiteX1" fmla="*/ 4698 w 209550"/>
                <a:gd name="connsiteY1" fmla="*/ 544830 h 971550"/>
                <a:gd name="connsiteX2" fmla="*/ 21843 w 209550"/>
                <a:gd name="connsiteY2" fmla="*/ 967740 h 971550"/>
                <a:gd name="connsiteX3" fmla="*/ 65658 w 209550"/>
                <a:gd name="connsiteY3" fmla="*/ 969645 h 971550"/>
                <a:gd name="connsiteX4" fmla="*/ 212343 w 209550"/>
                <a:gd name="connsiteY4" fmla="*/ 0 h 971550"/>
                <a:gd name="connsiteX5" fmla="*/ 13270 w 209550"/>
                <a:gd name="connsiteY5" fmla="*/ 2858 h 97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9550" h="971550">
                  <a:moveTo>
                    <a:pt x="13270" y="2858"/>
                  </a:moveTo>
                  <a:cubicBezTo>
                    <a:pt x="13270" y="2858"/>
                    <a:pt x="-9590" y="367665"/>
                    <a:pt x="4698" y="544830"/>
                  </a:cubicBezTo>
                  <a:cubicBezTo>
                    <a:pt x="20890" y="750570"/>
                    <a:pt x="21843" y="967740"/>
                    <a:pt x="21843" y="967740"/>
                  </a:cubicBezTo>
                  <a:cubicBezTo>
                    <a:pt x="35178" y="984885"/>
                    <a:pt x="64705" y="970598"/>
                    <a:pt x="65658" y="969645"/>
                  </a:cubicBezTo>
                  <a:cubicBezTo>
                    <a:pt x="65658" y="969645"/>
                    <a:pt x="215200" y="38100"/>
                    <a:pt x="212343" y="0"/>
                  </a:cubicBezTo>
                  <a:cubicBezTo>
                    <a:pt x="188530" y="8573"/>
                    <a:pt x="84708" y="12383"/>
                    <a:pt x="13270" y="2858"/>
                  </a:cubicBezTo>
                  <a:close/>
                </a:path>
              </a:pathLst>
            </a:custGeom>
            <a:solidFill>
              <a:srgbClr val="121F5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853DF063-0BC3-4885-900F-A588EB79F96C}"/>
                </a:ext>
              </a:extLst>
            </p:cNvPr>
            <p:cNvSpPr/>
            <p:nvPr/>
          </p:nvSpPr>
          <p:spPr>
            <a:xfrm>
              <a:off x="6662186" y="3688080"/>
              <a:ext cx="381000" cy="190500"/>
            </a:xfrm>
            <a:custGeom>
              <a:avLst/>
              <a:gdLst>
                <a:gd name="connsiteX0" fmla="*/ 24364 w 381000"/>
                <a:gd name="connsiteY0" fmla="*/ 0 h 190500"/>
                <a:gd name="connsiteX1" fmla="*/ 3409 w 381000"/>
                <a:gd name="connsiteY1" fmla="*/ 140017 h 190500"/>
                <a:gd name="connsiteX2" fmla="*/ 146284 w 381000"/>
                <a:gd name="connsiteY2" fmla="*/ 181927 h 190500"/>
                <a:gd name="connsiteX3" fmla="*/ 174859 w 381000"/>
                <a:gd name="connsiteY3" fmla="*/ 119063 h 190500"/>
                <a:gd name="connsiteX4" fmla="*/ 210102 w 381000"/>
                <a:gd name="connsiteY4" fmla="*/ 189547 h 190500"/>
                <a:gd name="connsiteX5" fmla="*/ 388219 w 381000"/>
                <a:gd name="connsiteY5" fmla="*/ 175260 h 190500"/>
                <a:gd name="connsiteX6" fmla="*/ 373932 w 381000"/>
                <a:gd name="connsiteY6" fmla="*/ 74295 h 190500"/>
                <a:gd name="connsiteX7" fmla="*/ 24364 w 381000"/>
                <a:gd name="connsiteY7" fmla="*/ 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1000" h="190500">
                  <a:moveTo>
                    <a:pt x="24364" y="0"/>
                  </a:moveTo>
                  <a:cubicBezTo>
                    <a:pt x="24364" y="0"/>
                    <a:pt x="-10878" y="83820"/>
                    <a:pt x="3409" y="140017"/>
                  </a:cubicBezTo>
                  <a:cubicBezTo>
                    <a:pt x="3409" y="140017"/>
                    <a:pt x="68179" y="174307"/>
                    <a:pt x="146284" y="181927"/>
                  </a:cubicBezTo>
                  <a:lnTo>
                    <a:pt x="174859" y="119063"/>
                  </a:lnTo>
                  <a:cubicBezTo>
                    <a:pt x="174859" y="119063"/>
                    <a:pt x="198672" y="187642"/>
                    <a:pt x="210102" y="189547"/>
                  </a:cubicBezTo>
                  <a:cubicBezTo>
                    <a:pt x="274872" y="198120"/>
                    <a:pt x="341547" y="197167"/>
                    <a:pt x="388219" y="175260"/>
                  </a:cubicBezTo>
                  <a:lnTo>
                    <a:pt x="373932" y="74295"/>
                  </a:lnTo>
                  <a:lnTo>
                    <a:pt x="24364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067CAD70-AB49-444C-9B37-58DB6B7F4D31}"/>
                </a:ext>
              </a:extLst>
            </p:cNvPr>
            <p:cNvSpPr/>
            <p:nvPr/>
          </p:nvSpPr>
          <p:spPr>
            <a:xfrm>
              <a:off x="6913245" y="3200400"/>
              <a:ext cx="85725" cy="114300"/>
            </a:xfrm>
            <a:custGeom>
              <a:avLst/>
              <a:gdLst>
                <a:gd name="connsiteX0" fmla="*/ 20955 w 85725"/>
                <a:gd name="connsiteY0" fmla="*/ 0 h 114300"/>
                <a:gd name="connsiteX1" fmla="*/ 0 w 85725"/>
                <a:gd name="connsiteY1" fmla="*/ 83820 h 114300"/>
                <a:gd name="connsiteX2" fmla="*/ 78105 w 85725"/>
                <a:gd name="connsiteY2" fmla="*/ 109538 h 114300"/>
                <a:gd name="connsiteX3" fmla="*/ 88583 w 85725"/>
                <a:gd name="connsiteY3" fmla="*/ 40005 h 114300"/>
                <a:gd name="connsiteX4" fmla="*/ 20955 w 85725"/>
                <a:gd name="connsiteY4" fmla="*/ 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114300">
                  <a:moveTo>
                    <a:pt x="20955" y="0"/>
                  </a:moveTo>
                  <a:cubicBezTo>
                    <a:pt x="20955" y="20003"/>
                    <a:pt x="7620" y="74295"/>
                    <a:pt x="0" y="83820"/>
                  </a:cubicBezTo>
                  <a:cubicBezTo>
                    <a:pt x="11430" y="121920"/>
                    <a:pt x="70485" y="130492"/>
                    <a:pt x="78105" y="109538"/>
                  </a:cubicBezTo>
                  <a:cubicBezTo>
                    <a:pt x="71438" y="84772"/>
                    <a:pt x="87630" y="43815"/>
                    <a:pt x="88583" y="40005"/>
                  </a:cubicBezTo>
                  <a:cubicBezTo>
                    <a:pt x="73343" y="40005"/>
                    <a:pt x="25718" y="3810"/>
                    <a:pt x="20955" y="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2CD622D6-0DCA-4F11-81C0-31CD0C881D5C}"/>
                </a:ext>
              </a:extLst>
            </p:cNvPr>
            <p:cNvSpPr/>
            <p:nvPr/>
          </p:nvSpPr>
          <p:spPr>
            <a:xfrm>
              <a:off x="6676446" y="3284220"/>
              <a:ext cx="400050" cy="504825"/>
            </a:xfrm>
            <a:custGeom>
              <a:avLst/>
              <a:gdLst>
                <a:gd name="connsiteX0" fmla="*/ 373007 w 400050"/>
                <a:gd name="connsiteY0" fmla="*/ 55245 h 504825"/>
                <a:gd name="connsiteX1" fmla="*/ 314904 w 400050"/>
                <a:gd name="connsiteY1" fmla="*/ 25717 h 504825"/>
                <a:gd name="connsiteX2" fmla="*/ 286329 w 400050"/>
                <a:gd name="connsiteY2" fmla="*/ 36195 h 504825"/>
                <a:gd name="connsiteX3" fmla="*/ 237752 w 400050"/>
                <a:gd name="connsiteY3" fmla="*/ 0 h 504825"/>
                <a:gd name="connsiteX4" fmla="*/ 175839 w 400050"/>
                <a:gd name="connsiteY4" fmla="*/ 7620 h 504825"/>
                <a:gd name="connsiteX5" fmla="*/ 86304 w 400050"/>
                <a:gd name="connsiteY5" fmla="*/ 87630 h 504825"/>
                <a:gd name="connsiteX6" fmla="*/ 579 w 400050"/>
                <a:gd name="connsiteY6" fmla="*/ 416242 h 504825"/>
                <a:gd name="connsiteX7" fmla="*/ 8199 w 400050"/>
                <a:gd name="connsiteY7" fmla="*/ 439102 h 504825"/>
                <a:gd name="connsiteX8" fmla="*/ 358719 w 400050"/>
                <a:gd name="connsiteY8" fmla="*/ 503873 h 504825"/>
                <a:gd name="connsiteX9" fmla="*/ 401582 w 400050"/>
                <a:gd name="connsiteY9" fmla="*/ 148590 h 504825"/>
                <a:gd name="connsiteX10" fmla="*/ 373007 w 400050"/>
                <a:gd name="connsiteY10" fmla="*/ 55245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0050" h="504825">
                  <a:moveTo>
                    <a:pt x="373007" y="55245"/>
                  </a:moveTo>
                  <a:cubicBezTo>
                    <a:pt x="364435" y="48577"/>
                    <a:pt x="314904" y="25717"/>
                    <a:pt x="314904" y="25717"/>
                  </a:cubicBezTo>
                  <a:cubicBezTo>
                    <a:pt x="314904" y="25717"/>
                    <a:pt x="300617" y="40005"/>
                    <a:pt x="286329" y="36195"/>
                  </a:cubicBezTo>
                  <a:cubicBezTo>
                    <a:pt x="265374" y="31433"/>
                    <a:pt x="237752" y="0"/>
                    <a:pt x="237752" y="0"/>
                  </a:cubicBezTo>
                  <a:cubicBezTo>
                    <a:pt x="237752" y="0"/>
                    <a:pt x="191079" y="5715"/>
                    <a:pt x="175839" y="7620"/>
                  </a:cubicBezTo>
                  <a:cubicBezTo>
                    <a:pt x="129167" y="12383"/>
                    <a:pt x="102497" y="50483"/>
                    <a:pt x="86304" y="87630"/>
                  </a:cubicBezTo>
                  <a:cubicBezTo>
                    <a:pt x="50110" y="170497"/>
                    <a:pt x="11057" y="363855"/>
                    <a:pt x="579" y="416242"/>
                  </a:cubicBezTo>
                  <a:cubicBezTo>
                    <a:pt x="-1326" y="424815"/>
                    <a:pt x="1532" y="433387"/>
                    <a:pt x="8199" y="439102"/>
                  </a:cubicBezTo>
                  <a:cubicBezTo>
                    <a:pt x="89162" y="504825"/>
                    <a:pt x="316810" y="517208"/>
                    <a:pt x="358719" y="503873"/>
                  </a:cubicBezTo>
                  <a:cubicBezTo>
                    <a:pt x="391104" y="493395"/>
                    <a:pt x="369197" y="249555"/>
                    <a:pt x="401582" y="148590"/>
                  </a:cubicBezTo>
                  <a:cubicBezTo>
                    <a:pt x="409202" y="119063"/>
                    <a:pt x="406344" y="81915"/>
                    <a:pt x="373007" y="5524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B7158625-1C28-42D7-9462-DAD326EDCF73}"/>
                </a:ext>
              </a:extLst>
            </p:cNvPr>
            <p:cNvSpPr/>
            <p:nvPr/>
          </p:nvSpPr>
          <p:spPr>
            <a:xfrm>
              <a:off x="6279120" y="3102619"/>
              <a:ext cx="66675" cy="85725"/>
            </a:xfrm>
            <a:custGeom>
              <a:avLst/>
              <a:gdLst>
                <a:gd name="connsiteX0" fmla="*/ 34050 w 66675"/>
                <a:gd name="connsiteY0" fmla="*/ 13961 h 85725"/>
                <a:gd name="connsiteX1" fmla="*/ 17858 w 66675"/>
                <a:gd name="connsiteY1" fmla="*/ 626 h 85725"/>
                <a:gd name="connsiteX2" fmla="*/ 5475 w 66675"/>
                <a:gd name="connsiteY2" fmla="*/ 1578 h 85725"/>
                <a:gd name="connsiteX3" fmla="*/ 2618 w 66675"/>
                <a:gd name="connsiteY3" fmla="*/ 8246 h 85725"/>
                <a:gd name="connsiteX4" fmla="*/ 3571 w 66675"/>
                <a:gd name="connsiteY4" fmla="*/ 21581 h 85725"/>
                <a:gd name="connsiteX5" fmla="*/ 12143 w 66675"/>
                <a:gd name="connsiteY5" fmla="*/ 41583 h 85725"/>
                <a:gd name="connsiteX6" fmla="*/ 52148 w 66675"/>
                <a:gd name="connsiteY6" fmla="*/ 90161 h 85725"/>
                <a:gd name="connsiteX7" fmla="*/ 75961 w 66675"/>
                <a:gd name="connsiteY7" fmla="*/ 59681 h 85725"/>
                <a:gd name="connsiteX8" fmla="*/ 59768 w 66675"/>
                <a:gd name="connsiteY8" fmla="*/ 38726 h 85725"/>
                <a:gd name="connsiteX9" fmla="*/ 34050 w 66675"/>
                <a:gd name="connsiteY9" fmla="*/ 1396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85725">
                  <a:moveTo>
                    <a:pt x="34050" y="13961"/>
                  </a:moveTo>
                  <a:cubicBezTo>
                    <a:pt x="30240" y="11103"/>
                    <a:pt x="21668" y="1578"/>
                    <a:pt x="17858" y="626"/>
                  </a:cubicBezTo>
                  <a:cubicBezTo>
                    <a:pt x="15953" y="-327"/>
                    <a:pt x="8333" y="-327"/>
                    <a:pt x="5475" y="1578"/>
                  </a:cubicBezTo>
                  <a:cubicBezTo>
                    <a:pt x="1665" y="3483"/>
                    <a:pt x="2618" y="8246"/>
                    <a:pt x="2618" y="8246"/>
                  </a:cubicBezTo>
                  <a:cubicBezTo>
                    <a:pt x="-2145" y="10151"/>
                    <a:pt x="4523" y="21581"/>
                    <a:pt x="3571" y="21581"/>
                  </a:cubicBezTo>
                  <a:cubicBezTo>
                    <a:pt x="-2145" y="22533"/>
                    <a:pt x="-2145" y="30153"/>
                    <a:pt x="12143" y="41583"/>
                  </a:cubicBezTo>
                  <a:cubicBezTo>
                    <a:pt x="13096" y="42536"/>
                    <a:pt x="42623" y="79683"/>
                    <a:pt x="52148" y="90161"/>
                  </a:cubicBezTo>
                  <a:cubicBezTo>
                    <a:pt x="59768" y="84446"/>
                    <a:pt x="76913" y="60633"/>
                    <a:pt x="75961" y="59681"/>
                  </a:cubicBezTo>
                  <a:cubicBezTo>
                    <a:pt x="71198" y="53013"/>
                    <a:pt x="65483" y="45393"/>
                    <a:pt x="59768" y="38726"/>
                  </a:cubicBezTo>
                  <a:cubicBezTo>
                    <a:pt x="54053" y="31106"/>
                    <a:pt x="35955" y="14913"/>
                    <a:pt x="34050" y="13961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5651263-5241-4B01-8E54-D2E7B885FA89}"/>
                </a:ext>
              </a:extLst>
            </p:cNvPr>
            <p:cNvSpPr/>
            <p:nvPr/>
          </p:nvSpPr>
          <p:spPr>
            <a:xfrm>
              <a:off x="6514849" y="3292024"/>
              <a:ext cx="295275" cy="114300"/>
            </a:xfrm>
            <a:custGeom>
              <a:avLst/>
              <a:gdLst>
                <a:gd name="connsiteX0" fmla="*/ 297431 w 295275"/>
                <a:gd name="connsiteY0" fmla="*/ 768 h 114300"/>
                <a:gd name="connsiteX1" fmla="*/ 54544 w 295275"/>
                <a:gd name="connsiteY1" fmla="*/ 12198 h 114300"/>
                <a:gd name="connsiteX2" fmla="*/ 24064 w 295275"/>
                <a:gd name="connsiteY2" fmla="*/ 76016 h 114300"/>
                <a:gd name="connsiteX3" fmla="*/ 289811 w 295275"/>
                <a:gd name="connsiteY3" fmla="*/ 102686 h 114300"/>
                <a:gd name="connsiteX4" fmla="*/ 297431 w 295275"/>
                <a:gd name="connsiteY4" fmla="*/ 768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275" h="114300">
                  <a:moveTo>
                    <a:pt x="297431" y="768"/>
                  </a:moveTo>
                  <a:cubicBezTo>
                    <a:pt x="255521" y="-3994"/>
                    <a:pt x="121219" y="15056"/>
                    <a:pt x="54544" y="12198"/>
                  </a:cubicBezTo>
                  <a:cubicBezTo>
                    <a:pt x="-26419" y="8388"/>
                    <a:pt x="251" y="66491"/>
                    <a:pt x="24064" y="76016"/>
                  </a:cubicBezTo>
                  <a:cubicBezTo>
                    <a:pt x="87881" y="99828"/>
                    <a:pt x="274571" y="135071"/>
                    <a:pt x="289811" y="102686"/>
                  </a:cubicBezTo>
                  <a:cubicBezTo>
                    <a:pt x="296479" y="88398"/>
                    <a:pt x="304099" y="1721"/>
                    <a:pt x="297431" y="768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DC6CEB8D-11FC-400D-ACB8-33E367EE6994}"/>
                </a:ext>
              </a:extLst>
            </p:cNvPr>
            <p:cNvSpPr/>
            <p:nvPr/>
          </p:nvSpPr>
          <p:spPr>
            <a:xfrm>
              <a:off x="6327457" y="3160395"/>
              <a:ext cx="238125" cy="200025"/>
            </a:xfrm>
            <a:custGeom>
              <a:avLst/>
              <a:gdLst>
                <a:gd name="connsiteX0" fmla="*/ 238125 w 238125"/>
                <a:gd name="connsiteY0" fmla="*/ 156210 h 200025"/>
                <a:gd name="connsiteX1" fmla="*/ 26670 w 238125"/>
                <a:gd name="connsiteY1" fmla="*/ 0 h 200025"/>
                <a:gd name="connsiteX2" fmla="*/ 0 w 238125"/>
                <a:gd name="connsiteY2" fmla="*/ 27622 h 200025"/>
                <a:gd name="connsiteX3" fmla="*/ 225743 w 238125"/>
                <a:gd name="connsiteY3" fmla="*/ 208597 h 200025"/>
                <a:gd name="connsiteX4" fmla="*/ 242888 w 238125"/>
                <a:gd name="connsiteY4" fmla="*/ 162877 h 200025"/>
                <a:gd name="connsiteX5" fmla="*/ 238125 w 238125"/>
                <a:gd name="connsiteY5" fmla="*/ 15621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8125" h="200025">
                  <a:moveTo>
                    <a:pt x="238125" y="156210"/>
                  </a:moveTo>
                  <a:cubicBezTo>
                    <a:pt x="203835" y="126683"/>
                    <a:pt x="58103" y="37147"/>
                    <a:pt x="26670" y="0"/>
                  </a:cubicBezTo>
                  <a:cubicBezTo>
                    <a:pt x="17145" y="12383"/>
                    <a:pt x="8573" y="21908"/>
                    <a:pt x="0" y="27622"/>
                  </a:cubicBezTo>
                  <a:cubicBezTo>
                    <a:pt x="51435" y="87630"/>
                    <a:pt x="197168" y="221933"/>
                    <a:pt x="225743" y="208597"/>
                  </a:cubicBezTo>
                  <a:cubicBezTo>
                    <a:pt x="252413" y="196215"/>
                    <a:pt x="249555" y="175260"/>
                    <a:pt x="242888" y="162877"/>
                  </a:cubicBezTo>
                  <a:cubicBezTo>
                    <a:pt x="241935" y="160020"/>
                    <a:pt x="240030" y="158115"/>
                    <a:pt x="238125" y="156210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0652BAF-01AC-4897-ADD6-D6EF58A9A31F}"/>
                </a:ext>
              </a:extLst>
            </p:cNvPr>
            <p:cNvSpPr/>
            <p:nvPr/>
          </p:nvSpPr>
          <p:spPr>
            <a:xfrm>
              <a:off x="6333172" y="3168967"/>
              <a:ext cx="542925" cy="238125"/>
            </a:xfrm>
            <a:custGeom>
              <a:avLst/>
              <a:gdLst>
                <a:gd name="connsiteX0" fmla="*/ 544830 w 542925"/>
                <a:gd name="connsiteY0" fmla="*/ 119063 h 238125"/>
                <a:gd name="connsiteX1" fmla="*/ 227647 w 542925"/>
                <a:gd name="connsiteY1" fmla="*/ 134303 h 238125"/>
                <a:gd name="connsiteX2" fmla="*/ 167640 w 542925"/>
                <a:gd name="connsiteY2" fmla="*/ 94298 h 238125"/>
                <a:gd name="connsiteX3" fmla="*/ 39053 w 542925"/>
                <a:gd name="connsiteY3" fmla="*/ 0 h 238125"/>
                <a:gd name="connsiteX4" fmla="*/ 0 w 542925"/>
                <a:gd name="connsiteY4" fmla="*/ 40005 h 238125"/>
                <a:gd name="connsiteX5" fmla="*/ 212408 w 542925"/>
                <a:gd name="connsiteY5" fmla="*/ 214313 h 238125"/>
                <a:gd name="connsiteX6" fmla="*/ 476250 w 542925"/>
                <a:gd name="connsiteY6" fmla="*/ 227648 h 238125"/>
                <a:gd name="connsiteX7" fmla="*/ 544830 w 542925"/>
                <a:gd name="connsiteY7" fmla="*/ 119063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" h="238125">
                  <a:moveTo>
                    <a:pt x="544830" y="119063"/>
                  </a:moveTo>
                  <a:cubicBezTo>
                    <a:pt x="408622" y="106680"/>
                    <a:pt x="232410" y="133350"/>
                    <a:pt x="227647" y="134303"/>
                  </a:cubicBezTo>
                  <a:cubicBezTo>
                    <a:pt x="212408" y="122873"/>
                    <a:pt x="190500" y="108585"/>
                    <a:pt x="167640" y="94298"/>
                  </a:cubicBezTo>
                  <a:cubicBezTo>
                    <a:pt x="118110" y="61913"/>
                    <a:pt x="56197" y="20955"/>
                    <a:pt x="39053" y="0"/>
                  </a:cubicBezTo>
                  <a:lnTo>
                    <a:pt x="0" y="40005"/>
                  </a:lnTo>
                  <a:cubicBezTo>
                    <a:pt x="44768" y="90488"/>
                    <a:pt x="162878" y="198120"/>
                    <a:pt x="212408" y="214313"/>
                  </a:cubicBezTo>
                  <a:cubicBezTo>
                    <a:pt x="262890" y="232410"/>
                    <a:pt x="456247" y="270510"/>
                    <a:pt x="476250" y="227648"/>
                  </a:cubicBezTo>
                  <a:cubicBezTo>
                    <a:pt x="482918" y="214313"/>
                    <a:pt x="560070" y="120967"/>
                    <a:pt x="544830" y="119063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9E0842E2-9933-4365-8E90-57728DE03775}"/>
                </a:ext>
              </a:extLst>
            </p:cNvPr>
            <p:cNvSpPr/>
            <p:nvPr/>
          </p:nvSpPr>
          <p:spPr>
            <a:xfrm>
              <a:off x="6961442" y="3191967"/>
              <a:ext cx="85725" cy="371475"/>
            </a:xfrm>
            <a:custGeom>
              <a:avLst/>
              <a:gdLst>
                <a:gd name="connsiteX0" fmla="*/ 84201 w 85725"/>
                <a:gd name="connsiteY0" fmla="*/ 90348 h 371475"/>
                <a:gd name="connsiteX1" fmla="*/ 87058 w 85725"/>
                <a:gd name="connsiteY1" fmla="*/ 6528 h 371475"/>
                <a:gd name="connsiteX2" fmla="*/ 35624 w 85725"/>
                <a:gd name="connsiteY2" fmla="*/ 21768 h 371475"/>
                <a:gd name="connsiteX3" fmla="*/ 36576 w 85725"/>
                <a:gd name="connsiteY3" fmla="*/ 97968 h 371475"/>
                <a:gd name="connsiteX4" fmla="*/ 24193 w 85725"/>
                <a:gd name="connsiteY4" fmla="*/ 196076 h 371475"/>
                <a:gd name="connsiteX5" fmla="*/ 3239 w 85725"/>
                <a:gd name="connsiteY5" fmla="*/ 374193 h 371475"/>
                <a:gd name="connsiteX6" fmla="*/ 89916 w 85725"/>
                <a:gd name="connsiteY6" fmla="*/ 255131 h 371475"/>
                <a:gd name="connsiteX7" fmla="*/ 84201 w 85725"/>
                <a:gd name="connsiteY7" fmla="*/ 181788 h 371475"/>
                <a:gd name="connsiteX8" fmla="*/ 84201 w 85725"/>
                <a:gd name="connsiteY8" fmla="*/ 90348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725" h="371475">
                  <a:moveTo>
                    <a:pt x="84201" y="90348"/>
                  </a:moveTo>
                  <a:cubicBezTo>
                    <a:pt x="93726" y="60821"/>
                    <a:pt x="93726" y="31293"/>
                    <a:pt x="87058" y="6528"/>
                  </a:cubicBezTo>
                  <a:cubicBezTo>
                    <a:pt x="75628" y="-14427"/>
                    <a:pt x="36576" y="21768"/>
                    <a:pt x="35624" y="21768"/>
                  </a:cubicBezTo>
                  <a:cubicBezTo>
                    <a:pt x="41339" y="41771"/>
                    <a:pt x="43243" y="73203"/>
                    <a:pt x="36576" y="97968"/>
                  </a:cubicBezTo>
                  <a:cubicBezTo>
                    <a:pt x="29908" y="121781"/>
                    <a:pt x="14668" y="137973"/>
                    <a:pt x="24193" y="196076"/>
                  </a:cubicBezTo>
                  <a:cubicBezTo>
                    <a:pt x="37528" y="279896"/>
                    <a:pt x="-12954" y="363716"/>
                    <a:pt x="3239" y="374193"/>
                  </a:cubicBezTo>
                  <a:cubicBezTo>
                    <a:pt x="18478" y="384671"/>
                    <a:pt x="75628" y="344666"/>
                    <a:pt x="89916" y="255131"/>
                  </a:cubicBezTo>
                  <a:cubicBezTo>
                    <a:pt x="92774" y="239891"/>
                    <a:pt x="94678" y="206553"/>
                    <a:pt x="84201" y="181788"/>
                  </a:cubicBezTo>
                  <a:cubicBezTo>
                    <a:pt x="78486" y="167501"/>
                    <a:pt x="69914" y="133211"/>
                    <a:pt x="84201" y="90348"/>
                  </a:cubicBezTo>
                  <a:close/>
                </a:path>
              </a:pathLst>
            </a:custGeom>
            <a:solidFill>
              <a:srgbClr val="F7B75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6A801EA-A2D0-431D-9C2B-59F15C5A3399}"/>
                </a:ext>
              </a:extLst>
            </p:cNvPr>
            <p:cNvSpPr/>
            <p:nvPr/>
          </p:nvSpPr>
          <p:spPr>
            <a:xfrm>
              <a:off x="6943642" y="3132676"/>
              <a:ext cx="104775" cy="133350"/>
            </a:xfrm>
            <a:custGeom>
              <a:avLst/>
              <a:gdLst>
                <a:gd name="connsiteX0" fmla="*/ 59138 w 104775"/>
                <a:gd name="connsiteY0" fmla="*/ 96 h 133350"/>
                <a:gd name="connsiteX1" fmla="*/ 1988 w 104775"/>
                <a:gd name="connsiteY1" fmla="*/ 53436 h 133350"/>
                <a:gd name="connsiteX2" fmla="*/ 83 w 104775"/>
                <a:gd name="connsiteY2" fmla="*/ 82964 h 133350"/>
                <a:gd name="connsiteX3" fmla="*/ 48660 w 104775"/>
                <a:gd name="connsiteY3" fmla="*/ 138209 h 133350"/>
                <a:gd name="connsiteX4" fmla="*/ 108668 w 104775"/>
                <a:gd name="connsiteY4" fmla="*/ 41054 h 133350"/>
                <a:gd name="connsiteX5" fmla="*/ 59138 w 104775"/>
                <a:gd name="connsiteY5" fmla="*/ 96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775" h="133350">
                  <a:moveTo>
                    <a:pt x="59138" y="96"/>
                  </a:moveTo>
                  <a:cubicBezTo>
                    <a:pt x="29610" y="-1809"/>
                    <a:pt x="3893" y="24861"/>
                    <a:pt x="1988" y="53436"/>
                  </a:cubicBezTo>
                  <a:cubicBezTo>
                    <a:pt x="1988" y="53436"/>
                    <a:pt x="83" y="82964"/>
                    <a:pt x="83" y="82964"/>
                  </a:cubicBezTo>
                  <a:cubicBezTo>
                    <a:pt x="-1822" y="104871"/>
                    <a:pt x="29610" y="141066"/>
                    <a:pt x="48660" y="138209"/>
                  </a:cubicBezTo>
                  <a:cubicBezTo>
                    <a:pt x="94380" y="131541"/>
                    <a:pt x="109620" y="50579"/>
                    <a:pt x="108668" y="41054"/>
                  </a:cubicBezTo>
                  <a:cubicBezTo>
                    <a:pt x="106763" y="15336"/>
                    <a:pt x="86760" y="2001"/>
                    <a:pt x="59138" y="96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5190E15D-1B9B-4190-8B69-41BAFF748056}"/>
                </a:ext>
              </a:extLst>
            </p:cNvPr>
            <p:cNvSpPr/>
            <p:nvPr/>
          </p:nvSpPr>
          <p:spPr>
            <a:xfrm>
              <a:off x="6810375" y="3076042"/>
              <a:ext cx="247650" cy="485775"/>
            </a:xfrm>
            <a:custGeom>
              <a:avLst/>
              <a:gdLst>
                <a:gd name="connsiteX0" fmla="*/ 236220 w 247650"/>
                <a:gd name="connsiteY0" fmla="*/ 39586 h 485775"/>
                <a:gd name="connsiteX1" fmla="*/ 208597 w 247650"/>
                <a:gd name="connsiteY1" fmla="*/ 31966 h 485775"/>
                <a:gd name="connsiteX2" fmla="*/ 184785 w 247650"/>
                <a:gd name="connsiteY2" fmla="*/ 5296 h 485775"/>
                <a:gd name="connsiteX3" fmla="*/ 94297 w 247650"/>
                <a:gd name="connsiteY3" fmla="*/ 28156 h 485775"/>
                <a:gd name="connsiteX4" fmla="*/ 52388 w 247650"/>
                <a:gd name="connsiteY4" fmla="*/ 153886 h 485775"/>
                <a:gd name="connsiteX5" fmla="*/ 27622 w 247650"/>
                <a:gd name="connsiteY5" fmla="*/ 256756 h 485775"/>
                <a:gd name="connsiteX6" fmla="*/ 0 w 247650"/>
                <a:gd name="connsiteY6" fmla="*/ 336766 h 485775"/>
                <a:gd name="connsiteX7" fmla="*/ 103822 w 247650"/>
                <a:gd name="connsiteY7" fmla="*/ 491071 h 485775"/>
                <a:gd name="connsiteX8" fmla="*/ 116205 w 247650"/>
                <a:gd name="connsiteY8" fmla="*/ 287236 h 485775"/>
                <a:gd name="connsiteX9" fmla="*/ 121920 w 247650"/>
                <a:gd name="connsiteY9" fmla="*/ 174841 h 485775"/>
                <a:gd name="connsiteX10" fmla="*/ 153353 w 247650"/>
                <a:gd name="connsiteY10" fmla="*/ 76733 h 485775"/>
                <a:gd name="connsiteX11" fmla="*/ 205740 w 247650"/>
                <a:gd name="connsiteY11" fmla="*/ 59588 h 485775"/>
                <a:gd name="connsiteX12" fmla="*/ 227647 w 247650"/>
                <a:gd name="connsiteY12" fmla="*/ 151028 h 485775"/>
                <a:gd name="connsiteX13" fmla="*/ 236220 w 247650"/>
                <a:gd name="connsiteY13" fmla="*/ 39586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7650" h="485775">
                  <a:moveTo>
                    <a:pt x="236220" y="39586"/>
                  </a:moveTo>
                  <a:cubicBezTo>
                    <a:pt x="222885" y="30061"/>
                    <a:pt x="208597" y="31966"/>
                    <a:pt x="208597" y="31966"/>
                  </a:cubicBezTo>
                  <a:cubicBezTo>
                    <a:pt x="208597" y="31966"/>
                    <a:pt x="209550" y="19583"/>
                    <a:pt x="184785" y="5296"/>
                  </a:cubicBezTo>
                  <a:cubicBezTo>
                    <a:pt x="164782" y="-5182"/>
                    <a:pt x="125730" y="-1372"/>
                    <a:pt x="94297" y="28156"/>
                  </a:cubicBezTo>
                  <a:cubicBezTo>
                    <a:pt x="62865" y="56731"/>
                    <a:pt x="40957" y="102451"/>
                    <a:pt x="52388" y="153886"/>
                  </a:cubicBezTo>
                  <a:cubicBezTo>
                    <a:pt x="63818" y="205321"/>
                    <a:pt x="40957" y="241516"/>
                    <a:pt x="27622" y="256756"/>
                  </a:cubicBezTo>
                  <a:cubicBezTo>
                    <a:pt x="5715" y="282473"/>
                    <a:pt x="0" y="318668"/>
                    <a:pt x="0" y="336766"/>
                  </a:cubicBezTo>
                  <a:cubicBezTo>
                    <a:pt x="0" y="440589"/>
                    <a:pt x="78105" y="498691"/>
                    <a:pt x="103822" y="491071"/>
                  </a:cubicBezTo>
                  <a:cubicBezTo>
                    <a:pt x="131445" y="482498"/>
                    <a:pt x="75247" y="376771"/>
                    <a:pt x="116205" y="287236"/>
                  </a:cubicBezTo>
                  <a:cubicBezTo>
                    <a:pt x="145732" y="224371"/>
                    <a:pt x="125730" y="202463"/>
                    <a:pt x="121920" y="174841"/>
                  </a:cubicBezTo>
                  <a:cubicBezTo>
                    <a:pt x="116205" y="137693"/>
                    <a:pt x="136207" y="91973"/>
                    <a:pt x="153353" y="76733"/>
                  </a:cubicBezTo>
                  <a:cubicBezTo>
                    <a:pt x="171450" y="59588"/>
                    <a:pt x="205740" y="59588"/>
                    <a:pt x="205740" y="59588"/>
                  </a:cubicBezTo>
                  <a:cubicBezTo>
                    <a:pt x="205740" y="59588"/>
                    <a:pt x="252413" y="76733"/>
                    <a:pt x="227647" y="151028"/>
                  </a:cubicBezTo>
                  <a:cubicBezTo>
                    <a:pt x="256222" y="130073"/>
                    <a:pt x="265747" y="59588"/>
                    <a:pt x="236220" y="39586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FCE65071-1267-4FAE-8F2A-FEE314A8064C}"/>
                </a:ext>
              </a:extLst>
            </p:cNvPr>
            <p:cNvSpPr/>
            <p:nvPr/>
          </p:nvSpPr>
          <p:spPr>
            <a:xfrm>
              <a:off x="6931251" y="3174610"/>
              <a:ext cx="28575" cy="28575"/>
            </a:xfrm>
            <a:custGeom>
              <a:avLst/>
              <a:gdLst>
                <a:gd name="connsiteX0" fmla="*/ 91 w 28575"/>
                <a:gd name="connsiteY0" fmla="*/ 15313 h 28575"/>
                <a:gd name="connsiteX1" fmla="*/ 12474 w 28575"/>
                <a:gd name="connsiteY1" fmla="*/ 37220 h 28575"/>
                <a:gd name="connsiteX2" fmla="*/ 29619 w 28575"/>
                <a:gd name="connsiteY2" fmla="*/ 5788 h 28575"/>
                <a:gd name="connsiteX3" fmla="*/ 18189 w 28575"/>
                <a:gd name="connsiteY3" fmla="*/ 73 h 28575"/>
                <a:gd name="connsiteX4" fmla="*/ 91 w 28575"/>
                <a:gd name="connsiteY4" fmla="*/ 15313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91" y="15313"/>
                  </a:moveTo>
                  <a:cubicBezTo>
                    <a:pt x="-861" y="21980"/>
                    <a:pt x="5806" y="34363"/>
                    <a:pt x="12474" y="37220"/>
                  </a:cubicBezTo>
                  <a:cubicBezTo>
                    <a:pt x="17236" y="29600"/>
                    <a:pt x="25809" y="15313"/>
                    <a:pt x="29619" y="5788"/>
                  </a:cubicBezTo>
                  <a:cubicBezTo>
                    <a:pt x="25809" y="1978"/>
                    <a:pt x="21046" y="73"/>
                    <a:pt x="18189" y="73"/>
                  </a:cubicBezTo>
                  <a:cubicBezTo>
                    <a:pt x="9616" y="-880"/>
                    <a:pt x="1044" y="7693"/>
                    <a:pt x="91" y="15313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5A762426-14AA-47DA-948E-9E3F2870A89A}"/>
                </a:ext>
              </a:extLst>
            </p:cNvPr>
            <p:cNvSpPr/>
            <p:nvPr/>
          </p:nvSpPr>
          <p:spPr>
            <a:xfrm>
              <a:off x="7344014" y="3732736"/>
              <a:ext cx="38100" cy="47625"/>
            </a:xfrm>
            <a:custGeom>
              <a:avLst/>
              <a:gdLst>
                <a:gd name="connsiteX0" fmla="*/ 14049 w 38100"/>
                <a:gd name="connsiteY0" fmla="*/ 5826 h 47625"/>
                <a:gd name="connsiteX1" fmla="*/ 1666 w 38100"/>
                <a:gd name="connsiteY1" fmla="*/ 46783 h 47625"/>
                <a:gd name="connsiteX2" fmla="*/ 30241 w 38100"/>
                <a:gd name="connsiteY2" fmla="*/ 51546 h 47625"/>
                <a:gd name="connsiteX3" fmla="*/ 36909 w 38100"/>
                <a:gd name="connsiteY3" fmla="*/ 31544 h 47625"/>
                <a:gd name="connsiteX4" fmla="*/ 39766 w 38100"/>
                <a:gd name="connsiteY4" fmla="*/ 8683 h 47625"/>
                <a:gd name="connsiteX5" fmla="*/ 14049 w 38100"/>
                <a:gd name="connsiteY5" fmla="*/ 58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0" h="47625">
                  <a:moveTo>
                    <a:pt x="14049" y="5826"/>
                  </a:moveTo>
                  <a:cubicBezTo>
                    <a:pt x="10239" y="12494"/>
                    <a:pt x="-5001" y="41069"/>
                    <a:pt x="1666" y="46783"/>
                  </a:cubicBezTo>
                  <a:cubicBezTo>
                    <a:pt x="14049" y="56308"/>
                    <a:pt x="29289" y="52498"/>
                    <a:pt x="30241" y="51546"/>
                  </a:cubicBezTo>
                  <a:cubicBezTo>
                    <a:pt x="35956" y="47736"/>
                    <a:pt x="34051" y="39164"/>
                    <a:pt x="36909" y="31544"/>
                  </a:cubicBezTo>
                  <a:cubicBezTo>
                    <a:pt x="39766" y="21066"/>
                    <a:pt x="42624" y="17256"/>
                    <a:pt x="39766" y="8683"/>
                  </a:cubicBezTo>
                  <a:cubicBezTo>
                    <a:pt x="38814" y="5826"/>
                    <a:pt x="22622" y="-7509"/>
                    <a:pt x="14049" y="5826"/>
                  </a:cubicBezTo>
                  <a:close/>
                </a:path>
              </a:pathLst>
            </a:custGeom>
            <a:solidFill>
              <a:srgbClr val="F7BE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5" name="Rectangle 254">
            <a:extLst>
              <a:ext uri="{FF2B5EF4-FFF2-40B4-BE49-F238E27FC236}">
                <a16:creationId xmlns:a16="http://schemas.microsoft.com/office/drawing/2014/main" id="{82A4842D-A961-4156-BC5F-635E8E488B8C}"/>
              </a:ext>
            </a:extLst>
          </p:cNvPr>
          <p:cNvSpPr/>
          <p:nvPr/>
        </p:nvSpPr>
        <p:spPr>
          <a:xfrm>
            <a:off x="1523999" y="1246419"/>
            <a:ext cx="82296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Coding is a</a:t>
            </a:r>
            <a:r>
              <a:rPr lang="en-US" sz="3600" b="1" dirty="0">
                <a:solidFill>
                  <a:schemeClr val="bg1"/>
                </a:solidFill>
                <a:latin typeface="Ubuntu" panose="020B0504030602030204" pitchFamily="34" charset="0"/>
              </a:rPr>
              <a:t> </a:t>
            </a:r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fundamental</a:t>
            </a:r>
            <a:r>
              <a:rPr lang="en-US" sz="3600" b="1" dirty="0">
                <a:solidFill>
                  <a:schemeClr val="bg1"/>
                </a:solidFill>
                <a:latin typeface="Ubuntu" panose="020B0504030602030204" pitchFamily="34" charset="0"/>
              </a:rPr>
              <a:t> </a:t>
            </a:r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skill that children need to learn.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ACCBF450-61C4-4305-8722-E12E80836A87}"/>
              </a:ext>
            </a:extLst>
          </p:cNvPr>
          <p:cNvSpPr/>
          <p:nvPr/>
        </p:nvSpPr>
        <p:spPr>
          <a:xfrm>
            <a:off x="1523999" y="2660091"/>
            <a:ext cx="5142272" cy="88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another, so don't get hung too up on choosing your first language. </a:t>
            </a: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93D5099C-3B4B-432E-BAF4-00EB0DEC64C6}"/>
              </a:ext>
            </a:extLst>
          </p:cNvPr>
          <p:cNvGrpSpPr/>
          <p:nvPr/>
        </p:nvGrpSpPr>
        <p:grpSpPr>
          <a:xfrm>
            <a:off x="1524000" y="3982652"/>
            <a:ext cx="3210232" cy="657208"/>
            <a:chOff x="1524000" y="3105190"/>
            <a:chExt cx="3410856" cy="657208"/>
          </a:xfrm>
        </p:grpSpPr>
        <p:sp>
          <p:nvSpPr>
            <p:cNvPr id="258" name="Rectangle: Rounded Corners 257">
              <a:extLst>
                <a:ext uri="{FF2B5EF4-FFF2-40B4-BE49-F238E27FC236}">
                  <a16:creationId xmlns:a16="http://schemas.microsoft.com/office/drawing/2014/main" id="{E30B46B4-422C-4025-828F-9E82EA2264D6}"/>
                </a:ext>
              </a:extLst>
            </p:cNvPr>
            <p:cNvSpPr/>
            <p:nvPr/>
          </p:nvSpPr>
          <p:spPr>
            <a:xfrm>
              <a:off x="1524000" y="3105190"/>
              <a:ext cx="3410856" cy="657208"/>
            </a:xfrm>
            <a:prstGeom prst="roundRect">
              <a:avLst>
                <a:gd name="adj" fmla="val 14597"/>
              </a:avLst>
            </a:prstGeom>
            <a:solidFill>
              <a:schemeClr val="bg1"/>
            </a:soli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A76DBD9B-07F7-40B4-A1F0-5B6651AA7E38}"/>
                </a:ext>
              </a:extLst>
            </p:cNvPr>
            <p:cNvSpPr txBox="1"/>
            <p:nvPr/>
          </p:nvSpPr>
          <p:spPr>
            <a:xfrm>
              <a:off x="2443152" y="3256053"/>
              <a:ext cx="2460554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Learn C Language 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E31814B6-038C-489B-8C56-B5BED6A38F4F}"/>
                </a:ext>
              </a:extLst>
            </p:cNvPr>
            <p:cNvSpPr txBox="1"/>
            <p:nvPr/>
          </p:nvSpPr>
          <p:spPr>
            <a:xfrm>
              <a:off x="1748558" y="3190298"/>
              <a:ext cx="652322" cy="48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400" b="1" dirty="0">
                  <a:solidFill>
                    <a:schemeClr val="accent1"/>
                  </a:solidFill>
                  <a:latin typeface="Ubuntu" panose="020B0504030602030204" pitchFamily="34" charset="0"/>
                </a:rPr>
                <a:t>01.</a:t>
              </a: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EC0791B0-1E4A-4899-91D9-CCEB4AF10EBF}"/>
              </a:ext>
            </a:extLst>
          </p:cNvPr>
          <p:cNvGrpSpPr/>
          <p:nvPr/>
        </p:nvGrpSpPr>
        <p:grpSpPr>
          <a:xfrm>
            <a:off x="1524000" y="4929492"/>
            <a:ext cx="3210232" cy="657208"/>
            <a:chOff x="1524000" y="3105190"/>
            <a:chExt cx="3410856" cy="657208"/>
          </a:xfrm>
        </p:grpSpPr>
        <p:sp>
          <p:nvSpPr>
            <p:cNvPr id="262" name="Rectangle: Rounded Corners 261">
              <a:extLst>
                <a:ext uri="{FF2B5EF4-FFF2-40B4-BE49-F238E27FC236}">
                  <a16:creationId xmlns:a16="http://schemas.microsoft.com/office/drawing/2014/main" id="{1251760D-DDE7-430C-ABA0-D74EFE2969D5}"/>
                </a:ext>
              </a:extLst>
            </p:cNvPr>
            <p:cNvSpPr/>
            <p:nvPr/>
          </p:nvSpPr>
          <p:spPr>
            <a:xfrm>
              <a:off x="1524000" y="3105190"/>
              <a:ext cx="3410856" cy="657208"/>
            </a:xfrm>
            <a:prstGeom prst="roundRect">
              <a:avLst>
                <a:gd name="adj" fmla="val 14597"/>
              </a:avLst>
            </a:prstGeom>
            <a:solidFill>
              <a:schemeClr val="bg1"/>
            </a:soli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5A206F26-4EF8-4A53-879A-F231D70734EA}"/>
                </a:ext>
              </a:extLst>
            </p:cNvPr>
            <p:cNvSpPr txBox="1"/>
            <p:nvPr/>
          </p:nvSpPr>
          <p:spPr>
            <a:xfrm>
              <a:off x="2443152" y="3256053"/>
              <a:ext cx="2460554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Learn C# Language 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5C011CA3-C067-4E08-93FF-0A2AE6679603}"/>
                </a:ext>
              </a:extLst>
            </p:cNvPr>
            <p:cNvSpPr txBox="1"/>
            <p:nvPr/>
          </p:nvSpPr>
          <p:spPr>
            <a:xfrm>
              <a:off x="1748558" y="3190298"/>
              <a:ext cx="652322" cy="48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400" b="1" dirty="0">
                  <a:solidFill>
                    <a:schemeClr val="accent2"/>
                  </a:solidFill>
                  <a:latin typeface="Ubuntu" panose="020B0504030602030204" pitchFamily="34" charset="0"/>
                </a:rPr>
                <a:t>02.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902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Freeform: Shape 463">
            <a:extLst>
              <a:ext uri="{FF2B5EF4-FFF2-40B4-BE49-F238E27FC236}">
                <a16:creationId xmlns:a16="http://schemas.microsoft.com/office/drawing/2014/main" id="{F7EAB3F2-5E84-4D94-B90C-FB84FB8D147B}"/>
              </a:ext>
            </a:extLst>
          </p:cNvPr>
          <p:cNvSpPr/>
          <p:nvPr/>
        </p:nvSpPr>
        <p:spPr>
          <a:xfrm>
            <a:off x="6053089" y="381000"/>
            <a:ext cx="6140706" cy="5671909"/>
          </a:xfrm>
          <a:custGeom>
            <a:avLst/>
            <a:gdLst>
              <a:gd name="connsiteX0" fmla="*/ 6574295 w 6572250"/>
              <a:gd name="connsiteY0" fmla="*/ 0 h 6372225"/>
              <a:gd name="connsiteX1" fmla="*/ 1935620 w 6572250"/>
              <a:gd name="connsiteY1" fmla="*/ 1920240 h 6372225"/>
              <a:gd name="connsiteX2" fmla="*/ 957403 w 6572250"/>
              <a:gd name="connsiteY2" fmla="*/ 5436870 h 6372225"/>
              <a:gd name="connsiteX3" fmla="*/ 6573342 w 6572250"/>
              <a:gd name="connsiteY3" fmla="*/ 5918835 h 6372225"/>
              <a:gd name="connsiteX4" fmla="*/ 6573342 w 6572250"/>
              <a:gd name="connsiteY4" fmla="*/ 0 h 6372225"/>
              <a:gd name="connsiteX0" fmla="*/ 7580544 w 7580544"/>
              <a:gd name="connsiteY0" fmla="*/ 0 h 6377804"/>
              <a:gd name="connsiteX1" fmla="*/ 1212219 w 7580544"/>
              <a:gd name="connsiteY1" fmla="*/ 2407229 h 6377804"/>
              <a:gd name="connsiteX2" fmla="*/ 1963652 w 7580544"/>
              <a:gd name="connsiteY2" fmla="*/ 5436870 h 6377804"/>
              <a:gd name="connsiteX3" fmla="*/ 7579591 w 7580544"/>
              <a:gd name="connsiteY3" fmla="*/ 5918835 h 6377804"/>
              <a:gd name="connsiteX4" fmla="*/ 7579591 w 7580544"/>
              <a:gd name="connsiteY4" fmla="*/ 0 h 6377804"/>
              <a:gd name="connsiteX5" fmla="*/ 7580544 w 7580544"/>
              <a:gd name="connsiteY5" fmla="*/ 0 h 6377804"/>
              <a:gd name="connsiteX0" fmla="*/ 6727574 w 6727574"/>
              <a:gd name="connsiteY0" fmla="*/ 0 h 6377804"/>
              <a:gd name="connsiteX1" fmla="*/ 1753045 w 6727574"/>
              <a:gd name="connsiteY1" fmla="*/ 1248531 h 6377804"/>
              <a:gd name="connsiteX2" fmla="*/ 1110682 w 6727574"/>
              <a:gd name="connsiteY2" fmla="*/ 5436870 h 6377804"/>
              <a:gd name="connsiteX3" fmla="*/ 6726621 w 6727574"/>
              <a:gd name="connsiteY3" fmla="*/ 5918835 h 6377804"/>
              <a:gd name="connsiteX4" fmla="*/ 6726621 w 6727574"/>
              <a:gd name="connsiteY4" fmla="*/ 0 h 6377804"/>
              <a:gd name="connsiteX5" fmla="*/ 6727574 w 6727574"/>
              <a:gd name="connsiteY5" fmla="*/ 0 h 6377804"/>
              <a:gd name="connsiteX0" fmla="*/ 6699512 w 6699512"/>
              <a:gd name="connsiteY0" fmla="*/ 0 h 6377804"/>
              <a:gd name="connsiteX1" fmla="*/ 1724983 w 6699512"/>
              <a:gd name="connsiteY1" fmla="*/ 1248531 h 6377804"/>
              <a:gd name="connsiteX2" fmla="*/ 1082620 w 6699512"/>
              <a:gd name="connsiteY2" fmla="*/ 5436870 h 6377804"/>
              <a:gd name="connsiteX3" fmla="*/ 6698559 w 6699512"/>
              <a:gd name="connsiteY3" fmla="*/ 5918835 h 6377804"/>
              <a:gd name="connsiteX4" fmla="*/ 6698559 w 6699512"/>
              <a:gd name="connsiteY4" fmla="*/ 0 h 6377804"/>
              <a:gd name="connsiteX5" fmla="*/ 6699512 w 6699512"/>
              <a:gd name="connsiteY5" fmla="*/ 0 h 6377804"/>
              <a:gd name="connsiteX0" fmla="*/ 7046803 w 7046803"/>
              <a:gd name="connsiteY0" fmla="*/ 0 h 6377804"/>
              <a:gd name="connsiteX1" fmla="*/ 1434151 w 7046803"/>
              <a:gd name="connsiteY1" fmla="*/ 1332495 h 6377804"/>
              <a:gd name="connsiteX2" fmla="*/ 1429911 w 7046803"/>
              <a:gd name="connsiteY2" fmla="*/ 5436870 h 6377804"/>
              <a:gd name="connsiteX3" fmla="*/ 7045850 w 7046803"/>
              <a:gd name="connsiteY3" fmla="*/ 5918835 h 6377804"/>
              <a:gd name="connsiteX4" fmla="*/ 7045850 w 7046803"/>
              <a:gd name="connsiteY4" fmla="*/ 0 h 6377804"/>
              <a:gd name="connsiteX5" fmla="*/ 7046803 w 7046803"/>
              <a:gd name="connsiteY5" fmla="*/ 0 h 6377804"/>
              <a:gd name="connsiteX0" fmla="*/ 6927453 w 6927453"/>
              <a:gd name="connsiteY0" fmla="*/ 0 h 6377804"/>
              <a:gd name="connsiteX1" fmla="*/ 1314801 w 6927453"/>
              <a:gd name="connsiteY1" fmla="*/ 1332495 h 6377804"/>
              <a:gd name="connsiteX2" fmla="*/ 1310561 w 6927453"/>
              <a:gd name="connsiteY2" fmla="*/ 5436870 h 6377804"/>
              <a:gd name="connsiteX3" fmla="*/ 6926500 w 6927453"/>
              <a:gd name="connsiteY3" fmla="*/ 5918835 h 6377804"/>
              <a:gd name="connsiteX4" fmla="*/ 6926500 w 6927453"/>
              <a:gd name="connsiteY4" fmla="*/ 0 h 6377804"/>
              <a:gd name="connsiteX5" fmla="*/ 6927453 w 6927453"/>
              <a:gd name="connsiteY5" fmla="*/ 0 h 6377804"/>
              <a:gd name="connsiteX0" fmla="*/ 6777743 w 6777743"/>
              <a:gd name="connsiteY0" fmla="*/ 0 h 6377804"/>
              <a:gd name="connsiteX1" fmla="*/ 1433774 w 6777743"/>
              <a:gd name="connsiteY1" fmla="*/ 1248531 h 6377804"/>
              <a:gd name="connsiteX2" fmla="*/ 1160851 w 6777743"/>
              <a:gd name="connsiteY2" fmla="*/ 5436870 h 6377804"/>
              <a:gd name="connsiteX3" fmla="*/ 6776790 w 6777743"/>
              <a:gd name="connsiteY3" fmla="*/ 5918835 h 6377804"/>
              <a:gd name="connsiteX4" fmla="*/ 6776790 w 6777743"/>
              <a:gd name="connsiteY4" fmla="*/ 0 h 6377804"/>
              <a:gd name="connsiteX5" fmla="*/ 6777743 w 6777743"/>
              <a:gd name="connsiteY5" fmla="*/ 0 h 6377804"/>
              <a:gd name="connsiteX0" fmla="*/ 6991892 w 6991892"/>
              <a:gd name="connsiteY0" fmla="*/ 0 h 6458114"/>
              <a:gd name="connsiteX1" fmla="*/ 1647923 w 6991892"/>
              <a:gd name="connsiteY1" fmla="*/ 1248531 h 6458114"/>
              <a:gd name="connsiteX2" fmla="*/ 1375000 w 6991892"/>
              <a:gd name="connsiteY2" fmla="*/ 5436870 h 6458114"/>
              <a:gd name="connsiteX3" fmla="*/ 6990939 w 6991892"/>
              <a:gd name="connsiteY3" fmla="*/ 5918835 h 6458114"/>
              <a:gd name="connsiteX4" fmla="*/ 6990939 w 6991892"/>
              <a:gd name="connsiteY4" fmla="*/ 0 h 6458114"/>
              <a:gd name="connsiteX5" fmla="*/ 6991892 w 6991892"/>
              <a:gd name="connsiteY5" fmla="*/ 0 h 6458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1892" h="6458114">
                <a:moveTo>
                  <a:pt x="6991892" y="0"/>
                </a:moveTo>
                <a:cubicBezTo>
                  <a:pt x="6166075" y="1071563"/>
                  <a:pt x="4603819" y="3059079"/>
                  <a:pt x="1647923" y="1248531"/>
                </a:cubicBezTo>
                <a:cubicBezTo>
                  <a:pt x="-488889" y="-60311"/>
                  <a:pt x="-513260" y="4217734"/>
                  <a:pt x="1375000" y="5436870"/>
                </a:cubicBezTo>
                <a:cubicBezTo>
                  <a:pt x="3263260" y="6656006"/>
                  <a:pt x="5132612" y="6740843"/>
                  <a:pt x="6990939" y="5918835"/>
                </a:cubicBezTo>
                <a:lnTo>
                  <a:pt x="6990939" y="0"/>
                </a:lnTo>
                <a:lnTo>
                  <a:pt x="699189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9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" name="Graphic 1">
            <a:extLst>
              <a:ext uri="{FF2B5EF4-FFF2-40B4-BE49-F238E27FC236}">
                <a16:creationId xmlns:a16="http://schemas.microsoft.com/office/drawing/2014/main" id="{AE5CC43F-73D6-4F53-B4BF-1195856F06EE}"/>
              </a:ext>
            </a:extLst>
          </p:cNvPr>
          <p:cNvGrpSpPr/>
          <p:nvPr/>
        </p:nvGrpSpPr>
        <p:grpSpPr>
          <a:xfrm>
            <a:off x="4970031" y="2227207"/>
            <a:ext cx="6290537" cy="4238170"/>
            <a:chOff x="2596313" y="1070518"/>
            <a:chExt cx="6933437" cy="4671316"/>
          </a:xfrm>
          <a:effectLst>
            <a:outerShdw blurRad="8255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98F3DF6-A974-48E2-9974-79B052FD915E}"/>
                </a:ext>
              </a:extLst>
            </p:cNvPr>
            <p:cNvSpPr/>
            <p:nvPr/>
          </p:nvSpPr>
          <p:spPr>
            <a:xfrm>
              <a:off x="2870202" y="3180472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D33FDBD2-3477-4D1F-93A8-ED2DAF2A2A84}"/>
                </a:ext>
              </a:extLst>
            </p:cNvPr>
            <p:cNvSpPr/>
            <p:nvPr/>
          </p:nvSpPr>
          <p:spPr>
            <a:xfrm>
              <a:off x="2886686" y="3095516"/>
              <a:ext cx="50720" cy="50720"/>
            </a:xfrm>
            <a:custGeom>
              <a:avLst/>
              <a:gdLst>
                <a:gd name="connsiteX0" fmla="*/ 3804 w 0"/>
                <a:gd name="connsiteY0" fmla="*/ 3804 h 0"/>
                <a:gd name="connsiteX1" fmla="*/ 3804 w 0"/>
                <a:gd name="connsiteY1" fmla="*/ 3804 h 0"/>
                <a:gd name="connsiteX2" fmla="*/ 3804 w 0"/>
                <a:gd name="connsiteY2" fmla="*/ 3804 h 0"/>
                <a:gd name="connsiteX3" fmla="*/ 3804 w 0"/>
                <a:gd name="connsiteY3" fmla="*/ 3804 h 0"/>
                <a:gd name="connsiteX4" fmla="*/ 3804 w 0"/>
                <a:gd name="connsiteY4" fmla="*/ 380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3804" y="3804"/>
                  </a:moveTo>
                  <a:cubicBezTo>
                    <a:pt x="3804" y="3804"/>
                    <a:pt x="3804" y="3804"/>
                    <a:pt x="3804" y="3804"/>
                  </a:cubicBezTo>
                  <a:cubicBezTo>
                    <a:pt x="3804" y="3804"/>
                    <a:pt x="-1268" y="-1268"/>
                    <a:pt x="3804" y="3804"/>
                  </a:cubicBezTo>
                  <a:cubicBezTo>
                    <a:pt x="-1268" y="-1268"/>
                    <a:pt x="-1268" y="-1268"/>
                    <a:pt x="3804" y="3804"/>
                  </a:cubicBezTo>
                  <a:cubicBezTo>
                    <a:pt x="-1268" y="-1268"/>
                    <a:pt x="-1268" y="-1268"/>
                    <a:pt x="3804" y="3804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B781D15-9E46-45EC-959C-D854E3B37D34}"/>
                </a:ext>
              </a:extLst>
            </p:cNvPr>
            <p:cNvSpPr/>
            <p:nvPr/>
          </p:nvSpPr>
          <p:spPr>
            <a:xfrm>
              <a:off x="2890490" y="3134824"/>
              <a:ext cx="50720" cy="50720"/>
            </a:xfrm>
            <a:custGeom>
              <a:avLst/>
              <a:gdLst>
                <a:gd name="connsiteX0" fmla="*/ 0 w 0"/>
                <a:gd name="connsiteY0" fmla="*/ 5072 h 0"/>
                <a:gd name="connsiteX1" fmla="*/ 0 w 0"/>
                <a:gd name="connsiteY1" fmla="*/ 0 h 0"/>
                <a:gd name="connsiteX2" fmla="*/ 0 w 0"/>
                <a:gd name="connsiteY2" fmla="*/ 5072 h 0"/>
                <a:gd name="connsiteX3" fmla="*/ 0 w 0"/>
                <a:gd name="connsiteY3" fmla="*/ 507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5072"/>
                  </a:moveTo>
                  <a:cubicBezTo>
                    <a:pt x="0" y="5072"/>
                    <a:pt x="0" y="0"/>
                    <a:pt x="0" y="0"/>
                  </a:cubicBezTo>
                  <a:cubicBezTo>
                    <a:pt x="0" y="5072"/>
                    <a:pt x="0" y="5072"/>
                    <a:pt x="0" y="5072"/>
                  </a:cubicBezTo>
                  <a:cubicBezTo>
                    <a:pt x="0" y="5072"/>
                    <a:pt x="0" y="5072"/>
                    <a:pt x="0" y="5072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46B1973-C2F8-4AAC-BBC2-40EF635C183B}"/>
                </a:ext>
              </a:extLst>
            </p:cNvPr>
            <p:cNvSpPr/>
            <p:nvPr/>
          </p:nvSpPr>
          <p:spPr>
            <a:xfrm>
              <a:off x="2895562" y="3129752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C4C1509-656D-4FA4-91C5-B098AE1A1144}"/>
                </a:ext>
              </a:extLst>
            </p:cNvPr>
            <p:cNvSpPr/>
            <p:nvPr/>
          </p:nvSpPr>
          <p:spPr>
            <a:xfrm>
              <a:off x="2895562" y="3119608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F7C45DE-C4AB-4A0E-B0A3-49F8ABE94D87}"/>
                </a:ext>
              </a:extLst>
            </p:cNvPr>
            <p:cNvSpPr/>
            <p:nvPr/>
          </p:nvSpPr>
          <p:spPr>
            <a:xfrm>
              <a:off x="2890490" y="3107209"/>
              <a:ext cx="50720" cy="50720"/>
            </a:xfrm>
            <a:custGeom>
              <a:avLst/>
              <a:gdLst>
                <a:gd name="connsiteX0" fmla="*/ 0 w 0"/>
                <a:gd name="connsiteY0" fmla="*/ 2254 h 0"/>
                <a:gd name="connsiteX1" fmla="*/ 0 w 0"/>
                <a:gd name="connsiteY1" fmla="*/ 2254 h 0"/>
                <a:gd name="connsiteX2" fmla="*/ 0 w 0"/>
                <a:gd name="connsiteY2" fmla="*/ 2254 h 0"/>
                <a:gd name="connsiteX3" fmla="*/ 0 w 0"/>
                <a:gd name="connsiteY3" fmla="*/ 225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2254"/>
                  </a:moveTo>
                  <a:cubicBezTo>
                    <a:pt x="0" y="2254"/>
                    <a:pt x="0" y="2254"/>
                    <a:pt x="0" y="2254"/>
                  </a:cubicBezTo>
                  <a:cubicBezTo>
                    <a:pt x="0" y="-2818"/>
                    <a:pt x="0" y="2254"/>
                    <a:pt x="0" y="2254"/>
                  </a:cubicBezTo>
                  <a:cubicBezTo>
                    <a:pt x="0" y="2254"/>
                    <a:pt x="0" y="2254"/>
                    <a:pt x="0" y="2254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237FB7B-A492-40CB-BB77-203FC3493D3E}"/>
                </a:ext>
              </a:extLst>
            </p:cNvPr>
            <p:cNvSpPr/>
            <p:nvPr/>
          </p:nvSpPr>
          <p:spPr>
            <a:xfrm>
              <a:off x="2881614" y="3085372"/>
              <a:ext cx="50720" cy="50720"/>
            </a:xfrm>
            <a:custGeom>
              <a:avLst/>
              <a:gdLst>
                <a:gd name="connsiteX0" fmla="*/ 3804 w 0"/>
                <a:gd name="connsiteY0" fmla="*/ 3804 h 0"/>
                <a:gd name="connsiteX1" fmla="*/ 3804 w 0"/>
                <a:gd name="connsiteY1" fmla="*/ 3804 h 0"/>
                <a:gd name="connsiteX2" fmla="*/ 3804 w 0"/>
                <a:gd name="connsiteY2" fmla="*/ 3804 h 0"/>
                <a:gd name="connsiteX3" fmla="*/ 3804 w 0"/>
                <a:gd name="connsiteY3" fmla="*/ 380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3804" y="3804"/>
                  </a:moveTo>
                  <a:cubicBezTo>
                    <a:pt x="-1268" y="3804"/>
                    <a:pt x="-1268" y="-1268"/>
                    <a:pt x="3804" y="3804"/>
                  </a:cubicBezTo>
                  <a:cubicBezTo>
                    <a:pt x="-1268" y="-1268"/>
                    <a:pt x="-1268" y="-1268"/>
                    <a:pt x="3804" y="3804"/>
                  </a:cubicBezTo>
                  <a:cubicBezTo>
                    <a:pt x="-1268" y="-1268"/>
                    <a:pt x="-1268" y="3804"/>
                    <a:pt x="3804" y="3804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EFB0FA3-25C7-49DD-A1D7-BBD03EB576CF}"/>
                </a:ext>
              </a:extLst>
            </p:cNvPr>
            <p:cNvSpPr/>
            <p:nvPr/>
          </p:nvSpPr>
          <p:spPr>
            <a:xfrm>
              <a:off x="2875274" y="3075228"/>
              <a:ext cx="50720" cy="50720"/>
            </a:xfrm>
            <a:custGeom>
              <a:avLst/>
              <a:gdLst>
                <a:gd name="connsiteX0" fmla="*/ 0 w 0"/>
                <a:gd name="connsiteY0" fmla="*/ 3804 h 0"/>
                <a:gd name="connsiteX1" fmla="*/ 0 w 0"/>
                <a:gd name="connsiteY1" fmla="*/ 3804 h 0"/>
                <a:gd name="connsiteX2" fmla="*/ 0 w 0"/>
                <a:gd name="connsiteY2" fmla="*/ 3804 h 0"/>
                <a:gd name="connsiteX3" fmla="*/ 0 w 0"/>
                <a:gd name="connsiteY3" fmla="*/ 380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3804"/>
                  </a:moveTo>
                  <a:cubicBezTo>
                    <a:pt x="0" y="3804"/>
                    <a:pt x="0" y="-1268"/>
                    <a:pt x="0" y="3804"/>
                  </a:cubicBezTo>
                  <a:cubicBezTo>
                    <a:pt x="0" y="-1268"/>
                    <a:pt x="0" y="-1268"/>
                    <a:pt x="0" y="3804"/>
                  </a:cubicBezTo>
                  <a:cubicBezTo>
                    <a:pt x="0" y="3804"/>
                    <a:pt x="0" y="3804"/>
                    <a:pt x="0" y="3804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8B6DFA2-047D-4D39-8865-50A1CE2CDBA5}"/>
                </a:ext>
              </a:extLst>
            </p:cNvPr>
            <p:cNvSpPr/>
            <p:nvPr/>
          </p:nvSpPr>
          <p:spPr>
            <a:xfrm>
              <a:off x="2849914" y="3191884"/>
              <a:ext cx="50720" cy="50720"/>
            </a:xfrm>
            <a:custGeom>
              <a:avLst/>
              <a:gdLst>
                <a:gd name="connsiteX0" fmla="*/ 0 w 0"/>
                <a:gd name="connsiteY0" fmla="*/ 3804 h 0"/>
                <a:gd name="connsiteX1" fmla="*/ 0 w 0"/>
                <a:gd name="connsiteY1" fmla="*/ 3804 h 0"/>
                <a:gd name="connsiteX2" fmla="*/ 0 w 0"/>
                <a:gd name="connsiteY2" fmla="*/ 3804 h 0"/>
                <a:gd name="connsiteX3" fmla="*/ 0 w 0"/>
                <a:gd name="connsiteY3" fmla="*/ 380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3804"/>
                  </a:moveTo>
                  <a:cubicBezTo>
                    <a:pt x="5072" y="-1268"/>
                    <a:pt x="5072" y="-1268"/>
                    <a:pt x="0" y="3804"/>
                  </a:cubicBezTo>
                  <a:cubicBezTo>
                    <a:pt x="5072" y="-1268"/>
                    <a:pt x="5072" y="-1268"/>
                    <a:pt x="0" y="3804"/>
                  </a:cubicBezTo>
                  <a:cubicBezTo>
                    <a:pt x="5072" y="-1268"/>
                    <a:pt x="5072" y="-1268"/>
                    <a:pt x="0" y="3804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FEC9A2-725A-43B4-9B4C-3A0B3699EA2F}"/>
                </a:ext>
              </a:extLst>
            </p:cNvPr>
            <p:cNvSpPr/>
            <p:nvPr/>
          </p:nvSpPr>
          <p:spPr>
            <a:xfrm>
              <a:off x="2880346" y="3161452"/>
              <a:ext cx="50720" cy="50720"/>
            </a:xfrm>
            <a:custGeom>
              <a:avLst/>
              <a:gdLst>
                <a:gd name="connsiteX0" fmla="*/ 0 w 0"/>
                <a:gd name="connsiteY0" fmla="*/ 3804 h 0"/>
                <a:gd name="connsiteX1" fmla="*/ 0 w 0"/>
                <a:gd name="connsiteY1" fmla="*/ 3804 h 0"/>
                <a:gd name="connsiteX2" fmla="*/ 0 w 0"/>
                <a:gd name="connsiteY2" fmla="*/ 3804 h 0"/>
                <a:gd name="connsiteX3" fmla="*/ 0 w 0"/>
                <a:gd name="connsiteY3" fmla="*/ 380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3804"/>
                  </a:moveTo>
                  <a:cubicBezTo>
                    <a:pt x="0" y="3804"/>
                    <a:pt x="0" y="-1268"/>
                    <a:pt x="0" y="3804"/>
                  </a:cubicBezTo>
                  <a:cubicBezTo>
                    <a:pt x="0" y="-1268"/>
                    <a:pt x="0" y="-1268"/>
                    <a:pt x="0" y="3804"/>
                  </a:cubicBezTo>
                  <a:cubicBezTo>
                    <a:pt x="0" y="-1268"/>
                    <a:pt x="0" y="3804"/>
                    <a:pt x="0" y="3804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5946E8-2210-4B35-900D-8435440517E6}"/>
                </a:ext>
              </a:extLst>
            </p:cNvPr>
            <p:cNvSpPr/>
            <p:nvPr/>
          </p:nvSpPr>
          <p:spPr>
            <a:xfrm>
              <a:off x="2890490" y="3150040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F5E9D43-E5E5-4DF6-A077-18238F04B2A9}"/>
                </a:ext>
              </a:extLst>
            </p:cNvPr>
            <p:cNvSpPr/>
            <p:nvPr/>
          </p:nvSpPr>
          <p:spPr>
            <a:xfrm>
              <a:off x="2621673" y="3281912"/>
              <a:ext cx="304321" cy="253600"/>
            </a:xfrm>
            <a:custGeom>
              <a:avLst/>
              <a:gdLst>
                <a:gd name="connsiteX0" fmla="*/ 309393 w 304320"/>
                <a:gd name="connsiteY0" fmla="*/ 76080 h 253600"/>
                <a:gd name="connsiteX1" fmla="*/ 309393 w 304320"/>
                <a:gd name="connsiteY1" fmla="*/ 76080 h 253600"/>
                <a:gd name="connsiteX2" fmla="*/ 309393 w 304320"/>
                <a:gd name="connsiteY2" fmla="*/ 65936 h 253600"/>
                <a:gd name="connsiteX3" fmla="*/ 309393 w 304320"/>
                <a:gd name="connsiteY3" fmla="*/ 60864 h 253600"/>
                <a:gd name="connsiteX4" fmla="*/ 309393 w 304320"/>
                <a:gd name="connsiteY4" fmla="*/ 55792 h 253600"/>
                <a:gd name="connsiteX5" fmla="*/ 309393 w 304320"/>
                <a:gd name="connsiteY5" fmla="*/ 50720 h 253600"/>
                <a:gd name="connsiteX6" fmla="*/ 304321 w 304320"/>
                <a:gd name="connsiteY6" fmla="*/ 40576 h 253600"/>
                <a:gd name="connsiteX7" fmla="*/ 304321 w 304320"/>
                <a:gd name="connsiteY7" fmla="*/ 40576 h 253600"/>
                <a:gd name="connsiteX8" fmla="*/ 299249 w 304320"/>
                <a:gd name="connsiteY8" fmla="*/ 35504 h 253600"/>
                <a:gd name="connsiteX9" fmla="*/ 299249 w 304320"/>
                <a:gd name="connsiteY9" fmla="*/ 35504 h 253600"/>
                <a:gd name="connsiteX10" fmla="*/ 289105 w 304320"/>
                <a:gd name="connsiteY10" fmla="*/ 25360 h 253600"/>
                <a:gd name="connsiteX11" fmla="*/ 284033 w 304320"/>
                <a:gd name="connsiteY11" fmla="*/ 25360 h 253600"/>
                <a:gd name="connsiteX12" fmla="*/ 268817 w 304320"/>
                <a:gd name="connsiteY12" fmla="*/ 15216 h 253600"/>
                <a:gd name="connsiteX13" fmla="*/ 268817 w 304320"/>
                <a:gd name="connsiteY13" fmla="*/ 15216 h 253600"/>
                <a:gd name="connsiteX14" fmla="*/ 243457 w 304320"/>
                <a:gd name="connsiteY14" fmla="*/ 5072 h 253600"/>
                <a:gd name="connsiteX15" fmla="*/ 238384 w 304320"/>
                <a:gd name="connsiteY15" fmla="*/ 5072 h 253600"/>
                <a:gd name="connsiteX16" fmla="*/ 233312 w 304320"/>
                <a:gd name="connsiteY16" fmla="*/ 5072 h 253600"/>
                <a:gd name="connsiteX17" fmla="*/ 223168 w 304320"/>
                <a:gd name="connsiteY17" fmla="*/ 0 h 253600"/>
                <a:gd name="connsiteX18" fmla="*/ 223168 w 304320"/>
                <a:gd name="connsiteY18" fmla="*/ 0 h 253600"/>
                <a:gd name="connsiteX19" fmla="*/ 223168 w 304320"/>
                <a:gd name="connsiteY19" fmla="*/ 0 h 253600"/>
                <a:gd name="connsiteX20" fmla="*/ 218096 w 304320"/>
                <a:gd name="connsiteY20" fmla="*/ 0 h 253600"/>
                <a:gd name="connsiteX21" fmla="*/ 213024 w 304320"/>
                <a:gd name="connsiteY21" fmla="*/ 0 h 253600"/>
                <a:gd name="connsiteX22" fmla="*/ 213024 w 304320"/>
                <a:gd name="connsiteY22" fmla="*/ 0 h 253600"/>
                <a:gd name="connsiteX23" fmla="*/ 207952 w 304320"/>
                <a:gd name="connsiteY23" fmla="*/ 0 h 253600"/>
                <a:gd name="connsiteX24" fmla="*/ 202880 w 304320"/>
                <a:gd name="connsiteY24" fmla="*/ 0 h 253600"/>
                <a:gd name="connsiteX25" fmla="*/ 197808 w 304320"/>
                <a:gd name="connsiteY25" fmla="*/ 0 h 253600"/>
                <a:gd name="connsiteX26" fmla="*/ 192736 w 304320"/>
                <a:gd name="connsiteY26" fmla="*/ 0 h 253600"/>
                <a:gd name="connsiteX27" fmla="*/ 187664 w 304320"/>
                <a:gd name="connsiteY27" fmla="*/ 0 h 253600"/>
                <a:gd name="connsiteX28" fmla="*/ 187664 w 304320"/>
                <a:gd name="connsiteY28" fmla="*/ 0 h 253600"/>
                <a:gd name="connsiteX29" fmla="*/ 182592 w 304320"/>
                <a:gd name="connsiteY29" fmla="*/ 0 h 253600"/>
                <a:gd name="connsiteX30" fmla="*/ 177520 w 304320"/>
                <a:gd name="connsiteY30" fmla="*/ 0 h 253600"/>
                <a:gd name="connsiteX31" fmla="*/ 172448 w 304320"/>
                <a:gd name="connsiteY31" fmla="*/ 0 h 253600"/>
                <a:gd name="connsiteX32" fmla="*/ 167376 w 304320"/>
                <a:gd name="connsiteY32" fmla="*/ 0 h 253600"/>
                <a:gd name="connsiteX33" fmla="*/ 162304 w 304320"/>
                <a:gd name="connsiteY33" fmla="*/ 0 h 253600"/>
                <a:gd name="connsiteX34" fmla="*/ 162304 w 304320"/>
                <a:gd name="connsiteY34" fmla="*/ 0 h 253600"/>
                <a:gd name="connsiteX35" fmla="*/ 157232 w 304320"/>
                <a:gd name="connsiteY35" fmla="*/ 0 h 253600"/>
                <a:gd name="connsiteX36" fmla="*/ 157232 w 304320"/>
                <a:gd name="connsiteY36" fmla="*/ 0 h 253600"/>
                <a:gd name="connsiteX37" fmla="*/ 152160 w 304320"/>
                <a:gd name="connsiteY37" fmla="*/ 0 h 253600"/>
                <a:gd name="connsiteX38" fmla="*/ 147088 w 304320"/>
                <a:gd name="connsiteY38" fmla="*/ 0 h 253600"/>
                <a:gd name="connsiteX39" fmla="*/ 142016 w 304320"/>
                <a:gd name="connsiteY39" fmla="*/ 0 h 253600"/>
                <a:gd name="connsiteX40" fmla="*/ 131872 w 304320"/>
                <a:gd name="connsiteY40" fmla="*/ 0 h 253600"/>
                <a:gd name="connsiteX41" fmla="*/ 131872 w 304320"/>
                <a:gd name="connsiteY41" fmla="*/ 0 h 253600"/>
                <a:gd name="connsiteX42" fmla="*/ 131872 w 304320"/>
                <a:gd name="connsiteY42" fmla="*/ 0 h 253600"/>
                <a:gd name="connsiteX43" fmla="*/ 131872 w 304320"/>
                <a:gd name="connsiteY43" fmla="*/ 0 h 253600"/>
                <a:gd name="connsiteX44" fmla="*/ 126800 w 304320"/>
                <a:gd name="connsiteY44" fmla="*/ 0 h 253600"/>
                <a:gd name="connsiteX45" fmla="*/ 116656 w 304320"/>
                <a:gd name="connsiteY45" fmla="*/ 0 h 253600"/>
                <a:gd name="connsiteX46" fmla="*/ 111584 w 304320"/>
                <a:gd name="connsiteY46" fmla="*/ 0 h 253600"/>
                <a:gd name="connsiteX47" fmla="*/ 106512 w 304320"/>
                <a:gd name="connsiteY47" fmla="*/ 0 h 253600"/>
                <a:gd name="connsiteX48" fmla="*/ 101440 w 304320"/>
                <a:gd name="connsiteY48" fmla="*/ 0 h 253600"/>
                <a:gd name="connsiteX49" fmla="*/ 101440 w 304320"/>
                <a:gd name="connsiteY49" fmla="*/ 0 h 253600"/>
                <a:gd name="connsiteX50" fmla="*/ 101440 w 304320"/>
                <a:gd name="connsiteY50" fmla="*/ 0 h 253600"/>
                <a:gd name="connsiteX51" fmla="*/ 91296 w 304320"/>
                <a:gd name="connsiteY51" fmla="*/ 5072 h 253600"/>
                <a:gd name="connsiteX52" fmla="*/ 81152 w 304320"/>
                <a:gd name="connsiteY52" fmla="*/ 5072 h 253600"/>
                <a:gd name="connsiteX53" fmla="*/ 76080 w 304320"/>
                <a:gd name="connsiteY53" fmla="*/ 5072 h 253600"/>
                <a:gd name="connsiteX54" fmla="*/ 71008 w 304320"/>
                <a:gd name="connsiteY54" fmla="*/ 5072 h 253600"/>
                <a:gd name="connsiteX55" fmla="*/ 65936 w 304320"/>
                <a:gd name="connsiteY55" fmla="*/ 5072 h 253600"/>
                <a:gd name="connsiteX56" fmla="*/ 40576 w 304320"/>
                <a:gd name="connsiteY56" fmla="*/ 15216 h 253600"/>
                <a:gd name="connsiteX57" fmla="*/ 30432 w 304320"/>
                <a:gd name="connsiteY57" fmla="*/ 20288 h 253600"/>
                <a:gd name="connsiteX58" fmla="*/ 30432 w 304320"/>
                <a:gd name="connsiteY58" fmla="*/ 20288 h 253600"/>
                <a:gd name="connsiteX59" fmla="*/ 30432 w 304320"/>
                <a:gd name="connsiteY59" fmla="*/ 20288 h 253600"/>
                <a:gd name="connsiteX60" fmla="*/ 25360 w 304320"/>
                <a:gd name="connsiteY60" fmla="*/ 20288 h 253600"/>
                <a:gd name="connsiteX61" fmla="*/ 20288 w 304320"/>
                <a:gd name="connsiteY61" fmla="*/ 25360 h 253600"/>
                <a:gd name="connsiteX62" fmla="*/ 20288 w 304320"/>
                <a:gd name="connsiteY62" fmla="*/ 25360 h 253600"/>
                <a:gd name="connsiteX63" fmla="*/ 20288 w 304320"/>
                <a:gd name="connsiteY63" fmla="*/ 25360 h 253600"/>
                <a:gd name="connsiteX64" fmla="*/ 15216 w 304320"/>
                <a:gd name="connsiteY64" fmla="*/ 30432 h 253600"/>
                <a:gd name="connsiteX65" fmla="*/ 10144 w 304320"/>
                <a:gd name="connsiteY65" fmla="*/ 30432 h 253600"/>
                <a:gd name="connsiteX66" fmla="*/ 10144 w 304320"/>
                <a:gd name="connsiteY66" fmla="*/ 30432 h 253600"/>
                <a:gd name="connsiteX67" fmla="*/ 10144 w 304320"/>
                <a:gd name="connsiteY67" fmla="*/ 30432 h 253600"/>
                <a:gd name="connsiteX68" fmla="*/ 10144 w 304320"/>
                <a:gd name="connsiteY68" fmla="*/ 30432 h 253600"/>
                <a:gd name="connsiteX69" fmla="*/ 5072 w 304320"/>
                <a:gd name="connsiteY69" fmla="*/ 35504 h 253600"/>
                <a:gd name="connsiteX70" fmla="*/ 5072 w 304320"/>
                <a:gd name="connsiteY70" fmla="*/ 35504 h 253600"/>
                <a:gd name="connsiteX71" fmla="*/ 5072 w 304320"/>
                <a:gd name="connsiteY71" fmla="*/ 35504 h 253600"/>
                <a:gd name="connsiteX72" fmla="*/ 5072 w 304320"/>
                <a:gd name="connsiteY72" fmla="*/ 35504 h 253600"/>
                <a:gd name="connsiteX73" fmla="*/ 5072 w 304320"/>
                <a:gd name="connsiteY73" fmla="*/ 40576 h 253600"/>
                <a:gd name="connsiteX74" fmla="*/ 0 w 304320"/>
                <a:gd name="connsiteY74" fmla="*/ 45648 h 253600"/>
                <a:gd name="connsiteX75" fmla="*/ 0 w 304320"/>
                <a:gd name="connsiteY75" fmla="*/ 45648 h 253600"/>
                <a:gd name="connsiteX76" fmla="*/ 0 w 304320"/>
                <a:gd name="connsiteY76" fmla="*/ 45648 h 253600"/>
                <a:gd name="connsiteX77" fmla="*/ 0 w 304320"/>
                <a:gd name="connsiteY77" fmla="*/ 50720 h 253600"/>
                <a:gd name="connsiteX78" fmla="*/ 0 w 304320"/>
                <a:gd name="connsiteY78" fmla="*/ 55792 h 253600"/>
                <a:gd name="connsiteX79" fmla="*/ 0 w 304320"/>
                <a:gd name="connsiteY79" fmla="*/ 55792 h 253600"/>
                <a:gd name="connsiteX80" fmla="*/ 0 w 304320"/>
                <a:gd name="connsiteY80" fmla="*/ 60864 h 253600"/>
                <a:gd name="connsiteX81" fmla="*/ 0 w 304320"/>
                <a:gd name="connsiteY81" fmla="*/ 65936 h 253600"/>
                <a:gd name="connsiteX82" fmla="*/ 0 w 304320"/>
                <a:gd name="connsiteY82" fmla="*/ 65936 h 253600"/>
                <a:gd name="connsiteX83" fmla="*/ 0 w 304320"/>
                <a:gd name="connsiteY83" fmla="*/ 65936 h 253600"/>
                <a:gd name="connsiteX84" fmla="*/ 0 w 304320"/>
                <a:gd name="connsiteY84" fmla="*/ 71008 h 253600"/>
                <a:gd name="connsiteX85" fmla="*/ 0 w 304320"/>
                <a:gd name="connsiteY85" fmla="*/ 76080 h 253600"/>
                <a:gd name="connsiteX86" fmla="*/ 0 w 304320"/>
                <a:gd name="connsiteY86" fmla="*/ 76080 h 253600"/>
                <a:gd name="connsiteX87" fmla="*/ 0 w 304320"/>
                <a:gd name="connsiteY87" fmla="*/ 76080 h 253600"/>
                <a:gd name="connsiteX88" fmla="*/ 0 w 304320"/>
                <a:gd name="connsiteY88" fmla="*/ 76080 h 253600"/>
                <a:gd name="connsiteX89" fmla="*/ 0 w 304320"/>
                <a:gd name="connsiteY89" fmla="*/ 131872 h 253600"/>
                <a:gd name="connsiteX90" fmla="*/ 10144 w 304320"/>
                <a:gd name="connsiteY90" fmla="*/ 131872 h 253600"/>
                <a:gd name="connsiteX91" fmla="*/ 10144 w 304320"/>
                <a:gd name="connsiteY91" fmla="*/ 273888 h 253600"/>
                <a:gd name="connsiteX92" fmla="*/ 15216 w 304320"/>
                <a:gd name="connsiteY92" fmla="*/ 268816 h 253600"/>
                <a:gd name="connsiteX93" fmla="*/ 25360 w 304320"/>
                <a:gd name="connsiteY93" fmla="*/ 258672 h 253600"/>
                <a:gd name="connsiteX94" fmla="*/ 45648 w 304320"/>
                <a:gd name="connsiteY94" fmla="*/ 243456 h 253600"/>
                <a:gd name="connsiteX95" fmla="*/ 55792 w 304320"/>
                <a:gd name="connsiteY95" fmla="*/ 238384 h 253600"/>
                <a:gd name="connsiteX96" fmla="*/ 91296 w 304320"/>
                <a:gd name="connsiteY96" fmla="*/ 223168 h 253600"/>
                <a:gd name="connsiteX97" fmla="*/ 91296 w 304320"/>
                <a:gd name="connsiteY97" fmla="*/ 218096 h 253600"/>
                <a:gd name="connsiteX98" fmla="*/ 111584 w 304320"/>
                <a:gd name="connsiteY98" fmla="*/ 213024 h 253600"/>
                <a:gd name="connsiteX99" fmla="*/ 116656 w 304320"/>
                <a:gd name="connsiteY99" fmla="*/ 213024 h 253600"/>
                <a:gd name="connsiteX100" fmla="*/ 86224 w 304320"/>
                <a:gd name="connsiteY100" fmla="*/ 268816 h 253600"/>
                <a:gd name="connsiteX101" fmla="*/ 86224 w 304320"/>
                <a:gd name="connsiteY101" fmla="*/ 268816 h 253600"/>
                <a:gd name="connsiteX102" fmla="*/ 126800 w 304320"/>
                <a:gd name="connsiteY102" fmla="*/ 213024 h 253600"/>
                <a:gd name="connsiteX103" fmla="*/ 131872 w 304320"/>
                <a:gd name="connsiteY103" fmla="*/ 213024 h 253600"/>
                <a:gd name="connsiteX104" fmla="*/ 147088 w 304320"/>
                <a:gd name="connsiteY104" fmla="*/ 213024 h 253600"/>
                <a:gd name="connsiteX105" fmla="*/ 162304 w 304320"/>
                <a:gd name="connsiteY105" fmla="*/ 213024 h 253600"/>
                <a:gd name="connsiteX106" fmla="*/ 172448 w 304320"/>
                <a:gd name="connsiteY106" fmla="*/ 233312 h 253600"/>
                <a:gd name="connsiteX107" fmla="*/ 167376 w 304320"/>
                <a:gd name="connsiteY107" fmla="*/ 223168 h 253600"/>
                <a:gd name="connsiteX108" fmla="*/ 167376 w 304320"/>
                <a:gd name="connsiteY108" fmla="*/ 218096 h 253600"/>
                <a:gd name="connsiteX109" fmla="*/ 167376 w 304320"/>
                <a:gd name="connsiteY109" fmla="*/ 218096 h 253600"/>
                <a:gd name="connsiteX110" fmla="*/ 167376 w 304320"/>
                <a:gd name="connsiteY110" fmla="*/ 213024 h 253600"/>
                <a:gd name="connsiteX111" fmla="*/ 182592 w 304320"/>
                <a:gd name="connsiteY111" fmla="*/ 213024 h 253600"/>
                <a:gd name="connsiteX112" fmla="*/ 197808 w 304320"/>
                <a:gd name="connsiteY112" fmla="*/ 218096 h 253600"/>
                <a:gd name="connsiteX113" fmla="*/ 218096 w 304320"/>
                <a:gd name="connsiteY113" fmla="*/ 223168 h 253600"/>
                <a:gd name="connsiteX114" fmla="*/ 218096 w 304320"/>
                <a:gd name="connsiteY114" fmla="*/ 162304 h 253600"/>
                <a:gd name="connsiteX115" fmla="*/ 223168 w 304320"/>
                <a:gd name="connsiteY115" fmla="*/ 162304 h 253600"/>
                <a:gd name="connsiteX116" fmla="*/ 233312 w 304320"/>
                <a:gd name="connsiteY116" fmla="*/ 157232 h 253600"/>
                <a:gd name="connsiteX117" fmla="*/ 258673 w 304320"/>
                <a:gd name="connsiteY117" fmla="*/ 147088 h 253600"/>
                <a:gd name="connsiteX118" fmla="*/ 273889 w 304320"/>
                <a:gd name="connsiteY118" fmla="*/ 136944 h 253600"/>
                <a:gd name="connsiteX119" fmla="*/ 278961 w 304320"/>
                <a:gd name="connsiteY119" fmla="*/ 131872 h 253600"/>
                <a:gd name="connsiteX120" fmla="*/ 289105 w 304320"/>
                <a:gd name="connsiteY120" fmla="*/ 121728 h 253600"/>
                <a:gd name="connsiteX121" fmla="*/ 289105 w 304320"/>
                <a:gd name="connsiteY121" fmla="*/ 121728 h 253600"/>
                <a:gd name="connsiteX122" fmla="*/ 299249 w 304320"/>
                <a:gd name="connsiteY122" fmla="*/ 116656 h 253600"/>
                <a:gd name="connsiteX123" fmla="*/ 299249 w 304320"/>
                <a:gd name="connsiteY123" fmla="*/ 111584 h 253600"/>
                <a:gd name="connsiteX124" fmla="*/ 304321 w 304320"/>
                <a:gd name="connsiteY124" fmla="*/ 101440 h 253600"/>
                <a:gd name="connsiteX125" fmla="*/ 304321 w 304320"/>
                <a:gd name="connsiteY125" fmla="*/ 101440 h 253600"/>
                <a:gd name="connsiteX126" fmla="*/ 304321 w 304320"/>
                <a:gd name="connsiteY126" fmla="*/ 101440 h 253600"/>
                <a:gd name="connsiteX127" fmla="*/ 304321 w 304320"/>
                <a:gd name="connsiteY127" fmla="*/ 101440 h 253600"/>
                <a:gd name="connsiteX128" fmla="*/ 304321 w 304320"/>
                <a:gd name="connsiteY128" fmla="*/ 96368 h 253600"/>
                <a:gd name="connsiteX129" fmla="*/ 304321 w 304320"/>
                <a:gd name="connsiteY129" fmla="*/ 91296 h 253600"/>
                <a:gd name="connsiteX130" fmla="*/ 304321 w 304320"/>
                <a:gd name="connsiteY130" fmla="*/ 86224 h 253600"/>
                <a:gd name="connsiteX131" fmla="*/ 304321 w 304320"/>
                <a:gd name="connsiteY131" fmla="*/ 81152 h 253600"/>
                <a:gd name="connsiteX132" fmla="*/ 309393 w 304320"/>
                <a:gd name="connsiteY132" fmla="*/ 76080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304320" h="253600">
                  <a:moveTo>
                    <a:pt x="309393" y="76080"/>
                  </a:moveTo>
                  <a:cubicBezTo>
                    <a:pt x="309393" y="76080"/>
                    <a:pt x="309393" y="71008"/>
                    <a:pt x="309393" y="76080"/>
                  </a:cubicBezTo>
                  <a:cubicBezTo>
                    <a:pt x="309393" y="71008"/>
                    <a:pt x="309393" y="71008"/>
                    <a:pt x="309393" y="65936"/>
                  </a:cubicBezTo>
                  <a:cubicBezTo>
                    <a:pt x="309393" y="65936"/>
                    <a:pt x="309393" y="65936"/>
                    <a:pt x="309393" y="60864"/>
                  </a:cubicBezTo>
                  <a:cubicBezTo>
                    <a:pt x="309393" y="60864"/>
                    <a:pt x="309393" y="55792"/>
                    <a:pt x="309393" y="55792"/>
                  </a:cubicBezTo>
                  <a:cubicBezTo>
                    <a:pt x="309393" y="55792"/>
                    <a:pt x="309393" y="55792"/>
                    <a:pt x="309393" y="50720"/>
                  </a:cubicBezTo>
                  <a:cubicBezTo>
                    <a:pt x="309393" y="45648"/>
                    <a:pt x="304321" y="45648"/>
                    <a:pt x="304321" y="40576"/>
                  </a:cubicBezTo>
                  <a:cubicBezTo>
                    <a:pt x="304321" y="40576"/>
                    <a:pt x="304321" y="40576"/>
                    <a:pt x="304321" y="40576"/>
                  </a:cubicBezTo>
                  <a:cubicBezTo>
                    <a:pt x="304321" y="40576"/>
                    <a:pt x="299249" y="35504"/>
                    <a:pt x="299249" y="35504"/>
                  </a:cubicBezTo>
                  <a:cubicBezTo>
                    <a:pt x="299249" y="35504"/>
                    <a:pt x="299249" y="35504"/>
                    <a:pt x="299249" y="35504"/>
                  </a:cubicBezTo>
                  <a:cubicBezTo>
                    <a:pt x="294177" y="30432"/>
                    <a:pt x="294177" y="25360"/>
                    <a:pt x="289105" y="25360"/>
                  </a:cubicBezTo>
                  <a:cubicBezTo>
                    <a:pt x="289105" y="25360"/>
                    <a:pt x="289105" y="25360"/>
                    <a:pt x="284033" y="25360"/>
                  </a:cubicBezTo>
                  <a:cubicBezTo>
                    <a:pt x="278961" y="20288"/>
                    <a:pt x="273889" y="20288"/>
                    <a:pt x="268817" y="15216"/>
                  </a:cubicBezTo>
                  <a:lnTo>
                    <a:pt x="268817" y="15216"/>
                  </a:lnTo>
                  <a:cubicBezTo>
                    <a:pt x="263745" y="10144"/>
                    <a:pt x="253601" y="5072"/>
                    <a:pt x="243457" y="5072"/>
                  </a:cubicBezTo>
                  <a:cubicBezTo>
                    <a:pt x="243457" y="5072"/>
                    <a:pt x="238384" y="5072"/>
                    <a:pt x="238384" y="5072"/>
                  </a:cubicBezTo>
                  <a:cubicBezTo>
                    <a:pt x="238384" y="5072"/>
                    <a:pt x="233312" y="5072"/>
                    <a:pt x="233312" y="5072"/>
                  </a:cubicBezTo>
                  <a:cubicBezTo>
                    <a:pt x="228240" y="5072"/>
                    <a:pt x="223168" y="5072"/>
                    <a:pt x="223168" y="0"/>
                  </a:cubicBezTo>
                  <a:lnTo>
                    <a:pt x="223168" y="0"/>
                  </a:lnTo>
                  <a:cubicBezTo>
                    <a:pt x="223168" y="0"/>
                    <a:pt x="223168" y="0"/>
                    <a:pt x="223168" y="0"/>
                  </a:cubicBezTo>
                  <a:cubicBezTo>
                    <a:pt x="223168" y="0"/>
                    <a:pt x="218096" y="0"/>
                    <a:pt x="218096" y="0"/>
                  </a:cubicBezTo>
                  <a:cubicBezTo>
                    <a:pt x="218096" y="0"/>
                    <a:pt x="218096" y="0"/>
                    <a:pt x="213024" y="0"/>
                  </a:cubicBezTo>
                  <a:cubicBezTo>
                    <a:pt x="213024" y="0"/>
                    <a:pt x="213024" y="0"/>
                    <a:pt x="213024" y="0"/>
                  </a:cubicBezTo>
                  <a:cubicBezTo>
                    <a:pt x="213024" y="0"/>
                    <a:pt x="207952" y="0"/>
                    <a:pt x="207952" y="0"/>
                  </a:cubicBezTo>
                  <a:cubicBezTo>
                    <a:pt x="207952" y="0"/>
                    <a:pt x="207952" y="0"/>
                    <a:pt x="202880" y="0"/>
                  </a:cubicBezTo>
                  <a:cubicBezTo>
                    <a:pt x="202880" y="0"/>
                    <a:pt x="197808" y="0"/>
                    <a:pt x="197808" y="0"/>
                  </a:cubicBezTo>
                  <a:cubicBezTo>
                    <a:pt x="197808" y="0"/>
                    <a:pt x="192736" y="0"/>
                    <a:pt x="192736" y="0"/>
                  </a:cubicBezTo>
                  <a:cubicBezTo>
                    <a:pt x="192736" y="0"/>
                    <a:pt x="192736" y="0"/>
                    <a:pt x="187664" y="0"/>
                  </a:cubicBezTo>
                  <a:cubicBezTo>
                    <a:pt x="187664" y="0"/>
                    <a:pt x="187664" y="0"/>
                    <a:pt x="187664" y="0"/>
                  </a:cubicBezTo>
                  <a:cubicBezTo>
                    <a:pt x="187664" y="0"/>
                    <a:pt x="182592" y="0"/>
                    <a:pt x="182592" y="0"/>
                  </a:cubicBezTo>
                  <a:cubicBezTo>
                    <a:pt x="182592" y="0"/>
                    <a:pt x="177520" y="0"/>
                    <a:pt x="177520" y="0"/>
                  </a:cubicBezTo>
                  <a:cubicBezTo>
                    <a:pt x="177520" y="0"/>
                    <a:pt x="172448" y="0"/>
                    <a:pt x="172448" y="0"/>
                  </a:cubicBezTo>
                  <a:cubicBezTo>
                    <a:pt x="172448" y="0"/>
                    <a:pt x="167376" y="0"/>
                    <a:pt x="167376" y="0"/>
                  </a:cubicBezTo>
                  <a:cubicBezTo>
                    <a:pt x="167376" y="0"/>
                    <a:pt x="162304" y="0"/>
                    <a:pt x="162304" y="0"/>
                  </a:cubicBezTo>
                  <a:cubicBezTo>
                    <a:pt x="162304" y="0"/>
                    <a:pt x="162304" y="0"/>
                    <a:pt x="162304" y="0"/>
                  </a:cubicBezTo>
                  <a:cubicBezTo>
                    <a:pt x="162304" y="0"/>
                    <a:pt x="162304" y="0"/>
                    <a:pt x="157232" y="0"/>
                  </a:cubicBezTo>
                  <a:cubicBezTo>
                    <a:pt x="157232" y="0"/>
                    <a:pt x="157232" y="0"/>
                    <a:pt x="157232" y="0"/>
                  </a:cubicBezTo>
                  <a:cubicBezTo>
                    <a:pt x="157232" y="0"/>
                    <a:pt x="152160" y="0"/>
                    <a:pt x="152160" y="0"/>
                  </a:cubicBezTo>
                  <a:cubicBezTo>
                    <a:pt x="152160" y="0"/>
                    <a:pt x="152160" y="0"/>
                    <a:pt x="147088" y="0"/>
                  </a:cubicBezTo>
                  <a:cubicBezTo>
                    <a:pt x="147088" y="0"/>
                    <a:pt x="142016" y="0"/>
                    <a:pt x="142016" y="0"/>
                  </a:cubicBezTo>
                  <a:cubicBezTo>
                    <a:pt x="136944" y="0"/>
                    <a:pt x="136944" y="0"/>
                    <a:pt x="131872" y="0"/>
                  </a:cubicBezTo>
                  <a:cubicBezTo>
                    <a:pt x="131872" y="0"/>
                    <a:pt x="131872" y="0"/>
                    <a:pt x="131872" y="0"/>
                  </a:cubicBezTo>
                  <a:cubicBezTo>
                    <a:pt x="131872" y="0"/>
                    <a:pt x="131872" y="0"/>
                    <a:pt x="131872" y="0"/>
                  </a:cubicBezTo>
                  <a:cubicBezTo>
                    <a:pt x="131872" y="0"/>
                    <a:pt x="131872" y="0"/>
                    <a:pt x="131872" y="0"/>
                  </a:cubicBezTo>
                  <a:cubicBezTo>
                    <a:pt x="131872" y="0"/>
                    <a:pt x="126800" y="0"/>
                    <a:pt x="126800" y="0"/>
                  </a:cubicBezTo>
                  <a:cubicBezTo>
                    <a:pt x="121728" y="0"/>
                    <a:pt x="116656" y="0"/>
                    <a:pt x="116656" y="0"/>
                  </a:cubicBezTo>
                  <a:cubicBezTo>
                    <a:pt x="116656" y="0"/>
                    <a:pt x="116656" y="0"/>
                    <a:pt x="111584" y="0"/>
                  </a:cubicBezTo>
                  <a:cubicBezTo>
                    <a:pt x="111584" y="0"/>
                    <a:pt x="111584" y="0"/>
                    <a:pt x="106512" y="0"/>
                  </a:cubicBezTo>
                  <a:cubicBezTo>
                    <a:pt x="106512" y="0"/>
                    <a:pt x="101440" y="0"/>
                    <a:pt x="101440" y="0"/>
                  </a:cubicBezTo>
                  <a:cubicBezTo>
                    <a:pt x="101440" y="0"/>
                    <a:pt x="101440" y="0"/>
                    <a:pt x="101440" y="0"/>
                  </a:cubicBezTo>
                  <a:cubicBezTo>
                    <a:pt x="101440" y="0"/>
                    <a:pt x="101440" y="0"/>
                    <a:pt x="101440" y="0"/>
                  </a:cubicBezTo>
                  <a:cubicBezTo>
                    <a:pt x="96368" y="0"/>
                    <a:pt x="96368" y="0"/>
                    <a:pt x="91296" y="5072"/>
                  </a:cubicBezTo>
                  <a:cubicBezTo>
                    <a:pt x="86224" y="5072"/>
                    <a:pt x="86224" y="5072"/>
                    <a:pt x="81152" y="5072"/>
                  </a:cubicBezTo>
                  <a:cubicBezTo>
                    <a:pt x="81152" y="5072"/>
                    <a:pt x="76080" y="5072"/>
                    <a:pt x="76080" y="5072"/>
                  </a:cubicBezTo>
                  <a:cubicBezTo>
                    <a:pt x="76080" y="5072"/>
                    <a:pt x="76080" y="5072"/>
                    <a:pt x="71008" y="5072"/>
                  </a:cubicBezTo>
                  <a:cubicBezTo>
                    <a:pt x="71008" y="5072"/>
                    <a:pt x="71008" y="5072"/>
                    <a:pt x="65936" y="5072"/>
                  </a:cubicBezTo>
                  <a:cubicBezTo>
                    <a:pt x="55792" y="10144"/>
                    <a:pt x="50720" y="10144"/>
                    <a:pt x="40576" y="15216"/>
                  </a:cubicBezTo>
                  <a:cubicBezTo>
                    <a:pt x="35504" y="15216"/>
                    <a:pt x="35504" y="20288"/>
                    <a:pt x="30432" y="20288"/>
                  </a:cubicBezTo>
                  <a:cubicBezTo>
                    <a:pt x="30432" y="20288"/>
                    <a:pt x="30432" y="20288"/>
                    <a:pt x="30432" y="20288"/>
                  </a:cubicBezTo>
                  <a:cubicBezTo>
                    <a:pt x="30432" y="20288"/>
                    <a:pt x="30432" y="20288"/>
                    <a:pt x="30432" y="20288"/>
                  </a:cubicBezTo>
                  <a:cubicBezTo>
                    <a:pt x="30432" y="20288"/>
                    <a:pt x="30432" y="20288"/>
                    <a:pt x="25360" y="20288"/>
                  </a:cubicBezTo>
                  <a:cubicBezTo>
                    <a:pt x="25360" y="20288"/>
                    <a:pt x="20288" y="20288"/>
                    <a:pt x="20288" y="25360"/>
                  </a:cubicBezTo>
                  <a:cubicBezTo>
                    <a:pt x="20288" y="25360"/>
                    <a:pt x="20288" y="25360"/>
                    <a:pt x="20288" y="25360"/>
                  </a:cubicBezTo>
                  <a:cubicBezTo>
                    <a:pt x="20288" y="25360"/>
                    <a:pt x="20288" y="25360"/>
                    <a:pt x="20288" y="25360"/>
                  </a:cubicBezTo>
                  <a:cubicBezTo>
                    <a:pt x="20288" y="25360"/>
                    <a:pt x="20288" y="25360"/>
                    <a:pt x="15216" y="30432"/>
                  </a:cubicBezTo>
                  <a:cubicBezTo>
                    <a:pt x="15216" y="30432"/>
                    <a:pt x="15216" y="30432"/>
                    <a:pt x="10144" y="30432"/>
                  </a:cubicBezTo>
                  <a:cubicBezTo>
                    <a:pt x="10144" y="30432"/>
                    <a:pt x="10144" y="30432"/>
                    <a:pt x="10144" y="30432"/>
                  </a:cubicBezTo>
                  <a:cubicBezTo>
                    <a:pt x="10144" y="30432"/>
                    <a:pt x="10144" y="30432"/>
                    <a:pt x="10144" y="30432"/>
                  </a:cubicBezTo>
                  <a:cubicBezTo>
                    <a:pt x="10144" y="30432"/>
                    <a:pt x="10144" y="30432"/>
                    <a:pt x="10144" y="30432"/>
                  </a:cubicBezTo>
                  <a:cubicBezTo>
                    <a:pt x="10144" y="30432"/>
                    <a:pt x="10144" y="30432"/>
                    <a:pt x="5072" y="35504"/>
                  </a:cubicBezTo>
                  <a:cubicBezTo>
                    <a:pt x="5072" y="35504"/>
                    <a:pt x="5072" y="35504"/>
                    <a:pt x="5072" y="35504"/>
                  </a:cubicBezTo>
                  <a:cubicBezTo>
                    <a:pt x="5072" y="35504"/>
                    <a:pt x="5072" y="35504"/>
                    <a:pt x="5072" y="35504"/>
                  </a:cubicBezTo>
                  <a:cubicBezTo>
                    <a:pt x="5072" y="35504"/>
                    <a:pt x="5072" y="35504"/>
                    <a:pt x="5072" y="35504"/>
                  </a:cubicBezTo>
                  <a:cubicBezTo>
                    <a:pt x="5072" y="35504"/>
                    <a:pt x="5072" y="35504"/>
                    <a:pt x="5072" y="40576"/>
                  </a:cubicBezTo>
                  <a:cubicBezTo>
                    <a:pt x="5072" y="40576"/>
                    <a:pt x="5072" y="45648"/>
                    <a:pt x="0" y="45648"/>
                  </a:cubicBezTo>
                  <a:cubicBezTo>
                    <a:pt x="0" y="45648"/>
                    <a:pt x="0" y="45648"/>
                    <a:pt x="0" y="45648"/>
                  </a:cubicBezTo>
                  <a:cubicBezTo>
                    <a:pt x="0" y="45648"/>
                    <a:pt x="0" y="45648"/>
                    <a:pt x="0" y="45648"/>
                  </a:cubicBezTo>
                  <a:cubicBezTo>
                    <a:pt x="0" y="45648"/>
                    <a:pt x="0" y="45648"/>
                    <a:pt x="0" y="50720"/>
                  </a:cubicBezTo>
                  <a:cubicBezTo>
                    <a:pt x="0" y="50720"/>
                    <a:pt x="0" y="50720"/>
                    <a:pt x="0" y="55792"/>
                  </a:cubicBezTo>
                  <a:cubicBezTo>
                    <a:pt x="0" y="55792"/>
                    <a:pt x="0" y="55792"/>
                    <a:pt x="0" y="55792"/>
                  </a:cubicBezTo>
                  <a:cubicBezTo>
                    <a:pt x="0" y="55792"/>
                    <a:pt x="0" y="55792"/>
                    <a:pt x="0" y="60864"/>
                  </a:cubicBezTo>
                  <a:cubicBezTo>
                    <a:pt x="0" y="60864"/>
                    <a:pt x="0" y="60864"/>
                    <a:pt x="0" y="65936"/>
                  </a:cubicBezTo>
                  <a:cubicBezTo>
                    <a:pt x="0" y="65936"/>
                    <a:pt x="0" y="65936"/>
                    <a:pt x="0" y="65936"/>
                  </a:cubicBezTo>
                  <a:cubicBezTo>
                    <a:pt x="0" y="65936"/>
                    <a:pt x="0" y="65936"/>
                    <a:pt x="0" y="65936"/>
                  </a:cubicBezTo>
                  <a:cubicBezTo>
                    <a:pt x="0" y="65936"/>
                    <a:pt x="0" y="65936"/>
                    <a:pt x="0" y="71008"/>
                  </a:cubicBezTo>
                  <a:cubicBezTo>
                    <a:pt x="0" y="71008"/>
                    <a:pt x="0" y="71008"/>
                    <a:pt x="0" y="76080"/>
                  </a:cubicBezTo>
                  <a:cubicBezTo>
                    <a:pt x="0" y="76080"/>
                    <a:pt x="0" y="76080"/>
                    <a:pt x="0" y="76080"/>
                  </a:cubicBezTo>
                  <a:cubicBezTo>
                    <a:pt x="0" y="76080"/>
                    <a:pt x="0" y="76080"/>
                    <a:pt x="0" y="76080"/>
                  </a:cubicBezTo>
                  <a:cubicBezTo>
                    <a:pt x="0" y="76080"/>
                    <a:pt x="0" y="76080"/>
                    <a:pt x="0" y="76080"/>
                  </a:cubicBezTo>
                  <a:lnTo>
                    <a:pt x="0" y="131872"/>
                  </a:lnTo>
                  <a:lnTo>
                    <a:pt x="10144" y="131872"/>
                  </a:lnTo>
                  <a:lnTo>
                    <a:pt x="10144" y="273888"/>
                  </a:lnTo>
                  <a:cubicBezTo>
                    <a:pt x="10144" y="273888"/>
                    <a:pt x="10144" y="268816"/>
                    <a:pt x="15216" y="268816"/>
                  </a:cubicBezTo>
                  <a:cubicBezTo>
                    <a:pt x="20288" y="263744"/>
                    <a:pt x="20288" y="263744"/>
                    <a:pt x="25360" y="258672"/>
                  </a:cubicBezTo>
                  <a:cubicBezTo>
                    <a:pt x="30432" y="253600"/>
                    <a:pt x="35504" y="248528"/>
                    <a:pt x="45648" y="243456"/>
                  </a:cubicBezTo>
                  <a:cubicBezTo>
                    <a:pt x="50720" y="243456"/>
                    <a:pt x="50720" y="238384"/>
                    <a:pt x="55792" y="238384"/>
                  </a:cubicBezTo>
                  <a:cubicBezTo>
                    <a:pt x="65936" y="233312"/>
                    <a:pt x="81152" y="228240"/>
                    <a:pt x="91296" y="223168"/>
                  </a:cubicBezTo>
                  <a:cubicBezTo>
                    <a:pt x="71008" y="223168"/>
                    <a:pt x="81152" y="223168"/>
                    <a:pt x="91296" y="218096"/>
                  </a:cubicBezTo>
                  <a:cubicBezTo>
                    <a:pt x="96368" y="218096"/>
                    <a:pt x="106512" y="218096"/>
                    <a:pt x="111584" y="213024"/>
                  </a:cubicBezTo>
                  <a:cubicBezTo>
                    <a:pt x="111584" y="213024"/>
                    <a:pt x="116656" y="213024"/>
                    <a:pt x="116656" y="213024"/>
                  </a:cubicBezTo>
                  <a:cubicBezTo>
                    <a:pt x="111584" y="233312"/>
                    <a:pt x="101440" y="253600"/>
                    <a:pt x="86224" y="268816"/>
                  </a:cubicBezTo>
                  <a:cubicBezTo>
                    <a:pt x="86224" y="268816"/>
                    <a:pt x="86224" y="268816"/>
                    <a:pt x="86224" y="268816"/>
                  </a:cubicBezTo>
                  <a:cubicBezTo>
                    <a:pt x="101440" y="263744"/>
                    <a:pt x="116656" y="253600"/>
                    <a:pt x="126800" y="213024"/>
                  </a:cubicBezTo>
                  <a:cubicBezTo>
                    <a:pt x="126800" y="213024"/>
                    <a:pt x="131872" y="213024"/>
                    <a:pt x="131872" y="213024"/>
                  </a:cubicBezTo>
                  <a:cubicBezTo>
                    <a:pt x="136944" y="213024"/>
                    <a:pt x="142016" y="213024"/>
                    <a:pt x="147088" y="213024"/>
                  </a:cubicBezTo>
                  <a:cubicBezTo>
                    <a:pt x="152160" y="213024"/>
                    <a:pt x="157232" y="213024"/>
                    <a:pt x="162304" y="213024"/>
                  </a:cubicBezTo>
                  <a:cubicBezTo>
                    <a:pt x="167376" y="223168"/>
                    <a:pt x="167376" y="228240"/>
                    <a:pt x="172448" y="233312"/>
                  </a:cubicBezTo>
                  <a:cubicBezTo>
                    <a:pt x="172448" y="228240"/>
                    <a:pt x="172448" y="228240"/>
                    <a:pt x="167376" y="223168"/>
                  </a:cubicBezTo>
                  <a:lnTo>
                    <a:pt x="167376" y="218096"/>
                  </a:lnTo>
                  <a:cubicBezTo>
                    <a:pt x="167376" y="218096"/>
                    <a:pt x="167376" y="218096"/>
                    <a:pt x="167376" y="218096"/>
                  </a:cubicBezTo>
                  <a:cubicBezTo>
                    <a:pt x="167376" y="218096"/>
                    <a:pt x="167376" y="213024"/>
                    <a:pt x="167376" y="213024"/>
                  </a:cubicBezTo>
                  <a:cubicBezTo>
                    <a:pt x="172448" y="213024"/>
                    <a:pt x="177520" y="213024"/>
                    <a:pt x="182592" y="213024"/>
                  </a:cubicBezTo>
                  <a:cubicBezTo>
                    <a:pt x="187664" y="213024"/>
                    <a:pt x="192736" y="213024"/>
                    <a:pt x="197808" y="218096"/>
                  </a:cubicBezTo>
                  <a:cubicBezTo>
                    <a:pt x="202880" y="223168"/>
                    <a:pt x="207952" y="223168"/>
                    <a:pt x="218096" y="223168"/>
                  </a:cubicBezTo>
                  <a:lnTo>
                    <a:pt x="218096" y="162304"/>
                  </a:lnTo>
                  <a:cubicBezTo>
                    <a:pt x="218096" y="162304"/>
                    <a:pt x="223168" y="162304"/>
                    <a:pt x="223168" y="162304"/>
                  </a:cubicBezTo>
                  <a:cubicBezTo>
                    <a:pt x="228240" y="162304"/>
                    <a:pt x="228240" y="162304"/>
                    <a:pt x="233312" y="157232"/>
                  </a:cubicBezTo>
                  <a:cubicBezTo>
                    <a:pt x="243457" y="152160"/>
                    <a:pt x="253601" y="152160"/>
                    <a:pt x="258673" y="147088"/>
                  </a:cubicBezTo>
                  <a:cubicBezTo>
                    <a:pt x="263745" y="142016"/>
                    <a:pt x="268817" y="142016"/>
                    <a:pt x="273889" y="136944"/>
                  </a:cubicBezTo>
                  <a:cubicBezTo>
                    <a:pt x="273889" y="136944"/>
                    <a:pt x="273889" y="136944"/>
                    <a:pt x="278961" y="131872"/>
                  </a:cubicBezTo>
                  <a:cubicBezTo>
                    <a:pt x="284033" y="126800"/>
                    <a:pt x="289105" y="126800"/>
                    <a:pt x="289105" y="121728"/>
                  </a:cubicBezTo>
                  <a:cubicBezTo>
                    <a:pt x="289105" y="121728"/>
                    <a:pt x="289105" y="121728"/>
                    <a:pt x="289105" y="121728"/>
                  </a:cubicBezTo>
                  <a:cubicBezTo>
                    <a:pt x="294177" y="121728"/>
                    <a:pt x="294177" y="121728"/>
                    <a:pt x="299249" y="116656"/>
                  </a:cubicBezTo>
                  <a:cubicBezTo>
                    <a:pt x="299249" y="116656"/>
                    <a:pt x="299249" y="116656"/>
                    <a:pt x="299249" y="111584"/>
                  </a:cubicBezTo>
                  <a:cubicBezTo>
                    <a:pt x="299249" y="106512"/>
                    <a:pt x="304321" y="106512"/>
                    <a:pt x="304321" y="101440"/>
                  </a:cubicBezTo>
                  <a:cubicBezTo>
                    <a:pt x="304321" y="101440"/>
                    <a:pt x="304321" y="101440"/>
                    <a:pt x="304321" y="101440"/>
                  </a:cubicBezTo>
                  <a:cubicBezTo>
                    <a:pt x="304321" y="101440"/>
                    <a:pt x="304321" y="101440"/>
                    <a:pt x="304321" y="101440"/>
                  </a:cubicBezTo>
                  <a:cubicBezTo>
                    <a:pt x="304321" y="101440"/>
                    <a:pt x="304321" y="101440"/>
                    <a:pt x="304321" y="101440"/>
                  </a:cubicBezTo>
                  <a:cubicBezTo>
                    <a:pt x="304321" y="101440"/>
                    <a:pt x="304321" y="96368"/>
                    <a:pt x="304321" y="96368"/>
                  </a:cubicBezTo>
                  <a:cubicBezTo>
                    <a:pt x="304321" y="96368"/>
                    <a:pt x="304321" y="96368"/>
                    <a:pt x="304321" y="91296"/>
                  </a:cubicBezTo>
                  <a:cubicBezTo>
                    <a:pt x="304321" y="91296"/>
                    <a:pt x="304321" y="86224"/>
                    <a:pt x="304321" y="86224"/>
                  </a:cubicBezTo>
                  <a:cubicBezTo>
                    <a:pt x="304321" y="86224"/>
                    <a:pt x="304321" y="86224"/>
                    <a:pt x="304321" y="81152"/>
                  </a:cubicBezTo>
                  <a:cubicBezTo>
                    <a:pt x="309393" y="76080"/>
                    <a:pt x="309393" y="76080"/>
                    <a:pt x="309393" y="76080"/>
                  </a:cubicBezTo>
                  <a:close/>
                </a:path>
              </a:pathLst>
            </a:custGeom>
            <a:solidFill>
              <a:srgbClr val="25D8E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0B9CA7-E3B2-4E74-9149-399676A5B3FB}"/>
                </a:ext>
              </a:extLst>
            </p:cNvPr>
            <p:cNvSpPr/>
            <p:nvPr/>
          </p:nvSpPr>
          <p:spPr>
            <a:xfrm>
              <a:off x="2738329" y="3205832"/>
              <a:ext cx="50720" cy="253600"/>
            </a:xfrm>
            <a:custGeom>
              <a:avLst/>
              <a:gdLst>
                <a:gd name="connsiteX0" fmla="*/ 0 w 50720"/>
                <a:gd name="connsiteY0" fmla="*/ 0 h 253600"/>
                <a:gd name="connsiteX1" fmla="*/ 60864 w 50720"/>
                <a:gd name="connsiteY1" fmla="*/ 0 h 253600"/>
                <a:gd name="connsiteX2" fmla="*/ 60864 w 50720"/>
                <a:gd name="connsiteY2" fmla="*/ 278960 h 253600"/>
                <a:gd name="connsiteX3" fmla="*/ 0 w 50720"/>
                <a:gd name="connsiteY3" fmla="*/ 278960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0" h="253600">
                  <a:moveTo>
                    <a:pt x="0" y="0"/>
                  </a:moveTo>
                  <a:lnTo>
                    <a:pt x="60864" y="0"/>
                  </a:lnTo>
                  <a:lnTo>
                    <a:pt x="60864" y="278960"/>
                  </a:lnTo>
                  <a:lnTo>
                    <a:pt x="0" y="278960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A0A03C3-E4E4-4053-9971-79D0E63C269B}"/>
                </a:ext>
              </a:extLst>
            </p:cNvPr>
            <p:cNvSpPr/>
            <p:nvPr/>
          </p:nvSpPr>
          <p:spPr>
            <a:xfrm>
              <a:off x="2643094" y="2485607"/>
              <a:ext cx="304321" cy="811521"/>
            </a:xfrm>
            <a:custGeom>
              <a:avLst/>
              <a:gdLst>
                <a:gd name="connsiteX0" fmla="*/ 125668 w 304320"/>
                <a:gd name="connsiteY0" fmla="*/ 0 h 811520"/>
                <a:gd name="connsiteX1" fmla="*/ 90164 w 304320"/>
                <a:gd name="connsiteY1" fmla="*/ 30432 h 811520"/>
                <a:gd name="connsiteX2" fmla="*/ 64804 w 304320"/>
                <a:gd name="connsiteY2" fmla="*/ 248528 h 811520"/>
                <a:gd name="connsiteX3" fmla="*/ 69876 w 304320"/>
                <a:gd name="connsiteY3" fmla="*/ 309392 h 811520"/>
                <a:gd name="connsiteX4" fmla="*/ 29299 w 304320"/>
                <a:gd name="connsiteY4" fmla="*/ 446336 h 811520"/>
                <a:gd name="connsiteX5" fmla="*/ 24227 w 304320"/>
                <a:gd name="connsiteY5" fmla="*/ 684721 h 811520"/>
                <a:gd name="connsiteX6" fmla="*/ 135812 w 304320"/>
                <a:gd name="connsiteY6" fmla="*/ 811521 h 811520"/>
                <a:gd name="connsiteX7" fmla="*/ 303188 w 304320"/>
                <a:gd name="connsiteY7" fmla="*/ 623857 h 811520"/>
                <a:gd name="connsiteX8" fmla="*/ 298116 w 304320"/>
                <a:gd name="connsiteY8" fmla="*/ 481841 h 811520"/>
                <a:gd name="connsiteX9" fmla="*/ 272756 w 304320"/>
                <a:gd name="connsiteY9" fmla="*/ 410832 h 811520"/>
                <a:gd name="connsiteX10" fmla="*/ 272756 w 304320"/>
                <a:gd name="connsiteY10" fmla="*/ 355040 h 811520"/>
                <a:gd name="connsiteX11" fmla="*/ 242324 w 304320"/>
                <a:gd name="connsiteY11" fmla="*/ 131872 h 811520"/>
                <a:gd name="connsiteX12" fmla="*/ 191604 w 304320"/>
                <a:gd name="connsiteY12" fmla="*/ 60864 h 811520"/>
                <a:gd name="connsiteX13" fmla="*/ 145956 w 304320"/>
                <a:gd name="connsiteY13" fmla="*/ 5072 h 811520"/>
                <a:gd name="connsiteX14" fmla="*/ 125668 w 304320"/>
                <a:gd name="connsiteY14" fmla="*/ 0 h 81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4320" h="811520">
                  <a:moveTo>
                    <a:pt x="125668" y="0"/>
                  </a:moveTo>
                  <a:cubicBezTo>
                    <a:pt x="110452" y="0"/>
                    <a:pt x="95236" y="15216"/>
                    <a:pt x="90164" y="30432"/>
                  </a:cubicBezTo>
                  <a:cubicBezTo>
                    <a:pt x="54660" y="96368"/>
                    <a:pt x="54660" y="177520"/>
                    <a:pt x="64804" y="248528"/>
                  </a:cubicBezTo>
                  <a:cubicBezTo>
                    <a:pt x="69876" y="268816"/>
                    <a:pt x="69876" y="289104"/>
                    <a:pt x="69876" y="309392"/>
                  </a:cubicBezTo>
                  <a:cubicBezTo>
                    <a:pt x="69876" y="355040"/>
                    <a:pt x="44515" y="400688"/>
                    <a:pt x="29299" y="446336"/>
                  </a:cubicBezTo>
                  <a:cubicBezTo>
                    <a:pt x="-6205" y="527488"/>
                    <a:pt x="-11277" y="598497"/>
                    <a:pt x="24227" y="684721"/>
                  </a:cubicBezTo>
                  <a:cubicBezTo>
                    <a:pt x="39443" y="720225"/>
                    <a:pt x="80020" y="821665"/>
                    <a:pt x="135812" y="811521"/>
                  </a:cubicBezTo>
                  <a:cubicBezTo>
                    <a:pt x="206820" y="801377"/>
                    <a:pt x="293044" y="694865"/>
                    <a:pt x="303188" y="623857"/>
                  </a:cubicBezTo>
                  <a:cubicBezTo>
                    <a:pt x="313332" y="578209"/>
                    <a:pt x="313332" y="527488"/>
                    <a:pt x="298116" y="481841"/>
                  </a:cubicBezTo>
                  <a:cubicBezTo>
                    <a:pt x="287972" y="456480"/>
                    <a:pt x="277828" y="436192"/>
                    <a:pt x="272756" y="410832"/>
                  </a:cubicBezTo>
                  <a:cubicBezTo>
                    <a:pt x="267684" y="390544"/>
                    <a:pt x="267684" y="375328"/>
                    <a:pt x="272756" y="355040"/>
                  </a:cubicBezTo>
                  <a:cubicBezTo>
                    <a:pt x="272756" y="278960"/>
                    <a:pt x="272756" y="202880"/>
                    <a:pt x="242324" y="131872"/>
                  </a:cubicBezTo>
                  <a:cubicBezTo>
                    <a:pt x="222036" y="106512"/>
                    <a:pt x="206820" y="81152"/>
                    <a:pt x="191604" y="60864"/>
                  </a:cubicBezTo>
                  <a:cubicBezTo>
                    <a:pt x="176388" y="40576"/>
                    <a:pt x="166244" y="15216"/>
                    <a:pt x="145956" y="5072"/>
                  </a:cubicBezTo>
                  <a:cubicBezTo>
                    <a:pt x="140884" y="0"/>
                    <a:pt x="135812" y="0"/>
                    <a:pt x="125668" y="0"/>
                  </a:cubicBezTo>
                  <a:close/>
                </a:path>
              </a:pathLst>
            </a:custGeom>
            <a:solidFill>
              <a:srgbClr val="30D84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EB9A6E5-17E3-4592-97DE-646C5A813C7B}"/>
                </a:ext>
              </a:extLst>
            </p:cNvPr>
            <p:cNvSpPr/>
            <p:nvPr/>
          </p:nvSpPr>
          <p:spPr>
            <a:xfrm>
              <a:off x="2767493" y="2500823"/>
              <a:ext cx="50720" cy="760801"/>
            </a:xfrm>
            <a:custGeom>
              <a:avLst/>
              <a:gdLst>
                <a:gd name="connsiteX0" fmla="*/ 1268 w 0"/>
                <a:gd name="connsiteY0" fmla="*/ 0 h 760800"/>
                <a:gd name="connsiteX1" fmla="*/ 6340 w 0"/>
                <a:gd name="connsiteY1" fmla="*/ 197808 h 760800"/>
                <a:gd name="connsiteX2" fmla="*/ 6340 w 0"/>
                <a:gd name="connsiteY2" fmla="*/ 395616 h 760800"/>
                <a:gd name="connsiteX3" fmla="*/ 6340 w 0"/>
                <a:gd name="connsiteY3" fmla="*/ 593425 h 760800"/>
                <a:gd name="connsiteX4" fmla="*/ 6340 w 0"/>
                <a:gd name="connsiteY4" fmla="*/ 689793 h 760800"/>
                <a:gd name="connsiteX5" fmla="*/ 6340 w 0"/>
                <a:gd name="connsiteY5" fmla="*/ 786161 h 760800"/>
                <a:gd name="connsiteX6" fmla="*/ 6340 w 0"/>
                <a:gd name="connsiteY6" fmla="*/ 689793 h 760800"/>
                <a:gd name="connsiteX7" fmla="*/ 6340 w 0"/>
                <a:gd name="connsiteY7" fmla="*/ 593425 h 760800"/>
                <a:gd name="connsiteX8" fmla="*/ 6340 w 0"/>
                <a:gd name="connsiteY8" fmla="*/ 395616 h 760800"/>
                <a:gd name="connsiteX9" fmla="*/ 6340 w 0"/>
                <a:gd name="connsiteY9" fmla="*/ 197808 h 760800"/>
                <a:gd name="connsiteX10" fmla="*/ 1268 w 0"/>
                <a:gd name="connsiteY10" fmla="*/ 0 h 76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h="760800">
                  <a:moveTo>
                    <a:pt x="1268" y="0"/>
                  </a:moveTo>
                  <a:cubicBezTo>
                    <a:pt x="1268" y="65936"/>
                    <a:pt x="6340" y="131872"/>
                    <a:pt x="6340" y="197808"/>
                  </a:cubicBezTo>
                  <a:lnTo>
                    <a:pt x="6340" y="395616"/>
                  </a:lnTo>
                  <a:lnTo>
                    <a:pt x="6340" y="593425"/>
                  </a:lnTo>
                  <a:lnTo>
                    <a:pt x="6340" y="689793"/>
                  </a:lnTo>
                  <a:lnTo>
                    <a:pt x="6340" y="786161"/>
                  </a:lnTo>
                  <a:lnTo>
                    <a:pt x="6340" y="689793"/>
                  </a:lnTo>
                  <a:lnTo>
                    <a:pt x="6340" y="593425"/>
                  </a:lnTo>
                  <a:lnTo>
                    <a:pt x="6340" y="395616"/>
                  </a:lnTo>
                  <a:lnTo>
                    <a:pt x="6340" y="197808"/>
                  </a:lnTo>
                  <a:cubicBezTo>
                    <a:pt x="-3804" y="131872"/>
                    <a:pt x="1268" y="65936"/>
                    <a:pt x="1268" y="0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B8B44B7-1BF3-41AE-822E-DB1DBFDB4F72}"/>
                </a:ext>
              </a:extLst>
            </p:cNvPr>
            <p:cNvSpPr/>
            <p:nvPr/>
          </p:nvSpPr>
          <p:spPr>
            <a:xfrm>
              <a:off x="2723113" y="2815288"/>
              <a:ext cx="50720" cy="101440"/>
            </a:xfrm>
            <a:custGeom>
              <a:avLst/>
              <a:gdLst>
                <a:gd name="connsiteX0" fmla="*/ 0 w 0"/>
                <a:gd name="connsiteY0" fmla="*/ 0 h 101440"/>
                <a:gd name="connsiteX1" fmla="*/ 25360 w 0"/>
                <a:gd name="connsiteY1" fmla="*/ 55792 h 101440"/>
                <a:gd name="connsiteX2" fmla="*/ 45648 w 0"/>
                <a:gd name="connsiteY2" fmla="*/ 116656 h 101440"/>
                <a:gd name="connsiteX3" fmla="*/ 20288 w 0"/>
                <a:gd name="connsiteY3" fmla="*/ 60864 h 101440"/>
                <a:gd name="connsiteX4" fmla="*/ 0 w 0"/>
                <a:gd name="connsiteY4" fmla="*/ 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h="101440">
                  <a:moveTo>
                    <a:pt x="0" y="0"/>
                  </a:moveTo>
                  <a:cubicBezTo>
                    <a:pt x="10144" y="20288"/>
                    <a:pt x="15216" y="35504"/>
                    <a:pt x="25360" y="55792"/>
                  </a:cubicBezTo>
                  <a:cubicBezTo>
                    <a:pt x="30432" y="76080"/>
                    <a:pt x="40576" y="96368"/>
                    <a:pt x="45648" y="116656"/>
                  </a:cubicBezTo>
                  <a:cubicBezTo>
                    <a:pt x="35504" y="96368"/>
                    <a:pt x="30432" y="81152"/>
                    <a:pt x="20288" y="60864"/>
                  </a:cubicBezTo>
                  <a:cubicBezTo>
                    <a:pt x="15216" y="40576"/>
                    <a:pt x="5072" y="2028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88B3EB8-E381-4F54-89F6-75DEE879478A}"/>
                </a:ext>
              </a:extLst>
            </p:cNvPr>
            <p:cNvSpPr/>
            <p:nvPr/>
          </p:nvSpPr>
          <p:spPr>
            <a:xfrm>
              <a:off x="2702825" y="3028312"/>
              <a:ext cx="50720" cy="152160"/>
            </a:xfrm>
            <a:custGeom>
              <a:avLst/>
              <a:gdLst>
                <a:gd name="connsiteX0" fmla="*/ 0 w 50720"/>
                <a:gd name="connsiteY0" fmla="*/ 0 h 152160"/>
                <a:gd name="connsiteX1" fmla="*/ 35504 w 50720"/>
                <a:gd name="connsiteY1" fmla="*/ 81152 h 152160"/>
                <a:gd name="connsiteX2" fmla="*/ 65936 w 50720"/>
                <a:gd name="connsiteY2" fmla="*/ 172448 h 152160"/>
                <a:gd name="connsiteX3" fmla="*/ 30432 w 50720"/>
                <a:gd name="connsiteY3" fmla="*/ 86224 h 152160"/>
                <a:gd name="connsiteX4" fmla="*/ 0 w 50720"/>
                <a:gd name="connsiteY4" fmla="*/ 0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 h="152160">
                  <a:moveTo>
                    <a:pt x="0" y="0"/>
                  </a:moveTo>
                  <a:cubicBezTo>
                    <a:pt x="15216" y="20288"/>
                    <a:pt x="25360" y="55792"/>
                    <a:pt x="35504" y="81152"/>
                  </a:cubicBezTo>
                  <a:cubicBezTo>
                    <a:pt x="45648" y="111584"/>
                    <a:pt x="55792" y="142016"/>
                    <a:pt x="65936" y="172448"/>
                  </a:cubicBezTo>
                  <a:cubicBezTo>
                    <a:pt x="50720" y="142016"/>
                    <a:pt x="40576" y="116656"/>
                    <a:pt x="30432" y="86224"/>
                  </a:cubicBezTo>
                  <a:cubicBezTo>
                    <a:pt x="20288" y="55792"/>
                    <a:pt x="10144" y="3043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EF06C80-8E62-44A7-A755-5009DB596A32}"/>
                </a:ext>
              </a:extLst>
            </p:cNvPr>
            <p:cNvSpPr/>
            <p:nvPr/>
          </p:nvSpPr>
          <p:spPr>
            <a:xfrm>
              <a:off x="2768761" y="2891368"/>
              <a:ext cx="50720" cy="152160"/>
            </a:xfrm>
            <a:custGeom>
              <a:avLst/>
              <a:gdLst>
                <a:gd name="connsiteX0" fmla="*/ 0 w 50720"/>
                <a:gd name="connsiteY0" fmla="*/ 152160 h 152160"/>
                <a:gd name="connsiteX1" fmla="*/ 40576 w 50720"/>
                <a:gd name="connsiteY1" fmla="*/ 76080 h 152160"/>
                <a:gd name="connsiteX2" fmla="*/ 91296 w 50720"/>
                <a:gd name="connsiteY2" fmla="*/ 0 h 152160"/>
                <a:gd name="connsiteX3" fmla="*/ 50720 w 50720"/>
                <a:gd name="connsiteY3" fmla="*/ 76080 h 152160"/>
                <a:gd name="connsiteX4" fmla="*/ 0 w 50720"/>
                <a:gd name="connsiteY4" fmla="*/ 152160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 h="152160">
                  <a:moveTo>
                    <a:pt x="0" y="152160"/>
                  </a:moveTo>
                  <a:cubicBezTo>
                    <a:pt x="10144" y="126800"/>
                    <a:pt x="25360" y="101440"/>
                    <a:pt x="40576" y="76080"/>
                  </a:cubicBezTo>
                  <a:cubicBezTo>
                    <a:pt x="55792" y="50720"/>
                    <a:pt x="71008" y="25360"/>
                    <a:pt x="91296" y="0"/>
                  </a:cubicBezTo>
                  <a:cubicBezTo>
                    <a:pt x="81152" y="25360"/>
                    <a:pt x="65936" y="50720"/>
                    <a:pt x="50720" y="76080"/>
                  </a:cubicBezTo>
                  <a:cubicBezTo>
                    <a:pt x="35504" y="101440"/>
                    <a:pt x="20288" y="126800"/>
                    <a:pt x="0" y="152160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A2CC06B-BBC7-4893-B9EB-E32E08259062}"/>
                </a:ext>
              </a:extLst>
            </p:cNvPr>
            <p:cNvSpPr/>
            <p:nvPr/>
          </p:nvSpPr>
          <p:spPr>
            <a:xfrm>
              <a:off x="2768761" y="3084104"/>
              <a:ext cx="50720" cy="152160"/>
            </a:xfrm>
            <a:custGeom>
              <a:avLst/>
              <a:gdLst>
                <a:gd name="connsiteX0" fmla="*/ 0 w 50720"/>
                <a:gd name="connsiteY0" fmla="*/ 152160 h 152160"/>
                <a:gd name="connsiteX1" fmla="*/ 40576 w 50720"/>
                <a:gd name="connsiteY1" fmla="*/ 76080 h 152160"/>
                <a:gd name="connsiteX2" fmla="*/ 91296 w 50720"/>
                <a:gd name="connsiteY2" fmla="*/ 0 h 152160"/>
                <a:gd name="connsiteX3" fmla="*/ 50720 w 50720"/>
                <a:gd name="connsiteY3" fmla="*/ 76080 h 152160"/>
                <a:gd name="connsiteX4" fmla="*/ 0 w 50720"/>
                <a:gd name="connsiteY4" fmla="*/ 152160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 h="152160">
                  <a:moveTo>
                    <a:pt x="0" y="152160"/>
                  </a:moveTo>
                  <a:cubicBezTo>
                    <a:pt x="10144" y="126800"/>
                    <a:pt x="25360" y="101440"/>
                    <a:pt x="40576" y="76080"/>
                  </a:cubicBezTo>
                  <a:cubicBezTo>
                    <a:pt x="55792" y="50720"/>
                    <a:pt x="71008" y="25360"/>
                    <a:pt x="91296" y="0"/>
                  </a:cubicBezTo>
                  <a:cubicBezTo>
                    <a:pt x="81152" y="25360"/>
                    <a:pt x="65936" y="50720"/>
                    <a:pt x="50720" y="76080"/>
                  </a:cubicBezTo>
                  <a:cubicBezTo>
                    <a:pt x="35504" y="106512"/>
                    <a:pt x="20288" y="131872"/>
                    <a:pt x="0" y="152160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394EBAC-3A0C-4C8F-A6BA-935A5AE7A5B9}"/>
                </a:ext>
              </a:extLst>
            </p:cNvPr>
            <p:cNvSpPr/>
            <p:nvPr/>
          </p:nvSpPr>
          <p:spPr>
            <a:xfrm>
              <a:off x="2768761" y="2642839"/>
              <a:ext cx="50720" cy="50720"/>
            </a:xfrm>
            <a:custGeom>
              <a:avLst/>
              <a:gdLst>
                <a:gd name="connsiteX0" fmla="*/ 0 w 50720"/>
                <a:gd name="connsiteY0" fmla="*/ 86224 h 50720"/>
                <a:gd name="connsiteX1" fmla="*/ 20288 w 50720"/>
                <a:gd name="connsiteY1" fmla="*/ 40576 h 50720"/>
                <a:gd name="connsiteX2" fmla="*/ 50720 w 50720"/>
                <a:gd name="connsiteY2" fmla="*/ 0 h 50720"/>
                <a:gd name="connsiteX3" fmla="*/ 30432 w 50720"/>
                <a:gd name="connsiteY3" fmla="*/ 45648 h 50720"/>
                <a:gd name="connsiteX4" fmla="*/ 0 w 50720"/>
                <a:gd name="connsiteY4" fmla="*/ 86224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 h="50720">
                  <a:moveTo>
                    <a:pt x="0" y="86224"/>
                  </a:moveTo>
                  <a:cubicBezTo>
                    <a:pt x="5072" y="71008"/>
                    <a:pt x="10144" y="55792"/>
                    <a:pt x="20288" y="40576"/>
                  </a:cubicBezTo>
                  <a:cubicBezTo>
                    <a:pt x="30432" y="25360"/>
                    <a:pt x="35504" y="10144"/>
                    <a:pt x="50720" y="0"/>
                  </a:cubicBezTo>
                  <a:cubicBezTo>
                    <a:pt x="45648" y="15216"/>
                    <a:pt x="40576" y="30432"/>
                    <a:pt x="30432" y="45648"/>
                  </a:cubicBezTo>
                  <a:cubicBezTo>
                    <a:pt x="20288" y="60864"/>
                    <a:pt x="10144" y="71008"/>
                    <a:pt x="0" y="86224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95A1710-415E-4338-A05E-15D1B67D5B46}"/>
                </a:ext>
              </a:extLst>
            </p:cNvPr>
            <p:cNvSpPr/>
            <p:nvPr/>
          </p:nvSpPr>
          <p:spPr>
            <a:xfrm>
              <a:off x="2596313" y="3347848"/>
              <a:ext cx="304321" cy="304320"/>
            </a:xfrm>
            <a:custGeom>
              <a:avLst/>
              <a:gdLst>
                <a:gd name="connsiteX0" fmla="*/ 329681 w 304320"/>
                <a:gd name="connsiteY0" fmla="*/ 20288 h 304320"/>
                <a:gd name="connsiteX1" fmla="*/ 324609 w 304320"/>
                <a:gd name="connsiteY1" fmla="*/ 30432 h 304320"/>
                <a:gd name="connsiteX2" fmla="*/ 319537 w 304320"/>
                <a:gd name="connsiteY2" fmla="*/ 40576 h 304320"/>
                <a:gd name="connsiteX3" fmla="*/ 309393 w 304320"/>
                <a:gd name="connsiteY3" fmla="*/ 50720 h 304320"/>
                <a:gd name="connsiteX4" fmla="*/ 289105 w 304320"/>
                <a:gd name="connsiteY4" fmla="*/ 65936 h 304320"/>
                <a:gd name="connsiteX5" fmla="*/ 278961 w 304320"/>
                <a:gd name="connsiteY5" fmla="*/ 71008 h 304320"/>
                <a:gd name="connsiteX6" fmla="*/ 243457 w 304320"/>
                <a:gd name="connsiteY6" fmla="*/ 86224 h 304320"/>
                <a:gd name="connsiteX7" fmla="*/ 213024 w 304320"/>
                <a:gd name="connsiteY7" fmla="*/ 91296 h 304320"/>
                <a:gd name="connsiteX8" fmla="*/ 192736 w 304320"/>
                <a:gd name="connsiteY8" fmla="*/ 96368 h 304320"/>
                <a:gd name="connsiteX9" fmla="*/ 172448 w 304320"/>
                <a:gd name="connsiteY9" fmla="*/ 96368 h 304320"/>
                <a:gd name="connsiteX10" fmla="*/ 157232 w 304320"/>
                <a:gd name="connsiteY10" fmla="*/ 96368 h 304320"/>
                <a:gd name="connsiteX11" fmla="*/ 142016 w 304320"/>
                <a:gd name="connsiteY11" fmla="*/ 96368 h 304320"/>
                <a:gd name="connsiteX12" fmla="*/ 126800 w 304320"/>
                <a:gd name="connsiteY12" fmla="*/ 96368 h 304320"/>
                <a:gd name="connsiteX13" fmla="*/ 111584 w 304320"/>
                <a:gd name="connsiteY13" fmla="*/ 91296 h 304320"/>
                <a:gd name="connsiteX14" fmla="*/ 96368 w 304320"/>
                <a:gd name="connsiteY14" fmla="*/ 86224 h 304320"/>
                <a:gd name="connsiteX15" fmla="*/ 76080 w 304320"/>
                <a:gd name="connsiteY15" fmla="*/ 81152 h 304320"/>
                <a:gd name="connsiteX16" fmla="*/ 50720 w 304320"/>
                <a:gd name="connsiteY16" fmla="*/ 65936 h 304320"/>
                <a:gd name="connsiteX17" fmla="*/ 0 w 304320"/>
                <a:gd name="connsiteY17" fmla="*/ 0 h 304320"/>
                <a:gd name="connsiteX18" fmla="*/ 0 w 304320"/>
                <a:gd name="connsiteY18" fmla="*/ 233312 h 304320"/>
                <a:gd name="connsiteX19" fmla="*/ 45648 w 304320"/>
                <a:gd name="connsiteY19" fmla="*/ 299248 h 304320"/>
                <a:gd name="connsiteX20" fmla="*/ 71008 w 304320"/>
                <a:gd name="connsiteY20" fmla="*/ 314464 h 304320"/>
                <a:gd name="connsiteX21" fmla="*/ 91296 w 304320"/>
                <a:gd name="connsiteY21" fmla="*/ 319536 h 304320"/>
                <a:gd name="connsiteX22" fmla="*/ 106512 w 304320"/>
                <a:gd name="connsiteY22" fmla="*/ 324608 h 304320"/>
                <a:gd name="connsiteX23" fmla="*/ 121728 w 304320"/>
                <a:gd name="connsiteY23" fmla="*/ 329680 h 304320"/>
                <a:gd name="connsiteX24" fmla="*/ 136944 w 304320"/>
                <a:gd name="connsiteY24" fmla="*/ 329680 h 304320"/>
                <a:gd name="connsiteX25" fmla="*/ 152160 w 304320"/>
                <a:gd name="connsiteY25" fmla="*/ 329680 h 304320"/>
                <a:gd name="connsiteX26" fmla="*/ 167376 w 304320"/>
                <a:gd name="connsiteY26" fmla="*/ 329680 h 304320"/>
                <a:gd name="connsiteX27" fmla="*/ 187664 w 304320"/>
                <a:gd name="connsiteY27" fmla="*/ 329680 h 304320"/>
                <a:gd name="connsiteX28" fmla="*/ 207952 w 304320"/>
                <a:gd name="connsiteY28" fmla="*/ 324608 h 304320"/>
                <a:gd name="connsiteX29" fmla="*/ 238384 w 304320"/>
                <a:gd name="connsiteY29" fmla="*/ 319536 h 304320"/>
                <a:gd name="connsiteX30" fmla="*/ 273889 w 304320"/>
                <a:gd name="connsiteY30" fmla="*/ 304320 h 304320"/>
                <a:gd name="connsiteX31" fmla="*/ 284033 w 304320"/>
                <a:gd name="connsiteY31" fmla="*/ 299248 h 304320"/>
                <a:gd name="connsiteX32" fmla="*/ 304321 w 304320"/>
                <a:gd name="connsiteY32" fmla="*/ 284032 h 304320"/>
                <a:gd name="connsiteX33" fmla="*/ 314465 w 304320"/>
                <a:gd name="connsiteY33" fmla="*/ 273888 h 304320"/>
                <a:gd name="connsiteX34" fmla="*/ 319537 w 304320"/>
                <a:gd name="connsiteY34" fmla="*/ 263744 h 304320"/>
                <a:gd name="connsiteX35" fmla="*/ 324609 w 304320"/>
                <a:gd name="connsiteY35" fmla="*/ 253600 h 304320"/>
                <a:gd name="connsiteX36" fmla="*/ 329681 w 304320"/>
                <a:gd name="connsiteY36" fmla="*/ 243456 h 304320"/>
                <a:gd name="connsiteX37" fmla="*/ 329681 w 304320"/>
                <a:gd name="connsiteY37" fmla="*/ 10144 h 304320"/>
                <a:gd name="connsiteX38" fmla="*/ 329681 w 304320"/>
                <a:gd name="connsiteY38" fmla="*/ 20288 h 30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04320" h="304320">
                  <a:moveTo>
                    <a:pt x="329681" y="20288"/>
                  </a:moveTo>
                  <a:cubicBezTo>
                    <a:pt x="329681" y="25360"/>
                    <a:pt x="324609" y="25360"/>
                    <a:pt x="324609" y="30432"/>
                  </a:cubicBezTo>
                  <a:cubicBezTo>
                    <a:pt x="324609" y="35504"/>
                    <a:pt x="319537" y="35504"/>
                    <a:pt x="319537" y="40576"/>
                  </a:cubicBezTo>
                  <a:cubicBezTo>
                    <a:pt x="314465" y="45648"/>
                    <a:pt x="314465" y="45648"/>
                    <a:pt x="309393" y="50720"/>
                  </a:cubicBezTo>
                  <a:cubicBezTo>
                    <a:pt x="304321" y="55792"/>
                    <a:pt x="299249" y="60864"/>
                    <a:pt x="289105" y="65936"/>
                  </a:cubicBezTo>
                  <a:cubicBezTo>
                    <a:pt x="284033" y="65936"/>
                    <a:pt x="284033" y="71008"/>
                    <a:pt x="278961" y="71008"/>
                  </a:cubicBezTo>
                  <a:cubicBezTo>
                    <a:pt x="268817" y="76080"/>
                    <a:pt x="253601" y="81152"/>
                    <a:pt x="243457" y="86224"/>
                  </a:cubicBezTo>
                  <a:cubicBezTo>
                    <a:pt x="233312" y="91296"/>
                    <a:pt x="223168" y="91296"/>
                    <a:pt x="213024" y="91296"/>
                  </a:cubicBezTo>
                  <a:cubicBezTo>
                    <a:pt x="207952" y="91296"/>
                    <a:pt x="197808" y="91296"/>
                    <a:pt x="192736" y="96368"/>
                  </a:cubicBezTo>
                  <a:cubicBezTo>
                    <a:pt x="187664" y="96368"/>
                    <a:pt x="182592" y="96368"/>
                    <a:pt x="172448" y="96368"/>
                  </a:cubicBezTo>
                  <a:cubicBezTo>
                    <a:pt x="167376" y="96368"/>
                    <a:pt x="162304" y="96368"/>
                    <a:pt x="157232" y="96368"/>
                  </a:cubicBezTo>
                  <a:cubicBezTo>
                    <a:pt x="152160" y="96368"/>
                    <a:pt x="147088" y="96368"/>
                    <a:pt x="142016" y="96368"/>
                  </a:cubicBezTo>
                  <a:cubicBezTo>
                    <a:pt x="136944" y="96368"/>
                    <a:pt x="131872" y="96368"/>
                    <a:pt x="126800" y="96368"/>
                  </a:cubicBezTo>
                  <a:cubicBezTo>
                    <a:pt x="121728" y="96368"/>
                    <a:pt x="116656" y="96368"/>
                    <a:pt x="111584" y="91296"/>
                  </a:cubicBezTo>
                  <a:cubicBezTo>
                    <a:pt x="106512" y="91296"/>
                    <a:pt x="101440" y="86224"/>
                    <a:pt x="96368" y="86224"/>
                  </a:cubicBezTo>
                  <a:cubicBezTo>
                    <a:pt x="91296" y="86224"/>
                    <a:pt x="81152" y="81152"/>
                    <a:pt x="76080" y="81152"/>
                  </a:cubicBezTo>
                  <a:cubicBezTo>
                    <a:pt x="65936" y="76080"/>
                    <a:pt x="55792" y="71008"/>
                    <a:pt x="50720" y="65936"/>
                  </a:cubicBezTo>
                  <a:cubicBezTo>
                    <a:pt x="15216" y="45648"/>
                    <a:pt x="0" y="25360"/>
                    <a:pt x="0" y="0"/>
                  </a:cubicBezTo>
                  <a:lnTo>
                    <a:pt x="0" y="233312"/>
                  </a:lnTo>
                  <a:cubicBezTo>
                    <a:pt x="0" y="258672"/>
                    <a:pt x="15216" y="284032"/>
                    <a:pt x="45648" y="299248"/>
                  </a:cubicBezTo>
                  <a:cubicBezTo>
                    <a:pt x="55792" y="304320"/>
                    <a:pt x="60864" y="309392"/>
                    <a:pt x="71008" y="314464"/>
                  </a:cubicBezTo>
                  <a:cubicBezTo>
                    <a:pt x="76080" y="314464"/>
                    <a:pt x="86224" y="319536"/>
                    <a:pt x="91296" y="319536"/>
                  </a:cubicBezTo>
                  <a:cubicBezTo>
                    <a:pt x="96368" y="319536"/>
                    <a:pt x="101440" y="324608"/>
                    <a:pt x="106512" y="324608"/>
                  </a:cubicBezTo>
                  <a:cubicBezTo>
                    <a:pt x="111584" y="324608"/>
                    <a:pt x="116656" y="324608"/>
                    <a:pt x="121728" y="329680"/>
                  </a:cubicBezTo>
                  <a:cubicBezTo>
                    <a:pt x="126800" y="329680"/>
                    <a:pt x="131872" y="329680"/>
                    <a:pt x="136944" y="329680"/>
                  </a:cubicBezTo>
                  <a:cubicBezTo>
                    <a:pt x="142016" y="329680"/>
                    <a:pt x="147088" y="329680"/>
                    <a:pt x="152160" y="329680"/>
                  </a:cubicBezTo>
                  <a:cubicBezTo>
                    <a:pt x="157232" y="329680"/>
                    <a:pt x="162304" y="329680"/>
                    <a:pt x="167376" y="329680"/>
                  </a:cubicBezTo>
                  <a:cubicBezTo>
                    <a:pt x="172448" y="329680"/>
                    <a:pt x="177520" y="329680"/>
                    <a:pt x="187664" y="329680"/>
                  </a:cubicBezTo>
                  <a:cubicBezTo>
                    <a:pt x="192736" y="329680"/>
                    <a:pt x="202880" y="329680"/>
                    <a:pt x="207952" y="324608"/>
                  </a:cubicBezTo>
                  <a:cubicBezTo>
                    <a:pt x="218096" y="324608"/>
                    <a:pt x="228240" y="319536"/>
                    <a:pt x="238384" y="319536"/>
                  </a:cubicBezTo>
                  <a:cubicBezTo>
                    <a:pt x="253601" y="314464"/>
                    <a:pt x="263745" y="309392"/>
                    <a:pt x="273889" y="304320"/>
                  </a:cubicBezTo>
                  <a:cubicBezTo>
                    <a:pt x="278961" y="304320"/>
                    <a:pt x="278961" y="299248"/>
                    <a:pt x="284033" y="299248"/>
                  </a:cubicBezTo>
                  <a:cubicBezTo>
                    <a:pt x="289105" y="294176"/>
                    <a:pt x="299249" y="289104"/>
                    <a:pt x="304321" y="284032"/>
                  </a:cubicBezTo>
                  <a:cubicBezTo>
                    <a:pt x="309393" y="278960"/>
                    <a:pt x="309393" y="278960"/>
                    <a:pt x="314465" y="273888"/>
                  </a:cubicBezTo>
                  <a:cubicBezTo>
                    <a:pt x="314465" y="268816"/>
                    <a:pt x="319537" y="268816"/>
                    <a:pt x="319537" y="263744"/>
                  </a:cubicBezTo>
                  <a:cubicBezTo>
                    <a:pt x="319537" y="258672"/>
                    <a:pt x="324609" y="258672"/>
                    <a:pt x="324609" y="253600"/>
                  </a:cubicBezTo>
                  <a:cubicBezTo>
                    <a:pt x="324609" y="248528"/>
                    <a:pt x="324609" y="248528"/>
                    <a:pt x="329681" y="243456"/>
                  </a:cubicBezTo>
                  <a:lnTo>
                    <a:pt x="329681" y="10144"/>
                  </a:lnTo>
                  <a:cubicBezTo>
                    <a:pt x="334753" y="10144"/>
                    <a:pt x="334753" y="15216"/>
                    <a:pt x="329681" y="20288"/>
                  </a:cubicBezTo>
                  <a:close/>
                </a:path>
              </a:pathLst>
            </a:custGeom>
            <a:solidFill>
              <a:srgbClr val="1B49A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2BD77E4-EB5E-4AC3-BC9B-F2EDEB4C287D}"/>
                </a:ext>
              </a:extLst>
            </p:cNvPr>
            <p:cNvSpPr/>
            <p:nvPr/>
          </p:nvSpPr>
          <p:spPr>
            <a:xfrm>
              <a:off x="2753545" y="2485607"/>
              <a:ext cx="152160" cy="811521"/>
            </a:xfrm>
            <a:custGeom>
              <a:avLst/>
              <a:gdLst>
                <a:gd name="connsiteX0" fmla="*/ 177520 w 152160"/>
                <a:gd name="connsiteY0" fmla="*/ 481841 h 811520"/>
                <a:gd name="connsiteX1" fmla="*/ 152160 w 152160"/>
                <a:gd name="connsiteY1" fmla="*/ 410832 h 811520"/>
                <a:gd name="connsiteX2" fmla="*/ 152160 w 152160"/>
                <a:gd name="connsiteY2" fmla="*/ 355040 h 811520"/>
                <a:gd name="connsiteX3" fmla="*/ 121728 w 152160"/>
                <a:gd name="connsiteY3" fmla="*/ 131872 h 811520"/>
                <a:gd name="connsiteX4" fmla="*/ 81152 w 152160"/>
                <a:gd name="connsiteY4" fmla="*/ 60864 h 811520"/>
                <a:gd name="connsiteX5" fmla="*/ 35504 w 152160"/>
                <a:gd name="connsiteY5" fmla="*/ 5072 h 811520"/>
                <a:gd name="connsiteX6" fmla="*/ 15216 w 152160"/>
                <a:gd name="connsiteY6" fmla="*/ 0 h 811520"/>
                <a:gd name="connsiteX7" fmla="*/ 15216 w 152160"/>
                <a:gd name="connsiteY7" fmla="*/ 0 h 811520"/>
                <a:gd name="connsiteX8" fmla="*/ 25360 w 152160"/>
                <a:gd name="connsiteY8" fmla="*/ 5072 h 811520"/>
                <a:gd name="connsiteX9" fmla="*/ 71008 w 152160"/>
                <a:gd name="connsiteY9" fmla="*/ 60864 h 811520"/>
                <a:gd name="connsiteX10" fmla="*/ 106512 w 152160"/>
                <a:gd name="connsiteY10" fmla="*/ 131872 h 811520"/>
                <a:gd name="connsiteX11" fmla="*/ 136944 w 152160"/>
                <a:gd name="connsiteY11" fmla="*/ 355040 h 811520"/>
                <a:gd name="connsiteX12" fmla="*/ 136944 w 152160"/>
                <a:gd name="connsiteY12" fmla="*/ 410832 h 811520"/>
                <a:gd name="connsiteX13" fmla="*/ 162304 w 152160"/>
                <a:gd name="connsiteY13" fmla="*/ 481841 h 811520"/>
                <a:gd name="connsiteX14" fmla="*/ 167376 w 152160"/>
                <a:gd name="connsiteY14" fmla="*/ 623857 h 811520"/>
                <a:gd name="connsiteX15" fmla="*/ 0 w 152160"/>
                <a:gd name="connsiteY15" fmla="*/ 811521 h 811520"/>
                <a:gd name="connsiteX16" fmla="*/ 0 w 152160"/>
                <a:gd name="connsiteY16" fmla="*/ 811521 h 811520"/>
                <a:gd name="connsiteX17" fmla="*/ 10144 w 152160"/>
                <a:gd name="connsiteY17" fmla="*/ 811521 h 811520"/>
                <a:gd name="connsiteX18" fmla="*/ 177520 w 152160"/>
                <a:gd name="connsiteY18" fmla="*/ 623857 h 811520"/>
                <a:gd name="connsiteX19" fmla="*/ 177520 w 152160"/>
                <a:gd name="connsiteY19" fmla="*/ 481841 h 81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2160" h="811520">
                  <a:moveTo>
                    <a:pt x="177520" y="481841"/>
                  </a:moveTo>
                  <a:cubicBezTo>
                    <a:pt x="167376" y="456480"/>
                    <a:pt x="157232" y="436192"/>
                    <a:pt x="152160" y="410832"/>
                  </a:cubicBezTo>
                  <a:cubicBezTo>
                    <a:pt x="147088" y="390544"/>
                    <a:pt x="147088" y="375328"/>
                    <a:pt x="152160" y="355040"/>
                  </a:cubicBezTo>
                  <a:cubicBezTo>
                    <a:pt x="152160" y="278960"/>
                    <a:pt x="152160" y="202880"/>
                    <a:pt x="121728" y="131872"/>
                  </a:cubicBezTo>
                  <a:cubicBezTo>
                    <a:pt x="111584" y="106512"/>
                    <a:pt x="96368" y="81152"/>
                    <a:pt x="81152" y="60864"/>
                  </a:cubicBezTo>
                  <a:cubicBezTo>
                    <a:pt x="65936" y="40576"/>
                    <a:pt x="55792" y="15216"/>
                    <a:pt x="35504" y="5072"/>
                  </a:cubicBezTo>
                  <a:cubicBezTo>
                    <a:pt x="30432" y="0"/>
                    <a:pt x="20288" y="0"/>
                    <a:pt x="15216" y="0"/>
                  </a:cubicBezTo>
                  <a:cubicBezTo>
                    <a:pt x="15216" y="0"/>
                    <a:pt x="15216" y="0"/>
                    <a:pt x="15216" y="0"/>
                  </a:cubicBezTo>
                  <a:cubicBezTo>
                    <a:pt x="20288" y="0"/>
                    <a:pt x="20288" y="0"/>
                    <a:pt x="25360" y="5072"/>
                  </a:cubicBezTo>
                  <a:cubicBezTo>
                    <a:pt x="45648" y="20288"/>
                    <a:pt x="55792" y="40576"/>
                    <a:pt x="71008" y="60864"/>
                  </a:cubicBezTo>
                  <a:cubicBezTo>
                    <a:pt x="86224" y="81152"/>
                    <a:pt x="96368" y="106512"/>
                    <a:pt x="106512" y="131872"/>
                  </a:cubicBezTo>
                  <a:cubicBezTo>
                    <a:pt x="136944" y="202880"/>
                    <a:pt x="136944" y="278960"/>
                    <a:pt x="136944" y="355040"/>
                  </a:cubicBezTo>
                  <a:cubicBezTo>
                    <a:pt x="136944" y="375328"/>
                    <a:pt x="136944" y="395616"/>
                    <a:pt x="136944" y="410832"/>
                  </a:cubicBezTo>
                  <a:cubicBezTo>
                    <a:pt x="142016" y="436192"/>
                    <a:pt x="157232" y="456480"/>
                    <a:pt x="162304" y="481841"/>
                  </a:cubicBezTo>
                  <a:cubicBezTo>
                    <a:pt x="177520" y="527488"/>
                    <a:pt x="177520" y="578209"/>
                    <a:pt x="167376" y="623857"/>
                  </a:cubicBezTo>
                  <a:cubicBezTo>
                    <a:pt x="157232" y="694865"/>
                    <a:pt x="71008" y="801377"/>
                    <a:pt x="0" y="811521"/>
                  </a:cubicBezTo>
                  <a:cubicBezTo>
                    <a:pt x="0" y="811521"/>
                    <a:pt x="0" y="811521"/>
                    <a:pt x="0" y="811521"/>
                  </a:cubicBezTo>
                  <a:cubicBezTo>
                    <a:pt x="5072" y="811521"/>
                    <a:pt x="10144" y="811521"/>
                    <a:pt x="10144" y="811521"/>
                  </a:cubicBezTo>
                  <a:cubicBezTo>
                    <a:pt x="81152" y="801377"/>
                    <a:pt x="167376" y="694865"/>
                    <a:pt x="177520" y="623857"/>
                  </a:cubicBezTo>
                  <a:cubicBezTo>
                    <a:pt x="192736" y="578209"/>
                    <a:pt x="197808" y="527488"/>
                    <a:pt x="177520" y="481841"/>
                  </a:cubicBezTo>
                  <a:close/>
                </a:path>
              </a:pathLst>
            </a:custGeom>
            <a:solidFill>
              <a:srgbClr val="25D8E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BAE3EA2-0DBC-4350-A09A-478047882FF8}"/>
                </a:ext>
              </a:extLst>
            </p:cNvPr>
            <p:cNvSpPr/>
            <p:nvPr/>
          </p:nvSpPr>
          <p:spPr>
            <a:xfrm>
              <a:off x="2596313" y="3347848"/>
              <a:ext cx="304321" cy="202880"/>
            </a:xfrm>
            <a:custGeom>
              <a:avLst/>
              <a:gdLst>
                <a:gd name="connsiteX0" fmla="*/ 45648 w 304320"/>
                <a:gd name="connsiteY0" fmla="*/ 71008 h 202880"/>
                <a:gd name="connsiteX1" fmla="*/ 71008 w 304320"/>
                <a:gd name="connsiteY1" fmla="*/ 86224 h 202880"/>
                <a:gd name="connsiteX2" fmla="*/ 91296 w 304320"/>
                <a:gd name="connsiteY2" fmla="*/ 91296 h 202880"/>
                <a:gd name="connsiteX3" fmla="*/ 106512 w 304320"/>
                <a:gd name="connsiteY3" fmla="*/ 96368 h 202880"/>
                <a:gd name="connsiteX4" fmla="*/ 121728 w 304320"/>
                <a:gd name="connsiteY4" fmla="*/ 101440 h 202880"/>
                <a:gd name="connsiteX5" fmla="*/ 136944 w 304320"/>
                <a:gd name="connsiteY5" fmla="*/ 101440 h 202880"/>
                <a:gd name="connsiteX6" fmla="*/ 152160 w 304320"/>
                <a:gd name="connsiteY6" fmla="*/ 101440 h 202880"/>
                <a:gd name="connsiteX7" fmla="*/ 167376 w 304320"/>
                <a:gd name="connsiteY7" fmla="*/ 101440 h 202880"/>
                <a:gd name="connsiteX8" fmla="*/ 187664 w 304320"/>
                <a:gd name="connsiteY8" fmla="*/ 101440 h 202880"/>
                <a:gd name="connsiteX9" fmla="*/ 207952 w 304320"/>
                <a:gd name="connsiteY9" fmla="*/ 96368 h 202880"/>
                <a:gd name="connsiteX10" fmla="*/ 238384 w 304320"/>
                <a:gd name="connsiteY10" fmla="*/ 91296 h 202880"/>
                <a:gd name="connsiteX11" fmla="*/ 273889 w 304320"/>
                <a:gd name="connsiteY11" fmla="*/ 76080 h 202880"/>
                <a:gd name="connsiteX12" fmla="*/ 284033 w 304320"/>
                <a:gd name="connsiteY12" fmla="*/ 71008 h 202880"/>
                <a:gd name="connsiteX13" fmla="*/ 309393 w 304320"/>
                <a:gd name="connsiteY13" fmla="*/ 50720 h 202880"/>
                <a:gd name="connsiteX14" fmla="*/ 319537 w 304320"/>
                <a:gd name="connsiteY14" fmla="*/ 40576 h 202880"/>
                <a:gd name="connsiteX15" fmla="*/ 324609 w 304320"/>
                <a:gd name="connsiteY15" fmla="*/ 30432 h 202880"/>
                <a:gd name="connsiteX16" fmla="*/ 329681 w 304320"/>
                <a:gd name="connsiteY16" fmla="*/ 20288 h 202880"/>
                <a:gd name="connsiteX17" fmla="*/ 334753 w 304320"/>
                <a:gd name="connsiteY17" fmla="*/ 10144 h 202880"/>
                <a:gd name="connsiteX18" fmla="*/ 334753 w 304320"/>
                <a:gd name="connsiteY18" fmla="*/ 238384 h 202880"/>
                <a:gd name="connsiteX19" fmla="*/ 334753 w 304320"/>
                <a:gd name="connsiteY19" fmla="*/ 238384 h 202880"/>
                <a:gd name="connsiteX20" fmla="*/ 334753 w 304320"/>
                <a:gd name="connsiteY20" fmla="*/ 5072 h 202880"/>
                <a:gd name="connsiteX21" fmla="*/ 329681 w 304320"/>
                <a:gd name="connsiteY21" fmla="*/ 15216 h 202880"/>
                <a:gd name="connsiteX22" fmla="*/ 324609 w 304320"/>
                <a:gd name="connsiteY22" fmla="*/ 25360 h 202880"/>
                <a:gd name="connsiteX23" fmla="*/ 319537 w 304320"/>
                <a:gd name="connsiteY23" fmla="*/ 35504 h 202880"/>
                <a:gd name="connsiteX24" fmla="*/ 309393 w 304320"/>
                <a:gd name="connsiteY24" fmla="*/ 45648 h 202880"/>
                <a:gd name="connsiteX25" fmla="*/ 294177 w 304320"/>
                <a:gd name="connsiteY25" fmla="*/ 65936 h 202880"/>
                <a:gd name="connsiteX26" fmla="*/ 284033 w 304320"/>
                <a:gd name="connsiteY26" fmla="*/ 71008 h 202880"/>
                <a:gd name="connsiteX27" fmla="*/ 248529 w 304320"/>
                <a:gd name="connsiteY27" fmla="*/ 86224 h 202880"/>
                <a:gd name="connsiteX28" fmla="*/ 218096 w 304320"/>
                <a:gd name="connsiteY28" fmla="*/ 91296 h 202880"/>
                <a:gd name="connsiteX29" fmla="*/ 197808 w 304320"/>
                <a:gd name="connsiteY29" fmla="*/ 96368 h 202880"/>
                <a:gd name="connsiteX30" fmla="*/ 177520 w 304320"/>
                <a:gd name="connsiteY30" fmla="*/ 96368 h 202880"/>
                <a:gd name="connsiteX31" fmla="*/ 162304 w 304320"/>
                <a:gd name="connsiteY31" fmla="*/ 96368 h 202880"/>
                <a:gd name="connsiteX32" fmla="*/ 147088 w 304320"/>
                <a:gd name="connsiteY32" fmla="*/ 96368 h 202880"/>
                <a:gd name="connsiteX33" fmla="*/ 131872 w 304320"/>
                <a:gd name="connsiteY33" fmla="*/ 96368 h 202880"/>
                <a:gd name="connsiteX34" fmla="*/ 116656 w 304320"/>
                <a:gd name="connsiteY34" fmla="*/ 91296 h 202880"/>
                <a:gd name="connsiteX35" fmla="*/ 101440 w 304320"/>
                <a:gd name="connsiteY35" fmla="*/ 86224 h 202880"/>
                <a:gd name="connsiteX36" fmla="*/ 81152 w 304320"/>
                <a:gd name="connsiteY36" fmla="*/ 81152 h 202880"/>
                <a:gd name="connsiteX37" fmla="*/ 45648 w 304320"/>
                <a:gd name="connsiteY37" fmla="*/ 71008 h 202880"/>
                <a:gd name="connsiteX38" fmla="*/ 0 w 304320"/>
                <a:gd name="connsiteY38" fmla="*/ 0 h 202880"/>
                <a:gd name="connsiteX39" fmla="*/ 0 w 304320"/>
                <a:gd name="connsiteY39" fmla="*/ 5072 h 202880"/>
                <a:gd name="connsiteX40" fmla="*/ 45648 w 304320"/>
                <a:gd name="connsiteY40" fmla="*/ 71008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04320" h="202880">
                  <a:moveTo>
                    <a:pt x="45648" y="71008"/>
                  </a:moveTo>
                  <a:cubicBezTo>
                    <a:pt x="55792" y="76080"/>
                    <a:pt x="60864" y="81152"/>
                    <a:pt x="71008" y="86224"/>
                  </a:cubicBezTo>
                  <a:cubicBezTo>
                    <a:pt x="76080" y="86224"/>
                    <a:pt x="86224" y="91296"/>
                    <a:pt x="91296" y="91296"/>
                  </a:cubicBezTo>
                  <a:cubicBezTo>
                    <a:pt x="96368" y="91296"/>
                    <a:pt x="101440" y="96368"/>
                    <a:pt x="106512" y="96368"/>
                  </a:cubicBezTo>
                  <a:cubicBezTo>
                    <a:pt x="111584" y="96368"/>
                    <a:pt x="116656" y="96368"/>
                    <a:pt x="121728" y="101440"/>
                  </a:cubicBezTo>
                  <a:cubicBezTo>
                    <a:pt x="126800" y="101440"/>
                    <a:pt x="131872" y="101440"/>
                    <a:pt x="136944" y="101440"/>
                  </a:cubicBezTo>
                  <a:cubicBezTo>
                    <a:pt x="142016" y="101440"/>
                    <a:pt x="147088" y="101440"/>
                    <a:pt x="152160" y="101440"/>
                  </a:cubicBezTo>
                  <a:cubicBezTo>
                    <a:pt x="157232" y="101440"/>
                    <a:pt x="162304" y="101440"/>
                    <a:pt x="167376" y="101440"/>
                  </a:cubicBezTo>
                  <a:cubicBezTo>
                    <a:pt x="172448" y="101440"/>
                    <a:pt x="177520" y="101440"/>
                    <a:pt x="187664" y="101440"/>
                  </a:cubicBezTo>
                  <a:cubicBezTo>
                    <a:pt x="192736" y="101440"/>
                    <a:pt x="202880" y="101440"/>
                    <a:pt x="207952" y="96368"/>
                  </a:cubicBezTo>
                  <a:cubicBezTo>
                    <a:pt x="218096" y="96368"/>
                    <a:pt x="228240" y="91296"/>
                    <a:pt x="238384" y="91296"/>
                  </a:cubicBezTo>
                  <a:cubicBezTo>
                    <a:pt x="253601" y="86224"/>
                    <a:pt x="263745" y="81152"/>
                    <a:pt x="273889" y="76080"/>
                  </a:cubicBezTo>
                  <a:cubicBezTo>
                    <a:pt x="278961" y="76080"/>
                    <a:pt x="278961" y="71008"/>
                    <a:pt x="284033" y="71008"/>
                  </a:cubicBezTo>
                  <a:cubicBezTo>
                    <a:pt x="299249" y="60864"/>
                    <a:pt x="304321" y="55792"/>
                    <a:pt x="309393" y="50720"/>
                  </a:cubicBezTo>
                  <a:cubicBezTo>
                    <a:pt x="314465" y="45648"/>
                    <a:pt x="314465" y="45648"/>
                    <a:pt x="319537" y="40576"/>
                  </a:cubicBezTo>
                  <a:cubicBezTo>
                    <a:pt x="319537" y="35504"/>
                    <a:pt x="324609" y="35504"/>
                    <a:pt x="324609" y="30432"/>
                  </a:cubicBezTo>
                  <a:cubicBezTo>
                    <a:pt x="324609" y="25360"/>
                    <a:pt x="329681" y="25360"/>
                    <a:pt x="329681" y="20288"/>
                  </a:cubicBezTo>
                  <a:cubicBezTo>
                    <a:pt x="329681" y="15216"/>
                    <a:pt x="329681" y="15216"/>
                    <a:pt x="334753" y="10144"/>
                  </a:cubicBezTo>
                  <a:lnTo>
                    <a:pt x="334753" y="238384"/>
                  </a:lnTo>
                  <a:cubicBezTo>
                    <a:pt x="334753" y="238384"/>
                    <a:pt x="334753" y="238384"/>
                    <a:pt x="334753" y="238384"/>
                  </a:cubicBezTo>
                  <a:lnTo>
                    <a:pt x="334753" y="5072"/>
                  </a:lnTo>
                  <a:cubicBezTo>
                    <a:pt x="334753" y="10144"/>
                    <a:pt x="334753" y="10144"/>
                    <a:pt x="329681" y="15216"/>
                  </a:cubicBezTo>
                  <a:cubicBezTo>
                    <a:pt x="329681" y="20288"/>
                    <a:pt x="324609" y="20288"/>
                    <a:pt x="324609" y="25360"/>
                  </a:cubicBezTo>
                  <a:cubicBezTo>
                    <a:pt x="324609" y="30432"/>
                    <a:pt x="319537" y="30432"/>
                    <a:pt x="319537" y="35504"/>
                  </a:cubicBezTo>
                  <a:cubicBezTo>
                    <a:pt x="314465" y="40576"/>
                    <a:pt x="314465" y="40576"/>
                    <a:pt x="309393" y="45648"/>
                  </a:cubicBezTo>
                  <a:cubicBezTo>
                    <a:pt x="304321" y="55792"/>
                    <a:pt x="299249" y="60864"/>
                    <a:pt x="294177" y="65936"/>
                  </a:cubicBezTo>
                  <a:cubicBezTo>
                    <a:pt x="289105" y="65936"/>
                    <a:pt x="289105" y="71008"/>
                    <a:pt x="284033" y="71008"/>
                  </a:cubicBezTo>
                  <a:cubicBezTo>
                    <a:pt x="273889" y="76080"/>
                    <a:pt x="258673" y="81152"/>
                    <a:pt x="248529" y="86224"/>
                  </a:cubicBezTo>
                  <a:cubicBezTo>
                    <a:pt x="238384" y="91296"/>
                    <a:pt x="228240" y="91296"/>
                    <a:pt x="218096" y="91296"/>
                  </a:cubicBezTo>
                  <a:cubicBezTo>
                    <a:pt x="213024" y="91296"/>
                    <a:pt x="202880" y="91296"/>
                    <a:pt x="197808" y="96368"/>
                  </a:cubicBezTo>
                  <a:cubicBezTo>
                    <a:pt x="192736" y="96368"/>
                    <a:pt x="187664" y="96368"/>
                    <a:pt x="177520" y="96368"/>
                  </a:cubicBezTo>
                  <a:cubicBezTo>
                    <a:pt x="172448" y="96368"/>
                    <a:pt x="167376" y="96368"/>
                    <a:pt x="162304" y="96368"/>
                  </a:cubicBezTo>
                  <a:cubicBezTo>
                    <a:pt x="157232" y="96368"/>
                    <a:pt x="152160" y="96368"/>
                    <a:pt x="147088" y="96368"/>
                  </a:cubicBezTo>
                  <a:cubicBezTo>
                    <a:pt x="142016" y="96368"/>
                    <a:pt x="136944" y="96368"/>
                    <a:pt x="131872" y="96368"/>
                  </a:cubicBezTo>
                  <a:cubicBezTo>
                    <a:pt x="126800" y="96368"/>
                    <a:pt x="121728" y="96368"/>
                    <a:pt x="116656" y="91296"/>
                  </a:cubicBezTo>
                  <a:cubicBezTo>
                    <a:pt x="111584" y="91296"/>
                    <a:pt x="106512" y="86224"/>
                    <a:pt x="101440" y="86224"/>
                  </a:cubicBezTo>
                  <a:cubicBezTo>
                    <a:pt x="96368" y="86224"/>
                    <a:pt x="86224" y="81152"/>
                    <a:pt x="81152" y="81152"/>
                  </a:cubicBezTo>
                  <a:cubicBezTo>
                    <a:pt x="65936" y="76080"/>
                    <a:pt x="55792" y="71008"/>
                    <a:pt x="45648" y="71008"/>
                  </a:cubicBezTo>
                  <a:cubicBezTo>
                    <a:pt x="15216" y="45648"/>
                    <a:pt x="0" y="25360"/>
                    <a:pt x="0" y="0"/>
                  </a:cubicBezTo>
                  <a:lnTo>
                    <a:pt x="0" y="5072"/>
                  </a:lnTo>
                  <a:cubicBezTo>
                    <a:pt x="0" y="25360"/>
                    <a:pt x="15216" y="50720"/>
                    <a:pt x="45648" y="71008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64C3063-9FEF-4A57-86DE-4F92E4741150}"/>
                </a:ext>
              </a:extLst>
            </p:cNvPr>
            <p:cNvSpPr/>
            <p:nvPr/>
          </p:nvSpPr>
          <p:spPr>
            <a:xfrm>
              <a:off x="3818667" y="3286984"/>
              <a:ext cx="760802" cy="355040"/>
            </a:xfrm>
            <a:custGeom>
              <a:avLst/>
              <a:gdLst>
                <a:gd name="connsiteX0" fmla="*/ 770946 w 760801"/>
                <a:gd name="connsiteY0" fmla="*/ 177520 h 355040"/>
                <a:gd name="connsiteX1" fmla="*/ 385473 w 760801"/>
                <a:gd name="connsiteY1" fmla="*/ 355040 h 355040"/>
                <a:gd name="connsiteX2" fmla="*/ 0 w 760801"/>
                <a:gd name="connsiteY2" fmla="*/ 177520 h 355040"/>
                <a:gd name="connsiteX3" fmla="*/ 385473 w 760801"/>
                <a:gd name="connsiteY3" fmla="*/ 0 h 355040"/>
                <a:gd name="connsiteX4" fmla="*/ 770946 w 760801"/>
                <a:gd name="connsiteY4" fmla="*/ 177520 h 35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801" h="355040">
                  <a:moveTo>
                    <a:pt x="770946" y="177520"/>
                  </a:moveTo>
                  <a:cubicBezTo>
                    <a:pt x="770946" y="275562"/>
                    <a:pt x="598363" y="355040"/>
                    <a:pt x="385473" y="355040"/>
                  </a:cubicBezTo>
                  <a:cubicBezTo>
                    <a:pt x="172582" y="355040"/>
                    <a:pt x="0" y="275562"/>
                    <a:pt x="0" y="177520"/>
                  </a:cubicBezTo>
                  <a:cubicBezTo>
                    <a:pt x="0" y="79479"/>
                    <a:pt x="172582" y="0"/>
                    <a:pt x="385473" y="0"/>
                  </a:cubicBezTo>
                  <a:cubicBezTo>
                    <a:pt x="598363" y="0"/>
                    <a:pt x="770946" y="79479"/>
                    <a:pt x="770946" y="177520"/>
                  </a:cubicBezTo>
                  <a:close/>
                </a:path>
              </a:pathLst>
            </a:custGeom>
            <a:solidFill>
              <a:srgbClr val="D8485E">
                <a:alpha val="32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0049B65-7F9F-43D4-89B0-52A82EF5C553}"/>
                </a:ext>
              </a:extLst>
            </p:cNvPr>
            <p:cNvSpPr/>
            <p:nvPr/>
          </p:nvSpPr>
          <p:spPr>
            <a:xfrm>
              <a:off x="3889676" y="3236264"/>
              <a:ext cx="760802" cy="355040"/>
            </a:xfrm>
            <a:custGeom>
              <a:avLst/>
              <a:gdLst>
                <a:gd name="connsiteX0" fmla="*/ 770946 w 760801"/>
                <a:gd name="connsiteY0" fmla="*/ 177520 h 355040"/>
                <a:gd name="connsiteX1" fmla="*/ 385473 w 760801"/>
                <a:gd name="connsiteY1" fmla="*/ 355040 h 355040"/>
                <a:gd name="connsiteX2" fmla="*/ 0 w 760801"/>
                <a:gd name="connsiteY2" fmla="*/ 177520 h 355040"/>
                <a:gd name="connsiteX3" fmla="*/ 385473 w 760801"/>
                <a:gd name="connsiteY3" fmla="*/ 0 h 355040"/>
                <a:gd name="connsiteX4" fmla="*/ 770946 w 760801"/>
                <a:gd name="connsiteY4" fmla="*/ 177520 h 35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0801" h="355040">
                  <a:moveTo>
                    <a:pt x="770946" y="177520"/>
                  </a:moveTo>
                  <a:cubicBezTo>
                    <a:pt x="770946" y="275562"/>
                    <a:pt x="598363" y="355040"/>
                    <a:pt x="385473" y="355040"/>
                  </a:cubicBezTo>
                  <a:cubicBezTo>
                    <a:pt x="172582" y="355040"/>
                    <a:pt x="0" y="275562"/>
                    <a:pt x="0" y="177520"/>
                  </a:cubicBezTo>
                  <a:cubicBezTo>
                    <a:pt x="0" y="79479"/>
                    <a:pt x="172582" y="0"/>
                    <a:pt x="385473" y="0"/>
                  </a:cubicBezTo>
                  <a:cubicBezTo>
                    <a:pt x="598364" y="0"/>
                    <a:pt x="770946" y="79479"/>
                    <a:pt x="770946" y="177520"/>
                  </a:cubicBezTo>
                  <a:close/>
                </a:path>
              </a:pathLst>
            </a:custGeom>
            <a:solidFill>
              <a:srgbClr val="D8485E">
                <a:alpha val="32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8E5144B-940C-4D58-8D7C-0BDB074777FF}"/>
                </a:ext>
              </a:extLst>
            </p:cNvPr>
            <p:cNvSpPr/>
            <p:nvPr/>
          </p:nvSpPr>
          <p:spPr>
            <a:xfrm>
              <a:off x="8505205" y="2351288"/>
              <a:ext cx="202880" cy="202880"/>
            </a:xfrm>
            <a:custGeom>
              <a:avLst/>
              <a:gdLst>
                <a:gd name="connsiteX0" fmla="*/ 202880 w 202880"/>
                <a:gd name="connsiteY0" fmla="*/ 185039 h 202880"/>
                <a:gd name="connsiteX1" fmla="*/ 101440 w 202880"/>
                <a:gd name="connsiteY1" fmla="*/ 225615 h 202880"/>
                <a:gd name="connsiteX2" fmla="*/ 0 w 202880"/>
                <a:gd name="connsiteY2" fmla="*/ 58239 h 202880"/>
                <a:gd name="connsiteX3" fmla="*/ 101440 w 202880"/>
                <a:gd name="connsiteY3" fmla="*/ 17663 h 202880"/>
                <a:gd name="connsiteX4" fmla="*/ 202880 w 202880"/>
                <a:gd name="connsiteY4" fmla="*/ 185039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880" h="202880">
                  <a:moveTo>
                    <a:pt x="202880" y="185039"/>
                  </a:moveTo>
                  <a:cubicBezTo>
                    <a:pt x="202880" y="240831"/>
                    <a:pt x="157232" y="261119"/>
                    <a:pt x="101440" y="225615"/>
                  </a:cubicBezTo>
                  <a:cubicBezTo>
                    <a:pt x="45648" y="190111"/>
                    <a:pt x="0" y="114031"/>
                    <a:pt x="0" y="58239"/>
                  </a:cubicBezTo>
                  <a:cubicBezTo>
                    <a:pt x="0" y="2447"/>
                    <a:pt x="45648" y="-17841"/>
                    <a:pt x="101440" y="17663"/>
                  </a:cubicBezTo>
                  <a:cubicBezTo>
                    <a:pt x="157232" y="53167"/>
                    <a:pt x="202880" y="129247"/>
                    <a:pt x="202880" y="18503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4391336-C1F9-4F00-90BC-4B799332974D}"/>
                </a:ext>
              </a:extLst>
            </p:cNvPr>
            <p:cNvSpPr/>
            <p:nvPr/>
          </p:nvSpPr>
          <p:spPr>
            <a:xfrm>
              <a:off x="8424053" y="2560891"/>
              <a:ext cx="355041" cy="405760"/>
            </a:xfrm>
            <a:custGeom>
              <a:avLst/>
              <a:gdLst>
                <a:gd name="connsiteX0" fmla="*/ 360113 w 355040"/>
                <a:gd name="connsiteY0" fmla="*/ 421773 h 405760"/>
                <a:gd name="connsiteX1" fmla="*/ 0 w 355040"/>
                <a:gd name="connsiteY1" fmla="*/ 203677 h 405760"/>
                <a:gd name="connsiteX2" fmla="*/ 0 w 355040"/>
                <a:gd name="connsiteY2" fmla="*/ 102237 h 405760"/>
                <a:gd name="connsiteX3" fmla="*/ 182592 w 355040"/>
                <a:gd name="connsiteY3" fmla="*/ 31229 h 405760"/>
                <a:gd name="connsiteX4" fmla="*/ 182592 w 355040"/>
                <a:gd name="connsiteY4" fmla="*/ 31229 h 405760"/>
                <a:gd name="connsiteX5" fmla="*/ 365185 w 355040"/>
                <a:gd name="connsiteY5" fmla="*/ 320333 h 405760"/>
                <a:gd name="connsiteX6" fmla="*/ 365185 w 355040"/>
                <a:gd name="connsiteY6" fmla="*/ 421773 h 40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040" h="405760">
                  <a:moveTo>
                    <a:pt x="360113" y="421773"/>
                  </a:moveTo>
                  <a:lnTo>
                    <a:pt x="0" y="203677"/>
                  </a:lnTo>
                  <a:lnTo>
                    <a:pt x="0" y="102237"/>
                  </a:lnTo>
                  <a:cubicBezTo>
                    <a:pt x="0" y="797"/>
                    <a:pt x="81152" y="-29636"/>
                    <a:pt x="182592" y="31229"/>
                  </a:cubicBezTo>
                  <a:lnTo>
                    <a:pt x="182592" y="31229"/>
                  </a:lnTo>
                  <a:cubicBezTo>
                    <a:pt x="284033" y="92093"/>
                    <a:pt x="365185" y="223965"/>
                    <a:pt x="365185" y="320333"/>
                  </a:cubicBezTo>
                  <a:lnTo>
                    <a:pt x="365185" y="421773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323C029-559F-47A8-86F4-E0088E7FC3B8}"/>
                </a:ext>
              </a:extLst>
            </p:cNvPr>
            <p:cNvSpPr/>
            <p:nvPr/>
          </p:nvSpPr>
          <p:spPr>
            <a:xfrm>
              <a:off x="8921109" y="2729063"/>
              <a:ext cx="608641" cy="456480"/>
            </a:xfrm>
            <a:custGeom>
              <a:avLst/>
              <a:gdLst>
                <a:gd name="connsiteX0" fmla="*/ 618785 w 608641"/>
                <a:gd name="connsiteY0" fmla="*/ 471696 h 456480"/>
                <a:gd name="connsiteX1" fmla="*/ 35504 w 608641"/>
                <a:gd name="connsiteY1" fmla="*/ 116656 h 456480"/>
                <a:gd name="connsiteX2" fmla="*/ 0 w 608641"/>
                <a:gd name="connsiteY2" fmla="*/ 55792 h 456480"/>
                <a:gd name="connsiteX3" fmla="*/ 0 w 608641"/>
                <a:gd name="connsiteY3" fmla="*/ 20288 h 456480"/>
                <a:gd name="connsiteX4" fmla="*/ 35504 w 608641"/>
                <a:gd name="connsiteY4" fmla="*/ 5072 h 456480"/>
                <a:gd name="connsiteX5" fmla="*/ 618785 w 608641"/>
                <a:gd name="connsiteY5" fmla="*/ 360112 h 456480"/>
                <a:gd name="connsiteX6" fmla="*/ 654290 w 608641"/>
                <a:gd name="connsiteY6" fmla="*/ 420976 h 456480"/>
                <a:gd name="connsiteX7" fmla="*/ 654290 w 608641"/>
                <a:gd name="connsiteY7" fmla="*/ 456480 h 456480"/>
                <a:gd name="connsiteX8" fmla="*/ 618785 w 608641"/>
                <a:gd name="connsiteY8" fmla="*/ 471696 h 456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8641" h="456480">
                  <a:moveTo>
                    <a:pt x="618785" y="471696"/>
                  </a:moveTo>
                  <a:lnTo>
                    <a:pt x="35504" y="116656"/>
                  </a:lnTo>
                  <a:cubicBezTo>
                    <a:pt x="15216" y="106512"/>
                    <a:pt x="0" y="76080"/>
                    <a:pt x="0" y="55792"/>
                  </a:cubicBezTo>
                  <a:lnTo>
                    <a:pt x="0" y="20288"/>
                  </a:lnTo>
                  <a:cubicBezTo>
                    <a:pt x="0" y="0"/>
                    <a:pt x="15216" y="-5072"/>
                    <a:pt x="35504" y="5072"/>
                  </a:cubicBezTo>
                  <a:lnTo>
                    <a:pt x="618785" y="360112"/>
                  </a:lnTo>
                  <a:cubicBezTo>
                    <a:pt x="639074" y="370256"/>
                    <a:pt x="654290" y="400688"/>
                    <a:pt x="654290" y="420976"/>
                  </a:cubicBezTo>
                  <a:lnTo>
                    <a:pt x="654290" y="456480"/>
                  </a:lnTo>
                  <a:cubicBezTo>
                    <a:pt x="654290" y="476768"/>
                    <a:pt x="639074" y="481841"/>
                    <a:pt x="618785" y="471696"/>
                  </a:cubicBezTo>
                  <a:close/>
                </a:path>
              </a:pathLst>
            </a:custGeom>
            <a:solidFill>
              <a:srgbClr val="EDAA3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EBB6811-80CA-4E2A-9416-824FB88C0FD4}"/>
                </a:ext>
              </a:extLst>
            </p:cNvPr>
            <p:cNvSpPr/>
            <p:nvPr/>
          </p:nvSpPr>
          <p:spPr>
            <a:xfrm>
              <a:off x="8921109" y="2952232"/>
              <a:ext cx="608641" cy="456480"/>
            </a:xfrm>
            <a:custGeom>
              <a:avLst/>
              <a:gdLst>
                <a:gd name="connsiteX0" fmla="*/ 618785 w 608641"/>
                <a:gd name="connsiteY0" fmla="*/ 471696 h 456480"/>
                <a:gd name="connsiteX1" fmla="*/ 35504 w 608641"/>
                <a:gd name="connsiteY1" fmla="*/ 116656 h 456480"/>
                <a:gd name="connsiteX2" fmla="*/ 0 w 608641"/>
                <a:gd name="connsiteY2" fmla="*/ 55792 h 456480"/>
                <a:gd name="connsiteX3" fmla="*/ 0 w 608641"/>
                <a:gd name="connsiteY3" fmla="*/ 20288 h 456480"/>
                <a:gd name="connsiteX4" fmla="*/ 35504 w 608641"/>
                <a:gd name="connsiteY4" fmla="*/ 5072 h 456480"/>
                <a:gd name="connsiteX5" fmla="*/ 618785 w 608641"/>
                <a:gd name="connsiteY5" fmla="*/ 360112 h 456480"/>
                <a:gd name="connsiteX6" fmla="*/ 654290 w 608641"/>
                <a:gd name="connsiteY6" fmla="*/ 420976 h 456480"/>
                <a:gd name="connsiteX7" fmla="*/ 654290 w 608641"/>
                <a:gd name="connsiteY7" fmla="*/ 456480 h 456480"/>
                <a:gd name="connsiteX8" fmla="*/ 618785 w 608641"/>
                <a:gd name="connsiteY8" fmla="*/ 471696 h 456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8641" h="456480">
                  <a:moveTo>
                    <a:pt x="618785" y="471696"/>
                  </a:moveTo>
                  <a:lnTo>
                    <a:pt x="35504" y="116656"/>
                  </a:lnTo>
                  <a:cubicBezTo>
                    <a:pt x="15216" y="106512"/>
                    <a:pt x="0" y="76080"/>
                    <a:pt x="0" y="55792"/>
                  </a:cubicBezTo>
                  <a:lnTo>
                    <a:pt x="0" y="20288"/>
                  </a:lnTo>
                  <a:cubicBezTo>
                    <a:pt x="0" y="0"/>
                    <a:pt x="15216" y="-5072"/>
                    <a:pt x="35504" y="5072"/>
                  </a:cubicBezTo>
                  <a:lnTo>
                    <a:pt x="618785" y="360112"/>
                  </a:lnTo>
                  <a:cubicBezTo>
                    <a:pt x="639074" y="370256"/>
                    <a:pt x="654290" y="400688"/>
                    <a:pt x="654290" y="420976"/>
                  </a:cubicBezTo>
                  <a:lnTo>
                    <a:pt x="654290" y="456480"/>
                  </a:lnTo>
                  <a:cubicBezTo>
                    <a:pt x="654290" y="481840"/>
                    <a:pt x="639074" y="486912"/>
                    <a:pt x="618785" y="471696"/>
                  </a:cubicBezTo>
                  <a:close/>
                </a:path>
              </a:pathLst>
            </a:custGeom>
            <a:solidFill>
              <a:srgbClr val="EDAA3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0738E14-ED1A-4DB4-8AB6-A9C1007E44E7}"/>
                </a:ext>
              </a:extLst>
            </p:cNvPr>
            <p:cNvSpPr/>
            <p:nvPr/>
          </p:nvSpPr>
          <p:spPr>
            <a:xfrm>
              <a:off x="8543472" y="2819388"/>
              <a:ext cx="50720" cy="50720"/>
            </a:xfrm>
            <a:custGeom>
              <a:avLst/>
              <a:gdLst>
                <a:gd name="connsiteX0" fmla="*/ 37813 w 50720"/>
                <a:gd name="connsiteY0" fmla="*/ 61836 h 50720"/>
                <a:gd name="connsiteX1" fmla="*/ 37813 w 50720"/>
                <a:gd name="connsiteY1" fmla="*/ 61836 h 50720"/>
                <a:gd name="connsiteX2" fmla="*/ 47957 w 50720"/>
                <a:gd name="connsiteY2" fmla="*/ 56764 h 50720"/>
                <a:gd name="connsiteX3" fmla="*/ 73317 w 50720"/>
                <a:gd name="connsiteY3" fmla="*/ 31404 h 50720"/>
                <a:gd name="connsiteX4" fmla="*/ 73317 w 50720"/>
                <a:gd name="connsiteY4" fmla="*/ 16188 h 50720"/>
                <a:gd name="connsiteX5" fmla="*/ 68245 w 50720"/>
                <a:gd name="connsiteY5" fmla="*/ 6044 h 50720"/>
                <a:gd name="connsiteX6" fmla="*/ 53030 w 50720"/>
                <a:gd name="connsiteY6" fmla="*/ 6044 h 50720"/>
                <a:gd name="connsiteX7" fmla="*/ 37813 w 50720"/>
                <a:gd name="connsiteY7" fmla="*/ 21260 h 50720"/>
                <a:gd name="connsiteX8" fmla="*/ 32742 w 50720"/>
                <a:gd name="connsiteY8" fmla="*/ 21260 h 50720"/>
                <a:gd name="connsiteX9" fmla="*/ 37813 w 50720"/>
                <a:gd name="connsiteY9" fmla="*/ 972 h 50720"/>
                <a:gd name="connsiteX10" fmla="*/ 37813 w 50720"/>
                <a:gd name="connsiteY10" fmla="*/ 972 h 50720"/>
                <a:gd name="connsiteX11" fmla="*/ 12453 w 50720"/>
                <a:gd name="connsiteY11" fmla="*/ 36476 h 50720"/>
                <a:gd name="connsiteX12" fmla="*/ 12453 w 50720"/>
                <a:gd name="connsiteY12" fmla="*/ 41548 h 50720"/>
                <a:gd name="connsiteX13" fmla="*/ 2310 w 50720"/>
                <a:gd name="connsiteY13" fmla="*/ 56764 h 50720"/>
                <a:gd name="connsiteX14" fmla="*/ 37813 w 50720"/>
                <a:gd name="connsiteY14" fmla="*/ 618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0720" h="50720">
                  <a:moveTo>
                    <a:pt x="37813" y="61836"/>
                  </a:moveTo>
                  <a:cubicBezTo>
                    <a:pt x="37813" y="56764"/>
                    <a:pt x="37813" y="56764"/>
                    <a:pt x="37813" y="61836"/>
                  </a:cubicBezTo>
                  <a:cubicBezTo>
                    <a:pt x="42885" y="56764"/>
                    <a:pt x="47957" y="56764"/>
                    <a:pt x="47957" y="56764"/>
                  </a:cubicBezTo>
                  <a:cubicBezTo>
                    <a:pt x="58102" y="51692"/>
                    <a:pt x="68245" y="41548"/>
                    <a:pt x="73317" y="31404"/>
                  </a:cubicBezTo>
                  <a:cubicBezTo>
                    <a:pt x="73317" y="26332"/>
                    <a:pt x="78390" y="21260"/>
                    <a:pt x="73317" y="16188"/>
                  </a:cubicBezTo>
                  <a:cubicBezTo>
                    <a:pt x="73317" y="11116"/>
                    <a:pt x="68245" y="6044"/>
                    <a:pt x="68245" y="6044"/>
                  </a:cubicBezTo>
                  <a:cubicBezTo>
                    <a:pt x="63174" y="972"/>
                    <a:pt x="58102" y="972"/>
                    <a:pt x="53030" y="6044"/>
                  </a:cubicBezTo>
                  <a:cubicBezTo>
                    <a:pt x="47957" y="11116"/>
                    <a:pt x="42885" y="21260"/>
                    <a:pt x="37813" y="21260"/>
                  </a:cubicBezTo>
                  <a:cubicBezTo>
                    <a:pt x="37813" y="21260"/>
                    <a:pt x="32742" y="26332"/>
                    <a:pt x="32742" y="21260"/>
                  </a:cubicBezTo>
                  <a:cubicBezTo>
                    <a:pt x="27670" y="16188"/>
                    <a:pt x="37813" y="6044"/>
                    <a:pt x="37813" y="972"/>
                  </a:cubicBezTo>
                  <a:cubicBezTo>
                    <a:pt x="37813" y="972"/>
                    <a:pt x="37813" y="972"/>
                    <a:pt x="37813" y="972"/>
                  </a:cubicBezTo>
                  <a:cubicBezTo>
                    <a:pt x="32742" y="-4100"/>
                    <a:pt x="17525" y="11116"/>
                    <a:pt x="12453" y="36476"/>
                  </a:cubicBezTo>
                  <a:cubicBezTo>
                    <a:pt x="12453" y="36476"/>
                    <a:pt x="12453" y="41548"/>
                    <a:pt x="12453" y="41548"/>
                  </a:cubicBezTo>
                  <a:cubicBezTo>
                    <a:pt x="12453" y="51692"/>
                    <a:pt x="2310" y="51692"/>
                    <a:pt x="2310" y="56764"/>
                  </a:cubicBezTo>
                  <a:cubicBezTo>
                    <a:pt x="-7835" y="87196"/>
                    <a:pt x="17525" y="97340"/>
                    <a:pt x="37813" y="61836"/>
                  </a:cubicBezTo>
                  <a:close/>
                </a:path>
              </a:pathLst>
            </a:custGeom>
            <a:solidFill>
              <a:srgbClr val="F6E1CB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664C475-EB95-4698-8A81-FB46F03C19D3}"/>
                </a:ext>
              </a:extLst>
            </p:cNvPr>
            <p:cNvSpPr/>
            <p:nvPr/>
          </p:nvSpPr>
          <p:spPr>
            <a:xfrm>
              <a:off x="8141288" y="3611919"/>
              <a:ext cx="101440" cy="50720"/>
            </a:xfrm>
            <a:custGeom>
              <a:avLst/>
              <a:gdLst>
                <a:gd name="connsiteX0" fmla="*/ 64668 w 101440"/>
                <a:gd name="connsiteY0" fmla="*/ 4745 h 0"/>
                <a:gd name="connsiteX1" fmla="*/ 110316 w 101440"/>
                <a:gd name="connsiteY1" fmla="*/ 25033 h 0"/>
                <a:gd name="connsiteX2" fmla="*/ 34236 w 101440"/>
                <a:gd name="connsiteY2" fmla="*/ 45321 h 0"/>
                <a:gd name="connsiteX3" fmla="*/ 34236 w 101440"/>
                <a:gd name="connsiteY3" fmla="*/ 45321 h 0"/>
                <a:gd name="connsiteX4" fmla="*/ 3804 w 101440"/>
                <a:gd name="connsiteY4" fmla="*/ 45321 h 0"/>
                <a:gd name="connsiteX5" fmla="*/ 3804 w 101440"/>
                <a:gd name="connsiteY5" fmla="*/ 4745 h 0"/>
                <a:gd name="connsiteX6" fmla="*/ 64668 w 101440"/>
                <a:gd name="connsiteY6" fmla="*/ 4745 h 0"/>
                <a:gd name="connsiteX7" fmla="*/ 64668 w 101440"/>
                <a:gd name="connsiteY7" fmla="*/ 474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440">
                  <a:moveTo>
                    <a:pt x="64668" y="4745"/>
                  </a:moveTo>
                  <a:cubicBezTo>
                    <a:pt x="115388" y="-10471"/>
                    <a:pt x="115388" y="14889"/>
                    <a:pt x="110316" y="25033"/>
                  </a:cubicBezTo>
                  <a:cubicBezTo>
                    <a:pt x="79884" y="55465"/>
                    <a:pt x="34236" y="40249"/>
                    <a:pt x="34236" y="45321"/>
                  </a:cubicBezTo>
                  <a:cubicBezTo>
                    <a:pt x="34236" y="45321"/>
                    <a:pt x="34236" y="45321"/>
                    <a:pt x="34236" y="45321"/>
                  </a:cubicBezTo>
                  <a:cubicBezTo>
                    <a:pt x="34236" y="50393"/>
                    <a:pt x="8876" y="45321"/>
                    <a:pt x="3804" y="45321"/>
                  </a:cubicBezTo>
                  <a:cubicBezTo>
                    <a:pt x="-1268" y="40249"/>
                    <a:pt x="-1268" y="9817"/>
                    <a:pt x="3804" y="4745"/>
                  </a:cubicBezTo>
                  <a:cubicBezTo>
                    <a:pt x="24092" y="9817"/>
                    <a:pt x="44380" y="9817"/>
                    <a:pt x="64668" y="4745"/>
                  </a:cubicBezTo>
                  <a:lnTo>
                    <a:pt x="64668" y="4745"/>
                  </a:lnTo>
                  <a:close/>
                </a:path>
              </a:pathLst>
            </a:custGeom>
            <a:solidFill>
              <a:srgbClr val="A7A5A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AD61FD7-6771-4006-A17F-99A059BAC55A}"/>
                </a:ext>
              </a:extLst>
            </p:cNvPr>
            <p:cNvSpPr/>
            <p:nvPr/>
          </p:nvSpPr>
          <p:spPr>
            <a:xfrm>
              <a:off x="8145092" y="3626808"/>
              <a:ext cx="101440" cy="50720"/>
            </a:xfrm>
            <a:custGeom>
              <a:avLst/>
              <a:gdLst>
                <a:gd name="connsiteX0" fmla="*/ 0 w 101440"/>
                <a:gd name="connsiteY0" fmla="*/ 25360 h 0"/>
                <a:gd name="connsiteX1" fmla="*/ 0 w 101440"/>
                <a:gd name="connsiteY1" fmla="*/ 30432 h 0"/>
                <a:gd name="connsiteX2" fmla="*/ 30432 w 101440"/>
                <a:gd name="connsiteY2" fmla="*/ 30432 h 0"/>
                <a:gd name="connsiteX3" fmla="*/ 30432 w 101440"/>
                <a:gd name="connsiteY3" fmla="*/ 25360 h 0"/>
                <a:gd name="connsiteX4" fmla="*/ 101440 w 101440"/>
                <a:gd name="connsiteY4" fmla="*/ 5072 h 0"/>
                <a:gd name="connsiteX5" fmla="*/ 101440 w 101440"/>
                <a:gd name="connsiteY5" fmla="*/ 0 h 0"/>
                <a:gd name="connsiteX6" fmla="*/ 40576 w 101440"/>
                <a:gd name="connsiteY6" fmla="*/ 20288 h 0"/>
                <a:gd name="connsiteX7" fmla="*/ 20288 w 101440"/>
                <a:gd name="connsiteY7" fmla="*/ 20288 h 0"/>
                <a:gd name="connsiteX8" fmla="*/ 20288 w 101440"/>
                <a:gd name="connsiteY8" fmla="*/ 25360 h 0"/>
                <a:gd name="connsiteX9" fmla="*/ 0 w 101440"/>
                <a:gd name="connsiteY9" fmla="*/ 25360 h 0"/>
                <a:gd name="connsiteX10" fmla="*/ 0 w 101440"/>
                <a:gd name="connsiteY10" fmla="*/ 253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440">
                  <a:moveTo>
                    <a:pt x="0" y="25360"/>
                  </a:moveTo>
                  <a:cubicBezTo>
                    <a:pt x="0" y="25360"/>
                    <a:pt x="0" y="30432"/>
                    <a:pt x="0" y="30432"/>
                  </a:cubicBezTo>
                  <a:cubicBezTo>
                    <a:pt x="5072" y="35504"/>
                    <a:pt x="20288" y="35504"/>
                    <a:pt x="30432" y="30432"/>
                  </a:cubicBezTo>
                  <a:cubicBezTo>
                    <a:pt x="30432" y="30432"/>
                    <a:pt x="30432" y="25360"/>
                    <a:pt x="30432" y="25360"/>
                  </a:cubicBezTo>
                  <a:cubicBezTo>
                    <a:pt x="35504" y="25360"/>
                    <a:pt x="86224" y="30432"/>
                    <a:pt x="101440" y="5072"/>
                  </a:cubicBezTo>
                  <a:cubicBezTo>
                    <a:pt x="101440" y="5072"/>
                    <a:pt x="101440" y="0"/>
                    <a:pt x="101440" y="0"/>
                  </a:cubicBezTo>
                  <a:cubicBezTo>
                    <a:pt x="86224" y="15216"/>
                    <a:pt x="60864" y="20288"/>
                    <a:pt x="40576" y="20288"/>
                  </a:cubicBezTo>
                  <a:cubicBezTo>
                    <a:pt x="35504" y="20288"/>
                    <a:pt x="25360" y="20288"/>
                    <a:pt x="20288" y="20288"/>
                  </a:cubicBezTo>
                  <a:cubicBezTo>
                    <a:pt x="20288" y="20288"/>
                    <a:pt x="20288" y="25360"/>
                    <a:pt x="20288" y="25360"/>
                  </a:cubicBezTo>
                  <a:cubicBezTo>
                    <a:pt x="25360" y="30432"/>
                    <a:pt x="10144" y="30432"/>
                    <a:pt x="0" y="25360"/>
                  </a:cubicBezTo>
                  <a:lnTo>
                    <a:pt x="0" y="25360"/>
                  </a:lnTo>
                  <a:close/>
                </a:path>
              </a:pathLst>
            </a:custGeom>
            <a:solidFill>
              <a:srgbClr val="A7A5A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A81154A-9342-4A9C-9853-5DDFF8DEF7BB}"/>
                </a:ext>
              </a:extLst>
            </p:cNvPr>
            <p:cNvSpPr/>
            <p:nvPr/>
          </p:nvSpPr>
          <p:spPr>
            <a:xfrm>
              <a:off x="8216100" y="2800071"/>
              <a:ext cx="50720" cy="50720"/>
            </a:xfrm>
            <a:custGeom>
              <a:avLst/>
              <a:gdLst>
                <a:gd name="connsiteX0" fmla="*/ 0 w 50720"/>
                <a:gd name="connsiteY0" fmla="*/ 40576 h 50720"/>
                <a:gd name="connsiteX1" fmla="*/ 81152 w 50720"/>
                <a:gd name="connsiteY1" fmla="*/ 60864 h 50720"/>
                <a:gd name="connsiteX2" fmla="*/ 71008 w 50720"/>
                <a:gd name="connsiteY2" fmla="*/ 20288 h 50720"/>
                <a:gd name="connsiteX3" fmla="*/ 30432 w 50720"/>
                <a:gd name="connsiteY3" fmla="*/ 0 h 50720"/>
                <a:gd name="connsiteX4" fmla="*/ 0 w 50720"/>
                <a:gd name="connsiteY4" fmla="*/ 15216 h 50720"/>
                <a:gd name="connsiteX5" fmla="*/ 0 w 50720"/>
                <a:gd name="connsiteY5" fmla="*/ 40576 h 50720"/>
                <a:gd name="connsiteX6" fmla="*/ 0 w 50720"/>
                <a:gd name="connsiteY6" fmla="*/ 4057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720" h="50720">
                  <a:moveTo>
                    <a:pt x="0" y="40576"/>
                  </a:moveTo>
                  <a:cubicBezTo>
                    <a:pt x="45648" y="81152"/>
                    <a:pt x="60864" y="55792"/>
                    <a:pt x="81152" y="60864"/>
                  </a:cubicBezTo>
                  <a:cubicBezTo>
                    <a:pt x="71008" y="55792"/>
                    <a:pt x="65936" y="30432"/>
                    <a:pt x="71008" y="20288"/>
                  </a:cubicBezTo>
                  <a:lnTo>
                    <a:pt x="30432" y="0"/>
                  </a:lnTo>
                  <a:lnTo>
                    <a:pt x="0" y="15216"/>
                  </a:lnTo>
                  <a:cubicBezTo>
                    <a:pt x="5072" y="25360"/>
                    <a:pt x="5072" y="35504"/>
                    <a:pt x="0" y="40576"/>
                  </a:cubicBezTo>
                  <a:lnTo>
                    <a:pt x="0" y="40576"/>
                  </a:lnTo>
                  <a:close/>
                </a:path>
              </a:pathLst>
            </a:custGeom>
            <a:solidFill>
              <a:srgbClr val="F6E1CB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39C6296-5FFB-4999-AA67-E4B0B8D5CC28}"/>
                </a:ext>
              </a:extLst>
            </p:cNvPr>
            <p:cNvSpPr/>
            <p:nvPr/>
          </p:nvSpPr>
          <p:spPr>
            <a:xfrm>
              <a:off x="8241460" y="2708775"/>
              <a:ext cx="50720" cy="101440"/>
            </a:xfrm>
            <a:custGeom>
              <a:avLst/>
              <a:gdLst>
                <a:gd name="connsiteX0" fmla="*/ 96368 w 50720"/>
                <a:gd name="connsiteY0" fmla="*/ 0 h 101440"/>
                <a:gd name="connsiteX1" fmla="*/ 86224 w 50720"/>
                <a:gd name="connsiteY1" fmla="*/ 40576 h 101440"/>
                <a:gd name="connsiteX2" fmla="*/ 0 w 50720"/>
                <a:gd name="connsiteY2" fmla="*/ 96368 h 101440"/>
                <a:gd name="connsiteX3" fmla="*/ 30432 w 50720"/>
                <a:gd name="connsiteY3" fmla="*/ 35504 h 101440"/>
                <a:gd name="connsiteX4" fmla="*/ 96368 w 50720"/>
                <a:gd name="connsiteY4" fmla="*/ 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 h="101440">
                  <a:moveTo>
                    <a:pt x="96368" y="0"/>
                  </a:moveTo>
                  <a:cubicBezTo>
                    <a:pt x="86224" y="15216"/>
                    <a:pt x="86224" y="25360"/>
                    <a:pt x="86224" y="40576"/>
                  </a:cubicBezTo>
                  <a:cubicBezTo>
                    <a:pt x="86224" y="116656"/>
                    <a:pt x="30432" y="136944"/>
                    <a:pt x="0" y="96368"/>
                  </a:cubicBezTo>
                  <a:lnTo>
                    <a:pt x="30432" y="35504"/>
                  </a:lnTo>
                  <a:lnTo>
                    <a:pt x="96368" y="0"/>
                  </a:lnTo>
                  <a:close/>
                </a:path>
              </a:pathLst>
            </a:custGeom>
            <a:solidFill>
              <a:srgbClr val="F6E1CB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9642650-D73F-45A5-BF0A-3CABCB597DED}"/>
                </a:ext>
              </a:extLst>
            </p:cNvPr>
            <p:cNvSpPr/>
            <p:nvPr/>
          </p:nvSpPr>
          <p:spPr>
            <a:xfrm>
              <a:off x="8183591" y="2653060"/>
              <a:ext cx="152160" cy="152160"/>
            </a:xfrm>
            <a:custGeom>
              <a:avLst/>
              <a:gdLst>
                <a:gd name="connsiteX0" fmla="*/ 27437 w 152160"/>
                <a:gd name="connsiteY0" fmla="*/ 162228 h 152160"/>
                <a:gd name="connsiteX1" fmla="*/ 62941 w 152160"/>
                <a:gd name="connsiteY1" fmla="*/ 167300 h 152160"/>
                <a:gd name="connsiteX2" fmla="*/ 68013 w 152160"/>
                <a:gd name="connsiteY2" fmla="*/ 162228 h 152160"/>
                <a:gd name="connsiteX3" fmla="*/ 83230 w 152160"/>
                <a:gd name="connsiteY3" fmla="*/ 141940 h 152160"/>
                <a:gd name="connsiteX4" fmla="*/ 88301 w 152160"/>
                <a:gd name="connsiteY4" fmla="*/ 111508 h 152160"/>
                <a:gd name="connsiteX5" fmla="*/ 103517 w 152160"/>
                <a:gd name="connsiteY5" fmla="*/ 116580 h 152160"/>
                <a:gd name="connsiteX6" fmla="*/ 154237 w 152160"/>
                <a:gd name="connsiteY6" fmla="*/ 55716 h 152160"/>
                <a:gd name="connsiteX7" fmla="*/ 159310 w 152160"/>
                <a:gd name="connsiteY7" fmla="*/ 40500 h 152160"/>
                <a:gd name="connsiteX8" fmla="*/ 123805 w 152160"/>
                <a:gd name="connsiteY8" fmla="*/ 4996 h 152160"/>
                <a:gd name="connsiteX9" fmla="*/ 7149 w 152160"/>
                <a:gd name="connsiteY9" fmla="*/ 55716 h 152160"/>
                <a:gd name="connsiteX10" fmla="*/ 27437 w 152160"/>
                <a:gd name="connsiteY10" fmla="*/ 162228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0" h="152160">
                  <a:moveTo>
                    <a:pt x="27437" y="162228"/>
                  </a:moveTo>
                  <a:cubicBezTo>
                    <a:pt x="37581" y="172372"/>
                    <a:pt x="52797" y="177444"/>
                    <a:pt x="62941" y="167300"/>
                  </a:cubicBezTo>
                  <a:cubicBezTo>
                    <a:pt x="62941" y="167300"/>
                    <a:pt x="68013" y="162228"/>
                    <a:pt x="68013" y="162228"/>
                  </a:cubicBezTo>
                  <a:cubicBezTo>
                    <a:pt x="73085" y="152084"/>
                    <a:pt x="78157" y="147012"/>
                    <a:pt x="83230" y="141940"/>
                  </a:cubicBezTo>
                  <a:cubicBezTo>
                    <a:pt x="83230" y="141940"/>
                    <a:pt x="73085" y="121652"/>
                    <a:pt x="88301" y="111508"/>
                  </a:cubicBezTo>
                  <a:cubicBezTo>
                    <a:pt x="93373" y="106436"/>
                    <a:pt x="103517" y="111508"/>
                    <a:pt x="103517" y="116580"/>
                  </a:cubicBezTo>
                  <a:cubicBezTo>
                    <a:pt x="123805" y="106436"/>
                    <a:pt x="133950" y="55716"/>
                    <a:pt x="154237" y="55716"/>
                  </a:cubicBezTo>
                  <a:cubicBezTo>
                    <a:pt x="159310" y="55716"/>
                    <a:pt x="159310" y="40500"/>
                    <a:pt x="159310" y="40500"/>
                  </a:cubicBezTo>
                  <a:cubicBezTo>
                    <a:pt x="159310" y="25284"/>
                    <a:pt x="139022" y="10068"/>
                    <a:pt x="123805" y="4996"/>
                  </a:cubicBezTo>
                  <a:cubicBezTo>
                    <a:pt x="78157" y="-10220"/>
                    <a:pt x="22365" y="10068"/>
                    <a:pt x="7149" y="55716"/>
                  </a:cubicBezTo>
                  <a:cubicBezTo>
                    <a:pt x="-8067" y="91220"/>
                    <a:pt x="2077" y="131796"/>
                    <a:pt x="27437" y="162228"/>
                  </a:cubicBezTo>
                  <a:close/>
                </a:path>
              </a:pathLst>
            </a:custGeom>
            <a:solidFill>
              <a:srgbClr val="28282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48AC4A3-18B0-4B67-8156-02A9E60C15F9}"/>
                </a:ext>
              </a:extLst>
            </p:cNvPr>
            <p:cNvSpPr/>
            <p:nvPr/>
          </p:nvSpPr>
          <p:spPr>
            <a:xfrm>
              <a:off x="8261748" y="2698631"/>
              <a:ext cx="50720" cy="50720"/>
            </a:xfrm>
            <a:custGeom>
              <a:avLst/>
              <a:gdLst>
                <a:gd name="connsiteX0" fmla="*/ 60864 w 50720"/>
                <a:gd name="connsiteY0" fmla="*/ 35504 h 50720"/>
                <a:gd name="connsiteX1" fmla="*/ 25360 w 50720"/>
                <a:gd name="connsiteY1" fmla="*/ 71008 h 50720"/>
                <a:gd name="connsiteX2" fmla="*/ 25360 w 50720"/>
                <a:gd name="connsiteY2" fmla="*/ 65936 h 50720"/>
                <a:gd name="connsiteX3" fmla="*/ 15216 w 50720"/>
                <a:gd name="connsiteY3" fmla="*/ 65936 h 50720"/>
                <a:gd name="connsiteX4" fmla="*/ 5072 w 50720"/>
                <a:gd name="connsiteY4" fmla="*/ 91296 h 50720"/>
                <a:gd name="connsiteX5" fmla="*/ 0 w 50720"/>
                <a:gd name="connsiteY5" fmla="*/ 71008 h 50720"/>
                <a:gd name="connsiteX6" fmla="*/ 10144 w 50720"/>
                <a:gd name="connsiteY6" fmla="*/ 55792 h 50720"/>
                <a:gd name="connsiteX7" fmla="*/ 40576 w 50720"/>
                <a:gd name="connsiteY7" fmla="*/ 45648 h 50720"/>
                <a:gd name="connsiteX8" fmla="*/ 50720 w 50720"/>
                <a:gd name="connsiteY8" fmla="*/ 20288 h 50720"/>
                <a:gd name="connsiteX9" fmla="*/ 76080 w 50720"/>
                <a:gd name="connsiteY9" fmla="*/ 0 h 50720"/>
                <a:gd name="connsiteX10" fmla="*/ 71008 w 50720"/>
                <a:gd name="connsiteY10" fmla="*/ 10144 h 50720"/>
                <a:gd name="connsiteX11" fmla="*/ 65936 w 50720"/>
                <a:gd name="connsiteY11" fmla="*/ 20288 h 50720"/>
                <a:gd name="connsiteX12" fmla="*/ 60864 w 50720"/>
                <a:gd name="connsiteY12" fmla="*/ 35504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720" h="50720">
                  <a:moveTo>
                    <a:pt x="60864" y="35504"/>
                  </a:moveTo>
                  <a:cubicBezTo>
                    <a:pt x="50720" y="50720"/>
                    <a:pt x="35504" y="71008"/>
                    <a:pt x="25360" y="71008"/>
                  </a:cubicBezTo>
                  <a:cubicBezTo>
                    <a:pt x="25360" y="71008"/>
                    <a:pt x="25360" y="65936"/>
                    <a:pt x="25360" y="65936"/>
                  </a:cubicBezTo>
                  <a:cubicBezTo>
                    <a:pt x="25360" y="65936"/>
                    <a:pt x="20288" y="60864"/>
                    <a:pt x="15216" y="65936"/>
                  </a:cubicBezTo>
                  <a:cubicBezTo>
                    <a:pt x="0" y="71008"/>
                    <a:pt x="5072" y="91296"/>
                    <a:pt x="5072" y="91296"/>
                  </a:cubicBezTo>
                  <a:cubicBezTo>
                    <a:pt x="0" y="86224"/>
                    <a:pt x="0" y="81152"/>
                    <a:pt x="0" y="71008"/>
                  </a:cubicBezTo>
                  <a:cubicBezTo>
                    <a:pt x="0" y="65936"/>
                    <a:pt x="5072" y="60864"/>
                    <a:pt x="10144" y="55792"/>
                  </a:cubicBezTo>
                  <a:cubicBezTo>
                    <a:pt x="20288" y="50720"/>
                    <a:pt x="35504" y="50720"/>
                    <a:pt x="40576" y="45648"/>
                  </a:cubicBezTo>
                  <a:cubicBezTo>
                    <a:pt x="45648" y="40576"/>
                    <a:pt x="45648" y="25360"/>
                    <a:pt x="50720" y="20288"/>
                  </a:cubicBezTo>
                  <a:cubicBezTo>
                    <a:pt x="55792" y="15216"/>
                    <a:pt x="71008" y="5072"/>
                    <a:pt x="76080" y="0"/>
                  </a:cubicBezTo>
                  <a:cubicBezTo>
                    <a:pt x="76080" y="5072"/>
                    <a:pt x="71008" y="5072"/>
                    <a:pt x="71008" y="10144"/>
                  </a:cubicBezTo>
                  <a:cubicBezTo>
                    <a:pt x="71008" y="15216"/>
                    <a:pt x="65936" y="20288"/>
                    <a:pt x="65936" y="20288"/>
                  </a:cubicBezTo>
                  <a:cubicBezTo>
                    <a:pt x="65936" y="30432"/>
                    <a:pt x="65936" y="30432"/>
                    <a:pt x="60864" y="35504"/>
                  </a:cubicBezTo>
                  <a:close/>
                </a:path>
              </a:pathLst>
            </a:custGeom>
            <a:solidFill>
              <a:srgbClr val="F6E1CB">
                <a:alpha val="47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C01138F-AFC4-4360-8545-F92E59C62265}"/>
                </a:ext>
              </a:extLst>
            </p:cNvPr>
            <p:cNvSpPr/>
            <p:nvPr/>
          </p:nvSpPr>
          <p:spPr>
            <a:xfrm>
              <a:off x="8242728" y="3667384"/>
              <a:ext cx="101440" cy="50720"/>
            </a:xfrm>
            <a:custGeom>
              <a:avLst/>
              <a:gdLst>
                <a:gd name="connsiteX0" fmla="*/ 69740 w 101440"/>
                <a:gd name="connsiteY0" fmla="*/ 0 h 50720"/>
                <a:gd name="connsiteX1" fmla="*/ 120460 w 101440"/>
                <a:gd name="connsiteY1" fmla="*/ 10144 h 50720"/>
                <a:gd name="connsiteX2" fmla="*/ 34236 w 101440"/>
                <a:gd name="connsiteY2" fmla="*/ 50720 h 50720"/>
                <a:gd name="connsiteX3" fmla="*/ 34236 w 101440"/>
                <a:gd name="connsiteY3" fmla="*/ 50720 h 50720"/>
                <a:gd name="connsiteX4" fmla="*/ 34236 w 101440"/>
                <a:gd name="connsiteY4" fmla="*/ 50720 h 50720"/>
                <a:gd name="connsiteX5" fmla="*/ 34236 w 101440"/>
                <a:gd name="connsiteY5" fmla="*/ 50720 h 50720"/>
                <a:gd name="connsiteX6" fmla="*/ 3804 w 101440"/>
                <a:gd name="connsiteY6" fmla="*/ 50720 h 50720"/>
                <a:gd name="connsiteX7" fmla="*/ 3804 w 101440"/>
                <a:gd name="connsiteY7" fmla="*/ 5072 h 50720"/>
                <a:gd name="connsiteX8" fmla="*/ 69740 w 101440"/>
                <a:gd name="connsiteY8" fmla="*/ 0 h 50720"/>
                <a:gd name="connsiteX9" fmla="*/ 69740 w 101440"/>
                <a:gd name="connsiteY9" fmla="*/ 0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440" h="50720">
                  <a:moveTo>
                    <a:pt x="69740" y="0"/>
                  </a:moveTo>
                  <a:cubicBezTo>
                    <a:pt x="69740" y="10144"/>
                    <a:pt x="115388" y="5072"/>
                    <a:pt x="120460" y="10144"/>
                  </a:cubicBezTo>
                  <a:cubicBezTo>
                    <a:pt x="135676" y="25360"/>
                    <a:pt x="100172" y="55792"/>
                    <a:pt x="34236" y="50720"/>
                  </a:cubicBezTo>
                  <a:cubicBezTo>
                    <a:pt x="34236" y="50720"/>
                    <a:pt x="34236" y="50720"/>
                    <a:pt x="34236" y="50720"/>
                  </a:cubicBezTo>
                  <a:cubicBezTo>
                    <a:pt x="34236" y="50720"/>
                    <a:pt x="34236" y="50720"/>
                    <a:pt x="34236" y="50720"/>
                  </a:cubicBezTo>
                  <a:cubicBezTo>
                    <a:pt x="34236" y="50720"/>
                    <a:pt x="34236" y="50720"/>
                    <a:pt x="34236" y="50720"/>
                  </a:cubicBezTo>
                  <a:cubicBezTo>
                    <a:pt x="24092" y="50720"/>
                    <a:pt x="3804" y="45648"/>
                    <a:pt x="3804" y="50720"/>
                  </a:cubicBezTo>
                  <a:cubicBezTo>
                    <a:pt x="-1268" y="35504"/>
                    <a:pt x="-1268" y="20288"/>
                    <a:pt x="3804" y="5072"/>
                  </a:cubicBezTo>
                  <a:cubicBezTo>
                    <a:pt x="24092" y="15216"/>
                    <a:pt x="49452" y="15216"/>
                    <a:pt x="69740" y="0"/>
                  </a:cubicBezTo>
                  <a:lnTo>
                    <a:pt x="69740" y="0"/>
                  </a:lnTo>
                  <a:close/>
                </a:path>
              </a:pathLst>
            </a:custGeom>
            <a:solidFill>
              <a:srgbClr val="A7A5A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6AFEB48-A39F-4E33-8C27-860A23879D9C}"/>
                </a:ext>
              </a:extLst>
            </p:cNvPr>
            <p:cNvSpPr/>
            <p:nvPr/>
          </p:nvSpPr>
          <p:spPr>
            <a:xfrm>
              <a:off x="8241460" y="3687672"/>
              <a:ext cx="101440" cy="50720"/>
            </a:xfrm>
            <a:custGeom>
              <a:avLst/>
              <a:gdLst>
                <a:gd name="connsiteX0" fmla="*/ 0 w 101440"/>
                <a:gd name="connsiteY0" fmla="*/ 25360 h 0"/>
                <a:gd name="connsiteX1" fmla="*/ 0 w 101440"/>
                <a:gd name="connsiteY1" fmla="*/ 30432 h 0"/>
                <a:gd name="connsiteX2" fmla="*/ 30432 w 101440"/>
                <a:gd name="connsiteY2" fmla="*/ 30432 h 0"/>
                <a:gd name="connsiteX3" fmla="*/ 30432 w 101440"/>
                <a:gd name="connsiteY3" fmla="*/ 30432 h 0"/>
                <a:gd name="connsiteX4" fmla="*/ 91296 w 101440"/>
                <a:gd name="connsiteY4" fmla="*/ 25360 h 0"/>
                <a:gd name="connsiteX5" fmla="*/ 121728 w 101440"/>
                <a:gd name="connsiteY5" fmla="*/ 0 h 0"/>
                <a:gd name="connsiteX6" fmla="*/ 30432 w 101440"/>
                <a:gd name="connsiteY6" fmla="*/ 30432 h 0"/>
                <a:gd name="connsiteX7" fmla="*/ 25360 w 101440"/>
                <a:gd name="connsiteY7" fmla="*/ 30432 h 0"/>
                <a:gd name="connsiteX8" fmla="*/ 0 w 101440"/>
                <a:gd name="connsiteY8" fmla="*/ 25360 h 0"/>
                <a:gd name="connsiteX9" fmla="*/ 0 w 101440"/>
                <a:gd name="connsiteY9" fmla="*/ 253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440">
                  <a:moveTo>
                    <a:pt x="0" y="25360"/>
                  </a:moveTo>
                  <a:cubicBezTo>
                    <a:pt x="0" y="25360"/>
                    <a:pt x="0" y="30432"/>
                    <a:pt x="0" y="30432"/>
                  </a:cubicBezTo>
                  <a:cubicBezTo>
                    <a:pt x="10144" y="30432"/>
                    <a:pt x="25360" y="35504"/>
                    <a:pt x="30432" y="30432"/>
                  </a:cubicBezTo>
                  <a:cubicBezTo>
                    <a:pt x="30432" y="30432"/>
                    <a:pt x="30432" y="30432"/>
                    <a:pt x="30432" y="30432"/>
                  </a:cubicBezTo>
                  <a:cubicBezTo>
                    <a:pt x="30432" y="30432"/>
                    <a:pt x="60864" y="35504"/>
                    <a:pt x="91296" y="25360"/>
                  </a:cubicBezTo>
                  <a:cubicBezTo>
                    <a:pt x="96368" y="25360"/>
                    <a:pt x="121728" y="15216"/>
                    <a:pt x="121728" y="0"/>
                  </a:cubicBezTo>
                  <a:cubicBezTo>
                    <a:pt x="111584" y="25360"/>
                    <a:pt x="60864" y="30432"/>
                    <a:pt x="30432" y="30432"/>
                  </a:cubicBezTo>
                  <a:cubicBezTo>
                    <a:pt x="30432" y="30432"/>
                    <a:pt x="30432" y="30432"/>
                    <a:pt x="25360" y="30432"/>
                  </a:cubicBezTo>
                  <a:cubicBezTo>
                    <a:pt x="15216" y="30432"/>
                    <a:pt x="10144" y="25360"/>
                    <a:pt x="0" y="25360"/>
                  </a:cubicBezTo>
                  <a:lnTo>
                    <a:pt x="0" y="25360"/>
                  </a:lnTo>
                  <a:close/>
                </a:path>
              </a:pathLst>
            </a:custGeom>
            <a:solidFill>
              <a:srgbClr val="A7A5A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D3FC178-7234-40B7-8F9D-EAEB5338C560}"/>
                </a:ext>
              </a:extLst>
            </p:cNvPr>
            <p:cNvSpPr/>
            <p:nvPr/>
          </p:nvSpPr>
          <p:spPr>
            <a:xfrm>
              <a:off x="8134361" y="3129752"/>
              <a:ext cx="101440" cy="456480"/>
            </a:xfrm>
            <a:custGeom>
              <a:avLst/>
              <a:gdLst>
                <a:gd name="connsiteX0" fmla="*/ 5659 w 101440"/>
                <a:gd name="connsiteY0" fmla="*/ 0 h 456480"/>
                <a:gd name="connsiteX1" fmla="*/ 10731 w 101440"/>
                <a:gd name="connsiteY1" fmla="*/ 258672 h 456480"/>
                <a:gd name="connsiteX2" fmla="*/ 10731 w 101440"/>
                <a:gd name="connsiteY2" fmla="*/ 491984 h 456480"/>
                <a:gd name="connsiteX3" fmla="*/ 66523 w 101440"/>
                <a:gd name="connsiteY3" fmla="*/ 491984 h 456480"/>
                <a:gd name="connsiteX4" fmla="*/ 71595 w 101440"/>
                <a:gd name="connsiteY4" fmla="*/ 486913 h 456480"/>
                <a:gd name="connsiteX5" fmla="*/ 71595 w 101440"/>
                <a:gd name="connsiteY5" fmla="*/ 370256 h 456480"/>
                <a:gd name="connsiteX6" fmla="*/ 102027 w 101440"/>
                <a:gd name="connsiteY6" fmla="*/ 131872 h 456480"/>
                <a:gd name="connsiteX7" fmla="*/ 102027 w 101440"/>
                <a:gd name="connsiteY7" fmla="*/ 91296 h 456480"/>
                <a:gd name="connsiteX8" fmla="*/ 66523 w 101440"/>
                <a:gd name="connsiteY8" fmla="*/ 45648 h 456480"/>
                <a:gd name="connsiteX9" fmla="*/ 5659 w 101440"/>
                <a:gd name="connsiteY9" fmla="*/ 0 h 456480"/>
                <a:gd name="connsiteX10" fmla="*/ 5659 w 101440"/>
                <a:gd name="connsiteY10" fmla="*/ 0 h 456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440" h="456480">
                  <a:moveTo>
                    <a:pt x="5659" y="0"/>
                  </a:moveTo>
                  <a:cubicBezTo>
                    <a:pt x="-9557" y="71008"/>
                    <a:pt x="10731" y="192736"/>
                    <a:pt x="10731" y="258672"/>
                  </a:cubicBezTo>
                  <a:cubicBezTo>
                    <a:pt x="5659" y="324608"/>
                    <a:pt x="587" y="471697"/>
                    <a:pt x="10731" y="491984"/>
                  </a:cubicBezTo>
                  <a:cubicBezTo>
                    <a:pt x="15803" y="497057"/>
                    <a:pt x="46235" y="502129"/>
                    <a:pt x="66523" y="491984"/>
                  </a:cubicBezTo>
                  <a:cubicBezTo>
                    <a:pt x="71595" y="491984"/>
                    <a:pt x="71595" y="486913"/>
                    <a:pt x="71595" y="486913"/>
                  </a:cubicBezTo>
                  <a:cubicBezTo>
                    <a:pt x="71595" y="466624"/>
                    <a:pt x="71595" y="415904"/>
                    <a:pt x="71595" y="370256"/>
                  </a:cubicBezTo>
                  <a:cubicBezTo>
                    <a:pt x="71595" y="278960"/>
                    <a:pt x="102027" y="238384"/>
                    <a:pt x="102027" y="131872"/>
                  </a:cubicBezTo>
                  <a:cubicBezTo>
                    <a:pt x="102027" y="116656"/>
                    <a:pt x="107099" y="106512"/>
                    <a:pt x="102027" y="91296"/>
                  </a:cubicBezTo>
                  <a:cubicBezTo>
                    <a:pt x="96955" y="71008"/>
                    <a:pt x="81739" y="60864"/>
                    <a:pt x="66523" y="45648"/>
                  </a:cubicBezTo>
                  <a:cubicBezTo>
                    <a:pt x="46235" y="35504"/>
                    <a:pt x="20875" y="15216"/>
                    <a:pt x="5659" y="0"/>
                  </a:cubicBezTo>
                  <a:lnTo>
                    <a:pt x="5659" y="0"/>
                  </a:lnTo>
                  <a:close/>
                </a:path>
              </a:pathLst>
            </a:custGeom>
            <a:solidFill>
              <a:srgbClr val="E0E0E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4F22CB0-887E-4ACF-AC55-C91B3132F177}"/>
                </a:ext>
              </a:extLst>
            </p:cNvPr>
            <p:cNvSpPr/>
            <p:nvPr/>
          </p:nvSpPr>
          <p:spPr>
            <a:xfrm>
              <a:off x="8140020" y="3119608"/>
              <a:ext cx="152160" cy="557920"/>
            </a:xfrm>
            <a:custGeom>
              <a:avLst/>
              <a:gdLst>
                <a:gd name="connsiteX0" fmla="*/ 182592 w 152160"/>
                <a:gd name="connsiteY0" fmla="*/ 50720 h 557920"/>
                <a:gd name="connsiteX1" fmla="*/ 192736 w 152160"/>
                <a:gd name="connsiteY1" fmla="*/ 299248 h 557920"/>
                <a:gd name="connsiteX2" fmla="*/ 172448 w 152160"/>
                <a:gd name="connsiteY2" fmla="*/ 547776 h 557920"/>
                <a:gd name="connsiteX3" fmla="*/ 106512 w 152160"/>
                <a:gd name="connsiteY3" fmla="*/ 547776 h 557920"/>
                <a:gd name="connsiteX4" fmla="*/ 106512 w 152160"/>
                <a:gd name="connsiteY4" fmla="*/ 532560 h 557920"/>
                <a:gd name="connsiteX5" fmla="*/ 116656 w 152160"/>
                <a:gd name="connsiteY5" fmla="*/ 289104 h 557920"/>
                <a:gd name="connsiteX6" fmla="*/ 86224 w 152160"/>
                <a:gd name="connsiteY6" fmla="*/ 101440 h 557920"/>
                <a:gd name="connsiteX7" fmla="*/ 0 w 152160"/>
                <a:gd name="connsiteY7" fmla="*/ 0 h 557920"/>
                <a:gd name="connsiteX8" fmla="*/ 182592 w 152160"/>
                <a:gd name="connsiteY8" fmla="*/ 50720 h 557920"/>
                <a:gd name="connsiteX9" fmla="*/ 182592 w 152160"/>
                <a:gd name="connsiteY9" fmla="*/ 50720 h 557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160" h="557920">
                  <a:moveTo>
                    <a:pt x="182592" y="50720"/>
                  </a:moveTo>
                  <a:cubicBezTo>
                    <a:pt x="202880" y="136944"/>
                    <a:pt x="202880" y="218096"/>
                    <a:pt x="192736" y="299248"/>
                  </a:cubicBezTo>
                  <a:cubicBezTo>
                    <a:pt x="192736" y="319536"/>
                    <a:pt x="167376" y="491984"/>
                    <a:pt x="172448" y="547776"/>
                  </a:cubicBezTo>
                  <a:cubicBezTo>
                    <a:pt x="162304" y="562992"/>
                    <a:pt x="116656" y="568064"/>
                    <a:pt x="106512" y="547776"/>
                  </a:cubicBezTo>
                  <a:cubicBezTo>
                    <a:pt x="106512" y="542704"/>
                    <a:pt x="106512" y="537632"/>
                    <a:pt x="106512" y="532560"/>
                  </a:cubicBezTo>
                  <a:cubicBezTo>
                    <a:pt x="96368" y="431120"/>
                    <a:pt x="116656" y="329680"/>
                    <a:pt x="116656" y="289104"/>
                  </a:cubicBezTo>
                  <a:cubicBezTo>
                    <a:pt x="116656" y="228240"/>
                    <a:pt x="76080" y="152160"/>
                    <a:pt x="86224" y="101440"/>
                  </a:cubicBezTo>
                  <a:cubicBezTo>
                    <a:pt x="25360" y="76080"/>
                    <a:pt x="0" y="35504"/>
                    <a:pt x="0" y="0"/>
                  </a:cubicBezTo>
                  <a:cubicBezTo>
                    <a:pt x="50720" y="50720"/>
                    <a:pt x="116656" y="60864"/>
                    <a:pt x="182592" y="50720"/>
                  </a:cubicBezTo>
                  <a:lnTo>
                    <a:pt x="182592" y="50720"/>
                  </a:lnTo>
                  <a:close/>
                </a:path>
              </a:pathLst>
            </a:custGeom>
            <a:solidFill>
              <a:srgbClr val="E0E0E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309FA73-3CE2-4D3A-8635-EC0AD56FEDDA}"/>
                </a:ext>
              </a:extLst>
            </p:cNvPr>
            <p:cNvSpPr/>
            <p:nvPr/>
          </p:nvSpPr>
          <p:spPr>
            <a:xfrm>
              <a:off x="8134948" y="3119608"/>
              <a:ext cx="152160" cy="50720"/>
            </a:xfrm>
            <a:custGeom>
              <a:avLst/>
              <a:gdLst>
                <a:gd name="connsiteX0" fmla="*/ 192737 w 152160"/>
                <a:gd name="connsiteY0" fmla="*/ 50720 h 50720"/>
                <a:gd name="connsiteX1" fmla="*/ 192737 w 152160"/>
                <a:gd name="connsiteY1" fmla="*/ 55792 h 50720"/>
                <a:gd name="connsiteX2" fmla="*/ 192737 w 152160"/>
                <a:gd name="connsiteY2" fmla="*/ 55792 h 50720"/>
                <a:gd name="connsiteX3" fmla="*/ 192737 w 152160"/>
                <a:gd name="connsiteY3" fmla="*/ 60864 h 50720"/>
                <a:gd name="connsiteX4" fmla="*/ 10144 w 152160"/>
                <a:gd name="connsiteY4" fmla="*/ 20288 h 50720"/>
                <a:gd name="connsiteX5" fmla="*/ 0 w 152160"/>
                <a:gd name="connsiteY5" fmla="*/ 0 h 50720"/>
                <a:gd name="connsiteX6" fmla="*/ 192737 w 152160"/>
                <a:gd name="connsiteY6" fmla="*/ 50720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160" h="50720">
                  <a:moveTo>
                    <a:pt x="192737" y="50720"/>
                  </a:moveTo>
                  <a:cubicBezTo>
                    <a:pt x="192737" y="50720"/>
                    <a:pt x="192737" y="55792"/>
                    <a:pt x="192737" y="55792"/>
                  </a:cubicBezTo>
                  <a:lnTo>
                    <a:pt x="192737" y="55792"/>
                  </a:lnTo>
                  <a:cubicBezTo>
                    <a:pt x="192737" y="55792"/>
                    <a:pt x="192737" y="55792"/>
                    <a:pt x="192737" y="60864"/>
                  </a:cubicBezTo>
                  <a:cubicBezTo>
                    <a:pt x="131873" y="76080"/>
                    <a:pt x="55792" y="60864"/>
                    <a:pt x="10144" y="20288"/>
                  </a:cubicBezTo>
                  <a:cubicBezTo>
                    <a:pt x="5072" y="15216"/>
                    <a:pt x="0" y="10144"/>
                    <a:pt x="0" y="0"/>
                  </a:cubicBezTo>
                  <a:cubicBezTo>
                    <a:pt x="0" y="5072"/>
                    <a:pt x="192737" y="50720"/>
                    <a:pt x="192737" y="50720"/>
                  </a:cubicBezTo>
                  <a:close/>
                </a:path>
              </a:pathLst>
            </a:custGeom>
            <a:solidFill>
              <a:srgbClr val="189E98">
                <a:alpha val="20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2E503B7-0082-48DA-8330-CB0FF2D71AEE}"/>
                </a:ext>
              </a:extLst>
            </p:cNvPr>
            <p:cNvSpPr/>
            <p:nvPr/>
          </p:nvSpPr>
          <p:spPr>
            <a:xfrm>
              <a:off x="8129065" y="2830504"/>
              <a:ext cx="50720" cy="152160"/>
            </a:xfrm>
            <a:custGeom>
              <a:avLst/>
              <a:gdLst>
                <a:gd name="connsiteX0" fmla="*/ 26172 w 50720"/>
                <a:gd name="connsiteY0" fmla="*/ 116656 h 152160"/>
                <a:gd name="connsiteX1" fmla="*/ 87036 w 50720"/>
                <a:gd name="connsiteY1" fmla="*/ 5072 h 152160"/>
                <a:gd name="connsiteX2" fmla="*/ 61676 w 50720"/>
                <a:gd name="connsiteY2" fmla="*/ 0 h 152160"/>
                <a:gd name="connsiteX3" fmla="*/ 10956 w 50720"/>
                <a:gd name="connsiteY3" fmla="*/ 25360 h 152160"/>
                <a:gd name="connsiteX4" fmla="*/ 811 w 50720"/>
                <a:gd name="connsiteY4" fmla="*/ 91296 h 152160"/>
                <a:gd name="connsiteX5" fmla="*/ 41388 w 50720"/>
                <a:gd name="connsiteY5" fmla="*/ 167376 h 152160"/>
                <a:gd name="connsiteX6" fmla="*/ 26172 w 50720"/>
                <a:gd name="connsiteY6" fmla="*/ 116656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720" h="152160">
                  <a:moveTo>
                    <a:pt x="26172" y="116656"/>
                  </a:moveTo>
                  <a:cubicBezTo>
                    <a:pt x="21100" y="71008"/>
                    <a:pt x="51532" y="30432"/>
                    <a:pt x="87036" y="5072"/>
                  </a:cubicBezTo>
                  <a:cubicBezTo>
                    <a:pt x="87036" y="5072"/>
                    <a:pt x="76892" y="0"/>
                    <a:pt x="61676" y="0"/>
                  </a:cubicBezTo>
                  <a:cubicBezTo>
                    <a:pt x="41388" y="0"/>
                    <a:pt x="21100" y="5072"/>
                    <a:pt x="10956" y="25360"/>
                  </a:cubicBezTo>
                  <a:cubicBezTo>
                    <a:pt x="-4260" y="45648"/>
                    <a:pt x="811" y="71008"/>
                    <a:pt x="811" y="91296"/>
                  </a:cubicBezTo>
                  <a:cubicBezTo>
                    <a:pt x="5883" y="111584"/>
                    <a:pt x="26172" y="147088"/>
                    <a:pt x="41388" y="167376"/>
                  </a:cubicBezTo>
                  <a:cubicBezTo>
                    <a:pt x="36316" y="142016"/>
                    <a:pt x="26172" y="142016"/>
                    <a:pt x="26172" y="116656"/>
                  </a:cubicBezTo>
                </a:path>
              </a:pathLst>
            </a:custGeom>
            <a:solidFill>
              <a:srgbClr val="D18AE2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6E1B70C-23EA-4C06-AA30-3E3164397096}"/>
                </a:ext>
              </a:extLst>
            </p:cNvPr>
            <p:cNvSpPr/>
            <p:nvPr/>
          </p:nvSpPr>
          <p:spPr>
            <a:xfrm>
              <a:off x="8124234" y="2834422"/>
              <a:ext cx="202880" cy="355040"/>
            </a:xfrm>
            <a:custGeom>
              <a:avLst/>
              <a:gdLst>
                <a:gd name="connsiteX0" fmla="*/ 570 w 202880"/>
                <a:gd name="connsiteY0" fmla="*/ 366338 h 355040"/>
                <a:gd name="connsiteX1" fmla="*/ 25930 w 202880"/>
                <a:gd name="connsiteY1" fmla="*/ 198962 h 355040"/>
                <a:gd name="connsiteX2" fmla="*/ 15786 w 202880"/>
                <a:gd name="connsiteY2" fmla="*/ 62018 h 355040"/>
                <a:gd name="connsiteX3" fmla="*/ 91867 w 202880"/>
                <a:gd name="connsiteY3" fmla="*/ 1154 h 355040"/>
                <a:gd name="connsiteX4" fmla="*/ 167947 w 202880"/>
                <a:gd name="connsiteY4" fmla="*/ 21442 h 355040"/>
                <a:gd name="connsiteX5" fmla="*/ 218667 w 202880"/>
                <a:gd name="connsiteY5" fmla="*/ 56946 h 355040"/>
                <a:gd name="connsiteX6" fmla="*/ 188234 w 202880"/>
                <a:gd name="connsiteY6" fmla="*/ 102594 h 355040"/>
                <a:gd name="connsiteX7" fmla="*/ 218667 w 202880"/>
                <a:gd name="connsiteY7" fmla="*/ 376482 h 355040"/>
                <a:gd name="connsiteX8" fmla="*/ 36074 w 202880"/>
                <a:gd name="connsiteY8" fmla="*/ 386626 h 355040"/>
                <a:gd name="connsiteX9" fmla="*/ 570 w 202880"/>
                <a:gd name="connsiteY9" fmla="*/ 366338 h 35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2880" h="355040">
                  <a:moveTo>
                    <a:pt x="570" y="366338"/>
                  </a:moveTo>
                  <a:cubicBezTo>
                    <a:pt x="-4502" y="346050"/>
                    <a:pt x="25930" y="264898"/>
                    <a:pt x="25930" y="198962"/>
                  </a:cubicBezTo>
                  <a:cubicBezTo>
                    <a:pt x="25930" y="158386"/>
                    <a:pt x="10714" y="97522"/>
                    <a:pt x="15786" y="62018"/>
                  </a:cubicBezTo>
                  <a:cubicBezTo>
                    <a:pt x="20858" y="6226"/>
                    <a:pt x="61434" y="-3918"/>
                    <a:pt x="91867" y="1154"/>
                  </a:cubicBezTo>
                  <a:cubicBezTo>
                    <a:pt x="112154" y="21442"/>
                    <a:pt x="137514" y="31586"/>
                    <a:pt x="167947" y="21442"/>
                  </a:cubicBezTo>
                  <a:cubicBezTo>
                    <a:pt x="183163" y="26514"/>
                    <a:pt x="203451" y="36658"/>
                    <a:pt x="218667" y="56946"/>
                  </a:cubicBezTo>
                  <a:cubicBezTo>
                    <a:pt x="203451" y="62018"/>
                    <a:pt x="188234" y="87378"/>
                    <a:pt x="188234" y="102594"/>
                  </a:cubicBezTo>
                  <a:cubicBezTo>
                    <a:pt x="188234" y="117810"/>
                    <a:pt x="223739" y="285186"/>
                    <a:pt x="218667" y="376482"/>
                  </a:cubicBezTo>
                  <a:cubicBezTo>
                    <a:pt x="173019" y="401842"/>
                    <a:pt x="86794" y="417058"/>
                    <a:pt x="36074" y="386626"/>
                  </a:cubicBezTo>
                  <a:cubicBezTo>
                    <a:pt x="570" y="366338"/>
                    <a:pt x="570" y="371410"/>
                    <a:pt x="570" y="366338"/>
                  </a:cubicBezTo>
                  <a:close/>
                </a:path>
              </a:pathLst>
            </a:custGeom>
            <a:solidFill>
              <a:srgbClr val="D18AE2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7628CD3-1B06-4519-88F2-DE065BF5F88F}"/>
                </a:ext>
              </a:extLst>
            </p:cNvPr>
            <p:cNvSpPr/>
            <p:nvPr/>
          </p:nvSpPr>
          <p:spPr>
            <a:xfrm>
              <a:off x="8287108" y="2850791"/>
              <a:ext cx="50720" cy="355040"/>
            </a:xfrm>
            <a:custGeom>
              <a:avLst/>
              <a:gdLst>
                <a:gd name="connsiteX0" fmla="*/ 15216 w 50720"/>
                <a:gd name="connsiteY0" fmla="*/ 375328 h 355040"/>
                <a:gd name="connsiteX1" fmla="*/ 20288 w 50720"/>
                <a:gd name="connsiteY1" fmla="*/ 213024 h 355040"/>
                <a:gd name="connsiteX2" fmla="*/ 15216 w 50720"/>
                <a:gd name="connsiteY2" fmla="*/ 116656 h 355040"/>
                <a:gd name="connsiteX3" fmla="*/ 35504 w 50720"/>
                <a:gd name="connsiteY3" fmla="*/ 35504 h 355040"/>
                <a:gd name="connsiteX4" fmla="*/ 0 w 50720"/>
                <a:gd name="connsiteY4" fmla="*/ 5072 h 355040"/>
                <a:gd name="connsiteX5" fmla="*/ 5072 w 50720"/>
                <a:gd name="connsiteY5" fmla="*/ 0 h 355040"/>
                <a:gd name="connsiteX6" fmla="*/ 55792 w 50720"/>
                <a:gd name="connsiteY6" fmla="*/ 35504 h 355040"/>
                <a:gd name="connsiteX7" fmla="*/ 25360 w 50720"/>
                <a:gd name="connsiteY7" fmla="*/ 81152 h 355040"/>
                <a:gd name="connsiteX8" fmla="*/ 40576 w 50720"/>
                <a:gd name="connsiteY8" fmla="*/ 319536 h 355040"/>
                <a:gd name="connsiteX9" fmla="*/ 35504 w 50720"/>
                <a:gd name="connsiteY9" fmla="*/ 360112 h 355040"/>
                <a:gd name="connsiteX10" fmla="*/ 15216 w 50720"/>
                <a:gd name="connsiteY10" fmla="*/ 375328 h 35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720" h="355040">
                  <a:moveTo>
                    <a:pt x="15216" y="375328"/>
                  </a:moveTo>
                  <a:cubicBezTo>
                    <a:pt x="25360" y="334752"/>
                    <a:pt x="25360" y="253600"/>
                    <a:pt x="20288" y="213024"/>
                  </a:cubicBezTo>
                  <a:cubicBezTo>
                    <a:pt x="15216" y="192736"/>
                    <a:pt x="20288" y="126800"/>
                    <a:pt x="15216" y="116656"/>
                  </a:cubicBezTo>
                  <a:cubicBezTo>
                    <a:pt x="-5072" y="76080"/>
                    <a:pt x="25360" y="40576"/>
                    <a:pt x="35504" y="35504"/>
                  </a:cubicBezTo>
                  <a:cubicBezTo>
                    <a:pt x="25360" y="20288"/>
                    <a:pt x="15216" y="10144"/>
                    <a:pt x="0" y="5072"/>
                  </a:cubicBezTo>
                  <a:lnTo>
                    <a:pt x="5072" y="0"/>
                  </a:lnTo>
                  <a:cubicBezTo>
                    <a:pt x="20288" y="5072"/>
                    <a:pt x="40576" y="15216"/>
                    <a:pt x="55792" y="35504"/>
                  </a:cubicBezTo>
                  <a:cubicBezTo>
                    <a:pt x="40576" y="40576"/>
                    <a:pt x="25360" y="65936"/>
                    <a:pt x="25360" y="81152"/>
                  </a:cubicBezTo>
                  <a:cubicBezTo>
                    <a:pt x="25360" y="96368"/>
                    <a:pt x="45648" y="233312"/>
                    <a:pt x="40576" y="319536"/>
                  </a:cubicBezTo>
                  <a:cubicBezTo>
                    <a:pt x="40576" y="319536"/>
                    <a:pt x="40576" y="360112"/>
                    <a:pt x="35504" y="360112"/>
                  </a:cubicBezTo>
                  <a:cubicBezTo>
                    <a:pt x="30432" y="370256"/>
                    <a:pt x="15216" y="375328"/>
                    <a:pt x="15216" y="375328"/>
                  </a:cubicBezTo>
                  <a:close/>
                </a:path>
              </a:pathLst>
            </a:custGeom>
            <a:solidFill>
              <a:srgbClr val="FF8FBC">
                <a:alpha val="22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D03D0D7-502E-4DAF-852F-77A7331C5B89}"/>
                </a:ext>
              </a:extLst>
            </p:cNvPr>
            <p:cNvSpPr/>
            <p:nvPr/>
          </p:nvSpPr>
          <p:spPr>
            <a:xfrm>
              <a:off x="8308664" y="2865337"/>
              <a:ext cx="253601" cy="152160"/>
            </a:xfrm>
            <a:custGeom>
              <a:avLst/>
              <a:gdLst>
                <a:gd name="connsiteX0" fmla="*/ 3804 w 253600"/>
                <a:gd name="connsiteY0" fmla="*/ 97039 h 152160"/>
                <a:gd name="connsiteX1" fmla="*/ 3804 w 253600"/>
                <a:gd name="connsiteY1" fmla="*/ 97039 h 152160"/>
                <a:gd name="connsiteX2" fmla="*/ 3804 w 253600"/>
                <a:gd name="connsiteY2" fmla="*/ 56463 h 152160"/>
                <a:gd name="connsiteX3" fmla="*/ 39308 w 253600"/>
                <a:gd name="connsiteY3" fmla="*/ 31103 h 152160"/>
                <a:gd name="connsiteX4" fmla="*/ 140748 w 253600"/>
                <a:gd name="connsiteY4" fmla="*/ 91967 h 152160"/>
                <a:gd name="connsiteX5" fmla="*/ 237117 w 253600"/>
                <a:gd name="connsiteY5" fmla="*/ 671 h 152160"/>
                <a:gd name="connsiteX6" fmla="*/ 277693 w 253600"/>
                <a:gd name="connsiteY6" fmla="*/ 20959 h 152160"/>
                <a:gd name="connsiteX7" fmla="*/ 125532 w 253600"/>
                <a:gd name="connsiteY7" fmla="*/ 162975 h 152160"/>
                <a:gd name="connsiteX8" fmla="*/ 3804 w 253600"/>
                <a:gd name="connsiteY8" fmla="*/ 97039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600" h="152160">
                  <a:moveTo>
                    <a:pt x="3804" y="97039"/>
                  </a:moveTo>
                  <a:lnTo>
                    <a:pt x="3804" y="97039"/>
                  </a:lnTo>
                  <a:cubicBezTo>
                    <a:pt x="-1268" y="86895"/>
                    <a:pt x="-1268" y="71679"/>
                    <a:pt x="3804" y="56463"/>
                  </a:cubicBezTo>
                  <a:cubicBezTo>
                    <a:pt x="8876" y="41247"/>
                    <a:pt x="24092" y="36175"/>
                    <a:pt x="39308" y="31103"/>
                  </a:cubicBezTo>
                  <a:cubicBezTo>
                    <a:pt x="54524" y="36175"/>
                    <a:pt x="140748" y="81823"/>
                    <a:pt x="140748" y="91967"/>
                  </a:cubicBezTo>
                  <a:cubicBezTo>
                    <a:pt x="145820" y="76751"/>
                    <a:pt x="216829" y="36175"/>
                    <a:pt x="237117" y="671"/>
                  </a:cubicBezTo>
                  <a:cubicBezTo>
                    <a:pt x="257404" y="-4401"/>
                    <a:pt x="277693" y="20959"/>
                    <a:pt x="277693" y="20959"/>
                  </a:cubicBezTo>
                  <a:cubicBezTo>
                    <a:pt x="252333" y="61535"/>
                    <a:pt x="176252" y="152831"/>
                    <a:pt x="125532" y="162975"/>
                  </a:cubicBezTo>
                  <a:cubicBezTo>
                    <a:pt x="69740" y="168047"/>
                    <a:pt x="19020" y="112255"/>
                    <a:pt x="3804" y="97039"/>
                  </a:cubicBezTo>
                  <a:close/>
                </a:path>
              </a:pathLst>
            </a:custGeom>
            <a:solidFill>
              <a:srgbClr val="D18AE2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4C136D5-5648-41A7-8840-CC8187BFBB88}"/>
                </a:ext>
              </a:extLst>
            </p:cNvPr>
            <p:cNvSpPr/>
            <p:nvPr/>
          </p:nvSpPr>
          <p:spPr>
            <a:xfrm>
              <a:off x="8134948" y="3023240"/>
              <a:ext cx="50720" cy="50720"/>
            </a:xfrm>
            <a:custGeom>
              <a:avLst/>
              <a:gdLst>
                <a:gd name="connsiteX0" fmla="*/ 15216 w 0"/>
                <a:gd name="connsiteY0" fmla="*/ 0 h 50720"/>
                <a:gd name="connsiteX1" fmla="*/ 0 w 0"/>
                <a:gd name="connsiteY1" fmla="*/ 91296 h 50720"/>
                <a:gd name="connsiteX2" fmla="*/ 10144 w 0"/>
                <a:gd name="connsiteY2" fmla="*/ 65936 h 50720"/>
                <a:gd name="connsiteX3" fmla="*/ 10144 w 0"/>
                <a:gd name="connsiteY3" fmla="*/ 65936 h 50720"/>
                <a:gd name="connsiteX4" fmla="*/ 15216 w 0"/>
                <a:gd name="connsiteY4" fmla="*/ 0 h 50720"/>
                <a:gd name="connsiteX5" fmla="*/ 15216 w 0"/>
                <a:gd name="connsiteY5" fmla="*/ 0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h="50720">
                  <a:moveTo>
                    <a:pt x="15216" y="0"/>
                  </a:moveTo>
                  <a:cubicBezTo>
                    <a:pt x="25360" y="30432"/>
                    <a:pt x="15216" y="65936"/>
                    <a:pt x="0" y="91296"/>
                  </a:cubicBezTo>
                  <a:cubicBezTo>
                    <a:pt x="0" y="86224"/>
                    <a:pt x="5072" y="76080"/>
                    <a:pt x="10144" y="65936"/>
                  </a:cubicBezTo>
                  <a:cubicBezTo>
                    <a:pt x="10144" y="65936"/>
                    <a:pt x="10144" y="65936"/>
                    <a:pt x="10144" y="65936"/>
                  </a:cubicBezTo>
                  <a:cubicBezTo>
                    <a:pt x="15216" y="45648"/>
                    <a:pt x="20288" y="20288"/>
                    <a:pt x="15216" y="0"/>
                  </a:cubicBezTo>
                  <a:lnTo>
                    <a:pt x="15216" y="0"/>
                  </a:lnTo>
                  <a:close/>
                </a:path>
              </a:pathLst>
            </a:custGeom>
            <a:solidFill>
              <a:srgbClr val="F9C844">
                <a:alpha val="23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0211F97-9E29-4EA7-A782-2182AAAD4439}"/>
                </a:ext>
              </a:extLst>
            </p:cNvPr>
            <p:cNvSpPr/>
            <p:nvPr/>
          </p:nvSpPr>
          <p:spPr>
            <a:xfrm>
              <a:off x="8200884" y="2835575"/>
              <a:ext cx="101440" cy="50720"/>
            </a:xfrm>
            <a:custGeom>
              <a:avLst/>
              <a:gdLst>
                <a:gd name="connsiteX0" fmla="*/ 91296 w 101440"/>
                <a:gd name="connsiteY0" fmla="*/ 20288 h 0"/>
                <a:gd name="connsiteX1" fmla="*/ 15216 w 101440"/>
                <a:gd name="connsiteY1" fmla="*/ 0 h 0"/>
                <a:gd name="connsiteX2" fmla="*/ 0 w 101440"/>
                <a:gd name="connsiteY2" fmla="*/ 0 h 0"/>
                <a:gd name="connsiteX3" fmla="*/ 45648 w 101440"/>
                <a:gd name="connsiteY3" fmla="*/ 35504 h 0"/>
                <a:gd name="connsiteX4" fmla="*/ 106512 w 101440"/>
                <a:gd name="connsiteY4" fmla="*/ 25360 h 0"/>
                <a:gd name="connsiteX5" fmla="*/ 91296 w 101440"/>
                <a:gd name="connsiteY5" fmla="*/ 20288 h 0"/>
                <a:gd name="connsiteX6" fmla="*/ 91296 w 101440"/>
                <a:gd name="connsiteY6" fmla="*/ 20288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40">
                  <a:moveTo>
                    <a:pt x="91296" y="20288"/>
                  </a:moveTo>
                  <a:cubicBezTo>
                    <a:pt x="65936" y="30432"/>
                    <a:pt x="35504" y="20288"/>
                    <a:pt x="15216" y="0"/>
                  </a:cubicBezTo>
                  <a:cubicBezTo>
                    <a:pt x="10144" y="0"/>
                    <a:pt x="5072" y="0"/>
                    <a:pt x="0" y="0"/>
                  </a:cubicBezTo>
                  <a:cubicBezTo>
                    <a:pt x="10144" y="20288"/>
                    <a:pt x="25360" y="35504"/>
                    <a:pt x="45648" y="35504"/>
                  </a:cubicBezTo>
                  <a:cubicBezTo>
                    <a:pt x="65936" y="40576"/>
                    <a:pt x="86224" y="40576"/>
                    <a:pt x="106512" y="25360"/>
                  </a:cubicBezTo>
                  <a:cubicBezTo>
                    <a:pt x="106512" y="25360"/>
                    <a:pt x="101440" y="25360"/>
                    <a:pt x="91296" y="20288"/>
                  </a:cubicBezTo>
                  <a:lnTo>
                    <a:pt x="91296" y="20288"/>
                  </a:lnTo>
                  <a:close/>
                </a:path>
              </a:pathLst>
            </a:custGeom>
            <a:solidFill>
              <a:srgbClr val="522262">
                <a:alpha val="44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53F5A72-5D6A-4A0A-9D5C-50D0635AEB12}"/>
                </a:ext>
              </a:extLst>
            </p:cNvPr>
            <p:cNvSpPr/>
            <p:nvPr/>
          </p:nvSpPr>
          <p:spPr>
            <a:xfrm>
              <a:off x="8353045" y="2901511"/>
              <a:ext cx="50720" cy="50720"/>
            </a:xfrm>
            <a:custGeom>
              <a:avLst/>
              <a:gdLst>
                <a:gd name="connsiteX0" fmla="*/ 0 w 50720"/>
                <a:gd name="connsiteY0" fmla="*/ 0 h 50720"/>
                <a:gd name="connsiteX1" fmla="*/ 86224 w 50720"/>
                <a:gd name="connsiteY1" fmla="*/ 55792 h 50720"/>
                <a:gd name="connsiteX2" fmla="*/ 40576 w 50720"/>
                <a:gd name="connsiteY2" fmla="*/ 30432 h 50720"/>
                <a:gd name="connsiteX3" fmla="*/ 0 w 50720"/>
                <a:gd name="connsiteY3" fmla="*/ 0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0" h="50720">
                  <a:moveTo>
                    <a:pt x="0" y="0"/>
                  </a:moveTo>
                  <a:cubicBezTo>
                    <a:pt x="15216" y="10144"/>
                    <a:pt x="91296" y="50720"/>
                    <a:pt x="86224" y="55792"/>
                  </a:cubicBezTo>
                  <a:cubicBezTo>
                    <a:pt x="86224" y="60864"/>
                    <a:pt x="45648" y="35504"/>
                    <a:pt x="40576" y="30432"/>
                  </a:cubicBezTo>
                  <a:cubicBezTo>
                    <a:pt x="45648" y="3043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6E1CB">
                <a:alpha val="47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501807-C136-44C7-874C-48E3D99038F0}"/>
                </a:ext>
              </a:extLst>
            </p:cNvPr>
            <p:cNvSpPr/>
            <p:nvPr/>
          </p:nvSpPr>
          <p:spPr>
            <a:xfrm>
              <a:off x="3978718" y="2510179"/>
              <a:ext cx="50720" cy="50720"/>
            </a:xfrm>
            <a:custGeom>
              <a:avLst/>
              <a:gdLst>
                <a:gd name="connsiteX0" fmla="*/ 37758 w 50720"/>
                <a:gd name="connsiteY0" fmla="*/ 61652 h 50720"/>
                <a:gd name="connsiteX1" fmla="*/ 37758 w 50720"/>
                <a:gd name="connsiteY1" fmla="*/ 61652 h 50720"/>
                <a:gd name="connsiteX2" fmla="*/ 27614 w 50720"/>
                <a:gd name="connsiteY2" fmla="*/ 56580 h 50720"/>
                <a:gd name="connsiteX3" fmla="*/ 2254 w 50720"/>
                <a:gd name="connsiteY3" fmla="*/ 31220 h 50720"/>
                <a:gd name="connsiteX4" fmla="*/ 2254 w 50720"/>
                <a:gd name="connsiteY4" fmla="*/ 16004 h 50720"/>
                <a:gd name="connsiteX5" fmla="*/ 7326 w 50720"/>
                <a:gd name="connsiteY5" fmla="*/ 5860 h 50720"/>
                <a:gd name="connsiteX6" fmla="*/ 22542 w 50720"/>
                <a:gd name="connsiteY6" fmla="*/ 5860 h 50720"/>
                <a:gd name="connsiteX7" fmla="*/ 37758 w 50720"/>
                <a:gd name="connsiteY7" fmla="*/ 21076 h 50720"/>
                <a:gd name="connsiteX8" fmla="*/ 42830 w 50720"/>
                <a:gd name="connsiteY8" fmla="*/ 21076 h 50720"/>
                <a:gd name="connsiteX9" fmla="*/ 32686 w 50720"/>
                <a:gd name="connsiteY9" fmla="*/ 788 h 50720"/>
                <a:gd name="connsiteX10" fmla="*/ 32686 w 50720"/>
                <a:gd name="connsiteY10" fmla="*/ 788 h 50720"/>
                <a:gd name="connsiteX11" fmla="*/ 58046 w 50720"/>
                <a:gd name="connsiteY11" fmla="*/ 36292 h 50720"/>
                <a:gd name="connsiteX12" fmla="*/ 58046 w 50720"/>
                <a:gd name="connsiteY12" fmla="*/ 41364 h 50720"/>
                <a:gd name="connsiteX13" fmla="*/ 68190 w 50720"/>
                <a:gd name="connsiteY13" fmla="*/ 56580 h 50720"/>
                <a:gd name="connsiteX14" fmla="*/ 37758 w 50720"/>
                <a:gd name="connsiteY14" fmla="*/ 61652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0720" h="50720">
                  <a:moveTo>
                    <a:pt x="37758" y="61652"/>
                  </a:moveTo>
                  <a:cubicBezTo>
                    <a:pt x="37758" y="61652"/>
                    <a:pt x="32686" y="56580"/>
                    <a:pt x="37758" y="61652"/>
                  </a:cubicBezTo>
                  <a:cubicBezTo>
                    <a:pt x="32686" y="56580"/>
                    <a:pt x="27614" y="56580"/>
                    <a:pt x="27614" y="56580"/>
                  </a:cubicBezTo>
                  <a:cubicBezTo>
                    <a:pt x="17470" y="51508"/>
                    <a:pt x="7326" y="41364"/>
                    <a:pt x="2254" y="31220"/>
                  </a:cubicBezTo>
                  <a:cubicBezTo>
                    <a:pt x="2254" y="26148"/>
                    <a:pt x="-2818" y="21076"/>
                    <a:pt x="2254" y="16004"/>
                  </a:cubicBezTo>
                  <a:cubicBezTo>
                    <a:pt x="2254" y="10932"/>
                    <a:pt x="7326" y="5860"/>
                    <a:pt x="7326" y="5860"/>
                  </a:cubicBezTo>
                  <a:cubicBezTo>
                    <a:pt x="12398" y="788"/>
                    <a:pt x="17470" y="788"/>
                    <a:pt x="22542" y="5860"/>
                  </a:cubicBezTo>
                  <a:cubicBezTo>
                    <a:pt x="27614" y="10932"/>
                    <a:pt x="32686" y="21076"/>
                    <a:pt x="37758" y="21076"/>
                  </a:cubicBezTo>
                  <a:cubicBezTo>
                    <a:pt x="37758" y="21076"/>
                    <a:pt x="42830" y="26148"/>
                    <a:pt x="42830" y="21076"/>
                  </a:cubicBezTo>
                  <a:cubicBezTo>
                    <a:pt x="47902" y="16004"/>
                    <a:pt x="37758" y="5860"/>
                    <a:pt x="32686" y="788"/>
                  </a:cubicBezTo>
                  <a:cubicBezTo>
                    <a:pt x="32686" y="788"/>
                    <a:pt x="32686" y="788"/>
                    <a:pt x="32686" y="788"/>
                  </a:cubicBezTo>
                  <a:cubicBezTo>
                    <a:pt x="37758" y="-4284"/>
                    <a:pt x="58046" y="16004"/>
                    <a:pt x="58046" y="36292"/>
                  </a:cubicBezTo>
                  <a:cubicBezTo>
                    <a:pt x="58046" y="36292"/>
                    <a:pt x="58046" y="41364"/>
                    <a:pt x="58046" y="41364"/>
                  </a:cubicBezTo>
                  <a:cubicBezTo>
                    <a:pt x="58046" y="51508"/>
                    <a:pt x="68190" y="51508"/>
                    <a:pt x="68190" y="56580"/>
                  </a:cubicBezTo>
                  <a:cubicBezTo>
                    <a:pt x="83406" y="92084"/>
                    <a:pt x="58046" y="97156"/>
                    <a:pt x="37758" y="61652"/>
                  </a:cubicBezTo>
                  <a:close/>
                </a:path>
              </a:pathLst>
            </a:custGeom>
            <a:solidFill>
              <a:srgbClr val="F6E1CB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D2C45C5-DF15-440D-B923-21A2D565313F}"/>
                </a:ext>
              </a:extLst>
            </p:cNvPr>
            <p:cNvSpPr/>
            <p:nvPr/>
          </p:nvSpPr>
          <p:spPr>
            <a:xfrm>
              <a:off x="4353372" y="3325807"/>
              <a:ext cx="101440" cy="50720"/>
            </a:xfrm>
            <a:custGeom>
              <a:avLst/>
              <a:gdLst>
                <a:gd name="connsiteX0" fmla="*/ 48576 w 101440"/>
                <a:gd name="connsiteY0" fmla="*/ 6825 h 0"/>
                <a:gd name="connsiteX1" fmla="*/ 2928 w 101440"/>
                <a:gd name="connsiteY1" fmla="*/ 27113 h 0"/>
                <a:gd name="connsiteX2" fmla="*/ 79009 w 101440"/>
                <a:gd name="connsiteY2" fmla="*/ 47401 h 0"/>
                <a:gd name="connsiteX3" fmla="*/ 79009 w 101440"/>
                <a:gd name="connsiteY3" fmla="*/ 47401 h 0"/>
                <a:gd name="connsiteX4" fmla="*/ 109441 w 101440"/>
                <a:gd name="connsiteY4" fmla="*/ 47401 h 0"/>
                <a:gd name="connsiteX5" fmla="*/ 109441 w 101440"/>
                <a:gd name="connsiteY5" fmla="*/ 6825 h 0"/>
                <a:gd name="connsiteX6" fmla="*/ 48576 w 101440"/>
                <a:gd name="connsiteY6" fmla="*/ 6825 h 0"/>
                <a:gd name="connsiteX7" fmla="*/ 48576 w 101440"/>
                <a:gd name="connsiteY7" fmla="*/ 682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440">
                  <a:moveTo>
                    <a:pt x="48576" y="6825"/>
                  </a:moveTo>
                  <a:cubicBezTo>
                    <a:pt x="-7216" y="-13463"/>
                    <a:pt x="-2144" y="16969"/>
                    <a:pt x="2928" y="27113"/>
                  </a:cubicBezTo>
                  <a:cubicBezTo>
                    <a:pt x="33360" y="57545"/>
                    <a:pt x="79009" y="42329"/>
                    <a:pt x="79009" y="47401"/>
                  </a:cubicBezTo>
                  <a:cubicBezTo>
                    <a:pt x="79009" y="47401"/>
                    <a:pt x="79009" y="47401"/>
                    <a:pt x="79009" y="47401"/>
                  </a:cubicBezTo>
                  <a:cubicBezTo>
                    <a:pt x="79009" y="52473"/>
                    <a:pt x="104369" y="47401"/>
                    <a:pt x="109441" y="47401"/>
                  </a:cubicBezTo>
                  <a:cubicBezTo>
                    <a:pt x="114513" y="42329"/>
                    <a:pt x="114513" y="6825"/>
                    <a:pt x="109441" y="6825"/>
                  </a:cubicBezTo>
                  <a:cubicBezTo>
                    <a:pt x="89153" y="11897"/>
                    <a:pt x="68864" y="11897"/>
                    <a:pt x="48576" y="6825"/>
                  </a:cubicBezTo>
                  <a:lnTo>
                    <a:pt x="48576" y="6825"/>
                  </a:lnTo>
                  <a:close/>
                </a:path>
              </a:pathLst>
            </a:custGeom>
            <a:solidFill>
              <a:srgbClr val="A7A5A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37560FC-15F3-4363-B564-FD5124647CB9}"/>
                </a:ext>
              </a:extLst>
            </p:cNvPr>
            <p:cNvSpPr/>
            <p:nvPr/>
          </p:nvSpPr>
          <p:spPr>
            <a:xfrm>
              <a:off x="4361372" y="3342776"/>
              <a:ext cx="101440" cy="50720"/>
            </a:xfrm>
            <a:custGeom>
              <a:avLst/>
              <a:gdLst>
                <a:gd name="connsiteX0" fmla="*/ 106512 w 101440"/>
                <a:gd name="connsiteY0" fmla="*/ 25360 h 0"/>
                <a:gd name="connsiteX1" fmla="*/ 106512 w 101440"/>
                <a:gd name="connsiteY1" fmla="*/ 30432 h 0"/>
                <a:gd name="connsiteX2" fmla="*/ 76080 w 101440"/>
                <a:gd name="connsiteY2" fmla="*/ 30432 h 0"/>
                <a:gd name="connsiteX3" fmla="*/ 76080 w 101440"/>
                <a:gd name="connsiteY3" fmla="*/ 25360 h 0"/>
                <a:gd name="connsiteX4" fmla="*/ 0 w 101440"/>
                <a:gd name="connsiteY4" fmla="*/ 5072 h 0"/>
                <a:gd name="connsiteX5" fmla="*/ 0 w 101440"/>
                <a:gd name="connsiteY5" fmla="*/ 0 h 0"/>
                <a:gd name="connsiteX6" fmla="*/ 60864 w 101440"/>
                <a:gd name="connsiteY6" fmla="*/ 20288 h 0"/>
                <a:gd name="connsiteX7" fmla="*/ 81152 w 101440"/>
                <a:gd name="connsiteY7" fmla="*/ 20288 h 0"/>
                <a:gd name="connsiteX8" fmla="*/ 81152 w 101440"/>
                <a:gd name="connsiteY8" fmla="*/ 25360 h 0"/>
                <a:gd name="connsiteX9" fmla="*/ 106512 w 101440"/>
                <a:gd name="connsiteY9" fmla="*/ 25360 h 0"/>
                <a:gd name="connsiteX10" fmla="*/ 106512 w 101440"/>
                <a:gd name="connsiteY10" fmla="*/ 253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440">
                  <a:moveTo>
                    <a:pt x="106512" y="25360"/>
                  </a:moveTo>
                  <a:cubicBezTo>
                    <a:pt x="106512" y="25360"/>
                    <a:pt x="106512" y="30432"/>
                    <a:pt x="106512" y="30432"/>
                  </a:cubicBezTo>
                  <a:cubicBezTo>
                    <a:pt x="101440" y="35504"/>
                    <a:pt x="86224" y="35504"/>
                    <a:pt x="76080" y="30432"/>
                  </a:cubicBezTo>
                  <a:cubicBezTo>
                    <a:pt x="76080" y="30432"/>
                    <a:pt x="76080" y="25360"/>
                    <a:pt x="76080" y="25360"/>
                  </a:cubicBezTo>
                  <a:cubicBezTo>
                    <a:pt x="71008" y="25360"/>
                    <a:pt x="20288" y="30432"/>
                    <a:pt x="0" y="5072"/>
                  </a:cubicBezTo>
                  <a:cubicBezTo>
                    <a:pt x="0" y="5072"/>
                    <a:pt x="0" y="0"/>
                    <a:pt x="0" y="0"/>
                  </a:cubicBezTo>
                  <a:cubicBezTo>
                    <a:pt x="15216" y="15216"/>
                    <a:pt x="40576" y="20288"/>
                    <a:pt x="60864" y="20288"/>
                  </a:cubicBezTo>
                  <a:cubicBezTo>
                    <a:pt x="65936" y="20288"/>
                    <a:pt x="76080" y="20288"/>
                    <a:pt x="81152" y="20288"/>
                  </a:cubicBezTo>
                  <a:cubicBezTo>
                    <a:pt x="81152" y="20288"/>
                    <a:pt x="81152" y="25360"/>
                    <a:pt x="81152" y="25360"/>
                  </a:cubicBezTo>
                  <a:cubicBezTo>
                    <a:pt x="76080" y="30432"/>
                    <a:pt x="91296" y="30432"/>
                    <a:pt x="106512" y="25360"/>
                  </a:cubicBezTo>
                  <a:lnTo>
                    <a:pt x="106512" y="25360"/>
                  </a:lnTo>
                  <a:close/>
                </a:path>
              </a:pathLst>
            </a:custGeom>
            <a:solidFill>
              <a:srgbClr val="A7A5A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FA9AD74-947A-4CCE-B3E0-2823242231CB}"/>
                </a:ext>
              </a:extLst>
            </p:cNvPr>
            <p:cNvSpPr/>
            <p:nvPr/>
          </p:nvSpPr>
          <p:spPr>
            <a:xfrm>
              <a:off x="4310652" y="2490679"/>
              <a:ext cx="50720" cy="50720"/>
            </a:xfrm>
            <a:custGeom>
              <a:avLst/>
              <a:gdLst>
                <a:gd name="connsiteX0" fmla="*/ 81152 w 50720"/>
                <a:gd name="connsiteY0" fmla="*/ 40576 h 50720"/>
                <a:gd name="connsiteX1" fmla="*/ 0 w 50720"/>
                <a:gd name="connsiteY1" fmla="*/ 60864 h 50720"/>
                <a:gd name="connsiteX2" fmla="*/ 10144 w 50720"/>
                <a:gd name="connsiteY2" fmla="*/ 20288 h 50720"/>
                <a:gd name="connsiteX3" fmla="*/ 50720 w 50720"/>
                <a:gd name="connsiteY3" fmla="*/ 0 h 50720"/>
                <a:gd name="connsiteX4" fmla="*/ 81152 w 50720"/>
                <a:gd name="connsiteY4" fmla="*/ 15216 h 50720"/>
                <a:gd name="connsiteX5" fmla="*/ 81152 w 50720"/>
                <a:gd name="connsiteY5" fmla="*/ 40576 h 50720"/>
                <a:gd name="connsiteX6" fmla="*/ 81152 w 50720"/>
                <a:gd name="connsiteY6" fmla="*/ 4057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720" h="50720">
                  <a:moveTo>
                    <a:pt x="81152" y="40576"/>
                  </a:moveTo>
                  <a:cubicBezTo>
                    <a:pt x="35504" y="81152"/>
                    <a:pt x="15216" y="60864"/>
                    <a:pt x="0" y="60864"/>
                  </a:cubicBezTo>
                  <a:cubicBezTo>
                    <a:pt x="10144" y="50720"/>
                    <a:pt x="15216" y="30432"/>
                    <a:pt x="10144" y="20288"/>
                  </a:cubicBezTo>
                  <a:lnTo>
                    <a:pt x="50720" y="0"/>
                  </a:lnTo>
                  <a:lnTo>
                    <a:pt x="81152" y="15216"/>
                  </a:lnTo>
                  <a:cubicBezTo>
                    <a:pt x="76080" y="25360"/>
                    <a:pt x="76080" y="35504"/>
                    <a:pt x="81152" y="40576"/>
                  </a:cubicBezTo>
                  <a:lnTo>
                    <a:pt x="81152" y="40576"/>
                  </a:lnTo>
                  <a:close/>
                </a:path>
              </a:pathLst>
            </a:custGeom>
            <a:solidFill>
              <a:srgbClr val="F6E1CB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F3E6DFA-E7FE-413C-84E3-D6CF09DFE67B}"/>
                </a:ext>
              </a:extLst>
            </p:cNvPr>
            <p:cNvSpPr/>
            <p:nvPr/>
          </p:nvSpPr>
          <p:spPr>
            <a:xfrm>
              <a:off x="4265004" y="2394311"/>
              <a:ext cx="101440" cy="101440"/>
            </a:xfrm>
            <a:custGeom>
              <a:avLst/>
              <a:gdLst>
                <a:gd name="connsiteX0" fmla="*/ 0 w 101440"/>
                <a:gd name="connsiteY0" fmla="*/ 0 h 101440"/>
                <a:gd name="connsiteX1" fmla="*/ 10144 w 101440"/>
                <a:gd name="connsiteY1" fmla="*/ 40576 h 101440"/>
                <a:gd name="connsiteX2" fmla="*/ 101440 w 101440"/>
                <a:gd name="connsiteY2" fmla="*/ 96368 h 101440"/>
                <a:gd name="connsiteX3" fmla="*/ 71008 w 101440"/>
                <a:gd name="connsiteY3" fmla="*/ 35504 h 101440"/>
                <a:gd name="connsiteX4" fmla="*/ 0 w 101440"/>
                <a:gd name="connsiteY4" fmla="*/ 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01440">
                  <a:moveTo>
                    <a:pt x="0" y="0"/>
                  </a:moveTo>
                  <a:cubicBezTo>
                    <a:pt x="10144" y="15216"/>
                    <a:pt x="10144" y="25360"/>
                    <a:pt x="10144" y="40576"/>
                  </a:cubicBezTo>
                  <a:cubicBezTo>
                    <a:pt x="10144" y="121728"/>
                    <a:pt x="65936" y="136944"/>
                    <a:pt x="101440" y="96368"/>
                  </a:cubicBezTo>
                  <a:lnTo>
                    <a:pt x="71008" y="355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1CB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F4F3EE3-7EE0-4C0E-BF84-167FFC37C03E}"/>
                </a:ext>
              </a:extLst>
            </p:cNvPr>
            <p:cNvSpPr/>
            <p:nvPr/>
          </p:nvSpPr>
          <p:spPr>
            <a:xfrm>
              <a:off x="4259932" y="2333524"/>
              <a:ext cx="152160" cy="152160"/>
            </a:xfrm>
            <a:custGeom>
              <a:avLst/>
              <a:gdLst>
                <a:gd name="connsiteX0" fmla="*/ 136944 w 152160"/>
                <a:gd name="connsiteY0" fmla="*/ 172372 h 152160"/>
                <a:gd name="connsiteX1" fmla="*/ 96368 w 152160"/>
                <a:gd name="connsiteY1" fmla="*/ 177444 h 152160"/>
                <a:gd name="connsiteX2" fmla="*/ 91296 w 152160"/>
                <a:gd name="connsiteY2" fmla="*/ 172372 h 152160"/>
                <a:gd name="connsiteX3" fmla="*/ 76080 w 152160"/>
                <a:gd name="connsiteY3" fmla="*/ 152084 h 152160"/>
                <a:gd name="connsiteX4" fmla="*/ 71008 w 152160"/>
                <a:gd name="connsiteY4" fmla="*/ 121652 h 152160"/>
                <a:gd name="connsiteX5" fmla="*/ 55792 w 152160"/>
                <a:gd name="connsiteY5" fmla="*/ 126724 h 152160"/>
                <a:gd name="connsiteX6" fmla="*/ 5072 w 152160"/>
                <a:gd name="connsiteY6" fmla="*/ 60788 h 152160"/>
                <a:gd name="connsiteX7" fmla="*/ 0 w 152160"/>
                <a:gd name="connsiteY7" fmla="*/ 40500 h 152160"/>
                <a:gd name="connsiteX8" fmla="*/ 35504 w 152160"/>
                <a:gd name="connsiteY8" fmla="*/ 4996 h 152160"/>
                <a:gd name="connsiteX9" fmla="*/ 157232 w 152160"/>
                <a:gd name="connsiteY9" fmla="*/ 55716 h 152160"/>
                <a:gd name="connsiteX10" fmla="*/ 136944 w 152160"/>
                <a:gd name="connsiteY10" fmla="*/ 172372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0" h="152160">
                  <a:moveTo>
                    <a:pt x="136944" y="172372"/>
                  </a:moveTo>
                  <a:cubicBezTo>
                    <a:pt x="126800" y="182516"/>
                    <a:pt x="106512" y="187588"/>
                    <a:pt x="96368" y="177444"/>
                  </a:cubicBezTo>
                  <a:cubicBezTo>
                    <a:pt x="96368" y="177444"/>
                    <a:pt x="91296" y="172372"/>
                    <a:pt x="91296" y="172372"/>
                  </a:cubicBezTo>
                  <a:cubicBezTo>
                    <a:pt x="86224" y="162228"/>
                    <a:pt x="81152" y="157156"/>
                    <a:pt x="76080" y="152084"/>
                  </a:cubicBezTo>
                  <a:cubicBezTo>
                    <a:pt x="76080" y="152084"/>
                    <a:pt x="86224" y="131796"/>
                    <a:pt x="71008" y="121652"/>
                  </a:cubicBezTo>
                  <a:cubicBezTo>
                    <a:pt x="65936" y="116580"/>
                    <a:pt x="55792" y="121652"/>
                    <a:pt x="55792" y="126724"/>
                  </a:cubicBezTo>
                  <a:cubicBezTo>
                    <a:pt x="35504" y="116580"/>
                    <a:pt x="20288" y="65860"/>
                    <a:pt x="5072" y="60788"/>
                  </a:cubicBezTo>
                  <a:cubicBezTo>
                    <a:pt x="0" y="60788"/>
                    <a:pt x="0" y="45572"/>
                    <a:pt x="0" y="40500"/>
                  </a:cubicBezTo>
                  <a:cubicBezTo>
                    <a:pt x="0" y="20212"/>
                    <a:pt x="20288" y="10068"/>
                    <a:pt x="35504" y="4996"/>
                  </a:cubicBezTo>
                  <a:cubicBezTo>
                    <a:pt x="81152" y="-10220"/>
                    <a:pt x="136944" y="10068"/>
                    <a:pt x="157232" y="55716"/>
                  </a:cubicBezTo>
                  <a:cubicBezTo>
                    <a:pt x="172448" y="96292"/>
                    <a:pt x="162304" y="141940"/>
                    <a:pt x="136944" y="172372"/>
                  </a:cubicBezTo>
                  <a:close/>
                </a:path>
              </a:pathLst>
            </a:custGeom>
            <a:solidFill>
              <a:srgbClr val="28282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ADAC73D-0BE5-4342-80ED-009D4E6F187C}"/>
                </a:ext>
              </a:extLst>
            </p:cNvPr>
            <p:cNvSpPr/>
            <p:nvPr/>
          </p:nvSpPr>
          <p:spPr>
            <a:xfrm>
              <a:off x="4270076" y="2394311"/>
              <a:ext cx="50720" cy="50720"/>
            </a:xfrm>
            <a:custGeom>
              <a:avLst/>
              <a:gdLst>
                <a:gd name="connsiteX0" fmla="*/ 15216 w 50720"/>
                <a:gd name="connsiteY0" fmla="*/ 30432 h 50720"/>
                <a:gd name="connsiteX1" fmla="*/ 50720 w 50720"/>
                <a:gd name="connsiteY1" fmla="*/ 65936 h 50720"/>
                <a:gd name="connsiteX2" fmla="*/ 55792 w 50720"/>
                <a:gd name="connsiteY2" fmla="*/ 60864 h 50720"/>
                <a:gd name="connsiteX3" fmla="*/ 65936 w 50720"/>
                <a:gd name="connsiteY3" fmla="*/ 60864 h 50720"/>
                <a:gd name="connsiteX4" fmla="*/ 76080 w 50720"/>
                <a:gd name="connsiteY4" fmla="*/ 91296 h 50720"/>
                <a:gd name="connsiteX5" fmla="*/ 81152 w 50720"/>
                <a:gd name="connsiteY5" fmla="*/ 71008 h 50720"/>
                <a:gd name="connsiteX6" fmla="*/ 71008 w 50720"/>
                <a:gd name="connsiteY6" fmla="*/ 55792 h 50720"/>
                <a:gd name="connsiteX7" fmla="*/ 35504 w 50720"/>
                <a:gd name="connsiteY7" fmla="*/ 45648 h 50720"/>
                <a:gd name="connsiteX8" fmla="*/ 25360 w 50720"/>
                <a:gd name="connsiteY8" fmla="*/ 20288 h 50720"/>
                <a:gd name="connsiteX9" fmla="*/ 0 w 50720"/>
                <a:gd name="connsiteY9" fmla="*/ 0 h 50720"/>
                <a:gd name="connsiteX10" fmla="*/ 5072 w 50720"/>
                <a:gd name="connsiteY10" fmla="*/ 10144 h 50720"/>
                <a:gd name="connsiteX11" fmla="*/ 10144 w 50720"/>
                <a:gd name="connsiteY11" fmla="*/ 20288 h 50720"/>
                <a:gd name="connsiteX12" fmla="*/ 15216 w 50720"/>
                <a:gd name="connsiteY12" fmla="*/ 30432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720" h="50720">
                  <a:moveTo>
                    <a:pt x="15216" y="30432"/>
                  </a:moveTo>
                  <a:cubicBezTo>
                    <a:pt x="25360" y="45648"/>
                    <a:pt x="40576" y="71008"/>
                    <a:pt x="50720" y="65936"/>
                  </a:cubicBezTo>
                  <a:cubicBezTo>
                    <a:pt x="50720" y="65936"/>
                    <a:pt x="50720" y="60864"/>
                    <a:pt x="55792" y="60864"/>
                  </a:cubicBezTo>
                  <a:cubicBezTo>
                    <a:pt x="55792" y="60864"/>
                    <a:pt x="60864" y="55792"/>
                    <a:pt x="65936" y="60864"/>
                  </a:cubicBezTo>
                  <a:cubicBezTo>
                    <a:pt x="81152" y="65936"/>
                    <a:pt x="76080" y="86224"/>
                    <a:pt x="76080" y="91296"/>
                  </a:cubicBezTo>
                  <a:cubicBezTo>
                    <a:pt x="81152" y="86224"/>
                    <a:pt x="81152" y="81152"/>
                    <a:pt x="81152" y="71008"/>
                  </a:cubicBezTo>
                  <a:cubicBezTo>
                    <a:pt x="81152" y="65936"/>
                    <a:pt x="76080" y="60864"/>
                    <a:pt x="71008" y="55792"/>
                  </a:cubicBezTo>
                  <a:cubicBezTo>
                    <a:pt x="60864" y="50720"/>
                    <a:pt x="45648" y="50720"/>
                    <a:pt x="35504" y="45648"/>
                  </a:cubicBezTo>
                  <a:cubicBezTo>
                    <a:pt x="30432" y="40576"/>
                    <a:pt x="30432" y="25360"/>
                    <a:pt x="25360" y="20288"/>
                  </a:cubicBezTo>
                  <a:cubicBezTo>
                    <a:pt x="20288" y="15216"/>
                    <a:pt x="5072" y="5072"/>
                    <a:pt x="0" y="0"/>
                  </a:cubicBezTo>
                  <a:cubicBezTo>
                    <a:pt x="0" y="5072"/>
                    <a:pt x="5072" y="5072"/>
                    <a:pt x="5072" y="10144"/>
                  </a:cubicBezTo>
                  <a:cubicBezTo>
                    <a:pt x="5072" y="15216"/>
                    <a:pt x="10144" y="20288"/>
                    <a:pt x="10144" y="20288"/>
                  </a:cubicBezTo>
                  <a:cubicBezTo>
                    <a:pt x="5072" y="20288"/>
                    <a:pt x="10144" y="20288"/>
                    <a:pt x="15216" y="30432"/>
                  </a:cubicBezTo>
                  <a:close/>
                </a:path>
              </a:pathLst>
            </a:custGeom>
            <a:solidFill>
              <a:srgbClr val="F6E1CB">
                <a:alpha val="47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CE65273-C3F9-4892-8E61-E2FF6B9C359C}"/>
                </a:ext>
              </a:extLst>
            </p:cNvPr>
            <p:cNvSpPr/>
            <p:nvPr/>
          </p:nvSpPr>
          <p:spPr>
            <a:xfrm>
              <a:off x="4234422" y="3378280"/>
              <a:ext cx="101440" cy="50720"/>
            </a:xfrm>
            <a:custGeom>
              <a:avLst/>
              <a:gdLst>
                <a:gd name="connsiteX0" fmla="*/ 61015 w 101440"/>
                <a:gd name="connsiteY0" fmla="*/ 5072 h 50720"/>
                <a:gd name="connsiteX1" fmla="*/ 5223 w 101440"/>
                <a:gd name="connsiteY1" fmla="*/ 15216 h 50720"/>
                <a:gd name="connsiteX2" fmla="*/ 96519 w 101440"/>
                <a:gd name="connsiteY2" fmla="*/ 55792 h 50720"/>
                <a:gd name="connsiteX3" fmla="*/ 96519 w 101440"/>
                <a:gd name="connsiteY3" fmla="*/ 55792 h 50720"/>
                <a:gd name="connsiteX4" fmla="*/ 96519 w 101440"/>
                <a:gd name="connsiteY4" fmla="*/ 55792 h 50720"/>
                <a:gd name="connsiteX5" fmla="*/ 96519 w 101440"/>
                <a:gd name="connsiteY5" fmla="*/ 55792 h 50720"/>
                <a:gd name="connsiteX6" fmla="*/ 126951 w 101440"/>
                <a:gd name="connsiteY6" fmla="*/ 50720 h 50720"/>
                <a:gd name="connsiteX7" fmla="*/ 126951 w 101440"/>
                <a:gd name="connsiteY7" fmla="*/ 0 h 50720"/>
                <a:gd name="connsiteX8" fmla="*/ 61015 w 101440"/>
                <a:gd name="connsiteY8" fmla="*/ 5072 h 50720"/>
                <a:gd name="connsiteX9" fmla="*/ 61015 w 101440"/>
                <a:gd name="connsiteY9" fmla="*/ 5072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440" h="50720">
                  <a:moveTo>
                    <a:pt x="61015" y="5072"/>
                  </a:moveTo>
                  <a:cubicBezTo>
                    <a:pt x="61015" y="15216"/>
                    <a:pt x="15366" y="10144"/>
                    <a:pt x="5223" y="15216"/>
                  </a:cubicBezTo>
                  <a:cubicBezTo>
                    <a:pt x="-15066" y="30432"/>
                    <a:pt x="25510" y="60864"/>
                    <a:pt x="96519" y="55792"/>
                  </a:cubicBezTo>
                  <a:cubicBezTo>
                    <a:pt x="96519" y="55792"/>
                    <a:pt x="96519" y="55792"/>
                    <a:pt x="96519" y="55792"/>
                  </a:cubicBezTo>
                  <a:cubicBezTo>
                    <a:pt x="96519" y="55792"/>
                    <a:pt x="96519" y="55792"/>
                    <a:pt x="96519" y="55792"/>
                  </a:cubicBezTo>
                  <a:cubicBezTo>
                    <a:pt x="96519" y="55792"/>
                    <a:pt x="96519" y="55792"/>
                    <a:pt x="96519" y="55792"/>
                  </a:cubicBezTo>
                  <a:cubicBezTo>
                    <a:pt x="106663" y="55792"/>
                    <a:pt x="126951" y="50720"/>
                    <a:pt x="126951" y="50720"/>
                  </a:cubicBezTo>
                  <a:cubicBezTo>
                    <a:pt x="132023" y="35504"/>
                    <a:pt x="132023" y="20288"/>
                    <a:pt x="126951" y="0"/>
                  </a:cubicBezTo>
                  <a:cubicBezTo>
                    <a:pt x="106663" y="20288"/>
                    <a:pt x="81303" y="20288"/>
                    <a:pt x="61015" y="5072"/>
                  </a:cubicBezTo>
                  <a:lnTo>
                    <a:pt x="61015" y="5072"/>
                  </a:lnTo>
                  <a:close/>
                </a:path>
              </a:pathLst>
            </a:custGeom>
            <a:solidFill>
              <a:srgbClr val="A7A5A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3D62662-8F80-4A9C-9554-9F926AE5A641}"/>
                </a:ext>
              </a:extLst>
            </p:cNvPr>
            <p:cNvSpPr/>
            <p:nvPr/>
          </p:nvSpPr>
          <p:spPr>
            <a:xfrm>
              <a:off x="4239644" y="3403640"/>
              <a:ext cx="101440" cy="50720"/>
            </a:xfrm>
            <a:custGeom>
              <a:avLst/>
              <a:gdLst>
                <a:gd name="connsiteX0" fmla="*/ 121728 w 101440"/>
                <a:gd name="connsiteY0" fmla="*/ 25360 h 0"/>
                <a:gd name="connsiteX1" fmla="*/ 121728 w 101440"/>
                <a:gd name="connsiteY1" fmla="*/ 30432 h 0"/>
                <a:gd name="connsiteX2" fmla="*/ 91296 w 101440"/>
                <a:gd name="connsiteY2" fmla="*/ 30432 h 0"/>
                <a:gd name="connsiteX3" fmla="*/ 91296 w 101440"/>
                <a:gd name="connsiteY3" fmla="*/ 30432 h 0"/>
                <a:gd name="connsiteX4" fmla="*/ 30432 w 101440"/>
                <a:gd name="connsiteY4" fmla="*/ 25360 h 0"/>
                <a:gd name="connsiteX5" fmla="*/ 0 w 101440"/>
                <a:gd name="connsiteY5" fmla="*/ 0 h 0"/>
                <a:gd name="connsiteX6" fmla="*/ 96368 w 101440"/>
                <a:gd name="connsiteY6" fmla="*/ 30432 h 0"/>
                <a:gd name="connsiteX7" fmla="*/ 101440 w 101440"/>
                <a:gd name="connsiteY7" fmla="*/ 30432 h 0"/>
                <a:gd name="connsiteX8" fmla="*/ 121728 w 101440"/>
                <a:gd name="connsiteY8" fmla="*/ 25360 h 0"/>
                <a:gd name="connsiteX9" fmla="*/ 121728 w 101440"/>
                <a:gd name="connsiteY9" fmla="*/ 2536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440">
                  <a:moveTo>
                    <a:pt x="121728" y="25360"/>
                  </a:moveTo>
                  <a:cubicBezTo>
                    <a:pt x="121728" y="25360"/>
                    <a:pt x="121728" y="30432"/>
                    <a:pt x="121728" y="30432"/>
                  </a:cubicBezTo>
                  <a:cubicBezTo>
                    <a:pt x="111584" y="30432"/>
                    <a:pt x="96368" y="35504"/>
                    <a:pt x="91296" y="30432"/>
                  </a:cubicBezTo>
                  <a:cubicBezTo>
                    <a:pt x="91296" y="30432"/>
                    <a:pt x="91296" y="30432"/>
                    <a:pt x="91296" y="30432"/>
                  </a:cubicBezTo>
                  <a:cubicBezTo>
                    <a:pt x="91296" y="30432"/>
                    <a:pt x="60864" y="35504"/>
                    <a:pt x="30432" y="25360"/>
                  </a:cubicBezTo>
                  <a:cubicBezTo>
                    <a:pt x="25360" y="25360"/>
                    <a:pt x="0" y="15216"/>
                    <a:pt x="0" y="0"/>
                  </a:cubicBezTo>
                  <a:cubicBezTo>
                    <a:pt x="10144" y="25360"/>
                    <a:pt x="65936" y="35504"/>
                    <a:pt x="96368" y="30432"/>
                  </a:cubicBezTo>
                  <a:cubicBezTo>
                    <a:pt x="96368" y="30432"/>
                    <a:pt x="96368" y="30432"/>
                    <a:pt x="101440" y="30432"/>
                  </a:cubicBezTo>
                  <a:cubicBezTo>
                    <a:pt x="106512" y="30432"/>
                    <a:pt x="116656" y="30432"/>
                    <a:pt x="121728" y="25360"/>
                  </a:cubicBezTo>
                  <a:lnTo>
                    <a:pt x="121728" y="25360"/>
                  </a:lnTo>
                  <a:close/>
                </a:path>
              </a:pathLst>
            </a:custGeom>
            <a:solidFill>
              <a:srgbClr val="A7A5A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4A4E982-F8B5-485C-9DD9-CB117763EFC9}"/>
                </a:ext>
              </a:extLst>
            </p:cNvPr>
            <p:cNvSpPr/>
            <p:nvPr/>
          </p:nvSpPr>
          <p:spPr>
            <a:xfrm>
              <a:off x="4369262" y="2830504"/>
              <a:ext cx="101440" cy="507200"/>
            </a:xfrm>
            <a:custGeom>
              <a:avLst/>
              <a:gdLst>
                <a:gd name="connsiteX0" fmla="*/ 103694 w 101440"/>
                <a:gd name="connsiteY0" fmla="*/ 0 h 507200"/>
                <a:gd name="connsiteX1" fmla="*/ 98622 w 101440"/>
                <a:gd name="connsiteY1" fmla="*/ 268816 h 507200"/>
                <a:gd name="connsiteX2" fmla="*/ 98622 w 101440"/>
                <a:gd name="connsiteY2" fmla="*/ 512272 h 507200"/>
                <a:gd name="connsiteX3" fmla="*/ 37758 w 101440"/>
                <a:gd name="connsiteY3" fmla="*/ 512272 h 507200"/>
                <a:gd name="connsiteX4" fmla="*/ 32686 w 101440"/>
                <a:gd name="connsiteY4" fmla="*/ 502128 h 507200"/>
                <a:gd name="connsiteX5" fmla="*/ 32686 w 101440"/>
                <a:gd name="connsiteY5" fmla="*/ 385472 h 507200"/>
                <a:gd name="connsiteX6" fmla="*/ 2254 w 101440"/>
                <a:gd name="connsiteY6" fmla="*/ 136944 h 507200"/>
                <a:gd name="connsiteX7" fmla="*/ 2254 w 101440"/>
                <a:gd name="connsiteY7" fmla="*/ 96368 h 507200"/>
                <a:gd name="connsiteX8" fmla="*/ 37758 w 101440"/>
                <a:gd name="connsiteY8" fmla="*/ 50720 h 507200"/>
                <a:gd name="connsiteX9" fmla="*/ 103694 w 101440"/>
                <a:gd name="connsiteY9" fmla="*/ 0 h 507200"/>
                <a:gd name="connsiteX10" fmla="*/ 103694 w 101440"/>
                <a:gd name="connsiteY10" fmla="*/ 0 h 50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440" h="507200">
                  <a:moveTo>
                    <a:pt x="103694" y="0"/>
                  </a:moveTo>
                  <a:cubicBezTo>
                    <a:pt x="118910" y="71008"/>
                    <a:pt x="98622" y="197808"/>
                    <a:pt x="98622" y="268816"/>
                  </a:cubicBezTo>
                  <a:cubicBezTo>
                    <a:pt x="103694" y="334752"/>
                    <a:pt x="108766" y="491984"/>
                    <a:pt x="98622" y="512272"/>
                  </a:cubicBezTo>
                  <a:cubicBezTo>
                    <a:pt x="93550" y="517344"/>
                    <a:pt x="63118" y="522416"/>
                    <a:pt x="37758" y="512272"/>
                  </a:cubicBezTo>
                  <a:cubicBezTo>
                    <a:pt x="32686" y="512272"/>
                    <a:pt x="32686" y="507200"/>
                    <a:pt x="32686" y="502128"/>
                  </a:cubicBezTo>
                  <a:cubicBezTo>
                    <a:pt x="32686" y="476768"/>
                    <a:pt x="32686" y="431120"/>
                    <a:pt x="32686" y="385472"/>
                  </a:cubicBezTo>
                  <a:cubicBezTo>
                    <a:pt x="32686" y="294176"/>
                    <a:pt x="2254" y="253600"/>
                    <a:pt x="2254" y="136944"/>
                  </a:cubicBezTo>
                  <a:cubicBezTo>
                    <a:pt x="2254" y="121728"/>
                    <a:pt x="-2818" y="111584"/>
                    <a:pt x="2254" y="96368"/>
                  </a:cubicBezTo>
                  <a:cubicBezTo>
                    <a:pt x="7326" y="76080"/>
                    <a:pt x="22542" y="65936"/>
                    <a:pt x="37758" y="50720"/>
                  </a:cubicBezTo>
                  <a:cubicBezTo>
                    <a:pt x="58046" y="30432"/>
                    <a:pt x="83406" y="15216"/>
                    <a:pt x="103694" y="0"/>
                  </a:cubicBezTo>
                  <a:lnTo>
                    <a:pt x="103694" y="0"/>
                  </a:lnTo>
                  <a:close/>
                </a:path>
              </a:pathLst>
            </a:custGeom>
            <a:solidFill>
              <a:srgbClr val="E0E0E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37B4B66-BF8C-4833-9232-434EF60172AC}"/>
                </a:ext>
              </a:extLst>
            </p:cNvPr>
            <p:cNvSpPr/>
            <p:nvPr/>
          </p:nvSpPr>
          <p:spPr>
            <a:xfrm>
              <a:off x="4263413" y="2825431"/>
              <a:ext cx="202880" cy="557920"/>
            </a:xfrm>
            <a:custGeom>
              <a:avLst/>
              <a:gdLst>
                <a:gd name="connsiteX0" fmla="*/ 16807 w 202880"/>
                <a:gd name="connsiteY0" fmla="*/ 45648 h 557920"/>
                <a:gd name="connsiteX1" fmla="*/ 6663 w 202880"/>
                <a:gd name="connsiteY1" fmla="*/ 304320 h 557920"/>
                <a:gd name="connsiteX2" fmla="*/ 26951 w 202880"/>
                <a:gd name="connsiteY2" fmla="*/ 562993 h 557920"/>
                <a:gd name="connsiteX3" fmla="*/ 97959 w 202880"/>
                <a:gd name="connsiteY3" fmla="*/ 562993 h 557920"/>
                <a:gd name="connsiteX4" fmla="*/ 97959 w 202880"/>
                <a:gd name="connsiteY4" fmla="*/ 547777 h 557920"/>
                <a:gd name="connsiteX5" fmla="*/ 87815 w 202880"/>
                <a:gd name="connsiteY5" fmla="*/ 299248 h 557920"/>
                <a:gd name="connsiteX6" fmla="*/ 123319 w 202880"/>
                <a:gd name="connsiteY6" fmla="*/ 106512 h 557920"/>
                <a:gd name="connsiteX7" fmla="*/ 214616 w 202880"/>
                <a:gd name="connsiteY7" fmla="*/ 0 h 557920"/>
                <a:gd name="connsiteX8" fmla="*/ 16807 w 202880"/>
                <a:gd name="connsiteY8" fmla="*/ 45648 h 557920"/>
                <a:gd name="connsiteX9" fmla="*/ 16807 w 202880"/>
                <a:gd name="connsiteY9" fmla="*/ 45648 h 557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2880" h="557920">
                  <a:moveTo>
                    <a:pt x="16807" y="45648"/>
                  </a:moveTo>
                  <a:cubicBezTo>
                    <a:pt x="-3481" y="131872"/>
                    <a:pt x="-3481" y="218096"/>
                    <a:pt x="6663" y="304320"/>
                  </a:cubicBezTo>
                  <a:cubicBezTo>
                    <a:pt x="6663" y="324608"/>
                    <a:pt x="32023" y="502129"/>
                    <a:pt x="26951" y="562993"/>
                  </a:cubicBezTo>
                  <a:cubicBezTo>
                    <a:pt x="37095" y="578209"/>
                    <a:pt x="82743" y="583281"/>
                    <a:pt x="97959" y="562993"/>
                  </a:cubicBezTo>
                  <a:cubicBezTo>
                    <a:pt x="97959" y="557921"/>
                    <a:pt x="97959" y="552849"/>
                    <a:pt x="97959" y="547777"/>
                  </a:cubicBezTo>
                  <a:cubicBezTo>
                    <a:pt x="108103" y="446337"/>
                    <a:pt x="87815" y="339824"/>
                    <a:pt x="87815" y="299248"/>
                  </a:cubicBezTo>
                  <a:cubicBezTo>
                    <a:pt x="87815" y="238384"/>
                    <a:pt x="128391" y="162304"/>
                    <a:pt x="123319" y="106512"/>
                  </a:cubicBezTo>
                  <a:cubicBezTo>
                    <a:pt x="184184" y="81152"/>
                    <a:pt x="214616" y="40576"/>
                    <a:pt x="214616" y="0"/>
                  </a:cubicBezTo>
                  <a:cubicBezTo>
                    <a:pt x="153752" y="45648"/>
                    <a:pt x="87815" y="55792"/>
                    <a:pt x="16807" y="45648"/>
                  </a:cubicBezTo>
                  <a:lnTo>
                    <a:pt x="16807" y="45648"/>
                  </a:lnTo>
                  <a:close/>
                </a:path>
              </a:pathLst>
            </a:custGeom>
            <a:solidFill>
              <a:srgbClr val="E0E0E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E0495A1-6419-4249-840C-8D1F93F3F2A6}"/>
                </a:ext>
              </a:extLst>
            </p:cNvPr>
            <p:cNvSpPr/>
            <p:nvPr/>
          </p:nvSpPr>
          <p:spPr>
            <a:xfrm>
              <a:off x="4275148" y="2820359"/>
              <a:ext cx="152160" cy="50720"/>
            </a:xfrm>
            <a:custGeom>
              <a:avLst/>
              <a:gdLst>
                <a:gd name="connsiteX0" fmla="*/ 0 w 152160"/>
                <a:gd name="connsiteY0" fmla="*/ 50720 h 50720"/>
                <a:gd name="connsiteX1" fmla="*/ 0 w 152160"/>
                <a:gd name="connsiteY1" fmla="*/ 55792 h 50720"/>
                <a:gd name="connsiteX2" fmla="*/ 0 w 152160"/>
                <a:gd name="connsiteY2" fmla="*/ 55792 h 50720"/>
                <a:gd name="connsiteX3" fmla="*/ 0 w 152160"/>
                <a:gd name="connsiteY3" fmla="*/ 60864 h 50720"/>
                <a:gd name="connsiteX4" fmla="*/ 187664 w 152160"/>
                <a:gd name="connsiteY4" fmla="*/ 20288 h 50720"/>
                <a:gd name="connsiteX5" fmla="*/ 197808 w 152160"/>
                <a:gd name="connsiteY5" fmla="*/ 0 h 50720"/>
                <a:gd name="connsiteX6" fmla="*/ 0 w 152160"/>
                <a:gd name="connsiteY6" fmla="*/ 50720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160" h="50720">
                  <a:moveTo>
                    <a:pt x="0" y="50720"/>
                  </a:moveTo>
                  <a:cubicBezTo>
                    <a:pt x="0" y="50720"/>
                    <a:pt x="0" y="55792"/>
                    <a:pt x="0" y="55792"/>
                  </a:cubicBezTo>
                  <a:lnTo>
                    <a:pt x="0" y="55792"/>
                  </a:lnTo>
                  <a:cubicBezTo>
                    <a:pt x="0" y="55792"/>
                    <a:pt x="0" y="55792"/>
                    <a:pt x="0" y="60864"/>
                  </a:cubicBezTo>
                  <a:cubicBezTo>
                    <a:pt x="60864" y="76080"/>
                    <a:pt x="142016" y="60864"/>
                    <a:pt x="187664" y="20288"/>
                  </a:cubicBezTo>
                  <a:cubicBezTo>
                    <a:pt x="192737" y="15216"/>
                    <a:pt x="197808" y="10144"/>
                    <a:pt x="197808" y="0"/>
                  </a:cubicBezTo>
                  <a:cubicBezTo>
                    <a:pt x="197808" y="5072"/>
                    <a:pt x="0" y="50720"/>
                    <a:pt x="0" y="50720"/>
                  </a:cubicBezTo>
                  <a:close/>
                </a:path>
              </a:pathLst>
            </a:custGeom>
            <a:solidFill>
              <a:srgbClr val="189E98">
                <a:alpha val="20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61DB518-C693-43F5-9050-A03534DE710F}"/>
                </a:ext>
              </a:extLst>
            </p:cNvPr>
            <p:cNvSpPr/>
            <p:nvPr/>
          </p:nvSpPr>
          <p:spPr>
            <a:xfrm>
              <a:off x="4386733" y="2516039"/>
              <a:ext cx="50720" cy="152160"/>
            </a:xfrm>
            <a:custGeom>
              <a:avLst/>
              <a:gdLst>
                <a:gd name="connsiteX0" fmla="*/ 65936 w 50720"/>
                <a:gd name="connsiteY0" fmla="*/ 126800 h 152160"/>
                <a:gd name="connsiteX1" fmla="*/ 0 w 50720"/>
                <a:gd name="connsiteY1" fmla="*/ 10144 h 152160"/>
                <a:gd name="connsiteX2" fmla="*/ 25360 w 50720"/>
                <a:gd name="connsiteY2" fmla="*/ 0 h 152160"/>
                <a:gd name="connsiteX3" fmla="*/ 81152 w 50720"/>
                <a:gd name="connsiteY3" fmla="*/ 25360 h 152160"/>
                <a:gd name="connsiteX4" fmla="*/ 91296 w 50720"/>
                <a:gd name="connsiteY4" fmla="*/ 96368 h 152160"/>
                <a:gd name="connsiteX5" fmla="*/ 50720 w 50720"/>
                <a:gd name="connsiteY5" fmla="*/ 177520 h 152160"/>
                <a:gd name="connsiteX6" fmla="*/ 65936 w 50720"/>
                <a:gd name="connsiteY6" fmla="*/ 126800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720" h="152160">
                  <a:moveTo>
                    <a:pt x="65936" y="126800"/>
                  </a:moveTo>
                  <a:cubicBezTo>
                    <a:pt x="71008" y="81152"/>
                    <a:pt x="40576" y="35504"/>
                    <a:pt x="0" y="10144"/>
                  </a:cubicBezTo>
                  <a:cubicBezTo>
                    <a:pt x="0" y="10144"/>
                    <a:pt x="10144" y="5072"/>
                    <a:pt x="25360" y="0"/>
                  </a:cubicBezTo>
                  <a:cubicBezTo>
                    <a:pt x="45648" y="0"/>
                    <a:pt x="65936" y="5072"/>
                    <a:pt x="81152" y="25360"/>
                  </a:cubicBezTo>
                  <a:cubicBezTo>
                    <a:pt x="96368" y="45648"/>
                    <a:pt x="96368" y="71008"/>
                    <a:pt x="91296" y="96368"/>
                  </a:cubicBezTo>
                  <a:cubicBezTo>
                    <a:pt x="86224" y="121728"/>
                    <a:pt x="65936" y="157232"/>
                    <a:pt x="50720" y="177520"/>
                  </a:cubicBezTo>
                  <a:cubicBezTo>
                    <a:pt x="55792" y="147088"/>
                    <a:pt x="65936" y="152160"/>
                    <a:pt x="65936" y="126800"/>
                  </a:cubicBezTo>
                </a:path>
              </a:pathLst>
            </a:custGeom>
            <a:solidFill>
              <a:srgbClr val="D18AE2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AA63E75-7F12-4FE9-AB4C-E55C8CD9DE73}"/>
                </a:ext>
              </a:extLst>
            </p:cNvPr>
            <p:cNvSpPr/>
            <p:nvPr/>
          </p:nvSpPr>
          <p:spPr>
            <a:xfrm>
              <a:off x="4264508" y="2524696"/>
              <a:ext cx="202880" cy="405760"/>
            </a:xfrm>
            <a:custGeom>
              <a:avLst/>
              <a:gdLst>
                <a:gd name="connsiteX0" fmla="*/ 223664 w 202880"/>
                <a:gd name="connsiteY0" fmla="*/ 376815 h 405760"/>
                <a:gd name="connsiteX1" fmla="*/ 198304 w 202880"/>
                <a:gd name="connsiteY1" fmla="*/ 204367 h 405760"/>
                <a:gd name="connsiteX2" fmla="*/ 208448 w 202880"/>
                <a:gd name="connsiteY2" fmla="*/ 62351 h 405760"/>
                <a:gd name="connsiteX3" fmla="*/ 127296 w 202880"/>
                <a:gd name="connsiteY3" fmla="*/ 1487 h 405760"/>
                <a:gd name="connsiteX4" fmla="*/ 51216 w 202880"/>
                <a:gd name="connsiteY4" fmla="*/ 21775 h 405760"/>
                <a:gd name="connsiteX5" fmla="*/ 496 w 202880"/>
                <a:gd name="connsiteY5" fmla="*/ 62351 h 405760"/>
                <a:gd name="connsiteX6" fmla="*/ 30928 w 202880"/>
                <a:gd name="connsiteY6" fmla="*/ 107999 h 405760"/>
                <a:gd name="connsiteX7" fmla="*/ 496 w 202880"/>
                <a:gd name="connsiteY7" fmla="*/ 386959 h 405760"/>
                <a:gd name="connsiteX8" fmla="*/ 188160 w 202880"/>
                <a:gd name="connsiteY8" fmla="*/ 397103 h 405760"/>
                <a:gd name="connsiteX9" fmla="*/ 223664 w 202880"/>
                <a:gd name="connsiteY9" fmla="*/ 376815 h 40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2880" h="405760">
                  <a:moveTo>
                    <a:pt x="223664" y="376815"/>
                  </a:moveTo>
                  <a:cubicBezTo>
                    <a:pt x="228736" y="356527"/>
                    <a:pt x="198304" y="270303"/>
                    <a:pt x="198304" y="204367"/>
                  </a:cubicBezTo>
                  <a:cubicBezTo>
                    <a:pt x="198304" y="163791"/>
                    <a:pt x="213520" y="102927"/>
                    <a:pt x="208448" y="62351"/>
                  </a:cubicBezTo>
                  <a:cubicBezTo>
                    <a:pt x="198304" y="1487"/>
                    <a:pt x="162800" y="-3585"/>
                    <a:pt x="127296" y="1487"/>
                  </a:cubicBezTo>
                  <a:cubicBezTo>
                    <a:pt x="107008" y="21775"/>
                    <a:pt x="76576" y="31919"/>
                    <a:pt x="51216" y="21775"/>
                  </a:cubicBezTo>
                  <a:cubicBezTo>
                    <a:pt x="36000" y="26847"/>
                    <a:pt x="15712" y="42063"/>
                    <a:pt x="496" y="62351"/>
                  </a:cubicBezTo>
                  <a:cubicBezTo>
                    <a:pt x="15712" y="67423"/>
                    <a:pt x="30928" y="92783"/>
                    <a:pt x="30928" y="107999"/>
                  </a:cubicBezTo>
                  <a:cubicBezTo>
                    <a:pt x="30928" y="128287"/>
                    <a:pt x="-4576" y="295663"/>
                    <a:pt x="496" y="386959"/>
                  </a:cubicBezTo>
                  <a:cubicBezTo>
                    <a:pt x="51216" y="412319"/>
                    <a:pt x="132368" y="427535"/>
                    <a:pt x="188160" y="397103"/>
                  </a:cubicBezTo>
                  <a:cubicBezTo>
                    <a:pt x="223664" y="376815"/>
                    <a:pt x="218592" y="381887"/>
                    <a:pt x="223664" y="376815"/>
                  </a:cubicBezTo>
                  <a:close/>
                </a:path>
              </a:pathLst>
            </a:custGeom>
            <a:solidFill>
              <a:srgbClr val="D18AE2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D0B3D6-5E60-425F-A8D9-D66991B43715}"/>
                </a:ext>
              </a:extLst>
            </p:cNvPr>
            <p:cNvSpPr/>
            <p:nvPr/>
          </p:nvSpPr>
          <p:spPr>
            <a:xfrm>
              <a:off x="4259932" y="2546471"/>
              <a:ext cx="50720" cy="355040"/>
            </a:xfrm>
            <a:custGeom>
              <a:avLst/>
              <a:gdLst>
                <a:gd name="connsiteX0" fmla="*/ 40576 w 50720"/>
                <a:gd name="connsiteY0" fmla="*/ 380400 h 355040"/>
                <a:gd name="connsiteX1" fmla="*/ 35504 w 50720"/>
                <a:gd name="connsiteY1" fmla="*/ 213024 h 355040"/>
                <a:gd name="connsiteX2" fmla="*/ 40576 w 50720"/>
                <a:gd name="connsiteY2" fmla="*/ 116656 h 355040"/>
                <a:gd name="connsiteX3" fmla="*/ 20288 w 50720"/>
                <a:gd name="connsiteY3" fmla="*/ 35504 h 355040"/>
                <a:gd name="connsiteX4" fmla="*/ 55792 w 50720"/>
                <a:gd name="connsiteY4" fmla="*/ 5072 h 355040"/>
                <a:gd name="connsiteX5" fmla="*/ 50720 w 50720"/>
                <a:gd name="connsiteY5" fmla="*/ 0 h 355040"/>
                <a:gd name="connsiteX6" fmla="*/ 0 w 50720"/>
                <a:gd name="connsiteY6" fmla="*/ 40576 h 355040"/>
                <a:gd name="connsiteX7" fmla="*/ 30432 w 50720"/>
                <a:gd name="connsiteY7" fmla="*/ 86224 h 355040"/>
                <a:gd name="connsiteX8" fmla="*/ 15216 w 50720"/>
                <a:gd name="connsiteY8" fmla="*/ 334752 h 355040"/>
                <a:gd name="connsiteX9" fmla="*/ 20288 w 50720"/>
                <a:gd name="connsiteY9" fmla="*/ 375328 h 355040"/>
                <a:gd name="connsiteX10" fmla="*/ 40576 w 50720"/>
                <a:gd name="connsiteY10" fmla="*/ 380400 h 35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720" h="355040">
                  <a:moveTo>
                    <a:pt x="40576" y="380400"/>
                  </a:moveTo>
                  <a:cubicBezTo>
                    <a:pt x="30432" y="339824"/>
                    <a:pt x="30432" y="253600"/>
                    <a:pt x="35504" y="213024"/>
                  </a:cubicBezTo>
                  <a:cubicBezTo>
                    <a:pt x="40576" y="187664"/>
                    <a:pt x="35504" y="121728"/>
                    <a:pt x="40576" y="116656"/>
                  </a:cubicBezTo>
                  <a:cubicBezTo>
                    <a:pt x="65936" y="76080"/>
                    <a:pt x="30432" y="40576"/>
                    <a:pt x="20288" y="35504"/>
                  </a:cubicBezTo>
                  <a:cubicBezTo>
                    <a:pt x="30432" y="20288"/>
                    <a:pt x="40576" y="10144"/>
                    <a:pt x="55792" y="5072"/>
                  </a:cubicBezTo>
                  <a:lnTo>
                    <a:pt x="50720" y="0"/>
                  </a:lnTo>
                  <a:cubicBezTo>
                    <a:pt x="35504" y="5072"/>
                    <a:pt x="15216" y="20288"/>
                    <a:pt x="0" y="40576"/>
                  </a:cubicBezTo>
                  <a:cubicBezTo>
                    <a:pt x="15216" y="45648"/>
                    <a:pt x="30432" y="71008"/>
                    <a:pt x="30432" y="86224"/>
                  </a:cubicBezTo>
                  <a:cubicBezTo>
                    <a:pt x="30432" y="106512"/>
                    <a:pt x="10144" y="238384"/>
                    <a:pt x="15216" y="334752"/>
                  </a:cubicBezTo>
                  <a:cubicBezTo>
                    <a:pt x="15216" y="334752"/>
                    <a:pt x="15216" y="375328"/>
                    <a:pt x="20288" y="375328"/>
                  </a:cubicBezTo>
                  <a:cubicBezTo>
                    <a:pt x="25360" y="375328"/>
                    <a:pt x="40576" y="380400"/>
                    <a:pt x="40576" y="380400"/>
                  </a:cubicBezTo>
                  <a:close/>
                </a:path>
              </a:pathLst>
            </a:custGeom>
            <a:solidFill>
              <a:srgbClr val="FF8FBC">
                <a:alpha val="22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6C8B825-90D5-4025-904D-A3CCA3A835A8}"/>
                </a:ext>
              </a:extLst>
            </p:cNvPr>
            <p:cNvSpPr/>
            <p:nvPr/>
          </p:nvSpPr>
          <p:spPr>
            <a:xfrm>
              <a:off x="4016476" y="2556043"/>
              <a:ext cx="253601" cy="152160"/>
            </a:xfrm>
            <a:custGeom>
              <a:avLst/>
              <a:gdLst>
                <a:gd name="connsiteX0" fmla="*/ 278961 w 253600"/>
                <a:gd name="connsiteY0" fmla="*/ 96941 h 152160"/>
                <a:gd name="connsiteX1" fmla="*/ 278961 w 253600"/>
                <a:gd name="connsiteY1" fmla="*/ 96941 h 152160"/>
                <a:gd name="connsiteX2" fmla="*/ 278961 w 253600"/>
                <a:gd name="connsiteY2" fmla="*/ 56365 h 152160"/>
                <a:gd name="connsiteX3" fmla="*/ 243456 w 253600"/>
                <a:gd name="connsiteY3" fmla="*/ 31005 h 152160"/>
                <a:gd name="connsiteX4" fmla="*/ 136944 w 253600"/>
                <a:gd name="connsiteY4" fmla="*/ 91869 h 152160"/>
                <a:gd name="connsiteX5" fmla="*/ 40576 w 253600"/>
                <a:gd name="connsiteY5" fmla="*/ 573 h 152160"/>
                <a:gd name="connsiteX6" fmla="*/ 0 w 253600"/>
                <a:gd name="connsiteY6" fmla="*/ 20861 h 152160"/>
                <a:gd name="connsiteX7" fmla="*/ 157232 w 253600"/>
                <a:gd name="connsiteY7" fmla="*/ 167949 h 152160"/>
                <a:gd name="connsiteX8" fmla="*/ 278961 w 253600"/>
                <a:gd name="connsiteY8" fmla="*/ 96941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600" h="152160">
                  <a:moveTo>
                    <a:pt x="278961" y="96941"/>
                  </a:moveTo>
                  <a:lnTo>
                    <a:pt x="278961" y="96941"/>
                  </a:lnTo>
                  <a:cubicBezTo>
                    <a:pt x="284033" y="86797"/>
                    <a:pt x="284033" y="71581"/>
                    <a:pt x="278961" y="56365"/>
                  </a:cubicBezTo>
                  <a:cubicBezTo>
                    <a:pt x="273889" y="41149"/>
                    <a:pt x="258672" y="31005"/>
                    <a:pt x="243456" y="31005"/>
                  </a:cubicBezTo>
                  <a:cubicBezTo>
                    <a:pt x="228240" y="36077"/>
                    <a:pt x="136944" y="81725"/>
                    <a:pt x="136944" y="91869"/>
                  </a:cubicBezTo>
                  <a:cubicBezTo>
                    <a:pt x="131872" y="76653"/>
                    <a:pt x="60864" y="36077"/>
                    <a:pt x="40576" y="573"/>
                  </a:cubicBezTo>
                  <a:cubicBezTo>
                    <a:pt x="20288" y="-4499"/>
                    <a:pt x="0" y="25933"/>
                    <a:pt x="0" y="20861"/>
                  </a:cubicBezTo>
                  <a:cubicBezTo>
                    <a:pt x="25360" y="61437"/>
                    <a:pt x="106512" y="157805"/>
                    <a:pt x="157232" y="167949"/>
                  </a:cubicBezTo>
                  <a:cubicBezTo>
                    <a:pt x="202880" y="173021"/>
                    <a:pt x="258672" y="117229"/>
                    <a:pt x="278961" y="96941"/>
                  </a:cubicBezTo>
                  <a:close/>
                </a:path>
              </a:pathLst>
            </a:custGeom>
            <a:solidFill>
              <a:srgbClr val="D18AE2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5A27B0A-132E-442D-A63B-12725C58E792}"/>
                </a:ext>
              </a:extLst>
            </p:cNvPr>
            <p:cNvSpPr/>
            <p:nvPr/>
          </p:nvSpPr>
          <p:spPr>
            <a:xfrm>
              <a:off x="4453657" y="2718919"/>
              <a:ext cx="50720" cy="50720"/>
            </a:xfrm>
            <a:custGeom>
              <a:avLst/>
              <a:gdLst>
                <a:gd name="connsiteX0" fmla="*/ 4083 w 0"/>
                <a:gd name="connsiteY0" fmla="*/ 0 h 50720"/>
                <a:gd name="connsiteX1" fmla="*/ 19299 w 0"/>
                <a:gd name="connsiteY1" fmla="*/ 91296 h 50720"/>
                <a:gd name="connsiteX2" fmla="*/ 9155 w 0"/>
                <a:gd name="connsiteY2" fmla="*/ 65936 h 50720"/>
                <a:gd name="connsiteX3" fmla="*/ 9155 w 0"/>
                <a:gd name="connsiteY3" fmla="*/ 65936 h 50720"/>
                <a:gd name="connsiteX4" fmla="*/ 4083 w 0"/>
                <a:gd name="connsiteY4" fmla="*/ 0 h 50720"/>
                <a:gd name="connsiteX5" fmla="*/ 4083 w 0"/>
                <a:gd name="connsiteY5" fmla="*/ 0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h="50720">
                  <a:moveTo>
                    <a:pt x="4083" y="0"/>
                  </a:moveTo>
                  <a:cubicBezTo>
                    <a:pt x="-6061" y="30432"/>
                    <a:pt x="4083" y="65936"/>
                    <a:pt x="19299" y="91296"/>
                  </a:cubicBezTo>
                  <a:cubicBezTo>
                    <a:pt x="19299" y="86224"/>
                    <a:pt x="14227" y="76080"/>
                    <a:pt x="9155" y="65936"/>
                  </a:cubicBezTo>
                  <a:cubicBezTo>
                    <a:pt x="9155" y="65936"/>
                    <a:pt x="9155" y="65936"/>
                    <a:pt x="9155" y="65936"/>
                  </a:cubicBezTo>
                  <a:cubicBezTo>
                    <a:pt x="4083" y="45648"/>
                    <a:pt x="4083" y="20288"/>
                    <a:pt x="4083" y="0"/>
                  </a:cubicBezTo>
                  <a:lnTo>
                    <a:pt x="4083" y="0"/>
                  </a:lnTo>
                  <a:close/>
                </a:path>
              </a:pathLst>
            </a:custGeom>
            <a:solidFill>
              <a:srgbClr val="F9C844">
                <a:alpha val="23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A3CEBB8-1FB1-4358-BEEA-6F0D6879822D}"/>
                </a:ext>
              </a:extLst>
            </p:cNvPr>
            <p:cNvSpPr/>
            <p:nvPr/>
          </p:nvSpPr>
          <p:spPr>
            <a:xfrm>
              <a:off x="4290364" y="2526183"/>
              <a:ext cx="101440" cy="50720"/>
            </a:xfrm>
            <a:custGeom>
              <a:avLst/>
              <a:gdLst>
                <a:gd name="connsiteX0" fmla="*/ 20288 w 101440"/>
                <a:gd name="connsiteY0" fmla="*/ 20288 h 0"/>
                <a:gd name="connsiteX1" fmla="*/ 101440 w 101440"/>
                <a:gd name="connsiteY1" fmla="*/ 0 h 0"/>
                <a:gd name="connsiteX2" fmla="*/ 116656 w 101440"/>
                <a:gd name="connsiteY2" fmla="*/ 0 h 0"/>
                <a:gd name="connsiteX3" fmla="*/ 65936 w 101440"/>
                <a:gd name="connsiteY3" fmla="*/ 40576 h 0"/>
                <a:gd name="connsiteX4" fmla="*/ 0 w 101440"/>
                <a:gd name="connsiteY4" fmla="*/ 30432 h 0"/>
                <a:gd name="connsiteX5" fmla="*/ 20288 w 101440"/>
                <a:gd name="connsiteY5" fmla="*/ 20288 h 0"/>
                <a:gd name="connsiteX6" fmla="*/ 20288 w 101440"/>
                <a:gd name="connsiteY6" fmla="*/ 20288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40">
                  <a:moveTo>
                    <a:pt x="20288" y="20288"/>
                  </a:moveTo>
                  <a:cubicBezTo>
                    <a:pt x="45648" y="30432"/>
                    <a:pt x="81152" y="20288"/>
                    <a:pt x="101440" y="0"/>
                  </a:cubicBezTo>
                  <a:cubicBezTo>
                    <a:pt x="106512" y="0"/>
                    <a:pt x="111584" y="0"/>
                    <a:pt x="116656" y="0"/>
                  </a:cubicBezTo>
                  <a:cubicBezTo>
                    <a:pt x="106512" y="20288"/>
                    <a:pt x="91296" y="35504"/>
                    <a:pt x="65936" y="40576"/>
                  </a:cubicBezTo>
                  <a:cubicBezTo>
                    <a:pt x="45648" y="45648"/>
                    <a:pt x="25360" y="45648"/>
                    <a:pt x="0" y="30432"/>
                  </a:cubicBezTo>
                  <a:cubicBezTo>
                    <a:pt x="5072" y="25360"/>
                    <a:pt x="10144" y="25360"/>
                    <a:pt x="20288" y="20288"/>
                  </a:cubicBezTo>
                  <a:lnTo>
                    <a:pt x="20288" y="20288"/>
                  </a:lnTo>
                  <a:close/>
                </a:path>
              </a:pathLst>
            </a:custGeom>
            <a:solidFill>
              <a:srgbClr val="522262">
                <a:alpha val="44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B12FB0F-FAB7-481B-A0FA-17E95615F3D0}"/>
                </a:ext>
              </a:extLst>
            </p:cNvPr>
            <p:cNvSpPr/>
            <p:nvPr/>
          </p:nvSpPr>
          <p:spPr>
            <a:xfrm>
              <a:off x="4158492" y="2597191"/>
              <a:ext cx="50720" cy="50720"/>
            </a:xfrm>
            <a:custGeom>
              <a:avLst/>
              <a:gdLst>
                <a:gd name="connsiteX0" fmla="*/ 91296 w 50720"/>
                <a:gd name="connsiteY0" fmla="*/ 0 h 50720"/>
                <a:gd name="connsiteX1" fmla="*/ 0 w 50720"/>
                <a:gd name="connsiteY1" fmla="*/ 60864 h 50720"/>
                <a:gd name="connsiteX2" fmla="*/ 45648 w 50720"/>
                <a:gd name="connsiteY2" fmla="*/ 30432 h 50720"/>
                <a:gd name="connsiteX3" fmla="*/ 91296 w 50720"/>
                <a:gd name="connsiteY3" fmla="*/ 0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0" h="50720">
                  <a:moveTo>
                    <a:pt x="91296" y="0"/>
                  </a:moveTo>
                  <a:cubicBezTo>
                    <a:pt x="76080" y="10144"/>
                    <a:pt x="0" y="55792"/>
                    <a:pt x="0" y="60864"/>
                  </a:cubicBezTo>
                  <a:cubicBezTo>
                    <a:pt x="0" y="65936"/>
                    <a:pt x="40576" y="40576"/>
                    <a:pt x="45648" y="30432"/>
                  </a:cubicBezTo>
                  <a:cubicBezTo>
                    <a:pt x="45648" y="25360"/>
                    <a:pt x="91296" y="0"/>
                    <a:pt x="91296" y="0"/>
                  </a:cubicBezTo>
                  <a:close/>
                </a:path>
              </a:pathLst>
            </a:custGeom>
            <a:solidFill>
              <a:srgbClr val="F6E1CB">
                <a:alpha val="47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B95FC05-73D7-458D-A6D5-EF96F6AB2C65}"/>
                </a:ext>
              </a:extLst>
            </p:cNvPr>
            <p:cNvSpPr/>
            <p:nvPr/>
          </p:nvSpPr>
          <p:spPr>
            <a:xfrm>
              <a:off x="3326682" y="2084919"/>
              <a:ext cx="152160" cy="101440"/>
            </a:xfrm>
            <a:custGeom>
              <a:avLst/>
              <a:gdLst>
                <a:gd name="connsiteX0" fmla="*/ 0 w 152160"/>
                <a:gd name="connsiteY0" fmla="*/ 91296 h 101440"/>
                <a:gd name="connsiteX1" fmla="*/ 162304 w 152160"/>
                <a:gd name="connsiteY1" fmla="*/ 0 h 101440"/>
                <a:gd name="connsiteX2" fmla="*/ 157232 w 152160"/>
                <a:gd name="connsiteY2" fmla="*/ 45648 h 101440"/>
                <a:gd name="connsiteX3" fmla="*/ 0 w 152160"/>
                <a:gd name="connsiteY3" fmla="*/ 131872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160" h="101440">
                  <a:moveTo>
                    <a:pt x="0" y="91296"/>
                  </a:moveTo>
                  <a:lnTo>
                    <a:pt x="162304" y="0"/>
                  </a:lnTo>
                  <a:lnTo>
                    <a:pt x="157232" y="45648"/>
                  </a:lnTo>
                  <a:lnTo>
                    <a:pt x="0" y="131872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724F717-3BF1-47B9-B774-E1C6102CAC26}"/>
                </a:ext>
              </a:extLst>
            </p:cNvPr>
            <p:cNvSpPr/>
            <p:nvPr/>
          </p:nvSpPr>
          <p:spPr>
            <a:xfrm>
              <a:off x="3524491" y="1775527"/>
              <a:ext cx="456481" cy="304320"/>
            </a:xfrm>
            <a:custGeom>
              <a:avLst/>
              <a:gdLst>
                <a:gd name="connsiteX0" fmla="*/ 497057 w 456480"/>
                <a:gd name="connsiteY0" fmla="*/ 40576 h 304320"/>
                <a:gd name="connsiteX1" fmla="*/ 0 w 456480"/>
                <a:gd name="connsiteY1" fmla="*/ 329680 h 304320"/>
                <a:gd name="connsiteX2" fmla="*/ 0 w 456480"/>
                <a:gd name="connsiteY2" fmla="*/ 289104 h 304320"/>
                <a:gd name="connsiteX3" fmla="*/ 502129 w 456480"/>
                <a:gd name="connsiteY3" fmla="*/ 0 h 304320"/>
                <a:gd name="connsiteX4" fmla="*/ 497057 w 456480"/>
                <a:gd name="connsiteY4" fmla="*/ 40576 h 30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6480" h="304320">
                  <a:moveTo>
                    <a:pt x="497057" y="40576"/>
                  </a:moveTo>
                  <a:lnTo>
                    <a:pt x="0" y="329680"/>
                  </a:lnTo>
                  <a:lnTo>
                    <a:pt x="0" y="289104"/>
                  </a:lnTo>
                  <a:lnTo>
                    <a:pt x="502129" y="0"/>
                  </a:lnTo>
                  <a:lnTo>
                    <a:pt x="497057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CE9ECAC-FC74-4A5C-8235-345058C802C5}"/>
                </a:ext>
              </a:extLst>
            </p:cNvPr>
            <p:cNvSpPr/>
            <p:nvPr/>
          </p:nvSpPr>
          <p:spPr>
            <a:xfrm>
              <a:off x="4290364" y="1435702"/>
              <a:ext cx="304321" cy="202880"/>
            </a:xfrm>
            <a:custGeom>
              <a:avLst/>
              <a:gdLst>
                <a:gd name="connsiteX0" fmla="*/ 319537 w 304320"/>
                <a:gd name="connsiteY0" fmla="*/ 40576 h 202880"/>
                <a:gd name="connsiteX1" fmla="*/ 0 w 304320"/>
                <a:gd name="connsiteY1" fmla="*/ 228240 h 202880"/>
                <a:gd name="connsiteX2" fmla="*/ 0 w 304320"/>
                <a:gd name="connsiteY2" fmla="*/ 182592 h 202880"/>
                <a:gd name="connsiteX3" fmla="*/ 324609 w 304320"/>
                <a:gd name="connsiteY3" fmla="*/ 0 h 202880"/>
                <a:gd name="connsiteX4" fmla="*/ 319537 w 304320"/>
                <a:gd name="connsiteY4" fmla="*/ 40576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320" h="202880">
                  <a:moveTo>
                    <a:pt x="319537" y="40576"/>
                  </a:moveTo>
                  <a:lnTo>
                    <a:pt x="0" y="228240"/>
                  </a:lnTo>
                  <a:lnTo>
                    <a:pt x="0" y="182592"/>
                  </a:lnTo>
                  <a:lnTo>
                    <a:pt x="324609" y="0"/>
                  </a:lnTo>
                  <a:lnTo>
                    <a:pt x="319537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47F94972-30E5-4ED7-A0AE-6ABB7F4AB3FF}"/>
                </a:ext>
              </a:extLst>
            </p:cNvPr>
            <p:cNvSpPr/>
            <p:nvPr/>
          </p:nvSpPr>
          <p:spPr>
            <a:xfrm>
              <a:off x="4062124" y="1724807"/>
              <a:ext cx="50720" cy="50720"/>
            </a:xfrm>
            <a:custGeom>
              <a:avLst/>
              <a:gdLst>
                <a:gd name="connsiteX0" fmla="*/ 45648 w 50720"/>
                <a:gd name="connsiteY0" fmla="*/ 40576 h 50720"/>
                <a:gd name="connsiteX1" fmla="*/ 0 w 50720"/>
                <a:gd name="connsiteY1" fmla="*/ 71008 h 50720"/>
                <a:gd name="connsiteX2" fmla="*/ 0 w 50720"/>
                <a:gd name="connsiteY2" fmla="*/ 30432 h 50720"/>
                <a:gd name="connsiteX3" fmla="*/ 50720 w 50720"/>
                <a:gd name="connsiteY3" fmla="*/ 0 h 50720"/>
                <a:gd name="connsiteX4" fmla="*/ 45648 w 50720"/>
                <a:gd name="connsiteY4" fmla="*/ 4057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 h="50720">
                  <a:moveTo>
                    <a:pt x="45648" y="40576"/>
                  </a:moveTo>
                  <a:lnTo>
                    <a:pt x="0" y="71008"/>
                  </a:lnTo>
                  <a:lnTo>
                    <a:pt x="0" y="30432"/>
                  </a:lnTo>
                  <a:lnTo>
                    <a:pt x="50720" y="0"/>
                  </a:lnTo>
                  <a:lnTo>
                    <a:pt x="45648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6E057D8-7FBD-4285-AEC9-7253622B228D}"/>
                </a:ext>
              </a:extLst>
            </p:cNvPr>
            <p:cNvSpPr/>
            <p:nvPr/>
          </p:nvSpPr>
          <p:spPr>
            <a:xfrm>
              <a:off x="4128060" y="1643654"/>
              <a:ext cx="101440" cy="101440"/>
            </a:xfrm>
            <a:custGeom>
              <a:avLst/>
              <a:gdLst>
                <a:gd name="connsiteX0" fmla="*/ 121728 w 101440"/>
                <a:gd name="connsiteY0" fmla="*/ 40576 h 101440"/>
                <a:gd name="connsiteX1" fmla="*/ 0 w 101440"/>
                <a:gd name="connsiteY1" fmla="*/ 111584 h 101440"/>
                <a:gd name="connsiteX2" fmla="*/ 0 w 101440"/>
                <a:gd name="connsiteY2" fmla="*/ 71008 h 101440"/>
                <a:gd name="connsiteX3" fmla="*/ 126800 w 101440"/>
                <a:gd name="connsiteY3" fmla="*/ 0 h 101440"/>
                <a:gd name="connsiteX4" fmla="*/ 121728 w 101440"/>
                <a:gd name="connsiteY4" fmla="*/ 40576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01440">
                  <a:moveTo>
                    <a:pt x="121728" y="40576"/>
                  </a:moveTo>
                  <a:lnTo>
                    <a:pt x="0" y="111584"/>
                  </a:lnTo>
                  <a:lnTo>
                    <a:pt x="0" y="71008"/>
                  </a:lnTo>
                  <a:lnTo>
                    <a:pt x="126800" y="0"/>
                  </a:lnTo>
                  <a:lnTo>
                    <a:pt x="121728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2B26E6A-B9D7-4B09-84E1-F898C05FD77F}"/>
                </a:ext>
              </a:extLst>
            </p:cNvPr>
            <p:cNvSpPr/>
            <p:nvPr/>
          </p:nvSpPr>
          <p:spPr>
            <a:xfrm>
              <a:off x="4640333" y="1131382"/>
              <a:ext cx="152160" cy="101440"/>
            </a:xfrm>
            <a:custGeom>
              <a:avLst/>
              <a:gdLst>
                <a:gd name="connsiteX0" fmla="*/ 157232 w 152160"/>
                <a:gd name="connsiteY0" fmla="*/ 40576 h 101440"/>
                <a:gd name="connsiteX1" fmla="*/ 0 w 152160"/>
                <a:gd name="connsiteY1" fmla="*/ 131872 h 101440"/>
                <a:gd name="connsiteX2" fmla="*/ 0 w 152160"/>
                <a:gd name="connsiteY2" fmla="*/ 91296 h 101440"/>
                <a:gd name="connsiteX3" fmla="*/ 157232 w 152160"/>
                <a:gd name="connsiteY3" fmla="*/ 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160" h="101440">
                  <a:moveTo>
                    <a:pt x="157232" y="40576"/>
                  </a:moveTo>
                  <a:lnTo>
                    <a:pt x="0" y="131872"/>
                  </a:lnTo>
                  <a:lnTo>
                    <a:pt x="0" y="91296"/>
                  </a:lnTo>
                  <a:lnTo>
                    <a:pt x="157232" y="0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12D19B9-6AC6-43E9-AE7C-8541E0BF58B0}"/>
                </a:ext>
              </a:extLst>
            </p:cNvPr>
            <p:cNvSpPr/>
            <p:nvPr/>
          </p:nvSpPr>
          <p:spPr>
            <a:xfrm>
              <a:off x="3326682" y="1998695"/>
              <a:ext cx="152160" cy="101440"/>
            </a:xfrm>
            <a:custGeom>
              <a:avLst/>
              <a:gdLst>
                <a:gd name="connsiteX0" fmla="*/ 0 w 152160"/>
                <a:gd name="connsiteY0" fmla="*/ 101440 h 101440"/>
                <a:gd name="connsiteX1" fmla="*/ 177520 w 152160"/>
                <a:gd name="connsiteY1" fmla="*/ 0 h 101440"/>
                <a:gd name="connsiteX2" fmla="*/ 177520 w 152160"/>
                <a:gd name="connsiteY2" fmla="*/ 40576 h 101440"/>
                <a:gd name="connsiteX3" fmla="*/ 0 w 152160"/>
                <a:gd name="connsiteY3" fmla="*/ 142016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160" h="101440">
                  <a:moveTo>
                    <a:pt x="0" y="101440"/>
                  </a:moveTo>
                  <a:lnTo>
                    <a:pt x="177520" y="0"/>
                  </a:lnTo>
                  <a:lnTo>
                    <a:pt x="177520" y="40576"/>
                  </a:lnTo>
                  <a:lnTo>
                    <a:pt x="0" y="142016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E814516-3371-4FB4-84CE-04C455E0EBDF}"/>
                </a:ext>
              </a:extLst>
            </p:cNvPr>
            <p:cNvSpPr/>
            <p:nvPr/>
          </p:nvSpPr>
          <p:spPr>
            <a:xfrm>
              <a:off x="3529563" y="1694375"/>
              <a:ext cx="456481" cy="304320"/>
            </a:xfrm>
            <a:custGeom>
              <a:avLst/>
              <a:gdLst>
                <a:gd name="connsiteX0" fmla="*/ 497057 w 456480"/>
                <a:gd name="connsiteY0" fmla="*/ 40576 h 304320"/>
                <a:gd name="connsiteX1" fmla="*/ 0 w 456480"/>
                <a:gd name="connsiteY1" fmla="*/ 329680 h 304320"/>
                <a:gd name="connsiteX2" fmla="*/ 0 w 456480"/>
                <a:gd name="connsiteY2" fmla="*/ 289104 h 304320"/>
                <a:gd name="connsiteX3" fmla="*/ 497057 w 456480"/>
                <a:gd name="connsiteY3" fmla="*/ 0 h 304320"/>
                <a:gd name="connsiteX4" fmla="*/ 497057 w 456480"/>
                <a:gd name="connsiteY4" fmla="*/ 40576 h 30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6480" h="304320">
                  <a:moveTo>
                    <a:pt x="497057" y="40576"/>
                  </a:moveTo>
                  <a:lnTo>
                    <a:pt x="0" y="329680"/>
                  </a:lnTo>
                  <a:lnTo>
                    <a:pt x="0" y="289104"/>
                  </a:lnTo>
                  <a:lnTo>
                    <a:pt x="497057" y="0"/>
                  </a:lnTo>
                  <a:lnTo>
                    <a:pt x="497057" y="40576"/>
                  </a:lnTo>
                </a:path>
              </a:pathLst>
            </a:custGeom>
            <a:solidFill>
              <a:srgbClr val="2CC8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654DE71-E7CF-4323-8768-AB7E93396ED1}"/>
                </a:ext>
              </a:extLst>
            </p:cNvPr>
            <p:cNvSpPr/>
            <p:nvPr/>
          </p:nvSpPr>
          <p:spPr>
            <a:xfrm>
              <a:off x="4295436" y="1354550"/>
              <a:ext cx="304321" cy="202880"/>
            </a:xfrm>
            <a:custGeom>
              <a:avLst/>
              <a:gdLst>
                <a:gd name="connsiteX0" fmla="*/ 319537 w 304320"/>
                <a:gd name="connsiteY0" fmla="*/ 40576 h 202880"/>
                <a:gd name="connsiteX1" fmla="*/ 0 w 304320"/>
                <a:gd name="connsiteY1" fmla="*/ 228240 h 202880"/>
                <a:gd name="connsiteX2" fmla="*/ 0 w 304320"/>
                <a:gd name="connsiteY2" fmla="*/ 187664 h 202880"/>
                <a:gd name="connsiteX3" fmla="*/ 324609 w 304320"/>
                <a:gd name="connsiteY3" fmla="*/ 0 h 202880"/>
                <a:gd name="connsiteX4" fmla="*/ 319537 w 304320"/>
                <a:gd name="connsiteY4" fmla="*/ 40576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320" h="202880">
                  <a:moveTo>
                    <a:pt x="319537" y="40576"/>
                  </a:moveTo>
                  <a:lnTo>
                    <a:pt x="0" y="228240"/>
                  </a:lnTo>
                  <a:lnTo>
                    <a:pt x="0" y="187664"/>
                  </a:lnTo>
                  <a:lnTo>
                    <a:pt x="324609" y="0"/>
                  </a:lnTo>
                  <a:lnTo>
                    <a:pt x="319537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D324AA9-24D1-43FE-B385-EB0272FA16FE}"/>
                </a:ext>
              </a:extLst>
            </p:cNvPr>
            <p:cNvSpPr/>
            <p:nvPr/>
          </p:nvSpPr>
          <p:spPr>
            <a:xfrm>
              <a:off x="4067196" y="1643654"/>
              <a:ext cx="50720" cy="50720"/>
            </a:xfrm>
            <a:custGeom>
              <a:avLst/>
              <a:gdLst>
                <a:gd name="connsiteX0" fmla="*/ 45648 w 0"/>
                <a:gd name="connsiteY0" fmla="*/ 40576 h 50720"/>
                <a:gd name="connsiteX1" fmla="*/ 0 w 0"/>
                <a:gd name="connsiteY1" fmla="*/ 71008 h 50720"/>
                <a:gd name="connsiteX2" fmla="*/ 0 w 0"/>
                <a:gd name="connsiteY2" fmla="*/ 30432 h 50720"/>
                <a:gd name="connsiteX3" fmla="*/ 45648 w 0"/>
                <a:gd name="connsiteY3" fmla="*/ 0 h 50720"/>
                <a:gd name="connsiteX4" fmla="*/ 45648 w 0"/>
                <a:gd name="connsiteY4" fmla="*/ 4057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h="50720">
                  <a:moveTo>
                    <a:pt x="45648" y="40576"/>
                  </a:moveTo>
                  <a:lnTo>
                    <a:pt x="0" y="71008"/>
                  </a:lnTo>
                  <a:lnTo>
                    <a:pt x="0" y="30432"/>
                  </a:lnTo>
                  <a:lnTo>
                    <a:pt x="45648" y="0"/>
                  </a:lnTo>
                  <a:lnTo>
                    <a:pt x="45648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473F80B-82B5-41DA-B72A-C7BB7F6FB18D}"/>
                </a:ext>
              </a:extLst>
            </p:cNvPr>
            <p:cNvSpPr/>
            <p:nvPr/>
          </p:nvSpPr>
          <p:spPr>
            <a:xfrm>
              <a:off x="4133132" y="1562502"/>
              <a:ext cx="101440" cy="101440"/>
            </a:xfrm>
            <a:custGeom>
              <a:avLst/>
              <a:gdLst>
                <a:gd name="connsiteX0" fmla="*/ 121728 w 101440"/>
                <a:gd name="connsiteY0" fmla="*/ 40576 h 101440"/>
                <a:gd name="connsiteX1" fmla="*/ 0 w 101440"/>
                <a:gd name="connsiteY1" fmla="*/ 111584 h 101440"/>
                <a:gd name="connsiteX2" fmla="*/ 0 w 101440"/>
                <a:gd name="connsiteY2" fmla="*/ 71008 h 101440"/>
                <a:gd name="connsiteX3" fmla="*/ 121728 w 101440"/>
                <a:gd name="connsiteY3" fmla="*/ 0 h 101440"/>
                <a:gd name="connsiteX4" fmla="*/ 121728 w 101440"/>
                <a:gd name="connsiteY4" fmla="*/ 40576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01440">
                  <a:moveTo>
                    <a:pt x="121728" y="40576"/>
                  </a:moveTo>
                  <a:lnTo>
                    <a:pt x="0" y="111584"/>
                  </a:lnTo>
                  <a:lnTo>
                    <a:pt x="0" y="71008"/>
                  </a:lnTo>
                  <a:lnTo>
                    <a:pt x="121728" y="0"/>
                  </a:lnTo>
                  <a:lnTo>
                    <a:pt x="121728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0A92EE7-1136-48C9-80D7-620B97AD099D}"/>
                </a:ext>
              </a:extLst>
            </p:cNvPr>
            <p:cNvSpPr/>
            <p:nvPr/>
          </p:nvSpPr>
          <p:spPr>
            <a:xfrm>
              <a:off x="3326682" y="1876967"/>
              <a:ext cx="152160" cy="101440"/>
            </a:xfrm>
            <a:custGeom>
              <a:avLst/>
              <a:gdLst>
                <a:gd name="connsiteX0" fmla="*/ 0 w 152160"/>
                <a:gd name="connsiteY0" fmla="*/ 106512 h 101440"/>
                <a:gd name="connsiteX1" fmla="*/ 182592 w 152160"/>
                <a:gd name="connsiteY1" fmla="*/ 0 h 101440"/>
                <a:gd name="connsiteX2" fmla="*/ 182592 w 152160"/>
                <a:gd name="connsiteY2" fmla="*/ 40576 h 101440"/>
                <a:gd name="connsiteX3" fmla="*/ 0 w 152160"/>
                <a:gd name="connsiteY3" fmla="*/ 147088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160" h="101440">
                  <a:moveTo>
                    <a:pt x="0" y="106512"/>
                  </a:moveTo>
                  <a:lnTo>
                    <a:pt x="182592" y="0"/>
                  </a:lnTo>
                  <a:lnTo>
                    <a:pt x="182592" y="40576"/>
                  </a:lnTo>
                  <a:lnTo>
                    <a:pt x="0" y="147088"/>
                  </a:lnTo>
                  <a:close/>
                </a:path>
              </a:pathLst>
            </a:custGeom>
            <a:solidFill>
              <a:srgbClr val="2CC8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6031ED3-5FF4-4D96-8027-B006A274863A}"/>
                </a:ext>
              </a:extLst>
            </p:cNvPr>
            <p:cNvSpPr/>
            <p:nvPr/>
          </p:nvSpPr>
          <p:spPr>
            <a:xfrm>
              <a:off x="4300508" y="1232822"/>
              <a:ext cx="304321" cy="202880"/>
            </a:xfrm>
            <a:custGeom>
              <a:avLst/>
              <a:gdLst>
                <a:gd name="connsiteX0" fmla="*/ 319537 w 304320"/>
                <a:gd name="connsiteY0" fmla="*/ 40576 h 202880"/>
                <a:gd name="connsiteX1" fmla="*/ 0 w 304320"/>
                <a:gd name="connsiteY1" fmla="*/ 228240 h 202880"/>
                <a:gd name="connsiteX2" fmla="*/ 0 w 304320"/>
                <a:gd name="connsiteY2" fmla="*/ 187664 h 202880"/>
                <a:gd name="connsiteX3" fmla="*/ 324609 w 304320"/>
                <a:gd name="connsiteY3" fmla="*/ 0 h 202880"/>
                <a:gd name="connsiteX4" fmla="*/ 319537 w 304320"/>
                <a:gd name="connsiteY4" fmla="*/ 40576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320" h="202880">
                  <a:moveTo>
                    <a:pt x="319537" y="40576"/>
                  </a:moveTo>
                  <a:lnTo>
                    <a:pt x="0" y="228240"/>
                  </a:lnTo>
                  <a:lnTo>
                    <a:pt x="0" y="187664"/>
                  </a:lnTo>
                  <a:lnTo>
                    <a:pt x="324609" y="0"/>
                  </a:lnTo>
                  <a:lnTo>
                    <a:pt x="319537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BA682F2-15E5-42F7-A7CF-7AD5840B0E7E}"/>
                </a:ext>
              </a:extLst>
            </p:cNvPr>
            <p:cNvSpPr/>
            <p:nvPr/>
          </p:nvSpPr>
          <p:spPr>
            <a:xfrm>
              <a:off x="3534635" y="1572646"/>
              <a:ext cx="456481" cy="304320"/>
            </a:xfrm>
            <a:custGeom>
              <a:avLst/>
              <a:gdLst>
                <a:gd name="connsiteX0" fmla="*/ 502129 w 456480"/>
                <a:gd name="connsiteY0" fmla="*/ 40576 h 304320"/>
                <a:gd name="connsiteX1" fmla="*/ 0 w 456480"/>
                <a:gd name="connsiteY1" fmla="*/ 329680 h 304320"/>
                <a:gd name="connsiteX2" fmla="*/ 0 w 456480"/>
                <a:gd name="connsiteY2" fmla="*/ 289104 h 304320"/>
                <a:gd name="connsiteX3" fmla="*/ 502129 w 456480"/>
                <a:gd name="connsiteY3" fmla="*/ 0 h 304320"/>
                <a:gd name="connsiteX4" fmla="*/ 502129 w 456480"/>
                <a:gd name="connsiteY4" fmla="*/ 40576 h 30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6480" h="304320">
                  <a:moveTo>
                    <a:pt x="502129" y="40576"/>
                  </a:moveTo>
                  <a:lnTo>
                    <a:pt x="0" y="329680"/>
                  </a:lnTo>
                  <a:lnTo>
                    <a:pt x="0" y="289104"/>
                  </a:lnTo>
                  <a:lnTo>
                    <a:pt x="502129" y="0"/>
                  </a:lnTo>
                  <a:lnTo>
                    <a:pt x="502129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356C004-F9EE-44D8-BD15-8CFF2AD1641D}"/>
                </a:ext>
              </a:extLst>
            </p:cNvPr>
            <p:cNvSpPr/>
            <p:nvPr/>
          </p:nvSpPr>
          <p:spPr>
            <a:xfrm>
              <a:off x="4072268" y="1526998"/>
              <a:ext cx="50720" cy="50720"/>
            </a:xfrm>
            <a:custGeom>
              <a:avLst/>
              <a:gdLst>
                <a:gd name="connsiteX0" fmla="*/ 45648 w 0"/>
                <a:gd name="connsiteY0" fmla="*/ 40576 h 50720"/>
                <a:gd name="connsiteX1" fmla="*/ 0 w 0"/>
                <a:gd name="connsiteY1" fmla="*/ 65936 h 50720"/>
                <a:gd name="connsiteX2" fmla="*/ 0 w 0"/>
                <a:gd name="connsiteY2" fmla="*/ 25360 h 50720"/>
                <a:gd name="connsiteX3" fmla="*/ 45648 w 0"/>
                <a:gd name="connsiteY3" fmla="*/ 0 h 50720"/>
                <a:gd name="connsiteX4" fmla="*/ 45648 w 0"/>
                <a:gd name="connsiteY4" fmla="*/ 4057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h="50720">
                  <a:moveTo>
                    <a:pt x="45648" y="40576"/>
                  </a:moveTo>
                  <a:lnTo>
                    <a:pt x="0" y="65936"/>
                  </a:lnTo>
                  <a:lnTo>
                    <a:pt x="0" y="25360"/>
                  </a:lnTo>
                  <a:lnTo>
                    <a:pt x="45648" y="0"/>
                  </a:lnTo>
                  <a:lnTo>
                    <a:pt x="45648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2BDA67A-23FD-4328-92E8-8A07BAD44C2B}"/>
                </a:ext>
              </a:extLst>
            </p:cNvPr>
            <p:cNvSpPr/>
            <p:nvPr/>
          </p:nvSpPr>
          <p:spPr>
            <a:xfrm>
              <a:off x="4138204" y="1440774"/>
              <a:ext cx="101440" cy="101440"/>
            </a:xfrm>
            <a:custGeom>
              <a:avLst/>
              <a:gdLst>
                <a:gd name="connsiteX0" fmla="*/ 121728 w 101440"/>
                <a:gd name="connsiteY0" fmla="*/ 40576 h 101440"/>
                <a:gd name="connsiteX1" fmla="*/ 0 w 101440"/>
                <a:gd name="connsiteY1" fmla="*/ 116656 h 101440"/>
                <a:gd name="connsiteX2" fmla="*/ 0 w 101440"/>
                <a:gd name="connsiteY2" fmla="*/ 71008 h 101440"/>
                <a:gd name="connsiteX3" fmla="*/ 121728 w 101440"/>
                <a:gd name="connsiteY3" fmla="*/ 0 h 101440"/>
                <a:gd name="connsiteX4" fmla="*/ 121728 w 101440"/>
                <a:gd name="connsiteY4" fmla="*/ 40576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01440">
                  <a:moveTo>
                    <a:pt x="121728" y="40576"/>
                  </a:moveTo>
                  <a:lnTo>
                    <a:pt x="0" y="116656"/>
                  </a:lnTo>
                  <a:lnTo>
                    <a:pt x="0" y="71008"/>
                  </a:lnTo>
                  <a:lnTo>
                    <a:pt x="121728" y="0"/>
                  </a:lnTo>
                  <a:lnTo>
                    <a:pt x="121728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4A097A6-C16C-4E6F-B165-C182665A1751}"/>
                </a:ext>
              </a:extLst>
            </p:cNvPr>
            <p:cNvSpPr/>
            <p:nvPr/>
          </p:nvSpPr>
          <p:spPr>
            <a:xfrm>
              <a:off x="4650477" y="1248038"/>
              <a:ext cx="101440" cy="101440"/>
            </a:xfrm>
            <a:custGeom>
              <a:avLst/>
              <a:gdLst>
                <a:gd name="connsiteX0" fmla="*/ 147088 w 101440"/>
                <a:gd name="connsiteY0" fmla="*/ 40576 h 101440"/>
                <a:gd name="connsiteX1" fmla="*/ 0 w 101440"/>
                <a:gd name="connsiteY1" fmla="*/ 126800 h 101440"/>
                <a:gd name="connsiteX2" fmla="*/ 0 w 101440"/>
                <a:gd name="connsiteY2" fmla="*/ 86224 h 101440"/>
                <a:gd name="connsiteX3" fmla="*/ 147088 w 101440"/>
                <a:gd name="connsiteY3" fmla="*/ 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101440">
                  <a:moveTo>
                    <a:pt x="147088" y="40576"/>
                  </a:moveTo>
                  <a:lnTo>
                    <a:pt x="0" y="126800"/>
                  </a:lnTo>
                  <a:lnTo>
                    <a:pt x="0" y="86224"/>
                  </a:lnTo>
                  <a:lnTo>
                    <a:pt x="147088" y="0"/>
                  </a:lnTo>
                  <a:close/>
                </a:path>
              </a:pathLst>
            </a:custGeom>
            <a:solidFill>
              <a:srgbClr val="2CC8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8A84FA4-71D0-4C39-9823-32606258C493}"/>
                </a:ext>
              </a:extLst>
            </p:cNvPr>
            <p:cNvSpPr/>
            <p:nvPr/>
          </p:nvSpPr>
          <p:spPr>
            <a:xfrm>
              <a:off x="3326682" y="2389239"/>
              <a:ext cx="101440" cy="101440"/>
            </a:xfrm>
            <a:custGeom>
              <a:avLst/>
              <a:gdLst>
                <a:gd name="connsiteX0" fmla="*/ 0 w 101440"/>
                <a:gd name="connsiteY0" fmla="*/ 86224 h 101440"/>
                <a:gd name="connsiteX1" fmla="*/ 147088 w 101440"/>
                <a:gd name="connsiteY1" fmla="*/ 0 h 101440"/>
                <a:gd name="connsiteX2" fmla="*/ 147088 w 101440"/>
                <a:gd name="connsiteY2" fmla="*/ 45648 h 101440"/>
                <a:gd name="connsiteX3" fmla="*/ 0 w 101440"/>
                <a:gd name="connsiteY3" fmla="*/ 12680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101440">
                  <a:moveTo>
                    <a:pt x="0" y="86224"/>
                  </a:moveTo>
                  <a:lnTo>
                    <a:pt x="147088" y="0"/>
                  </a:lnTo>
                  <a:lnTo>
                    <a:pt x="147088" y="45648"/>
                  </a:lnTo>
                  <a:lnTo>
                    <a:pt x="0" y="126800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507D52EB-6CFE-4685-AF2A-348B7FB35203}"/>
                </a:ext>
              </a:extLst>
            </p:cNvPr>
            <p:cNvSpPr/>
            <p:nvPr/>
          </p:nvSpPr>
          <p:spPr>
            <a:xfrm>
              <a:off x="3509275" y="2079847"/>
              <a:ext cx="456481" cy="304320"/>
            </a:xfrm>
            <a:custGeom>
              <a:avLst/>
              <a:gdLst>
                <a:gd name="connsiteX0" fmla="*/ 502129 w 456480"/>
                <a:gd name="connsiteY0" fmla="*/ 40576 h 304320"/>
                <a:gd name="connsiteX1" fmla="*/ 0 w 456480"/>
                <a:gd name="connsiteY1" fmla="*/ 329680 h 304320"/>
                <a:gd name="connsiteX2" fmla="*/ 5072 w 456480"/>
                <a:gd name="connsiteY2" fmla="*/ 289104 h 304320"/>
                <a:gd name="connsiteX3" fmla="*/ 502129 w 456480"/>
                <a:gd name="connsiteY3" fmla="*/ 0 h 304320"/>
                <a:gd name="connsiteX4" fmla="*/ 502129 w 456480"/>
                <a:gd name="connsiteY4" fmla="*/ 40576 h 30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6480" h="304320">
                  <a:moveTo>
                    <a:pt x="502129" y="40576"/>
                  </a:moveTo>
                  <a:lnTo>
                    <a:pt x="0" y="329680"/>
                  </a:lnTo>
                  <a:lnTo>
                    <a:pt x="5072" y="289104"/>
                  </a:lnTo>
                  <a:lnTo>
                    <a:pt x="502129" y="0"/>
                  </a:lnTo>
                  <a:lnTo>
                    <a:pt x="502129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F039C53-F10A-4AD3-991D-B63387EB6872}"/>
                </a:ext>
              </a:extLst>
            </p:cNvPr>
            <p:cNvSpPr/>
            <p:nvPr/>
          </p:nvSpPr>
          <p:spPr>
            <a:xfrm>
              <a:off x="4280220" y="1740023"/>
              <a:ext cx="304321" cy="202880"/>
            </a:xfrm>
            <a:custGeom>
              <a:avLst/>
              <a:gdLst>
                <a:gd name="connsiteX0" fmla="*/ 319537 w 304320"/>
                <a:gd name="connsiteY0" fmla="*/ 40576 h 202880"/>
                <a:gd name="connsiteX1" fmla="*/ 0 w 304320"/>
                <a:gd name="connsiteY1" fmla="*/ 228240 h 202880"/>
                <a:gd name="connsiteX2" fmla="*/ 0 w 304320"/>
                <a:gd name="connsiteY2" fmla="*/ 187664 h 202880"/>
                <a:gd name="connsiteX3" fmla="*/ 319537 w 304320"/>
                <a:gd name="connsiteY3" fmla="*/ 0 h 202880"/>
                <a:gd name="connsiteX4" fmla="*/ 319537 w 304320"/>
                <a:gd name="connsiteY4" fmla="*/ 40576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320" h="202880">
                  <a:moveTo>
                    <a:pt x="319537" y="40576"/>
                  </a:moveTo>
                  <a:lnTo>
                    <a:pt x="0" y="228240"/>
                  </a:lnTo>
                  <a:lnTo>
                    <a:pt x="0" y="187664"/>
                  </a:lnTo>
                  <a:lnTo>
                    <a:pt x="319537" y="0"/>
                  </a:lnTo>
                  <a:lnTo>
                    <a:pt x="319537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3CA5612B-0857-4C3C-B28E-7CC2AAFDDB49}"/>
                </a:ext>
              </a:extLst>
            </p:cNvPr>
            <p:cNvSpPr/>
            <p:nvPr/>
          </p:nvSpPr>
          <p:spPr>
            <a:xfrm>
              <a:off x="4046908" y="2029127"/>
              <a:ext cx="50720" cy="50720"/>
            </a:xfrm>
            <a:custGeom>
              <a:avLst/>
              <a:gdLst>
                <a:gd name="connsiteX0" fmla="*/ 50720 w 50720"/>
                <a:gd name="connsiteY0" fmla="*/ 40576 h 50720"/>
                <a:gd name="connsiteX1" fmla="*/ 0 w 50720"/>
                <a:gd name="connsiteY1" fmla="*/ 71008 h 50720"/>
                <a:gd name="connsiteX2" fmla="*/ 5072 w 50720"/>
                <a:gd name="connsiteY2" fmla="*/ 30432 h 50720"/>
                <a:gd name="connsiteX3" fmla="*/ 50720 w 50720"/>
                <a:gd name="connsiteY3" fmla="*/ 0 h 50720"/>
                <a:gd name="connsiteX4" fmla="*/ 50720 w 50720"/>
                <a:gd name="connsiteY4" fmla="*/ 4057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 h="50720">
                  <a:moveTo>
                    <a:pt x="50720" y="40576"/>
                  </a:moveTo>
                  <a:lnTo>
                    <a:pt x="0" y="71008"/>
                  </a:lnTo>
                  <a:lnTo>
                    <a:pt x="5072" y="30432"/>
                  </a:lnTo>
                  <a:lnTo>
                    <a:pt x="50720" y="0"/>
                  </a:lnTo>
                  <a:lnTo>
                    <a:pt x="50720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2B0BDC3-1350-4C46-BA46-B9BD7D6A109B}"/>
                </a:ext>
              </a:extLst>
            </p:cNvPr>
            <p:cNvSpPr/>
            <p:nvPr/>
          </p:nvSpPr>
          <p:spPr>
            <a:xfrm>
              <a:off x="4112844" y="1947975"/>
              <a:ext cx="101440" cy="101440"/>
            </a:xfrm>
            <a:custGeom>
              <a:avLst/>
              <a:gdLst>
                <a:gd name="connsiteX0" fmla="*/ 126800 w 101440"/>
                <a:gd name="connsiteY0" fmla="*/ 40576 h 101440"/>
                <a:gd name="connsiteX1" fmla="*/ 0 w 101440"/>
                <a:gd name="connsiteY1" fmla="*/ 111584 h 101440"/>
                <a:gd name="connsiteX2" fmla="*/ 5072 w 101440"/>
                <a:gd name="connsiteY2" fmla="*/ 71008 h 101440"/>
                <a:gd name="connsiteX3" fmla="*/ 126800 w 101440"/>
                <a:gd name="connsiteY3" fmla="*/ 0 h 101440"/>
                <a:gd name="connsiteX4" fmla="*/ 126800 w 101440"/>
                <a:gd name="connsiteY4" fmla="*/ 40576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01440">
                  <a:moveTo>
                    <a:pt x="126800" y="40576"/>
                  </a:moveTo>
                  <a:lnTo>
                    <a:pt x="0" y="111584"/>
                  </a:lnTo>
                  <a:lnTo>
                    <a:pt x="5072" y="71008"/>
                  </a:lnTo>
                  <a:lnTo>
                    <a:pt x="126800" y="0"/>
                  </a:lnTo>
                  <a:lnTo>
                    <a:pt x="126800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A404083-AB66-44A1-85ED-C8F0A32958A4}"/>
                </a:ext>
              </a:extLst>
            </p:cNvPr>
            <p:cNvSpPr/>
            <p:nvPr/>
          </p:nvSpPr>
          <p:spPr>
            <a:xfrm>
              <a:off x="4625117" y="1430630"/>
              <a:ext cx="152160" cy="101440"/>
            </a:xfrm>
            <a:custGeom>
              <a:avLst/>
              <a:gdLst>
                <a:gd name="connsiteX0" fmla="*/ 172448 w 152160"/>
                <a:gd name="connsiteY0" fmla="*/ 40576 h 101440"/>
                <a:gd name="connsiteX1" fmla="*/ 0 w 152160"/>
                <a:gd name="connsiteY1" fmla="*/ 136944 h 101440"/>
                <a:gd name="connsiteX2" fmla="*/ 5072 w 152160"/>
                <a:gd name="connsiteY2" fmla="*/ 96368 h 101440"/>
                <a:gd name="connsiteX3" fmla="*/ 172448 w 152160"/>
                <a:gd name="connsiteY3" fmla="*/ 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160" h="101440">
                  <a:moveTo>
                    <a:pt x="172448" y="40576"/>
                  </a:moveTo>
                  <a:lnTo>
                    <a:pt x="0" y="136944"/>
                  </a:lnTo>
                  <a:lnTo>
                    <a:pt x="5072" y="96368"/>
                  </a:lnTo>
                  <a:lnTo>
                    <a:pt x="172448" y="0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846317F-E6B9-436E-AA14-1F6FEE0360DF}"/>
                </a:ext>
              </a:extLst>
            </p:cNvPr>
            <p:cNvSpPr/>
            <p:nvPr/>
          </p:nvSpPr>
          <p:spPr>
            <a:xfrm>
              <a:off x="3326682" y="2303015"/>
              <a:ext cx="152160" cy="101440"/>
            </a:xfrm>
            <a:custGeom>
              <a:avLst/>
              <a:gdLst>
                <a:gd name="connsiteX0" fmla="*/ 0 w 152160"/>
                <a:gd name="connsiteY0" fmla="*/ 96368 h 101440"/>
                <a:gd name="connsiteX1" fmla="*/ 162304 w 152160"/>
                <a:gd name="connsiteY1" fmla="*/ 0 h 101440"/>
                <a:gd name="connsiteX2" fmla="*/ 162304 w 152160"/>
                <a:gd name="connsiteY2" fmla="*/ 40576 h 101440"/>
                <a:gd name="connsiteX3" fmla="*/ 0 w 152160"/>
                <a:gd name="connsiteY3" fmla="*/ 136944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160" h="101440">
                  <a:moveTo>
                    <a:pt x="0" y="96368"/>
                  </a:moveTo>
                  <a:lnTo>
                    <a:pt x="162304" y="0"/>
                  </a:lnTo>
                  <a:lnTo>
                    <a:pt x="162304" y="40576"/>
                  </a:lnTo>
                  <a:lnTo>
                    <a:pt x="0" y="136944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920501D7-17FD-48F0-8B35-E5AA8E920DF1}"/>
                </a:ext>
              </a:extLst>
            </p:cNvPr>
            <p:cNvSpPr/>
            <p:nvPr/>
          </p:nvSpPr>
          <p:spPr>
            <a:xfrm>
              <a:off x="3514347" y="1998695"/>
              <a:ext cx="456481" cy="304320"/>
            </a:xfrm>
            <a:custGeom>
              <a:avLst/>
              <a:gdLst>
                <a:gd name="connsiteX0" fmla="*/ 497057 w 456480"/>
                <a:gd name="connsiteY0" fmla="*/ 40576 h 304320"/>
                <a:gd name="connsiteX1" fmla="*/ 0 w 456480"/>
                <a:gd name="connsiteY1" fmla="*/ 329680 h 304320"/>
                <a:gd name="connsiteX2" fmla="*/ 5072 w 456480"/>
                <a:gd name="connsiteY2" fmla="*/ 289104 h 304320"/>
                <a:gd name="connsiteX3" fmla="*/ 502129 w 456480"/>
                <a:gd name="connsiteY3" fmla="*/ 0 h 304320"/>
                <a:gd name="connsiteX4" fmla="*/ 497057 w 456480"/>
                <a:gd name="connsiteY4" fmla="*/ 40576 h 30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6480" h="304320">
                  <a:moveTo>
                    <a:pt x="497057" y="40576"/>
                  </a:moveTo>
                  <a:lnTo>
                    <a:pt x="0" y="329680"/>
                  </a:lnTo>
                  <a:lnTo>
                    <a:pt x="5072" y="289104"/>
                  </a:lnTo>
                  <a:lnTo>
                    <a:pt x="502129" y="0"/>
                  </a:lnTo>
                  <a:lnTo>
                    <a:pt x="497057" y="40576"/>
                  </a:lnTo>
                </a:path>
              </a:pathLst>
            </a:custGeom>
            <a:solidFill>
              <a:srgbClr val="2CC8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3EAC8E9-F774-4C67-8E62-A8344B6D2F11}"/>
                </a:ext>
              </a:extLst>
            </p:cNvPr>
            <p:cNvSpPr/>
            <p:nvPr/>
          </p:nvSpPr>
          <p:spPr>
            <a:xfrm>
              <a:off x="4280220" y="1658871"/>
              <a:ext cx="304321" cy="202880"/>
            </a:xfrm>
            <a:custGeom>
              <a:avLst/>
              <a:gdLst>
                <a:gd name="connsiteX0" fmla="*/ 324609 w 304320"/>
                <a:gd name="connsiteY0" fmla="*/ 40576 h 202880"/>
                <a:gd name="connsiteX1" fmla="*/ 0 w 304320"/>
                <a:gd name="connsiteY1" fmla="*/ 228240 h 202880"/>
                <a:gd name="connsiteX2" fmla="*/ 5072 w 304320"/>
                <a:gd name="connsiteY2" fmla="*/ 187664 h 202880"/>
                <a:gd name="connsiteX3" fmla="*/ 324609 w 304320"/>
                <a:gd name="connsiteY3" fmla="*/ 0 h 202880"/>
                <a:gd name="connsiteX4" fmla="*/ 324609 w 304320"/>
                <a:gd name="connsiteY4" fmla="*/ 40576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320" h="202880">
                  <a:moveTo>
                    <a:pt x="324609" y="40576"/>
                  </a:moveTo>
                  <a:lnTo>
                    <a:pt x="0" y="228240"/>
                  </a:lnTo>
                  <a:lnTo>
                    <a:pt x="5072" y="187664"/>
                  </a:lnTo>
                  <a:lnTo>
                    <a:pt x="324609" y="0"/>
                  </a:lnTo>
                  <a:lnTo>
                    <a:pt x="324609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C700CDA-703B-40CE-8E66-8BEE8CEE0E8B}"/>
                </a:ext>
              </a:extLst>
            </p:cNvPr>
            <p:cNvSpPr/>
            <p:nvPr/>
          </p:nvSpPr>
          <p:spPr>
            <a:xfrm>
              <a:off x="4051980" y="1947975"/>
              <a:ext cx="50720" cy="50720"/>
            </a:xfrm>
            <a:custGeom>
              <a:avLst/>
              <a:gdLst>
                <a:gd name="connsiteX0" fmla="*/ 45648 w 50720"/>
                <a:gd name="connsiteY0" fmla="*/ 45648 h 50720"/>
                <a:gd name="connsiteX1" fmla="*/ 0 w 50720"/>
                <a:gd name="connsiteY1" fmla="*/ 71008 h 50720"/>
                <a:gd name="connsiteX2" fmla="*/ 0 w 50720"/>
                <a:gd name="connsiteY2" fmla="*/ 30432 h 50720"/>
                <a:gd name="connsiteX3" fmla="*/ 50720 w 50720"/>
                <a:gd name="connsiteY3" fmla="*/ 0 h 50720"/>
                <a:gd name="connsiteX4" fmla="*/ 45648 w 50720"/>
                <a:gd name="connsiteY4" fmla="*/ 45648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 h="50720">
                  <a:moveTo>
                    <a:pt x="45648" y="45648"/>
                  </a:moveTo>
                  <a:lnTo>
                    <a:pt x="0" y="71008"/>
                  </a:lnTo>
                  <a:lnTo>
                    <a:pt x="0" y="30432"/>
                  </a:lnTo>
                  <a:lnTo>
                    <a:pt x="50720" y="0"/>
                  </a:lnTo>
                  <a:lnTo>
                    <a:pt x="45648" y="45648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1FAF49D2-2DAA-4F0B-B9B9-591AF0D0B077}"/>
                </a:ext>
              </a:extLst>
            </p:cNvPr>
            <p:cNvSpPr/>
            <p:nvPr/>
          </p:nvSpPr>
          <p:spPr>
            <a:xfrm>
              <a:off x="4117916" y="1866823"/>
              <a:ext cx="101440" cy="101440"/>
            </a:xfrm>
            <a:custGeom>
              <a:avLst/>
              <a:gdLst>
                <a:gd name="connsiteX0" fmla="*/ 121728 w 101440"/>
                <a:gd name="connsiteY0" fmla="*/ 40576 h 101440"/>
                <a:gd name="connsiteX1" fmla="*/ 0 w 101440"/>
                <a:gd name="connsiteY1" fmla="*/ 111584 h 101440"/>
                <a:gd name="connsiteX2" fmla="*/ 0 w 101440"/>
                <a:gd name="connsiteY2" fmla="*/ 71008 h 101440"/>
                <a:gd name="connsiteX3" fmla="*/ 126800 w 101440"/>
                <a:gd name="connsiteY3" fmla="*/ 0 h 101440"/>
                <a:gd name="connsiteX4" fmla="*/ 121728 w 101440"/>
                <a:gd name="connsiteY4" fmla="*/ 40576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01440">
                  <a:moveTo>
                    <a:pt x="121728" y="40576"/>
                  </a:moveTo>
                  <a:lnTo>
                    <a:pt x="0" y="111584"/>
                  </a:lnTo>
                  <a:lnTo>
                    <a:pt x="0" y="71008"/>
                  </a:lnTo>
                  <a:lnTo>
                    <a:pt x="126800" y="0"/>
                  </a:lnTo>
                  <a:lnTo>
                    <a:pt x="121728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914ED47-DB52-447B-A749-4BE0B5005062}"/>
                </a:ext>
              </a:extLst>
            </p:cNvPr>
            <p:cNvSpPr/>
            <p:nvPr/>
          </p:nvSpPr>
          <p:spPr>
            <a:xfrm>
              <a:off x="3326682" y="2181287"/>
              <a:ext cx="152160" cy="101440"/>
            </a:xfrm>
            <a:custGeom>
              <a:avLst/>
              <a:gdLst>
                <a:gd name="connsiteX0" fmla="*/ 0 w 152160"/>
                <a:gd name="connsiteY0" fmla="*/ 96368 h 101440"/>
                <a:gd name="connsiteX1" fmla="*/ 172448 w 152160"/>
                <a:gd name="connsiteY1" fmla="*/ 0 h 101440"/>
                <a:gd name="connsiteX2" fmla="*/ 167376 w 152160"/>
                <a:gd name="connsiteY2" fmla="*/ 45648 h 101440"/>
                <a:gd name="connsiteX3" fmla="*/ 0 w 152160"/>
                <a:gd name="connsiteY3" fmla="*/ 136944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160" h="101440">
                  <a:moveTo>
                    <a:pt x="0" y="96368"/>
                  </a:moveTo>
                  <a:lnTo>
                    <a:pt x="172448" y="0"/>
                  </a:lnTo>
                  <a:lnTo>
                    <a:pt x="167376" y="45648"/>
                  </a:lnTo>
                  <a:lnTo>
                    <a:pt x="0" y="136944"/>
                  </a:lnTo>
                  <a:close/>
                </a:path>
              </a:pathLst>
            </a:custGeom>
            <a:solidFill>
              <a:srgbClr val="2CC8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15CC40E-6851-487B-A2DB-7C905C8A8135}"/>
                </a:ext>
              </a:extLst>
            </p:cNvPr>
            <p:cNvSpPr/>
            <p:nvPr/>
          </p:nvSpPr>
          <p:spPr>
            <a:xfrm>
              <a:off x="4285292" y="1537142"/>
              <a:ext cx="304321" cy="202880"/>
            </a:xfrm>
            <a:custGeom>
              <a:avLst/>
              <a:gdLst>
                <a:gd name="connsiteX0" fmla="*/ 324609 w 304320"/>
                <a:gd name="connsiteY0" fmla="*/ 40576 h 202880"/>
                <a:gd name="connsiteX1" fmla="*/ 0 w 304320"/>
                <a:gd name="connsiteY1" fmla="*/ 228240 h 202880"/>
                <a:gd name="connsiteX2" fmla="*/ 5072 w 304320"/>
                <a:gd name="connsiteY2" fmla="*/ 187664 h 202880"/>
                <a:gd name="connsiteX3" fmla="*/ 324609 w 304320"/>
                <a:gd name="connsiteY3" fmla="*/ 0 h 202880"/>
                <a:gd name="connsiteX4" fmla="*/ 324609 w 304320"/>
                <a:gd name="connsiteY4" fmla="*/ 40576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320" h="202880">
                  <a:moveTo>
                    <a:pt x="324609" y="40576"/>
                  </a:moveTo>
                  <a:lnTo>
                    <a:pt x="0" y="228240"/>
                  </a:lnTo>
                  <a:lnTo>
                    <a:pt x="5072" y="187664"/>
                  </a:lnTo>
                  <a:lnTo>
                    <a:pt x="324609" y="0"/>
                  </a:lnTo>
                  <a:lnTo>
                    <a:pt x="324609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9E5724C-3DF9-4E30-806F-B5F12F2A0D32}"/>
                </a:ext>
              </a:extLst>
            </p:cNvPr>
            <p:cNvSpPr/>
            <p:nvPr/>
          </p:nvSpPr>
          <p:spPr>
            <a:xfrm>
              <a:off x="3519419" y="1876967"/>
              <a:ext cx="507201" cy="304320"/>
            </a:xfrm>
            <a:custGeom>
              <a:avLst/>
              <a:gdLst>
                <a:gd name="connsiteX0" fmla="*/ 502129 w 507201"/>
                <a:gd name="connsiteY0" fmla="*/ 40576 h 304320"/>
                <a:gd name="connsiteX1" fmla="*/ 0 w 507201"/>
                <a:gd name="connsiteY1" fmla="*/ 329680 h 304320"/>
                <a:gd name="connsiteX2" fmla="*/ 5072 w 507201"/>
                <a:gd name="connsiteY2" fmla="*/ 289104 h 304320"/>
                <a:gd name="connsiteX3" fmla="*/ 507201 w 507201"/>
                <a:gd name="connsiteY3" fmla="*/ 0 h 304320"/>
                <a:gd name="connsiteX4" fmla="*/ 502129 w 507201"/>
                <a:gd name="connsiteY4" fmla="*/ 40576 h 30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1" h="304320">
                  <a:moveTo>
                    <a:pt x="502129" y="40576"/>
                  </a:moveTo>
                  <a:lnTo>
                    <a:pt x="0" y="329680"/>
                  </a:lnTo>
                  <a:lnTo>
                    <a:pt x="5072" y="289104"/>
                  </a:lnTo>
                  <a:lnTo>
                    <a:pt x="507201" y="0"/>
                  </a:lnTo>
                  <a:lnTo>
                    <a:pt x="502129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B51DCE1-8A8D-41F1-899F-7FF759BB661C}"/>
                </a:ext>
              </a:extLst>
            </p:cNvPr>
            <p:cNvSpPr/>
            <p:nvPr/>
          </p:nvSpPr>
          <p:spPr>
            <a:xfrm>
              <a:off x="4057052" y="1831319"/>
              <a:ext cx="50720" cy="50720"/>
            </a:xfrm>
            <a:custGeom>
              <a:avLst/>
              <a:gdLst>
                <a:gd name="connsiteX0" fmla="*/ 50720 w 50720"/>
                <a:gd name="connsiteY0" fmla="*/ 40576 h 50720"/>
                <a:gd name="connsiteX1" fmla="*/ 0 w 50720"/>
                <a:gd name="connsiteY1" fmla="*/ 65936 h 50720"/>
                <a:gd name="connsiteX2" fmla="*/ 5072 w 50720"/>
                <a:gd name="connsiteY2" fmla="*/ 25360 h 50720"/>
                <a:gd name="connsiteX3" fmla="*/ 50720 w 50720"/>
                <a:gd name="connsiteY3" fmla="*/ 0 h 50720"/>
                <a:gd name="connsiteX4" fmla="*/ 50720 w 50720"/>
                <a:gd name="connsiteY4" fmla="*/ 4057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 h="50720">
                  <a:moveTo>
                    <a:pt x="50720" y="40576"/>
                  </a:moveTo>
                  <a:lnTo>
                    <a:pt x="0" y="65936"/>
                  </a:lnTo>
                  <a:lnTo>
                    <a:pt x="5072" y="25360"/>
                  </a:lnTo>
                  <a:lnTo>
                    <a:pt x="50720" y="0"/>
                  </a:lnTo>
                  <a:lnTo>
                    <a:pt x="50720" y="40576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79741F0-937E-4F27-8B9E-4B61608C3AE6}"/>
                </a:ext>
              </a:extLst>
            </p:cNvPr>
            <p:cNvSpPr/>
            <p:nvPr/>
          </p:nvSpPr>
          <p:spPr>
            <a:xfrm>
              <a:off x="4122988" y="1745095"/>
              <a:ext cx="101440" cy="101440"/>
            </a:xfrm>
            <a:custGeom>
              <a:avLst/>
              <a:gdLst>
                <a:gd name="connsiteX0" fmla="*/ 121728 w 101440"/>
                <a:gd name="connsiteY0" fmla="*/ 45648 h 101440"/>
                <a:gd name="connsiteX1" fmla="*/ 0 w 101440"/>
                <a:gd name="connsiteY1" fmla="*/ 116656 h 101440"/>
                <a:gd name="connsiteX2" fmla="*/ 5072 w 101440"/>
                <a:gd name="connsiteY2" fmla="*/ 76080 h 101440"/>
                <a:gd name="connsiteX3" fmla="*/ 126800 w 101440"/>
                <a:gd name="connsiteY3" fmla="*/ 0 h 101440"/>
                <a:gd name="connsiteX4" fmla="*/ 121728 w 101440"/>
                <a:gd name="connsiteY4" fmla="*/ 45648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01440">
                  <a:moveTo>
                    <a:pt x="121728" y="45648"/>
                  </a:moveTo>
                  <a:lnTo>
                    <a:pt x="0" y="116656"/>
                  </a:lnTo>
                  <a:lnTo>
                    <a:pt x="5072" y="76080"/>
                  </a:lnTo>
                  <a:lnTo>
                    <a:pt x="126800" y="0"/>
                  </a:lnTo>
                  <a:lnTo>
                    <a:pt x="121728" y="45648"/>
                  </a:lnTo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2BAB0597-3B17-4780-A80F-1000A6CC0CF9}"/>
                </a:ext>
              </a:extLst>
            </p:cNvPr>
            <p:cNvSpPr/>
            <p:nvPr/>
          </p:nvSpPr>
          <p:spPr>
            <a:xfrm>
              <a:off x="4635261" y="1547286"/>
              <a:ext cx="152160" cy="101440"/>
            </a:xfrm>
            <a:custGeom>
              <a:avLst/>
              <a:gdLst>
                <a:gd name="connsiteX0" fmla="*/ 162304 w 152160"/>
                <a:gd name="connsiteY0" fmla="*/ 40576 h 101440"/>
                <a:gd name="connsiteX1" fmla="*/ 0 w 152160"/>
                <a:gd name="connsiteY1" fmla="*/ 131872 h 101440"/>
                <a:gd name="connsiteX2" fmla="*/ 0 w 152160"/>
                <a:gd name="connsiteY2" fmla="*/ 91296 h 101440"/>
                <a:gd name="connsiteX3" fmla="*/ 162304 w 152160"/>
                <a:gd name="connsiteY3" fmla="*/ 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160" h="101440">
                  <a:moveTo>
                    <a:pt x="162304" y="40576"/>
                  </a:moveTo>
                  <a:lnTo>
                    <a:pt x="0" y="131872"/>
                  </a:lnTo>
                  <a:lnTo>
                    <a:pt x="0" y="91296"/>
                  </a:lnTo>
                  <a:lnTo>
                    <a:pt x="162304" y="0"/>
                  </a:lnTo>
                  <a:close/>
                </a:path>
              </a:pathLst>
            </a:custGeom>
            <a:solidFill>
              <a:srgbClr val="2CC8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870DED0-8D0A-4EE4-AFCE-A26D7E43D35E}"/>
                </a:ext>
              </a:extLst>
            </p:cNvPr>
            <p:cNvSpPr/>
            <p:nvPr/>
          </p:nvSpPr>
          <p:spPr>
            <a:xfrm>
              <a:off x="6009776" y="1714663"/>
              <a:ext cx="862242" cy="507200"/>
            </a:xfrm>
            <a:custGeom>
              <a:avLst/>
              <a:gdLst>
                <a:gd name="connsiteX0" fmla="*/ 0 w 862241"/>
                <a:gd name="connsiteY0" fmla="*/ 15216 h 507200"/>
                <a:gd name="connsiteX1" fmla="*/ 877458 w 862241"/>
                <a:gd name="connsiteY1" fmla="*/ 522416 h 507200"/>
                <a:gd name="connsiteX2" fmla="*/ 877458 w 862241"/>
                <a:gd name="connsiteY2" fmla="*/ 507200 h 507200"/>
                <a:gd name="connsiteX3" fmla="*/ 0 w 862241"/>
                <a:gd name="connsiteY3" fmla="*/ 0 h 50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241" h="507200">
                  <a:moveTo>
                    <a:pt x="0" y="15216"/>
                  </a:moveTo>
                  <a:lnTo>
                    <a:pt x="877458" y="522416"/>
                  </a:lnTo>
                  <a:lnTo>
                    <a:pt x="877458" y="50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EA799FE-2C7A-4AAD-9236-A1C3D8357A37}"/>
                </a:ext>
              </a:extLst>
            </p:cNvPr>
            <p:cNvSpPr/>
            <p:nvPr/>
          </p:nvSpPr>
          <p:spPr>
            <a:xfrm>
              <a:off x="6009776" y="1663942"/>
              <a:ext cx="862242" cy="507200"/>
            </a:xfrm>
            <a:custGeom>
              <a:avLst/>
              <a:gdLst>
                <a:gd name="connsiteX0" fmla="*/ 0 w 862241"/>
                <a:gd name="connsiteY0" fmla="*/ 15216 h 507200"/>
                <a:gd name="connsiteX1" fmla="*/ 872386 w 862241"/>
                <a:gd name="connsiteY1" fmla="*/ 522416 h 507200"/>
                <a:gd name="connsiteX2" fmla="*/ 872386 w 862241"/>
                <a:gd name="connsiteY2" fmla="*/ 507200 h 507200"/>
                <a:gd name="connsiteX3" fmla="*/ 0 w 862241"/>
                <a:gd name="connsiteY3" fmla="*/ 0 h 50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241" h="507200">
                  <a:moveTo>
                    <a:pt x="0" y="15216"/>
                  </a:moveTo>
                  <a:lnTo>
                    <a:pt x="872386" y="522416"/>
                  </a:lnTo>
                  <a:lnTo>
                    <a:pt x="872386" y="50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40B9ED6-CEB0-45DC-A7A9-B41D7CC4C7F2}"/>
                </a:ext>
              </a:extLst>
            </p:cNvPr>
            <p:cNvSpPr/>
            <p:nvPr/>
          </p:nvSpPr>
          <p:spPr>
            <a:xfrm>
              <a:off x="6009776" y="1618294"/>
              <a:ext cx="862242" cy="507200"/>
            </a:xfrm>
            <a:custGeom>
              <a:avLst/>
              <a:gdLst>
                <a:gd name="connsiteX0" fmla="*/ 0 w 862241"/>
                <a:gd name="connsiteY0" fmla="*/ 15216 h 507200"/>
                <a:gd name="connsiteX1" fmla="*/ 872386 w 862241"/>
                <a:gd name="connsiteY1" fmla="*/ 522416 h 507200"/>
                <a:gd name="connsiteX2" fmla="*/ 872386 w 862241"/>
                <a:gd name="connsiteY2" fmla="*/ 507200 h 507200"/>
                <a:gd name="connsiteX3" fmla="*/ 0 w 862241"/>
                <a:gd name="connsiteY3" fmla="*/ 0 h 50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241" h="507200">
                  <a:moveTo>
                    <a:pt x="0" y="15216"/>
                  </a:moveTo>
                  <a:lnTo>
                    <a:pt x="872386" y="522416"/>
                  </a:lnTo>
                  <a:lnTo>
                    <a:pt x="872386" y="50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473BE89E-3520-484E-B09E-36CF39F56B51}"/>
                </a:ext>
              </a:extLst>
            </p:cNvPr>
            <p:cNvSpPr/>
            <p:nvPr/>
          </p:nvSpPr>
          <p:spPr>
            <a:xfrm>
              <a:off x="6009776" y="1572646"/>
              <a:ext cx="862242" cy="507200"/>
            </a:xfrm>
            <a:custGeom>
              <a:avLst/>
              <a:gdLst>
                <a:gd name="connsiteX0" fmla="*/ 0 w 862241"/>
                <a:gd name="connsiteY0" fmla="*/ 15216 h 507200"/>
                <a:gd name="connsiteX1" fmla="*/ 872386 w 862241"/>
                <a:gd name="connsiteY1" fmla="*/ 522417 h 507200"/>
                <a:gd name="connsiteX2" fmla="*/ 872386 w 862241"/>
                <a:gd name="connsiteY2" fmla="*/ 507200 h 507200"/>
                <a:gd name="connsiteX3" fmla="*/ 0 w 862241"/>
                <a:gd name="connsiteY3" fmla="*/ 0 h 50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241" h="507200">
                  <a:moveTo>
                    <a:pt x="0" y="15216"/>
                  </a:moveTo>
                  <a:lnTo>
                    <a:pt x="872386" y="522417"/>
                  </a:lnTo>
                  <a:lnTo>
                    <a:pt x="872386" y="50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540CF0F-19A6-475E-B77D-C95F329FD8A0}"/>
                </a:ext>
              </a:extLst>
            </p:cNvPr>
            <p:cNvSpPr/>
            <p:nvPr/>
          </p:nvSpPr>
          <p:spPr>
            <a:xfrm>
              <a:off x="6009776" y="1521926"/>
              <a:ext cx="862242" cy="507200"/>
            </a:xfrm>
            <a:custGeom>
              <a:avLst/>
              <a:gdLst>
                <a:gd name="connsiteX0" fmla="*/ 0 w 862241"/>
                <a:gd name="connsiteY0" fmla="*/ 20288 h 507200"/>
                <a:gd name="connsiteX1" fmla="*/ 872386 w 862241"/>
                <a:gd name="connsiteY1" fmla="*/ 522417 h 507200"/>
                <a:gd name="connsiteX2" fmla="*/ 872386 w 862241"/>
                <a:gd name="connsiteY2" fmla="*/ 507200 h 507200"/>
                <a:gd name="connsiteX3" fmla="*/ 0 w 862241"/>
                <a:gd name="connsiteY3" fmla="*/ 0 h 50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241" h="507200">
                  <a:moveTo>
                    <a:pt x="0" y="20288"/>
                  </a:moveTo>
                  <a:lnTo>
                    <a:pt x="872386" y="522417"/>
                  </a:lnTo>
                  <a:lnTo>
                    <a:pt x="872386" y="50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F4B8A36-3338-420C-8854-6137642C85AF}"/>
                </a:ext>
              </a:extLst>
            </p:cNvPr>
            <p:cNvSpPr/>
            <p:nvPr/>
          </p:nvSpPr>
          <p:spPr>
            <a:xfrm>
              <a:off x="6009776" y="1476278"/>
              <a:ext cx="862242" cy="507200"/>
            </a:xfrm>
            <a:custGeom>
              <a:avLst/>
              <a:gdLst>
                <a:gd name="connsiteX0" fmla="*/ 0 w 862241"/>
                <a:gd name="connsiteY0" fmla="*/ 15216 h 507200"/>
                <a:gd name="connsiteX1" fmla="*/ 872386 w 862241"/>
                <a:gd name="connsiteY1" fmla="*/ 522416 h 507200"/>
                <a:gd name="connsiteX2" fmla="*/ 872386 w 862241"/>
                <a:gd name="connsiteY2" fmla="*/ 507200 h 507200"/>
                <a:gd name="connsiteX3" fmla="*/ 0 w 862241"/>
                <a:gd name="connsiteY3" fmla="*/ 0 h 50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241" h="507200">
                  <a:moveTo>
                    <a:pt x="0" y="15216"/>
                  </a:moveTo>
                  <a:lnTo>
                    <a:pt x="872386" y="522416"/>
                  </a:lnTo>
                  <a:lnTo>
                    <a:pt x="872386" y="50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C90A542-8B7E-47A5-B579-CF731E385902}"/>
                </a:ext>
              </a:extLst>
            </p:cNvPr>
            <p:cNvSpPr/>
            <p:nvPr/>
          </p:nvSpPr>
          <p:spPr>
            <a:xfrm>
              <a:off x="6009776" y="1430630"/>
              <a:ext cx="862242" cy="507200"/>
            </a:xfrm>
            <a:custGeom>
              <a:avLst/>
              <a:gdLst>
                <a:gd name="connsiteX0" fmla="*/ 0 w 862241"/>
                <a:gd name="connsiteY0" fmla="*/ 15216 h 507200"/>
                <a:gd name="connsiteX1" fmla="*/ 872386 w 862241"/>
                <a:gd name="connsiteY1" fmla="*/ 522416 h 507200"/>
                <a:gd name="connsiteX2" fmla="*/ 872386 w 862241"/>
                <a:gd name="connsiteY2" fmla="*/ 507200 h 507200"/>
                <a:gd name="connsiteX3" fmla="*/ 0 w 862241"/>
                <a:gd name="connsiteY3" fmla="*/ 0 h 50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241" h="507200">
                  <a:moveTo>
                    <a:pt x="0" y="15216"/>
                  </a:moveTo>
                  <a:lnTo>
                    <a:pt x="872386" y="522416"/>
                  </a:lnTo>
                  <a:lnTo>
                    <a:pt x="872386" y="50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2991A79-89AB-412A-8923-EEA8F25D2C8B}"/>
                </a:ext>
              </a:extLst>
            </p:cNvPr>
            <p:cNvSpPr/>
            <p:nvPr/>
          </p:nvSpPr>
          <p:spPr>
            <a:xfrm>
              <a:off x="6009776" y="1384982"/>
              <a:ext cx="862242" cy="507200"/>
            </a:xfrm>
            <a:custGeom>
              <a:avLst/>
              <a:gdLst>
                <a:gd name="connsiteX0" fmla="*/ 0 w 862241"/>
                <a:gd name="connsiteY0" fmla="*/ 15216 h 507200"/>
                <a:gd name="connsiteX1" fmla="*/ 872386 w 862241"/>
                <a:gd name="connsiteY1" fmla="*/ 517344 h 507200"/>
                <a:gd name="connsiteX2" fmla="*/ 872386 w 862241"/>
                <a:gd name="connsiteY2" fmla="*/ 502128 h 507200"/>
                <a:gd name="connsiteX3" fmla="*/ 0 w 862241"/>
                <a:gd name="connsiteY3" fmla="*/ 0 h 50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241" h="507200">
                  <a:moveTo>
                    <a:pt x="0" y="15216"/>
                  </a:moveTo>
                  <a:lnTo>
                    <a:pt x="872386" y="517344"/>
                  </a:lnTo>
                  <a:lnTo>
                    <a:pt x="872386" y="502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2A5B4B7-25F8-4478-A39B-F34B7506C508}"/>
                </a:ext>
              </a:extLst>
            </p:cNvPr>
            <p:cNvSpPr/>
            <p:nvPr/>
          </p:nvSpPr>
          <p:spPr>
            <a:xfrm>
              <a:off x="6004704" y="1334262"/>
              <a:ext cx="862242" cy="507200"/>
            </a:xfrm>
            <a:custGeom>
              <a:avLst/>
              <a:gdLst>
                <a:gd name="connsiteX0" fmla="*/ 0 w 862241"/>
                <a:gd name="connsiteY0" fmla="*/ 15216 h 507200"/>
                <a:gd name="connsiteX1" fmla="*/ 877458 w 862241"/>
                <a:gd name="connsiteY1" fmla="*/ 522416 h 507200"/>
                <a:gd name="connsiteX2" fmla="*/ 877458 w 862241"/>
                <a:gd name="connsiteY2" fmla="*/ 507200 h 507200"/>
                <a:gd name="connsiteX3" fmla="*/ 0 w 862241"/>
                <a:gd name="connsiteY3" fmla="*/ 0 h 50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241" h="507200">
                  <a:moveTo>
                    <a:pt x="0" y="15216"/>
                  </a:moveTo>
                  <a:lnTo>
                    <a:pt x="877458" y="522416"/>
                  </a:lnTo>
                  <a:lnTo>
                    <a:pt x="877458" y="50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0D25FA14-8937-435A-B690-9F99CE68B1D5}"/>
                </a:ext>
              </a:extLst>
            </p:cNvPr>
            <p:cNvSpPr/>
            <p:nvPr/>
          </p:nvSpPr>
          <p:spPr>
            <a:xfrm>
              <a:off x="5563439" y="1070518"/>
              <a:ext cx="50720" cy="101440"/>
            </a:xfrm>
            <a:custGeom>
              <a:avLst/>
              <a:gdLst>
                <a:gd name="connsiteX0" fmla="*/ 71008 w 50720"/>
                <a:gd name="connsiteY0" fmla="*/ 116656 h 101440"/>
                <a:gd name="connsiteX1" fmla="*/ 15216 w 50720"/>
                <a:gd name="connsiteY1" fmla="*/ 81152 h 101440"/>
                <a:gd name="connsiteX2" fmla="*/ 0 w 50720"/>
                <a:gd name="connsiteY2" fmla="*/ 60864 h 101440"/>
                <a:gd name="connsiteX3" fmla="*/ 0 w 50720"/>
                <a:gd name="connsiteY3" fmla="*/ 5072 h 101440"/>
                <a:gd name="connsiteX4" fmla="*/ 15216 w 50720"/>
                <a:gd name="connsiteY4" fmla="*/ 0 h 101440"/>
                <a:gd name="connsiteX5" fmla="*/ 71008 w 50720"/>
                <a:gd name="connsiteY5" fmla="*/ 35504 h 101440"/>
                <a:gd name="connsiteX6" fmla="*/ 81152 w 50720"/>
                <a:gd name="connsiteY6" fmla="*/ 55792 h 101440"/>
                <a:gd name="connsiteX7" fmla="*/ 81152 w 50720"/>
                <a:gd name="connsiteY7" fmla="*/ 111584 h 101440"/>
                <a:gd name="connsiteX8" fmla="*/ 71008 w 50720"/>
                <a:gd name="connsiteY8" fmla="*/ 116656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71008" y="116656"/>
                  </a:moveTo>
                  <a:lnTo>
                    <a:pt x="15216" y="81152"/>
                  </a:lnTo>
                  <a:cubicBezTo>
                    <a:pt x="10144" y="76080"/>
                    <a:pt x="5072" y="65936"/>
                    <a:pt x="0" y="60864"/>
                  </a:cubicBezTo>
                  <a:lnTo>
                    <a:pt x="0" y="5072"/>
                  </a:lnTo>
                  <a:cubicBezTo>
                    <a:pt x="0" y="0"/>
                    <a:pt x="5072" y="0"/>
                    <a:pt x="15216" y="0"/>
                  </a:cubicBezTo>
                  <a:lnTo>
                    <a:pt x="71008" y="35504"/>
                  </a:lnTo>
                  <a:cubicBezTo>
                    <a:pt x="76080" y="40576"/>
                    <a:pt x="81152" y="50720"/>
                    <a:pt x="81152" y="55792"/>
                  </a:cubicBezTo>
                  <a:lnTo>
                    <a:pt x="81152" y="111584"/>
                  </a:lnTo>
                  <a:cubicBezTo>
                    <a:pt x="81152" y="116656"/>
                    <a:pt x="76080" y="116656"/>
                    <a:pt x="71008" y="116656"/>
                  </a:cubicBez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1CE8ECA-6F8D-49AF-A209-C0731469EFEB}"/>
                </a:ext>
              </a:extLst>
            </p:cNvPr>
            <p:cNvSpPr/>
            <p:nvPr/>
          </p:nvSpPr>
          <p:spPr>
            <a:xfrm>
              <a:off x="5563439" y="1164785"/>
              <a:ext cx="50720" cy="101440"/>
            </a:xfrm>
            <a:custGeom>
              <a:avLst/>
              <a:gdLst>
                <a:gd name="connsiteX0" fmla="*/ 71008 w 50720"/>
                <a:gd name="connsiteY0" fmla="*/ 118757 h 101440"/>
                <a:gd name="connsiteX1" fmla="*/ 15216 w 50720"/>
                <a:gd name="connsiteY1" fmla="*/ 83253 h 101440"/>
                <a:gd name="connsiteX2" fmla="*/ 0 w 50720"/>
                <a:gd name="connsiteY2" fmla="*/ 62965 h 101440"/>
                <a:gd name="connsiteX3" fmla="*/ 0 w 50720"/>
                <a:gd name="connsiteY3" fmla="*/ 7173 h 101440"/>
                <a:gd name="connsiteX4" fmla="*/ 10144 w 50720"/>
                <a:gd name="connsiteY4" fmla="*/ 2101 h 101440"/>
                <a:gd name="connsiteX5" fmla="*/ 65936 w 50720"/>
                <a:gd name="connsiteY5" fmla="*/ 37605 h 101440"/>
                <a:gd name="connsiteX6" fmla="*/ 81152 w 50720"/>
                <a:gd name="connsiteY6" fmla="*/ 57893 h 101440"/>
                <a:gd name="connsiteX7" fmla="*/ 81152 w 50720"/>
                <a:gd name="connsiteY7" fmla="*/ 113685 h 101440"/>
                <a:gd name="connsiteX8" fmla="*/ 71008 w 50720"/>
                <a:gd name="connsiteY8" fmla="*/ 118757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71008" y="118757"/>
                  </a:moveTo>
                  <a:lnTo>
                    <a:pt x="15216" y="83253"/>
                  </a:lnTo>
                  <a:cubicBezTo>
                    <a:pt x="10144" y="78181"/>
                    <a:pt x="5072" y="68037"/>
                    <a:pt x="0" y="62965"/>
                  </a:cubicBezTo>
                  <a:lnTo>
                    <a:pt x="0" y="7173"/>
                  </a:lnTo>
                  <a:cubicBezTo>
                    <a:pt x="0" y="2101"/>
                    <a:pt x="5072" y="-2971"/>
                    <a:pt x="10144" y="2101"/>
                  </a:cubicBezTo>
                  <a:lnTo>
                    <a:pt x="65936" y="37605"/>
                  </a:lnTo>
                  <a:cubicBezTo>
                    <a:pt x="76080" y="42677"/>
                    <a:pt x="81152" y="52821"/>
                    <a:pt x="81152" y="57893"/>
                  </a:cubicBezTo>
                  <a:lnTo>
                    <a:pt x="81152" y="113685"/>
                  </a:lnTo>
                  <a:cubicBezTo>
                    <a:pt x="86224" y="118757"/>
                    <a:pt x="76080" y="123829"/>
                    <a:pt x="71008" y="118757"/>
                  </a:cubicBezTo>
                  <a:close/>
                </a:path>
              </a:pathLst>
            </a:custGeom>
            <a:solidFill>
              <a:srgbClr val="F0FA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BB4FBE07-E344-47D0-B016-FDF05424B97D}"/>
                </a:ext>
              </a:extLst>
            </p:cNvPr>
            <p:cNvSpPr/>
            <p:nvPr/>
          </p:nvSpPr>
          <p:spPr>
            <a:xfrm>
              <a:off x="5568511" y="1266225"/>
              <a:ext cx="50720" cy="101440"/>
            </a:xfrm>
            <a:custGeom>
              <a:avLst/>
              <a:gdLst>
                <a:gd name="connsiteX0" fmla="*/ 71008 w 50720"/>
                <a:gd name="connsiteY0" fmla="*/ 118757 h 101440"/>
                <a:gd name="connsiteX1" fmla="*/ 15216 w 50720"/>
                <a:gd name="connsiteY1" fmla="*/ 83253 h 101440"/>
                <a:gd name="connsiteX2" fmla="*/ 0 w 50720"/>
                <a:gd name="connsiteY2" fmla="*/ 62965 h 101440"/>
                <a:gd name="connsiteX3" fmla="*/ 0 w 50720"/>
                <a:gd name="connsiteY3" fmla="*/ 7173 h 101440"/>
                <a:gd name="connsiteX4" fmla="*/ 10144 w 50720"/>
                <a:gd name="connsiteY4" fmla="*/ 2101 h 101440"/>
                <a:gd name="connsiteX5" fmla="*/ 65936 w 50720"/>
                <a:gd name="connsiteY5" fmla="*/ 37605 h 101440"/>
                <a:gd name="connsiteX6" fmla="*/ 81152 w 50720"/>
                <a:gd name="connsiteY6" fmla="*/ 57893 h 101440"/>
                <a:gd name="connsiteX7" fmla="*/ 81152 w 50720"/>
                <a:gd name="connsiteY7" fmla="*/ 113685 h 101440"/>
                <a:gd name="connsiteX8" fmla="*/ 71008 w 50720"/>
                <a:gd name="connsiteY8" fmla="*/ 118757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71008" y="118757"/>
                  </a:moveTo>
                  <a:lnTo>
                    <a:pt x="15216" y="83253"/>
                  </a:lnTo>
                  <a:cubicBezTo>
                    <a:pt x="10144" y="78181"/>
                    <a:pt x="5072" y="68037"/>
                    <a:pt x="0" y="62965"/>
                  </a:cubicBezTo>
                  <a:lnTo>
                    <a:pt x="0" y="7173"/>
                  </a:lnTo>
                  <a:cubicBezTo>
                    <a:pt x="0" y="2101"/>
                    <a:pt x="5072" y="-2971"/>
                    <a:pt x="10144" y="2101"/>
                  </a:cubicBezTo>
                  <a:lnTo>
                    <a:pt x="65936" y="37605"/>
                  </a:lnTo>
                  <a:cubicBezTo>
                    <a:pt x="71008" y="42677"/>
                    <a:pt x="76080" y="52821"/>
                    <a:pt x="81152" y="57893"/>
                  </a:cubicBezTo>
                  <a:lnTo>
                    <a:pt x="81152" y="113685"/>
                  </a:lnTo>
                  <a:cubicBezTo>
                    <a:pt x="81152" y="118757"/>
                    <a:pt x="76080" y="118757"/>
                    <a:pt x="71008" y="118757"/>
                  </a:cubicBezTo>
                  <a:close/>
                </a:path>
              </a:pathLst>
            </a:custGeom>
            <a:solidFill>
              <a:srgbClr val="F0FA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E88F836-4AAB-40BB-911E-A4B097507C89}"/>
                </a:ext>
              </a:extLst>
            </p:cNvPr>
            <p:cNvSpPr/>
            <p:nvPr/>
          </p:nvSpPr>
          <p:spPr>
            <a:xfrm>
              <a:off x="5568511" y="1362593"/>
              <a:ext cx="50720" cy="101440"/>
            </a:xfrm>
            <a:custGeom>
              <a:avLst/>
              <a:gdLst>
                <a:gd name="connsiteX0" fmla="*/ 71008 w 50720"/>
                <a:gd name="connsiteY0" fmla="*/ 118757 h 101440"/>
                <a:gd name="connsiteX1" fmla="*/ 15216 w 50720"/>
                <a:gd name="connsiteY1" fmla="*/ 83253 h 101440"/>
                <a:gd name="connsiteX2" fmla="*/ 0 w 50720"/>
                <a:gd name="connsiteY2" fmla="*/ 62965 h 101440"/>
                <a:gd name="connsiteX3" fmla="*/ 0 w 50720"/>
                <a:gd name="connsiteY3" fmla="*/ 7173 h 101440"/>
                <a:gd name="connsiteX4" fmla="*/ 10144 w 50720"/>
                <a:gd name="connsiteY4" fmla="*/ 2101 h 101440"/>
                <a:gd name="connsiteX5" fmla="*/ 71008 w 50720"/>
                <a:gd name="connsiteY5" fmla="*/ 37605 h 101440"/>
                <a:gd name="connsiteX6" fmla="*/ 86224 w 50720"/>
                <a:gd name="connsiteY6" fmla="*/ 57893 h 101440"/>
                <a:gd name="connsiteX7" fmla="*/ 86224 w 50720"/>
                <a:gd name="connsiteY7" fmla="*/ 113685 h 101440"/>
                <a:gd name="connsiteX8" fmla="*/ 71008 w 50720"/>
                <a:gd name="connsiteY8" fmla="*/ 118757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71008" y="118757"/>
                  </a:moveTo>
                  <a:lnTo>
                    <a:pt x="15216" y="83253"/>
                  </a:lnTo>
                  <a:cubicBezTo>
                    <a:pt x="10144" y="78181"/>
                    <a:pt x="5072" y="68037"/>
                    <a:pt x="0" y="62965"/>
                  </a:cubicBezTo>
                  <a:lnTo>
                    <a:pt x="0" y="7173"/>
                  </a:lnTo>
                  <a:cubicBezTo>
                    <a:pt x="0" y="2101"/>
                    <a:pt x="5072" y="-2971"/>
                    <a:pt x="10144" y="2101"/>
                  </a:cubicBezTo>
                  <a:lnTo>
                    <a:pt x="71008" y="37605"/>
                  </a:lnTo>
                  <a:cubicBezTo>
                    <a:pt x="76080" y="42677"/>
                    <a:pt x="81152" y="52821"/>
                    <a:pt x="86224" y="57893"/>
                  </a:cubicBezTo>
                  <a:lnTo>
                    <a:pt x="86224" y="113685"/>
                  </a:lnTo>
                  <a:cubicBezTo>
                    <a:pt x="81152" y="118757"/>
                    <a:pt x="76080" y="123829"/>
                    <a:pt x="71008" y="118757"/>
                  </a:cubicBezTo>
                  <a:close/>
                </a:path>
              </a:pathLst>
            </a:custGeom>
            <a:solidFill>
              <a:srgbClr val="F0FA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8CBE8ED-4FA1-4FD1-B0F2-2B12B32BC412}"/>
                </a:ext>
              </a:extLst>
            </p:cNvPr>
            <p:cNvSpPr/>
            <p:nvPr/>
          </p:nvSpPr>
          <p:spPr>
            <a:xfrm>
              <a:off x="5573583" y="1464033"/>
              <a:ext cx="50720" cy="101440"/>
            </a:xfrm>
            <a:custGeom>
              <a:avLst/>
              <a:gdLst>
                <a:gd name="connsiteX0" fmla="*/ 65936 w 50720"/>
                <a:gd name="connsiteY0" fmla="*/ 118757 h 101440"/>
                <a:gd name="connsiteX1" fmla="*/ 15216 w 50720"/>
                <a:gd name="connsiteY1" fmla="*/ 83253 h 101440"/>
                <a:gd name="connsiteX2" fmla="*/ 0 w 50720"/>
                <a:gd name="connsiteY2" fmla="*/ 62965 h 101440"/>
                <a:gd name="connsiteX3" fmla="*/ 0 w 50720"/>
                <a:gd name="connsiteY3" fmla="*/ 7173 h 101440"/>
                <a:gd name="connsiteX4" fmla="*/ 10144 w 50720"/>
                <a:gd name="connsiteY4" fmla="*/ 2101 h 101440"/>
                <a:gd name="connsiteX5" fmla="*/ 65936 w 50720"/>
                <a:gd name="connsiteY5" fmla="*/ 37605 h 101440"/>
                <a:gd name="connsiteX6" fmla="*/ 81152 w 50720"/>
                <a:gd name="connsiteY6" fmla="*/ 57893 h 101440"/>
                <a:gd name="connsiteX7" fmla="*/ 81152 w 50720"/>
                <a:gd name="connsiteY7" fmla="*/ 113685 h 101440"/>
                <a:gd name="connsiteX8" fmla="*/ 65936 w 50720"/>
                <a:gd name="connsiteY8" fmla="*/ 118757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65936" y="118757"/>
                  </a:moveTo>
                  <a:lnTo>
                    <a:pt x="15216" y="83253"/>
                  </a:lnTo>
                  <a:cubicBezTo>
                    <a:pt x="10144" y="78181"/>
                    <a:pt x="5072" y="68037"/>
                    <a:pt x="0" y="62965"/>
                  </a:cubicBezTo>
                  <a:lnTo>
                    <a:pt x="0" y="7173"/>
                  </a:lnTo>
                  <a:cubicBezTo>
                    <a:pt x="0" y="2101"/>
                    <a:pt x="5072" y="-2971"/>
                    <a:pt x="10144" y="2101"/>
                  </a:cubicBezTo>
                  <a:lnTo>
                    <a:pt x="65936" y="37605"/>
                  </a:lnTo>
                  <a:cubicBezTo>
                    <a:pt x="71008" y="42677"/>
                    <a:pt x="76080" y="52821"/>
                    <a:pt x="81152" y="57893"/>
                  </a:cubicBezTo>
                  <a:lnTo>
                    <a:pt x="81152" y="113685"/>
                  </a:lnTo>
                  <a:cubicBezTo>
                    <a:pt x="81152" y="118757"/>
                    <a:pt x="76080" y="118757"/>
                    <a:pt x="65936" y="118757"/>
                  </a:cubicBezTo>
                  <a:close/>
                </a:path>
              </a:pathLst>
            </a:custGeom>
            <a:solidFill>
              <a:srgbClr val="F0FA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E846ED1-D81F-4EA0-96C0-5F934F2D18B5}"/>
                </a:ext>
              </a:extLst>
            </p:cNvPr>
            <p:cNvSpPr/>
            <p:nvPr/>
          </p:nvSpPr>
          <p:spPr>
            <a:xfrm>
              <a:off x="5776463" y="1200289"/>
              <a:ext cx="50720" cy="101440"/>
            </a:xfrm>
            <a:custGeom>
              <a:avLst/>
              <a:gdLst>
                <a:gd name="connsiteX0" fmla="*/ 71008 w 50720"/>
                <a:gd name="connsiteY0" fmla="*/ 113685 h 101440"/>
                <a:gd name="connsiteX1" fmla="*/ 15216 w 50720"/>
                <a:gd name="connsiteY1" fmla="*/ 83253 h 101440"/>
                <a:gd name="connsiteX2" fmla="*/ 0 w 50720"/>
                <a:gd name="connsiteY2" fmla="*/ 62965 h 101440"/>
                <a:gd name="connsiteX3" fmla="*/ 0 w 50720"/>
                <a:gd name="connsiteY3" fmla="*/ 7173 h 101440"/>
                <a:gd name="connsiteX4" fmla="*/ 10144 w 50720"/>
                <a:gd name="connsiteY4" fmla="*/ 2101 h 101440"/>
                <a:gd name="connsiteX5" fmla="*/ 65936 w 50720"/>
                <a:gd name="connsiteY5" fmla="*/ 37605 h 101440"/>
                <a:gd name="connsiteX6" fmla="*/ 81152 w 50720"/>
                <a:gd name="connsiteY6" fmla="*/ 57893 h 101440"/>
                <a:gd name="connsiteX7" fmla="*/ 81152 w 50720"/>
                <a:gd name="connsiteY7" fmla="*/ 113685 h 101440"/>
                <a:gd name="connsiteX8" fmla="*/ 71008 w 50720"/>
                <a:gd name="connsiteY8" fmla="*/ 113685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71008" y="113685"/>
                  </a:moveTo>
                  <a:lnTo>
                    <a:pt x="15216" y="83253"/>
                  </a:lnTo>
                  <a:cubicBezTo>
                    <a:pt x="10144" y="78181"/>
                    <a:pt x="5072" y="68037"/>
                    <a:pt x="0" y="62965"/>
                  </a:cubicBezTo>
                  <a:lnTo>
                    <a:pt x="0" y="7173"/>
                  </a:lnTo>
                  <a:cubicBezTo>
                    <a:pt x="0" y="2101"/>
                    <a:pt x="5072" y="-2971"/>
                    <a:pt x="10144" y="2101"/>
                  </a:cubicBezTo>
                  <a:lnTo>
                    <a:pt x="65936" y="37605"/>
                  </a:lnTo>
                  <a:cubicBezTo>
                    <a:pt x="71008" y="42677"/>
                    <a:pt x="76080" y="52821"/>
                    <a:pt x="81152" y="57893"/>
                  </a:cubicBezTo>
                  <a:lnTo>
                    <a:pt x="81152" y="113685"/>
                  </a:lnTo>
                  <a:cubicBezTo>
                    <a:pt x="81152" y="118757"/>
                    <a:pt x="76080" y="118757"/>
                    <a:pt x="71008" y="113685"/>
                  </a:cubicBezTo>
                  <a:close/>
                </a:path>
              </a:pathLst>
            </a:custGeom>
            <a:solidFill>
              <a:srgbClr val="F0FA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6E58191F-9B20-4DBD-9049-358242287344}"/>
                </a:ext>
              </a:extLst>
            </p:cNvPr>
            <p:cNvSpPr/>
            <p:nvPr/>
          </p:nvSpPr>
          <p:spPr>
            <a:xfrm>
              <a:off x="5776463" y="1296657"/>
              <a:ext cx="50720" cy="101440"/>
            </a:xfrm>
            <a:custGeom>
              <a:avLst/>
              <a:gdLst>
                <a:gd name="connsiteX0" fmla="*/ 71008 w 50720"/>
                <a:gd name="connsiteY0" fmla="*/ 118757 h 101440"/>
                <a:gd name="connsiteX1" fmla="*/ 15216 w 50720"/>
                <a:gd name="connsiteY1" fmla="*/ 83253 h 101440"/>
                <a:gd name="connsiteX2" fmla="*/ 0 w 50720"/>
                <a:gd name="connsiteY2" fmla="*/ 62965 h 101440"/>
                <a:gd name="connsiteX3" fmla="*/ 0 w 50720"/>
                <a:gd name="connsiteY3" fmla="*/ 7173 h 101440"/>
                <a:gd name="connsiteX4" fmla="*/ 10144 w 50720"/>
                <a:gd name="connsiteY4" fmla="*/ 2101 h 101440"/>
                <a:gd name="connsiteX5" fmla="*/ 65936 w 50720"/>
                <a:gd name="connsiteY5" fmla="*/ 37605 h 101440"/>
                <a:gd name="connsiteX6" fmla="*/ 81152 w 50720"/>
                <a:gd name="connsiteY6" fmla="*/ 57893 h 101440"/>
                <a:gd name="connsiteX7" fmla="*/ 81152 w 50720"/>
                <a:gd name="connsiteY7" fmla="*/ 113685 h 101440"/>
                <a:gd name="connsiteX8" fmla="*/ 71008 w 50720"/>
                <a:gd name="connsiteY8" fmla="*/ 118757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71008" y="118757"/>
                  </a:moveTo>
                  <a:lnTo>
                    <a:pt x="15216" y="83253"/>
                  </a:lnTo>
                  <a:cubicBezTo>
                    <a:pt x="10144" y="78181"/>
                    <a:pt x="5072" y="68037"/>
                    <a:pt x="0" y="62965"/>
                  </a:cubicBezTo>
                  <a:lnTo>
                    <a:pt x="0" y="7173"/>
                  </a:lnTo>
                  <a:cubicBezTo>
                    <a:pt x="0" y="2101"/>
                    <a:pt x="5072" y="-2971"/>
                    <a:pt x="10144" y="2101"/>
                  </a:cubicBezTo>
                  <a:lnTo>
                    <a:pt x="65936" y="37605"/>
                  </a:lnTo>
                  <a:cubicBezTo>
                    <a:pt x="71008" y="42677"/>
                    <a:pt x="76080" y="52821"/>
                    <a:pt x="81152" y="57893"/>
                  </a:cubicBezTo>
                  <a:lnTo>
                    <a:pt x="81152" y="113685"/>
                  </a:lnTo>
                  <a:cubicBezTo>
                    <a:pt x="86224" y="118757"/>
                    <a:pt x="81152" y="123829"/>
                    <a:pt x="71008" y="118757"/>
                  </a:cubicBez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EE1BF78-93A9-4ED7-AFF7-352249E7B4AB}"/>
                </a:ext>
              </a:extLst>
            </p:cNvPr>
            <p:cNvSpPr/>
            <p:nvPr/>
          </p:nvSpPr>
          <p:spPr>
            <a:xfrm>
              <a:off x="5781535" y="1398097"/>
              <a:ext cx="50720" cy="101440"/>
            </a:xfrm>
            <a:custGeom>
              <a:avLst/>
              <a:gdLst>
                <a:gd name="connsiteX0" fmla="*/ 71008 w 50720"/>
                <a:gd name="connsiteY0" fmla="*/ 113685 h 101440"/>
                <a:gd name="connsiteX1" fmla="*/ 15216 w 50720"/>
                <a:gd name="connsiteY1" fmla="*/ 78181 h 101440"/>
                <a:gd name="connsiteX2" fmla="*/ 0 w 50720"/>
                <a:gd name="connsiteY2" fmla="*/ 62965 h 101440"/>
                <a:gd name="connsiteX3" fmla="*/ 0 w 50720"/>
                <a:gd name="connsiteY3" fmla="*/ 7173 h 101440"/>
                <a:gd name="connsiteX4" fmla="*/ 10144 w 50720"/>
                <a:gd name="connsiteY4" fmla="*/ 2101 h 101440"/>
                <a:gd name="connsiteX5" fmla="*/ 65936 w 50720"/>
                <a:gd name="connsiteY5" fmla="*/ 37605 h 101440"/>
                <a:gd name="connsiteX6" fmla="*/ 81152 w 50720"/>
                <a:gd name="connsiteY6" fmla="*/ 57893 h 101440"/>
                <a:gd name="connsiteX7" fmla="*/ 81152 w 50720"/>
                <a:gd name="connsiteY7" fmla="*/ 113685 h 101440"/>
                <a:gd name="connsiteX8" fmla="*/ 71008 w 50720"/>
                <a:gd name="connsiteY8" fmla="*/ 113685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71008" y="113685"/>
                  </a:moveTo>
                  <a:lnTo>
                    <a:pt x="15216" y="78181"/>
                  </a:lnTo>
                  <a:cubicBezTo>
                    <a:pt x="10144" y="78181"/>
                    <a:pt x="0" y="68037"/>
                    <a:pt x="0" y="62965"/>
                  </a:cubicBezTo>
                  <a:lnTo>
                    <a:pt x="0" y="7173"/>
                  </a:lnTo>
                  <a:cubicBezTo>
                    <a:pt x="0" y="2101"/>
                    <a:pt x="5072" y="-2971"/>
                    <a:pt x="10144" y="2101"/>
                  </a:cubicBezTo>
                  <a:lnTo>
                    <a:pt x="65936" y="37605"/>
                  </a:lnTo>
                  <a:cubicBezTo>
                    <a:pt x="71008" y="42677"/>
                    <a:pt x="76080" y="52821"/>
                    <a:pt x="81152" y="57893"/>
                  </a:cubicBezTo>
                  <a:lnTo>
                    <a:pt x="81152" y="113685"/>
                  </a:lnTo>
                  <a:cubicBezTo>
                    <a:pt x="81152" y="118757"/>
                    <a:pt x="76080" y="118757"/>
                    <a:pt x="71008" y="113685"/>
                  </a:cubicBezTo>
                  <a:close/>
                </a:path>
              </a:pathLst>
            </a:custGeom>
            <a:solidFill>
              <a:srgbClr val="F0FA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61017E2-8495-4A0C-AC13-E0E0DB5F82EA}"/>
                </a:ext>
              </a:extLst>
            </p:cNvPr>
            <p:cNvSpPr/>
            <p:nvPr/>
          </p:nvSpPr>
          <p:spPr>
            <a:xfrm>
              <a:off x="5781535" y="1494465"/>
              <a:ext cx="50720" cy="101440"/>
            </a:xfrm>
            <a:custGeom>
              <a:avLst/>
              <a:gdLst>
                <a:gd name="connsiteX0" fmla="*/ 71008 w 50720"/>
                <a:gd name="connsiteY0" fmla="*/ 118757 h 101440"/>
                <a:gd name="connsiteX1" fmla="*/ 15216 w 50720"/>
                <a:gd name="connsiteY1" fmla="*/ 83253 h 101440"/>
                <a:gd name="connsiteX2" fmla="*/ 0 w 50720"/>
                <a:gd name="connsiteY2" fmla="*/ 62965 h 101440"/>
                <a:gd name="connsiteX3" fmla="*/ 0 w 50720"/>
                <a:gd name="connsiteY3" fmla="*/ 7173 h 101440"/>
                <a:gd name="connsiteX4" fmla="*/ 10144 w 50720"/>
                <a:gd name="connsiteY4" fmla="*/ 2101 h 101440"/>
                <a:gd name="connsiteX5" fmla="*/ 65936 w 50720"/>
                <a:gd name="connsiteY5" fmla="*/ 37605 h 101440"/>
                <a:gd name="connsiteX6" fmla="*/ 81152 w 50720"/>
                <a:gd name="connsiteY6" fmla="*/ 57893 h 101440"/>
                <a:gd name="connsiteX7" fmla="*/ 81152 w 50720"/>
                <a:gd name="connsiteY7" fmla="*/ 113685 h 101440"/>
                <a:gd name="connsiteX8" fmla="*/ 71008 w 50720"/>
                <a:gd name="connsiteY8" fmla="*/ 118757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71008" y="118757"/>
                  </a:moveTo>
                  <a:lnTo>
                    <a:pt x="15216" y="83253"/>
                  </a:lnTo>
                  <a:cubicBezTo>
                    <a:pt x="10144" y="78181"/>
                    <a:pt x="5072" y="68037"/>
                    <a:pt x="0" y="62965"/>
                  </a:cubicBezTo>
                  <a:lnTo>
                    <a:pt x="0" y="7173"/>
                  </a:lnTo>
                  <a:cubicBezTo>
                    <a:pt x="0" y="2101"/>
                    <a:pt x="5072" y="-2971"/>
                    <a:pt x="10144" y="2101"/>
                  </a:cubicBezTo>
                  <a:lnTo>
                    <a:pt x="65936" y="37605"/>
                  </a:lnTo>
                  <a:cubicBezTo>
                    <a:pt x="71008" y="42677"/>
                    <a:pt x="76080" y="52821"/>
                    <a:pt x="81152" y="57893"/>
                  </a:cubicBezTo>
                  <a:lnTo>
                    <a:pt x="81152" y="113685"/>
                  </a:lnTo>
                  <a:cubicBezTo>
                    <a:pt x="86224" y="118757"/>
                    <a:pt x="81152" y="123829"/>
                    <a:pt x="71008" y="118757"/>
                  </a:cubicBezTo>
                  <a:close/>
                </a:path>
              </a:pathLst>
            </a:custGeom>
            <a:solidFill>
              <a:srgbClr val="F0FA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A06034EC-FCEC-4C53-BEF2-0D5244690C06}"/>
                </a:ext>
              </a:extLst>
            </p:cNvPr>
            <p:cNvSpPr/>
            <p:nvPr/>
          </p:nvSpPr>
          <p:spPr>
            <a:xfrm>
              <a:off x="5786607" y="1595906"/>
              <a:ext cx="50720" cy="101440"/>
            </a:xfrm>
            <a:custGeom>
              <a:avLst/>
              <a:gdLst>
                <a:gd name="connsiteX0" fmla="*/ 71008 w 50720"/>
                <a:gd name="connsiteY0" fmla="*/ 113685 h 101440"/>
                <a:gd name="connsiteX1" fmla="*/ 15216 w 50720"/>
                <a:gd name="connsiteY1" fmla="*/ 83253 h 101440"/>
                <a:gd name="connsiteX2" fmla="*/ 0 w 50720"/>
                <a:gd name="connsiteY2" fmla="*/ 62965 h 101440"/>
                <a:gd name="connsiteX3" fmla="*/ 0 w 50720"/>
                <a:gd name="connsiteY3" fmla="*/ 7173 h 101440"/>
                <a:gd name="connsiteX4" fmla="*/ 10144 w 50720"/>
                <a:gd name="connsiteY4" fmla="*/ 2101 h 101440"/>
                <a:gd name="connsiteX5" fmla="*/ 65936 w 50720"/>
                <a:gd name="connsiteY5" fmla="*/ 37605 h 101440"/>
                <a:gd name="connsiteX6" fmla="*/ 81152 w 50720"/>
                <a:gd name="connsiteY6" fmla="*/ 57893 h 101440"/>
                <a:gd name="connsiteX7" fmla="*/ 81152 w 50720"/>
                <a:gd name="connsiteY7" fmla="*/ 113685 h 101440"/>
                <a:gd name="connsiteX8" fmla="*/ 71008 w 50720"/>
                <a:gd name="connsiteY8" fmla="*/ 113685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71008" y="113685"/>
                  </a:moveTo>
                  <a:lnTo>
                    <a:pt x="15216" y="83253"/>
                  </a:lnTo>
                  <a:cubicBezTo>
                    <a:pt x="10144" y="78181"/>
                    <a:pt x="5072" y="68037"/>
                    <a:pt x="0" y="62965"/>
                  </a:cubicBezTo>
                  <a:lnTo>
                    <a:pt x="0" y="7173"/>
                  </a:lnTo>
                  <a:cubicBezTo>
                    <a:pt x="0" y="2101"/>
                    <a:pt x="5072" y="-2971"/>
                    <a:pt x="10144" y="2101"/>
                  </a:cubicBezTo>
                  <a:lnTo>
                    <a:pt x="65936" y="37605"/>
                  </a:lnTo>
                  <a:cubicBezTo>
                    <a:pt x="71008" y="42677"/>
                    <a:pt x="76080" y="52821"/>
                    <a:pt x="81152" y="57893"/>
                  </a:cubicBezTo>
                  <a:lnTo>
                    <a:pt x="81152" y="113685"/>
                  </a:lnTo>
                  <a:cubicBezTo>
                    <a:pt x="81152" y="118757"/>
                    <a:pt x="76080" y="118757"/>
                    <a:pt x="71008" y="113685"/>
                  </a:cubicBezTo>
                  <a:close/>
                </a:path>
              </a:pathLst>
            </a:custGeom>
            <a:solidFill>
              <a:srgbClr val="F0FA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30D1198-E8F8-4672-B423-8A6DA8B05ABB}"/>
                </a:ext>
              </a:extLst>
            </p:cNvPr>
            <p:cNvSpPr/>
            <p:nvPr/>
          </p:nvSpPr>
          <p:spPr>
            <a:xfrm>
              <a:off x="5893120" y="1560402"/>
              <a:ext cx="50720" cy="101440"/>
            </a:xfrm>
            <a:custGeom>
              <a:avLst/>
              <a:gdLst>
                <a:gd name="connsiteX0" fmla="*/ 65936 w 50720"/>
                <a:gd name="connsiteY0" fmla="*/ 113685 h 101440"/>
                <a:gd name="connsiteX1" fmla="*/ 10144 w 50720"/>
                <a:gd name="connsiteY1" fmla="*/ 78181 h 101440"/>
                <a:gd name="connsiteX2" fmla="*/ 0 w 50720"/>
                <a:gd name="connsiteY2" fmla="*/ 62965 h 101440"/>
                <a:gd name="connsiteX3" fmla="*/ 0 w 50720"/>
                <a:gd name="connsiteY3" fmla="*/ 7173 h 101440"/>
                <a:gd name="connsiteX4" fmla="*/ 10144 w 50720"/>
                <a:gd name="connsiteY4" fmla="*/ 2101 h 101440"/>
                <a:gd name="connsiteX5" fmla="*/ 65936 w 50720"/>
                <a:gd name="connsiteY5" fmla="*/ 37605 h 101440"/>
                <a:gd name="connsiteX6" fmla="*/ 81152 w 50720"/>
                <a:gd name="connsiteY6" fmla="*/ 57893 h 101440"/>
                <a:gd name="connsiteX7" fmla="*/ 81152 w 50720"/>
                <a:gd name="connsiteY7" fmla="*/ 113685 h 101440"/>
                <a:gd name="connsiteX8" fmla="*/ 65936 w 50720"/>
                <a:gd name="connsiteY8" fmla="*/ 113685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65936" y="113685"/>
                  </a:moveTo>
                  <a:lnTo>
                    <a:pt x="10144" y="78181"/>
                  </a:lnTo>
                  <a:cubicBezTo>
                    <a:pt x="5072" y="78181"/>
                    <a:pt x="0" y="68037"/>
                    <a:pt x="0" y="62965"/>
                  </a:cubicBezTo>
                  <a:lnTo>
                    <a:pt x="0" y="7173"/>
                  </a:lnTo>
                  <a:cubicBezTo>
                    <a:pt x="0" y="2101"/>
                    <a:pt x="5072" y="-2971"/>
                    <a:pt x="10144" y="2101"/>
                  </a:cubicBezTo>
                  <a:lnTo>
                    <a:pt x="65936" y="37605"/>
                  </a:lnTo>
                  <a:cubicBezTo>
                    <a:pt x="71008" y="42677"/>
                    <a:pt x="76080" y="52821"/>
                    <a:pt x="81152" y="57893"/>
                  </a:cubicBezTo>
                  <a:lnTo>
                    <a:pt x="81152" y="113685"/>
                  </a:lnTo>
                  <a:cubicBezTo>
                    <a:pt x="76080" y="118757"/>
                    <a:pt x="71008" y="118757"/>
                    <a:pt x="65936" y="113685"/>
                  </a:cubicBezTo>
                  <a:close/>
                </a:path>
              </a:pathLst>
            </a:custGeom>
            <a:solidFill>
              <a:srgbClr val="F0FA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CF62A50-D695-4BF5-A956-ED101B3B620A}"/>
                </a:ext>
              </a:extLst>
            </p:cNvPr>
            <p:cNvSpPr/>
            <p:nvPr/>
          </p:nvSpPr>
          <p:spPr>
            <a:xfrm>
              <a:off x="5893120" y="1656770"/>
              <a:ext cx="50720" cy="101440"/>
            </a:xfrm>
            <a:custGeom>
              <a:avLst/>
              <a:gdLst>
                <a:gd name="connsiteX0" fmla="*/ 65936 w 50720"/>
                <a:gd name="connsiteY0" fmla="*/ 118757 h 101440"/>
                <a:gd name="connsiteX1" fmla="*/ 10144 w 50720"/>
                <a:gd name="connsiteY1" fmla="*/ 83253 h 101440"/>
                <a:gd name="connsiteX2" fmla="*/ 0 w 50720"/>
                <a:gd name="connsiteY2" fmla="*/ 62965 h 101440"/>
                <a:gd name="connsiteX3" fmla="*/ 0 w 50720"/>
                <a:gd name="connsiteY3" fmla="*/ 7173 h 101440"/>
                <a:gd name="connsiteX4" fmla="*/ 10144 w 50720"/>
                <a:gd name="connsiteY4" fmla="*/ 2101 h 101440"/>
                <a:gd name="connsiteX5" fmla="*/ 65936 w 50720"/>
                <a:gd name="connsiteY5" fmla="*/ 37605 h 101440"/>
                <a:gd name="connsiteX6" fmla="*/ 81152 w 50720"/>
                <a:gd name="connsiteY6" fmla="*/ 57893 h 101440"/>
                <a:gd name="connsiteX7" fmla="*/ 81152 w 50720"/>
                <a:gd name="connsiteY7" fmla="*/ 113685 h 101440"/>
                <a:gd name="connsiteX8" fmla="*/ 65936 w 50720"/>
                <a:gd name="connsiteY8" fmla="*/ 118757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65936" y="118757"/>
                  </a:moveTo>
                  <a:lnTo>
                    <a:pt x="10144" y="83253"/>
                  </a:lnTo>
                  <a:cubicBezTo>
                    <a:pt x="5072" y="83253"/>
                    <a:pt x="0" y="73109"/>
                    <a:pt x="0" y="62965"/>
                  </a:cubicBezTo>
                  <a:lnTo>
                    <a:pt x="0" y="7173"/>
                  </a:lnTo>
                  <a:cubicBezTo>
                    <a:pt x="0" y="2101"/>
                    <a:pt x="5072" y="-2971"/>
                    <a:pt x="10144" y="2101"/>
                  </a:cubicBezTo>
                  <a:lnTo>
                    <a:pt x="65936" y="37605"/>
                  </a:lnTo>
                  <a:cubicBezTo>
                    <a:pt x="71008" y="42677"/>
                    <a:pt x="76080" y="52821"/>
                    <a:pt x="81152" y="57893"/>
                  </a:cubicBezTo>
                  <a:lnTo>
                    <a:pt x="81152" y="113685"/>
                  </a:lnTo>
                  <a:cubicBezTo>
                    <a:pt x="81152" y="118757"/>
                    <a:pt x="76080" y="123829"/>
                    <a:pt x="65936" y="118757"/>
                  </a:cubicBez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F453A551-67B2-427E-830C-45B9C37521EE}"/>
                </a:ext>
              </a:extLst>
            </p:cNvPr>
            <p:cNvSpPr/>
            <p:nvPr/>
          </p:nvSpPr>
          <p:spPr>
            <a:xfrm>
              <a:off x="5675023" y="1332161"/>
              <a:ext cx="50720" cy="101440"/>
            </a:xfrm>
            <a:custGeom>
              <a:avLst/>
              <a:gdLst>
                <a:gd name="connsiteX0" fmla="*/ 71008 w 50720"/>
                <a:gd name="connsiteY0" fmla="*/ 118757 h 101440"/>
                <a:gd name="connsiteX1" fmla="*/ 15216 w 50720"/>
                <a:gd name="connsiteY1" fmla="*/ 83253 h 101440"/>
                <a:gd name="connsiteX2" fmla="*/ 0 w 50720"/>
                <a:gd name="connsiteY2" fmla="*/ 62965 h 101440"/>
                <a:gd name="connsiteX3" fmla="*/ 0 w 50720"/>
                <a:gd name="connsiteY3" fmla="*/ 7173 h 101440"/>
                <a:gd name="connsiteX4" fmla="*/ 10144 w 50720"/>
                <a:gd name="connsiteY4" fmla="*/ 2101 h 101440"/>
                <a:gd name="connsiteX5" fmla="*/ 65936 w 50720"/>
                <a:gd name="connsiteY5" fmla="*/ 37605 h 101440"/>
                <a:gd name="connsiteX6" fmla="*/ 81152 w 50720"/>
                <a:gd name="connsiteY6" fmla="*/ 57893 h 101440"/>
                <a:gd name="connsiteX7" fmla="*/ 81152 w 50720"/>
                <a:gd name="connsiteY7" fmla="*/ 113685 h 101440"/>
                <a:gd name="connsiteX8" fmla="*/ 71008 w 50720"/>
                <a:gd name="connsiteY8" fmla="*/ 118757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71008" y="118757"/>
                  </a:moveTo>
                  <a:lnTo>
                    <a:pt x="15216" y="83253"/>
                  </a:lnTo>
                  <a:cubicBezTo>
                    <a:pt x="10144" y="78181"/>
                    <a:pt x="5072" y="68037"/>
                    <a:pt x="0" y="62965"/>
                  </a:cubicBezTo>
                  <a:lnTo>
                    <a:pt x="0" y="7173"/>
                  </a:lnTo>
                  <a:cubicBezTo>
                    <a:pt x="0" y="2101"/>
                    <a:pt x="5072" y="-2971"/>
                    <a:pt x="10144" y="2101"/>
                  </a:cubicBezTo>
                  <a:lnTo>
                    <a:pt x="65936" y="37605"/>
                  </a:lnTo>
                  <a:cubicBezTo>
                    <a:pt x="71008" y="42677"/>
                    <a:pt x="76080" y="52821"/>
                    <a:pt x="81152" y="57893"/>
                  </a:cubicBezTo>
                  <a:lnTo>
                    <a:pt x="81152" y="113685"/>
                  </a:lnTo>
                  <a:cubicBezTo>
                    <a:pt x="86224" y="118757"/>
                    <a:pt x="81152" y="123829"/>
                    <a:pt x="71008" y="118757"/>
                  </a:cubicBezTo>
                  <a:close/>
                </a:path>
              </a:pathLst>
            </a:custGeom>
            <a:solidFill>
              <a:srgbClr val="F0FA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FAB5F5FB-3FD3-4FF1-83A9-10D34B30671C}"/>
                </a:ext>
              </a:extLst>
            </p:cNvPr>
            <p:cNvSpPr/>
            <p:nvPr/>
          </p:nvSpPr>
          <p:spPr>
            <a:xfrm>
              <a:off x="5680095" y="1428529"/>
              <a:ext cx="50720" cy="101440"/>
            </a:xfrm>
            <a:custGeom>
              <a:avLst/>
              <a:gdLst>
                <a:gd name="connsiteX0" fmla="*/ 71008 w 50720"/>
                <a:gd name="connsiteY0" fmla="*/ 118757 h 101440"/>
                <a:gd name="connsiteX1" fmla="*/ 15216 w 50720"/>
                <a:gd name="connsiteY1" fmla="*/ 83253 h 101440"/>
                <a:gd name="connsiteX2" fmla="*/ 0 w 50720"/>
                <a:gd name="connsiteY2" fmla="*/ 62965 h 101440"/>
                <a:gd name="connsiteX3" fmla="*/ 0 w 50720"/>
                <a:gd name="connsiteY3" fmla="*/ 7173 h 101440"/>
                <a:gd name="connsiteX4" fmla="*/ 10144 w 50720"/>
                <a:gd name="connsiteY4" fmla="*/ 2101 h 101440"/>
                <a:gd name="connsiteX5" fmla="*/ 65936 w 50720"/>
                <a:gd name="connsiteY5" fmla="*/ 37605 h 101440"/>
                <a:gd name="connsiteX6" fmla="*/ 81152 w 50720"/>
                <a:gd name="connsiteY6" fmla="*/ 57893 h 101440"/>
                <a:gd name="connsiteX7" fmla="*/ 81152 w 50720"/>
                <a:gd name="connsiteY7" fmla="*/ 113685 h 101440"/>
                <a:gd name="connsiteX8" fmla="*/ 71008 w 50720"/>
                <a:gd name="connsiteY8" fmla="*/ 118757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71008" y="118757"/>
                  </a:moveTo>
                  <a:lnTo>
                    <a:pt x="15216" y="83253"/>
                  </a:lnTo>
                  <a:cubicBezTo>
                    <a:pt x="10144" y="78181"/>
                    <a:pt x="5072" y="68037"/>
                    <a:pt x="0" y="62965"/>
                  </a:cubicBezTo>
                  <a:lnTo>
                    <a:pt x="0" y="7173"/>
                  </a:lnTo>
                  <a:cubicBezTo>
                    <a:pt x="0" y="2101"/>
                    <a:pt x="5072" y="-2971"/>
                    <a:pt x="10144" y="2101"/>
                  </a:cubicBezTo>
                  <a:lnTo>
                    <a:pt x="65936" y="37605"/>
                  </a:lnTo>
                  <a:cubicBezTo>
                    <a:pt x="71008" y="42677"/>
                    <a:pt x="76080" y="52821"/>
                    <a:pt x="81152" y="57893"/>
                  </a:cubicBezTo>
                  <a:lnTo>
                    <a:pt x="81152" y="113685"/>
                  </a:lnTo>
                  <a:cubicBezTo>
                    <a:pt x="81152" y="123829"/>
                    <a:pt x="76080" y="123829"/>
                    <a:pt x="71008" y="118757"/>
                  </a:cubicBez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58CD0FC-03D4-404B-B9B4-C68FAFDD311C}"/>
                </a:ext>
              </a:extLst>
            </p:cNvPr>
            <p:cNvSpPr/>
            <p:nvPr/>
          </p:nvSpPr>
          <p:spPr>
            <a:xfrm>
              <a:off x="5680095" y="1529970"/>
              <a:ext cx="50720" cy="101440"/>
            </a:xfrm>
            <a:custGeom>
              <a:avLst/>
              <a:gdLst>
                <a:gd name="connsiteX0" fmla="*/ 71008 w 50720"/>
                <a:gd name="connsiteY0" fmla="*/ 118757 h 101440"/>
                <a:gd name="connsiteX1" fmla="*/ 15216 w 50720"/>
                <a:gd name="connsiteY1" fmla="*/ 83253 h 101440"/>
                <a:gd name="connsiteX2" fmla="*/ 0 w 50720"/>
                <a:gd name="connsiteY2" fmla="*/ 62965 h 101440"/>
                <a:gd name="connsiteX3" fmla="*/ 0 w 50720"/>
                <a:gd name="connsiteY3" fmla="*/ 7173 h 101440"/>
                <a:gd name="connsiteX4" fmla="*/ 10144 w 50720"/>
                <a:gd name="connsiteY4" fmla="*/ 2101 h 101440"/>
                <a:gd name="connsiteX5" fmla="*/ 65936 w 50720"/>
                <a:gd name="connsiteY5" fmla="*/ 37605 h 101440"/>
                <a:gd name="connsiteX6" fmla="*/ 81152 w 50720"/>
                <a:gd name="connsiteY6" fmla="*/ 57893 h 101440"/>
                <a:gd name="connsiteX7" fmla="*/ 81152 w 50720"/>
                <a:gd name="connsiteY7" fmla="*/ 113685 h 101440"/>
                <a:gd name="connsiteX8" fmla="*/ 71008 w 50720"/>
                <a:gd name="connsiteY8" fmla="*/ 118757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720" h="101440">
                  <a:moveTo>
                    <a:pt x="71008" y="118757"/>
                  </a:moveTo>
                  <a:lnTo>
                    <a:pt x="15216" y="83253"/>
                  </a:lnTo>
                  <a:cubicBezTo>
                    <a:pt x="10144" y="78181"/>
                    <a:pt x="5072" y="68037"/>
                    <a:pt x="0" y="62965"/>
                  </a:cubicBezTo>
                  <a:lnTo>
                    <a:pt x="0" y="7173"/>
                  </a:lnTo>
                  <a:cubicBezTo>
                    <a:pt x="0" y="2101"/>
                    <a:pt x="5072" y="-2971"/>
                    <a:pt x="10144" y="2101"/>
                  </a:cubicBezTo>
                  <a:lnTo>
                    <a:pt x="65936" y="37605"/>
                  </a:lnTo>
                  <a:cubicBezTo>
                    <a:pt x="71008" y="42677"/>
                    <a:pt x="76080" y="52821"/>
                    <a:pt x="81152" y="57893"/>
                  </a:cubicBezTo>
                  <a:lnTo>
                    <a:pt x="81152" y="113685"/>
                  </a:lnTo>
                  <a:cubicBezTo>
                    <a:pt x="86224" y="118757"/>
                    <a:pt x="81152" y="123829"/>
                    <a:pt x="71008" y="118757"/>
                  </a:cubicBezTo>
                  <a:close/>
                </a:path>
              </a:pathLst>
            </a:custGeom>
            <a:solidFill>
              <a:srgbClr val="F0FA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ABD938F9-00D3-4BD5-A15A-732831A7A110}"/>
                </a:ext>
              </a:extLst>
            </p:cNvPr>
            <p:cNvSpPr/>
            <p:nvPr/>
          </p:nvSpPr>
          <p:spPr>
            <a:xfrm>
              <a:off x="8875462" y="5381722"/>
              <a:ext cx="405761" cy="253600"/>
            </a:xfrm>
            <a:custGeom>
              <a:avLst/>
              <a:gdLst>
                <a:gd name="connsiteX0" fmla="*/ 55792 w 405760"/>
                <a:gd name="connsiteY0" fmla="*/ 86224 h 253600"/>
                <a:gd name="connsiteX1" fmla="*/ 91296 w 405760"/>
                <a:gd name="connsiteY1" fmla="*/ 101440 h 253600"/>
                <a:gd name="connsiteX2" fmla="*/ 116656 w 405760"/>
                <a:gd name="connsiteY2" fmla="*/ 111584 h 253600"/>
                <a:gd name="connsiteX3" fmla="*/ 136944 w 405760"/>
                <a:gd name="connsiteY3" fmla="*/ 116656 h 253600"/>
                <a:gd name="connsiteX4" fmla="*/ 157232 w 405760"/>
                <a:gd name="connsiteY4" fmla="*/ 121728 h 253600"/>
                <a:gd name="connsiteX5" fmla="*/ 177520 w 405760"/>
                <a:gd name="connsiteY5" fmla="*/ 121728 h 253600"/>
                <a:gd name="connsiteX6" fmla="*/ 197808 w 405760"/>
                <a:gd name="connsiteY6" fmla="*/ 121728 h 253600"/>
                <a:gd name="connsiteX7" fmla="*/ 218097 w 405760"/>
                <a:gd name="connsiteY7" fmla="*/ 121728 h 253600"/>
                <a:gd name="connsiteX8" fmla="*/ 238384 w 405760"/>
                <a:gd name="connsiteY8" fmla="*/ 121728 h 253600"/>
                <a:gd name="connsiteX9" fmla="*/ 263744 w 405760"/>
                <a:gd name="connsiteY9" fmla="*/ 116656 h 253600"/>
                <a:gd name="connsiteX10" fmla="*/ 299248 w 405760"/>
                <a:gd name="connsiteY10" fmla="*/ 106512 h 253600"/>
                <a:gd name="connsiteX11" fmla="*/ 344897 w 405760"/>
                <a:gd name="connsiteY11" fmla="*/ 86224 h 253600"/>
                <a:gd name="connsiteX12" fmla="*/ 355041 w 405760"/>
                <a:gd name="connsiteY12" fmla="*/ 81152 h 253600"/>
                <a:gd name="connsiteX13" fmla="*/ 380401 w 405760"/>
                <a:gd name="connsiteY13" fmla="*/ 60864 h 253600"/>
                <a:gd name="connsiteX14" fmla="*/ 390545 w 405760"/>
                <a:gd name="connsiteY14" fmla="*/ 45648 h 253600"/>
                <a:gd name="connsiteX15" fmla="*/ 400689 w 405760"/>
                <a:gd name="connsiteY15" fmla="*/ 35504 h 253600"/>
                <a:gd name="connsiteX16" fmla="*/ 405761 w 405760"/>
                <a:gd name="connsiteY16" fmla="*/ 25360 h 253600"/>
                <a:gd name="connsiteX17" fmla="*/ 410832 w 405760"/>
                <a:gd name="connsiteY17" fmla="*/ 15216 h 253600"/>
                <a:gd name="connsiteX18" fmla="*/ 410832 w 405760"/>
                <a:gd name="connsiteY18" fmla="*/ 294176 h 253600"/>
                <a:gd name="connsiteX19" fmla="*/ 410832 w 405760"/>
                <a:gd name="connsiteY19" fmla="*/ 294176 h 253600"/>
                <a:gd name="connsiteX20" fmla="*/ 410832 w 405760"/>
                <a:gd name="connsiteY20" fmla="*/ 15216 h 253600"/>
                <a:gd name="connsiteX21" fmla="*/ 405761 w 405760"/>
                <a:gd name="connsiteY21" fmla="*/ 25360 h 253600"/>
                <a:gd name="connsiteX22" fmla="*/ 400689 w 405760"/>
                <a:gd name="connsiteY22" fmla="*/ 35504 h 253600"/>
                <a:gd name="connsiteX23" fmla="*/ 390545 w 405760"/>
                <a:gd name="connsiteY23" fmla="*/ 45648 h 253600"/>
                <a:gd name="connsiteX24" fmla="*/ 380401 w 405760"/>
                <a:gd name="connsiteY24" fmla="*/ 60864 h 253600"/>
                <a:gd name="connsiteX25" fmla="*/ 355041 w 405760"/>
                <a:gd name="connsiteY25" fmla="*/ 81152 h 253600"/>
                <a:gd name="connsiteX26" fmla="*/ 344897 w 405760"/>
                <a:gd name="connsiteY26" fmla="*/ 86224 h 253600"/>
                <a:gd name="connsiteX27" fmla="*/ 299248 w 405760"/>
                <a:gd name="connsiteY27" fmla="*/ 106512 h 253600"/>
                <a:gd name="connsiteX28" fmla="*/ 263744 w 405760"/>
                <a:gd name="connsiteY28" fmla="*/ 116656 h 253600"/>
                <a:gd name="connsiteX29" fmla="*/ 238384 w 405760"/>
                <a:gd name="connsiteY29" fmla="*/ 121728 h 253600"/>
                <a:gd name="connsiteX30" fmla="*/ 218097 w 405760"/>
                <a:gd name="connsiteY30" fmla="*/ 121728 h 253600"/>
                <a:gd name="connsiteX31" fmla="*/ 197808 w 405760"/>
                <a:gd name="connsiteY31" fmla="*/ 121728 h 253600"/>
                <a:gd name="connsiteX32" fmla="*/ 177520 w 405760"/>
                <a:gd name="connsiteY32" fmla="*/ 121728 h 253600"/>
                <a:gd name="connsiteX33" fmla="*/ 157232 w 405760"/>
                <a:gd name="connsiteY33" fmla="*/ 121728 h 253600"/>
                <a:gd name="connsiteX34" fmla="*/ 136944 w 405760"/>
                <a:gd name="connsiteY34" fmla="*/ 116656 h 253600"/>
                <a:gd name="connsiteX35" fmla="*/ 116656 w 405760"/>
                <a:gd name="connsiteY35" fmla="*/ 111584 h 253600"/>
                <a:gd name="connsiteX36" fmla="*/ 91296 w 405760"/>
                <a:gd name="connsiteY36" fmla="*/ 101440 h 253600"/>
                <a:gd name="connsiteX37" fmla="*/ 55792 w 405760"/>
                <a:gd name="connsiteY37" fmla="*/ 86224 h 253600"/>
                <a:gd name="connsiteX38" fmla="*/ 0 w 405760"/>
                <a:gd name="connsiteY38" fmla="*/ 0 h 253600"/>
                <a:gd name="connsiteX39" fmla="*/ 0 w 405760"/>
                <a:gd name="connsiteY39" fmla="*/ 5072 h 253600"/>
                <a:gd name="connsiteX40" fmla="*/ 55792 w 405760"/>
                <a:gd name="connsiteY40" fmla="*/ 86224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05760" h="253600">
                  <a:moveTo>
                    <a:pt x="55792" y="86224"/>
                  </a:moveTo>
                  <a:cubicBezTo>
                    <a:pt x="65936" y="91296"/>
                    <a:pt x="76080" y="96368"/>
                    <a:pt x="91296" y="101440"/>
                  </a:cubicBezTo>
                  <a:cubicBezTo>
                    <a:pt x="101440" y="106512"/>
                    <a:pt x="106512" y="106512"/>
                    <a:pt x="116656" y="111584"/>
                  </a:cubicBezTo>
                  <a:cubicBezTo>
                    <a:pt x="121728" y="111584"/>
                    <a:pt x="131872" y="116656"/>
                    <a:pt x="136944" y="116656"/>
                  </a:cubicBezTo>
                  <a:cubicBezTo>
                    <a:pt x="142016" y="116656"/>
                    <a:pt x="152160" y="116656"/>
                    <a:pt x="157232" y="121728"/>
                  </a:cubicBezTo>
                  <a:cubicBezTo>
                    <a:pt x="162304" y="121728"/>
                    <a:pt x="172448" y="121728"/>
                    <a:pt x="177520" y="121728"/>
                  </a:cubicBezTo>
                  <a:cubicBezTo>
                    <a:pt x="182592" y="121728"/>
                    <a:pt x="192736" y="121728"/>
                    <a:pt x="197808" y="121728"/>
                  </a:cubicBezTo>
                  <a:cubicBezTo>
                    <a:pt x="202880" y="121728"/>
                    <a:pt x="213024" y="121728"/>
                    <a:pt x="218097" y="121728"/>
                  </a:cubicBezTo>
                  <a:cubicBezTo>
                    <a:pt x="223168" y="121728"/>
                    <a:pt x="233312" y="121728"/>
                    <a:pt x="238384" y="121728"/>
                  </a:cubicBezTo>
                  <a:cubicBezTo>
                    <a:pt x="248528" y="121728"/>
                    <a:pt x="253601" y="121728"/>
                    <a:pt x="263744" y="116656"/>
                  </a:cubicBezTo>
                  <a:cubicBezTo>
                    <a:pt x="273888" y="116656"/>
                    <a:pt x="289104" y="111584"/>
                    <a:pt x="299248" y="106512"/>
                  </a:cubicBezTo>
                  <a:cubicBezTo>
                    <a:pt x="314464" y="101440"/>
                    <a:pt x="329681" y="96368"/>
                    <a:pt x="344897" y="86224"/>
                  </a:cubicBezTo>
                  <a:cubicBezTo>
                    <a:pt x="349968" y="86224"/>
                    <a:pt x="349968" y="81152"/>
                    <a:pt x="355041" y="81152"/>
                  </a:cubicBezTo>
                  <a:cubicBezTo>
                    <a:pt x="365185" y="76080"/>
                    <a:pt x="370257" y="71008"/>
                    <a:pt x="380401" y="60864"/>
                  </a:cubicBezTo>
                  <a:cubicBezTo>
                    <a:pt x="385472" y="55792"/>
                    <a:pt x="390545" y="50720"/>
                    <a:pt x="390545" y="45648"/>
                  </a:cubicBezTo>
                  <a:cubicBezTo>
                    <a:pt x="395617" y="40576"/>
                    <a:pt x="395617" y="35504"/>
                    <a:pt x="400689" y="35504"/>
                  </a:cubicBezTo>
                  <a:cubicBezTo>
                    <a:pt x="400689" y="30432"/>
                    <a:pt x="405761" y="30432"/>
                    <a:pt x="405761" y="25360"/>
                  </a:cubicBezTo>
                  <a:cubicBezTo>
                    <a:pt x="405761" y="20288"/>
                    <a:pt x="405761" y="20288"/>
                    <a:pt x="410832" y="15216"/>
                  </a:cubicBezTo>
                  <a:lnTo>
                    <a:pt x="410832" y="294176"/>
                  </a:lnTo>
                  <a:cubicBezTo>
                    <a:pt x="410832" y="294176"/>
                    <a:pt x="410832" y="294176"/>
                    <a:pt x="410832" y="294176"/>
                  </a:cubicBezTo>
                  <a:lnTo>
                    <a:pt x="410832" y="15216"/>
                  </a:lnTo>
                  <a:cubicBezTo>
                    <a:pt x="410832" y="20288"/>
                    <a:pt x="410832" y="20288"/>
                    <a:pt x="405761" y="25360"/>
                  </a:cubicBezTo>
                  <a:cubicBezTo>
                    <a:pt x="405761" y="30432"/>
                    <a:pt x="400689" y="35504"/>
                    <a:pt x="400689" y="35504"/>
                  </a:cubicBezTo>
                  <a:cubicBezTo>
                    <a:pt x="400689" y="40576"/>
                    <a:pt x="395617" y="45648"/>
                    <a:pt x="390545" y="45648"/>
                  </a:cubicBezTo>
                  <a:cubicBezTo>
                    <a:pt x="385472" y="50720"/>
                    <a:pt x="385472" y="55792"/>
                    <a:pt x="380401" y="60864"/>
                  </a:cubicBezTo>
                  <a:cubicBezTo>
                    <a:pt x="375328" y="65936"/>
                    <a:pt x="365185" y="71008"/>
                    <a:pt x="355041" y="81152"/>
                  </a:cubicBezTo>
                  <a:cubicBezTo>
                    <a:pt x="349968" y="81152"/>
                    <a:pt x="349968" y="86224"/>
                    <a:pt x="344897" y="86224"/>
                  </a:cubicBezTo>
                  <a:cubicBezTo>
                    <a:pt x="329681" y="91296"/>
                    <a:pt x="314464" y="101440"/>
                    <a:pt x="299248" y="106512"/>
                  </a:cubicBezTo>
                  <a:cubicBezTo>
                    <a:pt x="289104" y="111584"/>
                    <a:pt x="273888" y="111584"/>
                    <a:pt x="263744" y="116656"/>
                  </a:cubicBezTo>
                  <a:cubicBezTo>
                    <a:pt x="253601" y="116656"/>
                    <a:pt x="248528" y="121728"/>
                    <a:pt x="238384" y="121728"/>
                  </a:cubicBezTo>
                  <a:cubicBezTo>
                    <a:pt x="233312" y="121728"/>
                    <a:pt x="223168" y="121728"/>
                    <a:pt x="218097" y="121728"/>
                  </a:cubicBezTo>
                  <a:cubicBezTo>
                    <a:pt x="213024" y="121728"/>
                    <a:pt x="202880" y="121728"/>
                    <a:pt x="197808" y="121728"/>
                  </a:cubicBezTo>
                  <a:cubicBezTo>
                    <a:pt x="192736" y="121728"/>
                    <a:pt x="182592" y="121728"/>
                    <a:pt x="177520" y="121728"/>
                  </a:cubicBezTo>
                  <a:cubicBezTo>
                    <a:pt x="172448" y="121728"/>
                    <a:pt x="162304" y="121728"/>
                    <a:pt x="157232" y="121728"/>
                  </a:cubicBezTo>
                  <a:cubicBezTo>
                    <a:pt x="152160" y="121728"/>
                    <a:pt x="142016" y="121728"/>
                    <a:pt x="136944" y="116656"/>
                  </a:cubicBezTo>
                  <a:cubicBezTo>
                    <a:pt x="131872" y="116656"/>
                    <a:pt x="121728" y="111584"/>
                    <a:pt x="116656" y="111584"/>
                  </a:cubicBezTo>
                  <a:cubicBezTo>
                    <a:pt x="106512" y="111584"/>
                    <a:pt x="101440" y="106512"/>
                    <a:pt x="91296" y="101440"/>
                  </a:cubicBezTo>
                  <a:cubicBezTo>
                    <a:pt x="76080" y="91296"/>
                    <a:pt x="65936" y="86224"/>
                    <a:pt x="55792" y="86224"/>
                  </a:cubicBezTo>
                  <a:cubicBezTo>
                    <a:pt x="20288" y="60864"/>
                    <a:pt x="0" y="30432"/>
                    <a:pt x="0" y="0"/>
                  </a:cubicBezTo>
                  <a:lnTo>
                    <a:pt x="0" y="5072"/>
                  </a:lnTo>
                  <a:cubicBezTo>
                    <a:pt x="0" y="35504"/>
                    <a:pt x="15216" y="60864"/>
                    <a:pt x="55792" y="86224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6B3E7DA-BBD4-4FD1-BD91-F47C489BDFF1}"/>
                </a:ext>
              </a:extLst>
            </p:cNvPr>
            <p:cNvSpPr/>
            <p:nvPr/>
          </p:nvSpPr>
          <p:spPr>
            <a:xfrm>
              <a:off x="8870389" y="5285353"/>
              <a:ext cx="405761" cy="304320"/>
            </a:xfrm>
            <a:custGeom>
              <a:avLst/>
              <a:gdLst>
                <a:gd name="connsiteX0" fmla="*/ 405761 w 405760"/>
                <a:gd name="connsiteY0" fmla="*/ 111584 h 304320"/>
                <a:gd name="connsiteX1" fmla="*/ 405761 w 405760"/>
                <a:gd name="connsiteY1" fmla="*/ 111584 h 304320"/>
                <a:gd name="connsiteX2" fmla="*/ 405761 w 405760"/>
                <a:gd name="connsiteY2" fmla="*/ 101440 h 304320"/>
                <a:gd name="connsiteX3" fmla="*/ 405761 w 405760"/>
                <a:gd name="connsiteY3" fmla="*/ 96368 h 304320"/>
                <a:gd name="connsiteX4" fmla="*/ 400689 w 405760"/>
                <a:gd name="connsiteY4" fmla="*/ 91296 h 304320"/>
                <a:gd name="connsiteX5" fmla="*/ 400689 w 405760"/>
                <a:gd name="connsiteY5" fmla="*/ 86224 h 304320"/>
                <a:gd name="connsiteX6" fmla="*/ 395617 w 405760"/>
                <a:gd name="connsiteY6" fmla="*/ 76080 h 304320"/>
                <a:gd name="connsiteX7" fmla="*/ 395617 w 405760"/>
                <a:gd name="connsiteY7" fmla="*/ 76080 h 304320"/>
                <a:gd name="connsiteX8" fmla="*/ 390545 w 405760"/>
                <a:gd name="connsiteY8" fmla="*/ 65936 h 304320"/>
                <a:gd name="connsiteX9" fmla="*/ 390545 w 405760"/>
                <a:gd name="connsiteY9" fmla="*/ 65936 h 304320"/>
                <a:gd name="connsiteX10" fmla="*/ 375329 w 405760"/>
                <a:gd name="connsiteY10" fmla="*/ 50720 h 304320"/>
                <a:gd name="connsiteX11" fmla="*/ 370257 w 405760"/>
                <a:gd name="connsiteY11" fmla="*/ 45648 h 304320"/>
                <a:gd name="connsiteX12" fmla="*/ 349969 w 405760"/>
                <a:gd name="connsiteY12" fmla="*/ 30432 h 304320"/>
                <a:gd name="connsiteX13" fmla="*/ 349969 w 405760"/>
                <a:gd name="connsiteY13" fmla="*/ 30432 h 304320"/>
                <a:gd name="connsiteX14" fmla="*/ 324609 w 405760"/>
                <a:gd name="connsiteY14" fmla="*/ 15216 h 304320"/>
                <a:gd name="connsiteX15" fmla="*/ 319537 w 405760"/>
                <a:gd name="connsiteY15" fmla="*/ 10144 h 304320"/>
                <a:gd name="connsiteX16" fmla="*/ 314464 w 405760"/>
                <a:gd name="connsiteY16" fmla="*/ 5072 h 304320"/>
                <a:gd name="connsiteX17" fmla="*/ 299249 w 405760"/>
                <a:gd name="connsiteY17" fmla="*/ 0 h 304320"/>
                <a:gd name="connsiteX18" fmla="*/ 299249 w 405760"/>
                <a:gd name="connsiteY18" fmla="*/ 0 h 304320"/>
                <a:gd name="connsiteX19" fmla="*/ 294177 w 405760"/>
                <a:gd name="connsiteY19" fmla="*/ 0 h 304320"/>
                <a:gd name="connsiteX20" fmla="*/ 289104 w 405760"/>
                <a:gd name="connsiteY20" fmla="*/ 0 h 304320"/>
                <a:gd name="connsiteX21" fmla="*/ 284033 w 405760"/>
                <a:gd name="connsiteY21" fmla="*/ 0 h 304320"/>
                <a:gd name="connsiteX22" fmla="*/ 284033 w 405760"/>
                <a:gd name="connsiteY22" fmla="*/ 0 h 304320"/>
                <a:gd name="connsiteX23" fmla="*/ 273889 w 405760"/>
                <a:gd name="connsiteY23" fmla="*/ 0 h 304320"/>
                <a:gd name="connsiteX24" fmla="*/ 268817 w 405760"/>
                <a:gd name="connsiteY24" fmla="*/ 0 h 304320"/>
                <a:gd name="connsiteX25" fmla="*/ 258673 w 405760"/>
                <a:gd name="connsiteY25" fmla="*/ 0 h 304320"/>
                <a:gd name="connsiteX26" fmla="*/ 248529 w 405760"/>
                <a:gd name="connsiteY26" fmla="*/ 0 h 304320"/>
                <a:gd name="connsiteX27" fmla="*/ 243457 w 405760"/>
                <a:gd name="connsiteY27" fmla="*/ 0 h 304320"/>
                <a:gd name="connsiteX28" fmla="*/ 238384 w 405760"/>
                <a:gd name="connsiteY28" fmla="*/ 0 h 304320"/>
                <a:gd name="connsiteX29" fmla="*/ 233313 w 405760"/>
                <a:gd name="connsiteY29" fmla="*/ 0 h 304320"/>
                <a:gd name="connsiteX30" fmla="*/ 228240 w 405760"/>
                <a:gd name="connsiteY30" fmla="*/ 0 h 304320"/>
                <a:gd name="connsiteX31" fmla="*/ 223169 w 405760"/>
                <a:gd name="connsiteY31" fmla="*/ 0 h 304320"/>
                <a:gd name="connsiteX32" fmla="*/ 213025 w 405760"/>
                <a:gd name="connsiteY32" fmla="*/ 0 h 304320"/>
                <a:gd name="connsiteX33" fmla="*/ 207953 w 405760"/>
                <a:gd name="connsiteY33" fmla="*/ 0 h 304320"/>
                <a:gd name="connsiteX34" fmla="*/ 202880 w 405760"/>
                <a:gd name="connsiteY34" fmla="*/ 0 h 304320"/>
                <a:gd name="connsiteX35" fmla="*/ 197808 w 405760"/>
                <a:gd name="connsiteY35" fmla="*/ 0 h 304320"/>
                <a:gd name="connsiteX36" fmla="*/ 197808 w 405760"/>
                <a:gd name="connsiteY36" fmla="*/ 0 h 304320"/>
                <a:gd name="connsiteX37" fmla="*/ 187665 w 405760"/>
                <a:gd name="connsiteY37" fmla="*/ 0 h 304320"/>
                <a:gd name="connsiteX38" fmla="*/ 182593 w 405760"/>
                <a:gd name="connsiteY38" fmla="*/ 0 h 304320"/>
                <a:gd name="connsiteX39" fmla="*/ 172448 w 405760"/>
                <a:gd name="connsiteY39" fmla="*/ 0 h 304320"/>
                <a:gd name="connsiteX40" fmla="*/ 162305 w 405760"/>
                <a:gd name="connsiteY40" fmla="*/ 0 h 304320"/>
                <a:gd name="connsiteX41" fmla="*/ 157233 w 405760"/>
                <a:gd name="connsiteY41" fmla="*/ 0 h 304320"/>
                <a:gd name="connsiteX42" fmla="*/ 157233 w 405760"/>
                <a:gd name="connsiteY42" fmla="*/ 0 h 304320"/>
                <a:gd name="connsiteX43" fmla="*/ 157233 w 405760"/>
                <a:gd name="connsiteY43" fmla="*/ 0 h 304320"/>
                <a:gd name="connsiteX44" fmla="*/ 152160 w 405760"/>
                <a:gd name="connsiteY44" fmla="*/ 0 h 304320"/>
                <a:gd name="connsiteX45" fmla="*/ 136945 w 405760"/>
                <a:gd name="connsiteY45" fmla="*/ 0 h 304320"/>
                <a:gd name="connsiteX46" fmla="*/ 131873 w 405760"/>
                <a:gd name="connsiteY46" fmla="*/ 0 h 304320"/>
                <a:gd name="connsiteX47" fmla="*/ 126800 w 405760"/>
                <a:gd name="connsiteY47" fmla="*/ 0 h 304320"/>
                <a:gd name="connsiteX48" fmla="*/ 116656 w 405760"/>
                <a:gd name="connsiteY48" fmla="*/ 0 h 304320"/>
                <a:gd name="connsiteX49" fmla="*/ 116656 w 405760"/>
                <a:gd name="connsiteY49" fmla="*/ 0 h 304320"/>
                <a:gd name="connsiteX50" fmla="*/ 116656 w 405760"/>
                <a:gd name="connsiteY50" fmla="*/ 0 h 304320"/>
                <a:gd name="connsiteX51" fmla="*/ 106513 w 405760"/>
                <a:gd name="connsiteY51" fmla="*/ 5072 h 304320"/>
                <a:gd name="connsiteX52" fmla="*/ 96368 w 405760"/>
                <a:gd name="connsiteY52" fmla="*/ 10144 h 304320"/>
                <a:gd name="connsiteX53" fmla="*/ 91296 w 405760"/>
                <a:gd name="connsiteY53" fmla="*/ 15216 h 304320"/>
                <a:gd name="connsiteX54" fmla="*/ 86224 w 405760"/>
                <a:gd name="connsiteY54" fmla="*/ 15216 h 304320"/>
                <a:gd name="connsiteX55" fmla="*/ 81152 w 405760"/>
                <a:gd name="connsiteY55" fmla="*/ 15216 h 304320"/>
                <a:gd name="connsiteX56" fmla="*/ 50720 w 405760"/>
                <a:gd name="connsiteY56" fmla="*/ 30432 h 304320"/>
                <a:gd name="connsiteX57" fmla="*/ 40576 w 405760"/>
                <a:gd name="connsiteY57" fmla="*/ 35504 h 304320"/>
                <a:gd name="connsiteX58" fmla="*/ 40576 w 405760"/>
                <a:gd name="connsiteY58" fmla="*/ 35504 h 304320"/>
                <a:gd name="connsiteX59" fmla="*/ 40576 w 405760"/>
                <a:gd name="connsiteY59" fmla="*/ 35504 h 304320"/>
                <a:gd name="connsiteX60" fmla="*/ 35504 w 405760"/>
                <a:gd name="connsiteY60" fmla="*/ 40576 h 304320"/>
                <a:gd name="connsiteX61" fmla="*/ 30432 w 405760"/>
                <a:gd name="connsiteY61" fmla="*/ 45648 h 304320"/>
                <a:gd name="connsiteX62" fmla="*/ 30432 w 405760"/>
                <a:gd name="connsiteY62" fmla="*/ 45648 h 304320"/>
                <a:gd name="connsiteX63" fmla="*/ 30432 w 405760"/>
                <a:gd name="connsiteY63" fmla="*/ 45648 h 304320"/>
                <a:gd name="connsiteX64" fmla="*/ 25360 w 405760"/>
                <a:gd name="connsiteY64" fmla="*/ 50720 h 304320"/>
                <a:gd name="connsiteX65" fmla="*/ 20288 w 405760"/>
                <a:gd name="connsiteY65" fmla="*/ 55792 h 304320"/>
                <a:gd name="connsiteX66" fmla="*/ 20288 w 405760"/>
                <a:gd name="connsiteY66" fmla="*/ 55792 h 304320"/>
                <a:gd name="connsiteX67" fmla="*/ 15216 w 405760"/>
                <a:gd name="connsiteY67" fmla="*/ 60864 h 304320"/>
                <a:gd name="connsiteX68" fmla="*/ 15216 w 405760"/>
                <a:gd name="connsiteY68" fmla="*/ 60864 h 304320"/>
                <a:gd name="connsiteX69" fmla="*/ 10144 w 405760"/>
                <a:gd name="connsiteY69" fmla="*/ 65936 h 304320"/>
                <a:gd name="connsiteX70" fmla="*/ 10144 w 405760"/>
                <a:gd name="connsiteY70" fmla="*/ 65936 h 304320"/>
                <a:gd name="connsiteX71" fmla="*/ 10144 w 405760"/>
                <a:gd name="connsiteY71" fmla="*/ 65936 h 304320"/>
                <a:gd name="connsiteX72" fmla="*/ 10144 w 405760"/>
                <a:gd name="connsiteY72" fmla="*/ 65936 h 304320"/>
                <a:gd name="connsiteX73" fmla="*/ 5072 w 405760"/>
                <a:gd name="connsiteY73" fmla="*/ 71008 h 304320"/>
                <a:gd name="connsiteX74" fmla="*/ 0 w 405760"/>
                <a:gd name="connsiteY74" fmla="*/ 76080 h 304320"/>
                <a:gd name="connsiteX75" fmla="*/ 0 w 405760"/>
                <a:gd name="connsiteY75" fmla="*/ 76080 h 304320"/>
                <a:gd name="connsiteX76" fmla="*/ 0 w 405760"/>
                <a:gd name="connsiteY76" fmla="*/ 76080 h 304320"/>
                <a:gd name="connsiteX77" fmla="*/ 0 w 405760"/>
                <a:gd name="connsiteY77" fmla="*/ 81152 h 304320"/>
                <a:gd name="connsiteX78" fmla="*/ 0 w 405760"/>
                <a:gd name="connsiteY78" fmla="*/ 86224 h 304320"/>
                <a:gd name="connsiteX79" fmla="*/ 0 w 405760"/>
                <a:gd name="connsiteY79" fmla="*/ 86224 h 304320"/>
                <a:gd name="connsiteX80" fmla="*/ 0 w 405760"/>
                <a:gd name="connsiteY80" fmla="*/ 91296 h 304320"/>
                <a:gd name="connsiteX81" fmla="*/ 0 w 405760"/>
                <a:gd name="connsiteY81" fmla="*/ 96368 h 304320"/>
                <a:gd name="connsiteX82" fmla="*/ 0 w 405760"/>
                <a:gd name="connsiteY82" fmla="*/ 101440 h 304320"/>
                <a:gd name="connsiteX83" fmla="*/ 0 w 405760"/>
                <a:gd name="connsiteY83" fmla="*/ 101440 h 304320"/>
                <a:gd name="connsiteX84" fmla="*/ 0 w 405760"/>
                <a:gd name="connsiteY84" fmla="*/ 106512 h 304320"/>
                <a:gd name="connsiteX85" fmla="*/ 0 w 405760"/>
                <a:gd name="connsiteY85" fmla="*/ 111584 h 304320"/>
                <a:gd name="connsiteX86" fmla="*/ 0 w 405760"/>
                <a:gd name="connsiteY86" fmla="*/ 111584 h 304320"/>
                <a:gd name="connsiteX87" fmla="*/ 0 w 405760"/>
                <a:gd name="connsiteY87" fmla="*/ 111584 h 304320"/>
                <a:gd name="connsiteX88" fmla="*/ 0 w 405760"/>
                <a:gd name="connsiteY88" fmla="*/ 111584 h 304320"/>
                <a:gd name="connsiteX89" fmla="*/ 0 w 405760"/>
                <a:gd name="connsiteY89" fmla="*/ 182592 h 304320"/>
                <a:gd name="connsiteX90" fmla="*/ 15216 w 405760"/>
                <a:gd name="connsiteY90" fmla="*/ 182592 h 304320"/>
                <a:gd name="connsiteX91" fmla="*/ 15216 w 405760"/>
                <a:gd name="connsiteY91" fmla="*/ 349968 h 304320"/>
                <a:gd name="connsiteX92" fmla="*/ 20288 w 405760"/>
                <a:gd name="connsiteY92" fmla="*/ 344896 h 304320"/>
                <a:gd name="connsiteX93" fmla="*/ 30432 w 405760"/>
                <a:gd name="connsiteY93" fmla="*/ 329680 h 304320"/>
                <a:gd name="connsiteX94" fmla="*/ 55792 w 405760"/>
                <a:gd name="connsiteY94" fmla="*/ 309392 h 304320"/>
                <a:gd name="connsiteX95" fmla="*/ 65936 w 405760"/>
                <a:gd name="connsiteY95" fmla="*/ 304320 h 304320"/>
                <a:gd name="connsiteX96" fmla="*/ 111584 w 405760"/>
                <a:gd name="connsiteY96" fmla="*/ 284032 h 304320"/>
                <a:gd name="connsiteX97" fmla="*/ 147088 w 405760"/>
                <a:gd name="connsiteY97" fmla="*/ 273888 h 304320"/>
                <a:gd name="connsiteX98" fmla="*/ 172448 w 405760"/>
                <a:gd name="connsiteY98" fmla="*/ 268816 h 304320"/>
                <a:gd name="connsiteX99" fmla="*/ 177520 w 405760"/>
                <a:gd name="connsiteY99" fmla="*/ 268816 h 304320"/>
                <a:gd name="connsiteX100" fmla="*/ 142016 w 405760"/>
                <a:gd name="connsiteY100" fmla="*/ 334752 h 304320"/>
                <a:gd name="connsiteX101" fmla="*/ 142016 w 405760"/>
                <a:gd name="connsiteY101" fmla="*/ 334752 h 304320"/>
                <a:gd name="connsiteX102" fmla="*/ 192737 w 405760"/>
                <a:gd name="connsiteY102" fmla="*/ 268816 h 304320"/>
                <a:gd name="connsiteX103" fmla="*/ 197808 w 405760"/>
                <a:gd name="connsiteY103" fmla="*/ 268816 h 304320"/>
                <a:gd name="connsiteX104" fmla="*/ 218097 w 405760"/>
                <a:gd name="connsiteY104" fmla="*/ 268816 h 304320"/>
                <a:gd name="connsiteX105" fmla="*/ 238384 w 405760"/>
                <a:gd name="connsiteY105" fmla="*/ 268816 h 304320"/>
                <a:gd name="connsiteX106" fmla="*/ 248529 w 405760"/>
                <a:gd name="connsiteY106" fmla="*/ 294176 h 304320"/>
                <a:gd name="connsiteX107" fmla="*/ 243457 w 405760"/>
                <a:gd name="connsiteY107" fmla="*/ 284032 h 304320"/>
                <a:gd name="connsiteX108" fmla="*/ 243457 w 405760"/>
                <a:gd name="connsiteY108" fmla="*/ 278960 h 304320"/>
                <a:gd name="connsiteX109" fmla="*/ 243457 w 405760"/>
                <a:gd name="connsiteY109" fmla="*/ 273888 h 304320"/>
                <a:gd name="connsiteX110" fmla="*/ 243457 w 405760"/>
                <a:gd name="connsiteY110" fmla="*/ 268816 h 304320"/>
                <a:gd name="connsiteX111" fmla="*/ 263744 w 405760"/>
                <a:gd name="connsiteY111" fmla="*/ 268816 h 304320"/>
                <a:gd name="connsiteX112" fmla="*/ 284033 w 405760"/>
                <a:gd name="connsiteY112" fmla="*/ 273888 h 304320"/>
                <a:gd name="connsiteX113" fmla="*/ 304321 w 405760"/>
                <a:gd name="connsiteY113" fmla="*/ 278960 h 304320"/>
                <a:gd name="connsiteX114" fmla="*/ 304321 w 405760"/>
                <a:gd name="connsiteY114" fmla="*/ 207952 h 304320"/>
                <a:gd name="connsiteX115" fmla="*/ 309393 w 405760"/>
                <a:gd name="connsiteY115" fmla="*/ 207952 h 304320"/>
                <a:gd name="connsiteX116" fmla="*/ 319537 w 405760"/>
                <a:gd name="connsiteY116" fmla="*/ 202880 h 304320"/>
                <a:gd name="connsiteX117" fmla="*/ 349969 w 405760"/>
                <a:gd name="connsiteY117" fmla="*/ 187664 h 304320"/>
                <a:gd name="connsiteX118" fmla="*/ 370257 w 405760"/>
                <a:gd name="connsiteY118" fmla="*/ 177520 h 304320"/>
                <a:gd name="connsiteX119" fmla="*/ 375329 w 405760"/>
                <a:gd name="connsiteY119" fmla="*/ 172448 h 304320"/>
                <a:gd name="connsiteX120" fmla="*/ 390545 w 405760"/>
                <a:gd name="connsiteY120" fmla="*/ 162304 h 304320"/>
                <a:gd name="connsiteX121" fmla="*/ 390545 w 405760"/>
                <a:gd name="connsiteY121" fmla="*/ 162304 h 304320"/>
                <a:gd name="connsiteX122" fmla="*/ 400689 w 405760"/>
                <a:gd name="connsiteY122" fmla="*/ 147088 h 304320"/>
                <a:gd name="connsiteX123" fmla="*/ 400689 w 405760"/>
                <a:gd name="connsiteY123" fmla="*/ 142016 h 304320"/>
                <a:gd name="connsiteX124" fmla="*/ 405761 w 405760"/>
                <a:gd name="connsiteY124" fmla="*/ 126800 h 304320"/>
                <a:gd name="connsiteX125" fmla="*/ 405761 w 405760"/>
                <a:gd name="connsiteY125" fmla="*/ 126800 h 304320"/>
                <a:gd name="connsiteX126" fmla="*/ 405761 w 405760"/>
                <a:gd name="connsiteY126" fmla="*/ 126800 h 304320"/>
                <a:gd name="connsiteX127" fmla="*/ 405761 w 405760"/>
                <a:gd name="connsiteY127" fmla="*/ 126800 h 304320"/>
                <a:gd name="connsiteX128" fmla="*/ 405761 w 405760"/>
                <a:gd name="connsiteY128" fmla="*/ 116656 h 304320"/>
                <a:gd name="connsiteX129" fmla="*/ 405761 w 405760"/>
                <a:gd name="connsiteY129" fmla="*/ 111584 h 304320"/>
                <a:gd name="connsiteX130" fmla="*/ 405761 w 405760"/>
                <a:gd name="connsiteY130" fmla="*/ 106512 h 304320"/>
                <a:gd name="connsiteX131" fmla="*/ 405761 w 405760"/>
                <a:gd name="connsiteY131" fmla="*/ 101440 h 304320"/>
                <a:gd name="connsiteX132" fmla="*/ 405761 w 405760"/>
                <a:gd name="connsiteY132" fmla="*/ 111584 h 30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405760" h="304320">
                  <a:moveTo>
                    <a:pt x="405761" y="111584"/>
                  </a:moveTo>
                  <a:cubicBezTo>
                    <a:pt x="405761" y="106512"/>
                    <a:pt x="405761" y="106512"/>
                    <a:pt x="405761" y="111584"/>
                  </a:cubicBezTo>
                  <a:cubicBezTo>
                    <a:pt x="405761" y="106512"/>
                    <a:pt x="405761" y="101440"/>
                    <a:pt x="405761" y="101440"/>
                  </a:cubicBezTo>
                  <a:cubicBezTo>
                    <a:pt x="405761" y="101440"/>
                    <a:pt x="405761" y="96368"/>
                    <a:pt x="405761" y="96368"/>
                  </a:cubicBezTo>
                  <a:cubicBezTo>
                    <a:pt x="405761" y="96368"/>
                    <a:pt x="405761" y="91296"/>
                    <a:pt x="400689" y="91296"/>
                  </a:cubicBezTo>
                  <a:cubicBezTo>
                    <a:pt x="400689" y="91296"/>
                    <a:pt x="400689" y="91296"/>
                    <a:pt x="400689" y="86224"/>
                  </a:cubicBezTo>
                  <a:cubicBezTo>
                    <a:pt x="400689" y="81152"/>
                    <a:pt x="395617" y="81152"/>
                    <a:pt x="395617" y="76080"/>
                  </a:cubicBezTo>
                  <a:cubicBezTo>
                    <a:pt x="395617" y="76080"/>
                    <a:pt x="395617" y="76080"/>
                    <a:pt x="395617" y="76080"/>
                  </a:cubicBezTo>
                  <a:cubicBezTo>
                    <a:pt x="395617" y="71008"/>
                    <a:pt x="390545" y="71008"/>
                    <a:pt x="390545" y="65936"/>
                  </a:cubicBezTo>
                  <a:cubicBezTo>
                    <a:pt x="390545" y="65936"/>
                    <a:pt x="390545" y="65936"/>
                    <a:pt x="390545" y="65936"/>
                  </a:cubicBezTo>
                  <a:cubicBezTo>
                    <a:pt x="385473" y="60864"/>
                    <a:pt x="380401" y="55792"/>
                    <a:pt x="375329" y="50720"/>
                  </a:cubicBezTo>
                  <a:cubicBezTo>
                    <a:pt x="375329" y="50720"/>
                    <a:pt x="375329" y="50720"/>
                    <a:pt x="370257" y="45648"/>
                  </a:cubicBezTo>
                  <a:cubicBezTo>
                    <a:pt x="365185" y="40576"/>
                    <a:pt x="360113" y="35504"/>
                    <a:pt x="349969" y="30432"/>
                  </a:cubicBezTo>
                  <a:lnTo>
                    <a:pt x="349969" y="30432"/>
                  </a:lnTo>
                  <a:cubicBezTo>
                    <a:pt x="339825" y="25360"/>
                    <a:pt x="329681" y="20288"/>
                    <a:pt x="324609" y="15216"/>
                  </a:cubicBezTo>
                  <a:cubicBezTo>
                    <a:pt x="324609" y="15216"/>
                    <a:pt x="319537" y="15216"/>
                    <a:pt x="319537" y="10144"/>
                  </a:cubicBezTo>
                  <a:cubicBezTo>
                    <a:pt x="319537" y="10144"/>
                    <a:pt x="314464" y="10144"/>
                    <a:pt x="314464" y="5072"/>
                  </a:cubicBezTo>
                  <a:cubicBezTo>
                    <a:pt x="309393" y="5072"/>
                    <a:pt x="304321" y="0"/>
                    <a:pt x="299249" y="0"/>
                  </a:cubicBezTo>
                  <a:lnTo>
                    <a:pt x="299249" y="0"/>
                  </a:lnTo>
                  <a:cubicBezTo>
                    <a:pt x="299249" y="0"/>
                    <a:pt x="299249" y="0"/>
                    <a:pt x="294177" y="0"/>
                  </a:cubicBezTo>
                  <a:cubicBezTo>
                    <a:pt x="294177" y="0"/>
                    <a:pt x="289104" y="0"/>
                    <a:pt x="289104" y="0"/>
                  </a:cubicBezTo>
                  <a:cubicBezTo>
                    <a:pt x="289104" y="0"/>
                    <a:pt x="289104" y="0"/>
                    <a:pt x="284033" y="0"/>
                  </a:cubicBezTo>
                  <a:cubicBezTo>
                    <a:pt x="284033" y="0"/>
                    <a:pt x="284033" y="0"/>
                    <a:pt x="284033" y="0"/>
                  </a:cubicBezTo>
                  <a:cubicBezTo>
                    <a:pt x="278961" y="0"/>
                    <a:pt x="278961" y="0"/>
                    <a:pt x="273889" y="0"/>
                  </a:cubicBezTo>
                  <a:cubicBezTo>
                    <a:pt x="273889" y="0"/>
                    <a:pt x="273889" y="0"/>
                    <a:pt x="268817" y="0"/>
                  </a:cubicBezTo>
                  <a:cubicBezTo>
                    <a:pt x="263744" y="0"/>
                    <a:pt x="263744" y="0"/>
                    <a:pt x="258673" y="0"/>
                  </a:cubicBezTo>
                  <a:cubicBezTo>
                    <a:pt x="253601" y="0"/>
                    <a:pt x="253601" y="0"/>
                    <a:pt x="248529" y="0"/>
                  </a:cubicBezTo>
                  <a:cubicBezTo>
                    <a:pt x="248529" y="0"/>
                    <a:pt x="248529" y="0"/>
                    <a:pt x="243457" y="0"/>
                  </a:cubicBezTo>
                  <a:cubicBezTo>
                    <a:pt x="243457" y="0"/>
                    <a:pt x="243457" y="0"/>
                    <a:pt x="238384" y="0"/>
                  </a:cubicBezTo>
                  <a:cubicBezTo>
                    <a:pt x="238384" y="0"/>
                    <a:pt x="233313" y="0"/>
                    <a:pt x="233313" y="0"/>
                  </a:cubicBezTo>
                  <a:cubicBezTo>
                    <a:pt x="233313" y="0"/>
                    <a:pt x="228240" y="0"/>
                    <a:pt x="228240" y="0"/>
                  </a:cubicBezTo>
                  <a:cubicBezTo>
                    <a:pt x="228240" y="0"/>
                    <a:pt x="223169" y="0"/>
                    <a:pt x="223169" y="0"/>
                  </a:cubicBezTo>
                  <a:cubicBezTo>
                    <a:pt x="218097" y="0"/>
                    <a:pt x="218097" y="0"/>
                    <a:pt x="213025" y="0"/>
                  </a:cubicBezTo>
                  <a:cubicBezTo>
                    <a:pt x="213025" y="0"/>
                    <a:pt x="207953" y="0"/>
                    <a:pt x="207953" y="0"/>
                  </a:cubicBezTo>
                  <a:cubicBezTo>
                    <a:pt x="207953" y="0"/>
                    <a:pt x="207953" y="0"/>
                    <a:pt x="202880" y="0"/>
                  </a:cubicBezTo>
                  <a:cubicBezTo>
                    <a:pt x="202880" y="0"/>
                    <a:pt x="202880" y="0"/>
                    <a:pt x="197808" y="0"/>
                  </a:cubicBezTo>
                  <a:cubicBezTo>
                    <a:pt x="197808" y="0"/>
                    <a:pt x="197808" y="0"/>
                    <a:pt x="197808" y="0"/>
                  </a:cubicBezTo>
                  <a:cubicBezTo>
                    <a:pt x="192737" y="0"/>
                    <a:pt x="192737" y="0"/>
                    <a:pt x="187665" y="0"/>
                  </a:cubicBezTo>
                  <a:cubicBezTo>
                    <a:pt x="187665" y="0"/>
                    <a:pt x="187665" y="0"/>
                    <a:pt x="182593" y="0"/>
                  </a:cubicBezTo>
                  <a:cubicBezTo>
                    <a:pt x="177520" y="0"/>
                    <a:pt x="177520" y="0"/>
                    <a:pt x="172448" y="0"/>
                  </a:cubicBezTo>
                  <a:cubicBezTo>
                    <a:pt x="167376" y="0"/>
                    <a:pt x="167376" y="0"/>
                    <a:pt x="162305" y="0"/>
                  </a:cubicBezTo>
                  <a:cubicBezTo>
                    <a:pt x="162305" y="0"/>
                    <a:pt x="162305" y="0"/>
                    <a:pt x="157233" y="0"/>
                  </a:cubicBezTo>
                  <a:cubicBezTo>
                    <a:pt x="157233" y="0"/>
                    <a:pt x="157233" y="0"/>
                    <a:pt x="157233" y="0"/>
                  </a:cubicBezTo>
                  <a:cubicBezTo>
                    <a:pt x="157233" y="0"/>
                    <a:pt x="157233" y="0"/>
                    <a:pt x="157233" y="0"/>
                  </a:cubicBezTo>
                  <a:cubicBezTo>
                    <a:pt x="157233" y="0"/>
                    <a:pt x="152160" y="0"/>
                    <a:pt x="152160" y="0"/>
                  </a:cubicBezTo>
                  <a:cubicBezTo>
                    <a:pt x="147088" y="0"/>
                    <a:pt x="142016" y="0"/>
                    <a:pt x="136945" y="0"/>
                  </a:cubicBezTo>
                  <a:cubicBezTo>
                    <a:pt x="136945" y="0"/>
                    <a:pt x="131873" y="0"/>
                    <a:pt x="131873" y="0"/>
                  </a:cubicBezTo>
                  <a:cubicBezTo>
                    <a:pt x="131873" y="0"/>
                    <a:pt x="131873" y="0"/>
                    <a:pt x="126800" y="0"/>
                  </a:cubicBezTo>
                  <a:cubicBezTo>
                    <a:pt x="121728" y="0"/>
                    <a:pt x="121728" y="0"/>
                    <a:pt x="116656" y="0"/>
                  </a:cubicBezTo>
                  <a:cubicBezTo>
                    <a:pt x="116656" y="0"/>
                    <a:pt x="116656" y="0"/>
                    <a:pt x="116656" y="0"/>
                  </a:cubicBezTo>
                  <a:cubicBezTo>
                    <a:pt x="116656" y="0"/>
                    <a:pt x="116656" y="0"/>
                    <a:pt x="116656" y="0"/>
                  </a:cubicBezTo>
                  <a:cubicBezTo>
                    <a:pt x="111584" y="0"/>
                    <a:pt x="111584" y="0"/>
                    <a:pt x="106513" y="5072"/>
                  </a:cubicBezTo>
                  <a:cubicBezTo>
                    <a:pt x="101440" y="5072"/>
                    <a:pt x="96368" y="5072"/>
                    <a:pt x="96368" y="10144"/>
                  </a:cubicBezTo>
                  <a:cubicBezTo>
                    <a:pt x="91296" y="10144"/>
                    <a:pt x="91296" y="10144"/>
                    <a:pt x="91296" y="15216"/>
                  </a:cubicBezTo>
                  <a:cubicBezTo>
                    <a:pt x="91296" y="15216"/>
                    <a:pt x="86224" y="15216"/>
                    <a:pt x="86224" y="15216"/>
                  </a:cubicBezTo>
                  <a:cubicBezTo>
                    <a:pt x="86224" y="15216"/>
                    <a:pt x="86224" y="15216"/>
                    <a:pt x="81152" y="15216"/>
                  </a:cubicBezTo>
                  <a:cubicBezTo>
                    <a:pt x="71008" y="20288"/>
                    <a:pt x="60864" y="25360"/>
                    <a:pt x="50720" y="30432"/>
                  </a:cubicBezTo>
                  <a:cubicBezTo>
                    <a:pt x="45648" y="30432"/>
                    <a:pt x="45648" y="35504"/>
                    <a:pt x="40576" y="35504"/>
                  </a:cubicBezTo>
                  <a:cubicBezTo>
                    <a:pt x="40576" y="35504"/>
                    <a:pt x="40576" y="35504"/>
                    <a:pt x="40576" y="35504"/>
                  </a:cubicBezTo>
                  <a:cubicBezTo>
                    <a:pt x="40576" y="35504"/>
                    <a:pt x="40576" y="35504"/>
                    <a:pt x="40576" y="35504"/>
                  </a:cubicBezTo>
                  <a:cubicBezTo>
                    <a:pt x="40576" y="35504"/>
                    <a:pt x="35504" y="35504"/>
                    <a:pt x="35504" y="40576"/>
                  </a:cubicBezTo>
                  <a:cubicBezTo>
                    <a:pt x="35504" y="40576"/>
                    <a:pt x="30432" y="45648"/>
                    <a:pt x="30432" y="45648"/>
                  </a:cubicBezTo>
                  <a:cubicBezTo>
                    <a:pt x="30432" y="45648"/>
                    <a:pt x="30432" y="45648"/>
                    <a:pt x="30432" y="45648"/>
                  </a:cubicBezTo>
                  <a:cubicBezTo>
                    <a:pt x="30432" y="45648"/>
                    <a:pt x="30432" y="45648"/>
                    <a:pt x="30432" y="45648"/>
                  </a:cubicBezTo>
                  <a:cubicBezTo>
                    <a:pt x="30432" y="45648"/>
                    <a:pt x="30432" y="45648"/>
                    <a:pt x="25360" y="50720"/>
                  </a:cubicBezTo>
                  <a:cubicBezTo>
                    <a:pt x="25360" y="50720"/>
                    <a:pt x="25360" y="50720"/>
                    <a:pt x="20288" y="55792"/>
                  </a:cubicBezTo>
                  <a:cubicBezTo>
                    <a:pt x="20288" y="55792"/>
                    <a:pt x="20288" y="55792"/>
                    <a:pt x="20288" y="55792"/>
                  </a:cubicBezTo>
                  <a:cubicBezTo>
                    <a:pt x="20288" y="55792"/>
                    <a:pt x="20288" y="55792"/>
                    <a:pt x="15216" y="60864"/>
                  </a:cubicBezTo>
                  <a:cubicBezTo>
                    <a:pt x="15216" y="60864"/>
                    <a:pt x="15216" y="60864"/>
                    <a:pt x="15216" y="60864"/>
                  </a:cubicBezTo>
                  <a:cubicBezTo>
                    <a:pt x="15216" y="60864"/>
                    <a:pt x="10144" y="65936"/>
                    <a:pt x="10144" y="65936"/>
                  </a:cubicBezTo>
                  <a:cubicBezTo>
                    <a:pt x="10144" y="65936"/>
                    <a:pt x="10144" y="65936"/>
                    <a:pt x="10144" y="65936"/>
                  </a:cubicBezTo>
                  <a:cubicBezTo>
                    <a:pt x="10144" y="65936"/>
                    <a:pt x="10144" y="65936"/>
                    <a:pt x="10144" y="65936"/>
                  </a:cubicBezTo>
                  <a:cubicBezTo>
                    <a:pt x="10144" y="65936"/>
                    <a:pt x="10144" y="65936"/>
                    <a:pt x="10144" y="65936"/>
                  </a:cubicBezTo>
                  <a:cubicBezTo>
                    <a:pt x="10144" y="65936"/>
                    <a:pt x="10144" y="71008"/>
                    <a:pt x="5072" y="71008"/>
                  </a:cubicBezTo>
                  <a:cubicBezTo>
                    <a:pt x="5072" y="71008"/>
                    <a:pt x="5072" y="76080"/>
                    <a:pt x="0" y="76080"/>
                  </a:cubicBezTo>
                  <a:cubicBezTo>
                    <a:pt x="0" y="76080"/>
                    <a:pt x="0" y="76080"/>
                    <a:pt x="0" y="76080"/>
                  </a:cubicBezTo>
                  <a:cubicBezTo>
                    <a:pt x="0" y="76080"/>
                    <a:pt x="0" y="76080"/>
                    <a:pt x="0" y="76080"/>
                  </a:cubicBezTo>
                  <a:cubicBezTo>
                    <a:pt x="0" y="76080"/>
                    <a:pt x="0" y="81152"/>
                    <a:pt x="0" y="81152"/>
                  </a:cubicBezTo>
                  <a:cubicBezTo>
                    <a:pt x="0" y="81152"/>
                    <a:pt x="0" y="86224"/>
                    <a:pt x="0" y="86224"/>
                  </a:cubicBezTo>
                  <a:cubicBezTo>
                    <a:pt x="0" y="86224"/>
                    <a:pt x="0" y="86224"/>
                    <a:pt x="0" y="86224"/>
                  </a:cubicBezTo>
                  <a:cubicBezTo>
                    <a:pt x="0" y="86224"/>
                    <a:pt x="0" y="86224"/>
                    <a:pt x="0" y="91296"/>
                  </a:cubicBezTo>
                  <a:cubicBezTo>
                    <a:pt x="0" y="91296"/>
                    <a:pt x="0" y="96368"/>
                    <a:pt x="0" y="96368"/>
                  </a:cubicBezTo>
                  <a:cubicBezTo>
                    <a:pt x="0" y="96368"/>
                    <a:pt x="0" y="96368"/>
                    <a:pt x="0" y="101440"/>
                  </a:cubicBezTo>
                  <a:cubicBezTo>
                    <a:pt x="0" y="101440"/>
                    <a:pt x="0" y="101440"/>
                    <a:pt x="0" y="101440"/>
                  </a:cubicBezTo>
                  <a:cubicBezTo>
                    <a:pt x="0" y="101440"/>
                    <a:pt x="0" y="106512"/>
                    <a:pt x="0" y="106512"/>
                  </a:cubicBezTo>
                  <a:cubicBezTo>
                    <a:pt x="0" y="106512"/>
                    <a:pt x="0" y="111584"/>
                    <a:pt x="0" y="111584"/>
                  </a:cubicBezTo>
                  <a:cubicBezTo>
                    <a:pt x="0" y="111584"/>
                    <a:pt x="0" y="111584"/>
                    <a:pt x="0" y="111584"/>
                  </a:cubicBezTo>
                  <a:cubicBezTo>
                    <a:pt x="0" y="111584"/>
                    <a:pt x="0" y="111584"/>
                    <a:pt x="0" y="111584"/>
                  </a:cubicBezTo>
                  <a:cubicBezTo>
                    <a:pt x="0" y="111584"/>
                    <a:pt x="0" y="111584"/>
                    <a:pt x="0" y="111584"/>
                  </a:cubicBezTo>
                  <a:lnTo>
                    <a:pt x="0" y="182592"/>
                  </a:lnTo>
                  <a:lnTo>
                    <a:pt x="15216" y="182592"/>
                  </a:lnTo>
                  <a:lnTo>
                    <a:pt x="15216" y="349968"/>
                  </a:lnTo>
                  <a:cubicBezTo>
                    <a:pt x="15216" y="349968"/>
                    <a:pt x="20288" y="344896"/>
                    <a:pt x="20288" y="344896"/>
                  </a:cubicBezTo>
                  <a:cubicBezTo>
                    <a:pt x="25360" y="339825"/>
                    <a:pt x="25360" y="334752"/>
                    <a:pt x="30432" y="329680"/>
                  </a:cubicBezTo>
                  <a:cubicBezTo>
                    <a:pt x="35504" y="324608"/>
                    <a:pt x="45648" y="319536"/>
                    <a:pt x="55792" y="309392"/>
                  </a:cubicBezTo>
                  <a:cubicBezTo>
                    <a:pt x="60864" y="309392"/>
                    <a:pt x="60864" y="304320"/>
                    <a:pt x="65936" y="304320"/>
                  </a:cubicBezTo>
                  <a:cubicBezTo>
                    <a:pt x="81152" y="299248"/>
                    <a:pt x="96368" y="289104"/>
                    <a:pt x="111584" y="284032"/>
                  </a:cubicBezTo>
                  <a:cubicBezTo>
                    <a:pt x="121728" y="278960"/>
                    <a:pt x="136945" y="278960"/>
                    <a:pt x="147088" y="273888"/>
                  </a:cubicBezTo>
                  <a:cubicBezTo>
                    <a:pt x="157233" y="273888"/>
                    <a:pt x="162305" y="268816"/>
                    <a:pt x="172448" y="268816"/>
                  </a:cubicBezTo>
                  <a:cubicBezTo>
                    <a:pt x="172448" y="268816"/>
                    <a:pt x="177520" y="268816"/>
                    <a:pt x="177520" y="268816"/>
                  </a:cubicBezTo>
                  <a:cubicBezTo>
                    <a:pt x="172448" y="294176"/>
                    <a:pt x="157233" y="314465"/>
                    <a:pt x="142016" y="334752"/>
                  </a:cubicBezTo>
                  <a:cubicBezTo>
                    <a:pt x="142016" y="334752"/>
                    <a:pt x="142016" y="334752"/>
                    <a:pt x="142016" y="334752"/>
                  </a:cubicBezTo>
                  <a:cubicBezTo>
                    <a:pt x="157233" y="329680"/>
                    <a:pt x="177520" y="314465"/>
                    <a:pt x="192737" y="268816"/>
                  </a:cubicBezTo>
                  <a:cubicBezTo>
                    <a:pt x="192737" y="268816"/>
                    <a:pt x="197808" y="268816"/>
                    <a:pt x="197808" y="268816"/>
                  </a:cubicBezTo>
                  <a:cubicBezTo>
                    <a:pt x="202880" y="268816"/>
                    <a:pt x="213025" y="268816"/>
                    <a:pt x="218097" y="268816"/>
                  </a:cubicBezTo>
                  <a:cubicBezTo>
                    <a:pt x="223169" y="268816"/>
                    <a:pt x="228240" y="268816"/>
                    <a:pt x="238384" y="268816"/>
                  </a:cubicBezTo>
                  <a:cubicBezTo>
                    <a:pt x="243457" y="284032"/>
                    <a:pt x="243457" y="284032"/>
                    <a:pt x="248529" y="294176"/>
                  </a:cubicBezTo>
                  <a:cubicBezTo>
                    <a:pt x="248529" y="289104"/>
                    <a:pt x="243457" y="289104"/>
                    <a:pt x="243457" y="284032"/>
                  </a:cubicBezTo>
                  <a:lnTo>
                    <a:pt x="243457" y="278960"/>
                  </a:lnTo>
                  <a:cubicBezTo>
                    <a:pt x="243457" y="278960"/>
                    <a:pt x="243457" y="278960"/>
                    <a:pt x="243457" y="273888"/>
                  </a:cubicBezTo>
                  <a:cubicBezTo>
                    <a:pt x="243457" y="273888"/>
                    <a:pt x="243457" y="268816"/>
                    <a:pt x="243457" y="268816"/>
                  </a:cubicBezTo>
                  <a:cubicBezTo>
                    <a:pt x="248529" y="268816"/>
                    <a:pt x="253601" y="268816"/>
                    <a:pt x="263744" y="268816"/>
                  </a:cubicBezTo>
                  <a:cubicBezTo>
                    <a:pt x="268817" y="268816"/>
                    <a:pt x="278961" y="268816"/>
                    <a:pt x="284033" y="273888"/>
                  </a:cubicBezTo>
                  <a:cubicBezTo>
                    <a:pt x="289104" y="273888"/>
                    <a:pt x="299249" y="278960"/>
                    <a:pt x="304321" y="278960"/>
                  </a:cubicBezTo>
                  <a:lnTo>
                    <a:pt x="304321" y="207952"/>
                  </a:lnTo>
                  <a:cubicBezTo>
                    <a:pt x="304321" y="207952"/>
                    <a:pt x="309393" y="207952"/>
                    <a:pt x="309393" y="207952"/>
                  </a:cubicBezTo>
                  <a:cubicBezTo>
                    <a:pt x="314464" y="207952"/>
                    <a:pt x="319537" y="207952"/>
                    <a:pt x="319537" y="202880"/>
                  </a:cubicBezTo>
                  <a:cubicBezTo>
                    <a:pt x="329681" y="197808"/>
                    <a:pt x="339825" y="192736"/>
                    <a:pt x="349969" y="187664"/>
                  </a:cubicBezTo>
                  <a:cubicBezTo>
                    <a:pt x="355041" y="182592"/>
                    <a:pt x="360113" y="177520"/>
                    <a:pt x="370257" y="177520"/>
                  </a:cubicBezTo>
                  <a:cubicBezTo>
                    <a:pt x="370257" y="177520"/>
                    <a:pt x="375329" y="177520"/>
                    <a:pt x="375329" y="172448"/>
                  </a:cubicBezTo>
                  <a:cubicBezTo>
                    <a:pt x="380401" y="167376"/>
                    <a:pt x="385473" y="162304"/>
                    <a:pt x="390545" y="162304"/>
                  </a:cubicBezTo>
                  <a:cubicBezTo>
                    <a:pt x="390545" y="162304"/>
                    <a:pt x="390545" y="162304"/>
                    <a:pt x="390545" y="162304"/>
                  </a:cubicBezTo>
                  <a:cubicBezTo>
                    <a:pt x="395617" y="157232"/>
                    <a:pt x="400689" y="152160"/>
                    <a:pt x="400689" y="147088"/>
                  </a:cubicBezTo>
                  <a:cubicBezTo>
                    <a:pt x="400689" y="147088"/>
                    <a:pt x="400689" y="147088"/>
                    <a:pt x="400689" y="142016"/>
                  </a:cubicBezTo>
                  <a:cubicBezTo>
                    <a:pt x="405761" y="136944"/>
                    <a:pt x="405761" y="131872"/>
                    <a:pt x="405761" y="126800"/>
                  </a:cubicBezTo>
                  <a:cubicBezTo>
                    <a:pt x="405761" y="126800"/>
                    <a:pt x="405761" y="126800"/>
                    <a:pt x="405761" y="126800"/>
                  </a:cubicBezTo>
                  <a:cubicBezTo>
                    <a:pt x="405761" y="126800"/>
                    <a:pt x="405761" y="126800"/>
                    <a:pt x="405761" y="126800"/>
                  </a:cubicBezTo>
                  <a:cubicBezTo>
                    <a:pt x="405761" y="126800"/>
                    <a:pt x="405761" y="126800"/>
                    <a:pt x="405761" y="126800"/>
                  </a:cubicBezTo>
                  <a:cubicBezTo>
                    <a:pt x="405761" y="121728"/>
                    <a:pt x="405761" y="121728"/>
                    <a:pt x="405761" y="116656"/>
                  </a:cubicBezTo>
                  <a:cubicBezTo>
                    <a:pt x="405761" y="116656"/>
                    <a:pt x="405761" y="116656"/>
                    <a:pt x="405761" y="111584"/>
                  </a:cubicBezTo>
                  <a:cubicBezTo>
                    <a:pt x="405761" y="111584"/>
                    <a:pt x="405761" y="106512"/>
                    <a:pt x="405761" y="106512"/>
                  </a:cubicBezTo>
                  <a:cubicBezTo>
                    <a:pt x="405761" y="106512"/>
                    <a:pt x="405761" y="101440"/>
                    <a:pt x="405761" y="101440"/>
                  </a:cubicBezTo>
                  <a:cubicBezTo>
                    <a:pt x="405761" y="111584"/>
                    <a:pt x="405761" y="111584"/>
                    <a:pt x="405761" y="111584"/>
                  </a:cubicBezTo>
                  <a:close/>
                </a:path>
              </a:pathLst>
            </a:custGeom>
            <a:solidFill>
              <a:srgbClr val="25D8E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7F85D851-5EC2-40A7-9BB0-DA851F464209}"/>
                </a:ext>
              </a:extLst>
            </p:cNvPr>
            <p:cNvSpPr/>
            <p:nvPr/>
          </p:nvSpPr>
          <p:spPr>
            <a:xfrm>
              <a:off x="9250790" y="5457802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B7DA4A8-2863-446A-832F-8BA69B0DFA2B}"/>
                </a:ext>
              </a:extLst>
            </p:cNvPr>
            <p:cNvSpPr/>
            <p:nvPr/>
          </p:nvSpPr>
          <p:spPr>
            <a:xfrm>
              <a:off x="9266006" y="5372846"/>
              <a:ext cx="50720" cy="50720"/>
            </a:xfrm>
            <a:custGeom>
              <a:avLst/>
              <a:gdLst>
                <a:gd name="connsiteX0" fmla="*/ 0 w 0"/>
                <a:gd name="connsiteY0" fmla="*/ 3804 h 0"/>
                <a:gd name="connsiteX1" fmla="*/ 0 w 0"/>
                <a:gd name="connsiteY1" fmla="*/ 3804 h 0"/>
                <a:gd name="connsiteX2" fmla="*/ 0 w 0"/>
                <a:gd name="connsiteY2" fmla="*/ 3804 h 0"/>
                <a:gd name="connsiteX3" fmla="*/ 0 w 0"/>
                <a:gd name="connsiteY3" fmla="*/ 3804 h 0"/>
                <a:gd name="connsiteX4" fmla="*/ 0 w 0"/>
                <a:gd name="connsiteY4" fmla="*/ 380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3804"/>
                  </a:moveTo>
                  <a:cubicBezTo>
                    <a:pt x="5072" y="3804"/>
                    <a:pt x="5072" y="3804"/>
                    <a:pt x="0" y="3804"/>
                  </a:cubicBezTo>
                  <a:cubicBezTo>
                    <a:pt x="0" y="-1268"/>
                    <a:pt x="0" y="-1268"/>
                    <a:pt x="0" y="3804"/>
                  </a:cubicBezTo>
                  <a:cubicBezTo>
                    <a:pt x="0" y="-1268"/>
                    <a:pt x="0" y="-1268"/>
                    <a:pt x="0" y="3804"/>
                  </a:cubicBezTo>
                  <a:cubicBezTo>
                    <a:pt x="0" y="-1268"/>
                    <a:pt x="0" y="-1268"/>
                    <a:pt x="0" y="3804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1879728D-1095-49F6-83F1-45EB0193D6BD}"/>
                </a:ext>
              </a:extLst>
            </p:cNvPr>
            <p:cNvSpPr/>
            <p:nvPr/>
          </p:nvSpPr>
          <p:spPr>
            <a:xfrm>
              <a:off x="9271079" y="5417226"/>
              <a:ext cx="50720" cy="50720"/>
            </a:xfrm>
            <a:custGeom>
              <a:avLst/>
              <a:gdLst>
                <a:gd name="connsiteX0" fmla="*/ 0 w 0"/>
                <a:gd name="connsiteY0" fmla="*/ 5072 h 0"/>
                <a:gd name="connsiteX1" fmla="*/ 0 w 0"/>
                <a:gd name="connsiteY1" fmla="*/ 0 h 0"/>
                <a:gd name="connsiteX2" fmla="*/ 0 w 0"/>
                <a:gd name="connsiteY2" fmla="*/ 5072 h 0"/>
                <a:gd name="connsiteX3" fmla="*/ 0 w 0"/>
                <a:gd name="connsiteY3" fmla="*/ 507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5072"/>
                  </a:moveTo>
                  <a:cubicBezTo>
                    <a:pt x="0" y="5072"/>
                    <a:pt x="0" y="0"/>
                    <a:pt x="0" y="0"/>
                  </a:cubicBezTo>
                  <a:cubicBezTo>
                    <a:pt x="0" y="0"/>
                    <a:pt x="0" y="0"/>
                    <a:pt x="0" y="5072"/>
                  </a:cubicBezTo>
                  <a:cubicBezTo>
                    <a:pt x="0" y="0"/>
                    <a:pt x="0" y="0"/>
                    <a:pt x="0" y="5072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4DAA41D7-8ED2-4335-A575-A4800821B2F9}"/>
                </a:ext>
              </a:extLst>
            </p:cNvPr>
            <p:cNvSpPr/>
            <p:nvPr/>
          </p:nvSpPr>
          <p:spPr>
            <a:xfrm>
              <a:off x="9276150" y="5407082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EB2A3C3-3866-4B20-BEB5-27FD4C3266CC}"/>
                </a:ext>
              </a:extLst>
            </p:cNvPr>
            <p:cNvSpPr/>
            <p:nvPr/>
          </p:nvSpPr>
          <p:spPr>
            <a:xfrm>
              <a:off x="9276150" y="5396938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06534A4A-9A17-456B-99C2-6E2892B2C898}"/>
                </a:ext>
              </a:extLst>
            </p:cNvPr>
            <p:cNvSpPr/>
            <p:nvPr/>
          </p:nvSpPr>
          <p:spPr>
            <a:xfrm>
              <a:off x="9271079" y="5384539"/>
              <a:ext cx="50720" cy="50720"/>
            </a:xfrm>
            <a:custGeom>
              <a:avLst/>
              <a:gdLst>
                <a:gd name="connsiteX0" fmla="*/ 0 w 0"/>
                <a:gd name="connsiteY0" fmla="*/ 2254 h 0"/>
                <a:gd name="connsiteX1" fmla="*/ 0 w 0"/>
                <a:gd name="connsiteY1" fmla="*/ 2254 h 0"/>
                <a:gd name="connsiteX2" fmla="*/ 0 w 0"/>
                <a:gd name="connsiteY2" fmla="*/ 2254 h 0"/>
                <a:gd name="connsiteX3" fmla="*/ 0 w 0"/>
                <a:gd name="connsiteY3" fmla="*/ 225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2254"/>
                  </a:moveTo>
                  <a:cubicBezTo>
                    <a:pt x="0" y="2254"/>
                    <a:pt x="0" y="-2818"/>
                    <a:pt x="0" y="2254"/>
                  </a:cubicBezTo>
                  <a:cubicBezTo>
                    <a:pt x="0" y="-2818"/>
                    <a:pt x="0" y="2254"/>
                    <a:pt x="0" y="2254"/>
                  </a:cubicBezTo>
                  <a:cubicBezTo>
                    <a:pt x="0" y="2254"/>
                    <a:pt x="0" y="2254"/>
                    <a:pt x="0" y="2254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C7C62FF-DF6A-45DF-B827-C6B77807A111}"/>
                </a:ext>
              </a:extLst>
            </p:cNvPr>
            <p:cNvSpPr/>
            <p:nvPr/>
          </p:nvSpPr>
          <p:spPr>
            <a:xfrm>
              <a:off x="9262202" y="5362702"/>
              <a:ext cx="50720" cy="50720"/>
            </a:xfrm>
            <a:custGeom>
              <a:avLst/>
              <a:gdLst>
                <a:gd name="connsiteX0" fmla="*/ 3804 w 0"/>
                <a:gd name="connsiteY0" fmla="*/ 3804 h 0"/>
                <a:gd name="connsiteX1" fmla="*/ 3804 w 0"/>
                <a:gd name="connsiteY1" fmla="*/ 3804 h 0"/>
                <a:gd name="connsiteX2" fmla="*/ 3804 w 0"/>
                <a:gd name="connsiteY2" fmla="*/ 3804 h 0"/>
                <a:gd name="connsiteX3" fmla="*/ 3804 w 0"/>
                <a:gd name="connsiteY3" fmla="*/ 380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3804" y="3804"/>
                  </a:moveTo>
                  <a:cubicBezTo>
                    <a:pt x="-1268" y="-1268"/>
                    <a:pt x="-1268" y="-1268"/>
                    <a:pt x="3804" y="3804"/>
                  </a:cubicBezTo>
                  <a:cubicBezTo>
                    <a:pt x="-1268" y="-1268"/>
                    <a:pt x="-1268" y="-1268"/>
                    <a:pt x="3804" y="3804"/>
                  </a:cubicBezTo>
                  <a:cubicBezTo>
                    <a:pt x="-1268" y="-1268"/>
                    <a:pt x="-1268" y="-1268"/>
                    <a:pt x="3804" y="3804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302634C-2EEC-4F08-AB97-633A50CA4617}"/>
                </a:ext>
              </a:extLst>
            </p:cNvPr>
            <p:cNvSpPr/>
            <p:nvPr/>
          </p:nvSpPr>
          <p:spPr>
            <a:xfrm>
              <a:off x="9255862" y="5352558"/>
              <a:ext cx="50720" cy="50720"/>
            </a:xfrm>
            <a:custGeom>
              <a:avLst/>
              <a:gdLst>
                <a:gd name="connsiteX0" fmla="*/ 0 w 0"/>
                <a:gd name="connsiteY0" fmla="*/ 3804 h 0"/>
                <a:gd name="connsiteX1" fmla="*/ 0 w 0"/>
                <a:gd name="connsiteY1" fmla="*/ 3804 h 0"/>
                <a:gd name="connsiteX2" fmla="*/ 0 w 0"/>
                <a:gd name="connsiteY2" fmla="*/ 3804 h 0"/>
                <a:gd name="connsiteX3" fmla="*/ 0 w 0"/>
                <a:gd name="connsiteY3" fmla="*/ 380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3804"/>
                  </a:moveTo>
                  <a:cubicBezTo>
                    <a:pt x="0" y="-1268"/>
                    <a:pt x="0" y="-1268"/>
                    <a:pt x="0" y="3804"/>
                  </a:cubicBezTo>
                  <a:cubicBezTo>
                    <a:pt x="0" y="-1268"/>
                    <a:pt x="0" y="-1268"/>
                    <a:pt x="0" y="3804"/>
                  </a:cubicBezTo>
                  <a:cubicBezTo>
                    <a:pt x="0" y="-1268"/>
                    <a:pt x="0" y="-1268"/>
                    <a:pt x="0" y="3804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6685278-D346-457E-9107-AA38C3864D6A}"/>
                </a:ext>
              </a:extLst>
            </p:cNvPr>
            <p:cNvSpPr/>
            <p:nvPr/>
          </p:nvSpPr>
          <p:spPr>
            <a:xfrm>
              <a:off x="9230502" y="5469214"/>
              <a:ext cx="50720" cy="50720"/>
            </a:xfrm>
            <a:custGeom>
              <a:avLst/>
              <a:gdLst>
                <a:gd name="connsiteX0" fmla="*/ 0 w 0"/>
                <a:gd name="connsiteY0" fmla="*/ 3804 h 0"/>
                <a:gd name="connsiteX1" fmla="*/ 0 w 0"/>
                <a:gd name="connsiteY1" fmla="*/ 3804 h 0"/>
                <a:gd name="connsiteX2" fmla="*/ 0 w 0"/>
                <a:gd name="connsiteY2" fmla="*/ 3804 h 0"/>
                <a:gd name="connsiteX3" fmla="*/ 0 w 0"/>
                <a:gd name="connsiteY3" fmla="*/ 380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3804"/>
                  </a:moveTo>
                  <a:cubicBezTo>
                    <a:pt x="0" y="3804"/>
                    <a:pt x="5072" y="3804"/>
                    <a:pt x="0" y="3804"/>
                  </a:cubicBezTo>
                  <a:cubicBezTo>
                    <a:pt x="5072" y="-1268"/>
                    <a:pt x="5072" y="-1268"/>
                    <a:pt x="0" y="3804"/>
                  </a:cubicBezTo>
                  <a:cubicBezTo>
                    <a:pt x="5072" y="3804"/>
                    <a:pt x="0" y="3804"/>
                    <a:pt x="0" y="3804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20C7DFA-AA6E-4E66-8108-66CE57987191}"/>
                </a:ext>
              </a:extLst>
            </p:cNvPr>
            <p:cNvSpPr/>
            <p:nvPr/>
          </p:nvSpPr>
          <p:spPr>
            <a:xfrm>
              <a:off x="9260934" y="5442586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170D5F5-5185-4455-B7D1-50D19AAEEDCB}"/>
                </a:ext>
              </a:extLst>
            </p:cNvPr>
            <p:cNvSpPr/>
            <p:nvPr/>
          </p:nvSpPr>
          <p:spPr>
            <a:xfrm>
              <a:off x="9271079" y="5427370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0 h 0"/>
                <a:gd name="connsiteX2" fmla="*/ 0 w 0"/>
                <a:gd name="connsiteY2" fmla="*/ 0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247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4C8DAEDC-5499-44B3-AB9C-9ACAFE1BE75D}"/>
                </a:ext>
              </a:extLst>
            </p:cNvPr>
            <p:cNvSpPr/>
            <p:nvPr/>
          </p:nvSpPr>
          <p:spPr>
            <a:xfrm>
              <a:off x="9047910" y="5214346"/>
              <a:ext cx="50720" cy="304320"/>
            </a:xfrm>
            <a:custGeom>
              <a:avLst/>
              <a:gdLst>
                <a:gd name="connsiteX0" fmla="*/ 0 w 50720"/>
                <a:gd name="connsiteY0" fmla="*/ 0 h 304320"/>
                <a:gd name="connsiteX1" fmla="*/ 71008 w 50720"/>
                <a:gd name="connsiteY1" fmla="*/ 0 h 304320"/>
                <a:gd name="connsiteX2" fmla="*/ 71008 w 50720"/>
                <a:gd name="connsiteY2" fmla="*/ 339824 h 304320"/>
                <a:gd name="connsiteX3" fmla="*/ -1 w 50720"/>
                <a:gd name="connsiteY3" fmla="*/ 339824 h 30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0" h="304320">
                  <a:moveTo>
                    <a:pt x="0" y="0"/>
                  </a:moveTo>
                  <a:lnTo>
                    <a:pt x="71008" y="0"/>
                  </a:lnTo>
                  <a:lnTo>
                    <a:pt x="71008" y="339824"/>
                  </a:lnTo>
                  <a:lnTo>
                    <a:pt x="-1" y="339824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7C6A6F90-E2DF-4FF3-8F10-86E28022121D}"/>
                </a:ext>
              </a:extLst>
            </p:cNvPr>
            <p:cNvSpPr/>
            <p:nvPr/>
          </p:nvSpPr>
          <p:spPr>
            <a:xfrm>
              <a:off x="8924028" y="4344932"/>
              <a:ext cx="355041" cy="963681"/>
            </a:xfrm>
            <a:custGeom>
              <a:avLst/>
              <a:gdLst>
                <a:gd name="connsiteX0" fmla="*/ 159386 w 355040"/>
                <a:gd name="connsiteY0" fmla="*/ 2101 h 963680"/>
                <a:gd name="connsiteX1" fmla="*/ 113738 w 355040"/>
                <a:gd name="connsiteY1" fmla="*/ 42677 h 963680"/>
                <a:gd name="connsiteX2" fmla="*/ 83306 w 355040"/>
                <a:gd name="connsiteY2" fmla="*/ 306421 h 963680"/>
                <a:gd name="connsiteX3" fmla="*/ 88377 w 355040"/>
                <a:gd name="connsiteY3" fmla="*/ 382501 h 963680"/>
                <a:gd name="connsiteX4" fmla="*/ 37657 w 355040"/>
                <a:gd name="connsiteY4" fmla="*/ 544806 h 963680"/>
                <a:gd name="connsiteX5" fmla="*/ 27514 w 355040"/>
                <a:gd name="connsiteY5" fmla="*/ 828838 h 963680"/>
                <a:gd name="connsiteX6" fmla="*/ 159386 w 355040"/>
                <a:gd name="connsiteY6" fmla="*/ 980998 h 963680"/>
                <a:gd name="connsiteX7" fmla="*/ 362266 w 355040"/>
                <a:gd name="connsiteY7" fmla="*/ 752758 h 963680"/>
                <a:gd name="connsiteX8" fmla="*/ 352122 w 355040"/>
                <a:gd name="connsiteY8" fmla="*/ 585381 h 963680"/>
                <a:gd name="connsiteX9" fmla="*/ 321690 w 355040"/>
                <a:gd name="connsiteY9" fmla="*/ 499157 h 963680"/>
                <a:gd name="connsiteX10" fmla="*/ 321690 w 355040"/>
                <a:gd name="connsiteY10" fmla="*/ 428149 h 963680"/>
                <a:gd name="connsiteX11" fmla="*/ 286186 w 355040"/>
                <a:gd name="connsiteY11" fmla="*/ 159333 h 963680"/>
                <a:gd name="connsiteX12" fmla="*/ 240538 w 355040"/>
                <a:gd name="connsiteY12" fmla="*/ 73109 h 963680"/>
                <a:gd name="connsiteX13" fmla="*/ 184745 w 355040"/>
                <a:gd name="connsiteY13" fmla="*/ 7173 h 963680"/>
                <a:gd name="connsiteX14" fmla="*/ 159386 w 355040"/>
                <a:gd name="connsiteY14" fmla="*/ 2101 h 96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5040" h="963680">
                  <a:moveTo>
                    <a:pt x="159386" y="2101"/>
                  </a:moveTo>
                  <a:cubicBezTo>
                    <a:pt x="139098" y="2101"/>
                    <a:pt x="123881" y="22389"/>
                    <a:pt x="113738" y="42677"/>
                  </a:cubicBezTo>
                  <a:cubicBezTo>
                    <a:pt x="68089" y="118757"/>
                    <a:pt x="73161" y="215125"/>
                    <a:pt x="83306" y="306421"/>
                  </a:cubicBezTo>
                  <a:cubicBezTo>
                    <a:pt x="88377" y="331781"/>
                    <a:pt x="88377" y="357141"/>
                    <a:pt x="88377" y="382501"/>
                  </a:cubicBezTo>
                  <a:cubicBezTo>
                    <a:pt x="88377" y="438293"/>
                    <a:pt x="57945" y="494086"/>
                    <a:pt x="37657" y="544806"/>
                  </a:cubicBezTo>
                  <a:cubicBezTo>
                    <a:pt x="-7991" y="641173"/>
                    <a:pt x="-13063" y="727398"/>
                    <a:pt x="27514" y="828838"/>
                  </a:cubicBezTo>
                  <a:cubicBezTo>
                    <a:pt x="42729" y="874486"/>
                    <a:pt x="93449" y="991142"/>
                    <a:pt x="159386" y="980998"/>
                  </a:cubicBezTo>
                  <a:cubicBezTo>
                    <a:pt x="245610" y="965782"/>
                    <a:pt x="347050" y="838982"/>
                    <a:pt x="362266" y="752758"/>
                  </a:cubicBezTo>
                  <a:cubicBezTo>
                    <a:pt x="372410" y="696966"/>
                    <a:pt x="372410" y="636101"/>
                    <a:pt x="352122" y="585381"/>
                  </a:cubicBezTo>
                  <a:cubicBezTo>
                    <a:pt x="341978" y="554949"/>
                    <a:pt x="326762" y="529589"/>
                    <a:pt x="321690" y="499157"/>
                  </a:cubicBezTo>
                  <a:cubicBezTo>
                    <a:pt x="316618" y="478869"/>
                    <a:pt x="316618" y="453509"/>
                    <a:pt x="321690" y="428149"/>
                  </a:cubicBezTo>
                  <a:cubicBezTo>
                    <a:pt x="326762" y="336853"/>
                    <a:pt x="316618" y="245557"/>
                    <a:pt x="286186" y="159333"/>
                  </a:cubicBezTo>
                  <a:cubicBezTo>
                    <a:pt x="276042" y="128901"/>
                    <a:pt x="260826" y="103541"/>
                    <a:pt x="240538" y="73109"/>
                  </a:cubicBezTo>
                  <a:cubicBezTo>
                    <a:pt x="225322" y="52821"/>
                    <a:pt x="210105" y="22389"/>
                    <a:pt x="184745" y="7173"/>
                  </a:cubicBezTo>
                  <a:cubicBezTo>
                    <a:pt x="174602" y="2101"/>
                    <a:pt x="164458" y="-2971"/>
                    <a:pt x="159386" y="2101"/>
                  </a:cubicBezTo>
                  <a:close/>
                </a:path>
              </a:pathLst>
            </a:custGeom>
            <a:solidFill>
              <a:srgbClr val="30D84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60631A66-8183-447F-8685-3CFBFA774A81}"/>
                </a:ext>
              </a:extLst>
            </p:cNvPr>
            <p:cNvSpPr/>
            <p:nvPr/>
          </p:nvSpPr>
          <p:spPr>
            <a:xfrm>
              <a:off x="9078342" y="4362249"/>
              <a:ext cx="50720" cy="912961"/>
            </a:xfrm>
            <a:custGeom>
              <a:avLst/>
              <a:gdLst>
                <a:gd name="connsiteX0" fmla="*/ 5072 w 0"/>
                <a:gd name="connsiteY0" fmla="*/ 0 h 912960"/>
                <a:gd name="connsiteX1" fmla="*/ 10144 w 0"/>
                <a:gd name="connsiteY1" fmla="*/ 238384 h 912960"/>
                <a:gd name="connsiteX2" fmla="*/ 10144 w 0"/>
                <a:gd name="connsiteY2" fmla="*/ 476768 h 912960"/>
                <a:gd name="connsiteX3" fmla="*/ 10144 w 0"/>
                <a:gd name="connsiteY3" fmla="*/ 715153 h 912960"/>
                <a:gd name="connsiteX4" fmla="*/ 10144 w 0"/>
                <a:gd name="connsiteY4" fmla="*/ 831809 h 912960"/>
                <a:gd name="connsiteX5" fmla="*/ 5072 w 0"/>
                <a:gd name="connsiteY5" fmla="*/ 948465 h 912960"/>
                <a:gd name="connsiteX6" fmla="*/ 0 w 0"/>
                <a:gd name="connsiteY6" fmla="*/ 831809 h 912960"/>
                <a:gd name="connsiteX7" fmla="*/ 0 w 0"/>
                <a:gd name="connsiteY7" fmla="*/ 715153 h 912960"/>
                <a:gd name="connsiteX8" fmla="*/ 0 w 0"/>
                <a:gd name="connsiteY8" fmla="*/ 476768 h 912960"/>
                <a:gd name="connsiteX9" fmla="*/ 0 w 0"/>
                <a:gd name="connsiteY9" fmla="*/ 238384 h 912960"/>
                <a:gd name="connsiteX10" fmla="*/ 5072 w 0"/>
                <a:gd name="connsiteY10" fmla="*/ 0 h 91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h="912960">
                  <a:moveTo>
                    <a:pt x="5072" y="0"/>
                  </a:moveTo>
                  <a:cubicBezTo>
                    <a:pt x="5072" y="81152"/>
                    <a:pt x="10144" y="157232"/>
                    <a:pt x="10144" y="238384"/>
                  </a:cubicBezTo>
                  <a:lnTo>
                    <a:pt x="10144" y="476768"/>
                  </a:lnTo>
                  <a:lnTo>
                    <a:pt x="10144" y="715153"/>
                  </a:lnTo>
                  <a:lnTo>
                    <a:pt x="10144" y="831809"/>
                  </a:lnTo>
                  <a:lnTo>
                    <a:pt x="5072" y="948465"/>
                  </a:lnTo>
                  <a:lnTo>
                    <a:pt x="0" y="831809"/>
                  </a:lnTo>
                  <a:lnTo>
                    <a:pt x="0" y="715153"/>
                  </a:lnTo>
                  <a:lnTo>
                    <a:pt x="0" y="476768"/>
                  </a:lnTo>
                  <a:lnTo>
                    <a:pt x="0" y="238384"/>
                  </a:lnTo>
                  <a:cubicBezTo>
                    <a:pt x="0" y="162304"/>
                    <a:pt x="0" y="81152"/>
                    <a:pt x="5072" y="0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5FFBA86D-6370-4872-A28A-03B5760A8986}"/>
                </a:ext>
              </a:extLst>
            </p:cNvPr>
            <p:cNvSpPr/>
            <p:nvPr/>
          </p:nvSpPr>
          <p:spPr>
            <a:xfrm>
              <a:off x="9027622" y="4712217"/>
              <a:ext cx="50720" cy="152160"/>
            </a:xfrm>
            <a:custGeom>
              <a:avLst/>
              <a:gdLst>
                <a:gd name="connsiteX0" fmla="*/ 0 w 50720"/>
                <a:gd name="connsiteY0" fmla="*/ 0 h 152160"/>
                <a:gd name="connsiteX1" fmla="*/ 30432 w 50720"/>
                <a:gd name="connsiteY1" fmla="*/ 86224 h 152160"/>
                <a:gd name="connsiteX2" fmla="*/ 55792 w 50720"/>
                <a:gd name="connsiteY2" fmla="*/ 172448 h 152160"/>
                <a:gd name="connsiteX3" fmla="*/ 25360 w 50720"/>
                <a:gd name="connsiteY3" fmla="*/ 86224 h 152160"/>
                <a:gd name="connsiteX4" fmla="*/ 0 w 50720"/>
                <a:gd name="connsiteY4" fmla="*/ 0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 h="152160">
                  <a:moveTo>
                    <a:pt x="0" y="0"/>
                  </a:moveTo>
                  <a:cubicBezTo>
                    <a:pt x="10144" y="25360"/>
                    <a:pt x="20288" y="55792"/>
                    <a:pt x="30432" y="86224"/>
                  </a:cubicBezTo>
                  <a:cubicBezTo>
                    <a:pt x="40576" y="116656"/>
                    <a:pt x="45648" y="142016"/>
                    <a:pt x="55792" y="172448"/>
                  </a:cubicBezTo>
                  <a:cubicBezTo>
                    <a:pt x="45648" y="147088"/>
                    <a:pt x="35504" y="116656"/>
                    <a:pt x="25360" y="86224"/>
                  </a:cubicBezTo>
                  <a:cubicBezTo>
                    <a:pt x="15216" y="55792"/>
                    <a:pt x="5072" y="3043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441D957-7FCB-4162-8329-000491C4B105}"/>
                </a:ext>
              </a:extLst>
            </p:cNvPr>
            <p:cNvSpPr/>
            <p:nvPr/>
          </p:nvSpPr>
          <p:spPr>
            <a:xfrm>
              <a:off x="9002262" y="4996249"/>
              <a:ext cx="50720" cy="202880"/>
            </a:xfrm>
            <a:custGeom>
              <a:avLst/>
              <a:gdLst>
                <a:gd name="connsiteX0" fmla="*/ 0 w 50720"/>
                <a:gd name="connsiteY0" fmla="*/ 0 h 202880"/>
                <a:gd name="connsiteX1" fmla="*/ 45648 w 50720"/>
                <a:gd name="connsiteY1" fmla="*/ 96368 h 202880"/>
                <a:gd name="connsiteX2" fmla="*/ 81152 w 50720"/>
                <a:gd name="connsiteY2" fmla="*/ 202880 h 202880"/>
                <a:gd name="connsiteX3" fmla="*/ 35504 w 50720"/>
                <a:gd name="connsiteY3" fmla="*/ 101440 h 202880"/>
                <a:gd name="connsiteX4" fmla="*/ 0 w 50720"/>
                <a:gd name="connsiteY4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 h="202880">
                  <a:moveTo>
                    <a:pt x="0" y="0"/>
                  </a:moveTo>
                  <a:cubicBezTo>
                    <a:pt x="20288" y="25360"/>
                    <a:pt x="30432" y="65936"/>
                    <a:pt x="45648" y="96368"/>
                  </a:cubicBezTo>
                  <a:cubicBezTo>
                    <a:pt x="60864" y="131872"/>
                    <a:pt x="71008" y="167376"/>
                    <a:pt x="81152" y="202880"/>
                  </a:cubicBezTo>
                  <a:cubicBezTo>
                    <a:pt x="65936" y="167376"/>
                    <a:pt x="50720" y="136944"/>
                    <a:pt x="35504" y="101440"/>
                  </a:cubicBezTo>
                  <a:cubicBezTo>
                    <a:pt x="20288" y="71008"/>
                    <a:pt x="10144" y="3550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82F636-8A6A-499C-94B4-C0BA9069E755}"/>
                </a:ext>
              </a:extLst>
            </p:cNvPr>
            <p:cNvSpPr/>
            <p:nvPr/>
          </p:nvSpPr>
          <p:spPr>
            <a:xfrm>
              <a:off x="9083414" y="4828873"/>
              <a:ext cx="101440" cy="152160"/>
            </a:xfrm>
            <a:custGeom>
              <a:avLst/>
              <a:gdLst>
                <a:gd name="connsiteX0" fmla="*/ 0 w 101440"/>
                <a:gd name="connsiteY0" fmla="*/ 187664 h 152160"/>
                <a:gd name="connsiteX1" fmla="*/ 50720 w 101440"/>
                <a:gd name="connsiteY1" fmla="*/ 91296 h 152160"/>
                <a:gd name="connsiteX2" fmla="*/ 111584 w 101440"/>
                <a:gd name="connsiteY2" fmla="*/ 0 h 152160"/>
                <a:gd name="connsiteX3" fmla="*/ 60864 w 101440"/>
                <a:gd name="connsiteY3" fmla="*/ 96368 h 152160"/>
                <a:gd name="connsiteX4" fmla="*/ 0 w 101440"/>
                <a:gd name="connsiteY4" fmla="*/ 187664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52160">
                  <a:moveTo>
                    <a:pt x="0" y="187664"/>
                  </a:moveTo>
                  <a:cubicBezTo>
                    <a:pt x="15216" y="157232"/>
                    <a:pt x="30432" y="121728"/>
                    <a:pt x="50720" y="91296"/>
                  </a:cubicBezTo>
                  <a:cubicBezTo>
                    <a:pt x="71008" y="60864"/>
                    <a:pt x="86224" y="30432"/>
                    <a:pt x="111584" y="0"/>
                  </a:cubicBezTo>
                  <a:cubicBezTo>
                    <a:pt x="96368" y="30432"/>
                    <a:pt x="81152" y="65936"/>
                    <a:pt x="60864" y="96368"/>
                  </a:cubicBezTo>
                  <a:cubicBezTo>
                    <a:pt x="40576" y="126800"/>
                    <a:pt x="20288" y="157232"/>
                    <a:pt x="0" y="187664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167C5DF-2AF4-4C45-BD58-0598FFC774B4}"/>
                </a:ext>
              </a:extLst>
            </p:cNvPr>
            <p:cNvSpPr/>
            <p:nvPr/>
          </p:nvSpPr>
          <p:spPr>
            <a:xfrm>
              <a:off x="9083414" y="5062185"/>
              <a:ext cx="101440" cy="152160"/>
            </a:xfrm>
            <a:custGeom>
              <a:avLst/>
              <a:gdLst>
                <a:gd name="connsiteX0" fmla="*/ 0 w 101440"/>
                <a:gd name="connsiteY0" fmla="*/ 187664 h 152160"/>
                <a:gd name="connsiteX1" fmla="*/ 50720 w 101440"/>
                <a:gd name="connsiteY1" fmla="*/ 91296 h 152160"/>
                <a:gd name="connsiteX2" fmla="*/ 111584 w 101440"/>
                <a:gd name="connsiteY2" fmla="*/ 0 h 152160"/>
                <a:gd name="connsiteX3" fmla="*/ 60864 w 101440"/>
                <a:gd name="connsiteY3" fmla="*/ 96368 h 152160"/>
                <a:gd name="connsiteX4" fmla="*/ 0 w 101440"/>
                <a:gd name="connsiteY4" fmla="*/ 187664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52160">
                  <a:moveTo>
                    <a:pt x="0" y="187664"/>
                  </a:moveTo>
                  <a:cubicBezTo>
                    <a:pt x="15216" y="157232"/>
                    <a:pt x="30432" y="121728"/>
                    <a:pt x="50720" y="91296"/>
                  </a:cubicBezTo>
                  <a:cubicBezTo>
                    <a:pt x="71008" y="60864"/>
                    <a:pt x="86224" y="30432"/>
                    <a:pt x="111584" y="0"/>
                  </a:cubicBezTo>
                  <a:cubicBezTo>
                    <a:pt x="96368" y="30432"/>
                    <a:pt x="81152" y="65936"/>
                    <a:pt x="60864" y="96368"/>
                  </a:cubicBezTo>
                  <a:cubicBezTo>
                    <a:pt x="40576" y="131872"/>
                    <a:pt x="20288" y="162304"/>
                    <a:pt x="0" y="187664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1E634CF-EEFA-419B-8E41-98CCE3AAE620}"/>
                </a:ext>
              </a:extLst>
            </p:cNvPr>
            <p:cNvSpPr/>
            <p:nvPr/>
          </p:nvSpPr>
          <p:spPr>
            <a:xfrm>
              <a:off x="9083414" y="4529625"/>
              <a:ext cx="50720" cy="101440"/>
            </a:xfrm>
            <a:custGeom>
              <a:avLst/>
              <a:gdLst>
                <a:gd name="connsiteX0" fmla="*/ 0 w 50720"/>
                <a:gd name="connsiteY0" fmla="*/ 106512 h 101440"/>
                <a:gd name="connsiteX1" fmla="*/ 25360 w 50720"/>
                <a:gd name="connsiteY1" fmla="*/ 50720 h 101440"/>
                <a:gd name="connsiteX2" fmla="*/ 60864 w 50720"/>
                <a:gd name="connsiteY2" fmla="*/ 0 h 101440"/>
                <a:gd name="connsiteX3" fmla="*/ 35504 w 50720"/>
                <a:gd name="connsiteY3" fmla="*/ 55792 h 101440"/>
                <a:gd name="connsiteX4" fmla="*/ 0 w 50720"/>
                <a:gd name="connsiteY4" fmla="*/ 106512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 h="101440">
                  <a:moveTo>
                    <a:pt x="0" y="106512"/>
                  </a:moveTo>
                  <a:cubicBezTo>
                    <a:pt x="5072" y="86224"/>
                    <a:pt x="15216" y="65936"/>
                    <a:pt x="25360" y="50720"/>
                  </a:cubicBezTo>
                  <a:cubicBezTo>
                    <a:pt x="35504" y="30432"/>
                    <a:pt x="45648" y="15216"/>
                    <a:pt x="60864" y="0"/>
                  </a:cubicBezTo>
                  <a:cubicBezTo>
                    <a:pt x="55792" y="20288"/>
                    <a:pt x="45648" y="40576"/>
                    <a:pt x="35504" y="55792"/>
                  </a:cubicBezTo>
                  <a:cubicBezTo>
                    <a:pt x="20288" y="76080"/>
                    <a:pt x="10144" y="91296"/>
                    <a:pt x="0" y="106512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49816BC9-FD08-4C67-9911-2936BF906B89}"/>
                </a:ext>
              </a:extLst>
            </p:cNvPr>
            <p:cNvSpPr/>
            <p:nvPr/>
          </p:nvSpPr>
          <p:spPr>
            <a:xfrm>
              <a:off x="8865317" y="5386794"/>
              <a:ext cx="405761" cy="355040"/>
            </a:xfrm>
            <a:custGeom>
              <a:avLst/>
              <a:gdLst>
                <a:gd name="connsiteX0" fmla="*/ 405761 w 405760"/>
                <a:gd name="connsiteY0" fmla="*/ 20288 h 355040"/>
                <a:gd name="connsiteX1" fmla="*/ 400689 w 405760"/>
                <a:gd name="connsiteY1" fmla="*/ 30432 h 355040"/>
                <a:gd name="connsiteX2" fmla="*/ 390545 w 405760"/>
                <a:gd name="connsiteY2" fmla="*/ 40576 h 355040"/>
                <a:gd name="connsiteX3" fmla="*/ 380401 w 405760"/>
                <a:gd name="connsiteY3" fmla="*/ 55792 h 355040"/>
                <a:gd name="connsiteX4" fmla="*/ 355041 w 405760"/>
                <a:gd name="connsiteY4" fmla="*/ 76080 h 355040"/>
                <a:gd name="connsiteX5" fmla="*/ 344896 w 405760"/>
                <a:gd name="connsiteY5" fmla="*/ 81152 h 355040"/>
                <a:gd name="connsiteX6" fmla="*/ 299249 w 405760"/>
                <a:gd name="connsiteY6" fmla="*/ 101440 h 355040"/>
                <a:gd name="connsiteX7" fmla="*/ 263745 w 405760"/>
                <a:gd name="connsiteY7" fmla="*/ 111584 h 355040"/>
                <a:gd name="connsiteX8" fmla="*/ 238385 w 405760"/>
                <a:gd name="connsiteY8" fmla="*/ 116656 h 355040"/>
                <a:gd name="connsiteX9" fmla="*/ 218097 w 405760"/>
                <a:gd name="connsiteY9" fmla="*/ 116656 h 355040"/>
                <a:gd name="connsiteX10" fmla="*/ 197808 w 405760"/>
                <a:gd name="connsiteY10" fmla="*/ 116656 h 355040"/>
                <a:gd name="connsiteX11" fmla="*/ 177520 w 405760"/>
                <a:gd name="connsiteY11" fmla="*/ 116656 h 355040"/>
                <a:gd name="connsiteX12" fmla="*/ 157232 w 405760"/>
                <a:gd name="connsiteY12" fmla="*/ 116656 h 355040"/>
                <a:gd name="connsiteX13" fmla="*/ 136945 w 405760"/>
                <a:gd name="connsiteY13" fmla="*/ 111584 h 355040"/>
                <a:gd name="connsiteX14" fmla="*/ 116656 w 405760"/>
                <a:gd name="connsiteY14" fmla="*/ 106512 h 355040"/>
                <a:gd name="connsiteX15" fmla="*/ 91296 w 405760"/>
                <a:gd name="connsiteY15" fmla="*/ 96368 h 355040"/>
                <a:gd name="connsiteX16" fmla="*/ 55792 w 405760"/>
                <a:gd name="connsiteY16" fmla="*/ 81152 h 355040"/>
                <a:gd name="connsiteX17" fmla="*/ 0 w 405760"/>
                <a:gd name="connsiteY17" fmla="*/ 0 h 355040"/>
                <a:gd name="connsiteX18" fmla="*/ 0 w 405760"/>
                <a:gd name="connsiteY18" fmla="*/ 278960 h 355040"/>
                <a:gd name="connsiteX19" fmla="*/ 55792 w 405760"/>
                <a:gd name="connsiteY19" fmla="*/ 360112 h 355040"/>
                <a:gd name="connsiteX20" fmla="*/ 91296 w 405760"/>
                <a:gd name="connsiteY20" fmla="*/ 375328 h 355040"/>
                <a:gd name="connsiteX21" fmla="*/ 116656 w 405760"/>
                <a:gd name="connsiteY21" fmla="*/ 385472 h 355040"/>
                <a:gd name="connsiteX22" fmla="*/ 136945 w 405760"/>
                <a:gd name="connsiteY22" fmla="*/ 390545 h 355040"/>
                <a:gd name="connsiteX23" fmla="*/ 157232 w 405760"/>
                <a:gd name="connsiteY23" fmla="*/ 395617 h 355040"/>
                <a:gd name="connsiteX24" fmla="*/ 177520 w 405760"/>
                <a:gd name="connsiteY24" fmla="*/ 395617 h 355040"/>
                <a:gd name="connsiteX25" fmla="*/ 197808 w 405760"/>
                <a:gd name="connsiteY25" fmla="*/ 395617 h 355040"/>
                <a:gd name="connsiteX26" fmla="*/ 218097 w 405760"/>
                <a:gd name="connsiteY26" fmla="*/ 395617 h 355040"/>
                <a:gd name="connsiteX27" fmla="*/ 238385 w 405760"/>
                <a:gd name="connsiteY27" fmla="*/ 395617 h 355040"/>
                <a:gd name="connsiteX28" fmla="*/ 263745 w 405760"/>
                <a:gd name="connsiteY28" fmla="*/ 390545 h 355040"/>
                <a:gd name="connsiteX29" fmla="*/ 299249 w 405760"/>
                <a:gd name="connsiteY29" fmla="*/ 380400 h 355040"/>
                <a:gd name="connsiteX30" fmla="*/ 344896 w 405760"/>
                <a:gd name="connsiteY30" fmla="*/ 360112 h 355040"/>
                <a:gd name="connsiteX31" fmla="*/ 355041 w 405760"/>
                <a:gd name="connsiteY31" fmla="*/ 355040 h 355040"/>
                <a:gd name="connsiteX32" fmla="*/ 380401 w 405760"/>
                <a:gd name="connsiteY32" fmla="*/ 334752 h 355040"/>
                <a:gd name="connsiteX33" fmla="*/ 390545 w 405760"/>
                <a:gd name="connsiteY33" fmla="*/ 319536 h 355040"/>
                <a:gd name="connsiteX34" fmla="*/ 400689 w 405760"/>
                <a:gd name="connsiteY34" fmla="*/ 309392 h 355040"/>
                <a:gd name="connsiteX35" fmla="*/ 405761 w 405760"/>
                <a:gd name="connsiteY35" fmla="*/ 299248 h 355040"/>
                <a:gd name="connsiteX36" fmla="*/ 410833 w 405760"/>
                <a:gd name="connsiteY36" fmla="*/ 289104 h 355040"/>
                <a:gd name="connsiteX37" fmla="*/ 410833 w 405760"/>
                <a:gd name="connsiteY37" fmla="*/ 10144 h 355040"/>
                <a:gd name="connsiteX38" fmla="*/ 405761 w 405760"/>
                <a:gd name="connsiteY38" fmla="*/ 20288 h 35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05760" h="355040">
                  <a:moveTo>
                    <a:pt x="405761" y="20288"/>
                  </a:moveTo>
                  <a:cubicBezTo>
                    <a:pt x="405761" y="25360"/>
                    <a:pt x="400689" y="30432"/>
                    <a:pt x="400689" y="30432"/>
                  </a:cubicBezTo>
                  <a:cubicBezTo>
                    <a:pt x="400689" y="35504"/>
                    <a:pt x="395617" y="40576"/>
                    <a:pt x="390545" y="40576"/>
                  </a:cubicBezTo>
                  <a:cubicBezTo>
                    <a:pt x="385473" y="45648"/>
                    <a:pt x="385473" y="50720"/>
                    <a:pt x="380401" y="55792"/>
                  </a:cubicBezTo>
                  <a:cubicBezTo>
                    <a:pt x="375329" y="60864"/>
                    <a:pt x="365185" y="65936"/>
                    <a:pt x="355041" y="76080"/>
                  </a:cubicBezTo>
                  <a:cubicBezTo>
                    <a:pt x="349969" y="76080"/>
                    <a:pt x="349969" y="81152"/>
                    <a:pt x="344896" y="81152"/>
                  </a:cubicBezTo>
                  <a:cubicBezTo>
                    <a:pt x="329681" y="86224"/>
                    <a:pt x="314465" y="96368"/>
                    <a:pt x="299249" y="101440"/>
                  </a:cubicBezTo>
                  <a:cubicBezTo>
                    <a:pt x="289105" y="106512"/>
                    <a:pt x="273889" y="106512"/>
                    <a:pt x="263745" y="111584"/>
                  </a:cubicBezTo>
                  <a:cubicBezTo>
                    <a:pt x="253601" y="111584"/>
                    <a:pt x="248529" y="116656"/>
                    <a:pt x="238385" y="116656"/>
                  </a:cubicBezTo>
                  <a:cubicBezTo>
                    <a:pt x="233312" y="116656"/>
                    <a:pt x="223169" y="116656"/>
                    <a:pt x="218097" y="116656"/>
                  </a:cubicBezTo>
                  <a:cubicBezTo>
                    <a:pt x="213025" y="116656"/>
                    <a:pt x="202880" y="116656"/>
                    <a:pt x="197808" y="116656"/>
                  </a:cubicBezTo>
                  <a:cubicBezTo>
                    <a:pt x="192737" y="116656"/>
                    <a:pt x="182592" y="116656"/>
                    <a:pt x="177520" y="116656"/>
                  </a:cubicBezTo>
                  <a:cubicBezTo>
                    <a:pt x="172448" y="116656"/>
                    <a:pt x="162305" y="116656"/>
                    <a:pt x="157232" y="116656"/>
                  </a:cubicBezTo>
                  <a:cubicBezTo>
                    <a:pt x="152160" y="116656"/>
                    <a:pt x="142016" y="116656"/>
                    <a:pt x="136945" y="111584"/>
                  </a:cubicBezTo>
                  <a:cubicBezTo>
                    <a:pt x="131872" y="111584"/>
                    <a:pt x="121728" y="106512"/>
                    <a:pt x="116656" y="106512"/>
                  </a:cubicBezTo>
                  <a:cubicBezTo>
                    <a:pt x="106512" y="106512"/>
                    <a:pt x="101440" y="101440"/>
                    <a:pt x="91296" y="96368"/>
                  </a:cubicBezTo>
                  <a:cubicBezTo>
                    <a:pt x="81152" y="91296"/>
                    <a:pt x="71008" y="86224"/>
                    <a:pt x="55792" y="81152"/>
                  </a:cubicBezTo>
                  <a:cubicBezTo>
                    <a:pt x="20288" y="60864"/>
                    <a:pt x="0" y="30432"/>
                    <a:pt x="0" y="0"/>
                  </a:cubicBezTo>
                  <a:lnTo>
                    <a:pt x="0" y="278960"/>
                  </a:lnTo>
                  <a:cubicBezTo>
                    <a:pt x="0" y="309392"/>
                    <a:pt x="20288" y="334752"/>
                    <a:pt x="55792" y="360112"/>
                  </a:cubicBezTo>
                  <a:cubicBezTo>
                    <a:pt x="65936" y="365185"/>
                    <a:pt x="76080" y="370256"/>
                    <a:pt x="91296" y="375328"/>
                  </a:cubicBezTo>
                  <a:cubicBezTo>
                    <a:pt x="101440" y="380400"/>
                    <a:pt x="106512" y="380400"/>
                    <a:pt x="116656" y="385472"/>
                  </a:cubicBezTo>
                  <a:cubicBezTo>
                    <a:pt x="121728" y="385472"/>
                    <a:pt x="131872" y="390545"/>
                    <a:pt x="136945" y="390545"/>
                  </a:cubicBezTo>
                  <a:cubicBezTo>
                    <a:pt x="142016" y="390545"/>
                    <a:pt x="152160" y="390545"/>
                    <a:pt x="157232" y="395617"/>
                  </a:cubicBezTo>
                  <a:cubicBezTo>
                    <a:pt x="162305" y="395617"/>
                    <a:pt x="172448" y="395617"/>
                    <a:pt x="177520" y="395617"/>
                  </a:cubicBezTo>
                  <a:cubicBezTo>
                    <a:pt x="182592" y="395617"/>
                    <a:pt x="192737" y="395617"/>
                    <a:pt x="197808" y="395617"/>
                  </a:cubicBezTo>
                  <a:cubicBezTo>
                    <a:pt x="202880" y="395617"/>
                    <a:pt x="213025" y="395617"/>
                    <a:pt x="218097" y="395617"/>
                  </a:cubicBezTo>
                  <a:cubicBezTo>
                    <a:pt x="223169" y="395617"/>
                    <a:pt x="233312" y="395617"/>
                    <a:pt x="238385" y="395617"/>
                  </a:cubicBezTo>
                  <a:cubicBezTo>
                    <a:pt x="248529" y="395617"/>
                    <a:pt x="253601" y="395617"/>
                    <a:pt x="263745" y="390545"/>
                  </a:cubicBezTo>
                  <a:cubicBezTo>
                    <a:pt x="273889" y="390545"/>
                    <a:pt x="289105" y="385472"/>
                    <a:pt x="299249" y="380400"/>
                  </a:cubicBezTo>
                  <a:cubicBezTo>
                    <a:pt x="314465" y="375328"/>
                    <a:pt x="329681" y="370256"/>
                    <a:pt x="344896" y="360112"/>
                  </a:cubicBezTo>
                  <a:cubicBezTo>
                    <a:pt x="349969" y="360112"/>
                    <a:pt x="349969" y="355040"/>
                    <a:pt x="355041" y="355040"/>
                  </a:cubicBezTo>
                  <a:cubicBezTo>
                    <a:pt x="365185" y="349968"/>
                    <a:pt x="370257" y="344896"/>
                    <a:pt x="380401" y="334752"/>
                  </a:cubicBezTo>
                  <a:cubicBezTo>
                    <a:pt x="385473" y="329680"/>
                    <a:pt x="390545" y="324608"/>
                    <a:pt x="390545" y="319536"/>
                  </a:cubicBezTo>
                  <a:cubicBezTo>
                    <a:pt x="395617" y="314465"/>
                    <a:pt x="395617" y="309392"/>
                    <a:pt x="400689" y="309392"/>
                  </a:cubicBezTo>
                  <a:cubicBezTo>
                    <a:pt x="400689" y="304320"/>
                    <a:pt x="405761" y="304320"/>
                    <a:pt x="405761" y="299248"/>
                  </a:cubicBezTo>
                  <a:cubicBezTo>
                    <a:pt x="405761" y="294176"/>
                    <a:pt x="405761" y="294176"/>
                    <a:pt x="410833" y="289104"/>
                  </a:cubicBezTo>
                  <a:lnTo>
                    <a:pt x="410833" y="10144"/>
                  </a:lnTo>
                  <a:cubicBezTo>
                    <a:pt x="410833" y="10144"/>
                    <a:pt x="410833" y="15216"/>
                    <a:pt x="405761" y="20288"/>
                  </a:cubicBezTo>
                  <a:close/>
                </a:path>
              </a:pathLst>
            </a:custGeom>
            <a:solidFill>
              <a:srgbClr val="1B49A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6074C50E-DF00-4CC0-AE9F-5F336B1EF667}"/>
                </a:ext>
              </a:extLst>
            </p:cNvPr>
            <p:cNvSpPr/>
            <p:nvPr/>
          </p:nvSpPr>
          <p:spPr>
            <a:xfrm>
              <a:off x="9073270" y="4341961"/>
              <a:ext cx="202880" cy="963681"/>
            </a:xfrm>
            <a:custGeom>
              <a:avLst/>
              <a:gdLst>
                <a:gd name="connsiteX0" fmla="*/ 207953 w 202880"/>
                <a:gd name="connsiteY0" fmla="*/ 583281 h 963680"/>
                <a:gd name="connsiteX1" fmla="*/ 177520 w 202880"/>
                <a:gd name="connsiteY1" fmla="*/ 497057 h 963680"/>
                <a:gd name="connsiteX2" fmla="*/ 177520 w 202880"/>
                <a:gd name="connsiteY2" fmla="*/ 426048 h 963680"/>
                <a:gd name="connsiteX3" fmla="*/ 142016 w 202880"/>
                <a:gd name="connsiteY3" fmla="*/ 157232 h 963680"/>
                <a:gd name="connsiteX4" fmla="*/ 96369 w 202880"/>
                <a:gd name="connsiteY4" fmla="*/ 71008 h 963680"/>
                <a:gd name="connsiteX5" fmla="*/ 40576 w 202880"/>
                <a:gd name="connsiteY5" fmla="*/ 5072 h 963680"/>
                <a:gd name="connsiteX6" fmla="*/ 15216 w 202880"/>
                <a:gd name="connsiteY6" fmla="*/ 0 h 963680"/>
                <a:gd name="connsiteX7" fmla="*/ 10144 w 202880"/>
                <a:gd name="connsiteY7" fmla="*/ 0 h 963680"/>
                <a:gd name="connsiteX8" fmla="*/ 25360 w 202880"/>
                <a:gd name="connsiteY8" fmla="*/ 5072 h 963680"/>
                <a:gd name="connsiteX9" fmla="*/ 81152 w 202880"/>
                <a:gd name="connsiteY9" fmla="*/ 71008 h 963680"/>
                <a:gd name="connsiteX10" fmla="*/ 126800 w 202880"/>
                <a:gd name="connsiteY10" fmla="*/ 157232 h 963680"/>
                <a:gd name="connsiteX11" fmla="*/ 162304 w 202880"/>
                <a:gd name="connsiteY11" fmla="*/ 426048 h 963680"/>
                <a:gd name="connsiteX12" fmla="*/ 162304 w 202880"/>
                <a:gd name="connsiteY12" fmla="*/ 497057 h 963680"/>
                <a:gd name="connsiteX13" fmla="*/ 192737 w 202880"/>
                <a:gd name="connsiteY13" fmla="*/ 583281 h 963680"/>
                <a:gd name="connsiteX14" fmla="*/ 202880 w 202880"/>
                <a:gd name="connsiteY14" fmla="*/ 750657 h 963680"/>
                <a:gd name="connsiteX15" fmla="*/ 0 w 202880"/>
                <a:gd name="connsiteY15" fmla="*/ 978897 h 963680"/>
                <a:gd name="connsiteX16" fmla="*/ 0 w 202880"/>
                <a:gd name="connsiteY16" fmla="*/ 978897 h 963680"/>
                <a:gd name="connsiteX17" fmla="*/ 15216 w 202880"/>
                <a:gd name="connsiteY17" fmla="*/ 978897 h 963680"/>
                <a:gd name="connsiteX18" fmla="*/ 218097 w 202880"/>
                <a:gd name="connsiteY18" fmla="*/ 750657 h 963680"/>
                <a:gd name="connsiteX19" fmla="*/ 207953 w 202880"/>
                <a:gd name="connsiteY19" fmla="*/ 583281 h 96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2880" h="963680">
                  <a:moveTo>
                    <a:pt x="207953" y="583281"/>
                  </a:moveTo>
                  <a:cubicBezTo>
                    <a:pt x="197809" y="552849"/>
                    <a:pt x="182593" y="527489"/>
                    <a:pt x="177520" y="497057"/>
                  </a:cubicBezTo>
                  <a:cubicBezTo>
                    <a:pt x="172449" y="476768"/>
                    <a:pt x="172449" y="451408"/>
                    <a:pt x="177520" y="426048"/>
                  </a:cubicBezTo>
                  <a:cubicBezTo>
                    <a:pt x="182593" y="334752"/>
                    <a:pt x="172449" y="243456"/>
                    <a:pt x="142016" y="157232"/>
                  </a:cubicBezTo>
                  <a:cubicBezTo>
                    <a:pt x="131873" y="126800"/>
                    <a:pt x="116656" y="101440"/>
                    <a:pt x="96369" y="71008"/>
                  </a:cubicBezTo>
                  <a:cubicBezTo>
                    <a:pt x="81152" y="50720"/>
                    <a:pt x="65936" y="20288"/>
                    <a:pt x="40576" y="5072"/>
                  </a:cubicBezTo>
                  <a:cubicBezTo>
                    <a:pt x="30432" y="0"/>
                    <a:pt x="25360" y="0"/>
                    <a:pt x="15216" y="0"/>
                  </a:cubicBezTo>
                  <a:cubicBezTo>
                    <a:pt x="15216" y="0"/>
                    <a:pt x="15216" y="0"/>
                    <a:pt x="10144" y="0"/>
                  </a:cubicBezTo>
                  <a:cubicBezTo>
                    <a:pt x="15216" y="0"/>
                    <a:pt x="20289" y="5072"/>
                    <a:pt x="25360" y="5072"/>
                  </a:cubicBezTo>
                  <a:cubicBezTo>
                    <a:pt x="50720" y="20288"/>
                    <a:pt x="65936" y="50720"/>
                    <a:pt x="81152" y="71008"/>
                  </a:cubicBezTo>
                  <a:cubicBezTo>
                    <a:pt x="101440" y="96368"/>
                    <a:pt x="116656" y="126800"/>
                    <a:pt x="126800" y="157232"/>
                  </a:cubicBezTo>
                  <a:cubicBezTo>
                    <a:pt x="162304" y="243456"/>
                    <a:pt x="167376" y="334752"/>
                    <a:pt x="162304" y="426048"/>
                  </a:cubicBezTo>
                  <a:cubicBezTo>
                    <a:pt x="162304" y="451408"/>
                    <a:pt x="162304" y="471697"/>
                    <a:pt x="162304" y="497057"/>
                  </a:cubicBezTo>
                  <a:cubicBezTo>
                    <a:pt x="167376" y="527489"/>
                    <a:pt x="182593" y="552849"/>
                    <a:pt x="192737" y="583281"/>
                  </a:cubicBezTo>
                  <a:cubicBezTo>
                    <a:pt x="213024" y="639072"/>
                    <a:pt x="213024" y="699937"/>
                    <a:pt x="202880" y="750657"/>
                  </a:cubicBezTo>
                  <a:cubicBezTo>
                    <a:pt x="187664" y="836881"/>
                    <a:pt x="86224" y="963681"/>
                    <a:pt x="0" y="978897"/>
                  </a:cubicBezTo>
                  <a:cubicBezTo>
                    <a:pt x="0" y="978897"/>
                    <a:pt x="0" y="978897"/>
                    <a:pt x="0" y="978897"/>
                  </a:cubicBezTo>
                  <a:cubicBezTo>
                    <a:pt x="5072" y="978897"/>
                    <a:pt x="10144" y="978897"/>
                    <a:pt x="15216" y="978897"/>
                  </a:cubicBezTo>
                  <a:cubicBezTo>
                    <a:pt x="101440" y="963681"/>
                    <a:pt x="202880" y="836881"/>
                    <a:pt x="218097" y="750657"/>
                  </a:cubicBezTo>
                  <a:cubicBezTo>
                    <a:pt x="223169" y="699937"/>
                    <a:pt x="223169" y="639072"/>
                    <a:pt x="207953" y="583281"/>
                  </a:cubicBezTo>
                  <a:close/>
                </a:path>
              </a:pathLst>
            </a:custGeom>
            <a:solidFill>
              <a:srgbClr val="25D8E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29119DB2-CC16-4B22-887B-319F95011BF0}"/>
                </a:ext>
              </a:extLst>
            </p:cNvPr>
            <p:cNvSpPr/>
            <p:nvPr/>
          </p:nvSpPr>
          <p:spPr>
            <a:xfrm>
              <a:off x="6516977" y="4063001"/>
              <a:ext cx="2130244" cy="1318721"/>
            </a:xfrm>
            <a:custGeom>
              <a:avLst/>
              <a:gdLst>
                <a:gd name="connsiteX0" fmla="*/ 2150532 w 2130244"/>
                <a:gd name="connsiteY0" fmla="*/ 0 h 1318721"/>
                <a:gd name="connsiteX1" fmla="*/ 2145460 w 2130244"/>
                <a:gd name="connsiteY1" fmla="*/ 162304 h 1318721"/>
                <a:gd name="connsiteX2" fmla="*/ 0 w 2130244"/>
                <a:gd name="connsiteY2" fmla="*/ 1359297 h 1318721"/>
                <a:gd name="connsiteX3" fmla="*/ 5072 w 2130244"/>
                <a:gd name="connsiteY3" fmla="*/ 1191921 h 1318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0244" h="1318721">
                  <a:moveTo>
                    <a:pt x="2150532" y="0"/>
                  </a:moveTo>
                  <a:lnTo>
                    <a:pt x="2145460" y="162304"/>
                  </a:lnTo>
                  <a:lnTo>
                    <a:pt x="0" y="1359297"/>
                  </a:lnTo>
                  <a:lnTo>
                    <a:pt x="5072" y="1191921"/>
                  </a:lnTo>
                  <a:close/>
                </a:path>
              </a:pathLst>
            </a:custGeom>
            <a:solidFill>
              <a:srgbClr val="97E2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31ADEA4-A959-4B68-9F7C-6353CFF716BB}"/>
                </a:ext>
              </a:extLst>
            </p:cNvPr>
            <p:cNvSpPr/>
            <p:nvPr/>
          </p:nvSpPr>
          <p:spPr>
            <a:xfrm>
              <a:off x="3631003" y="3520296"/>
              <a:ext cx="2891046" cy="1876642"/>
            </a:xfrm>
            <a:custGeom>
              <a:avLst/>
              <a:gdLst>
                <a:gd name="connsiteX0" fmla="*/ 2891046 w 2891045"/>
                <a:gd name="connsiteY0" fmla="*/ 1734626 h 1876641"/>
                <a:gd name="connsiteX1" fmla="*/ 2885974 w 2891045"/>
                <a:gd name="connsiteY1" fmla="*/ 1902002 h 1876641"/>
                <a:gd name="connsiteX2" fmla="*/ 0 w 2891045"/>
                <a:gd name="connsiteY2" fmla="*/ 162304 h 1876641"/>
                <a:gd name="connsiteX3" fmla="*/ 5072 w 2891045"/>
                <a:gd name="connsiteY3" fmla="*/ 0 h 1876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1045" h="1876641">
                  <a:moveTo>
                    <a:pt x="2891046" y="1734626"/>
                  </a:moveTo>
                  <a:lnTo>
                    <a:pt x="2885974" y="1902002"/>
                  </a:lnTo>
                  <a:lnTo>
                    <a:pt x="0" y="162304"/>
                  </a:lnTo>
                  <a:lnTo>
                    <a:pt x="5072" y="0"/>
                  </a:lnTo>
                  <a:close/>
                </a:path>
              </a:pathLst>
            </a:custGeom>
            <a:solidFill>
              <a:srgbClr val="45C1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5AFC2D0F-E78F-459D-9A9F-033E40C3D5A8}"/>
                </a:ext>
              </a:extLst>
            </p:cNvPr>
            <p:cNvSpPr/>
            <p:nvPr/>
          </p:nvSpPr>
          <p:spPr>
            <a:xfrm>
              <a:off x="3636075" y="2323303"/>
              <a:ext cx="5021290" cy="2891042"/>
            </a:xfrm>
            <a:custGeom>
              <a:avLst/>
              <a:gdLst>
                <a:gd name="connsiteX0" fmla="*/ 5031434 w 5021290"/>
                <a:gd name="connsiteY0" fmla="*/ 1739697 h 2891042"/>
                <a:gd name="connsiteX1" fmla="*/ 2885974 w 5021290"/>
                <a:gd name="connsiteY1" fmla="*/ 2931619 h 2891042"/>
                <a:gd name="connsiteX2" fmla="*/ 0 w 5021290"/>
                <a:gd name="connsiteY2" fmla="*/ 1196993 h 2891042"/>
                <a:gd name="connsiteX3" fmla="*/ 2145460 w 5021290"/>
                <a:gd name="connsiteY3" fmla="*/ 0 h 2891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21290" h="2891042">
                  <a:moveTo>
                    <a:pt x="5031434" y="1739697"/>
                  </a:moveTo>
                  <a:lnTo>
                    <a:pt x="2885974" y="2931619"/>
                  </a:lnTo>
                  <a:lnTo>
                    <a:pt x="0" y="1196993"/>
                  </a:lnTo>
                  <a:lnTo>
                    <a:pt x="2145460" y="0"/>
                  </a:lnTo>
                  <a:close/>
                </a:path>
              </a:pathLst>
            </a:custGeom>
            <a:solidFill>
              <a:srgbClr val="2D72E2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F3C34E3B-0939-4794-BAD2-D3E14596261B}"/>
                </a:ext>
              </a:extLst>
            </p:cNvPr>
            <p:cNvSpPr/>
            <p:nvPr/>
          </p:nvSpPr>
          <p:spPr>
            <a:xfrm>
              <a:off x="5193182" y="3155112"/>
              <a:ext cx="101440" cy="50720"/>
            </a:xfrm>
            <a:custGeom>
              <a:avLst/>
              <a:gdLst>
                <a:gd name="connsiteX0" fmla="*/ 0 w 101440"/>
                <a:gd name="connsiteY0" fmla="*/ 65936 h 50720"/>
                <a:gd name="connsiteX1" fmla="*/ 116656 w 101440"/>
                <a:gd name="connsiteY1" fmla="*/ 0 h 50720"/>
                <a:gd name="connsiteX2" fmla="*/ 121728 w 101440"/>
                <a:gd name="connsiteY2" fmla="*/ 0 h 50720"/>
                <a:gd name="connsiteX3" fmla="*/ 0 w 101440"/>
                <a:gd name="connsiteY3" fmla="*/ 65936 h 50720"/>
                <a:gd name="connsiteX4" fmla="*/ 0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0" y="65936"/>
                  </a:moveTo>
                  <a:lnTo>
                    <a:pt x="116656" y="0"/>
                  </a:lnTo>
                  <a:cubicBezTo>
                    <a:pt x="116656" y="0"/>
                    <a:pt x="116656" y="0"/>
                    <a:pt x="121728" y="0"/>
                  </a:cubicBezTo>
                  <a:lnTo>
                    <a:pt x="0" y="65936"/>
                  </a:lnTo>
                  <a:cubicBezTo>
                    <a:pt x="0" y="71008"/>
                    <a:pt x="0" y="65936"/>
                    <a:pt x="0" y="65936"/>
                  </a:cubicBezTo>
                </a:path>
              </a:pathLst>
            </a:custGeom>
            <a:solidFill>
              <a:srgbClr val="9A9A9A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A897A40E-4150-4237-84E5-B4FFCE9A5181}"/>
                </a:ext>
              </a:extLst>
            </p:cNvPr>
            <p:cNvSpPr/>
            <p:nvPr/>
          </p:nvSpPr>
          <p:spPr>
            <a:xfrm>
              <a:off x="5193182" y="3160184"/>
              <a:ext cx="101440" cy="50720"/>
            </a:xfrm>
            <a:custGeom>
              <a:avLst/>
              <a:gdLst>
                <a:gd name="connsiteX0" fmla="*/ 0 w 101440"/>
                <a:gd name="connsiteY0" fmla="*/ 65936 h 50720"/>
                <a:gd name="connsiteX1" fmla="*/ 116656 w 101440"/>
                <a:gd name="connsiteY1" fmla="*/ 0 h 50720"/>
                <a:gd name="connsiteX2" fmla="*/ 121728 w 101440"/>
                <a:gd name="connsiteY2" fmla="*/ 0 h 50720"/>
                <a:gd name="connsiteX3" fmla="*/ 0 w 101440"/>
                <a:gd name="connsiteY3" fmla="*/ 65936 h 50720"/>
                <a:gd name="connsiteX4" fmla="*/ 0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0" y="65936"/>
                  </a:moveTo>
                  <a:lnTo>
                    <a:pt x="116656" y="0"/>
                  </a:lnTo>
                  <a:cubicBezTo>
                    <a:pt x="116656" y="0"/>
                    <a:pt x="116656" y="0"/>
                    <a:pt x="121728" y="0"/>
                  </a:cubicBezTo>
                  <a:lnTo>
                    <a:pt x="0" y="65936"/>
                  </a:lnTo>
                  <a:cubicBezTo>
                    <a:pt x="5072" y="65936"/>
                    <a:pt x="0" y="65936"/>
                    <a:pt x="0" y="65936"/>
                  </a:cubicBezTo>
                </a:path>
              </a:pathLst>
            </a:custGeom>
            <a:solidFill>
              <a:srgbClr val="959595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D398CB7A-66FF-48DD-BF86-8C8E12D57C0D}"/>
                </a:ext>
              </a:extLst>
            </p:cNvPr>
            <p:cNvSpPr/>
            <p:nvPr/>
          </p:nvSpPr>
          <p:spPr>
            <a:xfrm>
              <a:off x="5198254" y="3160184"/>
              <a:ext cx="101440" cy="50720"/>
            </a:xfrm>
            <a:custGeom>
              <a:avLst/>
              <a:gdLst>
                <a:gd name="connsiteX0" fmla="*/ 0 w 101440"/>
                <a:gd name="connsiteY0" fmla="*/ 65936 h 50720"/>
                <a:gd name="connsiteX1" fmla="*/ 116656 w 101440"/>
                <a:gd name="connsiteY1" fmla="*/ 0 h 50720"/>
                <a:gd name="connsiteX2" fmla="*/ 121728 w 101440"/>
                <a:gd name="connsiteY2" fmla="*/ 0 h 50720"/>
                <a:gd name="connsiteX3" fmla="*/ 0 w 101440"/>
                <a:gd name="connsiteY3" fmla="*/ 65936 h 50720"/>
                <a:gd name="connsiteX4" fmla="*/ 0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0" y="65936"/>
                  </a:moveTo>
                  <a:lnTo>
                    <a:pt x="116656" y="0"/>
                  </a:lnTo>
                  <a:cubicBezTo>
                    <a:pt x="116656" y="0"/>
                    <a:pt x="116656" y="0"/>
                    <a:pt x="121728" y="0"/>
                  </a:cubicBezTo>
                  <a:lnTo>
                    <a:pt x="0" y="65936"/>
                  </a:lnTo>
                  <a:cubicBezTo>
                    <a:pt x="0" y="65936"/>
                    <a:pt x="0" y="65936"/>
                    <a:pt x="0" y="65936"/>
                  </a:cubicBezTo>
                </a:path>
              </a:pathLst>
            </a:custGeom>
            <a:solidFill>
              <a:srgbClr val="90909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72610F0E-81A4-4907-8CB3-00E0A6E7318E}"/>
                </a:ext>
              </a:extLst>
            </p:cNvPr>
            <p:cNvSpPr/>
            <p:nvPr/>
          </p:nvSpPr>
          <p:spPr>
            <a:xfrm>
              <a:off x="5198254" y="3160184"/>
              <a:ext cx="101440" cy="50720"/>
            </a:xfrm>
            <a:custGeom>
              <a:avLst/>
              <a:gdLst>
                <a:gd name="connsiteX0" fmla="*/ 0 w 101440"/>
                <a:gd name="connsiteY0" fmla="*/ 65936 h 50720"/>
                <a:gd name="connsiteX1" fmla="*/ 116656 w 101440"/>
                <a:gd name="connsiteY1" fmla="*/ 0 h 50720"/>
                <a:gd name="connsiteX2" fmla="*/ 121728 w 101440"/>
                <a:gd name="connsiteY2" fmla="*/ 0 h 50720"/>
                <a:gd name="connsiteX3" fmla="*/ 0 w 101440"/>
                <a:gd name="connsiteY3" fmla="*/ 65936 h 50720"/>
                <a:gd name="connsiteX4" fmla="*/ 0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0" y="65936"/>
                  </a:moveTo>
                  <a:lnTo>
                    <a:pt x="116656" y="0"/>
                  </a:lnTo>
                  <a:cubicBezTo>
                    <a:pt x="116656" y="0"/>
                    <a:pt x="116656" y="0"/>
                    <a:pt x="121728" y="0"/>
                  </a:cubicBezTo>
                  <a:lnTo>
                    <a:pt x="0" y="65936"/>
                  </a:lnTo>
                  <a:cubicBezTo>
                    <a:pt x="5072" y="60864"/>
                    <a:pt x="5072" y="65936"/>
                    <a:pt x="0" y="65936"/>
                  </a:cubicBezTo>
                </a:path>
              </a:pathLst>
            </a:custGeom>
            <a:solidFill>
              <a:srgbClr val="8B8B8B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C77DA97-43A6-44B2-9172-D7B7D118FE42}"/>
                </a:ext>
              </a:extLst>
            </p:cNvPr>
            <p:cNvSpPr/>
            <p:nvPr/>
          </p:nvSpPr>
          <p:spPr>
            <a:xfrm>
              <a:off x="5203326" y="3155112"/>
              <a:ext cx="101440" cy="50720"/>
            </a:xfrm>
            <a:custGeom>
              <a:avLst/>
              <a:gdLst>
                <a:gd name="connsiteX0" fmla="*/ 0 w 101440"/>
                <a:gd name="connsiteY0" fmla="*/ 65936 h 50720"/>
                <a:gd name="connsiteX1" fmla="*/ 116656 w 101440"/>
                <a:gd name="connsiteY1" fmla="*/ 0 h 50720"/>
                <a:gd name="connsiteX2" fmla="*/ 121728 w 101440"/>
                <a:gd name="connsiteY2" fmla="*/ 0 h 50720"/>
                <a:gd name="connsiteX3" fmla="*/ 0 w 101440"/>
                <a:gd name="connsiteY3" fmla="*/ 65936 h 50720"/>
                <a:gd name="connsiteX4" fmla="*/ 0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0" y="65936"/>
                  </a:moveTo>
                  <a:lnTo>
                    <a:pt x="116656" y="0"/>
                  </a:lnTo>
                  <a:cubicBezTo>
                    <a:pt x="116656" y="0"/>
                    <a:pt x="121728" y="0"/>
                    <a:pt x="121728" y="0"/>
                  </a:cubicBezTo>
                  <a:lnTo>
                    <a:pt x="0" y="65936"/>
                  </a:lnTo>
                  <a:cubicBezTo>
                    <a:pt x="5072" y="65936"/>
                    <a:pt x="0" y="65936"/>
                    <a:pt x="0" y="65936"/>
                  </a:cubicBezTo>
                </a:path>
              </a:pathLst>
            </a:custGeom>
            <a:solidFill>
              <a:srgbClr val="868686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7959ED76-025F-4099-ABF2-B0BB69A36DC4}"/>
                </a:ext>
              </a:extLst>
            </p:cNvPr>
            <p:cNvSpPr/>
            <p:nvPr/>
          </p:nvSpPr>
          <p:spPr>
            <a:xfrm>
              <a:off x="5208398" y="3155112"/>
              <a:ext cx="101440" cy="50720"/>
            </a:xfrm>
            <a:custGeom>
              <a:avLst/>
              <a:gdLst>
                <a:gd name="connsiteX0" fmla="*/ 0 w 101440"/>
                <a:gd name="connsiteY0" fmla="*/ 65936 h 50720"/>
                <a:gd name="connsiteX1" fmla="*/ 116656 w 101440"/>
                <a:gd name="connsiteY1" fmla="*/ 0 h 50720"/>
                <a:gd name="connsiteX2" fmla="*/ 121728 w 101440"/>
                <a:gd name="connsiteY2" fmla="*/ 0 h 50720"/>
                <a:gd name="connsiteX3" fmla="*/ 0 w 101440"/>
                <a:gd name="connsiteY3" fmla="*/ 65936 h 50720"/>
                <a:gd name="connsiteX4" fmla="*/ 0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0" y="65936"/>
                  </a:moveTo>
                  <a:lnTo>
                    <a:pt x="116656" y="0"/>
                  </a:lnTo>
                  <a:cubicBezTo>
                    <a:pt x="116656" y="0"/>
                    <a:pt x="121728" y="0"/>
                    <a:pt x="121728" y="0"/>
                  </a:cubicBezTo>
                  <a:lnTo>
                    <a:pt x="0" y="65936"/>
                  </a:lnTo>
                  <a:cubicBezTo>
                    <a:pt x="0" y="65936"/>
                    <a:pt x="0" y="65936"/>
                    <a:pt x="0" y="65936"/>
                  </a:cubicBezTo>
                </a:path>
              </a:pathLst>
            </a:custGeom>
            <a:solidFill>
              <a:srgbClr val="81818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643B064-F2A8-467C-8355-0F64D1546B90}"/>
                </a:ext>
              </a:extLst>
            </p:cNvPr>
            <p:cNvSpPr/>
            <p:nvPr/>
          </p:nvSpPr>
          <p:spPr>
            <a:xfrm>
              <a:off x="5086670" y="2576903"/>
              <a:ext cx="202880" cy="608641"/>
            </a:xfrm>
            <a:custGeom>
              <a:avLst/>
              <a:gdLst>
                <a:gd name="connsiteX0" fmla="*/ 218097 w 202880"/>
                <a:gd name="connsiteY0" fmla="*/ 578208 h 608640"/>
                <a:gd name="connsiteX1" fmla="*/ 218097 w 202880"/>
                <a:gd name="connsiteY1" fmla="*/ 578208 h 608640"/>
                <a:gd name="connsiteX2" fmla="*/ 202880 w 202880"/>
                <a:gd name="connsiteY2" fmla="*/ 573136 h 608640"/>
                <a:gd name="connsiteX3" fmla="*/ 202880 w 202880"/>
                <a:gd name="connsiteY3" fmla="*/ 573136 h 608640"/>
                <a:gd name="connsiteX4" fmla="*/ 187664 w 202880"/>
                <a:gd name="connsiteY4" fmla="*/ 562992 h 608640"/>
                <a:gd name="connsiteX5" fmla="*/ 167376 w 202880"/>
                <a:gd name="connsiteY5" fmla="*/ 547776 h 608640"/>
                <a:gd name="connsiteX6" fmla="*/ 167376 w 202880"/>
                <a:gd name="connsiteY6" fmla="*/ 547776 h 608640"/>
                <a:gd name="connsiteX7" fmla="*/ 152160 w 202880"/>
                <a:gd name="connsiteY7" fmla="*/ 532560 h 608640"/>
                <a:gd name="connsiteX8" fmla="*/ 152160 w 202880"/>
                <a:gd name="connsiteY8" fmla="*/ 532560 h 608640"/>
                <a:gd name="connsiteX9" fmla="*/ 136944 w 202880"/>
                <a:gd name="connsiteY9" fmla="*/ 517344 h 608640"/>
                <a:gd name="connsiteX10" fmla="*/ 136944 w 202880"/>
                <a:gd name="connsiteY10" fmla="*/ 517344 h 608640"/>
                <a:gd name="connsiteX11" fmla="*/ 126800 w 202880"/>
                <a:gd name="connsiteY11" fmla="*/ 497056 h 608640"/>
                <a:gd name="connsiteX12" fmla="*/ 116656 w 202880"/>
                <a:gd name="connsiteY12" fmla="*/ 476768 h 608640"/>
                <a:gd name="connsiteX13" fmla="*/ 116656 w 202880"/>
                <a:gd name="connsiteY13" fmla="*/ 476768 h 608640"/>
                <a:gd name="connsiteX14" fmla="*/ 111584 w 202880"/>
                <a:gd name="connsiteY14" fmla="*/ 451408 h 608640"/>
                <a:gd name="connsiteX15" fmla="*/ 111584 w 202880"/>
                <a:gd name="connsiteY15" fmla="*/ 451408 h 608640"/>
                <a:gd name="connsiteX16" fmla="*/ 106512 w 202880"/>
                <a:gd name="connsiteY16" fmla="*/ 426048 h 608640"/>
                <a:gd name="connsiteX17" fmla="*/ 106512 w 202880"/>
                <a:gd name="connsiteY17" fmla="*/ 426048 h 608640"/>
                <a:gd name="connsiteX18" fmla="*/ 106512 w 202880"/>
                <a:gd name="connsiteY18" fmla="*/ 395616 h 608640"/>
                <a:gd name="connsiteX19" fmla="*/ 106512 w 202880"/>
                <a:gd name="connsiteY19" fmla="*/ 76080 h 608640"/>
                <a:gd name="connsiteX20" fmla="*/ 106512 w 202880"/>
                <a:gd name="connsiteY20" fmla="*/ 50720 h 608640"/>
                <a:gd name="connsiteX21" fmla="*/ 106512 w 202880"/>
                <a:gd name="connsiteY21" fmla="*/ 50720 h 608640"/>
                <a:gd name="connsiteX22" fmla="*/ 111584 w 202880"/>
                <a:gd name="connsiteY22" fmla="*/ 30432 h 608640"/>
                <a:gd name="connsiteX23" fmla="*/ 111584 w 202880"/>
                <a:gd name="connsiteY23" fmla="*/ 30432 h 608640"/>
                <a:gd name="connsiteX24" fmla="*/ 116656 w 202880"/>
                <a:gd name="connsiteY24" fmla="*/ 15216 h 608640"/>
                <a:gd name="connsiteX25" fmla="*/ 116656 w 202880"/>
                <a:gd name="connsiteY25" fmla="*/ 15216 h 608640"/>
                <a:gd name="connsiteX26" fmla="*/ 126800 w 202880"/>
                <a:gd name="connsiteY26" fmla="*/ 5072 h 608640"/>
                <a:gd name="connsiteX27" fmla="*/ 131872 w 202880"/>
                <a:gd name="connsiteY27" fmla="*/ 0 h 608640"/>
                <a:gd name="connsiteX28" fmla="*/ 131872 w 202880"/>
                <a:gd name="connsiteY28" fmla="*/ 0 h 608640"/>
                <a:gd name="connsiteX29" fmla="*/ 131872 w 202880"/>
                <a:gd name="connsiteY29" fmla="*/ 0 h 608640"/>
                <a:gd name="connsiteX30" fmla="*/ 10144 w 202880"/>
                <a:gd name="connsiteY30" fmla="*/ 65936 h 608640"/>
                <a:gd name="connsiteX31" fmla="*/ 5072 w 202880"/>
                <a:gd name="connsiteY31" fmla="*/ 71008 h 608640"/>
                <a:gd name="connsiteX32" fmla="*/ 0 w 202880"/>
                <a:gd name="connsiteY32" fmla="*/ 81152 h 608640"/>
                <a:gd name="connsiteX33" fmla="*/ 0 w 202880"/>
                <a:gd name="connsiteY33" fmla="*/ 86224 h 608640"/>
                <a:gd name="connsiteX34" fmla="*/ 0 w 202880"/>
                <a:gd name="connsiteY34" fmla="*/ 86224 h 608640"/>
                <a:gd name="connsiteX35" fmla="*/ 0 w 202880"/>
                <a:gd name="connsiteY35" fmla="*/ 86224 h 608640"/>
                <a:gd name="connsiteX36" fmla="*/ 0 w 202880"/>
                <a:gd name="connsiteY36" fmla="*/ 91296 h 608640"/>
                <a:gd name="connsiteX37" fmla="*/ 0 w 202880"/>
                <a:gd name="connsiteY37" fmla="*/ 96368 h 608640"/>
                <a:gd name="connsiteX38" fmla="*/ 0 w 202880"/>
                <a:gd name="connsiteY38" fmla="*/ 101440 h 608640"/>
                <a:gd name="connsiteX39" fmla="*/ 0 w 202880"/>
                <a:gd name="connsiteY39" fmla="*/ 101440 h 608640"/>
                <a:gd name="connsiteX40" fmla="*/ 0 w 202880"/>
                <a:gd name="connsiteY40" fmla="*/ 101440 h 608640"/>
                <a:gd name="connsiteX41" fmla="*/ 0 w 202880"/>
                <a:gd name="connsiteY41" fmla="*/ 106512 h 608640"/>
                <a:gd name="connsiteX42" fmla="*/ 0 w 202880"/>
                <a:gd name="connsiteY42" fmla="*/ 116656 h 608640"/>
                <a:gd name="connsiteX43" fmla="*/ 0 w 202880"/>
                <a:gd name="connsiteY43" fmla="*/ 121728 h 608640"/>
                <a:gd name="connsiteX44" fmla="*/ 0 w 202880"/>
                <a:gd name="connsiteY44" fmla="*/ 121728 h 608640"/>
                <a:gd name="connsiteX45" fmla="*/ 0 w 202880"/>
                <a:gd name="connsiteY45" fmla="*/ 126800 h 608640"/>
                <a:gd name="connsiteX46" fmla="*/ 0 w 202880"/>
                <a:gd name="connsiteY46" fmla="*/ 136944 h 608640"/>
                <a:gd name="connsiteX47" fmla="*/ 0 w 202880"/>
                <a:gd name="connsiteY47" fmla="*/ 147088 h 608640"/>
                <a:gd name="connsiteX48" fmla="*/ 0 w 202880"/>
                <a:gd name="connsiteY48" fmla="*/ 147088 h 608640"/>
                <a:gd name="connsiteX49" fmla="*/ 0 w 202880"/>
                <a:gd name="connsiteY49" fmla="*/ 466624 h 608640"/>
                <a:gd name="connsiteX50" fmla="*/ 0 w 202880"/>
                <a:gd name="connsiteY50" fmla="*/ 481840 h 608640"/>
                <a:gd name="connsiteX51" fmla="*/ 0 w 202880"/>
                <a:gd name="connsiteY51" fmla="*/ 491984 h 608640"/>
                <a:gd name="connsiteX52" fmla="*/ 0 w 202880"/>
                <a:gd name="connsiteY52" fmla="*/ 497056 h 608640"/>
                <a:gd name="connsiteX53" fmla="*/ 0 w 202880"/>
                <a:gd name="connsiteY53" fmla="*/ 497056 h 608640"/>
                <a:gd name="connsiteX54" fmla="*/ 0 w 202880"/>
                <a:gd name="connsiteY54" fmla="*/ 502128 h 608640"/>
                <a:gd name="connsiteX55" fmla="*/ 0 w 202880"/>
                <a:gd name="connsiteY55" fmla="*/ 512272 h 608640"/>
                <a:gd name="connsiteX56" fmla="*/ 0 w 202880"/>
                <a:gd name="connsiteY56" fmla="*/ 517344 h 608640"/>
                <a:gd name="connsiteX57" fmla="*/ 0 w 202880"/>
                <a:gd name="connsiteY57" fmla="*/ 522416 h 608640"/>
                <a:gd name="connsiteX58" fmla="*/ 0 w 202880"/>
                <a:gd name="connsiteY58" fmla="*/ 522416 h 608640"/>
                <a:gd name="connsiteX59" fmla="*/ 0 w 202880"/>
                <a:gd name="connsiteY59" fmla="*/ 522416 h 608640"/>
                <a:gd name="connsiteX60" fmla="*/ 0 w 202880"/>
                <a:gd name="connsiteY60" fmla="*/ 527488 h 608640"/>
                <a:gd name="connsiteX61" fmla="*/ 0 w 202880"/>
                <a:gd name="connsiteY61" fmla="*/ 532560 h 608640"/>
                <a:gd name="connsiteX62" fmla="*/ 0 w 202880"/>
                <a:gd name="connsiteY62" fmla="*/ 537632 h 608640"/>
                <a:gd name="connsiteX63" fmla="*/ 0 w 202880"/>
                <a:gd name="connsiteY63" fmla="*/ 542705 h 608640"/>
                <a:gd name="connsiteX64" fmla="*/ 0 w 202880"/>
                <a:gd name="connsiteY64" fmla="*/ 542705 h 608640"/>
                <a:gd name="connsiteX65" fmla="*/ 0 w 202880"/>
                <a:gd name="connsiteY65" fmla="*/ 542705 h 608640"/>
                <a:gd name="connsiteX66" fmla="*/ 0 w 202880"/>
                <a:gd name="connsiteY66" fmla="*/ 542705 h 608640"/>
                <a:gd name="connsiteX67" fmla="*/ 0 w 202880"/>
                <a:gd name="connsiteY67" fmla="*/ 547776 h 608640"/>
                <a:gd name="connsiteX68" fmla="*/ 0 w 202880"/>
                <a:gd name="connsiteY68" fmla="*/ 552848 h 608640"/>
                <a:gd name="connsiteX69" fmla="*/ 0 w 202880"/>
                <a:gd name="connsiteY69" fmla="*/ 557921 h 608640"/>
                <a:gd name="connsiteX70" fmla="*/ 0 w 202880"/>
                <a:gd name="connsiteY70" fmla="*/ 562992 h 608640"/>
                <a:gd name="connsiteX71" fmla="*/ 0 w 202880"/>
                <a:gd name="connsiteY71" fmla="*/ 568065 h 608640"/>
                <a:gd name="connsiteX72" fmla="*/ 0 w 202880"/>
                <a:gd name="connsiteY72" fmla="*/ 573136 h 608640"/>
                <a:gd name="connsiteX73" fmla="*/ 0 w 202880"/>
                <a:gd name="connsiteY73" fmla="*/ 573136 h 608640"/>
                <a:gd name="connsiteX74" fmla="*/ 0 w 202880"/>
                <a:gd name="connsiteY74" fmla="*/ 578208 h 608640"/>
                <a:gd name="connsiteX75" fmla="*/ 0 w 202880"/>
                <a:gd name="connsiteY75" fmla="*/ 583281 h 608640"/>
                <a:gd name="connsiteX76" fmla="*/ 5072 w 202880"/>
                <a:gd name="connsiteY76" fmla="*/ 588352 h 608640"/>
                <a:gd name="connsiteX77" fmla="*/ 10144 w 202880"/>
                <a:gd name="connsiteY77" fmla="*/ 593425 h 608640"/>
                <a:gd name="connsiteX78" fmla="*/ 10144 w 202880"/>
                <a:gd name="connsiteY78" fmla="*/ 593425 h 608640"/>
                <a:gd name="connsiteX79" fmla="*/ 10144 w 202880"/>
                <a:gd name="connsiteY79" fmla="*/ 593425 h 608640"/>
                <a:gd name="connsiteX80" fmla="*/ 10144 w 202880"/>
                <a:gd name="connsiteY80" fmla="*/ 598497 h 608640"/>
                <a:gd name="connsiteX81" fmla="*/ 10144 w 202880"/>
                <a:gd name="connsiteY81" fmla="*/ 603568 h 608640"/>
                <a:gd name="connsiteX82" fmla="*/ 10144 w 202880"/>
                <a:gd name="connsiteY82" fmla="*/ 608641 h 608640"/>
                <a:gd name="connsiteX83" fmla="*/ 15216 w 202880"/>
                <a:gd name="connsiteY83" fmla="*/ 613712 h 608640"/>
                <a:gd name="connsiteX84" fmla="*/ 20288 w 202880"/>
                <a:gd name="connsiteY84" fmla="*/ 618785 h 608640"/>
                <a:gd name="connsiteX85" fmla="*/ 20288 w 202880"/>
                <a:gd name="connsiteY85" fmla="*/ 618785 h 608640"/>
                <a:gd name="connsiteX86" fmla="*/ 20288 w 202880"/>
                <a:gd name="connsiteY86" fmla="*/ 618785 h 608640"/>
                <a:gd name="connsiteX87" fmla="*/ 20288 w 202880"/>
                <a:gd name="connsiteY87" fmla="*/ 618785 h 608640"/>
                <a:gd name="connsiteX88" fmla="*/ 25360 w 202880"/>
                <a:gd name="connsiteY88" fmla="*/ 623857 h 608640"/>
                <a:gd name="connsiteX89" fmla="*/ 30432 w 202880"/>
                <a:gd name="connsiteY89" fmla="*/ 628928 h 608640"/>
                <a:gd name="connsiteX90" fmla="*/ 35504 w 202880"/>
                <a:gd name="connsiteY90" fmla="*/ 634001 h 608640"/>
                <a:gd name="connsiteX91" fmla="*/ 40576 w 202880"/>
                <a:gd name="connsiteY91" fmla="*/ 634001 h 608640"/>
                <a:gd name="connsiteX92" fmla="*/ 40576 w 202880"/>
                <a:gd name="connsiteY92" fmla="*/ 634001 h 608640"/>
                <a:gd name="connsiteX93" fmla="*/ 40576 w 202880"/>
                <a:gd name="connsiteY93" fmla="*/ 634001 h 608640"/>
                <a:gd name="connsiteX94" fmla="*/ 45648 w 202880"/>
                <a:gd name="connsiteY94" fmla="*/ 639072 h 608640"/>
                <a:gd name="connsiteX95" fmla="*/ 50720 w 202880"/>
                <a:gd name="connsiteY95" fmla="*/ 644145 h 608640"/>
                <a:gd name="connsiteX96" fmla="*/ 55792 w 202880"/>
                <a:gd name="connsiteY96" fmla="*/ 649217 h 608640"/>
                <a:gd name="connsiteX97" fmla="*/ 55792 w 202880"/>
                <a:gd name="connsiteY97" fmla="*/ 649217 h 608640"/>
                <a:gd name="connsiteX98" fmla="*/ 60864 w 202880"/>
                <a:gd name="connsiteY98" fmla="*/ 649217 h 608640"/>
                <a:gd name="connsiteX99" fmla="*/ 65936 w 202880"/>
                <a:gd name="connsiteY99" fmla="*/ 654288 h 608640"/>
                <a:gd name="connsiteX100" fmla="*/ 71008 w 202880"/>
                <a:gd name="connsiteY100" fmla="*/ 654288 h 608640"/>
                <a:gd name="connsiteX101" fmla="*/ 76080 w 202880"/>
                <a:gd name="connsiteY101" fmla="*/ 654288 h 608640"/>
                <a:gd name="connsiteX102" fmla="*/ 76080 w 202880"/>
                <a:gd name="connsiteY102" fmla="*/ 654288 h 608640"/>
                <a:gd name="connsiteX103" fmla="*/ 76080 w 202880"/>
                <a:gd name="connsiteY103" fmla="*/ 654288 h 608640"/>
                <a:gd name="connsiteX104" fmla="*/ 81152 w 202880"/>
                <a:gd name="connsiteY104" fmla="*/ 654288 h 608640"/>
                <a:gd name="connsiteX105" fmla="*/ 86224 w 202880"/>
                <a:gd name="connsiteY105" fmla="*/ 654288 h 608640"/>
                <a:gd name="connsiteX106" fmla="*/ 91296 w 202880"/>
                <a:gd name="connsiteY106" fmla="*/ 654288 h 608640"/>
                <a:gd name="connsiteX107" fmla="*/ 96368 w 202880"/>
                <a:gd name="connsiteY107" fmla="*/ 654288 h 608640"/>
                <a:gd name="connsiteX108" fmla="*/ 96368 w 202880"/>
                <a:gd name="connsiteY108" fmla="*/ 654288 h 608640"/>
                <a:gd name="connsiteX109" fmla="*/ 96368 w 202880"/>
                <a:gd name="connsiteY109" fmla="*/ 654288 h 608640"/>
                <a:gd name="connsiteX110" fmla="*/ 101440 w 202880"/>
                <a:gd name="connsiteY110" fmla="*/ 654288 h 608640"/>
                <a:gd name="connsiteX111" fmla="*/ 101440 w 202880"/>
                <a:gd name="connsiteY111" fmla="*/ 654288 h 608640"/>
                <a:gd name="connsiteX112" fmla="*/ 121728 w 202880"/>
                <a:gd name="connsiteY112" fmla="*/ 649217 h 608640"/>
                <a:gd name="connsiteX113" fmla="*/ 238385 w 202880"/>
                <a:gd name="connsiteY113" fmla="*/ 583281 h 608640"/>
                <a:gd name="connsiteX114" fmla="*/ 218097 w 202880"/>
                <a:gd name="connsiteY114" fmla="*/ 578208 h 60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202880" h="608640">
                  <a:moveTo>
                    <a:pt x="218097" y="578208"/>
                  </a:moveTo>
                  <a:cubicBezTo>
                    <a:pt x="218097" y="578208"/>
                    <a:pt x="218097" y="578208"/>
                    <a:pt x="218097" y="578208"/>
                  </a:cubicBezTo>
                  <a:cubicBezTo>
                    <a:pt x="213024" y="578208"/>
                    <a:pt x="207953" y="578208"/>
                    <a:pt x="202880" y="573136"/>
                  </a:cubicBezTo>
                  <a:cubicBezTo>
                    <a:pt x="202880" y="573136"/>
                    <a:pt x="202880" y="573136"/>
                    <a:pt x="202880" y="573136"/>
                  </a:cubicBezTo>
                  <a:cubicBezTo>
                    <a:pt x="197808" y="573136"/>
                    <a:pt x="192737" y="568065"/>
                    <a:pt x="187664" y="562992"/>
                  </a:cubicBezTo>
                  <a:cubicBezTo>
                    <a:pt x="182592" y="557921"/>
                    <a:pt x="172448" y="552848"/>
                    <a:pt x="167376" y="547776"/>
                  </a:cubicBezTo>
                  <a:cubicBezTo>
                    <a:pt x="167376" y="547776"/>
                    <a:pt x="167376" y="547776"/>
                    <a:pt x="167376" y="547776"/>
                  </a:cubicBezTo>
                  <a:cubicBezTo>
                    <a:pt x="162304" y="542705"/>
                    <a:pt x="157232" y="537632"/>
                    <a:pt x="152160" y="532560"/>
                  </a:cubicBezTo>
                  <a:cubicBezTo>
                    <a:pt x="152160" y="532560"/>
                    <a:pt x="152160" y="532560"/>
                    <a:pt x="152160" y="532560"/>
                  </a:cubicBezTo>
                  <a:cubicBezTo>
                    <a:pt x="147088" y="527488"/>
                    <a:pt x="142016" y="522416"/>
                    <a:pt x="136944" y="517344"/>
                  </a:cubicBezTo>
                  <a:cubicBezTo>
                    <a:pt x="136944" y="517344"/>
                    <a:pt x="136944" y="517344"/>
                    <a:pt x="136944" y="517344"/>
                  </a:cubicBezTo>
                  <a:cubicBezTo>
                    <a:pt x="131872" y="512272"/>
                    <a:pt x="126800" y="507200"/>
                    <a:pt x="126800" y="497056"/>
                  </a:cubicBezTo>
                  <a:cubicBezTo>
                    <a:pt x="121728" y="491984"/>
                    <a:pt x="121728" y="481840"/>
                    <a:pt x="116656" y="476768"/>
                  </a:cubicBezTo>
                  <a:cubicBezTo>
                    <a:pt x="116656" y="476768"/>
                    <a:pt x="116656" y="476768"/>
                    <a:pt x="116656" y="476768"/>
                  </a:cubicBezTo>
                  <a:cubicBezTo>
                    <a:pt x="116656" y="471696"/>
                    <a:pt x="111584" y="461552"/>
                    <a:pt x="111584" y="451408"/>
                  </a:cubicBezTo>
                  <a:cubicBezTo>
                    <a:pt x="111584" y="451408"/>
                    <a:pt x="111584" y="451408"/>
                    <a:pt x="111584" y="451408"/>
                  </a:cubicBezTo>
                  <a:cubicBezTo>
                    <a:pt x="111584" y="441264"/>
                    <a:pt x="106512" y="436192"/>
                    <a:pt x="106512" y="426048"/>
                  </a:cubicBezTo>
                  <a:cubicBezTo>
                    <a:pt x="106512" y="426048"/>
                    <a:pt x="106512" y="426048"/>
                    <a:pt x="106512" y="426048"/>
                  </a:cubicBezTo>
                  <a:cubicBezTo>
                    <a:pt x="106512" y="415904"/>
                    <a:pt x="106512" y="405760"/>
                    <a:pt x="106512" y="395616"/>
                  </a:cubicBezTo>
                  <a:lnTo>
                    <a:pt x="106512" y="76080"/>
                  </a:lnTo>
                  <a:cubicBezTo>
                    <a:pt x="106512" y="65936"/>
                    <a:pt x="106512" y="55792"/>
                    <a:pt x="106512" y="50720"/>
                  </a:cubicBezTo>
                  <a:cubicBezTo>
                    <a:pt x="106512" y="50720"/>
                    <a:pt x="106512" y="50720"/>
                    <a:pt x="106512" y="50720"/>
                  </a:cubicBezTo>
                  <a:cubicBezTo>
                    <a:pt x="106512" y="40576"/>
                    <a:pt x="106512" y="35504"/>
                    <a:pt x="111584" y="30432"/>
                  </a:cubicBezTo>
                  <a:cubicBezTo>
                    <a:pt x="111584" y="30432"/>
                    <a:pt x="111584" y="30432"/>
                    <a:pt x="111584" y="30432"/>
                  </a:cubicBezTo>
                  <a:cubicBezTo>
                    <a:pt x="111584" y="25360"/>
                    <a:pt x="116656" y="20288"/>
                    <a:pt x="116656" y="15216"/>
                  </a:cubicBezTo>
                  <a:cubicBezTo>
                    <a:pt x="116656" y="15216"/>
                    <a:pt x="116656" y="15216"/>
                    <a:pt x="116656" y="15216"/>
                  </a:cubicBezTo>
                  <a:cubicBezTo>
                    <a:pt x="116656" y="10144"/>
                    <a:pt x="121728" y="5072"/>
                    <a:pt x="126800" y="5072"/>
                  </a:cubicBezTo>
                  <a:cubicBezTo>
                    <a:pt x="126800" y="5072"/>
                    <a:pt x="131872" y="5072"/>
                    <a:pt x="131872" y="0"/>
                  </a:cubicBezTo>
                  <a:lnTo>
                    <a:pt x="131872" y="0"/>
                  </a:lnTo>
                  <a:cubicBezTo>
                    <a:pt x="131872" y="0"/>
                    <a:pt x="131872" y="0"/>
                    <a:pt x="131872" y="0"/>
                  </a:cubicBezTo>
                  <a:lnTo>
                    <a:pt x="10144" y="65936"/>
                  </a:lnTo>
                  <a:cubicBezTo>
                    <a:pt x="10144" y="65936"/>
                    <a:pt x="5072" y="65936"/>
                    <a:pt x="5072" y="71008"/>
                  </a:cubicBezTo>
                  <a:cubicBezTo>
                    <a:pt x="0" y="71008"/>
                    <a:pt x="0" y="76080"/>
                    <a:pt x="0" y="81152"/>
                  </a:cubicBezTo>
                  <a:cubicBezTo>
                    <a:pt x="0" y="81152"/>
                    <a:pt x="0" y="81152"/>
                    <a:pt x="0" y="86224"/>
                  </a:cubicBezTo>
                  <a:cubicBezTo>
                    <a:pt x="0" y="86224"/>
                    <a:pt x="0" y="86224"/>
                    <a:pt x="0" y="86224"/>
                  </a:cubicBezTo>
                  <a:cubicBezTo>
                    <a:pt x="0" y="86224"/>
                    <a:pt x="0" y="86224"/>
                    <a:pt x="0" y="86224"/>
                  </a:cubicBezTo>
                  <a:cubicBezTo>
                    <a:pt x="0" y="86224"/>
                    <a:pt x="0" y="91296"/>
                    <a:pt x="0" y="91296"/>
                  </a:cubicBezTo>
                  <a:cubicBezTo>
                    <a:pt x="0" y="91296"/>
                    <a:pt x="0" y="96368"/>
                    <a:pt x="0" y="96368"/>
                  </a:cubicBezTo>
                  <a:cubicBezTo>
                    <a:pt x="0" y="96368"/>
                    <a:pt x="0" y="96368"/>
                    <a:pt x="0" y="101440"/>
                  </a:cubicBezTo>
                  <a:cubicBezTo>
                    <a:pt x="0" y="101440"/>
                    <a:pt x="0" y="101440"/>
                    <a:pt x="0" y="101440"/>
                  </a:cubicBezTo>
                  <a:cubicBezTo>
                    <a:pt x="0" y="101440"/>
                    <a:pt x="0" y="101440"/>
                    <a:pt x="0" y="101440"/>
                  </a:cubicBezTo>
                  <a:cubicBezTo>
                    <a:pt x="0" y="101440"/>
                    <a:pt x="0" y="106512"/>
                    <a:pt x="0" y="106512"/>
                  </a:cubicBezTo>
                  <a:cubicBezTo>
                    <a:pt x="0" y="111584"/>
                    <a:pt x="0" y="111584"/>
                    <a:pt x="0" y="116656"/>
                  </a:cubicBezTo>
                  <a:cubicBezTo>
                    <a:pt x="0" y="116656"/>
                    <a:pt x="0" y="121728"/>
                    <a:pt x="0" y="121728"/>
                  </a:cubicBezTo>
                  <a:cubicBezTo>
                    <a:pt x="0" y="121728"/>
                    <a:pt x="0" y="121728"/>
                    <a:pt x="0" y="121728"/>
                  </a:cubicBezTo>
                  <a:cubicBezTo>
                    <a:pt x="0" y="121728"/>
                    <a:pt x="0" y="121728"/>
                    <a:pt x="0" y="126800"/>
                  </a:cubicBezTo>
                  <a:cubicBezTo>
                    <a:pt x="0" y="131872"/>
                    <a:pt x="0" y="131872"/>
                    <a:pt x="0" y="136944"/>
                  </a:cubicBezTo>
                  <a:cubicBezTo>
                    <a:pt x="0" y="142016"/>
                    <a:pt x="0" y="147088"/>
                    <a:pt x="0" y="147088"/>
                  </a:cubicBezTo>
                  <a:cubicBezTo>
                    <a:pt x="0" y="147088"/>
                    <a:pt x="0" y="147088"/>
                    <a:pt x="0" y="147088"/>
                  </a:cubicBezTo>
                  <a:lnTo>
                    <a:pt x="0" y="466624"/>
                  </a:lnTo>
                  <a:cubicBezTo>
                    <a:pt x="0" y="471696"/>
                    <a:pt x="0" y="476768"/>
                    <a:pt x="0" y="481840"/>
                  </a:cubicBezTo>
                  <a:cubicBezTo>
                    <a:pt x="0" y="486912"/>
                    <a:pt x="0" y="491984"/>
                    <a:pt x="0" y="491984"/>
                  </a:cubicBezTo>
                  <a:cubicBezTo>
                    <a:pt x="0" y="491984"/>
                    <a:pt x="0" y="497056"/>
                    <a:pt x="0" y="497056"/>
                  </a:cubicBezTo>
                  <a:cubicBezTo>
                    <a:pt x="0" y="497056"/>
                    <a:pt x="0" y="497056"/>
                    <a:pt x="0" y="497056"/>
                  </a:cubicBezTo>
                  <a:cubicBezTo>
                    <a:pt x="0" y="497056"/>
                    <a:pt x="0" y="497056"/>
                    <a:pt x="0" y="502128"/>
                  </a:cubicBezTo>
                  <a:cubicBezTo>
                    <a:pt x="0" y="507200"/>
                    <a:pt x="0" y="507200"/>
                    <a:pt x="0" y="512272"/>
                  </a:cubicBezTo>
                  <a:cubicBezTo>
                    <a:pt x="0" y="517344"/>
                    <a:pt x="0" y="517344"/>
                    <a:pt x="0" y="517344"/>
                  </a:cubicBezTo>
                  <a:cubicBezTo>
                    <a:pt x="0" y="517344"/>
                    <a:pt x="0" y="522416"/>
                    <a:pt x="0" y="522416"/>
                  </a:cubicBezTo>
                  <a:cubicBezTo>
                    <a:pt x="0" y="522416"/>
                    <a:pt x="0" y="522416"/>
                    <a:pt x="0" y="522416"/>
                  </a:cubicBezTo>
                  <a:cubicBezTo>
                    <a:pt x="0" y="522416"/>
                    <a:pt x="0" y="522416"/>
                    <a:pt x="0" y="522416"/>
                  </a:cubicBezTo>
                  <a:cubicBezTo>
                    <a:pt x="0" y="522416"/>
                    <a:pt x="0" y="527488"/>
                    <a:pt x="0" y="527488"/>
                  </a:cubicBezTo>
                  <a:cubicBezTo>
                    <a:pt x="0" y="527488"/>
                    <a:pt x="0" y="532560"/>
                    <a:pt x="0" y="532560"/>
                  </a:cubicBezTo>
                  <a:cubicBezTo>
                    <a:pt x="0" y="532560"/>
                    <a:pt x="0" y="537632"/>
                    <a:pt x="0" y="537632"/>
                  </a:cubicBezTo>
                  <a:cubicBezTo>
                    <a:pt x="0" y="537632"/>
                    <a:pt x="0" y="542705"/>
                    <a:pt x="0" y="542705"/>
                  </a:cubicBezTo>
                  <a:cubicBezTo>
                    <a:pt x="0" y="542705"/>
                    <a:pt x="0" y="542705"/>
                    <a:pt x="0" y="542705"/>
                  </a:cubicBezTo>
                  <a:cubicBezTo>
                    <a:pt x="0" y="542705"/>
                    <a:pt x="0" y="542705"/>
                    <a:pt x="0" y="542705"/>
                  </a:cubicBezTo>
                  <a:cubicBezTo>
                    <a:pt x="0" y="542705"/>
                    <a:pt x="0" y="542705"/>
                    <a:pt x="0" y="542705"/>
                  </a:cubicBezTo>
                  <a:cubicBezTo>
                    <a:pt x="0" y="542705"/>
                    <a:pt x="0" y="542705"/>
                    <a:pt x="0" y="547776"/>
                  </a:cubicBezTo>
                  <a:cubicBezTo>
                    <a:pt x="0" y="547776"/>
                    <a:pt x="0" y="547776"/>
                    <a:pt x="0" y="552848"/>
                  </a:cubicBezTo>
                  <a:cubicBezTo>
                    <a:pt x="0" y="552848"/>
                    <a:pt x="0" y="552848"/>
                    <a:pt x="0" y="557921"/>
                  </a:cubicBezTo>
                  <a:cubicBezTo>
                    <a:pt x="0" y="557921"/>
                    <a:pt x="0" y="557921"/>
                    <a:pt x="0" y="562992"/>
                  </a:cubicBezTo>
                  <a:cubicBezTo>
                    <a:pt x="0" y="562992"/>
                    <a:pt x="0" y="562992"/>
                    <a:pt x="0" y="568065"/>
                  </a:cubicBezTo>
                  <a:cubicBezTo>
                    <a:pt x="0" y="568065"/>
                    <a:pt x="0" y="568065"/>
                    <a:pt x="0" y="573136"/>
                  </a:cubicBezTo>
                  <a:cubicBezTo>
                    <a:pt x="0" y="573136"/>
                    <a:pt x="0" y="573136"/>
                    <a:pt x="0" y="573136"/>
                  </a:cubicBezTo>
                  <a:cubicBezTo>
                    <a:pt x="0" y="573136"/>
                    <a:pt x="0" y="573136"/>
                    <a:pt x="0" y="578208"/>
                  </a:cubicBezTo>
                  <a:cubicBezTo>
                    <a:pt x="0" y="578208"/>
                    <a:pt x="0" y="583281"/>
                    <a:pt x="0" y="583281"/>
                  </a:cubicBezTo>
                  <a:cubicBezTo>
                    <a:pt x="0" y="583281"/>
                    <a:pt x="5072" y="588352"/>
                    <a:pt x="5072" y="588352"/>
                  </a:cubicBezTo>
                  <a:cubicBezTo>
                    <a:pt x="5072" y="588352"/>
                    <a:pt x="5072" y="593425"/>
                    <a:pt x="10144" y="593425"/>
                  </a:cubicBezTo>
                  <a:cubicBezTo>
                    <a:pt x="10144" y="593425"/>
                    <a:pt x="10144" y="593425"/>
                    <a:pt x="10144" y="593425"/>
                  </a:cubicBezTo>
                  <a:cubicBezTo>
                    <a:pt x="10144" y="593425"/>
                    <a:pt x="10144" y="593425"/>
                    <a:pt x="10144" y="593425"/>
                  </a:cubicBezTo>
                  <a:cubicBezTo>
                    <a:pt x="10144" y="593425"/>
                    <a:pt x="10144" y="593425"/>
                    <a:pt x="10144" y="598497"/>
                  </a:cubicBezTo>
                  <a:cubicBezTo>
                    <a:pt x="10144" y="598497"/>
                    <a:pt x="10144" y="598497"/>
                    <a:pt x="10144" y="603568"/>
                  </a:cubicBezTo>
                  <a:cubicBezTo>
                    <a:pt x="10144" y="603568"/>
                    <a:pt x="10144" y="603568"/>
                    <a:pt x="10144" y="608641"/>
                  </a:cubicBezTo>
                  <a:cubicBezTo>
                    <a:pt x="10144" y="608641"/>
                    <a:pt x="10144" y="608641"/>
                    <a:pt x="15216" y="613712"/>
                  </a:cubicBezTo>
                  <a:cubicBezTo>
                    <a:pt x="15216" y="613712"/>
                    <a:pt x="15216" y="613712"/>
                    <a:pt x="20288" y="618785"/>
                  </a:cubicBezTo>
                  <a:cubicBezTo>
                    <a:pt x="20288" y="618785"/>
                    <a:pt x="20288" y="618785"/>
                    <a:pt x="20288" y="618785"/>
                  </a:cubicBezTo>
                  <a:cubicBezTo>
                    <a:pt x="20288" y="618785"/>
                    <a:pt x="20288" y="618785"/>
                    <a:pt x="20288" y="618785"/>
                  </a:cubicBezTo>
                  <a:cubicBezTo>
                    <a:pt x="20288" y="618785"/>
                    <a:pt x="20288" y="618785"/>
                    <a:pt x="20288" y="618785"/>
                  </a:cubicBezTo>
                  <a:cubicBezTo>
                    <a:pt x="20288" y="618785"/>
                    <a:pt x="20288" y="618785"/>
                    <a:pt x="25360" y="623857"/>
                  </a:cubicBezTo>
                  <a:cubicBezTo>
                    <a:pt x="25360" y="623857"/>
                    <a:pt x="30432" y="623857"/>
                    <a:pt x="30432" y="628928"/>
                  </a:cubicBezTo>
                  <a:cubicBezTo>
                    <a:pt x="30432" y="628928"/>
                    <a:pt x="35504" y="628928"/>
                    <a:pt x="35504" y="634001"/>
                  </a:cubicBezTo>
                  <a:cubicBezTo>
                    <a:pt x="35504" y="634001"/>
                    <a:pt x="35504" y="634001"/>
                    <a:pt x="40576" y="634001"/>
                  </a:cubicBezTo>
                  <a:cubicBezTo>
                    <a:pt x="40576" y="634001"/>
                    <a:pt x="40576" y="634001"/>
                    <a:pt x="40576" y="634001"/>
                  </a:cubicBezTo>
                  <a:cubicBezTo>
                    <a:pt x="40576" y="634001"/>
                    <a:pt x="40576" y="634001"/>
                    <a:pt x="40576" y="634001"/>
                  </a:cubicBezTo>
                  <a:cubicBezTo>
                    <a:pt x="40576" y="634001"/>
                    <a:pt x="45648" y="639072"/>
                    <a:pt x="45648" y="639072"/>
                  </a:cubicBezTo>
                  <a:cubicBezTo>
                    <a:pt x="45648" y="639072"/>
                    <a:pt x="50720" y="644145"/>
                    <a:pt x="50720" y="644145"/>
                  </a:cubicBezTo>
                  <a:cubicBezTo>
                    <a:pt x="50720" y="644145"/>
                    <a:pt x="55792" y="649217"/>
                    <a:pt x="55792" y="649217"/>
                  </a:cubicBezTo>
                  <a:cubicBezTo>
                    <a:pt x="55792" y="649217"/>
                    <a:pt x="55792" y="649217"/>
                    <a:pt x="55792" y="649217"/>
                  </a:cubicBezTo>
                  <a:cubicBezTo>
                    <a:pt x="55792" y="649217"/>
                    <a:pt x="60864" y="649217"/>
                    <a:pt x="60864" y="649217"/>
                  </a:cubicBezTo>
                  <a:cubicBezTo>
                    <a:pt x="60864" y="649217"/>
                    <a:pt x="65936" y="649217"/>
                    <a:pt x="65936" y="654288"/>
                  </a:cubicBezTo>
                  <a:cubicBezTo>
                    <a:pt x="65936" y="654288"/>
                    <a:pt x="71008" y="654288"/>
                    <a:pt x="71008" y="654288"/>
                  </a:cubicBezTo>
                  <a:cubicBezTo>
                    <a:pt x="71008" y="654288"/>
                    <a:pt x="71008" y="654288"/>
                    <a:pt x="76080" y="654288"/>
                  </a:cubicBezTo>
                  <a:cubicBezTo>
                    <a:pt x="76080" y="654288"/>
                    <a:pt x="76080" y="654288"/>
                    <a:pt x="76080" y="654288"/>
                  </a:cubicBezTo>
                  <a:cubicBezTo>
                    <a:pt x="76080" y="654288"/>
                    <a:pt x="76080" y="654288"/>
                    <a:pt x="76080" y="654288"/>
                  </a:cubicBezTo>
                  <a:cubicBezTo>
                    <a:pt x="76080" y="654288"/>
                    <a:pt x="81152" y="654288"/>
                    <a:pt x="81152" y="654288"/>
                  </a:cubicBezTo>
                  <a:cubicBezTo>
                    <a:pt x="81152" y="654288"/>
                    <a:pt x="81152" y="654288"/>
                    <a:pt x="86224" y="654288"/>
                  </a:cubicBezTo>
                  <a:cubicBezTo>
                    <a:pt x="86224" y="654288"/>
                    <a:pt x="86224" y="654288"/>
                    <a:pt x="91296" y="654288"/>
                  </a:cubicBezTo>
                  <a:cubicBezTo>
                    <a:pt x="91296" y="654288"/>
                    <a:pt x="91296" y="654288"/>
                    <a:pt x="96368" y="654288"/>
                  </a:cubicBezTo>
                  <a:cubicBezTo>
                    <a:pt x="96368" y="654288"/>
                    <a:pt x="96368" y="654288"/>
                    <a:pt x="96368" y="654288"/>
                  </a:cubicBezTo>
                  <a:cubicBezTo>
                    <a:pt x="96368" y="654288"/>
                    <a:pt x="96368" y="654288"/>
                    <a:pt x="96368" y="654288"/>
                  </a:cubicBezTo>
                  <a:cubicBezTo>
                    <a:pt x="96368" y="654288"/>
                    <a:pt x="96368" y="654288"/>
                    <a:pt x="101440" y="654288"/>
                  </a:cubicBezTo>
                  <a:lnTo>
                    <a:pt x="101440" y="654288"/>
                  </a:lnTo>
                  <a:cubicBezTo>
                    <a:pt x="111584" y="654288"/>
                    <a:pt x="116656" y="654288"/>
                    <a:pt x="121728" y="649217"/>
                  </a:cubicBezTo>
                  <a:lnTo>
                    <a:pt x="238385" y="583281"/>
                  </a:lnTo>
                  <a:cubicBezTo>
                    <a:pt x="233313" y="578208"/>
                    <a:pt x="228240" y="578208"/>
                    <a:pt x="218097" y="578208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722FAC9-0AE2-42BA-9B7E-7DF7714FB9C4}"/>
                </a:ext>
              </a:extLst>
            </p:cNvPr>
            <p:cNvSpPr/>
            <p:nvPr/>
          </p:nvSpPr>
          <p:spPr>
            <a:xfrm>
              <a:off x="5233758" y="2997880"/>
              <a:ext cx="253601" cy="152160"/>
            </a:xfrm>
            <a:custGeom>
              <a:avLst/>
              <a:gdLst>
                <a:gd name="connsiteX0" fmla="*/ 0 w 253600"/>
                <a:gd name="connsiteY0" fmla="*/ 71008 h 152160"/>
                <a:gd name="connsiteX1" fmla="*/ 116656 w 253600"/>
                <a:gd name="connsiteY1" fmla="*/ 0 h 152160"/>
                <a:gd name="connsiteX2" fmla="*/ 284033 w 253600"/>
                <a:gd name="connsiteY2" fmla="*/ 96368 h 152160"/>
                <a:gd name="connsiteX3" fmla="*/ 167376 w 253600"/>
                <a:gd name="connsiteY3" fmla="*/ 162304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3600" h="152160">
                  <a:moveTo>
                    <a:pt x="0" y="71008"/>
                  </a:moveTo>
                  <a:lnTo>
                    <a:pt x="116656" y="0"/>
                  </a:lnTo>
                  <a:lnTo>
                    <a:pt x="284033" y="96368"/>
                  </a:lnTo>
                  <a:lnTo>
                    <a:pt x="167376" y="162304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43EAA98-F2B5-4D68-812F-2D1EB86E98A5}"/>
                </a:ext>
              </a:extLst>
            </p:cNvPr>
            <p:cNvSpPr/>
            <p:nvPr/>
          </p:nvSpPr>
          <p:spPr>
            <a:xfrm>
              <a:off x="5401135" y="3094248"/>
              <a:ext cx="101440" cy="355040"/>
            </a:xfrm>
            <a:custGeom>
              <a:avLst/>
              <a:gdLst>
                <a:gd name="connsiteX0" fmla="*/ 0 w 101440"/>
                <a:gd name="connsiteY0" fmla="*/ 65936 h 355040"/>
                <a:gd name="connsiteX1" fmla="*/ 116656 w 101440"/>
                <a:gd name="connsiteY1" fmla="*/ 0 h 355040"/>
                <a:gd name="connsiteX2" fmla="*/ 111584 w 101440"/>
                <a:gd name="connsiteY2" fmla="*/ 299248 h 355040"/>
                <a:gd name="connsiteX3" fmla="*/ 0 w 101440"/>
                <a:gd name="connsiteY3" fmla="*/ 365184 h 35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355040">
                  <a:moveTo>
                    <a:pt x="0" y="65936"/>
                  </a:moveTo>
                  <a:lnTo>
                    <a:pt x="116656" y="0"/>
                  </a:lnTo>
                  <a:lnTo>
                    <a:pt x="111584" y="299248"/>
                  </a:lnTo>
                  <a:lnTo>
                    <a:pt x="0" y="365184"/>
                  </a:lnTo>
                  <a:close/>
                </a:path>
              </a:pathLst>
            </a:custGeom>
            <a:solidFill>
              <a:srgbClr val="EFEFE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9FB5415-97C8-4070-B80D-8454E5368C31}"/>
                </a:ext>
              </a:extLst>
            </p:cNvPr>
            <p:cNvSpPr/>
            <p:nvPr/>
          </p:nvSpPr>
          <p:spPr>
            <a:xfrm>
              <a:off x="4939582" y="2353735"/>
              <a:ext cx="557921" cy="304320"/>
            </a:xfrm>
            <a:custGeom>
              <a:avLst/>
              <a:gdLst>
                <a:gd name="connsiteX0" fmla="*/ 339825 w 557921"/>
                <a:gd name="connsiteY0" fmla="*/ 207952 h 304320"/>
                <a:gd name="connsiteX1" fmla="*/ 339825 w 557921"/>
                <a:gd name="connsiteY1" fmla="*/ 207952 h 304320"/>
                <a:gd name="connsiteX2" fmla="*/ 400689 w 557921"/>
                <a:gd name="connsiteY2" fmla="*/ 263744 h 304320"/>
                <a:gd name="connsiteX3" fmla="*/ 405761 w 557921"/>
                <a:gd name="connsiteY3" fmla="*/ 268816 h 304320"/>
                <a:gd name="connsiteX4" fmla="*/ 461553 w 557921"/>
                <a:gd name="connsiteY4" fmla="*/ 329680 h 304320"/>
                <a:gd name="connsiteX5" fmla="*/ 578209 w 557921"/>
                <a:gd name="connsiteY5" fmla="*/ 263744 h 304320"/>
                <a:gd name="connsiteX6" fmla="*/ 557921 w 557921"/>
                <a:gd name="connsiteY6" fmla="*/ 243456 h 304320"/>
                <a:gd name="connsiteX7" fmla="*/ 532561 w 557921"/>
                <a:gd name="connsiteY7" fmla="*/ 218096 h 304320"/>
                <a:gd name="connsiteX8" fmla="*/ 517345 w 557921"/>
                <a:gd name="connsiteY8" fmla="*/ 202880 h 304320"/>
                <a:gd name="connsiteX9" fmla="*/ 512273 w 557921"/>
                <a:gd name="connsiteY9" fmla="*/ 197808 h 304320"/>
                <a:gd name="connsiteX10" fmla="*/ 507201 w 557921"/>
                <a:gd name="connsiteY10" fmla="*/ 192736 h 304320"/>
                <a:gd name="connsiteX11" fmla="*/ 481841 w 557921"/>
                <a:gd name="connsiteY11" fmla="*/ 167376 h 304320"/>
                <a:gd name="connsiteX12" fmla="*/ 456481 w 557921"/>
                <a:gd name="connsiteY12" fmla="*/ 147088 h 304320"/>
                <a:gd name="connsiteX13" fmla="*/ 451409 w 557921"/>
                <a:gd name="connsiteY13" fmla="*/ 142016 h 304320"/>
                <a:gd name="connsiteX14" fmla="*/ 446337 w 557921"/>
                <a:gd name="connsiteY14" fmla="*/ 136944 h 304320"/>
                <a:gd name="connsiteX15" fmla="*/ 426049 w 557921"/>
                <a:gd name="connsiteY15" fmla="*/ 121728 h 304320"/>
                <a:gd name="connsiteX16" fmla="*/ 400689 w 557921"/>
                <a:gd name="connsiteY16" fmla="*/ 101440 h 304320"/>
                <a:gd name="connsiteX17" fmla="*/ 385473 w 557921"/>
                <a:gd name="connsiteY17" fmla="*/ 91296 h 304320"/>
                <a:gd name="connsiteX18" fmla="*/ 380401 w 557921"/>
                <a:gd name="connsiteY18" fmla="*/ 86224 h 304320"/>
                <a:gd name="connsiteX19" fmla="*/ 375329 w 557921"/>
                <a:gd name="connsiteY19" fmla="*/ 81152 h 304320"/>
                <a:gd name="connsiteX20" fmla="*/ 349969 w 557921"/>
                <a:gd name="connsiteY20" fmla="*/ 65936 h 304320"/>
                <a:gd name="connsiteX21" fmla="*/ 324609 w 557921"/>
                <a:gd name="connsiteY21" fmla="*/ 50720 h 304320"/>
                <a:gd name="connsiteX22" fmla="*/ 319537 w 557921"/>
                <a:gd name="connsiteY22" fmla="*/ 45648 h 304320"/>
                <a:gd name="connsiteX23" fmla="*/ 304321 w 557921"/>
                <a:gd name="connsiteY23" fmla="*/ 35504 h 304320"/>
                <a:gd name="connsiteX24" fmla="*/ 294177 w 557921"/>
                <a:gd name="connsiteY24" fmla="*/ 30432 h 304320"/>
                <a:gd name="connsiteX25" fmla="*/ 289105 w 557921"/>
                <a:gd name="connsiteY25" fmla="*/ 25360 h 304320"/>
                <a:gd name="connsiteX26" fmla="*/ 284033 w 557921"/>
                <a:gd name="connsiteY26" fmla="*/ 25360 h 304320"/>
                <a:gd name="connsiteX27" fmla="*/ 263745 w 557921"/>
                <a:gd name="connsiteY27" fmla="*/ 15216 h 304320"/>
                <a:gd name="connsiteX28" fmla="*/ 258672 w 557921"/>
                <a:gd name="connsiteY28" fmla="*/ 10144 h 304320"/>
                <a:gd name="connsiteX29" fmla="*/ 253601 w 557921"/>
                <a:gd name="connsiteY29" fmla="*/ 10144 h 304320"/>
                <a:gd name="connsiteX30" fmla="*/ 248528 w 557921"/>
                <a:gd name="connsiteY30" fmla="*/ 10144 h 304320"/>
                <a:gd name="connsiteX31" fmla="*/ 233312 w 557921"/>
                <a:gd name="connsiteY31" fmla="*/ 5072 h 304320"/>
                <a:gd name="connsiteX32" fmla="*/ 228240 w 557921"/>
                <a:gd name="connsiteY32" fmla="*/ 5072 h 304320"/>
                <a:gd name="connsiteX33" fmla="*/ 223168 w 557921"/>
                <a:gd name="connsiteY33" fmla="*/ 5072 h 304320"/>
                <a:gd name="connsiteX34" fmla="*/ 218096 w 557921"/>
                <a:gd name="connsiteY34" fmla="*/ 5072 h 304320"/>
                <a:gd name="connsiteX35" fmla="*/ 207952 w 557921"/>
                <a:gd name="connsiteY35" fmla="*/ 0 h 304320"/>
                <a:gd name="connsiteX36" fmla="*/ 202880 w 557921"/>
                <a:gd name="connsiteY36" fmla="*/ 0 h 304320"/>
                <a:gd name="connsiteX37" fmla="*/ 202880 w 557921"/>
                <a:gd name="connsiteY37" fmla="*/ 0 h 304320"/>
                <a:gd name="connsiteX38" fmla="*/ 197808 w 557921"/>
                <a:gd name="connsiteY38" fmla="*/ 0 h 304320"/>
                <a:gd name="connsiteX39" fmla="*/ 187664 w 557921"/>
                <a:gd name="connsiteY39" fmla="*/ 0 h 304320"/>
                <a:gd name="connsiteX40" fmla="*/ 177520 w 557921"/>
                <a:gd name="connsiteY40" fmla="*/ 0 h 304320"/>
                <a:gd name="connsiteX41" fmla="*/ 177520 w 557921"/>
                <a:gd name="connsiteY41" fmla="*/ 0 h 304320"/>
                <a:gd name="connsiteX42" fmla="*/ 177520 w 557921"/>
                <a:gd name="connsiteY42" fmla="*/ 0 h 304320"/>
                <a:gd name="connsiteX43" fmla="*/ 167376 w 557921"/>
                <a:gd name="connsiteY43" fmla="*/ 0 h 304320"/>
                <a:gd name="connsiteX44" fmla="*/ 157232 w 557921"/>
                <a:gd name="connsiteY44" fmla="*/ 0 h 304320"/>
                <a:gd name="connsiteX45" fmla="*/ 157232 w 557921"/>
                <a:gd name="connsiteY45" fmla="*/ 0 h 304320"/>
                <a:gd name="connsiteX46" fmla="*/ 157232 w 557921"/>
                <a:gd name="connsiteY46" fmla="*/ 0 h 304320"/>
                <a:gd name="connsiteX47" fmla="*/ 147088 w 557921"/>
                <a:gd name="connsiteY47" fmla="*/ 0 h 304320"/>
                <a:gd name="connsiteX48" fmla="*/ 142016 w 557921"/>
                <a:gd name="connsiteY48" fmla="*/ 0 h 304320"/>
                <a:gd name="connsiteX49" fmla="*/ 136944 w 557921"/>
                <a:gd name="connsiteY49" fmla="*/ 0 h 304320"/>
                <a:gd name="connsiteX50" fmla="*/ 131872 w 557921"/>
                <a:gd name="connsiteY50" fmla="*/ 0 h 304320"/>
                <a:gd name="connsiteX51" fmla="*/ 116656 w 557921"/>
                <a:gd name="connsiteY51" fmla="*/ 5072 h 304320"/>
                <a:gd name="connsiteX52" fmla="*/ 116656 w 557921"/>
                <a:gd name="connsiteY52" fmla="*/ 5072 h 304320"/>
                <a:gd name="connsiteX53" fmla="*/ 0 w 557921"/>
                <a:gd name="connsiteY53" fmla="*/ 71008 h 304320"/>
                <a:gd name="connsiteX54" fmla="*/ 0 w 557921"/>
                <a:gd name="connsiteY54" fmla="*/ 71008 h 304320"/>
                <a:gd name="connsiteX55" fmla="*/ 15216 w 557921"/>
                <a:gd name="connsiteY55" fmla="*/ 65936 h 304320"/>
                <a:gd name="connsiteX56" fmla="*/ 20288 w 557921"/>
                <a:gd name="connsiteY56" fmla="*/ 65936 h 304320"/>
                <a:gd name="connsiteX57" fmla="*/ 35504 w 557921"/>
                <a:gd name="connsiteY57" fmla="*/ 60864 h 304320"/>
                <a:gd name="connsiteX58" fmla="*/ 35504 w 557921"/>
                <a:gd name="connsiteY58" fmla="*/ 60864 h 304320"/>
                <a:gd name="connsiteX59" fmla="*/ 55792 w 557921"/>
                <a:gd name="connsiteY59" fmla="*/ 60864 h 304320"/>
                <a:gd name="connsiteX60" fmla="*/ 55792 w 557921"/>
                <a:gd name="connsiteY60" fmla="*/ 60864 h 304320"/>
                <a:gd name="connsiteX61" fmla="*/ 76080 w 557921"/>
                <a:gd name="connsiteY61" fmla="*/ 65936 h 304320"/>
                <a:gd name="connsiteX62" fmla="*/ 76080 w 557921"/>
                <a:gd name="connsiteY62" fmla="*/ 65936 h 304320"/>
                <a:gd name="connsiteX63" fmla="*/ 101440 w 557921"/>
                <a:gd name="connsiteY63" fmla="*/ 71008 h 304320"/>
                <a:gd name="connsiteX64" fmla="*/ 106512 w 557921"/>
                <a:gd name="connsiteY64" fmla="*/ 71008 h 304320"/>
                <a:gd name="connsiteX65" fmla="*/ 131872 w 557921"/>
                <a:gd name="connsiteY65" fmla="*/ 81152 h 304320"/>
                <a:gd name="connsiteX66" fmla="*/ 136944 w 557921"/>
                <a:gd name="connsiteY66" fmla="*/ 81152 h 304320"/>
                <a:gd name="connsiteX67" fmla="*/ 162304 w 557921"/>
                <a:gd name="connsiteY67" fmla="*/ 96368 h 304320"/>
                <a:gd name="connsiteX68" fmla="*/ 167376 w 557921"/>
                <a:gd name="connsiteY68" fmla="*/ 101440 h 304320"/>
                <a:gd name="connsiteX69" fmla="*/ 197808 w 557921"/>
                <a:gd name="connsiteY69" fmla="*/ 116656 h 304320"/>
                <a:gd name="connsiteX70" fmla="*/ 263745 w 557921"/>
                <a:gd name="connsiteY70" fmla="*/ 157232 h 304320"/>
                <a:gd name="connsiteX71" fmla="*/ 268817 w 557921"/>
                <a:gd name="connsiteY71" fmla="*/ 162304 h 304320"/>
                <a:gd name="connsiteX72" fmla="*/ 339825 w 557921"/>
                <a:gd name="connsiteY72" fmla="*/ 207952 h 30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557921" h="304320">
                  <a:moveTo>
                    <a:pt x="339825" y="207952"/>
                  </a:moveTo>
                  <a:cubicBezTo>
                    <a:pt x="339825" y="207952"/>
                    <a:pt x="339825" y="207952"/>
                    <a:pt x="339825" y="207952"/>
                  </a:cubicBezTo>
                  <a:cubicBezTo>
                    <a:pt x="365185" y="228240"/>
                    <a:pt x="380401" y="243456"/>
                    <a:pt x="400689" y="263744"/>
                  </a:cubicBezTo>
                  <a:cubicBezTo>
                    <a:pt x="400689" y="263744"/>
                    <a:pt x="405761" y="268816"/>
                    <a:pt x="405761" y="268816"/>
                  </a:cubicBezTo>
                  <a:cubicBezTo>
                    <a:pt x="426049" y="289104"/>
                    <a:pt x="446337" y="309392"/>
                    <a:pt x="461553" y="329680"/>
                  </a:cubicBezTo>
                  <a:lnTo>
                    <a:pt x="578209" y="263744"/>
                  </a:lnTo>
                  <a:cubicBezTo>
                    <a:pt x="573137" y="258672"/>
                    <a:pt x="568065" y="248528"/>
                    <a:pt x="557921" y="243456"/>
                  </a:cubicBezTo>
                  <a:cubicBezTo>
                    <a:pt x="547777" y="233312"/>
                    <a:pt x="542705" y="228240"/>
                    <a:pt x="532561" y="218096"/>
                  </a:cubicBezTo>
                  <a:cubicBezTo>
                    <a:pt x="527489" y="213024"/>
                    <a:pt x="522417" y="207952"/>
                    <a:pt x="517345" y="202880"/>
                  </a:cubicBezTo>
                  <a:cubicBezTo>
                    <a:pt x="517345" y="202880"/>
                    <a:pt x="512273" y="202880"/>
                    <a:pt x="512273" y="197808"/>
                  </a:cubicBezTo>
                  <a:cubicBezTo>
                    <a:pt x="512273" y="197808"/>
                    <a:pt x="507201" y="192736"/>
                    <a:pt x="507201" y="192736"/>
                  </a:cubicBezTo>
                  <a:cubicBezTo>
                    <a:pt x="497057" y="182592"/>
                    <a:pt x="491985" y="177520"/>
                    <a:pt x="481841" y="167376"/>
                  </a:cubicBezTo>
                  <a:cubicBezTo>
                    <a:pt x="471697" y="162304"/>
                    <a:pt x="466625" y="152160"/>
                    <a:pt x="456481" y="147088"/>
                  </a:cubicBezTo>
                  <a:cubicBezTo>
                    <a:pt x="456481" y="147088"/>
                    <a:pt x="456481" y="147088"/>
                    <a:pt x="451409" y="142016"/>
                  </a:cubicBezTo>
                  <a:cubicBezTo>
                    <a:pt x="451409" y="142016"/>
                    <a:pt x="451409" y="142016"/>
                    <a:pt x="446337" y="136944"/>
                  </a:cubicBezTo>
                  <a:cubicBezTo>
                    <a:pt x="441265" y="131872"/>
                    <a:pt x="436193" y="126800"/>
                    <a:pt x="426049" y="121728"/>
                  </a:cubicBezTo>
                  <a:cubicBezTo>
                    <a:pt x="415905" y="116656"/>
                    <a:pt x="410833" y="106512"/>
                    <a:pt x="400689" y="101440"/>
                  </a:cubicBezTo>
                  <a:cubicBezTo>
                    <a:pt x="395617" y="96368"/>
                    <a:pt x="390545" y="96368"/>
                    <a:pt x="385473" y="91296"/>
                  </a:cubicBezTo>
                  <a:cubicBezTo>
                    <a:pt x="385473" y="91296"/>
                    <a:pt x="380401" y="91296"/>
                    <a:pt x="380401" y="86224"/>
                  </a:cubicBezTo>
                  <a:cubicBezTo>
                    <a:pt x="380401" y="86224"/>
                    <a:pt x="375329" y="81152"/>
                    <a:pt x="375329" y="81152"/>
                  </a:cubicBezTo>
                  <a:cubicBezTo>
                    <a:pt x="365185" y="76080"/>
                    <a:pt x="360113" y="71008"/>
                    <a:pt x="349969" y="65936"/>
                  </a:cubicBezTo>
                  <a:cubicBezTo>
                    <a:pt x="339825" y="60864"/>
                    <a:pt x="334753" y="55792"/>
                    <a:pt x="324609" y="50720"/>
                  </a:cubicBezTo>
                  <a:cubicBezTo>
                    <a:pt x="324609" y="50720"/>
                    <a:pt x="319537" y="50720"/>
                    <a:pt x="319537" y="45648"/>
                  </a:cubicBezTo>
                  <a:cubicBezTo>
                    <a:pt x="314465" y="40576"/>
                    <a:pt x="309393" y="40576"/>
                    <a:pt x="304321" y="35504"/>
                  </a:cubicBezTo>
                  <a:cubicBezTo>
                    <a:pt x="299248" y="35504"/>
                    <a:pt x="294177" y="30432"/>
                    <a:pt x="294177" y="30432"/>
                  </a:cubicBezTo>
                  <a:cubicBezTo>
                    <a:pt x="294177" y="30432"/>
                    <a:pt x="289105" y="30432"/>
                    <a:pt x="289105" y="25360"/>
                  </a:cubicBezTo>
                  <a:cubicBezTo>
                    <a:pt x="289105" y="25360"/>
                    <a:pt x="289105" y="25360"/>
                    <a:pt x="284033" y="25360"/>
                  </a:cubicBezTo>
                  <a:cubicBezTo>
                    <a:pt x="278961" y="20288"/>
                    <a:pt x="273888" y="20288"/>
                    <a:pt x="263745" y="15216"/>
                  </a:cubicBezTo>
                  <a:cubicBezTo>
                    <a:pt x="263745" y="15216"/>
                    <a:pt x="258672" y="15216"/>
                    <a:pt x="258672" y="10144"/>
                  </a:cubicBezTo>
                  <a:cubicBezTo>
                    <a:pt x="258672" y="10144"/>
                    <a:pt x="253601" y="10144"/>
                    <a:pt x="253601" y="10144"/>
                  </a:cubicBezTo>
                  <a:cubicBezTo>
                    <a:pt x="253601" y="10144"/>
                    <a:pt x="248528" y="10144"/>
                    <a:pt x="248528" y="10144"/>
                  </a:cubicBezTo>
                  <a:cubicBezTo>
                    <a:pt x="243456" y="10144"/>
                    <a:pt x="238385" y="5072"/>
                    <a:pt x="233312" y="5072"/>
                  </a:cubicBezTo>
                  <a:cubicBezTo>
                    <a:pt x="233312" y="5072"/>
                    <a:pt x="228240" y="5072"/>
                    <a:pt x="228240" y="5072"/>
                  </a:cubicBezTo>
                  <a:cubicBezTo>
                    <a:pt x="228240" y="5072"/>
                    <a:pt x="228240" y="5072"/>
                    <a:pt x="223168" y="5072"/>
                  </a:cubicBezTo>
                  <a:cubicBezTo>
                    <a:pt x="223168" y="5072"/>
                    <a:pt x="218096" y="5072"/>
                    <a:pt x="218096" y="5072"/>
                  </a:cubicBezTo>
                  <a:cubicBezTo>
                    <a:pt x="213024" y="5072"/>
                    <a:pt x="207952" y="5072"/>
                    <a:pt x="207952" y="0"/>
                  </a:cubicBezTo>
                  <a:cubicBezTo>
                    <a:pt x="207952" y="0"/>
                    <a:pt x="202880" y="0"/>
                    <a:pt x="202880" y="0"/>
                  </a:cubicBezTo>
                  <a:cubicBezTo>
                    <a:pt x="202880" y="0"/>
                    <a:pt x="202880" y="0"/>
                    <a:pt x="202880" y="0"/>
                  </a:cubicBezTo>
                  <a:cubicBezTo>
                    <a:pt x="202880" y="0"/>
                    <a:pt x="202880" y="0"/>
                    <a:pt x="197808" y="0"/>
                  </a:cubicBezTo>
                  <a:cubicBezTo>
                    <a:pt x="192736" y="0"/>
                    <a:pt x="192736" y="0"/>
                    <a:pt x="187664" y="0"/>
                  </a:cubicBezTo>
                  <a:cubicBezTo>
                    <a:pt x="182592" y="0"/>
                    <a:pt x="182592" y="0"/>
                    <a:pt x="177520" y="0"/>
                  </a:cubicBezTo>
                  <a:cubicBezTo>
                    <a:pt x="177520" y="0"/>
                    <a:pt x="177520" y="0"/>
                    <a:pt x="177520" y="0"/>
                  </a:cubicBezTo>
                  <a:cubicBezTo>
                    <a:pt x="177520" y="0"/>
                    <a:pt x="177520" y="0"/>
                    <a:pt x="177520" y="0"/>
                  </a:cubicBezTo>
                  <a:cubicBezTo>
                    <a:pt x="172448" y="0"/>
                    <a:pt x="172448" y="0"/>
                    <a:pt x="167376" y="0"/>
                  </a:cubicBezTo>
                  <a:cubicBezTo>
                    <a:pt x="162304" y="0"/>
                    <a:pt x="162304" y="0"/>
                    <a:pt x="157232" y="0"/>
                  </a:cubicBezTo>
                  <a:cubicBezTo>
                    <a:pt x="157232" y="0"/>
                    <a:pt x="157232" y="0"/>
                    <a:pt x="157232" y="0"/>
                  </a:cubicBezTo>
                  <a:cubicBezTo>
                    <a:pt x="157232" y="0"/>
                    <a:pt x="157232" y="0"/>
                    <a:pt x="157232" y="0"/>
                  </a:cubicBezTo>
                  <a:cubicBezTo>
                    <a:pt x="152160" y="0"/>
                    <a:pt x="152160" y="0"/>
                    <a:pt x="147088" y="0"/>
                  </a:cubicBezTo>
                  <a:cubicBezTo>
                    <a:pt x="147088" y="0"/>
                    <a:pt x="142016" y="0"/>
                    <a:pt x="142016" y="0"/>
                  </a:cubicBezTo>
                  <a:cubicBezTo>
                    <a:pt x="142016" y="0"/>
                    <a:pt x="136944" y="0"/>
                    <a:pt x="136944" y="0"/>
                  </a:cubicBezTo>
                  <a:cubicBezTo>
                    <a:pt x="136944" y="0"/>
                    <a:pt x="136944" y="0"/>
                    <a:pt x="131872" y="0"/>
                  </a:cubicBezTo>
                  <a:cubicBezTo>
                    <a:pt x="126800" y="0"/>
                    <a:pt x="121728" y="5072"/>
                    <a:pt x="116656" y="5072"/>
                  </a:cubicBezTo>
                  <a:cubicBezTo>
                    <a:pt x="116656" y="5072"/>
                    <a:pt x="116656" y="5072"/>
                    <a:pt x="116656" y="5072"/>
                  </a:cubicBezTo>
                  <a:lnTo>
                    <a:pt x="0" y="71008"/>
                  </a:lnTo>
                  <a:cubicBezTo>
                    <a:pt x="0" y="71008"/>
                    <a:pt x="0" y="71008"/>
                    <a:pt x="0" y="71008"/>
                  </a:cubicBezTo>
                  <a:cubicBezTo>
                    <a:pt x="5072" y="65936"/>
                    <a:pt x="10144" y="65936"/>
                    <a:pt x="15216" y="65936"/>
                  </a:cubicBezTo>
                  <a:cubicBezTo>
                    <a:pt x="15216" y="65936"/>
                    <a:pt x="20288" y="65936"/>
                    <a:pt x="20288" y="65936"/>
                  </a:cubicBezTo>
                  <a:cubicBezTo>
                    <a:pt x="25360" y="65936"/>
                    <a:pt x="30432" y="60864"/>
                    <a:pt x="35504" y="60864"/>
                  </a:cubicBezTo>
                  <a:cubicBezTo>
                    <a:pt x="35504" y="60864"/>
                    <a:pt x="35504" y="60864"/>
                    <a:pt x="35504" y="60864"/>
                  </a:cubicBezTo>
                  <a:cubicBezTo>
                    <a:pt x="40576" y="60864"/>
                    <a:pt x="50720" y="60864"/>
                    <a:pt x="55792" y="60864"/>
                  </a:cubicBezTo>
                  <a:cubicBezTo>
                    <a:pt x="55792" y="60864"/>
                    <a:pt x="55792" y="60864"/>
                    <a:pt x="55792" y="60864"/>
                  </a:cubicBezTo>
                  <a:cubicBezTo>
                    <a:pt x="60864" y="60864"/>
                    <a:pt x="71008" y="60864"/>
                    <a:pt x="76080" y="65936"/>
                  </a:cubicBezTo>
                  <a:cubicBezTo>
                    <a:pt x="76080" y="65936"/>
                    <a:pt x="76080" y="65936"/>
                    <a:pt x="76080" y="65936"/>
                  </a:cubicBezTo>
                  <a:cubicBezTo>
                    <a:pt x="86224" y="65936"/>
                    <a:pt x="91296" y="71008"/>
                    <a:pt x="101440" y="71008"/>
                  </a:cubicBezTo>
                  <a:cubicBezTo>
                    <a:pt x="101440" y="71008"/>
                    <a:pt x="101440" y="71008"/>
                    <a:pt x="106512" y="71008"/>
                  </a:cubicBezTo>
                  <a:cubicBezTo>
                    <a:pt x="116656" y="76080"/>
                    <a:pt x="121728" y="76080"/>
                    <a:pt x="131872" y="81152"/>
                  </a:cubicBezTo>
                  <a:cubicBezTo>
                    <a:pt x="131872" y="81152"/>
                    <a:pt x="136944" y="81152"/>
                    <a:pt x="136944" y="81152"/>
                  </a:cubicBezTo>
                  <a:cubicBezTo>
                    <a:pt x="147088" y="86224"/>
                    <a:pt x="157232" y="91296"/>
                    <a:pt x="162304" y="96368"/>
                  </a:cubicBezTo>
                  <a:cubicBezTo>
                    <a:pt x="162304" y="96368"/>
                    <a:pt x="167376" y="96368"/>
                    <a:pt x="167376" y="101440"/>
                  </a:cubicBezTo>
                  <a:cubicBezTo>
                    <a:pt x="177520" y="106512"/>
                    <a:pt x="187664" y="111584"/>
                    <a:pt x="197808" y="116656"/>
                  </a:cubicBezTo>
                  <a:cubicBezTo>
                    <a:pt x="218096" y="126800"/>
                    <a:pt x="238385" y="142016"/>
                    <a:pt x="263745" y="157232"/>
                  </a:cubicBezTo>
                  <a:cubicBezTo>
                    <a:pt x="263745" y="157232"/>
                    <a:pt x="268817" y="157232"/>
                    <a:pt x="268817" y="162304"/>
                  </a:cubicBezTo>
                  <a:cubicBezTo>
                    <a:pt x="299248" y="177520"/>
                    <a:pt x="319537" y="192736"/>
                    <a:pt x="339825" y="207952"/>
                  </a:cubicBezTo>
                  <a:close/>
                </a:path>
              </a:pathLst>
            </a:custGeom>
            <a:solidFill>
              <a:srgbClr val="EFEFE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C682984-E684-4617-A591-BD911086C539}"/>
                </a:ext>
              </a:extLst>
            </p:cNvPr>
            <p:cNvSpPr/>
            <p:nvPr/>
          </p:nvSpPr>
          <p:spPr>
            <a:xfrm>
              <a:off x="5401135" y="2612407"/>
              <a:ext cx="101440" cy="304320"/>
            </a:xfrm>
            <a:custGeom>
              <a:avLst/>
              <a:gdLst>
                <a:gd name="connsiteX0" fmla="*/ 0 w 101440"/>
                <a:gd name="connsiteY0" fmla="*/ 65936 h 304320"/>
                <a:gd name="connsiteX1" fmla="*/ 116656 w 101440"/>
                <a:gd name="connsiteY1" fmla="*/ 0 h 304320"/>
                <a:gd name="connsiteX2" fmla="*/ 116656 w 101440"/>
                <a:gd name="connsiteY2" fmla="*/ 248528 h 304320"/>
                <a:gd name="connsiteX3" fmla="*/ 0 w 101440"/>
                <a:gd name="connsiteY3" fmla="*/ 314464 h 30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304320">
                  <a:moveTo>
                    <a:pt x="0" y="65936"/>
                  </a:moveTo>
                  <a:lnTo>
                    <a:pt x="116656" y="0"/>
                  </a:lnTo>
                  <a:lnTo>
                    <a:pt x="116656" y="248528"/>
                  </a:lnTo>
                  <a:lnTo>
                    <a:pt x="0" y="314464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02E1375A-9699-4F42-AF11-243657DDEE19}"/>
                </a:ext>
              </a:extLst>
            </p:cNvPr>
            <p:cNvSpPr/>
            <p:nvPr/>
          </p:nvSpPr>
          <p:spPr>
            <a:xfrm>
              <a:off x="5984416" y="3636952"/>
              <a:ext cx="101440" cy="50720"/>
            </a:xfrm>
            <a:custGeom>
              <a:avLst/>
              <a:gdLst>
                <a:gd name="connsiteX0" fmla="*/ 5072 w 101440"/>
                <a:gd name="connsiteY0" fmla="*/ 65936 h 50720"/>
                <a:gd name="connsiteX1" fmla="*/ 121728 w 101440"/>
                <a:gd name="connsiteY1" fmla="*/ 0 h 50720"/>
                <a:gd name="connsiteX2" fmla="*/ 121728 w 101440"/>
                <a:gd name="connsiteY2" fmla="*/ 5072 h 50720"/>
                <a:gd name="connsiteX3" fmla="*/ 0 w 101440"/>
                <a:gd name="connsiteY3" fmla="*/ 71008 h 50720"/>
                <a:gd name="connsiteX4" fmla="*/ 5072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5072" y="65936"/>
                  </a:moveTo>
                  <a:lnTo>
                    <a:pt x="121728" y="0"/>
                  </a:lnTo>
                  <a:cubicBezTo>
                    <a:pt x="121728" y="0"/>
                    <a:pt x="121728" y="5072"/>
                    <a:pt x="121728" y="5072"/>
                  </a:cubicBezTo>
                  <a:lnTo>
                    <a:pt x="0" y="71008"/>
                  </a:lnTo>
                  <a:cubicBezTo>
                    <a:pt x="0" y="65936"/>
                    <a:pt x="5072" y="65936"/>
                    <a:pt x="5072" y="65936"/>
                  </a:cubicBezTo>
                </a:path>
              </a:pathLst>
            </a:custGeom>
            <a:solidFill>
              <a:srgbClr val="9A9A9A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660A1051-ACB4-40DB-A0F9-66A787ECE97C}"/>
                </a:ext>
              </a:extLst>
            </p:cNvPr>
            <p:cNvSpPr/>
            <p:nvPr/>
          </p:nvSpPr>
          <p:spPr>
            <a:xfrm>
              <a:off x="5984416" y="3642024"/>
              <a:ext cx="101440" cy="50720"/>
            </a:xfrm>
            <a:custGeom>
              <a:avLst/>
              <a:gdLst>
                <a:gd name="connsiteX0" fmla="*/ 0 w 101440"/>
                <a:gd name="connsiteY0" fmla="*/ 65936 h 50720"/>
                <a:gd name="connsiteX1" fmla="*/ 116656 w 101440"/>
                <a:gd name="connsiteY1" fmla="*/ 0 h 50720"/>
                <a:gd name="connsiteX2" fmla="*/ 116656 w 101440"/>
                <a:gd name="connsiteY2" fmla="*/ 5072 h 50720"/>
                <a:gd name="connsiteX3" fmla="*/ 0 w 101440"/>
                <a:gd name="connsiteY3" fmla="*/ 65936 h 50720"/>
                <a:gd name="connsiteX4" fmla="*/ 0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0" y="65936"/>
                  </a:moveTo>
                  <a:lnTo>
                    <a:pt x="116656" y="0"/>
                  </a:lnTo>
                  <a:cubicBezTo>
                    <a:pt x="116656" y="0"/>
                    <a:pt x="116656" y="5072"/>
                    <a:pt x="116656" y="5072"/>
                  </a:cubicBezTo>
                  <a:lnTo>
                    <a:pt x="0" y="65936"/>
                  </a:lnTo>
                  <a:cubicBezTo>
                    <a:pt x="0" y="65936"/>
                    <a:pt x="0" y="65936"/>
                    <a:pt x="0" y="65936"/>
                  </a:cubicBezTo>
                </a:path>
              </a:pathLst>
            </a:custGeom>
            <a:solidFill>
              <a:srgbClr val="959595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2B61DD4B-74EB-4EE4-A472-D51437FC055F}"/>
                </a:ext>
              </a:extLst>
            </p:cNvPr>
            <p:cNvSpPr/>
            <p:nvPr/>
          </p:nvSpPr>
          <p:spPr>
            <a:xfrm>
              <a:off x="5984416" y="3647096"/>
              <a:ext cx="101440" cy="50720"/>
            </a:xfrm>
            <a:custGeom>
              <a:avLst/>
              <a:gdLst>
                <a:gd name="connsiteX0" fmla="*/ 0 w 101440"/>
                <a:gd name="connsiteY0" fmla="*/ 65936 h 50720"/>
                <a:gd name="connsiteX1" fmla="*/ 116656 w 101440"/>
                <a:gd name="connsiteY1" fmla="*/ 0 h 50720"/>
                <a:gd name="connsiteX2" fmla="*/ 116656 w 101440"/>
                <a:gd name="connsiteY2" fmla="*/ 0 h 50720"/>
                <a:gd name="connsiteX3" fmla="*/ 116656 w 101440"/>
                <a:gd name="connsiteY3" fmla="*/ 5072 h 50720"/>
                <a:gd name="connsiteX4" fmla="*/ 0 w 101440"/>
                <a:gd name="connsiteY4" fmla="*/ 71008 h 50720"/>
                <a:gd name="connsiteX5" fmla="*/ 0 w 101440"/>
                <a:gd name="connsiteY5" fmla="*/ 65936 h 50720"/>
                <a:gd name="connsiteX6" fmla="*/ 0 w 101440"/>
                <a:gd name="connsiteY6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40" h="50720">
                  <a:moveTo>
                    <a:pt x="0" y="65936"/>
                  </a:moveTo>
                  <a:lnTo>
                    <a:pt x="116656" y="0"/>
                  </a:lnTo>
                  <a:cubicBezTo>
                    <a:pt x="116656" y="0"/>
                    <a:pt x="116656" y="0"/>
                    <a:pt x="116656" y="0"/>
                  </a:cubicBezTo>
                  <a:cubicBezTo>
                    <a:pt x="116656" y="0"/>
                    <a:pt x="116656" y="5072"/>
                    <a:pt x="116656" y="5072"/>
                  </a:cubicBezTo>
                  <a:lnTo>
                    <a:pt x="0" y="71008"/>
                  </a:lnTo>
                  <a:cubicBezTo>
                    <a:pt x="0" y="71008"/>
                    <a:pt x="0" y="65936"/>
                    <a:pt x="0" y="65936"/>
                  </a:cubicBezTo>
                  <a:cubicBezTo>
                    <a:pt x="0" y="65936"/>
                    <a:pt x="0" y="65936"/>
                    <a:pt x="0" y="65936"/>
                  </a:cubicBezTo>
                </a:path>
              </a:pathLst>
            </a:custGeom>
            <a:solidFill>
              <a:srgbClr val="90909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4E24D25D-DC81-4C5F-BF47-7F4A709D67DB}"/>
                </a:ext>
              </a:extLst>
            </p:cNvPr>
            <p:cNvSpPr/>
            <p:nvPr/>
          </p:nvSpPr>
          <p:spPr>
            <a:xfrm>
              <a:off x="5979344" y="3652168"/>
              <a:ext cx="101440" cy="50720"/>
            </a:xfrm>
            <a:custGeom>
              <a:avLst/>
              <a:gdLst>
                <a:gd name="connsiteX0" fmla="*/ 5072 w 101440"/>
                <a:gd name="connsiteY0" fmla="*/ 65936 h 50720"/>
                <a:gd name="connsiteX1" fmla="*/ 121728 w 101440"/>
                <a:gd name="connsiteY1" fmla="*/ 0 h 50720"/>
                <a:gd name="connsiteX2" fmla="*/ 116656 w 101440"/>
                <a:gd name="connsiteY2" fmla="*/ 10144 h 50720"/>
                <a:gd name="connsiteX3" fmla="*/ 0 w 101440"/>
                <a:gd name="connsiteY3" fmla="*/ 76080 h 50720"/>
                <a:gd name="connsiteX4" fmla="*/ 5072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5072" y="65936"/>
                  </a:moveTo>
                  <a:lnTo>
                    <a:pt x="121728" y="0"/>
                  </a:lnTo>
                  <a:cubicBezTo>
                    <a:pt x="116656" y="5072"/>
                    <a:pt x="116656" y="5072"/>
                    <a:pt x="116656" y="10144"/>
                  </a:cubicBezTo>
                  <a:lnTo>
                    <a:pt x="0" y="76080"/>
                  </a:lnTo>
                  <a:cubicBezTo>
                    <a:pt x="0" y="76080"/>
                    <a:pt x="0" y="71008"/>
                    <a:pt x="5072" y="65936"/>
                  </a:cubicBezTo>
                </a:path>
              </a:pathLst>
            </a:custGeom>
            <a:solidFill>
              <a:srgbClr val="8B8B8B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0835124-44A9-4002-8DB3-7720F1C76D25}"/>
                </a:ext>
              </a:extLst>
            </p:cNvPr>
            <p:cNvSpPr/>
            <p:nvPr/>
          </p:nvSpPr>
          <p:spPr>
            <a:xfrm>
              <a:off x="5974272" y="3662312"/>
              <a:ext cx="101440" cy="50720"/>
            </a:xfrm>
            <a:custGeom>
              <a:avLst/>
              <a:gdLst>
                <a:gd name="connsiteX0" fmla="*/ 5072 w 101440"/>
                <a:gd name="connsiteY0" fmla="*/ 65936 h 50720"/>
                <a:gd name="connsiteX1" fmla="*/ 121728 w 101440"/>
                <a:gd name="connsiteY1" fmla="*/ 0 h 50720"/>
                <a:gd name="connsiteX2" fmla="*/ 116656 w 101440"/>
                <a:gd name="connsiteY2" fmla="*/ 10144 h 50720"/>
                <a:gd name="connsiteX3" fmla="*/ 0 w 101440"/>
                <a:gd name="connsiteY3" fmla="*/ 76080 h 50720"/>
                <a:gd name="connsiteX4" fmla="*/ 5072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5072" y="65936"/>
                  </a:moveTo>
                  <a:lnTo>
                    <a:pt x="121728" y="0"/>
                  </a:lnTo>
                  <a:cubicBezTo>
                    <a:pt x="121728" y="5072"/>
                    <a:pt x="116656" y="5072"/>
                    <a:pt x="116656" y="10144"/>
                  </a:cubicBezTo>
                  <a:lnTo>
                    <a:pt x="0" y="76080"/>
                  </a:lnTo>
                  <a:cubicBezTo>
                    <a:pt x="0" y="76080"/>
                    <a:pt x="0" y="71008"/>
                    <a:pt x="5072" y="65936"/>
                  </a:cubicBezTo>
                </a:path>
              </a:pathLst>
            </a:custGeom>
            <a:solidFill>
              <a:srgbClr val="868686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362A0DEE-01B1-41FD-BFC8-EB051D45DE56}"/>
                </a:ext>
              </a:extLst>
            </p:cNvPr>
            <p:cNvSpPr/>
            <p:nvPr/>
          </p:nvSpPr>
          <p:spPr>
            <a:xfrm>
              <a:off x="5654735" y="2911656"/>
              <a:ext cx="253601" cy="608641"/>
            </a:xfrm>
            <a:custGeom>
              <a:avLst/>
              <a:gdLst>
                <a:gd name="connsiteX0" fmla="*/ 243456 w 253600"/>
                <a:gd name="connsiteY0" fmla="*/ 578209 h 608640"/>
                <a:gd name="connsiteX1" fmla="*/ 243456 w 253600"/>
                <a:gd name="connsiteY1" fmla="*/ 578209 h 608640"/>
                <a:gd name="connsiteX2" fmla="*/ 228241 w 253600"/>
                <a:gd name="connsiteY2" fmla="*/ 578209 h 608640"/>
                <a:gd name="connsiteX3" fmla="*/ 228241 w 253600"/>
                <a:gd name="connsiteY3" fmla="*/ 578209 h 608640"/>
                <a:gd name="connsiteX4" fmla="*/ 213024 w 253600"/>
                <a:gd name="connsiteY4" fmla="*/ 573136 h 608640"/>
                <a:gd name="connsiteX5" fmla="*/ 213024 w 253600"/>
                <a:gd name="connsiteY5" fmla="*/ 573136 h 608640"/>
                <a:gd name="connsiteX6" fmla="*/ 192736 w 253600"/>
                <a:gd name="connsiteY6" fmla="*/ 562993 h 608640"/>
                <a:gd name="connsiteX7" fmla="*/ 172448 w 253600"/>
                <a:gd name="connsiteY7" fmla="*/ 547776 h 608640"/>
                <a:gd name="connsiteX8" fmla="*/ 172448 w 253600"/>
                <a:gd name="connsiteY8" fmla="*/ 547776 h 608640"/>
                <a:gd name="connsiteX9" fmla="*/ 152160 w 253600"/>
                <a:gd name="connsiteY9" fmla="*/ 532560 h 608640"/>
                <a:gd name="connsiteX10" fmla="*/ 152160 w 253600"/>
                <a:gd name="connsiteY10" fmla="*/ 532560 h 608640"/>
                <a:gd name="connsiteX11" fmla="*/ 136944 w 253600"/>
                <a:gd name="connsiteY11" fmla="*/ 512273 h 608640"/>
                <a:gd name="connsiteX12" fmla="*/ 136944 w 253600"/>
                <a:gd name="connsiteY12" fmla="*/ 512273 h 608640"/>
                <a:gd name="connsiteX13" fmla="*/ 126800 w 253600"/>
                <a:gd name="connsiteY13" fmla="*/ 491984 h 608640"/>
                <a:gd name="connsiteX14" fmla="*/ 121728 w 253600"/>
                <a:gd name="connsiteY14" fmla="*/ 471696 h 608640"/>
                <a:gd name="connsiteX15" fmla="*/ 121728 w 253600"/>
                <a:gd name="connsiteY15" fmla="*/ 471696 h 608640"/>
                <a:gd name="connsiteX16" fmla="*/ 116656 w 253600"/>
                <a:gd name="connsiteY16" fmla="*/ 451408 h 608640"/>
                <a:gd name="connsiteX17" fmla="*/ 116656 w 253600"/>
                <a:gd name="connsiteY17" fmla="*/ 451408 h 608640"/>
                <a:gd name="connsiteX18" fmla="*/ 111584 w 253600"/>
                <a:gd name="connsiteY18" fmla="*/ 426048 h 608640"/>
                <a:gd name="connsiteX19" fmla="*/ 111584 w 253600"/>
                <a:gd name="connsiteY19" fmla="*/ 426048 h 608640"/>
                <a:gd name="connsiteX20" fmla="*/ 111584 w 253600"/>
                <a:gd name="connsiteY20" fmla="*/ 395616 h 608640"/>
                <a:gd name="connsiteX21" fmla="*/ 111584 w 253600"/>
                <a:gd name="connsiteY21" fmla="*/ 71008 h 608640"/>
                <a:gd name="connsiteX22" fmla="*/ 111584 w 253600"/>
                <a:gd name="connsiteY22" fmla="*/ 45648 h 608640"/>
                <a:gd name="connsiteX23" fmla="*/ 111584 w 253600"/>
                <a:gd name="connsiteY23" fmla="*/ 45648 h 608640"/>
                <a:gd name="connsiteX24" fmla="*/ 116656 w 253600"/>
                <a:gd name="connsiteY24" fmla="*/ 25360 h 608640"/>
                <a:gd name="connsiteX25" fmla="*/ 116656 w 253600"/>
                <a:gd name="connsiteY25" fmla="*/ 25360 h 608640"/>
                <a:gd name="connsiteX26" fmla="*/ 121728 w 253600"/>
                <a:gd name="connsiteY26" fmla="*/ 10144 h 608640"/>
                <a:gd name="connsiteX27" fmla="*/ 131872 w 253600"/>
                <a:gd name="connsiteY27" fmla="*/ 0 h 608640"/>
                <a:gd name="connsiteX28" fmla="*/ 131872 w 253600"/>
                <a:gd name="connsiteY28" fmla="*/ 0 h 608640"/>
                <a:gd name="connsiteX29" fmla="*/ 131872 w 253600"/>
                <a:gd name="connsiteY29" fmla="*/ 0 h 608640"/>
                <a:gd name="connsiteX30" fmla="*/ 15216 w 253600"/>
                <a:gd name="connsiteY30" fmla="*/ 65936 h 608640"/>
                <a:gd name="connsiteX31" fmla="*/ 5072 w 253600"/>
                <a:gd name="connsiteY31" fmla="*/ 76080 h 608640"/>
                <a:gd name="connsiteX32" fmla="*/ 5072 w 253600"/>
                <a:gd name="connsiteY32" fmla="*/ 76080 h 608640"/>
                <a:gd name="connsiteX33" fmla="*/ 0 w 253600"/>
                <a:gd name="connsiteY33" fmla="*/ 81152 h 608640"/>
                <a:gd name="connsiteX34" fmla="*/ 0 w 253600"/>
                <a:gd name="connsiteY34" fmla="*/ 86224 h 608640"/>
                <a:gd name="connsiteX35" fmla="*/ 0 w 253600"/>
                <a:gd name="connsiteY35" fmla="*/ 86224 h 608640"/>
                <a:gd name="connsiteX36" fmla="*/ 0 w 253600"/>
                <a:gd name="connsiteY36" fmla="*/ 86224 h 608640"/>
                <a:gd name="connsiteX37" fmla="*/ 0 w 253600"/>
                <a:gd name="connsiteY37" fmla="*/ 86224 h 608640"/>
                <a:gd name="connsiteX38" fmla="*/ 0 w 253600"/>
                <a:gd name="connsiteY38" fmla="*/ 91296 h 608640"/>
                <a:gd name="connsiteX39" fmla="*/ 0 w 253600"/>
                <a:gd name="connsiteY39" fmla="*/ 96368 h 608640"/>
                <a:gd name="connsiteX40" fmla="*/ 0 w 253600"/>
                <a:gd name="connsiteY40" fmla="*/ 101440 h 608640"/>
                <a:gd name="connsiteX41" fmla="*/ 0 w 253600"/>
                <a:gd name="connsiteY41" fmla="*/ 101440 h 608640"/>
                <a:gd name="connsiteX42" fmla="*/ 0 w 253600"/>
                <a:gd name="connsiteY42" fmla="*/ 101440 h 608640"/>
                <a:gd name="connsiteX43" fmla="*/ 0 w 253600"/>
                <a:gd name="connsiteY43" fmla="*/ 111584 h 608640"/>
                <a:gd name="connsiteX44" fmla="*/ 0 w 253600"/>
                <a:gd name="connsiteY44" fmla="*/ 121728 h 608640"/>
                <a:gd name="connsiteX45" fmla="*/ 0 w 253600"/>
                <a:gd name="connsiteY45" fmla="*/ 131872 h 608640"/>
                <a:gd name="connsiteX46" fmla="*/ 0 w 253600"/>
                <a:gd name="connsiteY46" fmla="*/ 131872 h 608640"/>
                <a:gd name="connsiteX47" fmla="*/ 0 w 253600"/>
                <a:gd name="connsiteY47" fmla="*/ 456480 h 608640"/>
                <a:gd name="connsiteX48" fmla="*/ 0 w 253600"/>
                <a:gd name="connsiteY48" fmla="*/ 471696 h 608640"/>
                <a:gd name="connsiteX49" fmla="*/ 0 w 253600"/>
                <a:gd name="connsiteY49" fmla="*/ 486913 h 608640"/>
                <a:gd name="connsiteX50" fmla="*/ 0 w 253600"/>
                <a:gd name="connsiteY50" fmla="*/ 486913 h 608640"/>
                <a:gd name="connsiteX51" fmla="*/ 0 w 253600"/>
                <a:gd name="connsiteY51" fmla="*/ 486913 h 608640"/>
                <a:gd name="connsiteX52" fmla="*/ 0 w 253600"/>
                <a:gd name="connsiteY52" fmla="*/ 497056 h 608640"/>
                <a:gd name="connsiteX53" fmla="*/ 0 w 253600"/>
                <a:gd name="connsiteY53" fmla="*/ 507200 h 608640"/>
                <a:gd name="connsiteX54" fmla="*/ 0 w 253600"/>
                <a:gd name="connsiteY54" fmla="*/ 512273 h 608640"/>
                <a:gd name="connsiteX55" fmla="*/ 0 w 253600"/>
                <a:gd name="connsiteY55" fmla="*/ 512273 h 608640"/>
                <a:gd name="connsiteX56" fmla="*/ 0 w 253600"/>
                <a:gd name="connsiteY56" fmla="*/ 512273 h 608640"/>
                <a:gd name="connsiteX57" fmla="*/ 0 w 253600"/>
                <a:gd name="connsiteY57" fmla="*/ 517344 h 608640"/>
                <a:gd name="connsiteX58" fmla="*/ 0 w 253600"/>
                <a:gd name="connsiteY58" fmla="*/ 522416 h 608640"/>
                <a:gd name="connsiteX59" fmla="*/ 0 w 253600"/>
                <a:gd name="connsiteY59" fmla="*/ 527489 h 608640"/>
                <a:gd name="connsiteX60" fmla="*/ 0 w 253600"/>
                <a:gd name="connsiteY60" fmla="*/ 532560 h 608640"/>
                <a:gd name="connsiteX61" fmla="*/ 0 w 253600"/>
                <a:gd name="connsiteY61" fmla="*/ 532560 h 608640"/>
                <a:gd name="connsiteX62" fmla="*/ 0 w 253600"/>
                <a:gd name="connsiteY62" fmla="*/ 532560 h 608640"/>
                <a:gd name="connsiteX63" fmla="*/ 0 w 253600"/>
                <a:gd name="connsiteY63" fmla="*/ 537633 h 608640"/>
                <a:gd name="connsiteX64" fmla="*/ 0 w 253600"/>
                <a:gd name="connsiteY64" fmla="*/ 542705 h 608640"/>
                <a:gd name="connsiteX65" fmla="*/ 0 w 253600"/>
                <a:gd name="connsiteY65" fmla="*/ 547776 h 608640"/>
                <a:gd name="connsiteX66" fmla="*/ 0 w 253600"/>
                <a:gd name="connsiteY66" fmla="*/ 552849 h 608640"/>
                <a:gd name="connsiteX67" fmla="*/ 0 w 253600"/>
                <a:gd name="connsiteY67" fmla="*/ 552849 h 608640"/>
                <a:gd name="connsiteX68" fmla="*/ 0 w 253600"/>
                <a:gd name="connsiteY68" fmla="*/ 552849 h 608640"/>
                <a:gd name="connsiteX69" fmla="*/ 0 w 253600"/>
                <a:gd name="connsiteY69" fmla="*/ 552849 h 608640"/>
                <a:gd name="connsiteX70" fmla="*/ 0 w 253600"/>
                <a:gd name="connsiteY70" fmla="*/ 557921 h 608640"/>
                <a:gd name="connsiteX71" fmla="*/ 0 w 253600"/>
                <a:gd name="connsiteY71" fmla="*/ 562993 h 608640"/>
                <a:gd name="connsiteX72" fmla="*/ 0 w 253600"/>
                <a:gd name="connsiteY72" fmla="*/ 568065 h 608640"/>
                <a:gd name="connsiteX73" fmla="*/ 5072 w 253600"/>
                <a:gd name="connsiteY73" fmla="*/ 573136 h 608640"/>
                <a:gd name="connsiteX74" fmla="*/ 10144 w 253600"/>
                <a:gd name="connsiteY74" fmla="*/ 578209 h 608640"/>
                <a:gd name="connsiteX75" fmla="*/ 10144 w 253600"/>
                <a:gd name="connsiteY75" fmla="*/ 578209 h 608640"/>
                <a:gd name="connsiteX76" fmla="*/ 10144 w 253600"/>
                <a:gd name="connsiteY76" fmla="*/ 578209 h 608640"/>
                <a:gd name="connsiteX77" fmla="*/ 15216 w 253600"/>
                <a:gd name="connsiteY77" fmla="*/ 583281 h 608640"/>
                <a:gd name="connsiteX78" fmla="*/ 20288 w 253600"/>
                <a:gd name="connsiteY78" fmla="*/ 588353 h 608640"/>
                <a:gd name="connsiteX79" fmla="*/ 25360 w 253600"/>
                <a:gd name="connsiteY79" fmla="*/ 593425 h 608640"/>
                <a:gd name="connsiteX80" fmla="*/ 30432 w 253600"/>
                <a:gd name="connsiteY80" fmla="*/ 598497 h 608640"/>
                <a:gd name="connsiteX81" fmla="*/ 30432 w 253600"/>
                <a:gd name="connsiteY81" fmla="*/ 603569 h 608640"/>
                <a:gd name="connsiteX82" fmla="*/ 30432 w 253600"/>
                <a:gd name="connsiteY82" fmla="*/ 603569 h 608640"/>
                <a:gd name="connsiteX83" fmla="*/ 30432 w 253600"/>
                <a:gd name="connsiteY83" fmla="*/ 603569 h 608640"/>
                <a:gd name="connsiteX84" fmla="*/ 35504 w 253600"/>
                <a:gd name="connsiteY84" fmla="*/ 608641 h 608640"/>
                <a:gd name="connsiteX85" fmla="*/ 40576 w 253600"/>
                <a:gd name="connsiteY85" fmla="*/ 613713 h 608640"/>
                <a:gd name="connsiteX86" fmla="*/ 45648 w 253600"/>
                <a:gd name="connsiteY86" fmla="*/ 618785 h 608640"/>
                <a:gd name="connsiteX87" fmla="*/ 50720 w 253600"/>
                <a:gd name="connsiteY87" fmla="*/ 623857 h 608640"/>
                <a:gd name="connsiteX88" fmla="*/ 55792 w 253600"/>
                <a:gd name="connsiteY88" fmla="*/ 628929 h 608640"/>
                <a:gd name="connsiteX89" fmla="*/ 55792 w 253600"/>
                <a:gd name="connsiteY89" fmla="*/ 628929 h 608640"/>
                <a:gd name="connsiteX90" fmla="*/ 55792 w 253600"/>
                <a:gd name="connsiteY90" fmla="*/ 628929 h 608640"/>
                <a:gd name="connsiteX91" fmla="*/ 60864 w 253600"/>
                <a:gd name="connsiteY91" fmla="*/ 634001 h 608640"/>
                <a:gd name="connsiteX92" fmla="*/ 65936 w 253600"/>
                <a:gd name="connsiteY92" fmla="*/ 639073 h 608640"/>
                <a:gd name="connsiteX93" fmla="*/ 71008 w 253600"/>
                <a:gd name="connsiteY93" fmla="*/ 644145 h 608640"/>
                <a:gd name="connsiteX94" fmla="*/ 76080 w 253600"/>
                <a:gd name="connsiteY94" fmla="*/ 649217 h 608640"/>
                <a:gd name="connsiteX95" fmla="*/ 76080 w 253600"/>
                <a:gd name="connsiteY95" fmla="*/ 649217 h 608640"/>
                <a:gd name="connsiteX96" fmla="*/ 81152 w 253600"/>
                <a:gd name="connsiteY96" fmla="*/ 649217 h 608640"/>
                <a:gd name="connsiteX97" fmla="*/ 86224 w 253600"/>
                <a:gd name="connsiteY97" fmla="*/ 654289 h 608640"/>
                <a:gd name="connsiteX98" fmla="*/ 91296 w 253600"/>
                <a:gd name="connsiteY98" fmla="*/ 654289 h 608640"/>
                <a:gd name="connsiteX99" fmla="*/ 96368 w 253600"/>
                <a:gd name="connsiteY99" fmla="*/ 654289 h 608640"/>
                <a:gd name="connsiteX100" fmla="*/ 96368 w 253600"/>
                <a:gd name="connsiteY100" fmla="*/ 654289 h 608640"/>
                <a:gd name="connsiteX101" fmla="*/ 96368 w 253600"/>
                <a:gd name="connsiteY101" fmla="*/ 654289 h 608640"/>
                <a:gd name="connsiteX102" fmla="*/ 101440 w 253600"/>
                <a:gd name="connsiteY102" fmla="*/ 654289 h 608640"/>
                <a:gd name="connsiteX103" fmla="*/ 106512 w 253600"/>
                <a:gd name="connsiteY103" fmla="*/ 654289 h 608640"/>
                <a:gd name="connsiteX104" fmla="*/ 111584 w 253600"/>
                <a:gd name="connsiteY104" fmla="*/ 654289 h 608640"/>
                <a:gd name="connsiteX105" fmla="*/ 116656 w 253600"/>
                <a:gd name="connsiteY105" fmla="*/ 654289 h 608640"/>
                <a:gd name="connsiteX106" fmla="*/ 116656 w 253600"/>
                <a:gd name="connsiteY106" fmla="*/ 654289 h 608640"/>
                <a:gd name="connsiteX107" fmla="*/ 116656 w 253600"/>
                <a:gd name="connsiteY107" fmla="*/ 654289 h 608640"/>
                <a:gd name="connsiteX108" fmla="*/ 116656 w 253600"/>
                <a:gd name="connsiteY108" fmla="*/ 654289 h 608640"/>
                <a:gd name="connsiteX109" fmla="*/ 121728 w 253600"/>
                <a:gd name="connsiteY109" fmla="*/ 654289 h 608640"/>
                <a:gd name="connsiteX110" fmla="*/ 126800 w 253600"/>
                <a:gd name="connsiteY110" fmla="*/ 654289 h 608640"/>
                <a:gd name="connsiteX111" fmla="*/ 131872 w 253600"/>
                <a:gd name="connsiteY111" fmla="*/ 654289 h 608640"/>
                <a:gd name="connsiteX112" fmla="*/ 131872 w 253600"/>
                <a:gd name="connsiteY112" fmla="*/ 654289 h 608640"/>
                <a:gd name="connsiteX113" fmla="*/ 131872 w 253600"/>
                <a:gd name="connsiteY113" fmla="*/ 654289 h 608640"/>
                <a:gd name="connsiteX114" fmla="*/ 131872 w 253600"/>
                <a:gd name="connsiteY114" fmla="*/ 654289 h 608640"/>
                <a:gd name="connsiteX115" fmla="*/ 136944 w 253600"/>
                <a:gd name="connsiteY115" fmla="*/ 654289 h 608640"/>
                <a:gd name="connsiteX116" fmla="*/ 142016 w 253600"/>
                <a:gd name="connsiteY116" fmla="*/ 654289 h 608640"/>
                <a:gd name="connsiteX117" fmla="*/ 258673 w 253600"/>
                <a:gd name="connsiteY117" fmla="*/ 588353 h 608640"/>
                <a:gd name="connsiteX118" fmla="*/ 243456 w 253600"/>
                <a:gd name="connsiteY118" fmla="*/ 578209 h 60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</a:cxnLst>
              <a:rect l="l" t="t" r="r" b="b"/>
              <a:pathLst>
                <a:path w="253600" h="608640">
                  <a:moveTo>
                    <a:pt x="243456" y="578209"/>
                  </a:moveTo>
                  <a:cubicBezTo>
                    <a:pt x="243456" y="578209"/>
                    <a:pt x="243456" y="578209"/>
                    <a:pt x="243456" y="578209"/>
                  </a:cubicBezTo>
                  <a:cubicBezTo>
                    <a:pt x="238385" y="578209"/>
                    <a:pt x="233313" y="578209"/>
                    <a:pt x="228241" y="578209"/>
                  </a:cubicBezTo>
                  <a:cubicBezTo>
                    <a:pt x="228241" y="578209"/>
                    <a:pt x="228241" y="578209"/>
                    <a:pt x="228241" y="578209"/>
                  </a:cubicBezTo>
                  <a:cubicBezTo>
                    <a:pt x="223168" y="578209"/>
                    <a:pt x="218096" y="578209"/>
                    <a:pt x="213024" y="573136"/>
                  </a:cubicBezTo>
                  <a:cubicBezTo>
                    <a:pt x="213024" y="573136"/>
                    <a:pt x="213024" y="573136"/>
                    <a:pt x="213024" y="573136"/>
                  </a:cubicBezTo>
                  <a:cubicBezTo>
                    <a:pt x="207953" y="573136"/>
                    <a:pt x="202881" y="568065"/>
                    <a:pt x="192736" y="562993"/>
                  </a:cubicBezTo>
                  <a:cubicBezTo>
                    <a:pt x="182592" y="557921"/>
                    <a:pt x="177520" y="552849"/>
                    <a:pt x="172448" y="547776"/>
                  </a:cubicBezTo>
                  <a:cubicBezTo>
                    <a:pt x="172448" y="547776"/>
                    <a:pt x="172448" y="547776"/>
                    <a:pt x="172448" y="547776"/>
                  </a:cubicBezTo>
                  <a:cubicBezTo>
                    <a:pt x="167376" y="542705"/>
                    <a:pt x="157232" y="537633"/>
                    <a:pt x="152160" y="532560"/>
                  </a:cubicBezTo>
                  <a:cubicBezTo>
                    <a:pt x="152160" y="532560"/>
                    <a:pt x="152160" y="532560"/>
                    <a:pt x="152160" y="532560"/>
                  </a:cubicBezTo>
                  <a:cubicBezTo>
                    <a:pt x="147088" y="527489"/>
                    <a:pt x="142016" y="522416"/>
                    <a:pt x="136944" y="512273"/>
                  </a:cubicBezTo>
                  <a:cubicBezTo>
                    <a:pt x="136944" y="512273"/>
                    <a:pt x="136944" y="512273"/>
                    <a:pt x="136944" y="512273"/>
                  </a:cubicBezTo>
                  <a:cubicBezTo>
                    <a:pt x="131872" y="507200"/>
                    <a:pt x="126800" y="497056"/>
                    <a:pt x="126800" y="491984"/>
                  </a:cubicBezTo>
                  <a:cubicBezTo>
                    <a:pt x="126800" y="486913"/>
                    <a:pt x="121728" y="481840"/>
                    <a:pt x="121728" y="471696"/>
                  </a:cubicBezTo>
                  <a:cubicBezTo>
                    <a:pt x="121728" y="471696"/>
                    <a:pt x="121728" y="471696"/>
                    <a:pt x="121728" y="471696"/>
                  </a:cubicBezTo>
                  <a:cubicBezTo>
                    <a:pt x="121728" y="466624"/>
                    <a:pt x="116656" y="456480"/>
                    <a:pt x="116656" y="451408"/>
                  </a:cubicBezTo>
                  <a:cubicBezTo>
                    <a:pt x="116656" y="451408"/>
                    <a:pt x="116656" y="451408"/>
                    <a:pt x="116656" y="451408"/>
                  </a:cubicBezTo>
                  <a:cubicBezTo>
                    <a:pt x="116656" y="441264"/>
                    <a:pt x="116656" y="436193"/>
                    <a:pt x="111584" y="426048"/>
                  </a:cubicBezTo>
                  <a:cubicBezTo>
                    <a:pt x="111584" y="426048"/>
                    <a:pt x="111584" y="426048"/>
                    <a:pt x="111584" y="426048"/>
                  </a:cubicBezTo>
                  <a:cubicBezTo>
                    <a:pt x="111584" y="415904"/>
                    <a:pt x="111584" y="405760"/>
                    <a:pt x="111584" y="395616"/>
                  </a:cubicBezTo>
                  <a:lnTo>
                    <a:pt x="111584" y="71008"/>
                  </a:lnTo>
                  <a:cubicBezTo>
                    <a:pt x="111584" y="60864"/>
                    <a:pt x="111584" y="50720"/>
                    <a:pt x="111584" y="45648"/>
                  </a:cubicBezTo>
                  <a:cubicBezTo>
                    <a:pt x="111584" y="45648"/>
                    <a:pt x="111584" y="45648"/>
                    <a:pt x="111584" y="45648"/>
                  </a:cubicBezTo>
                  <a:cubicBezTo>
                    <a:pt x="111584" y="35504"/>
                    <a:pt x="111584" y="30432"/>
                    <a:pt x="116656" y="25360"/>
                  </a:cubicBezTo>
                  <a:cubicBezTo>
                    <a:pt x="116656" y="25360"/>
                    <a:pt x="116656" y="25360"/>
                    <a:pt x="116656" y="25360"/>
                  </a:cubicBezTo>
                  <a:cubicBezTo>
                    <a:pt x="116656" y="20288"/>
                    <a:pt x="121728" y="15216"/>
                    <a:pt x="121728" y="10144"/>
                  </a:cubicBezTo>
                  <a:cubicBezTo>
                    <a:pt x="126800" y="5072"/>
                    <a:pt x="126800" y="0"/>
                    <a:pt x="131872" y="0"/>
                  </a:cubicBezTo>
                  <a:lnTo>
                    <a:pt x="131872" y="0"/>
                  </a:lnTo>
                  <a:cubicBezTo>
                    <a:pt x="131872" y="0"/>
                    <a:pt x="131872" y="0"/>
                    <a:pt x="131872" y="0"/>
                  </a:cubicBezTo>
                  <a:lnTo>
                    <a:pt x="15216" y="65936"/>
                  </a:lnTo>
                  <a:cubicBezTo>
                    <a:pt x="10144" y="65936"/>
                    <a:pt x="5072" y="71008"/>
                    <a:pt x="5072" y="76080"/>
                  </a:cubicBezTo>
                  <a:cubicBezTo>
                    <a:pt x="5072" y="76080"/>
                    <a:pt x="5072" y="76080"/>
                    <a:pt x="5072" y="76080"/>
                  </a:cubicBezTo>
                  <a:cubicBezTo>
                    <a:pt x="5072" y="76080"/>
                    <a:pt x="5072" y="81152"/>
                    <a:pt x="0" y="81152"/>
                  </a:cubicBezTo>
                  <a:cubicBezTo>
                    <a:pt x="0" y="81152"/>
                    <a:pt x="0" y="86224"/>
                    <a:pt x="0" y="86224"/>
                  </a:cubicBezTo>
                  <a:cubicBezTo>
                    <a:pt x="0" y="86224"/>
                    <a:pt x="0" y="86224"/>
                    <a:pt x="0" y="86224"/>
                  </a:cubicBezTo>
                  <a:cubicBezTo>
                    <a:pt x="0" y="86224"/>
                    <a:pt x="0" y="86224"/>
                    <a:pt x="0" y="86224"/>
                  </a:cubicBezTo>
                  <a:cubicBezTo>
                    <a:pt x="0" y="86224"/>
                    <a:pt x="0" y="86224"/>
                    <a:pt x="0" y="86224"/>
                  </a:cubicBezTo>
                  <a:cubicBezTo>
                    <a:pt x="0" y="86224"/>
                    <a:pt x="0" y="91296"/>
                    <a:pt x="0" y="91296"/>
                  </a:cubicBezTo>
                  <a:cubicBezTo>
                    <a:pt x="0" y="91296"/>
                    <a:pt x="0" y="96368"/>
                    <a:pt x="0" y="96368"/>
                  </a:cubicBezTo>
                  <a:cubicBezTo>
                    <a:pt x="0" y="96368"/>
                    <a:pt x="0" y="101440"/>
                    <a:pt x="0" y="101440"/>
                  </a:cubicBezTo>
                  <a:cubicBezTo>
                    <a:pt x="0" y="101440"/>
                    <a:pt x="0" y="101440"/>
                    <a:pt x="0" y="101440"/>
                  </a:cubicBezTo>
                  <a:cubicBezTo>
                    <a:pt x="0" y="101440"/>
                    <a:pt x="0" y="101440"/>
                    <a:pt x="0" y="101440"/>
                  </a:cubicBezTo>
                  <a:cubicBezTo>
                    <a:pt x="0" y="101440"/>
                    <a:pt x="0" y="106512"/>
                    <a:pt x="0" y="111584"/>
                  </a:cubicBezTo>
                  <a:cubicBezTo>
                    <a:pt x="0" y="116656"/>
                    <a:pt x="0" y="116656"/>
                    <a:pt x="0" y="121728"/>
                  </a:cubicBezTo>
                  <a:cubicBezTo>
                    <a:pt x="0" y="126800"/>
                    <a:pt x="0" y="126800"/>
                    <a:pt x="0" y="131872"/>
                  </a:cubicBezTo>
                  <a:cubicBezTo>
                    <a:pt x="0" y="131872"/>
                    <a:pt x="0" y="131872"/>
                    <a:pt x="0" y="131872"/>
                  </a:cubicBezTo>
                  <a:lnTo>
                    <a:pt x="0" y="456480"/>
                  </a:lnTo>
                  <a:cubicBezTo>
                    <a:pt x="0" y="461553"/>
                    <a:pt x="0" y="466624"/>
                    <a:pt x="0" y="471696"/>
                  </a:cubicBezTo>
                  <a:cubicBezTo>
                    <a:pt x="0" y="476768"/>
                    <a:pt x="0" y="481840"/>
                    <a:pt x="0" y="486913"/>
                  </a:cubicBezTo>
                  <a:cubicBezTo>
                    <a:pt x="0" y="486913"/>
                    <a:pt x="0" y="486913"/>
                    <a:pt x="0" y="486913"/>
                  </a:cubicBezTo>
                  <a:cubicBezTo>
                    <a:pt x="0" y="486913"/>
                    <a:pt x="0" y="486913"/>
                    <a:pt x="0" y="486913"/>
                  </a:cubicBezTo>
                  <a:cubicBezTo>
                    <a:pt x="0" y="491984"/>
                    <a:pt x="0" y="491984"/>
                    <a:pt x="0" y="497056"/>
                  </a:cubicBezTo>
                  <a:cubicBezTo>
                    <a:pt x="0" y="502129"/>
                    <a:pt x="0" y="502129"/>
                    <a:pt x="0" y="507200"/>
                  </a:cubicBezTo>
                  <a:cubicBezTo>
                    <a:pt x="0" y="507200"/>
                    <a:pt x="0" y="512273"/>
                    <a:pt x="0" y="512273"/>
                  </a:cubicBezTo>
                  <a:cubicBezTo>
                    <a:pt x="0" y="512273"/>
                    <a:pt x="0" y="512273"/>
                    <a:pt x="0" y="512273"/>
                  </a:cubicBezTo>
                  <a:cubicBezTo>
                    <a:pt x="0" y="512273"/>
                    <a:pt x="0" y="512273"/>
                    <a:pt x="0" y="512273"/>
                  </a:cubicBezTo>
                  <a:cubicBezTo>
                    <a:pt x="0" y="512273"/>
                    <a:pt x="0" y="517344"/>
                    <a:pt x="0" y="517344"/>
                  </a:cubicBezTo>
                  <a:cubicBezTo>
                    <a:pt x="0" y="517344"/>
                    <a:pt x="0" y="522416"/>
                    <a:pt x="0" y="522416"/>
                  </a:cubicBezTo>
                  <a:cubicBezTo>
                    <a:pt x="0" y="522416"/>
                    <a:pt x="0" y="527489"/>
                    <a:pt x="0" y="527489"/>
                  </a:cubicBezTo>
                  <a:cubicBezTo>
                    <a:pt x="0" y="527489"/>
                    <a:pt x="0" y="527489"/>
                    <a:pt x="0" y="532560"/>
                  </a:cubicBezTo>
                  <a:cubicBezTo>
                    <a:pt x="0" y="532560"/>
                    <a:pt x="0" y="532560"/>
                    <a:pt x="0" y="532560"/>
                  </a:cubicBezTo>
                  <a:cubicBezTo>
                    <a:pt x="0" y="532560"/>
                    <a:pt x="0" y="532560"/>
                    <a:pt x="0" y="532560"/>
                  </a:cubicBezTo>
                  <a:cubicBezTo>
                    <a:pt x="0" y="532560"/>
                    <a:pt x="0" y="537633"/>
                    <a:pt x="0" y="537633"/>
                  </a:cubicBezTo>
                  <a:cubicBezTo>
                    <a:pt x="0" y="537633"/>
                    <a:pt x="0" y="537633"/>
                    <a:pt x="0" y="542705"/>
                  </a:cubicBezTo>
                  <a:cubicBezTo>
                    <a:pt x="0" y="542705"/>
                    <a:pt x="0" y="542705"/>
                    <a:pt x="0" y="547776"/>
                  </a:cubicBezTo>
                  <a:cubicBezTo>
                    <a:pt x="0" y="547776"/>
                    <a:pt x="0" y="547776"/>
                    <a:pt x="0" y="552849"/>
                  </a:cubicBezTo>
                  <a:cubicBezTo>
                    <a:pt x="0" y="552849"/>
                    <a:pt x="0" y="552849"/>
                    <a:pt x="0" y="552849"/>
                  </a:cubicBezTo>
                  <a:cubicBezTo>
                    <a:pt x="0" y="552849"/>
                    <a:pt x="0" y="552849"/>
                    <a:pt x="0" y="552849"/>
                  </a:cubicBezTo>
                  <a:cubicBezTo>
                    <a:pt x="0" y="552849"/>
                    <a:pt x="0" y="552849"/>
                    <a:pt x="0" y="552849"/>
                  </a:cubicBezTo>
                  <a:cubicBezTo>
                    <a:pt x="0" y="552849"/>
                    <a:pt x="0" y="552849"/>
                    <a:pt x="0" y="557921"/>
                  </a:cubicBezTo>
                  <a:cubicBezTo>
                    <a:pt x="0" y="557921"/>
                    <a:pt x="0" y="557921"/>
                    <a:pt x="0" y="562993"/>
                  </a:cubicBezTo>
                  <a:cubicBezTo>
                    <a:pt x="0" y="562993"/>
                    <a:pt x="0" y="562993"/>
                    <a:pt x="0" y="568065"/>
                  </a:cubicBezTo>
                  <a:cubicBezTo>
                    <a:pt x="0" y="568065"/>
                    <a:pt x="0" y="573136"/>
                    <a:pt x="5072" y="573136"/>
                  </a:cubicBezTo>
                  <a:cubicBezTo>
                    <a:pt x="5072" y="573136"/>
                    <a:pt x="5072" y="578209"/>
                    <a:pt x="10144" y="578209"/>
                  </a:cubicBezTo>
                  <a:cubicBezTo>
                    <a:pt x="10144" y="578209"/>
                    <a:pt x="10144" y="578209"/>
                    <a:pt x="10144" y="578209"/>
                  </a:cubicBezTo>
                  <a:cubicBezTo>
                    <a:pt x="10144" y="578209"/>
                    <a:pt x="10144" y="578209"/>
                    <a:pt x="10144" y="578209"/>
                  </a:cubicBezTo>
                  <a:cubicBezTo>
                    <a:pt x="10144" y="578209"/>
                    <a:pt x="10144" y="583281"/>
                    <a:pt x="15216" y="583281"/>
                  </a:cubicBezTo>
                  <a:cubicBezTo>
                    <a:pt x="15216" y="583281"/>
                    <a:pt x="15216" y="583281"/>
                    <a:pt x="20288" y="588353"/>
                  </a:cubicBezTo>
                  <a:cubicBezTo>
                    <a:pt x="20288" y="588353"/>
                    <a:pt x="20288" y="588353"/>
                    <a:pt x="25360" y="593425"/>
                  </a:cubicBezTo>
                  <a:cubicBezTo>
                    <a:pt x="25360" y="593425"/>
                    <a:pt x="25360" y="593425"/>
                    <a:pt x="30432" y="598497"/>
                  </a:cubicBezTo>
                  <a:cubicBezTo>
                    <a:pt x="30432" y="598497"/>
                    <a:pt x="30432" y="598497"/>
                    <a:pt x="30432" y="603569"/>
                  </a:cubicBezTo>
                  <a:cubicBezTo>
                    <a:pt x="30432" y="603569"/>
                    <a:pt x="30432" y="603569"/>
                    <a:pt x="30432" y="603569"/>
                  </a:cubicBezTo>
                  <a:cubicBezTo>
                    <a:pt x="30432" y="603569"/>
                    <a:pt x="30432" y="603569"/>
                    <a:pt x="30432" y="603569"/>
                  </a:cubicBezTo>
                  <a:cubicBezTo>
                    <a:pt x="30432" y="603569"/>
                    <a:pt x="30432" y="603569"/>
                    <a:pt x="35504" y="608641"/>
                  </a:cubicBezTo>
                  <a:cubicBezTo>
                    <a:pt x="35504" y="608641"/>
                    <a:pt x="35504" y="608641"/>
                    <a:pt x="40576" y="613713"/>
                  </a:cubicBezTo>
                  <a:cubicBezTo>
                    <a:pt x="40576" y="613713"/>
                    <a:pt x="40576" y="613713"/>
                    <a:pt x="45648" y="618785"/>
                  </a:cubicBezTo>
                  <a:cubicBezTo>
                    <a:pt x="45648" y="618785"/>
                    <a:pt x="50720" y="618785"/>
                    <a:pt x="50720" y="623857"/>
                  </a:cubicBezTo>
                  <a:cubicBezTo>
                    <a:pt x="50720" y="623857"/>
                    <a:pt x="55792" y="623857"/>
                    <a:pt x="55792" y="628929"/>
                  </a:cubicBezTo>
                  <a:cubicBezTo>
                    <a:pt x="55792" y="628929"/>
                    <a:pt x="55792" y="628929"/>
                    <a:pt x="55792" y="628929"/>
                  </a:cubicBezTo>
                  <a:cubicBezTo>
                    <a:pt x="55792" y="628929"/>
                    <a:pt x="55792" y="628929"/>
                    <a:pt x="55792" y="628929"/>
                  </a:cubicBezTo>
                  <a:cubicBezTo>
                    <a:pt x="55792" y="628929"/>
                    <a:pt x="60864" y="628929"/>
                    <a:pt x="60864" y="634001"/>
                  </a:cubicBezTo>
                  <a:cubicBezTo>
                    <a:pt x="60864" y="634001"/>
                    <a:pt x="65936" y="634001"/>
                    <a:pt x="65936" y="639073"/>
                  </a:cubicBezTo>
                  <a:cubicBezTo>
                    <a:pt x="65936" y="639073"/>
                    <a:pt x="71008" y="639073"/>
                    <a:pt x="71008" y="644145"/>
                  </a:cubicBezTo>
                  <a:cubicBezTo>
                    <a:pt x="71008" y="644145"/>
                    <a:pt x="76080" y="644145"/>
                    <a:pt x="76080" y="649217"/>
                  </a:cubicBezTo>
                  <a:cubicBezTo>
                    <a:pt x="76080" y="649217"/>
                    <a:pt x="76080" y="649217"/>
                    <a:pt x="76080" y="649217"/>
                  </a:cubicBezTo>
                  <a:cubicBezTo>
                    <a:pt x="76080" y="649217"/>
                    <a:pt x="81152" y="649217"/>
                    <a:pt x="81152" y="649217"/>
                  </a:cubicBezTo>
                  <a:cubicBezTo>
                    <a:pt x="81152" y="649217"/>
                    <a:pt x="86224" y="649217"/>
                    <a:pt x="86224" y="654289"/>
                  </a:cubicBezTo>
                  <a:cubicBezTo>
                    <a:pt x="86224" y="654289"/>
                    <a:pt x="91296" y="654289"/>
                    <a:pt x="91296" y="654289"/>
                  </a:cubicBezTo>
                  <a:cubicBezTo>
                    <a:pt x="91296" y="654289"/>
                    <a:pt x="96368" y="654289"/>
                    <a:pt x="96368" y="654289"/>
                  </a:cubicBezTo>
                  <a:cubicBezTo>
                    <a:pt x="96368" y="654289"/>
                    <a:pt x="96368" y="654289"/>
                    <a:pt x="96368" y="654289"/>
                  </a:cubicBezTo>
                  <a:cubicBezTo>
                    <a:pt x="96368" y="654289"/>
                    <a:pt x="96368" y="654289"/>
                    <a:pt x="96368" y="654289"/>
                  </a:cubicBezTo>
                  <a:cubicBezTo>
                    <a:pt x="96368" y="654289"/>
                    <a:pt x="96368" y="654289"/>
                    <a:pt x="101440" y="654289"/>
                  </a:cubicBezTo>
                  <a:cubicBezTo>
                    <a:pt x="101440" y="654289"/>
                    <a:pt x="101440" y="654289"/>
                    <a:pt x="106512" y="654289"/>
                  </a:cubicBezTo>
                  <a:cubicBezTo>
                    <a:pt x="106512" y="654289"/>
                    <a:pt x="106512" y="654289"/>
                    <a:pt x="111584" y="654289"/>
                  </a:cubicBezTo>
                  <a:cubicBezTo>
                    <a:pt x="111584" y="654289"/>
                    <a:pt x="111584" y="654289"/>
                    <a:pt x="116656" y="654289"/>
                  </a:cubicBezTo>
                  <a:cubicBezTo>
                    <a:pt x="116656" y="654289"/>
                    <a:pt x="116656" y="654289"/>
                    <a:pt x="116656" y="654289"/>
                  </a:cubicBezTo>
                  <a:cubicBezTo>
                    <a:pt x="116656" y="654289"/>
                    <a:pt x="116656" y="654289"/>
                    <a:pt x="116656" y="654289"/>
                  </a:cubicBezTo>
                  <a:cubicBezTo>
                    <a:pt x="116656" y="654289"/>
                    <a:pt x="116656" y="654289"/>
                    <a:pt x="116656" y="654289"/>
                  </a:cubicBezTo>
                  <a:cubicBezTo>
                    <a:pt x="116656" y="654289"/>
                    <a:pt x="116656" y="654289"/>
                    <a:pt x="121728" y="654289"/>
                  </a:cubicBezTo>
                  <a:cubicBezTo>
                    <a:pt x="121728" y="654289"/>
                    <a:pt x="121728" y="654289"/>
                    <a:pt x="126800" y="654289"/>
                  </a:cubicBezTo>
                  <a:cubicBezTo>
                    <a:pt x="126800" y="654289"/>
                    <a:pt x="126800" y="654289"/>
                    <a:pt x="131872" y="654289"/>
                  </a:cubicBezTo>
                  <a:cubicBezTo>
                    <a:pt x="131872" y="654289"/>
                    <a:pt x="131872" y="654289"/>
                    <a:pt x="131872" y="654289"/>
                  </a:cubicBezTo>
                  <a:cubicBezTo>
                    <a:pt x="131872" y="654289"/>
                    <a:pt x="131872" y="654289"/>
                    <a:pt x="131872" y="654289"/>
                  </a:cubicBezTo>
                  <a:cubicBezTo>
                    <a:pt x="131872" y="654289"/>
                    <a:pt x="131872" y="654289"/>
                    <a:pt x="131872" y="654289"/>
                  </a:cubicBezTo>
                  <a:cubicBezTo>
                    <a:pt x="131872" y="654289"/>
                    <a:pt x="136944" y="654289"/>
                    <a:pt x="136944" y="654289"/>
                  </a:cubicBezTo>
                  <a:cubicBezTo>
                    <a:pt x="136944" y="654289"/>
                    <a:pt x="142016" y="654289"/>
                    <a:pt x="142016" y="654289"/>
                  </a:cubicBezTo>
                  <a:lnTo>
                    <a:pt x="258673" y="588353"/>
                  </a:lnTo>
                  <a:cubicBezTo>
                    <a:pt x="248528" y="578209"/>
                    <a:pt x="248528" y="578209"/>
                    <a:pt x="243456" y="578209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8F1B0E4-A411-4475-945B-B912B402C5E2}"/>
                </a:ext>
              </a:extLst>
            </p:cNvPr>
            <p:cNvSpPr/>
            <p:nvPr/>
          </p:nvSpPr>
          <p:spPr>
            <a:xfrm>
              <a:off x="5538079" y="2688487"/>
              <a:ext cx="557921" cy="1065121"/>
            </a:xfrm>
            <a:custGeom>
              <a:avLst/>
              <a:gdLst>
                <a:gd name="connsiteX0" fmla="*/ 573137 w 557921"/>
                <a:gd name="connsiteY0" fmla="*/ 436192 h 1065120"/>
                <a:gd name="connsiteX1" fmla="*/ 573137 w 557921"/>
                <a:gd name="connsiteY1" fmla="*/ 420976 h 1065120"/>
                <a:gd name="connsiteX2" fmla="*/ 573137 w 557921"/>
                <a:gd name="connsiteY2" fmla="*/ 405760 h 1065120"/>
                <a:gd name="connsiteX3" fmla="*/ 573137 w 557921"/>
                <a:gd name="connsiteY3" fmla="*/ 395616 h 1065120"/>
                <a:gd name="connsiteX4" fmla="*/ 573137 w 557921"/>
                <a:gd name="connsiteY4" fmla="*/ 395616 h 1065120"/>
                <a:gd name="connsiteX5" fmla="*/ 573137 w 557921"/>
                <a:gd name="connsiteY5" fmla="*/ 390544 h 1065120"/>
                <a:gd name="connsiteX6" fmla="*/ 573137 w 557921"/>
                <a:gd name="connsiteY6" fmla="*/ 375328 h 1065120"/>
                <a:gd name="connsiteX7" fmla="*/ 573137 w 557921"/>
                <a:gd name="connsiteY7" fmla="*/ 365184 h 1065120"/>
                <a:gd name="connsiteX8" fmla="*/ 573137 w 557921"/>
                <a:gd name="connsiteY8" fmla="*/ 355040 h 1065120"/>
                <a:gd name="connsiteX9" fmla="*/ 573137 w 557921"/>
                <a:gd name="connsiteY9" fmla="*/ 355040 h 1065120"/>
                <a:gd name="connsiteX10" fmla="*/ 573137 w 557921"/>
                <a:gd name="connsiteY10" fmla="*/ 355040 h 1065120"/>
                <a:gd name="connsiteX11" fmla="*/ 573137 w 557921"/>
                <a:gd name="connsiteY11" fmla="*/ 344896 h 1065120"/>
                <a:gd name="connsiteX12" fmla="*/ 573137 w 557921"/>
                <a:gd name="connsiteY12" fmla="*/ 334752 h 1065120"/>
                <a:gd name="connsiteX13" fmla="*/ 573137 w 557921"/>
                <a:gd name="connsiteY13" fmla="*/ 324608 h 1065120"/>
                <a:gd name="connsiteX14" fmla="*/ 573137 w 557921"/>
                <a:gd name="connsiteY14" fmla="*/ 314464 h 1065120"/>
                <a:gd name="connsiteX15" fmla="*/ 573137 w 557921"/>
                <a:gd name="connsiteY15" fmla="*/ 314464 h 1065120"/>
                <a:gd name="connsiteX16" fmla="*/ 573137 w 557921"/>
                <a:gd name="connsiteY16" fmla="*/ 314464 h 1065120"/>
                <a:gd name="connsiteX17" fmla="*/ 573137 w 557921"/>
                <a:gd name="connsiteY17" fmla="*/ 309392 h 1065120"/>
                <a:gd name="connsiteX18" fmla="*/ 573137 w 557921"/>
                <a:gd name="connsiteY18" fmla="*/ 304320 h 1065120"/>
                <a:gd name="connsiteX19" fmla="*/ 573137 w 557921"/>
                <a:gd name="connsiteY19" fmla="*/ 299248 h 1065120"/>
                <a:gd name="connsiteX20" fmla="*/ 573137 w 557921"/>
                <a:gd name="connsiteY20" fmla="*/ 294176 h 1065120"/>
                <a:gd name="connsiteX21" fmla="*/ 573137 w 557921"/>
                <a:gd name="connsiteY21" fmla="*/ 289104 h 1065120"/>
                <a:gd name="connsiteX22" fmla="*/ 573137 w 557921"/>
                <a:gd name="connsiteY22" fmla="*/ 284032 h 1065120"/>
                <a:gd name="connsiteX23" fmla="*/ 573137 w 557921"/>
                <a:gd name="connsiteY23" fmla="*/ 284032 h 1065120"/>
                <a:gd name="connsiteX24" fmla="*/ 568065 w 557921"/>
                <a:gd name="connsiteY24" fmla="*/ 273888 h 1065120"/>
                <a:gd name="connsiteX25" fmla="*/ 562993 w 557921"/>
                <a:gd name="connsiteY25" fmla="*/ 263744 h 1065120"/>
                <a:gd name="connsiteX26" fmla="*/ 557921 w 557921"/>
                <a:gd name="connsiteY26" fmla="*/ 253600 h 1065120"/>
                <a:gd name="connsiteX27" fmla="*/ 557921 w 557921"/>
                <a:gd name="connsiteY27" fmla="*/ 253600 h 1065120"/>
                <a:gd name="connsiteX28" fmla="*/ 557921 w 557921"/>
                <a:gd name="connsiteY28" fmla="*/ 253600 h 1065120"/>
                <a:gd name="connsiteX29" fmla="*/ 542705 w 557921"/>
                <a:gd name="connsiteY29" fmla="*/ 233312 h 1065120"/>
                <a:gd name="connsiteX30" fmla="*/ 537633 w 557921"/>
                <a:gd name="connsiteY30" fmla="*/ 228240 h 1065120"/>
                <a:gd name="connsiteX31" fmla="*/ 532561 w 557921"/>
                <a:gd name="connsiteY31" fmla="*/ 223168 h 1065120"/>
                <a:gd name="connsiteX32" fmla="*/ 527489 w 557921"/>
                <a:gd name="connsiteY32" fmla="*/ 218096 h 1065120"/>
                <a:gd name="connsiteX33" fmla="*/ 517345 w 557921"/>
                <a:gd name="connsiteY33" fmla="*/ 207952 h 1065120"/>
                <a:gd name="connsiteX34" fmla="*/ 507201 w 557921"/>
                <a:gd name="connsiteY34" fmla="*/ 197808 h 1065120"/>
                <a:gd name="connsiteX35" fmla="*/ 507201 w 557921"/>
                <a:gd name="connsiteY35" fmla="*/ 197808 h 1065120"/>
                <a:gd name="connsiteX36" fmla="*/ 507201 w 557921"/>
                <a:gd name="connsiteY36" fmla="*/ 197808 h 1065120"/>
                <a:gd name="connsiteX37" fmla="*/ 497057 w 557921"/>
                <a:gd name="connsiteY37" fmla="*/ 187664 h 1065120"/>
                <a:gd name="connsiteX38" fmla="*/ 486913 w 557921"/>
                <a:gd name="connsiteY38" fmla="*/ 177520 h 1065120"/>
                <a:gd name="connsiteX39" fmla="*/ 456481 w 557921"/>
                <a:gd name="connsiteY39" fmla="*/ 157232 h 1065120"/>
                <a:gd name="connsiteX40" fmla="*/ 456481 w 557921"/>
                <a:gd name="connsiteY40" fmla="*/ 157232 h 1065120"/>
                <a:gd name="connsiteX41" fmla="*/ 456481 w 557921"/>
                <a:gd name="connsiteY41" fmla="*/ 157232 h 1065120"/>
                <a:gd name="connsiteX42" fmla="*/ 446337 w 557921"/>
                <a:gd name="connsiteY42" fmla="*/ 147088 h 1065120"/>
                <a:gd name="connsiteX43" fmla="*/ 436193 w 557921"/>
                <a:gd name="connsiteY43" fmla="*/ 136944 h 1065120"/>
                <a:gd name="connsiteX44" fmla="*/ 431121 w 557921"/>
                <a:gd name="connsiteY44" fmla="*/ 131872 h 1065120"/>
                <a:gd name="connsiteX45" fmla="*/ 426049 w 557921"/>
                <a:gd name="connsiteY45" fmla="*/ 126800 h 1065120"/>
                <a:gd name="connsiteX46" fmla="*/ 420977 w 557921"/>
                <a:gd name="connsiteY46" fmla="*/ 121728 h 1065120"/>
                <a:gd name="connsiteX47" fmla="*/ 405761 w 557921"/>
                <a:gd name="connsiteY47" fmla="*/ 111584 h 1065120"/>
                <a:gd name="connsiteX48" fmla="*/ 400689 w 557921"/>
                <a:gd name="connsiteY48" fmla="*/ 106512 h 1065120"/>
                <a:gd name="connsiteX49" fmla="*/ 395617 w 557921"/>
                <a:gd name="connsiteY49" fmla="*/ 101440 h 1065120"/>
                <a:gd name="connsiteX50" fmla="*/ 390545 w 557921"/>
                <a:gd name="connsiteY50" fmla="*/ 96368 h 1065120"/>
                <a:gd name="connsiteX51" fmla="*/ 370257 w 557921"/>
                <a:gd name="connsiteY51" fmla="*/ 81152 h 1065120"/>
                <a:gd name="connsiteX52" fmla="*/ 365185 w 557921"/>
                <a:gd name="connsiteY52" fmla="*/ 76080 h 1065120"/>
                <a:gd name="connsiteX53" fmla="*/ 360113 w 557921"/>
                <a:gd name="connsiteY53" fmla="*/ 71008 h 1065120"/>
                <a:gd name="connsiteX54" fmla="*/ 355041 w 557921"/>
                <a:gd name="connsiteY54" fmla="*/ 65936 h 1065120"/>
                <a:gd name="connsiteX55" fmla="*/ 329681 w 557921"/>
                <a:gd name="connsiteY55" fmla="*/ 50720 h 1065120"/>
                <a:gd name="connsiteX56" fmla="*/ 324609 w 557921"/>
                <a:gd name="connsiteY56" fmla="*/ 45648 h 1065120"/>
                <a:gd name="connsiteX57" fmla="*/ 304321 w 557921"/>
                <a:gd name="connsiteY57" fmla="*/ 35504 h 1065120"/>
                <a:gd name="connsiteX58" fmla="*/ 294177 w 557921"/>
                <a:gd name="connsiteY58" fmla="*/ 30432 h 1065120"/>
                <a:gd name="connsiteX59" fmla="*/ 289105 w 557921"/>
                <a:gd name="connsiteY59" fmla="*/ 25360 h 1065120"/>
                <a:gd name="connsiteX60" fmla="*/ 284033 w 557921"/>
                <a:gd name="connsiteY60" fmla="*/ 25360 h 1065120"/>
                <a:gd name="connsiteX61" fmla="*/ 263745 w 557921"/>
                <a:gd name="connsiteY61" fmla="*/ 15216 h 1065120"/>
                <a:gd name="connsiteX62" fmla="*/ 258672 w 557921"/>
                <a:gd name="connsiteY62" fmla="*/ 15216 h 1065120"/>
                <a:gd name="connsiteX63" fmla="*/ 253601 w 557921"/>
                <a:gd name="connsiteY63" fmla="*/ 15216 h 1065120"/>
                <a:gd name="connsiteX64" fmla="*/ 248529 w 557921"/>
                <a:gd name="connsiteY64" fmla="*/ 10144 h 1065120"/>
                <a:gd name="connsiteX65" fmla="*/ 233312 w 557921"/>
                <a:gd name="connsiteY65" fmla="*/ 5072 h 1065120"/>
                <a:gd name="connsiteX66" fmla="*/ 228240 w 557921"/>
                <a:gd name="connsiteY66" fmla="*/ 5072 h 1065120"/>
                <a:gd name="connsiteX67" fmla="*/ 223169 w 557921"/>
                <a:gd name="connsiteY67" fmla="*/ 5072 h 1065120"/>
                <a:gd name="connsiteX68" fmla="*/ 218096 w 557921"/>
                <a:gd name="connsiteY68" fmla="*/ 5072 h 1065120"/>
                <a:gd name="connsiteX69" fmla="*/ 207952 w 557921"/>
                <a:gd name="connsiteY69" fmla="*/ 0 h 1065120"/>
                <a:gd name="connsiteX70" fmla="*/ 202880 w 557921"/>
                <a:gd name="connsiteY70" fmla="*/ 0 h 1065120"/>
                <a:gd name="connsiteX71" fmla="*/ 197808 w 557921"/>
                <a:gd name="connsiteY71" fmla="*/ 0 h 1065120"/>
                <a:gd name="connsiteX72" fmla="*/ 192736 w 557921"/>
                <a:gd name="connsiteY72" fmla="*/ 0 h 1065120"/>
                <a:gd name="connsiteX73" fmla="*/ 182592 w 557921"/>
                <a:gd name="connsiteY73" fmla="*/ 0 h 1065120"/>
                <a:gd name="connsiteX74" fmla="*/ 177520 w 557921"/>
                <a:gd name="connsiteY74" fmla="*/ 0 h 1065120"/>
                <a:gd name="connsiteX75" fmla="*/ 177520 w 557921"/>
                <a:gd name="connsiteY75" fmla="*/ 0 h 1065120"/>
                <a:gd name="connsiteX76" fmla="*/ 177520 w 557921"/>
                <a:gd name="connsiteY76" fmla="*/ 0 h 1065120"/>
                <a:gd name="connsiteX77" fmla="*/ 167376 w 557921"/>
                <a:gd name="connsiteY77" fmla="*/ 0 h 1065120"/>
                <a:gd name="connsiteX78" fmla="*/ 157232 w 557921"/>
                <a:gd name="connsiteY78" fmla="*/ 0 h 1065120"/>
                <a:gd name="connsiteX79" fmla="*/ 157232 w 557921"/>
                <a:gd name="connsiteY79" fmla="*/ 0 h 1065120"/>
                <a:gd name="connsiteX80" fmla="*/ 157232 w 557921"/>
                <a:gd name="connsiteY80" fmla="*/ 0 h 1065120"/>
                <a:gd name="connsiteX81" fmla="*/ 147088 w 557921"/>
                <a:gd name="connsiteY81" fmla="*/ 0 h 1065120"/>
                <a:gd name="connsiteX82" fmla="*/ 142016 w 557921"/>
                <a:gd name="connsiteY82" fmla="*/ 0 h 1065120"/>
                <a:gd name="connsiteX83" fmla="*/ 136944 w 557921"/>
                <a:gd name="connsiteY83" fmla="*/ 0 h 1065120"/>
                <a:gd name="connsiteX84" fmla="*/ 131872 w 557921"/>
                <a:gd name="connsiteY84" fmla="*/ 0 h 1065120"/>
                <a:gd name="connsiteX85" fmla="*/ 116656 w 557921"/>
                <a:gd name="connsiteY85" fmla="*/ 5072 h 1065120"/>
                <a:gd name="connsiteX86" fmla="*/ 116656 w 557921"/>
                <a:gd name="connsiteY86" fmla="*/ 5072 h 1065120"/>
                <a:gd name="connsiteX87" fmla="*/ 0 w 557921"/>
                <a:gd name="connsiteY87" fmla="*/ 71008 h 1065120"/>
                <a:gd name="connsiteX88" fmla="*/ 15216 w 557921"/>
                <a:gd name="connsiteY88" fmla="*/ 65936 h 1065120"/>
                <a:gd name="connsiteX89" fmla="*/ 20288 w 557921"/>
                <a:gd name="connsiteY89" fmla="*/ 65936 h 1065120"/>
                <a:gd name="connsiteX90" fmla="*/ 35504 w 557921"/>
                <a:gd name="connsiteY90" fmla="*/ 60864 h 1065120"/>
                <a:gd name="connsiteX91" fmla="*/ 35504 w 557921"/>
                <a:gd name="connsiteY91" fmla="*/ 60864 h 1065120"/>
                <a:gd name="connsiteX92" fmla="*/ 55792 w 557921"/>
                <a:gd name="connsiteY92" fmla="*/ 60864 h 1065120"/>
                <a:gd name="connsiteX93" fmla="*/ 55792 w 557921"/>
                <a:gd name="connsiteY93" fmla="*/ 60864 h 1065120"/>
                <a:gd name="connsiteX94" fmla="*/ 76080 w 557921"/>
                <a:gd name="connsiteY94" fmla="*/ 65936 h 1065120"/>
                <a:gd name="connsiteX95" fmla="*/ 81152 w 557921"/>
                <a:gd name="connsiteY95" fmla="*/ 65936 h 1065120"/>
                <a:gd name="connsiteX96" fmla="*/ 106512 w 557921"/>
                <a:gd name="connsiteY96" fmla="*/ 71008 h 1065120"/>
                <a:gd name="connsiteX97" fmla="*/ 111584 w 557921"/>
                <a:gd name="connsiteY97" fmla="*/ 71008 h 1065120"/>
                <a:gd name="connsiteX98" fmla="*/ 136944 w 557921"/>
                <a:gd name="connsiteY98" fmla="*/ 81152 h 1065120"/>
                <a:gd name="connsiteX99" fmla="*/ 142016 w 557921"/>
                <a:gd name="connsiteY99" fmla="*/ 81152 h 1065120"/>
                <a:gd name="connsiteX100" fmla="*/ 172448 w 557921"/>
                <a:gd name="connsiteY100" fmla="*/ 96368 h 1065120"/>
                <a:gd name="connsiteX101" fmla="*/ 177520 w 557921"/>
                <a:gd name="connsiteY101" fmla="*/ 101440 h 1065120"/>
                <a:gd name="connsiteX102" fmla="*/ 207952 w 557921"/>
                <a:gd name="connsiteY102" fmla="*/ 116656 h 1065120"/>
                <a:gd name="connsiteX103" fmla="*/ 243456 w 557921"/>
                <a:gd name="connsiteY103" fmla="*/ 136944 h 1065120"/>
                <a:gd name="connsiteX104" fmla="*/ 248529 w 557921"/>
                <a:gd name="connsiteY104" fmla="*/ 142016 h 1065120"/>
                <a:gd name="connsiteX105" fmla="*/ 278961 w 557921"/>
                <a:gd name="connsiteY105" fmla="*/ 162304 h 1065120"/>
                <a:gd name="connsiteX106" fmla="*/ 284033 w 557921"/>
                <a:gd name="connsiteY106" fmla="*/ 167376 h 1065120"/>
                <a:gd name="connsiteX107" fmla="*/ 314464 w 557921"/>
                <a:gd name="connsiteY107" fmla="*/ 192736 h 1065120"/>
                <a:gd name="connsiteX108" fmla="*/ 319537 w 557921"/>
                <a:gd name="connsiteY108" fmla="*/ 197808 h 1065120"/>
                <a:gd name="connsiteX109" fmla="*/ 349969 w 557921"/>
                <a:gd name="connsiteY109" fmla="*/ 223168 h 1065120"/>
                <a:gd name="connsiteX110" fmla="*/ 349969 w 557921"/>
                <a:gd name="connsiteY110" fmla="*/ 223168 h 1065120"/>
                <a:gd name="connsiteX111" fmla="*/ 349969 w 557921"/>
                <a:gd name="connsiteY111" fmla="*/ 223168 h 1065120"/>
                <a:gd name="connsiteX112" fmla="*/ 375329 w 557921"/>
                <a:gd name="connsiteY112" fmla="*/ 253600 h 1065120"/>
                <a:gd name="connsiteX113" fmla="*/ 375329 w 557921"/>
                <a:gd name="connsiteY113" fmla="*/ 253600 h 1065120"/>
                <a:gd name="connsiteX114" fmla="*/ 395617 w 557921"/>
                <a:gd name="connsiteY114" fmla="*/ 284032 h 1065120"/>
                <a:gd name="connsiteX115" fmla="*/ 400689 w 557921"/>
                <a:gd name="connsiteY115" fmla="*/ 289104 h 1065120"/>
                <a:gd name="connsiteX116" fmla="*/ 420977 w 557921"/>
                <a:gd name="connsiteY116" fmla="*/ 319536 h 1065120"/>
                <a:gd name="connsiteX117" fmla="*/ 420977 w 557921"/>
                <a:gd name="connsiteY117" fmla="*/ 319536 h 1065120"/>
                <a:gd name="connsiteX118" fmla="*/ 436193 w 557921"/>
                <a:gd name="connsiteY118" fmla="*/ 349968 h 1065120"/>
                <a:gd name="connsiteX119" fmla="*/ 446337 w 557921"/>
                <a:gd name="connsiteY119" fmla="*/ 380400 h 1065120"/>
                <a:gd name="connsiteX120" fmla="*/ 446337 w 557921"/>
                <a:gd name="connsiteY120" fmla="*/ 380400 h 1065120"/>
                <a:gd name="connsiteX121" fmla="*/ 456481 w 557921"/>
                <a:gd name="connsiteY121" fmla="*/ 415904 h 1065120"/>
                <a:gd name="connsiteX122" fmla="*/ 456481 w 557921"/>
                <a:gd name="connsiteY122" fmla="*/ 415904 h 1065120"/>
                <a:gd name="connsiteX123" fmla="*/ 461553 w 557921"/>
                <a:gd name="connsiteY123" fmla="*/ 456480 h 1065120"/>
                <a:gd name="connsiteX124" fmla="*/ 461553 w 557921"/>
                <a:gd name="connsiteY124" fmla="*/ 456480 h 1065120"/>
                <a:gd name="connsiteX125" fmla="*/ 461553 w 557921"/>
                <a:gd name="connsiteY125" fmla="*/ 497056 h 1065120"/>
                <a:gd name="connsiteX126" fmla="*/ 461553 w 557921"/>
                <a:gd name="connsiteY126" fmla="*/ 933249 h 1065120"/>
                <a:gd name="connsiteX127" fmla="*/ 461553 w 557921"/>
                <a:gd name="connsiteY127" fmla="*/ 943393 h 1065120"/>
                <a:gd name="connsiteX128" fmla="*/ 461553 w 557921"/>
                <a:gd name="connsiteY128" fmla="*/ 963681 h 1065120"/>
                <a:gd name="connsiteX129" fmla="*/ 461553 w 557921"/>
                <a:gd name="connsiteY129" fmla="*/ 983969 h 1065120"/>
                <a:gd name="connsiteX130" fmla="*/ 461553 w 557921"/>
                <a:gd name="connsiteY130" fmla="*/ 983969 h 1065120"/>
                <a:gd name="connsiteX131" fmla="*/ 461553 w 557921"/>
                <a:gd name="connsiteY131" fmla="*/ 999185 h 1065120"/>
                <a:gd name="connsiteX132" fmla="*/ 461553 w 557921"/>
                <a:gd name="connsiteY132" fmla="*/ 999185 h 1065120"/>
                <a:gd name="connsiteX133" fmla="*/ 456481 w 557921"/>
                <a:gd name="connsiteY133" fmla="*/ 1014401 h 1065120"/>
                <a:gd name="connsiteX134" fmla="*/ 441265 w 557921"/>
                <a:gd name="connsiteY134" fmla="*/ 1044833 h 1065120"/>
                <a:gd name="connsiteX135" fmla="*/ 431121 w 557921"/>
                <a:gd name="connsiteY135" fmla="*/ 1054977 h 1065120"/>
                <a:gd name="connsiteX136" fmla="*/ 426049 w 557921"/>
                <a:gd name="connsiteY136" fmla="*/ 1060049 h 1065120"/>
                <a:gd name="connsiteX137" fmla="*/ 410833 w 557921"/>
                <a:gd name="connsiteY137" fmla="*/ 1070193 h 1065120"/>
                <a:gd name="connsiteX138" fmla="*/ 527489 w 557921"/>
                <a:gd name="connsiteY138" fmla="*/ 1004257 h 1065120"/>
                <a:gd name="connsiteX139" fmla="*/ 542705 w 557921"/>
                <a:gd name="connsiteY139" fmla="*/ 994113 h 1065120"/>
                <a:gd name="connsiteX140" fmla="*/ 547777 w 557921"/>
                <a:gd name="connsiteY140" fmla="*/ 989041 h 1065120"/>
                <a:gd name="connsiteX141" fmla="*/ 557921 w 557921"/>
                <a:gd name="connsiteY141" fmla="*/ 978897 h 1065120"/>
                <a:gd name="connsiteX142" fmla="*/ 557921 w 557921"/>
                <a:gd name="connsiteY142" fmla="*/ 978897 h 1065120"/>
                <a:gd name="connsiteX143" fmla="*/ 557921 w 557921"/>
                <a:gd name="connsiteY143" fmla="*/ 978897 h 1065120"/>
                <a:gd name="connsiteX144" fmla="*/ 573137 w 557921"/>
                <a:gd name="connsiteY144" fmla="*/ 953537 h 1065120"/>
                <a:gd name="connsiteX145" fmla="*/ 578209 w 557921"/>
                <a:gd name="connsiteY145" fmla="*/ 943393 h 1065120"/>
                <a:gd name="connsiteX146" fmla="*/ 578209 w 557921"/>
                <a:gd name="connsiteY146" fmla="*/ 943393 h 1065120"/>
                <a:gd name="connsiteX147" fmla="*/ 578209 w 557921"/>
                <a:gd name="connsiteY147" fmla="*/ 943393 h 1065120"/>
                <a:gd name="connsiteX148" fmla="*/ 578209 w 557921"/>
                <a:gd name="connsiteY148" fmla="*/ 943393 h 1065120"/>
                <a:gd name="connsiteX149" fmla="*/ 578209 w 557921"/>
                <a:gd name="connsiteY149" fmla="*/ 938321 h 1065120"/>
                <a:gd name="connsiteX150" fmla="*/ 578209 w 557921"/>
                <a:gd name="connsiteY150" fmla="*/ 928177 h 1065120"/>
                <a:gd name="connsiteX151" fmla="*/ 578209 w 557921"/>
                <a:gd name="connsiteY151" fmla="*/ 928177 h 1065120"/>
                <a:gd name="connsiteX152" fmla="*/ 578209 w 557921"/>
                <a:gd name="connsiteY152" fmla="*/ 928177 h 1065120"/>
                <a:gd name="connsiteX153" fmla="*/ 578209 w 557921"/>
                <a:gd name="connsiteY153" fmla="*/ 907889 h 1065120"/>
                <a:gd name="connsiteX154" fmla="*/ 578209 w 557921"/>
                <a:gd name="connsiteY154" fmla="*/ 907889 h 1065120"/>
                <a:gd name="connsiteX155" fmla="*/ 578209 w 557921"/>
                <a:gd name="connsiteY155" fmla="*/ 887601 h 1065120"/>
                <a:gd name="connsiteX156" fmla="*/ 578209 w 557921"/>
                <a:gd name="connsiteY156" fmla="*/ 877457 h 1065120"/>
                <a:gd name="connsiteX157" fmla="*/ 578209 w 557921"/>
                <a:gd name="connsiteY157" fmla="*/ 877457 h 1065120"/>
                <a:gd name="connsiteX158" fmla="*/ 578209 w 557921"/>
                <a:gd name="connsiteY158" fmla="*/ 877457 h 1065120"/>
                <a:gd name="connsiteX159" fmla="*/ 573137 w 557921"/>
                <a:gd name="connsiteY159" fmla="*/ 436192 h 106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557921" h="1065120">
                  <a:moveTo>
                    <a:pt x="573137" y="436192"/>
                  </a:moveTo>
                  <a:cubicBezTo>
                    <a:pt x="573137" y="431120"/>
                    <a:pt x="573137" y="426048"/>
                    <a:pt x="573137" y="420976"/>
                  </a:cubicBezTo>
                  <a:cubicBezTo>
                    <a:pt x="573137" y="415904"/>
                    <a:pt x="573137" y="410832"/>
                    <a:pt x="573137" y="405760"/>
                  </a:cubicBezTo>
                  <a:cubicBezTo>
                    <a:pt x="573137" y="400688"/>
                    <a:pt x="573137" y="400688"/>
                    <a:pt x="573137" y="395616"/>
                  </a:cubicBezTo>
                  <a:cubicBezTo>
                    <a:pt x="573137" y="395616"/>
                    <a:pt x="573137" y="395616"/>
                    <a:pt x="573137" y="395616"/>
                  </a:cubicBezTo>
                  <a:cubicBezTo>
                    <a:pt x="573137" y="395616"/>
                    <a:pt x="573137" y="395616"/>
                    <a:pt x="573137" y="390544"/>
                  </a:cubicBezTo>
                  <a:cubicBezTo>
                    <a:pt x="573137" y="385472"/>
                    <a:pt x="573137" y="380400"/>
                    <a:pt x="573137" y="375328"/>
                  </a:cubicBezTo>
                  <a:cubicBezTo>
                    <a:pt x="573137" y="370256"/>
                    <a:pt x="573137" y="365184"/>
                    <a:pt x="573137" y="365184"/>
                  </a:cubicBezTo>
                  <a:cubicBezTo>
                    <a:pt x="573137" y="360112"/>
                    <a:pt x="573137" y="360112"/>
                    <a:pt x="573137" y="355040"/>
                  </a:cubicBezTo>
                  <a:cubicBezTo>
                    <a:pt x="573137" y="355040"/>
                    <a:pt x="573137" y="355040"/>
                    <a:pt x="573137" y="355040"/>
                  </a:cubicBezTo>
                  <a:cubicBezTo>
                    <a:pt x="573137" y="355040"/>
                    <a:pt x="573137" y="355040"/>
                    <a:pt x="573137" y="355040"/>
                  </a:cubicBezTo>
                  <a:cubicBezTo>
                    <a:pt x="573137" y="349968"/>
                    <a:pt x="573137" y="349968"/>
                    <a:pt x="573137" y="344896"/>
                  </a:cubicBezTo>
                  <a:cubicBezTo>
                    <a:pt x="573137" y="339824"/>
                    <a:pt x="573137" y="339824"/>
                    <a:pt x="573137" y="334752"/>
                  </a:cubicBezTo>
                  <a:cubicBezTo>
                    <a:pt x="573137" y="329680"/>
                    <a:pt x="573137" y="329680"/>
                    <a:pt x="573137" y="324608"/>
                  </a:cubicBezTo>
                  <a:cubicBezTo>
                    <a:pt x="573137" y="319536"/>
                    <a:pt x="573137" y="319536"/>
                    <a:pt x="573137" y="314464"/>
                  </a:cubicBezTo>
                  <a:cubicBezTo>
                    <a:pt x="573137" y="314464"/>
                    <a:pt x="573137" y="314464"/>
                    <a:pt x="573137" y="314464"/>
                  </a:cubicBezTo>
                  <a:cubicBezTo>
                    <a:pt x="573137" y="314464"/>
                    <a:pt x="573137" y="314464"/>
                    <a:pt x="573137" y="314464"/>
                  </a:cubicBezTo>
                  <a:cubicBezTo>
                    <a:pt x="573137" y="314464"/>
                    <a:pt x="573137" y="309392"/>
                    <a:pt x="573137" y="309392"/>
                  </a:cubicBezTo>
                  <a:cubicBezTo>
                    <a:pt x="573137" y="309392"/>
                    <a:pt x="573137" y="304320"/>
                    <a:pt x="573137" y="304320"/>
                  </a:cubicBezTo>
                  <a:cubicBezTo>
                    <a:pt x="573137" y="304320"/>
                    <a:pt x="573137" y="299248"/>
                    <a:pt x="573137" y="299248"/>
                  </a:cubicBezTo>
                  <a:cubicBezTo>
                    <a:pt x="573137" y="299248"/>
                    <a:pt x="573137" y="294176"/>
                    <a:pt x="573137" y="294176"/>
                  </a:cubicBezTo>
                  <a:cubicBezTo>
                    <a:pt x="573137" y="294176"/>
                    <a:pt x="573137" y="289104"/>
                    <a:pt x="573137" y="289104"/>
                  </a:cubicBezTo>
                  <a:cubicBezTo>
                    <a:pt x="573137" y="289104"/>
                    <a:pt x="573137" y="284032"/>
                    <a:pt x="573137" y="284032"/>
                  </a:cubicBezTo>
                  <a:cubicBezTo>
                    <a:pt x="573137" y="284032"/>
                    <a:pt x="573137" y="284032"/>
                    <a:pt x="573137" y="284032"/>
                  </a:cubicBezTo>
                  <a:cubicBezTo>
                    <a:pt x="573137" y="278960"/>
                    <a:pt x="568065" y="278960"/>
                    <a:pt x="568065" y="273888"/>
                  </a:cubicBezTo>
                  <a:cubicBezTo>
                    <a:pt x="568065" y="268816"/>
                    <a:pt x="562993" y="268816"/>
                    <a:pt x="562993" y="263744"/>
                  </a:cubicBezTo>
                  <a:cubicBezTo>
                    <a:pt x="562993" y="258672"/>
                    <a:pt x="557921" y="258672"/>
                    <a:pt x="557921" y="253600"/>
                  </a:cubicBezTo>
                  <a:cubicBezTo>
                    <a:pt x="557921" y="253600"/>
                    <a:pt x="557921" y="253600"/>
                    <a:pt x="557921" y="253600"/>
                  </a:cubicBezTo>
                  <a:cubicBezTo>
                    <a:pt x="557921" y="253600"/>
                    <a:pt x="557921" y="253600"/>
                    <a:pt x="557921" y="253600"/>
                  </a:cubicBezTo>
                  <a:cubicBezTo>
                    <a:pt x="552849" y="243456"/>
                    <a:pt x="547777" y="238384"/>
                    <a:pt x="542705" y="233312"/>
                  </a:cubicBezTo>
                  <a:cubicBezTo>
                    <a:pt x="542705" y="233312"/>
                    <a:pt x="542705" y="228240"/>
                    <a:pt x="537633" y="228240"/>
                  </a:cubicBezTo>
                  <a:cubicBezTo>
                    <a:pt x="537633" y="228240"/>
                    <a:pt x="537633" y="223168"/>
                    <a:pt x="532561" y="223168"/>
                  </a:cubicBezTo>
                  <a:cubicBezTo>
                    <a:pt x="532561" y="223168"/>
                    <a:pt x="527489" y="218096"/>
                    <a:pt x="527489" y="218096"/>
                  </a:cubicBezTo>
                  <a:cubicBezTo>
                    <a:pt x="522417" y="213024"/>
                    <a:pt x="522417" y="213024"/>
                    <a:pt x="517345" y="207952"/>
                  </a:cubicBezTo>
                  <a:cubicBezTo>
                    <a:pt x="512273" y="202880"/>
                    <a:pt x="512273" y="202880"/>
                    <a:pt x="507201" y="197808"/>
                  </a:cubicBezTo>
                  <a:cubicBezTo>
                    <a:pt x="507201" y="197808"/>
                    <a:pt x="507201" y="197808"/>
                    <a:pt x="507201" y="197808"/>
                  </a:cubicBezTo>
                  <a:cubicBezTo>
                    <a:pt x="507201" y="197808"/>
                    <a:pt x="507201" y="197808"/>
                    <a:pt x="507201" y="197808"/>
                  </a:cubicBezTo>
                  <a:cubicBezTo>
                    <a:pt x="502129" y="192736"/>
                    <a:pt x="502129" y="192736"/>
                    <a:pt x="497057" y="187664"/>
                  </a:cubicBezTo>
                  <a:cubicBezTo>
                    <a:pt x="491985" y="182592"/>
                    <a:pt x="491985" y="182592"/>
                    <a:pt x="486913" y="177520"/>
                  </a:cubicBezTo>
                  <a:cubicBezTo>
                    <a:pt x="461553" y="167376"/>
                    <a:pt x="456481" y="162304"/>
                    <a:pt x="456481" y="157232"/>
                  </a:cubicBezTo>
                  <a:cubicBezTo>
                    <a:pt x="456481" y="157232"/>
                    <a:pt x="456481" y="157232"/>
                    <a:pt x="456481" y="157232"/>
                  </a:cubicBezTo>
                  <a:lnTo>
                    <a:pt x="456481" y="157232"/>
                  </a:lnTo>
                  <a:cubicBezTo>
                    <a:pt x="451409" y="152160"/>
                    <a:pt x="451409" y="152160"/>
                    <a:pt x="446337" y="147088"/>
                  </a:cubicBezTo>
                  <a:cubicBezTo>
                    <a:pt x="441265" y="142016"/>
                    <a:pt x="436193" y="136944"/>
                    <a:pt x="436193" y="136944"/>
                  </a:cubicBezTo>
                  <a:cubicBezTo>
                    <a:pt x="436193" y="136944"/>
                    <a:pt x="431121" y="131872"/>
                    <a:pt x="431121" y="131872"/>
                  </a:cubicBezTo>
                  <a:cubicBezTo>
                    <a:pt x="431121" y="131872"/>
                    <a:pt x="431121" y="131872"/>
                    <a:pt x="426049" y="126800"/>
                  </a:cubicBezTo>
                  <a:cubicBezTo>
                    <a:pt x="426049" y="126800"/>
                    <a:pt x="420977" y="121728"/>
                    <a:pt x="420977" y="121728"/>
                  </a:cubicBezTo>
                  <a:cubicBezTo>
                    <a:pt x="415905" y="116656"/>
                    <a:pt x="410833" y="111584"/>
                    <a:pt x="405761" y="111584"/>
                  </a:cubicBezTo>
                  <a:cubicBezTo>
                    <a:pt x="405761" y="111584"/>
                    <a:pt x="400689" y="106512"/>
                    <a:pt x="400689" y="106512"/>
                  </a:cubicBezTo>
                  <a:cubicBezTo>
                    <a:pt x="400689" y="106512"/>
                    <a:pt x="395617" y="106512"/>
                    <a:pt x="395617" y="101440"/>
                  </a:cubicBezTo>
                  <a:cubicBezTo>
                    <a:pt x="395617" y="101440"/>
                    <a:pt x="390545" y="96368"/>
                    <a:pt x="390545" y="96368"/>
                  </a:cubicBezTo>
                  <a:cubicBezTo>
                    <a:pt x="385473" y="91296"/>
                    <a:pt x="380401" y="86224"/>
                    <a:pt x="370257" y="81152"/>
                  </a:cubicBezTo>
                  <a:cubicBezTo>
                    <a:pt x="370257" y="81152"/>
                    <a:pt x="365185" y="76080"/>
                    <a:pt x="365185" y="76080"/>
                  </a:cubicBezTo>
                  <a:cubicBezTo>
                    <a:pt x="365185" y="76080"/>
                    <a:pt x="360113" y="76080"/>
                    <a:pt x="360113" y="71008"/>
                  </a:cubicBezTo>
                  <a:cubicBezTo>
                    <a:pt x="360113" y="71008"/>
                    <a:pt x="355041" y="65936"/>
                    <a:pt x="355041" y="65936"/>
                  </a:cubicBezTo>
                  <a:cubicBezTo>
                    <a:pt x="349969" y="60864"/>
                    <a:pt x="339825" y="55792"/>
                    <a:pt x="329681" y="50720"/>
                  </a:cubicBezTo>
                  <a:cubicBezTo>
                    <a:pt x="329681" y="50720"/>
                    <a:pt x="324609" y="50720"/>
                    <a:pt x="324609" y="45648"/>
                  </a:cubicBezTo>
                  <a:cubicBezTo>
                    <a:pt x="319537" y="40576"/>
                    <a:pt x="309393" y="40576"/>
                    <a:pt x="304321" y="35504"/>
                  </a:cubicBezTo>
                  <a:cubicBezTo>
                    <a:pt x="299249" y="35504"/>
                    <a:pt x="294177" y="30432"/>
                    <a:pt x="294177" y="30432"/>
                  </a:cubicBezTo>
                  <a:cubicBezTo>
                    <a:pt x="294177" y="30432"/>
                    <a:pt x="289105" y="30432"/>
                    <a:pt x="289105" y="25360"/>
                  </a:cubicBezTo>
                  <a:cubicBezTo>
                    <a:pt x="289105" y="25360"/>
                    <a:pt x="284033" y="25360"/>
                    <a:pt x="284033" y="25360"/>
                  </a:cubicBezTo>
                  <a:cubicBezTo>
                    <a:pt x="278961" y="20288"/>
                    <a:pt x="268817" y="20288"/>
                    <a:pt x="263745" y="15216"/>
                  </a:cubicBezTo>
                  <a:cubicBezTo>
                    <a:pt x="263745" y="15216"/>
                    <a:pt x="258672" y="15216"/>
                    <a:pt x="258672" y="15216"/>
                  </a:cubicBezTo>
                  <a:cubicBezTo>
                    <a:pt x="258672" y="15216"/>
                    <a:pt x="253601" y="15216"/>
                    <a:pt x="253601" y="15216"/>
                  </a:cubicBezTo>
                  <a:cubicBezTo>
                    <a:pt x="253601" y="15216"/>
                    <a:pt x="248529" y="15216"/>
                    <a:pt x="248529" y="10144"/>
                  </a:cubicBezTo>
                  <a:cubicBezTo>
                    <a:pt x="243456" y="10144"/>
                    <a:pt x="238385" y="5072"/>
                    <a:pt x="233312" y="5072"/>
                  </a:cubicBezTo>
                  <a:cubicBezTo>
                    <a:pt x="233312" y="5072"/>
                    <a:pt x="233312" y="5072"/>
                    <a:pt x="228240" y="5072"/>
                  </a:cubicBezTo>
                  <a:cubicBezTo>
                    <a:pt x="228240" y="5072"/>
                    <a:pt x="228240" y="5072"/>
                    <a:pt x="223169" y="5072"/>
                  </a:cubicBezTo>
                  <a:cubicBezTo>
                    <a:pt x="223169" y="5072"/>
                    <a:pt x="218096" y="5072"/>
                    <a:pt x="218096" y="5072"/>
                  </a:cubicBezTo>
                  <a:cubicBezTo>
                    <a:pt x="213024" y="5072"/>
                    <a:pt x="207952" y="5072"/>
                    <a:pt x="207952" y="0"/>
                  </a:cubicBezTo>
                  <a:cubicBezTo>
                    <a:pt x="207952" y="0"/>
                    <a:pt x="202880" y="0"/>
                    <a:pt x="202880" y="0"/>
                  </a:cubicBezTo>
                  <a:cubicBezTo>
                    <a:pt x="202880" y="0"/>
                    <a:pt x="202880" y="0"/>
                    <a:pt x="197808" y="0"/>
                  </a:cubicBezTo>
                  <a:cubicBezTo>
                    <a:pt x="197808" y="0"/>
                    <a:pt x="192736" y="0"/>
                    <a:pt x="192736" y="0"/>
                  </a:cubicBezTo>
                  <a:cubicBezTo>
                    <a:pt x="187664" y="0"/>
                    <a:pt x="187664" y="0"/>
                    <a:pt x="182592" y="0"/>
                  </a:cubicBezTo>
                  <a:cubicBezTo>
                    <a:pt x="182592" y="0"/>
                    <a:pt x="177520" y="0"/>
                    <a:pt x="177520" y="0"/>
                  </a:cubicBezTo>
                  <a:cubicBezTo>
                    <a:pt x="177520" y="0"/>
                    <a:pt x="177520" y="0"/>
                    <a:pt x="177520" y="0"/>
                  </a:cubicBezTo>
                  <a:cubicBezTo>
                    <a:pt x="177520" y="0"/>
                    <a:pt x="177520" y="0"/>
                    <a:pt x="177520" y="0"/>
                  </a:cubicBezTo>
                  <a:cubicBezTo>
                    <a:pt x="172448" y="0"/>
                    <a:pt x="172448" y="0"/>
                    <a:pt x="167376" y="0"/>
                  </a:cubicBezTo>
                  <a:cubicBezTo>
                    <a:pt x="162304" y="0"/>
                    <a:pt x="162304" y="0"/>
                    <a:pt x="157232" y="0"/>
                  </a:cubicBezTo>
                  <a:cubicBezTo>
                    <a:pt x="157232" y="0"/>
                    <a:pt x="157232" y="0"/>
                    <a:pt x="157232" y="0"/>
                  </a:cubicBezTo>
                  <a:cubicBezTo>
                    <a:pt x="157232" y="0"/>
                    <a:pt x="157232" y="0"/>
                    <a:pt x="157232" y="0"/>
                  </a:cubicBezTo>
                  <a:cubicBezTo>
                    <a:pt x="152160" y="0"/>
                    <a:pt x="152160" y="0"/>
                    <a:pt x="147088" y="0"/>
                  </a:cubicBezTo>
                  <a:cubicBezTo>
                    <a:pt x="147088" y="0"/>
                    <a:pt x="142016" y="0"/>
                    <a:pt x="142016" y="0"/>
                  </a:cubicBezTo>
                  <a:cubicBezTo>
                    <a:pt x="142016" y="0"/>
                    <a:pt x="142016" y="0"/>
                    <a:pt x="136944" y="0"/>
                  </a:cubicBezTo>
                  <a:cubicBezTo>
                    <a:pt x="136944" y="0"/>
                    <a:pt x="136944" y="0"/>
                    <a:pt x="131872" y="0"/>
                  </a:cubicBezTo>
                  <a:cubicBezTo>
                    <a:pt x="126800" y="0"/>
                    <a:pt x="121728" y="5072"/>
                    <a:pt x="116656" y="5072"/>
                  </a:cubicBezTo>
                  <a:cubicBezTo>
                    <a:pt x="116656" y="5072"/>
                    <a:pt x="116656" y="5072"/>
                    <a:pt x="116656" y="5072"/>
                  </a:cubicBezTo>
                  <a:lnTo>
                    <a:pt x="0" y="71008"/>
                  </a:lnTo>
                  <a:cubicBezTo>
                    <a:pt x="5072" y="65936"/>
                    <a:pt x="10144" y="65936"/>
                    <a:pt x="15216" y="65936"/>
                  </a:cubicBezTo>
                  <a:cubicBezTo>
                    <a:pt x="15216" y="65936"/>
                    <a:pt x="15216" y="65936"/>
                    <a:pt x="20288" y="65936"/>
                  </a:cubicBezTo>
                  <a:cubicBezTo>
                    <a:pt x="25360" y="65936"/>
                    <a:pt x="30432" y="60864"/>
                    <a:pt x="35504" y="60864"/>
                  </a:cubicBezTo>
                  <a:cubicBezTo>
                    <a:pt x="35504" y="60864"/>
                    <a:pt x="35504" y="60864"/>
                    <a:pt x="35504" y="60864"/>
                  </a:cubicBezTo>
                  <a:cubicBezTo>
                    <a:pt x="40576" y="60864"/>
                    <a:pt x="50720" y="60864"/>
                    <a:pt x="55792" y="60864"/>
                  </a:cubicBezTo>
                  <a:cubicBezTo>
                    <a:pt x="55792" y="60864"/>
                    <a:pt x="55792" y="60864"/>
                    <a:pt x="55792" y="60864"/>
                  </a:cubicBezTo>
                  <a:cubicBezTo>
                    <a:pt x="60864" y="60864"/>
                    <a:pt x="71008" y="60864"/>
                    <a:pt x="76080" y="65936"/>
                  </a:cubicBezTo>
                  <a:cubicBezTo>
                    <a:pt x="76080" y="65936"/>
                    <a:pt x="76080" y="65936"/>
                    <a:pt x="81152" y="65936"/>
                  </a:cubicBezTo>
                  <a:cubicBezTo>
                    <a:pt x="91296" y="65936"/>
                    <a:pt x="96368" y="71008"/>
                    <a:pt x="106512" y="71008"/>
                  </a:cubicBezTo>
                  <a:cubicBezTo>
                    <a:pt x="106512" y="71008"/>
                    <a:pt x="106512" y="71008"/>
                    <a:pt x="111584" y="71008"/>
                  </a:cubicBezTo>
                  <a:cubicBezTo>
                    <a:pt x="121728" y="76080"/>
                    <a:pt x="126800" y="76080"/>
                    <a:pt x="136944" y="81152"/>
                  </a:cubicBezTo>
                  <a:cubicBezTo>
                    <a:pt x="136944" y="81152"/>
                    <a:pt x="142016" y="81152"/>
                    <a:pt x="142016" y="81152"/>
                  </a:cubicBezTo>
                  <a:cubicBezTo>
                    <a:pt x="152160" y="86224"/>
                    <a:pt x="162304" y="91296"/>
                    <a:pt x="172448" y="96368"/>
                  </a:cubicBezTo>
                  <a:cubicBezTo>
                    <a:pt x="172448" y="96368"/>
                    <a:pt x="177520" y="96368"/>
                    <a:pt x="177520" y="101440"/>
                  </a:cubicBezTo>
                  <a:cubicBezTo>
                    <a:pt x="187664" y="106512"/>
                    <a:pt x="197808" y="111584"/>
                    <a:pt x="207952" y="116656"/>
                  </a:cubicBezTo>
                  <a:cubicBezTo>
                    <a:pt x="218096" y="121728"/>
                    <a:pt x="233312" y="131872"/>
                    <a:pt x="243456" y="136944"/>
                  </a:cubicBezTo>
                  <a:cubicBezTo>
                    <a:pt x="243456" y="136944"/>
                    <a:pt x="248529" y="136944"/>
                    <a:pt x="248529" y="142016"/>
                  </a:cubicBezTo>
                  <a:cubicBezTo>
                    <a:pt x="258672" y="147088"/>
                    <a:pt x="268817" y="157232"/>
                    <a:pt x="278961" y="162304"/>
                  </a:cubicBezTo>
                  <a:cubicBezTo>
                    <a:pt x="278961" y="162304"/>
                    <a:pt x="284033" y="162304"/>
                    <a:pt x="284033" y="167376"/>
                  </a:cubicBezTo>
                  <a:cubicBezTo>
                    <a:pt x="294177" y="177520"/>
                    <a:pt x="304321" y="182592"/>
                    <a:pt x="314464" y="192736"/>
                  </a:cubicBezTo>
                  <a:cubicBezTo>
                    <a:pt x="314464" y="192736"/>
                    <a:pt x="314464" y="192736"/>
                    <a:pt x="319537" y="197808"/>
                  </a:cubicBezTo>
                  <a:cubicBezTo>
                    <a:pt x="329681" y="207952"/>
                    <a:pt x="339825" y="213024"/>
                    <a:pt x="349969" y="223168"/>
                  </a:cubicBezTo>
                  <a:cubicBezTo>
                    <a:pt x="349969" y="223168"/>
                    <a:pt x="349969" y="223168"/>
                    <a:pt x="349969" y="223168"/>
                  </a:cubicBezTo>
                  <a:cubicBezTo>
                    <a:pt x="349969" y="223168"/>
                    <a:pt x="349969" y="223168"/>
                    <a:pt x="349969" y="223168"/>
                  </a:cubicBezTo>
                  <a:cubicBezTo>
                    <a:pt x="360113" y="233312"/>
                    <a:pt x="370257" y="243456"/>
                    <a:pt x="375329" y="253600"/>
                  </a:cubicBezTo>
                  <a:cubicBezTo>
                    <a:pt x="375329" y="253600"/>
                    <a:pt x="375329" y="253600"/>
                    <a:pt x="375329" y="253600"/>
                  </a:cubicBezTo>
                  <a:cubicBezTo>
                    <a:pt x="385473" y="263744"/>
                    <a:pt x="390545" y="273888"/>
                    <a:pt x="395617" y="284032"/>
                  </a:cubicBezTo>
                  <a:cubicBezTo>
                    <a:pt x="395617" y="284032"/>
                    <a:pt x="395617" y="289104"/>
                    <a:pt x="400689" y="289104"/>
                  </a:cubicBezTo>
                  <a:cubicBezTo>
                    <a:pt x="405761" y="299248"/>
                    <a:pt x="415905" y="309392"/>
                    <a:pt x="420977" y="319536"/>
                  </a:cubicBezTo>
                  <a:cubicBezTo>
                    <a:pt x="420977" y="319536"/>
                    <a:pt x="420977" y="319536"/>
                    <a:pt x="420977" y="319536"/>
                  </a:cubicBezTo>
                  <a:cubicBezTo>
                    <a:pt x="426049" y="329680"/>
                    <a:pt x="431121" y="339824"/>
                    <a:pt x="436193" y="349968"/>
                  </a:cubicBezTo>
                  <a:cubicBezTo>
                    <a:pt x="441265" y="360112"/>
                    <a:pt x="446337" y="370256"/>
                    <a:pt x="446337" y="380400"/>
                  </a:cubicBezTo>
                  <a:cubicBezTo>
                    <a:pt x="446337" y="380400"/>
                    <a:pt x="446337" y="380400"/>
                    <a:pt x="446337" y="380400"/>
                  </a:cubicBezTo>
                  <a:cubicBezTo>
                    <a:pt x="451409" y="390544"/>
                    <a:pt x="451409" y="405760"/>
                    <a:pt x="456481" y="415904"/>
                  </a:cubicBezTo>
                  <a:cubicBezTo>
                    <a:pt x="456481" y="415904"/>
                    <a:pt x="456481" y="415904"/>
                    <a:pt x="456481" y="415904"/>
                  </a:cubicBezTo>
                  <a:cubicBezTo>
                    <a:pt x="456481" y="426048"/>
                    <a:pt x="461553" y="441264"/>
                    <a:pt x="461553" y="456480"/>
                  </a:cubicBezTo>
                  <a:cubicBezTo>
                    <a:pt x="461553" y="456480"/>
                    <a:pt x="461553" y="456480"/>
                    <a:pt x="461553" y="456480"/>
                  </a:cubicBezTo>
                  <a:cubicBezTo>
                    <a:pt x="461553" y="471696"/>
                    <a:pt x="461553" y="481841"/>
                    <a:pt x="461553" y="497056"/>
                  </a:cubicBezTo>
                  <a:lnTo>
                    <a:pt x="461553" y="933249"/>
                  </a:lnTo>
                  <a:cubicBezTo>
                    <a:pt x="461553" y="938321"/>
                    <a:pt x="461553" y="938321"/>
                    <a:pt x="461553" y="943393"/>
                  </a:cubicBezTo>
                  <a:cubicBezTo>
                    <a:pt x="461553" y="948465"/>
                    <a:pt x="461553" y="958609"/>
                    <a:pt x="461553" y="963681"/>
                  </a:cubicBezTo>
                  <a:cubicBezTo>
                    <a:pt x="461553" y="973825"/>
                    <a:pt x="461553" y="978897"/>
                    <a:pt x="461553" y="983969"/>
                  </a:cubicBezTo>
                  <a:cubicBezTo>
                    <a:pt x="461553" y="983969"/>
                    <a:pt x="461553" y="983969"/>
                    <a:pt x="461553" y="983969"/>
                  </a:cubicBezTo>
                  <a:cubicBezTo>
                    <a:pt x="461553" y="989041"/>
                    <a:pt x="461553" y="994113"/>
                    <a:pt x="461553" y="999185"/>
                  </a:cubicBezTo>
                  <a:cubicBezTo>
                    <a:pt x="461553" y="999185"/>
                    <a:pt x="461553" y="999185"/>
                    <a:pt x="461553" y="999185"/>
                  </a:cubicBezTo>
                  <a:cubicBezTo>
                    <a:pt x="461553" y="1004257"/>
                    <a:pt x="461553" y="1009329"/>
                    <a:pt x="456481" y="1014401"/>
                  </a:cubicBezTo>
                  <a:cubicBezTo>
                    <a:pt x="451409" y="1024545"/>
                    <a:pt x="446337" y="1034689"/>
                    <a:pt x="441265" y="1044833"/>
                  </a:cubicBezTo>
                  <a:cubicBezTo>
                    <a:pt x="441265" y="1049905"/>
                    <a:pt x="436193" y="1049905"/>
                    <a:pt x="431121" y="1054977"/>
                  </a:cubicBezTo>
                  <a:cubicBezTo>
                    <a:pt x="431121" y="1054977"/>
                    <a:pt x="431121" y="1060049"/>
                    <a:pt x="426049" y="1060049"/>
                  </a:cubicBezTo>
                  <a:cubicBezTo>
                    <a:pt x="420977" y="1065121"/>
                    <a:pt x="415905" y="1065121"/>
                    <a:pt x="410833" y="1070193"/>
                  </a:cubicBezTo>
                  <a:lnTo>
                    <a:pt x="527489" y="1004257"/>
                  </a:lnTo>
                  <a:cubicBezTo>
                    <a:pt x="532561" y="999185"/>
                    <a:pt x="537633" y="999185"/>
                    <a:pt x="542705" y="994113"/>
                  </a:cubicBezTo>
                  <a:cubicBezTo>
                    <a:pt x="542705" y="994113"/>
                    <a:pt x="542705" y="989041"/>
                    <a:pt x="547777" y="989041"/>
                  </a:cubicBezTo>
                  <a:cubicBezTo>
                    <a:pt x="552849" y="983969"/>
                    <a:pt x="552849" y="983969"/>
                    <a:pt x="557921" y="978897"/>
                  </a:cubicBezTo>
                  <a:cubicBezTo>
                    <a:pt x="557921" y="978897"/>
                    <a:pt x="557921" y="978897"/>
                    <a:pt x="557921" y="978897"/>
                  </a:cubicBezTo>
                  <a:lnTo>
                    <a:pt x="557921" y="978897"/>
                  </a:lnTo>
                  <a:cubicBezTo>
                    <a:pt x="562993" y="968753"/>
                    <a:pt x="568065" y="963681"/>
                    <a:pt x="573137" y="953537"/>
                  </a:cubicBezTo>
                  <a:cubicBezTo>
                    <a:pt x="573137" y="948465"/>
                    <a:pt x="573137" y="948465"/>
                    <a:pt x="578209" y="943393"/>
                  </a:cubicBezTo>
                  <a:lnTo>
                    <a:pt x="578209" y="943393"/>
                  </a:lnTo>
                  <a:cubicBezTo>
                    <a:pt x="578209" y="943393"/>
                    <a:pt x="578209" y="943393"/>
                    <a:pt x="578209" y="943393"/>
                  </a:cubicBezTo>
                  <a:cubicBezTo>
                    <a:pt x="578209" y="943393"/>
                    <a:pt x="578209" y="943393"/>
                    <a:pt x="578209" y="943393"/>
                  </a:cubicBezTo>
                  <a:cubicBezTo>
                    <a:pt x="578209" y="943393"/>
                    <a:pt x="578209" y="938321"/>
                    <a:pt x="578209" y="938321"/>
                  </a:cubicBezTo>
                  <a:cubicBezTo>
                    <a:pt x="578209" y="933249"/>
                    <a:pt x="578209" y="933249"/>
                    <a:pt x="578209" y="928177"/>
                  </a:cubicBezTo>
                  <a:cubicBezTo>
                    <a:pt x="578209" y="928177"/>
                    <a:pt x="578209" y="928177"/>
                    <a:pt x="578209" y="928177"/>
                  </a:cubicBezTo>
                  <a:cubicBezTo>
                    <a:pt x="578209" y="928177"/>
                    <a:pt x="578209" y="928177"/>
                    <a:pt x="578209" y="928177"/>
                  </a:cubicBezTo>
                  <a:cubicBezTo>
                    <a:pt x="578209" y="923105"/>
                    <a:pt x="578209" y="918033"/>
                    <a:pt x="578209" y="907889"/>
                  </a:cubicBezTo>
                  <a:cubicBezTo>
                    <a:pt x="578209" y="907889"/>
                    <a:pt x="578209" y="907889"/>
                    <a:pt x="578209" y="907889"/>
                  </a:cubicBezTo>
                  <a:cubicBezTo>
                    <a:pt x="578209" y="902817"/>
                    <a:pt x="578209" y="892673"/>
                    <a:pt x="578209" y="887601"/>
                  </a:cubicBezTo>
                  <a:cubicBezTo>
                    <a:pt x="578209" y="882529"/>
                    <a:pt x="578209" y="882529"/>
                    <a:pt x="578209" y="877457"/>
                  </a:cubicBezTo>
                  <a:cubicBezTo>
                    <a:pt x="578209" y="877457"/>
                    <a:pt x="578209" y="877457"/>
                    <a:pt x="578209" y="877457"/>
                  </a:cubicBezTo>
                  <a:lnTo>
                    <a:pt x="578209" y="877457"/>
                  </a:lnTo>
                  <a:lnTo>
                    <a:pt x="573137" y="436192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9CC27284-CD8F-4A11-85F7-D35144E2B258}"/>
                </a:ext>
              </a:extLst>
            </p:cNvPr>
            <p:cNvSpPr/>
            <p:nvPr/>
          </p:nvSpPr>
          <p:spPr>
            <a:xfrm>
              <a:off x="6075712" y="3687672"/>
              <a:ext cx="152160" cy="50720"/>
            </a:xfrm>
            <a:custGeom>
              <a:avLst/>
              <a:gdLst>
                <a:gd name="connsiteX0" fmla="*/ 131872 w 152160"/>
                <a:gd name="connsiteY0" fmla="*/ 5072 h 50720"/>
                <a:gd name="connsiteX1" fmla="*/ 131872 w 152160"/>
                <a:gd name="connsiteY1" fmla="*/ 5072 h 50720"/>
                <a:gd name="connsiteX2" fmla="*/ 116656 w 152160"/>
                <a:gd name="connsiteY2" fmla="*/ 0 h 50720"/>
                <a:gd name="connsiteX3" fmla="*/ 116656 w 152160"/>
                <a:gd name="connsiteY3" fmla="*/ 0 h 50720"/>
                <a:gd name="connsiteX4" fmla="*/ 0 w 152160"/>
                <a:gd name="connsiteY4" fmla="*/ 65936 h 50720"/>
                <a:gd name="connsiteX5" fmla="*/ 5072 w 152160"/>
                <a:gd name="connsiteY5" fmla="*/ 65936 h 50720"/>
                <a:gd name="connsiteX6" fmla="*/ 10144 w 152160"/>
                <a:gd name="connsiteY6" fmla="*/ 65936 h 50720"/>
                <a:gd name="connsiteX7" fmla="*/ 15216 w 152160"/>
                <a:gd name="connsiteY7" fmla="*/ 65936 h 50720"/>
                <a:gd name="connsiteX8" fmla="*/ 20288 w 152160"/>
                <a:gd name="connsiteY8" fmla="*/ 65936 h 50720"/>
                <a:gd name="connsiteX9" fmla="*/ 20288 w 152160"/>
                <a:gd name="connsiteY9" fmla="*/ 65936 h 50720"/>
                <a:gd name="connsiteX10" fmla="*/ 20288 w 152160"/>
                <a:gd name="connsiteY10" fmla="*/ 65936 h 50720"/>
                <a:gd name="connsiteX11" fmla="*/ 20288 w 152160"/>
                <a:gd name="connsiteY11" fmla="*/ 65936 h 50720"/>
                <a:gd name="connsiteX12" fmla="*/ 25360 w 152160"/>
                <a:gd name="connsiteY12" fmla="*/ 65936 h 50720"/>
                <a:gd name="connsiteX13" fmla="*/ 30432 w 152160"/>
                <a:gd name="connsiteY13" fmla="*/ 65936 h 50720"/>
                <a:gd name="connsiteX14" fmla="*/ 35504 w 152160"/>
                <a:gd name="connsiteY14" fmla="*/ 65936 h 50720"/>
                <a:gd name="connsiteX15" fmla="*/ 40576 w 152160"/>
                <a:gd name="connsiteY15" fmla="*/ 65936 h 50720"/>
                <a:gd name="connsiteX16" fmla="*/ 157232 w 152160"/>
                <a:gd name="connsiteY16" fmla="*/ 0 h 50720"/>
                <a:gd name="connsiteX17" fmla="*/ 131872 w 152160"/>
                <a:gd name="connsiteY17" fmla="*/ 5072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2160" h="50720">
                  <a:moveTo>
                    <a:pt x="131872" y="5072"/>
                  </a:moveTo>
                  <a:cubicBezTo>
                    <a:pt x="131872" y="5072"/>
                    <a:pt x="131872" y="5072"/>
                    <a:pt x="131872" y="5072"/>
                  </a:cubicBezTo>
                  <a:cubicBezTo>
                    <a:pt x="126800" y="5072"/>
                    <a:pt x="121728" y="5072"/>
                    <a:pt x="116656" y="0"/>
                  </a:cubicBezTo>
                  <a:cubicBezTo>
                    <a:pt x="116656" y="0"/>
                    <a:pt x="116656" y="0"/>
                    <a:pt x="116656" y="0"/>
                  </a:cubicBezTo>
                  <a:lnTo>
                    <a:pt x="0" y="65936"/>
                  </a:lnTo>
                  <a:cubicBezTo>
                    <a:pt x="0" y="65936"/>
                    <a:pt x="0" y="65936"/>
                    <a:pt x="5072" y="65936"/>
                  </a:cubicBezTo>
                  <a:cubicBezTo>
                    <a:pt x="5072" y="65936"/>
                    <a:pt x="10144" y="65936"/>
                    <a:pt x="10144" y="65936"/>
                  </a:cubicBezTo>
                  <a:cubicBezTo>
                    <a:pt x="10144" y="65936"/>
                    <a:pt x="10144" y="65936"/>
                    <a:pt x="15216" y="65936"/>
                  </a:cubicBezTo>
                  <a:cubicBezTo>
                    <a:pt x="15216" y="65936"/>
                    <a:pt x="15216" y="65936"/>
                    <a:pt x="20288" y="65936"/>
                  </a:cubicBezTo>
                  <a:cubicBezTo>
                    <a:pt x="20288" y="65936"/>
                    <a:pt x="20288" y="65936"/>
                    <a:pt x="20288" y="65936"/>
                  </a:cubicBezTo>
                  <a:cubicBezTo>
                    <a:pt x="20288" y="65936"/>
                    <a:pt x="20288" y="65936"/>
                    <a:pt x="20288" y="65936"/>
                  </a:cubicBezTo>
                  <a:cubicBezTo>
                    <a:pt x="20288" y="65936"/>
                    <a:pt x="20288" y="65936"/>
                    <a:pt x="20288" y="65936"/>
                  </a:cubicBezTo>
                  <a:cubicBezTo>
                    <a:pt x="20288" y="65936"/>
                    <a:pt x="20288" y="65936"/>
                    <a:pt x="25360" y="65936"/>
                  </a:cubicBezTo>
                  <a:cubicBezTo>
                    <a:pt x="25360" y="65936"/>
                    <a:pt x="25360" y="65936"/>
                    <a:pt x="30432" y="65936"/>
                  </a:cubicBezTo>
                  <a:cubicBezTo>
                    <a:pt x="30432" y="65936"/>
                    <a:pt x="30432" y="65936"/>
                    <a:pt x="35504" y="65936"/>
                  </a:cubicBezTo>
                  <a:cubicBezTo>
                    <a:pt x="35504" y="65936"/>
                    <a:pt x="35504" y="65936"/>
                    <a:pt x="40576" y="65936"/>
                  </a:cubicBezTo>
                  <a:lnTo>
                    <a:pt x="157232" y="0"/>
                  </a:lnTo>
                  <a:cubicBezTo>
                    <a:pt x="136945" y="5072"/>
                    <a:pt x="131872" y="5072"/>
                    <a:pt x="131872" y="5072"/>
                  </a:cubicBezTo>
                  <a:close/>
                </a:path>
              </a:pathLst>
            </a:custGeom>
            <a:solidFill>
              <a:srgbClr val="FFC2D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9765987E-9448-4C12-918A-A6AE7B7BD8B5}"/>
                </a:ext>
              </a:extLst>
            </p:cNvPr>
            <p:cNvSpPr/>
            <p:nvPr/>
          </p:nvSpPr>
          <p:spPr>
            <a:xfrm>
              <a:off x="6293808" y="3778968"/>
              <a:ext cx="253601" cy="101440"/>
            </a:xfrm>
            <a:custGeom>
              <a:avLst/>
              <a:gdLst>
                <a:gd name="connsiteX0" fmla="*/ 233312 w 253600"/>
                <a:gd name="connsiteY0" fmla="*/ 60864 h 101440"/>
                <a:gd name="connsiteX1" fmla="*/ 233312 w 253600"/>
                <a:gd name="connsiteY1" fmla="*/ 60864 h 101440"/>
                <a:gd name="connsiteX2" fmla="*/ 218096 w 253600"/>
                <a:gd name="connsiteY2" fmla="*/ 55792 h 101440"/>
                <a:gd name="connsiteX3" fmla="*/ 218096 w 253600"/>
                <a:gd name="connsiteY3" fmla="*/ 55792 h 101440"/>
                <a:gd name="connsiteX4" fmla="*/ 197808 w 253600"/>
                <a:gd name="connsiteY4" fmla="*/ 45648 h 101440"/>
                <a:gd name="connsiteX5" fmla="*/ 197808 w 253600"/>
                <a:gd name="connsiteY5" fmla="*/ 45648 h 101440"/>
                <a:gd name="connsiteX6" fmla="*/ 172448 w 253600"/>
                <a:gd name="connsiteY6" fmla="*/ 30432 h 101440"/>
                <a:gd name="connsiteX7" fmla="*/ 116656 w 253600"/>
                <a:gd name="connsiteY7" fmla="*/ 0 h 101440"/>
                <a:gd name="connsiteX8" fmla="*/ 0 w 253600"/>
                <a:gd name="connsiteY8" fmla="*/ 65936 h 101440"/>
                <a:gd name="connsiteX9" fmla="*/ 55792 w 253600"/>
                <a:gd name="connsiteY9" fmla="*/ 96368 h 101440"/>
                <a:gd name="connsiteX10" fmla="*/ 65936 w 253600"/>
                <a:gd name="connsiteY10" fmla="*/ 101440 h 101440"/>
                <a:gd name="connsiteX11" fmla="*/ 76080 w 253600"/>
                <a:gd name="connsiteY11" fmla="*/ 106512 h 101440"/>
                <a:gd name="connsiteX12" fmla="*/ 81152 w 253600"/>
                <a:gd name="connsiteY12" fmla="*/ 106512 h 101440"/>
                <a:gd name="connsiteX13" fmla="*/ 81152 w 253600"/>
                <a:gd name="connsiteY13" fmla="*/ 106512 h 101440"/>
                <a:gd name="connsiteX14" fmla="*/ 86224 w 253600"/>
                <a:gd name="connsiteY14" fmla="*/ 106512 h 101440"/>
                <a:gd name="connsiteX15" fmla="*/ 91296 w 253600"/>
                <a:gd name="connsiteY15" fmla="*/ 111584 h 101440"/>
                <a:gd name="connsiteX16" fmla="*/ 96368 w 253600"/>
                <a:gd name="connsiteY16" fmla="*/ 111584 h 101440"/>
                <a:gd name="connsiteX17" fmla="*/ 101440 w 253600"/>
                <a:gd name="connsiteY17" fmla="*/ 111584 h 101440"/>
                <a:gd name="connsiteX18" fmla="*/ 101440 w 253600"/>
                <a:gd name="connsiteY18" fmla="*/ 111584 h 101440"/>
                <a:gd name="connsiteX19" fmla="*/ 101440 w 253600"/>
                <a:gd name="connsiteY19" fmla="*/ 111584 h 101440"/>
                <a:gd name="connsiteX20" fmla="*/ 106512 w 253600"/>
                <a:gd name="connsiteY20" fmla="*/ 111584 h 101440"/>
                <a:gd name="connsiteX21" fmla="*/ 111584 w 253600"/>
                <a:gd name="connsiteY21" fmla="*/ 111584 h 101440"/>
                <a:gd name="connsiteX22" fmla="*/ 116656 w 253600"/>
                <a:gd name="connsiteY22" fmla="*/ 111584 h 101440"/>
                <a:gd name="connsiteX23" fmla="*/ 121728 w 253600"/>
                <a:gd name="connsiteY23" fmla="*/ 111584 h 101440"/>
                <a:gd name="connsiteX24" fmla="*/ 121728 w 253600"/>
                <a:gd name="connsiteY24" fmla="*/ 111584 h 101440"/>
                <a:gd name="connsiteX25" fmla="*/ 121728 w 253600"/>
                <a:gd name="connsiteY25" fmla="*/ 111584 h 101440"/>
                <a:gd name="connsiteX26" fmla="*/ 121728 w 253600"/>
                <a:gd name="connsiteY26" fmla="*/ 111584 h 101440"/>
                <a:gd name="connsiteX27" fmla="*/ 126800 w 253600"/>
                <a:gd name="connsiteY27" fmla="*/ 111584 h 101440"/>
                <a:gd name="connsiteX28" fmla="*/ 131872 w 253600"/>
                <a:gd name="connsiteY28" fmla="*/ 111584 h 101440"/>
                <a:gd name="connsiteX29" fmla="*/ 136944 w 253600"/>
                <a:gd name="connsiteY29" fmla="*/ 111584 h 101440"/>
                <a:gd name="connsiteX30" fmla="*/ 142016 w 253600"/>
                <a:gd name="connsiteY30" fmla="*/ 111584 h 101440"/>
                <a:gd name="connsiteX31" fmla="*/ 258672 w 253600"/>
                <a:gd name="connsiteY31" fmla="*/ 45648 h 101440"/>
                <a:gd name="connsiteX32" fmla="*/ 233312 w 253600"/>
                <a:gd name="connsiteY32" fmla="*/ 60864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3600" h="101440">
                  <a:moveTo>
                    <a:pt x="233312" y="60864"/>
                  </a:moveTo>
                  <a:cubicBezTo>
                    <a:pt x="233312" y="60864"/>
                    <a:pt x="233312" y="60864"/>
                    <a:pt x="233312" y="60864"/>
                  </a:cubicBezTo>
                  <a:cubicBezTo>
                    <a:pt x="228240" y="60864"/>
                    <a:pt x="223169" y="60864"/>
                    <a:pt x="218096" y="55792"/>
                  </a:cubicBezTo>
                  <a:cubicBezTo>
                    <a:pt x="218096" y="55792"/>
                    <a:pt x="218096" y="55792"/>
                    <a:pt x="218096" y="55792"/>
                  </a:cubicBezTo>
                  <a:cubicBezTo>
                    <a:pt x="213024" y="55792"/>
                    <a:pt x="202880" y="50720"/>
                    <a:pt x="197808" y="45648"/>
                  </a:cubicBezTo>
                  <a:cubicBezTo>
                    <a:pt x="197808" y="45648"/>
                    <a:pt x="197808" y="45648"/>
                    <a:pt x="197808" y="45648"/>
                  </a:cubicBezTo>
                  <a:cubicBezTo>
                    <a:pt x="187664" y="40576"/>
                    <a:pt x="182592" y="35504"/>
                    <a:pt x="172448" y="30432"/>
                  </a:cubicBezTo>
                  <a:lnTo>
                    <a:pt x="116656" y="0"/>
                  </a:lnTo>
                  <a:lnTo>
                    <a:pt x="0" y="65936"/>
                  </a:lnTo>
                  <a:lnTo>
                    <a:pt x="55792" y="96368"/>
                  </a:lnTo>
                  <a:cubicBezTo>
                    <a:pt x="60864" y="96368"/>
                    <a:pt x="65936" y="101440"/>
                    <a:pt x="65936" y="101440"/>
                  </a:cubicBezTo>
                  <a:cubicBezTo>
                    <a:pt x="71008" y="101440"/>
                    <a:pt x="76080" y="106512"/>
                    <a:pt x="76080" y="106512"/>
                  </a:cubicBezTo>
                  <a:cubicBezTo>
                    <a:pt x="76080" y="106512"/>
                    <a:pt x="81152" y="106512"/>
                    <a:pt x="81152" y="106512"/>
                  </a:cubicBezTo>
                  <a:cubicBezTo>
                    <a:pt x="81152" y="106512"/>
                    <a:pt x="81152" y="106512"/>
                    <a:pt x="81152" y="106512"/>
                  </a:cubicBezTo>
                  <a:cubicBezTo>
                    <a:pt x="81152" y="106512"/>
                    <a:pt x="81152" y="106512"/>
                    <a:pt x="86224" y="106512"/>
                  </a:cubicBezTo>
                  <a:cubicBezTo>
                    <a:pt x="91296" y="106512"/>
                    <a:pt x="91296" y="106512"/>
                    <a:pt x="91296" y="111584"/>
                  </a:cubicBezTo>
                  <a:cubicBezTo>
                    <a:pt x="91296" y="111584"/>
                    <a:pt x="96368" y="111584"/>
                    <a:pt x="96368" y="111584"/>
                  </a:cubicBezTo>
                  <a:cubicBezTo>
                    <a:pt x="96368" y="111584"/>
                    <a:pt x="101440" y="111584"/>
                    <a:pt x="101440" y="111584"/>
                  </a:cubicBezTo>
                  <a:cubicBezTo>
                    <a:pt x="101440" y="111584"/>
                    <a:pt x="101440" y="111584"/>
                    <a:pt x="101440" y="111584"/>
                  </a:cubicBezTo>
                  <a:cubicBezTo>
                    <a:pt x="101440" y="111584"/>
                    <a:pt x="101440" y="111584"/>
                    <a:pt x="101440" y="111584"/>
                  </a:cubicBezTo>
                  <a:cubicBezTo>
                    <a:pt x="101440" y="111584"/>
                    <a:pt x="106512" y="111584"/>
                    <a:pt x="106512" y="111584"/>
                  </a:cubicBezTo>
                  <a:cubicBezTo>
                    <a:pt x="106512" y="111584"/>
                    <a:pt x="111584" y="111584"/>
                    <a:pt x="111584" y="111584"/>
                  </a:cubicBezTo>
                  <a:cubicBezTo>
                    <a:pt x="111584" y="111584"/>
                    <a:pt x="111584" y="111584"/>
                    <a:pt x="116656" y="111584"/>
                  </a:cubicBezTo>
                  <a:cubicBezTo>
                    <a:pt x="116656" y="111584"/>
                    <a:pt x="116656" y="111584"/>
                    <a:pt x="121728" y="111584"/>
                  </a:cubicBezTo>
                  <a:cubicBezTo>
                    <a:pt x="121728" y="111584"/>
                    <a:pt x="121728" y="111584"/>
                    <a:pt x="121728" y="111584"/>
                  </a:cubicBezTo>
                  <a:cubicBezTo>
                    <a:pt x="121728" y="111584"/>
                    <a:pt x="121728" y="111584"/>
                    <a:pt x="121728" y="111584"/>
                  </a:cubicBezTo>
                  <a:cubicBezTo>
                    <a:pt x="121728" y="111584"/>
                    <a:pt x="121728" y="111584"/>
                    <a:pt x="121728" y="111584"/>
                  </a:cubicBezTo>
                  <a:cubicBezTo>
                    <a:pt x="121728" y="111584"/>
                    <a:pt x="121728" y="111584"/>
                    <a:pt x="126800" y="111584"/>
                  </a:cubicBezTo>
                  <a:cubicBezTo>
                    <a:pt x="126800" y="111584"/>
                    <a:pt x="126800" y="111584"/>
                    <a:pt x="131872" y="111584"/>
                  </a:cubicBezTo>
                  <a:cubicBezTo>
                    <a:pt x="131872" y="111584"/>
                    <a:pt x="131872" y="111584"/>
                    <a:pt x="136944" y="111584"/>
                  </a:cubicBezTo>
                  <a:cubicBezTo>
                    <a:pt x="136944" y="111584"/>
                    <a:pt x="136944" y="111584"/>
                    <a:pt x="142016" y="111584"/>
                  </a:cubicBezTo>
                  <a:lnTo>
                    <a:pt x="258672" y="45648"/>
                  </a:lnTo>
                  <a:cubicBezTo>
                    <a:pt x="243456" y="60864"/>
                    <a:pt x="238384" y="60864"/>
                    <a:pt x="233312" y="60864"/>
                  </a:cubicBezTo>
                  <a:close/>
                </a:path>
              </a:pathLst>
            </a:custGeom>
            <a:solidFill>
              <a:srgbClr val="EFEFE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F5F9D7CE-3DE8-4A27-A3F4-F88E7F5EB398}"/>
                </a:ext>
              </a:extLst>
            </p:cNvPr>
            <p:cNvSpPr/>
            <p:nvPr/>
          </p:nvSpPr>
          <p:spPr>
            <a:xfrm>
              <a:off x="6618417" y="3834760"/>
              <a:ext cx="101440" cy="50720"/>
            </a:xfrm>
            <a:custGeom>
              <a:avLst/>
              <a:gdLst>
                <a:gd name="connsiteX0" fmla="*/ 0 w 101440"/>
                <a:gd name="connsiteY0" fmla="*/ 65936 h 50720"/>
                <a:gd name="connsiteX1" fmla="*/ 116656 w 101440"/>
                <a:gd name="connsiteY1" fmla="*/ 0 h 50720"/>
                <a:gd name="connsiteX2" fmla="*/ 116656 w 101440"/>
                <a:gd name="connsiteY2" fmla="*/ 5072 h 50720"/>
                <a:gd name="connsiteX3" fmla="*/ 0 w 101440"/>
                <a:gd name="connsiteY3" fmla="*/ 65936 h 50720"/>
                <a:gd name="connsiteX4" fmla="*/ 0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0" y="65936"/>
                  </a:moveTo>
                  <a:lnTo>
                    <a:pt x="116656" y="0"/>
                  </a:lnTo>
                  <a:cubicBezTo>
                    <a:pt x="116656" y="0"/>
                    <a:pt x="116656" y="0"/>
                    <a:pt x="116656" y="5072"/>
                  </a:cubicBezTo>
                  <a:lnTo>
                    <a:pt x="0" y="65936"/>
                  </a:lnTo>
                  <a:cubicBezTo>
                    <a:pt x="0" y="71008"/>
                    <a:pt x="0" y="71008"/>
                    <a:pt x="0" y="65936"/>
                  </a:cubicBezTo>
                </a:path>
              </a:pathLst>
            </a:custGeom>
            <a:solidFill>
              <a:srgbClr val="B3B3B3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F3EB2BB4-D650-4A71-B9E3-3BB91098C1E5}"/>
                </a:ext>
              </a:extLst>
            </p:cNvPr>
            <p:cNvSpPr/>
            <p:nvPr/>
          </p:nvSpPr>
          <p:spPr>
            <a:xfrm>
              <a:off x="6618417" y="3839832"/>
              <a:ext cx="101440" cy="101440"/>
            </a:xfrm>
            <a:custGeom>
              <a:avLst/>
              <a:gdLst>
                <a:gd name="connsiteX0" fmla="*/ 0 w 101440"/>
                <a:gd name="connsiteY0" fmla="*/ 65936 h 101440"/>
                <a:gd name="connsiteX1" fmla="*/ 116656 w 101440"/>
                <a:gd name="connsiteY1" fmla="*/ 0 h 101440"/>
                <a:gd name="connsiteX2" fmla="*/ 116656 w 101440"/>
                <a:gd name="connsiteY2" fmla="*/ 45648 h 101440"/>
                <a:gd name="connsiteX3" fmla="*/ 0 w 101440"/>
                <a:gd name="connsiteY3" fmla="*/ 111584 h 101440"/>
                <a:gd name="connsiteX4" fmla="*/ 0 w 101440"/>
                <a:gd name="connsiteY4" fmla="*/ 65936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01440">
                  <a:moveTo>
                    <a:pt x="0" y="65936"/>
                  </a:moveTo>
                  <a:lnTo>
                    <a:pt x="116656" y="0"/>
                  </a:lnTo>
                  <a:cubicBezTo>
                    <a:pt x="116656" y="15216"/>
                    <a:pt x="116656" y="35504"/>
                    <a:pt x="116656" y="45648"/>
                  </a:cubicBezTo>
                  <a:lnTo>
                    <a:pt x="0" y="111584"/>
                  </a:lnTo>
                  <a:cubicBezTo>
                    <a:pt x="0" y="101440"/>
                    <a:pt x="0" y="81152"/>
                    <a:pt x="0" y="65936"/>
                  </a:cubicBezTo>
                </a:path>
              </a:pathLst>
            </a:custGeom>
            <a:solidFill>
              <a:srgbClr val="AEAEA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19B27A6D-50AD-49CE-92F5-87B8E51695BA}"/>
                </a:ext>
              </a:extLst>
            </p:cNvPr>
            <p:cNvSpPr/>
            <p:nvPr/>
          </p:nvSpPr>
          <p:spPr>
            <a:xfrm>
              <a:off x="6288737" y="3251480"/>
              <a:ext cx="101440" cy="557920"/>
            </a:xfrm>
            <a:custGeom>
              <a:avLst/>
              <a:gdLst>
                <a:gd name="connsiteX0" fmla="*/ 0 w 101440"/>
                <a:gd name="connsiteY0" fmla="*/ 65936 h 557920"/>
                <a:gd name="connsiteX1" fmla="*/ 116656 w 101440"/>
                <a:gd name="connsiteY1" fmla="*/ 0 h 557920"/>
                <a:gd name="connsiteX2" fmla="*/ 116656 w 101440"/>
                <a:gd name="connsiteY2" fmla="*/ 527489 h 557920"/>
                <a:gd name="connsiteX3" fmla="*/ 0 w 101440"/>
                <a:gd name="connsiteY3" fmla="*/ 598497 h 557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557920">
                  <a:moveTo>
                    <a:pt x="0" y="65936"/>
                  </a:moveTo>
                  <a:lnTo>
                    <a:pt x="116656" y="0"/>
                  </a:lnTo>
                  <a:lnTo>
                    <a:pt x="116656" y="527489"/>
                  </a:lnTo>
                  <a:lnTo>
                    <a:pt x="0" y="598497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74D41AF3-B774-42D9-86C7-F8AC53295D71}"/>
                </a:ext>
              </a:extLst>
            </p:cNvPr>
            <p:cNvSpPr/>
            <p:nvPr/>
          </p:nvSpPr>
          <p:spPr>
            <a:xfrm>
              <a:off x="6567697" y="3322488"/>
              <a:ext cx="101440" cy="50720"/>
            </a:xfrm>
            <a:custGeom>
              <a:avLst/>
              <a:gdLst>
                <a:gd name="connsiteX0" fmla="*/ 0 w 101440"/>
                <a:gd name="connsiteY0" fmla="*/ 65936 h 50720"/>
                <a:gd name="connsiteX1" fmla="*/ 116656 w 101440"/>
                <a:gd name="connsiteY1" fmla="*/ 0 h 50720"/>
                <a:gd name="connsiteX2" fmla="*/ 121728 w 101440"/>
                <a:gd name="connsiteY2" fmla="*/ 10144 h 50720"/>
                <a:gd name="connsiteX3" fmla="*/ 5072 w 101440"/>
                <a:gd name="connsiteY3" fmla="*/ 76080 h 50720"/>
                <a:gd name="connsiteX4" fmla="*/ 0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0" y="65936"/>
                  </a:moveTo>
                  <a:lnTo>
                    <a:pt x="116656" y="0"/>
                  </a:lnTo>
                  <a:cubicBezTo>
                    <a:pt x="116656" y="5072"/>
                    <a:pt x="121728" y="5072"/>
                    <a:pt x="121728" y="10144"/>
                  </a:cubicBezTo>
                  <a:lnTo>
                    <a:pt x="5072" y="76080"/>
                  </a:lnTo>
                  <a:cubicBezTo>
                    <a:pt x="5072" y="71008"/>
                    <a:pt x="5072" y="65936"/>
                    <a:pt x="0" y="65936"/>
                  </a:cubicBezTo>
                </a:path>
              </a:pathLst>
            </a:custGeom>
            <a:solidFill>
              <a:srgbClr val="FAFAFA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B33D98BA-8015-4AF1-8078-7052613688F4}"/>
                </a:ext>
              </a:extLst>
            </p:cNvPr>
            <p:cNvSpPr/>
            <p:nvPr/>
          </p:nvSpPr>
          <p:spPr>
            <a:xfrm>
              <a:off x="6070640" y="2962376"/>
              <a:ext cx="659361" cy="1115841"/>
            </a:xfrm>
            <a:custGeom>
              <a:avLst/>
              <a:gdLst>
                <a:gd name="connsiteX0" fmla="*/ 664433 w 659361"/>
                <a:gd name="connsiteY0" fmla="*/ 547776 h 1115840"/>
                <a:gd name="connsiteX1" fmla="*/ 664433 w 659361"/>
                <a:gd name="connsiteY1" fmla="*/ 532560 h 1115840"/>
                <a:gd name="connsiteX2" fmla="*/ 664433 w 659361"/>
                <a:gd name="connsiteY2" fmla="*/ 517344 h 1115840"/>
                <a:gd name="connsiteX3" fmla="*/ 664433 w 659361"/>
                <a:gd name="connsiteY3" fmla="*/ 512273 h 1115840"/>
                <a:gd name="connsiteX4" fmla="*/ 664433 w 659361"/>
                <a:gd name="connsiteY4" fmla="*/ 512273 h 1115840"/>
                <a:gd name="connsiteX5" fmla="*/ 664433 w 659361"/>
                <a:gd name="connsiteY5" fmla="*/ 507200 h 1115840"/>
                <a:gd name="connsiteX6" fmla="*/ 664433 w 659361"/>
                <a:gd name="connsiteY6" fmla="*/ 491984 h 1115840"/>
                <a:gd name="connsiteX7" fmla="*/ 664433 w 659361"/>
                <a:gd name="connsiteY7" fmla="*/ 481840 h 1115840"/>
                <a:gd name="connsiteX8" fmla="*/ 664433 w 659361"/>
                <a:gd name="connsiteY8" fmla="*/ 471696 h 1115840"/>
                <a:gd name="connsiteX9" fmla="*/ 659361 w 659361"/>
                <a:gd name="connsiteY9" fmla="*/ 461553 h 1115840"/>
                <a:gd name="connsiteX10" fmla="*/ 654289 w 659361"/>
                <a:gd name="connsiteY10" fmla="*/ 451408 h 1115840"/>
                <a:gd name="connsiteX11" fmla="*/ 649217 w 659361"/>
                <a:gd name="connsiteY11" fmla="*/ 441264 h 1115840"/>
                <a:gd name="connsiteX12" fmla="*/ 644145 w 659361"/>
                <a:gd name="connsiteY12" fmla="*/ 431120 h 1115840"/>
                <a:gd name="connsiteX13" fmla="*/ 639073 w 659361"/>
                <a:gd name="connsiteY13" fmla="*/ 420976 h 1115840"/>
                <a:gd name="connsiteX14" fmla="*/ 634001 w 659361"/>
                <a:gd name="connsiteY14" fmla="*/ 410832 h 1115840"/>
                <a:gd name="connsiteX15" fmla="*/ 628929 w 659361"/>
                <a:gd name="connsiteY15" fmla="*/ 400688 h 1115840"/>
                <a:gd name="connsiteX16" fmla="*/ 623857 w 659361"/>
                <a:gd name="connsiteY16" fmla="*/ 390544 h 1115840"/>
                <a:gd name="connsiteX17" fmla="*/ 618785 w 659361"/>
                <a:gd name="connsiteY17" fmla="*/ 380400 h 1115840"/>
                <a:gd name="connsiteX18" fmla="*/ 613713 w 659361"/>
                <a:gd name="connsiteY18" fmla="*/ 370256 h 1115840"/>
                <a:gd name="connsiteX19" fmla="*/ 613713 w 659361"/>
                <a:gd name="connsiteY19" fmla="*/ 370256 h 1115840"/>
                <a:gd name="connsiteX20" fmla="*/ 608641 w 659361"/>
                <a:gd name="connsiteY20" fmla="*/ 360112 h 1115840"/>
                <a:gd name="connsiteX21" fmla="*/ 608641 w 659361"/>
                <a:gd name="connsiteY21" fmla="*/ 360112 h 1115840"/>
                <a:gd name="connsiteX22" fmla="*/ 598497 w 659361"/>
                <a:gd name="connsiteY22" fmla="*/ 344896 h 1115840"/>
                <a:gd name="connsiteX23" fmla="*/ 598497 w 659361"/>
                <a:gd name="connsiteY23" fmla="*/ 344896 h 1115840"/>
                <a:gd name="connsiteX24" fmla="*/ 593425 w 659361"/>
                <a:gd name="connsiteY24" fmla="*/ 334752 h 1115840"/>
                <a:gd name="connsiteX25" fmla="*/ 583281 w 659361"/>
                <a:gd name="connsiteY25" fmla="*/ 319536 h 1115840"/>
                <a:gd name="connsiteX26" fmla="*/ 578209 w 659361"/>
                <a:gd name="connsiteY26" fmla="*/ 309392 h 1115840"/>
                <a:gd name="connsiteX27" fmla="*/ 573137 w 659361"/>
                <a:gd name="connsiteY27" fmla="*/ 304320 h 1115840"/>
                <a:gd name="connsiteX28" fmla="*/ 562993 w 659361"/>
                <a:gd name="connsiteY28" fmla="*/ 294176 h 1115840"/>
                <a:gd name="connsiteX29" fmla="*/ 557921 w 659361"/>
                <a:gd name="connsiteY29" fmla="*/ 284032 h 1115840"/>
                <a:gd name="connsiteX30" fmla="*/ 552849 w 659361"/>
                <a:gd name="connsiteY30" fmla="*/ 273888 h 1115840"/>
                <a:gd name="connsiteX31" fmla="*/ 547777 w 659361"/>
                <a:gd name="connsiteY31" fmla="*/ 263744 h 1115840"/>
                <a:gd name="connsiteX32" fmla="*/ 542705 w 659361"/>
                <a:gd name="connsiteY32" fmla="*/ 253600 h 1115840"/>
                <a:gd name="connsiteX33" fmla="*/ 532561 w 659361"/>
                <a:gd name="connsiteY33" fmla="*/ 243456 h 1115840"/>
                <a:gd name="connsiteX34" fmla="*/ 522417 w 659361"/>
                <a:gd name="connsiteY34" fmla="*/ 233312 h 1115840"/>
                <a:gd name="connsiteX35" fmla="*/ 512273 w 659361"/>
                <a:gd name="connsiteY35" fmla="*/ 228240 h 1115840"/>
                <a:gd name="connsiteX36" fmla="*/ 512273 w 659361"/>
                <a:gd name="connsiteY36" fmla="*/ 228240 h 1115840"/>
                <a:gd name="connsiteX37" fmla="*/ 502129 w 659361"/>
                <a:gd name="connsiteY37" fmla="*/ 223168 h 1115840"/>
                <a:gd name="connsiteX38" fmla="*/ 491985 w 659361"/>
                <a:gd name="connsiteY38" fmla="*/ 213024 h 1115840"/>
                <a:gd name="connsiteX39" fmla="*/ 491985 w 659361"/>
                <a:gd name="connsiteY39" fmla="*/ 213024 h 1115840"/>
                <a:gd name="connsiteX40" fmla="*/ 491985 w 659361"/>
                <a:gd name="connsiteY40" fmla="*/ 213024 h 1115840"/>
                <a:gd name="connsiteX41" fmla="*/ 476769 w 659361"/>
                <a:gd name="connsiteY41" fmla="*/ 202880 h 1115840"/>
                <a:gd name="connsiteX42" fmla="*/ 471697 w 659361"/>
                <a:gd name="connsiteY42" fmla="*/ 202880 h 1115840"/>
                <a:gd name="connsiteX43" fmla="*/ 461553 w 659361"/>
                <a:gd name="connsiteY43" fmla="*/ 197808 h 1115840"/>
                <a:gd name="connsiteX44" fmla="*/ 451409 w 659361"/>
                <a:gd name="connsiteY44" fmla="*/ 192736 h 1115840"/>
                <a:gd name="connsiteX45" fmla="*/ 446337 w 659361"/>
                <a:gd name="connsiteY45" fmla="*/ 187664 h 1115840"/>
                <a:gd name="connsiteX46" fmla="*/ 431121 w 659361"/>
                <a:gd name="connsiteY46" fmla="*/ 177520 h 1115840"/>
                <a:gd name="connsiteX47" fmla="*/ 420977 w 659361"/>
                <a:gd name="connsiteY47" fmla="*/ 172448 h 1115840"/>
                <a:gd name="connsiteX48" fmla="*/ 410833 w 659361"/>
                <a:gd name="connsiteY48" fmla="*/ 167376 h 1115840"/>
                <a:gd name="connsiteX49" fmla="*/ 116656 w 659361"/>
                <a:gd name="connsiteY49" fmla="*/ 0 h 1115840"/>
                <a:gd name="connsiteX50" fmla="*/ 0 w 659361"/>
                <a:gd name="connsiteY50" fmla="*/ 65936 h 1115840"/>
                <a:gd name="connsiteX51" fmla="*/ 294177 w 659361"/>
                <a:gd name="connsiteY51" fmla="*/ 233312 h 1115840"/>
                <a:gd name="connsiteX52" fmla="*/ 314464 w 659361"/>
                <a:gd name="connsiteY52" fmla="*/ 243456 h 1115840"/>
                <a:gd name="connsiteX53" fmla="*/ 329681 w 659361"/>
                <a:gd name="connsiteY53" fmla="*/ 253600 h 1115840"/>
                <a:gd name="connsiteX54" fmla="*/ 344897 w 659361"/>
                <a:gd name="connsiteY54" fmla="*/ 263744 h 1115840"/>
                <a:gd name="connsiteX55" fmla="*/ 355041 w 659361"/>
                <a:gd name="connsiteY55" fmla="*/ 268816 h 1115840"/>
                <a:gd name="connsiteX56" fmla="*/ 375329 w 659361"/>
                <a:gd name="connsiteY56" fmla="*/ 284032 h 1115840"/>
                <a:gd name="connsiteX57" fmla="*/ 375329 w 659361"/>
                <a:gd name="connsiteY57" fmla="*/ 284032 h 1115840"/>
                <a:gd name="connsiteX58" fmla="*/ 395617 w 659361"/>
                <a:gd name="connsiteY58" fmla="*/ 299248 h 1115840"/>
                <a:gd name="connsiteX59" fmla="*/ 431121 w 659361"/>
                <a:gd name="connsiteY59" fmla="*/ 334752 h 1115840"/>
                <a:gd name="connsiteX60" fmla="*/ 431121 w 659361"/>
                <a:gd name="connsiteY60" fmla="*/ 334752 h 1115840"/>
                <a:gd name="connsiteX61" fmla="*/ 461553 w 659361"/>
                <a:gd name="connsiteY61" fmla="*/ 375328 h 1115840"/>
                <a:gd name="connsiteX62" fmla="*/ 476769 w 659361"/>
                <a:gd name="connsiteY62" fmla="*/ 395616 h 1115840"/>
                <a:gd name="connsiteX63" fmla="*/ 481841 w 659361"/>
                <a:gd name="connsiteY63" fmla="*/ 405760 h 1115840"/>
                <a:gd name="connsiteX64" fmla="*/ 537633 w 659361"/>
                <a:gd name="connsiteY64" fmla="*/ 573136 h 1115840"/>
                <a:gd name="connsiteX65" fmla="*/ 537633 w 659361"/>
                <a:gd name="connsiteY65" fmla="*/ 573136 h 1115840"/>
                <a:gd name="connsiteX66" fmla="*/ 542705 w 659361"/>
                <a:gd name="connsiteY66" fmla="*/ 634001 h 1115840"/>
                <a:gd name="connsiteX67" fmla="*/ 542705 w 659361"/>
                <a:gd name="connsiteY67" fmla="*/ 938321 h 1115840"/>
                <a:gd name="connsiteX68" fmla="*/ 542705 w 659361"/>
                <a:gd name="connsiteY68" fmla="*/ 994113 h 1115840"/>
                <a:gd name="connsiteX69" fmla="*/ 542705 w 659361"/>
                <a:gd name="connsiteY69" fmla="*/ 1009329 h 1115840"/>
                <a:gd name="connsiteX70" fmla="*/ 542705 w 659361"/>
                <a:gd name="connsiteY70" fmla="*/ 1024545 h 1115840"/>
                <a:gd name="connsiteX71" fmla="*/ 542705 w 659361"/>
                <a:gd name="connsiteY71" fmla="*/ 1034689 h 1115840"/>
                <a:gd name="connsiteX72" fmla="*/ 542705 w 659361"/>
                <a:gd name="connsiteY72" fmla="*/ 1049905 h 1115840"/>
                <a:gd name="connsiteX73" fmla="*/ 532561 w 659361"/>
                <a:gd name="connsiteY73" fmla="*/ 1080337 h 1115840"/>
                <a:gd name="connsiteX74" fmla="*/ 532561 w 659361"/>
                <a:gd name="connsiteY74" fmla="*/ 1080337 h 1115840"/>
                <a:gd name="connsiteX75" fmla="*/ 517345 w 659361"/>
                <a:gd name="connsiteY75" fmla="*/ 1105697 h 1115840"/>
                <a:gd name="connsiteX76" fmla="*/ 481841 w 659361"/>
                <a:gd name="connsiteY76" fmla="*/ 1141201 h 1115840"/>
                <a:gd name="connsiteX77" fmla="*/ 598497 w 659361"/>
                <a:gd name="connsiteY77" fmla="*/ 1075265 h 1115840"/>
                <a:gd name="connsiteX78" fmla="*/ 634001 w 659361"/>
                <a:gd name="connsiteY78" fmla="*/ 1039761 h 1115840"/>
                <a:gd name="connsiteX79" fmla="*/ 634001 w 659361"/>
                <a:gd name="connsiteY79" fmla="*/ 1039761 h 1115840"/>
                <a:gd name="connsiteX80" fmla="*/ 639073 w 659361"/>
                <a:gd name="connsiteY80" fmla="*/ 1024545 h 1115840"/>
                <a:gd name="connsiteX81" fmla="*/ 644145 w 659361"/>
                <a:gd name="connsiteY81" fmla="*/ 1014401 h 1115840"/>
                <a:gd name="connsiteX82" fmla="*/ 644145 w 659361"/>
                <a:gd name="connsiteY82" fmla="*/ 1014401 h 1115840"/>
                <a:gd name="connsiteX83" fmla="*/ 644145 w 659361"/>
                <a:gd name="connsiteY83" fmla="*/ 1014401 h 1115840"/>
                <a:gd name="connsiteX84" fmla="*/ 644145 w 659361"/>
                <a:gd name="connsiteY84" fmla="*/ 1009329 h 1115840"/>
                <a:gd name="connsiteX85" fmla="*/ 649217 w 659361"/>
                <a:gd name="connsiteY85" fmla="*/ 999185 h 1115840"/>
                <a:gd name="connsiteX86" fmla="*/ 649217 w 659361"/>
                <a:gd name="connsiteY86" fmla="*/ 989041 h 1115840"/>
                <a:gd name="connsiteX87" fmla="*/ 649217 w 659361"/>
                <a:gd name="connsiteY87" fmla="*/ 989041 h 1115840"/>
                <a:gd name="connsiteX88" fmla="*/ 649217 w 659361"/>
                <a:gd name="connsiteY88" fmla="*/ 978897 h 1115840"/>
                <a:gd name="connsiteX89" fmla="*/ 649217 w 659361"/>
                <a:gd name="connsiteY89" fmla="*/ 973825 h 1115840"/>
                <a:gd name="connsiteX90" fmla="*/ 649217 w 659361"/>
                <a:gd name="connsiteY90" fmla="*/ 963681 h 1115840"/>
                <a:gd name="connsiteX91" fmla="*/ 649217 w 659361"/>
                <a:gd name="connsiteY91" fmla="*/ 958609 h 1115840"/>
                <a:gd name="connsiteX92" fmla="*/ 649217 w 659361"/>
                <a:gd name="connsiteY92" fmla="*/ 953537 h 1115840"/>
                <a:gd name="connsiteX93" fmla="*/ 649217 w 659361"/>
                <a:gd name="connsiteY93" fmla="*/ 938321 h 1115840"/>
                <a:gd name="connsiteX94" fmla="*/ 649217 w 659361"/>
                <a:gd name="connsiteY94" fmla="*/ 933249 h 1115840"/>
                <a:gd name="connsiteX95" fmla="*/ 649217 w 659361"/>
                <a:gd name="connsiteY95" fmla="*/ 933249 h 1115840"/>
                <a:gd name="connsiteX96" fmla="*/ 649217 w 659361"/>
                <a:gd name="connsiteY96" fmla="*/ 882529 h 1115840"/>
                <a:gd name="connsiteX97" fmla="*/ 649217 w 659361"/>
                <a:gd name="connsiteY97" fmla="*/ 578209 h 1115840"/>
                <a:gd name="connsiteX98" fmla="*/ 649217 w 659361"/>
                <a:gd name="connsiteY98" fmla="*/ 573136 h 1115840"/>
                <a:gd name="connsiteX99" fmla="*/ 664433 w 659361"/>
                <a:gd name="connsiteY99" fmla="*/ 547776 h 1115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659361" h="1115840">
                  <a:moveTo>
                    <a:pt x="664433" y="547776"/>
                  </a:moveTo>
                  <a:cubicBezTo>
                    <a:pt x="664433" y="542705"/>
                    <a:pt x="664433" y="537633"/>
                    <a:pt x="664433" y="532560"/>
                  </a:cubicBezTo>
                  <a:cubicBezTo>
                    <a:pt x="664433" y="527489"/>
                    <a:pt x="664433" y="522416"/>
                    <a:pt x="664433" y="517344"/>
                  </a:cubicBezTo>
                  <a:cubicBezTo>
                    <a:pt x="664433" y="517344"/>
                    <a:pt x="664433" y="512273"/>
                    <a:pt x="664433" y="512273"/>
                  </a:cubicBezTo>
                  <a:cubicBezTo>
                    <a:pt x="664433" y="512273"/>
                    <a:pt x="664433" y="512273"/>
                    <a:pt x="664433" y="512273"/>
                  </a:cubicBezTo>
                  <a:cubicBezTo>
                    <a:pt x="664433" y="512273"/>
                    <a:pt x="664433" y="507200"/>
                    <a:pt x="664433" y="507200"/>
                  </a:cubicBezTo>
                  <a:cubicBezTo>
                    <a:pt x="664433" y="502129"/>
                    <a:pt x="664433" y="497056"/>
                    <a:pt x="664433" y="491984"/>
                  </a:cubicBezTo>
                  <a:cubicBezTo>
                    <a:pt x="664433" y="486913"/>
                    <a:pt x="664433" y="481840"/>
                    <a:pt x="664433" y="481840"/>
                  </a:cubicBezTo>
                  <a:cubicBezTo>
                    <a:pt x="664433" y="476768"/>
                    <a:pt x="664433" y="471696"/>
                    <a:pt x="664433" y="471696"/>
                  </a:cubicBezTo>
                  <a:cubicBezTo>
                    <a:pt x="664433" y="466624"/>
                    <a:pt x="664433" y="461553"/>
                    <a:pt x="659361" y="461553"/>
                  </a:cubicBezTo>
                  <a:cubicBezTo>
                    <a:pt x="659361" y="456480"/>
                    <a:pt x="659361" y="451408"/>
                    <a:pt x="654289" y="451408"/>
                  </a:cubicBezTo>
                  <a:cubicBezTo>
                    <a:pt x="654289" y="446336"/>
                    <a:pt x="654289" y="446336"/>
                    <a:pt x="649217" y="441264"/>
                  </a:cubicBezTo>
                  <a:cubicBezTo>
                    <a:pt x="649217" y="436193"/>
                    <a:pt x="649217" y="436193"/>
                    <a:pt x="644145" y="431120"/>
                  </a:cubicBezTo>
                  <a:cubicBezTo>
                    <a:pt x="644145" y="426048"/>
                    <a:pt x="644145" y="426048"/>
                    <a:pt x="639073" y="420976"/>
                  </a:cubicBezTo>
                  <a:cubicBezTo>
                    <a:pt x="639073" y="415904"/>
                    <a:pt x="639073" y="415904"/>
                    <a:pt x="634001" y="410832"/>
                  </a:cubicBezTo>
                  <a:cubicBezTo>
                    <a:pt x="634001" y="405760"/>
                    <a:pt x="634001" y="405760"/>
                    <a:pt x="628929" y="400688"/>
                  </a:cubicBezTo>
                  <a:cubicBezTo>
                    <a:pt x="628929" y="395616"/>
                    <a:pt x="628929" y="395616"/>
                    <a:pt x="623857" y="390544"/>
                  </a:cubicBezTo>
                  <a:cubicBezTo>
                    <a:pt x="623857" y="385472"/>
                    <a:pt x="618785" y="385472"/>
                    <a:pt x="618785" y="380400"/>
                  </a:cubicBezTo>
                  <a:cubicBezTo>
                    <a:pt x="618785" y="375328"/>
                    <a:pt x="613713" y="375328"/>
                    <a:pt x="613713" y="370256"/>
                  </a:cubicBezTo>
                  <a:lnTo>
                    <a:pt x="613713" y="370256"/>
                  </a:lnTo>
                  <a:cubicBezTo>
                    <a:pt x="613713" y="365184"/>
                    <a:pt x="608641" y="365184"/>
                    <a:pt x="608641" y="360112"/>
                  </a:cubicBezTo>
                  <a:lnTo>
                    <a:pt x="608641" y="360112"/>
                  </a:lnTo>
                  <a:cubicBezTo>
                    <a:pt x="603569" y="355040"/>
                    <a:pt x="603569" y="349968"/>
                    <a:pt x="598497" y="344896"/>
                  </a:cubicBezTo>
                  <a:cubicBezTo>
                    <a:pt x="598497" y="344896"/>
                    <a:pt x="598497" y="344896"/>
                    <a:pt x="598497" y="344896"/>
                  </a:cubicBezTo>
                  <a:cubicBezTo>
                    <a:pt x="598497" y="339824"/>
                    <a:pt x="593425" y="339824"/>
                    <a:pt x="593425" y="334752"/>
                  </a:cubicBezTo>
                  <a:cubicBezTo>
                    <a:pt x="588353" y="329680"/>
                    <a:pt x="588353" y="324608"/>
                    <a:pt x="583281" y="319536"/>
                  </a:cubicBezTo>
                  <a:cubicBezTo>
                    <a:pt x="583281" y="314464"/>
                    <a:pt x="578209" y="314464"/>
                    <a:pt x="578209" y="309392"/>
                  </a:cubicBezTo>
                  <a:cubicBezTo>
                    <a:pt x="578209" y="304320"/>
                    <a:pt x="573137" y="304320"/>
                    <a:pt x="573137" y="304320"/>
                  </a:cubicBezTo>
                  <a:cubicBezTo>
                    <a:pt x="568065" y="299248"/>
                    <a:pt x="568065" y="299248"/>
                    <a:pt x="562993" y="294176"/>
                  </a:cubicBezTo>
                  <a:cubicBezTo>
                    <a:pt x="562993" y="289104"/>
                    <a:pt x="557921" y="289104"/>
                    <a:pt x="557921" y="284032"/>
                  </a:cubicBezTo>
                  <a:cubicBezTo>
                    <a:pt x="557921" y="278960"/>
                    <a:pt x="552849" y="278960"/>
                    <a:pt x="552849" y="273888"/>
                  </a:cubicBezTo>
                  <a:cubicBezTo>
                    <a:pt x="552849" y="268816"/>
                    <a:pt x="547777" y="268816"/>
                    <a:pt x="547777" y="263744"/>
                  </a:cubicBezTo>
                  <a:cubicBezTo>
                    <a:pt x="547777" y="258672"/>
                    <a:pt x="542705" y="258672"/>
                    <a:pt x="542705" y="253600"/>
                  </a:cubicBezTo>
                  <a:cubicBezTo>
                    <a:pt x="537633" y="248528"/>
                    <a:pt x="537633" y="248528"/>
                    <a:pt x="532561" y="243456"/>
                  </a:cubicBezTo>
                  <a:cubicBezTo>
                    <a:pt x="527489" y="238384"/>
                    <a:pt x="527489" y="238384"/>
                    <a:pt x="522417" y="233312"/>
                  </a:cubicBezTo>
                  <a:cubicBezTo>
                    <a:pt x="517345" y="233312"/>
                    <a:pt x="517345" y="228240"/>
                    <a:pt x="512273" y="228240"/>
                  </a:cubicBezTo>
                  <a:cubicBezTo>
                    <a:pt x="512273" y="228240"/>
                    <a:pt x="512273" y="228240"/>
                    <a:pt x="512273" y="228240"/>
                  </a:cubicBezTo>
                  <a:cubicBezTo>
                    <a:pt x="507201" y="228240"/>
                    <a:pt x="507201" y="223168"/>
                    <a:pt x="502129" y="223168"/>
                  </a:cubicBezTo>
                  <a:cubicBezTo>
                    <a:pt x="497057" y="223168"/>
                    <a:pt x="497057" y="218096"/>
                    <a:pt x="491985" y="213024"/>
                  </a:cubicBezTo>
                  <a:cubicBezTo>
                    <a:pt x="491985" y="213024"/>
                    <a:pt x="491985" y="213024"/>
                    <a:pt x="491985" y="213024"/>
                  </a:cubicBezTo>
                  <a:cubicBezTo>
                    <a:pt x="491985" y="213024"/>
                    <a:pt x="491985" y="213024"/>
                    <a:pt x="491985" y="213024"/>
                  </a:cubicBezTo>
                  <a:cubicBezTo>
                    <a:pt x="486913" y="207952"/>
                    <a:pt x="481841" y="202880"/>
                    <a:pt x="476769" y="202880"/>
                  </a:cubicBezTo>
                  <a:cubicBezTo>
                    <a:pt x="476769" y="202880"/>
                    <a:pt x="476769" y="202880"/>
                    <a:pt x="471697" y="202880"/>
                  </a:cubicBezTo>
                  <a:cubicBezTo>
                    <a:pt x="466625" y="202880"/>
                    <a:pt x="466625" y="197808"/>
                    <a:pt x="461553" y="197808"/>
                  </a:cubicBezTo>
                  <a:cubicBezTo>
                    <a:pt x="456481" y="197808"/>
                    <a:pt x="456481" y="192736"/>
                    <a:pt x="451409" y="192736"/>
                  </a:cubicBezTo>
                  <a:cubicBezTo>
                    <a:pt x="451409" y="192736"/>
                    <a:pt x="446337" y="192736"/>
                    <a:pt x="446337" y="187664"/>
                  </a:cubicBezTo>
                  <a:cubicBezTo>
                    <a:pt x="441265" y="182592"/>
                    <a:pt x="436193" y="182592"/>
                    <a:pt x="431121" y="177520"/>
                  </a:cubicBezTo>
                  <a:cubicBezTo>
                    <a:pt x="426049" y="177520"/>
                    <a:pt x="426049" y="172448"/>
                    <a:pt x="420977" y="172448"/>
                  </a:cubicBezTo>
                  <a:cubicBezTo>
                    <a:pt x="415905" y="172448"/>
                    <a:pt x="415905" y="167376"/>
                    <a:pt x="410833" y="167376"/>
                  </a:cubicBezTo>
                  <a:lnTo>
                    <a:pt x="116656" y="0"/>
                  </a:lnTo>
                  <a:lnTo>
                    <a:pt x="0" y="65936"/>
                  </a:lnTo>
                  <a:lnTo>
                    <a:pt x="294177" y="233312"/>
                  </a:lnTo>
                  <a:cubicBezTo>
                    <a:pt x="299249" y="238384"/>
                    <a:pt x="304321" y="238384"/>
                    <a:pt x="314464" y="243456"/>
                  </a:cubicBezTo>
                  <a:cubicBezTo>
                    <a:pt x="319537" y="248528"/>
                    <a:pt x="324609" y="248528"/>
                    <a:pt x="329681" y="253600"/>
                  </a:cubicBezTo>
                  <a:cubicBezTo>
                    <a:pt x="334753" y="258672"/>
                    <a:pt x="339825" y="258672"/>
                    <a:pt x="344897" y="263744"/>
                  </a:cubicBezTo>
                  <a:cubicBezTo>
                    <a:pt x="349969" y="263744"/>
                    <a:pt x="349969" y="268816"/>
                    <a:pt x="355041" y="268816"/>
                  </a:cubicBezTo>
                  <a:cubicBezTo>
                    <a:pt x="360113" y="273888"/>
                    <a:pt x="370257" y="278960"/>
                    <a:pt x="375329" y="284032"/>
                  </a:cubicBezTo>
                  <a:cubicBezTo>
                    <a:pt x="375329" y="284032"/>
                    <a:pt x="375329" y="284032"/>
                    <a:pt x="375329" y="284032"/>
                  </a:cubicBezTo>
                  <a:cubicBezTo>
                    <a:pt x="380401" y="289104"/>
                    <a:pt x="390545" y="294176"/>
                    <a:pt x="395617" y="299248"/>
                  </a:cubicBezTo>
                  <a:cubicBezTo>
                    <a:pt x="405761" y="309392"/>
                    <a:pt x="420977" y="319536"/>
                    <a:pt x="431121" y="334752"/>
                  </a:cubicBezTo>
                  <a:cubicBezTo>
                    <a:pt x="431121" y="334752"/>
                    <a:pt x="431121" y="334752"/>
                    <a:pt x="431121" y="334752"/>
                  </a:cubicBezTo>
                  <a:cubicBezTo>
                    <a:pt x="441265" y="344896"/>
                    <a:pt x="451409" y="360112"/>
                    <a:pt x="461553" y="375328"/>
                  </a:cubicBezTo>
                  <a:cubicBezTo>
                    <a:pt x="466625" y="380400"/>
                    <a:pt x="471697" y="390544"/>
                    <a:pt x="476769" y="395616"/>
                  </a:cubicBezTo>
                  <a:cubicBezTo>
                    <a:pt x="476769" y="400688"/>
                    <a:pt x="481841" y="400688"/>
                    <a:pt x="481841" y="405760"/>
                  </a:cubicBezTo>
                  <a:cubicBezTo>
                    <a:pt x="512273" y="456480"/>
                    <a:pt x="532561" y="512273"/>
                    <a:pt x="537633" y="573136"/>
                  </a:cubicBezTo>
                  <a:cubicBezTo>
                    <a:pt x="537633" y="573136"/>
                    <a:pt x="537633" y="573136"/>
                    <a:pt x="537633" y="573136"/>
                  </a:cubicBezTo>
                  <a:cubicBezTo>
                    <a:pt x="537633" y="593425"/>
                    <a:pt x="542705" y="613713"/>
                    <a:pt x="542705" y="634001"/>
                  </a:cubicBezTo>
                  <a:lnTo>
                    <a:pt x="542705" y="938321"/>
                  </a:lnTo>
                  <a:cubicBezTo>
                    <a:pt x="542705" y="958609"/>
                    <a:pt x="542705" y="978897"/>
                    <a:pt x="542705" y="994113"/>
                  </a:cubicBezTo>
                  <a:cubicBezTo>
                    <a:pt x="542705" y="999185"/>
                    <a:pt x="542705" y="1004257"/>
                    <a:pt x="542705" y="1009329"/>
                  </a:cubicBezTo>
                  <a:cubicBezTo>
                    <a:pt x="542705" y="1014401"/>
                    <a:pt x="542705" y="1019473"/>
                    <a:pt x="542705" y="1024545"/>
                  </a:cubicBezTo>
                  <a:cubicBezTo>
                    <a:pt x="542705" y="1029617"/>
                    <a:pt x="542705" y="1029617"/>
                    <a:pt x="542705" y="1034689"/>
                  </a:cubicBezTo>
                  <a:cubicBezTo>
                    <a:pt x="542705" y="1039761"/>
                    <a:pt x="542705" y="1044833"/>
                    <a:pt x="542705" y="1049905"/>
                  </a:cubicBezTo>
                  <a:cubicBezTo>
                    <a:pt x="542705" y="1060049"/>
                    <a:pt x="537633" y="1070193"/>
                    <a:pt x="532561" y="1080337"/>
                  </a:cubicBezTo>
                  <a:cubicBezTo>
                    <a:pt x="532561" y="1080337"/>
                    <a:pt x="532561" y="1080337"/>
                    <a:pt x="532561" y="1080337"/>
                  </a:cubicBezTo>
                  <a:cubicBezTo>
                    <a:pt x="527489" y="1090481"/>
                    <a:pt x="522417" y="1100625"/>
                    <a:pt x="517345" y="1105697"/>
                  </a:cubicBezTo>
                  <a:cubicBezTo>
                    <a:pt x="507201" y="1120913"/>
                    <a:pt x="497057" y="1131057"/>
                    <a:pt x="481841" y="1141201"/>
                  </a:cubicBezTo>
                  <a:lnTo>
                    <a:pt x="598497" y="1075265"/>
                  </a:lnTo>
                  <a:cubicBezTo>
                    <a:pt x="613713" y="1065121"/>
                    <a:pt x="623857" y="1054977"/>
                    <a:pt x="634001" y="1039761"/>
                  </a:cubicBezTo>
                  <a:cubicBezTo>
                    <a:pt x="634001" y="1039761"/>
                    <a:pt x="634001" y="1039761"/>
                    <a:pt x="634001" y="1039761"/>
                  </a:cubicBezTo>
                  <a:cubicBezTo>
                    <a:pt x="639073" y="1034689"/>
                    <a:pt x="639073" y="1029617"/>
                    <a:pt x="639073" y="1024545"/>
                  </a:cubicBezTo>
                  <a:cubicBezTo>
                    <a:pt x="639073" y="1019473"/>
                    <a:pt x="644145" y="1014401"/>
                    <a:pt x="644145" y="1014401"/>
                  </a:cubicBezTo>
                  <a:cubicBezTo>
                    <a:pt x="644145" y="1014401"/>
                    <a:pt x="644145" y="1014401"/>
                    <a:pt x="644145" y="1014401"/>
                  </a:cubicBezTo>
                  <a:cubicBezTo>
                    <a:pt x="644145" y="1014401"/>
                    <a:pt x="644145" y="1014401"/>
                    <a:pt x="644145" y="1014401"/>
                  </a:cubicBezTo>
                  <a:cubicBezTo>
                    <a:pt x="644145" y="1014401"/>
                    <a:pt x="644145" y="1009329"/>
                    <a:pt x="644145" y="1009329"/>
                  </a:cubicBezTo>
                  <a:cubicBezTo>
                    <a:pt x="644145" y="1004257"/>
                    <a:pt x="644145" y="1004257"/>
                    <a:pt x="649217" y="999185"/>
                  </a:cubicBezTo>
                  <a:cubicBezTo>
                    <a:pt x="649217" y="994113"/>
                    <a:pt x="649217" y="989041"/>
                    <a:pt x="649217" y="989041"/>
                  </a:cubicBezTo>
                  <a:cubicBezTo>
                    <a:pt x="649217" y="989041"/>
                    <a:pt x="649217" y="989041"/>
                    <a:pt x="649217" y="989041"/>
                  </a:cubicBezTo>
                  <a:cubicBezTo>
                    <a:pt x="649217" y="983969"/>
                    <a:pt x="649217" y="983969"/>
                    <a:pt x="649217" y="978897"/>
                  </a:cubicBezTo>
                  <a:cubicBezTo>
                    <a:pt x="649217" y="978897"/>
                    <a:pt x="649217" y="973825"/>
                    <a:pt x="649217" y="973825"/>
                  </a:cubicBezTo>
                  <a:cubicBezTo>
                    <a:pt x="649217" y="968753"/>
                    <a:pt x="649217" y="968753"/>
                    <a:pt x="649217" y="963681"/>
                  </a:cubicBezTo>
                  <a:cubicBezTo>
                    <a:pt x="649217" y="963681"/>
                    <a:pt x="649217" y="958609"/>
                    <a:pt x="649217" y="958609"/>
                  </a:cubicBezTo>
                  <a:cubicBezTo>
                    <a:pt x="649217" y="958609"/>
                    <a:pt x="649217" y="953537"/>
                    <a:pt x="649217" y="953537"/>
                  </a:cubicBezTo>
                  <a:cubicBezTo>
                    <a:pt x="649217" y="948465"/>
                    <a:pt x="649217" y="943393"/>
                    <a:pt x="649217" y="938321"/>
                  </a:cubicBezTo>
                  <a:cubicBezTo>
                    <a:pt x="649217" y="938321"/>
                    <a:pt x="649217" y="933249"/>
                    <a:pt x="649217" y="933249"/>
                  </a:cubicBezTo>
                  <a:lnTo>
                    <a:pt x="649217" y="933249"/>
                  </a:lnTo>
                  <a:cubicBezTo>
                    <a:pt x="649217" y="918033"/>
                    <a:pt x="649217" y="902817"/>
                    <a:pt x="649217" y="882529"/>
                  </a:cubicBezTo>
                  <a:lnTo>
                    <a:pt x="649217" y="578209"/>
                  </a:lnTo>
                  <a:cubicBezTo>
                    <a:pt x="649217" y="578209"/>
                    <a:pt x="649217" y="578209"/>
                    <a:pt x="649217" y="573136"/>
                  </a:cubicBezTo>
                  <a:cubicBezTo>
                    <a:pt x="664433" y="562993"/>
                    <a:pt x="664433" y="552849"/>
                    <a:pt x="664433" y="547776"/>
                  </a:cubicBez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AA67B19-2C04-4A20-8ED3-5D048638EA9A}"/>
                </a:ext>
              </a:extLst>
            </p:cNvPr>
            <p:cNvSpPr/>
            <p:nvPr/>
          </p:nvSpPr>
          <p:spPr>
            <a:xfrm>
              <a:off x="6699569" y="4047785"/>
              <a:ext cx="101440" cy="50720"/>
            </a:xfrm>
            <a:custGeom>
              <a:avLst/>
              <a:gdLst>
                <a:gd name="connsiteX0" fmla="*/ 142016 w 101440"/>
                <a:gd name="connsiteY0" fmla="*/ 5072 h 50720"/>
                <a:gd name="connsiteX1" fmla="*/ 131872 w 101440"/>
                <a:gd name="connsiteY1" fmla="*/ 5072 h 50720"/>
                <a:gd name="connsiteX2" fmla="*/ 131872 w 101440"/>
                <a:gd name="connsiteY2" fmla="*/ 5072 h 50720"/>
                <a:gd name="connsiteX3" fmla="*/ 116656 w 101440"/>
                <a:gd name="connsiteY3" fmla="*/ 0 h 50720"/>
                <a:gd name="connsiteX4" fmla="*/ 0 w 101440"/>
                <a:gd name="connsiteY4" fmla="*/ 65936 h 50720"/>
                <a:gd name="connsiteX5" fmla="*/ 5072 w 101440"/>
                <a:gd name="connsiteY5" fmla="*/ 65936 h 50720"/>
                <a:gd name="connsiteX6" fmla="*/ 10144 w 101440"/>
                <a:gd name="connsiteY6" fmla="*/ 65936 h 50720"/>
                <a:gd name="connsiteX7" fmla="*/ 15216 w 101440"/>
                <a:gd name="connsiteY7" fmla="*/ 65936 h 50720"/>
                <a:gd name="connsiteX8" fmla="*/ 20288 w 101440"/>
                <a:gd name="connsiteY8" fmla="*/ 65936 h 50720"/>
                <a:gd name="connsiteX9" fmla="*/ 20288 w 101440"/>
                <a:gd name="connsiteY9" fmla="*/ 65936 h 50720"/>
                <a:gd name="connsiteX10" fmla="*/ 20288 w 101440"/>
                <a:gd name="connsiteY10" fmla="*/ 65936 h 50720"/>
                <a:gd name="connsiteX11" fmla="*/ 20288 w 101440"/>
                <a:gd name="connsiteY11" fmla="*/ 65936 h 50720"/>
                <a:gd name="connsiteX12" fmla="*/ 25360 w 101440"/>
                <a:gd name="connsiteY12" fmla="*/ 65936 h 50720"/>
                <a:gd name="connsiteX13" fmla="*/ 25360 w 101440"/>
                <a:gd name="connsiteY13" fmla="*/ 65936 h 50720"/>
                <a:gd name="connsiteX14" fmla="*/ 30432 w 101440"/>
                <a:gd name="connsiteY14" fmla="*/ 65936 h 50720"/>
                <a:gd name="connsiteX15" fmla="*/ 142016 w 101440"/>
                <a:gd name="connsiteY15" fmla="*/ 5072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1440" h="50720">
                  <a:moveTo>
                    <a:pt x="142016" y="5072"/>
                  </a:moveTo>
                  <a:cubicBezTo>
                    <a:pt x="136944" y="5072"/>
                    <a:pt x="136944" y="10144"/>
                    <a:pt x="131872" y="5072"/>
                  </a:cubicBezTo>
                  <a:cubicBezTo>
                    <a:pt x="131872" y="5072"/>
                    <a:pt x="131872" y="5072"/>
                    <a:pt x="131872" y="5072"/>
                  </a:cubicBezTo>
                  <a:cubicBezTo>
                    <a:pt x="126800" y="5072"/>
                    <a:pt x="121728" y="5072"/>
                    <a:pt x="116656" y="0"/>
                  </a:cubicBezTo>
                  <a:lnTo>
                    <a:pt x="0" y="65936"/>
                  </a:lnTo>
                  <a:cubicBezTo>
                    <a:pt x="0" y="65936"/>
                    <a:pt x="0" y="65936"/>
                    <a:pt x="5072" y="65936"/>
                  </a:cubicBezTo>
                  <a:cubicBezTo>
                    <a:pt x="5072" y="65936"/>
                    <a:pt x="10144" y="65936"/>
                    <a:pt x="10144" y="65936"/>
                  </a:cubicBezTo>
                  <a:cubicBezTo>
                    <a:pt x="10144" y="65936"/>
                    <a:pt x="10144" y="65936"/>
                    <a:pt x="15216" y="65936"/>
                  </a:cubicBezTo>
                  <a:cubicBezTo>
                    <a:pt x="15216" y="65936"/>
                    <a:pt x="15216" y="65936"/>
                    <a:pt x="20288" y="65936"/>
                  </a:cubicBezTo>
                  <a:cubicBezTo>
                    <a:pt x="20288" y="65936"/>
                    <a:pt x="20288" y="65936"/>
                    <a:pt x="20288" y="65936"/>
                  </a:cubicBezTo>
                  <a:cubicBezTo>
                    <a:pt x="20288" y="65936"/>
                    <a:pt x="20288" y="65936"/>
                    <a:pt x="20288" y="65936"/>
                  </a:cubicBezTo>
                  <a:cubicBezTo>
                    <a:pt x="20288" y="65936"/>
                    <a:pt x="20288" y="65936"/>
                    <a:pt x="20288" y="65936"/>
                  </a:cubicBezTo>
                  <a:cubicBezTo>
                    <a:pt x="20288" y="65936"/>
                    <a:pt x="20288" y="65936"/>
                    <a:pt x="25360" y="65936"/>
                  </a:cubicBezTo>
                  <a:lnTo>
                    <a:pt x="25360" y="65936"/>
                  </a:lnTo>
                  <a:cubicBezTo>
                    <a:pt x="25360" y="65936"/>
                    <a:pt x="30432" y="65936"/>
                    <a:pt x="30432" y="65936"/>
                  </a:cubicBezTo>
                  <a:lnTo>
                    <a:pt x="142016" y="5072"/>
                  </a:lnTo>
                  <a:close/>
                </a:path>
              </a:pathLst>
            </a:custGeom>
            <a:solidFill>
              <a:srgbClr val="FFC2D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A7E3ABB3-E896-4576-BC48-8F38DC8989B7}"/>
                </a:ext>
              </a:extLst>
            </p:cNvPr>
            <p:cNvSpPr/>
            <p:nvPr/>
          </p:nvSpPr>
          <p:spPr>
            <a:xfrm>
              <a:off x="6719857" y="4052856"/>
              <a:ext cx="101440" cy="50720"/>
            </a:xfrm>
            <a:custGeom>
              <a:avLst/>
              <a:gdLst>
                <a:gd name="connsiteX0" fmla="*/ 0 w 101440"/>
                <a:gd name="connsiteY0" fmla="*/ 65936 h 50720"/>
                <a:gd name="connsiteX1" fmla="*/ 116656 w 101440"/>
                <a:gd name="connsiteY1" fmla="*/ 0 h 50720"/>
                <a:gd name="connsiteX2" fmla="*/ 121728 w 101440"/>
                <a:gd name="connsiteY2" fmla="*/ 0 h 50720"/>
                <a:gd name="connsiteX3" fmla="*/ 0 w 101440"/>
                <a:gd name="connsiteY3" fmla="*/ 65936 h 50720"/>
                <a:gd name="connsiteX4" fmla="*/ 0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0" y="65936"/>
                  </a:moveTo>
                  <a:lnTo>
                    <a:pt x="116656" y="0"/>
                  </a:lnTo>
                  <a:cubicBezTo>
                    <a:pt x="116656" y="0"/>
                    <a:pt x="116656" y="0"/>
                    <a:pt x="121728" y="0"/>
                  </a:cubicBezTo>
                  <a:lnTo>
                    <a:pt x="0" y="65936"/>
                  </a:lnTo>
                  <a:cubicBezTo>
                    <a:pt x="0" y="65936"/>
                    <a:pt x="0" y="65936"/>
                    <a:pt x="0" y="65936"/>
                  </a:cubicBezTo>
                </a:path>
              </a:pathLst>
            </a:custGeom>
            <a:solidFill>
              <a:srgbClr val="8B8B8B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639D2FB-7A11-49F1-AFE4-21E818A6F82E}"/>
                </a:ext>
              </a:extLst>
            </p:cNvPr>
            <p:cNvSpPr/>
            <p:nvPr/>
          </p:nvSpPr>
          <p:spPr>
            <a:xfrm>
              <a:off x="6724929" y="4052856"/>
              <a:ext cx="101440" cy="50720"/>
            </a:xfrm>
            <a:custGeom>
              <a:avLst/>
              <a:gdLst>
                <a:gd name="connsiteX0" fmla="*/ 0 w 101440"/>
                <a:gd name="connsiteY0" fmla="*/ 65936 h 50720"/>
                <a:gd name="connsiteX1" fmla="*/ 116656 w 101440"/>
                <a:gd name="connsiteY1" fmla="*/ 0 h 50720"/>
                <a:gd name="connsiteX2" fmla="*/ 121728 w 101440"/>
                <a:gd name="connsiteY2" fmla="*/ 0 h 50720"/>
                <a:gd name="connsiteX3" fmla="*/ 0 w 101440"/>
                <a:gd name="connsiteY3" fmla="*/ 65936 h 50720"/>
                <a:gd name="connsiteX4" fmla="*/ 0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0" y="65936"/>
                  </a:moveTo>
                  <a:lnTo>
                    <a:pt x="116656" y="0"/>
                  </a:lnTo>
                  <a:cubicBezTo>
                    <a:pt x="116656" y="0"/>
                    <a:pt x="116656" y="0"/>
                    <a:pt x="121728" y="0"/>
                  </a:cubicBezTo>
                  <a:lnTo>
                    <a:pt x="0" y="65936"/>
                  </a:lnTo>
                  <a:cubicBezTo>
                    <a:pt x="0" y="65936"/>
                    <a:pt x="0" y="65936"/>
                    <a:pt x="0" y="65936"/>
                  </a:cubicBezTo>
                </a:path>
              </a:pathLst>
            </a:custGeom>
            <a:solidFill>
              <a:srgbClr val="868686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2B43436D-5126-42FE-A399-200C41DC00D0}"/>
                </a:ext>
              </a:extLst>
            </p:cNvPr>
            <p:cNvSpPr/>
            <p:nvPr/>
          </p:nvSpPr>
          <p:spPr>
            <a:xfrm>
              <a:off x="6724929" y="4052856"/>
              <a:ext cx="101440" cy="50720"/>
            </a:xfrm>
            <a:custGeom>
              <a:avLst/>
              <a:gdLst>
                <a:gd name="connsiteX0" fmla="*/ 0 w 101440"/>
                <a:gd name="connsiteY0" fmla="*/ 65936 h 50720"/>
                <a:gd name="connsiteX1" fmla="*/ 116656 w 101440"/>
                <a:gd name="connsiteY1" fmla="*/ 0 h 50720"/>
                <a:gd name="connsiteX2" fmla="*/ 121728 w 101440"/>
                <a:gd name="connsiteY2" fmla="*/ 0 h 50720"/>
                <a:gd name="connsiteX3" fmla="*/ 0 w 101440"/>
                <a:gd name="connsiteY3" fmla="*/ 65936 h 50720"/>
                <a:gd name="connsiteX4" fmla="*/ 0 w 101440"/>
                <a:gd name="connsiteY4" fmla="*/ 65936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50720">
                  <a:moveTo>
                    <a:pt x="0" y="65936"/>
                  </a:moveTo>
                  <a:lnTo>
                    <a:pt x="116656" y="0"/>
                  </a:lnTo>
                  <a:cubicBezTo>
                    <a:pt x="116656" y="0"/>
                    <a:pt x="116656" y="0"/>
                    <a:pt x="121728" y="0"/>
                  </a:cubicBezTo>
                  <a:lnTo>
                    <a:pt x="0" y="65936"/>
                  </a:lnTo>
                  <a:cubicBezTo>
                    <a:pt x="0" y="65936"/>
                    <a:pt x="0" y="65936"/>
                    <a:pt x="0" y="65936"/>
                  </a:cubicBezTo>
                </a:path>
              </a:pathLst>
            </a:custGeom>
            <a:solidFill>
              <a:srgbClr val="81818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3811B03-AFC9-49EE-A9C5-8F303F926484}"/>
                </a:ext>
              </a:extLst>
            </p:cNvPr>
            <p:cNvSpPr/>
            <p:nvPr/>
          </p:nvSpPr>
          <p:spPr>
            <a:xfrm>
              <a:off x="6917665" y="4149225"/>
              <a:ext cx="202880" cy="101440"/>
            </a:xfrm>
            <a:custGeom>
              <a:avLst/>
              <a:gdLst>
                <a:gd name="connsiteX0" fmla="*/ 248529 w 202880"/>
                <a:gd name="connsiteY0" fmla="*/ 71008 h 101440"/>
                <a:gd name="connsiteX1" fmla="*/ 248529 w 202880"/>
                <a:gd name="connsiteY1" fmla="*/ 71008 h 101440"/>
                <a:gd name="connsiteX2" fmla="*/ 233313 w 202880"/>
                <a:gd name="connsiteY2" fmla="*/ 65936 h 101440"/>
                <a:gd name="connsiteX3" fmla="*/ 233313 w 202880"/>
                <a:gd name="connsiteY3" fmla="*/ 65936 h 101440"/>
                <a:gd name="connsiteX4" fmla="*/ 213025 w 202880"/>
                <a:gd name="connsiteY4" fmla="*/ 55792 h 101440"/>
                <a:gd name="connsiteX5" fmla="*/ 213025 w 202880"/>
                <a:gd name="connsiteY5" fmla="*/ 55792 h 101440"/>
                <a:gd name="connsiteX6" fmla="*/ 187665 w 202880"/>
                <a:gd name="connsiteY6" fmla="*/ 40576 h 101440"/>
                <a:gd name="connsiteX7" fmla="*/ 116656 w 202880"/>
                <a:gd name="connsiteY7" fmla="*/ 0 h 101440"/>
                <a:gd name="connsiteX8" fmla="*/ 0 w 202880"/>
                <a:gd name="connsiteY8" fmla="*/ 65936 h 101440"/>
                <a:gd name="connsiteX9" fmla="*/ 71008 w 202880"/>
                <a:gd name="connsiteY9" fmla="*/ 106512 h 101440"/>
                <a:gd name="connsiteX10" fmla="*/ 81152 w 202880"/>
                <a:gd name="connsiteY10" fmla="*/ 111584 h 101440"/>
                <a:gd name="connsiteX11" fmla="*/ 91296 w 202880"/>
                <a:gd name="connsiteY11" fmla="*/ 116656 h 101440"/>
                <a:gd name="connsiteX12" fmla="*/ 91296 w 202880"/>
                <a:gd name="connsiteY12" fmla="*/ 116656 h 101440"/>
                <a:gd name="connsiteX13" fmla="*/ 91296 w 202880"/>
                <a:gd name="connsiteY13" fmla="*/ 116656 h 101440"/>
                <a:gd name="connsiteX14" fmla="*/ 96368 w 202880"/>
                <a:gd name="connsiteY14" fmla="*/ 116656 h 101440"/>
                <a:gd name="connsiteX15" fmla="*/ 101440 w 202880"/>
                <a:gd name="connsiteY15" fmla="*/ 121728 h 101440"/>
                <a:gd name="connsiteX16" fmla="*/ 106513 w 202880"/>
                <a:gd name="connsiteY16" fmla="*/ 121728 h 101440"/>
                <a:gd name="connsiteX17" fmla="*/ 106513 w 202880"/>
                <a:gd name="connsiteY17" fmla="*/ 121728 h 101440"/>
                <a:gd name="connsiteX18" fmla="*/ 106513 w 202880"/>
                <a:gd name="connsiteY18" fmla="*/ 121728 h 101440"/>
                <a:gd name="connsiteX19" fmla="*/ 106513 w 202880"/>
                <a:gd name="connsiteY19" fmla="*/ 121728 h 101440"/>
                <a:gd name="connsiteX20" fmla="*/ 111584 w 202880"/>
                <a:gd name="connsiteY20" fmla="*/ 121728 h 101440"/>
                <a:gd name="connsiteX21" fmla="*/ 116656 w 202880"/>
                <a:gd name="connsiteY21" fmla="*/ 121728 h 101440"/>
                <a:gd name="connsiteX22" fmla="*/ 121728 w 202880"/>
                <a:gd name="connsiteY22" fmla="*/ 121728 h 101440"/>
                <a:gd name="connsiteX23" fmla="*/ 126800 w 202880"/>
                <a:gd name="connsiteY23" fmla="*/ 121728 h 101440"/>
                <a:gd name="connsiteX24" fmla="*/ 126800 w 202880"/>
                <a:gd name="connsiteY24" fmla="*/ 121728 h 101440"/>
                <a:gd name="connsiteX25" fmla="*/ 126800 w 202880"/>
                <a:gd name="connsiteY25" fmla="*/ 121728 h 101440"/>
                <a:gd name="connsiteX26" fmla="*/ 126800 w 202880"/>
                <a:gd name="connsiteY26" fmla="*/ 121728 h 101440"/>
                <a:gd name="connsiteX27" fmla="*/ 126800 w 202880"/>
                <a:gd name="connsiteY27" fmla="*/ 121728 h 101440"/>
                <a:gd name="connsiteX28" fmla="*/ 126800 w 202880"/>
                <a:gd name="connsiteY28" fmla="*/ 121728 h 101440"/>
                <a:gd name="connsiteX29" fmla="*/ 126800 w 202880"/>
                <a:gd name="connsiteY29" fmla="*/ 121728 h 101440"/>
                <a:gd name="connsiteX30" fmla="*/ 126800 w 202880"/>
                <a:gd name="connsiteY30" fmla="*/ 121728 h 101440"/>
                <a:gd name="connsiteX31" fmla="*/ 243457 w 202880"/>
                <a:gd name="connsiteY31" fmla="*/ 55792 h 101440"/>
                <a:gd name="connsiteX32" fmla="*/ 248529 w 202880"/>
                <a:gd name="connsiteY32" fmla="*/ 71008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02880" h="101440">
                  <a:moveTo>
                    <a:pt x="248529" y="71008"/>
                  </a:moveTo>
                  <a:cubicBezTo>
                    <a:pt x="248529" y="71008"/>
                    <a:pt x="248529" y="71008"/>
                    <a:pt x="248529" y="71008"/>
                  </a:cubicBezTo>
                  <a:cubicBezTo>
                    <a:pt x="243457" y="71008"/>
                    <a:pt x="238385" y="71008"/>
                    <a:pt x="233313" y="65936"/>
                  </a:cubicBezTo>
                  <a:cubicBezTo>
                    <a:pt x="233313" y="65936"/>
                    <a:pt x="233313" y="65936"/>
                    <a:pt x="233313" y="65936"/>
                  </a:cubicBezTo>
                  <a:cubicBezTo>
                    <a:pt x="228240" y="65936"/>
                    <a:pt x="223169" y="60864"/>
                    <a:pt x="213025" y="55792"/>
                  </a:cubicBezTo>
                  <a:cubicBezTo>
                    <a:pt x="213025" y="55792"/>
                    <a:pt x="213025" y="55792"/>
                    <a:pt x="213025" y="55792"/>
                  </a:cubicBezTo>
                  <a:cubicBezTo>
                    <a:pt x="207953" y="50720"/>
                    <a:pt x="197808" y="45648"/>
                    <a:pt x="187665" y="40576"/>
                  </a:cubicBezTo>
                  <a:lnTo>
                    <a:pt x="116656" y="0"/>
                  </a:lnTo>
                  <a:lnTo>
                    <a:pt x="0" y="65936"/>
                  </a:lnTo>
                  <a:lnTo>
                    <a:pt x="71008" y="106512"/>
                  </a:lnTo>
                  <a:cubicBezTo>
                    <a:pt x="76080" y="106512"/>
                    <a:pt x="76080" y="111584"/>
                    <a:pt x="81152" y="111584"/>
                  </a:cubicBezTo>
                  <a:cubicBezTo>
                    <a:pt x="86224" y="111584"/>
                    <a:pt x="86224" y="116656"/>
                    <a:pt x="91296" y="116656"/>
                  </a:cubicBezTo>
                  <a:cubicBezTo>
                    <a:pt x="91296" y="116656"/>
                    <a:pt x="91296" y="116656"/>
                    <a:pt x="91296" y="116656"/>
                  </a:cubicBezTo>
                  <a:cubicBezTo>
                    <a:pt x="91296" y="116656"/>
                    <a:pt x="91296" y="116656"/>
                    <a:pt x="91296" y="116656"/>
                  </a:cubicBezTo>
                  <a:cubicBezTo>
                    <a:pt x="91296" y="116656"/>
                    <a:pt x="96368" y="116656"/>
                    <a:pt x="96368" y="116656"/>
                  </a:cubicBezTo>
                  <a:cubicBezTo>
                    <a:pt x="96368" y="116656"/>
                    <a:pt x="101440" y="116656"/>
                    <a:pt x="101440" y="121728"/>
                  </a:cubicBezTo>
                  <a:cubicBezTo>
                    <a:pt x="101440" y="121728"/>
                    <a:pt x="106513" y="121728"/>
                    <a:pt x="106513" y="121728"/>
                  </a:cubicBezTo>
                  <a:cubicBezTo>
                    <a:pt x="106513" y="121728"/>
                    <a:pt x="106513" y="121728"/>
                    <a:pt x="106513" y="121728"/>
                  </a:cubicBezTo>
                  <a:cubicBezTo>
                    <a:pt x="106513" y="121728"/>
                    <a:pt x="106513" y="121728"/>
                    <a:pt x="106513" y="121728"/>
                  </a:cubicBezTo>
                  <a:cubicBezTo>
                    <a:pt x="106513" y="121728"/>
                    <a:pt x="106513" y="121728"/>
                    <a:pt x="106513" y="121728"/>
                  </a:cubicBezTo>
                  <a:cubicBezTo>
                    <a:pt x="106513" y="121728"/>
                    <a:pt x="111584" y="121728"/>
                    <a:pt x="111584" y="121728"/>
                  </a:cubicBezTo>
                  <a:cubicBezTo>
                    <a:pt x="111584" y="121728"/>
                    <a:pt x="111584" y="121728"/>
                    <a:pt x="116656" y="121728"/>
                  </a:cubicBezTo>
                  <a:cubicBezTo>
                    <a:pt x="116656" y="121728"/>
                    <a:pt x="116656" y="121728"/>
                    <a:pt x="121728" y="121728"/>
                  </a:cubicBezTo>
                  <a:cubicBezTo>
                    <a:pt x="121728" y="121728"/>
                    <a:pt x="121728" y="121728"/>
                    <a:pt x="126800" y="121728"/>
                  </a:cubicBezTo>
                  <a:cubicBezTo>
                    <a:pt x="126800" y="121728"/>
                    <a:pt x="126800" y="121728"/>
                    <a:pt x="126800" y="121728"/>
                  </a:cubicBezTo>
                  <a:cubicBezTo>
                    <a:pt x="126800" y="121728"/>
                    <a:pt x="126800" y="121728"/>
                    <a:pt x="126800" y="121728"/>
                  </a:cubicBezTo>
                  <a:cubicBezTo>
                    <a:pt x="126800" y="121728"/>
                    <a:pt x="126800" y="121728"/>
                    <a:pt x="126800" y="121728"/>
                  </a:cubicBezTo>
                  <a:cubicBezTo>
                    <a:pt x="126800" y="121728"/>
                    <a:pt x="126800" y="121728"/>
                    <a:pt x="126800" y="121728"/>
                  </a:cubicBezTo>
                  <a:cubicBezTo>
                    <a:pt x="126800" y="121728"/>
                    <a:pt x="126800" y="121728"/>
                    <a:pt x="126800" y="121728"/>
                  </a:cubicBezTo>
                  <a:cubicBezTo>
                    <a:pt x="126800" y="121728"/>
                    <a:pt x="126800" y="121728"/>
                    <a:pt x="126800" y="121728"/>
                  </a:cubicBezTo>
                  <a:cubicBezTo>
                    <a:pt x="126800" y="121728"/>
                    <a:pt x="126800" y="121728"/>
                    <a:pt x="126800" y="121728"/>
                  </a:cubicBezTo>
                  <a:lnTo>
                    <a:pt x="243457" y="55792"/>
                  </a:lnTo>
                  <a:cubicBezTo>
                    <a:pt x="253601" y="65936"/>
                    <a:pt x="248529" y="71008"/>
                    <a:pt x="248529" y="71008"/>
                  </a:cubicBezTo>
                  <a:close/>
                </a:path>
              </a:pathLst>
            </a:custGeom>
            <a:solidFill>
              <a:srgbClr val="EFEFE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AEAC67E8-4542-4079-BDE1-0AAD3FA23B29}"/>
                </a:ext>
              </a:extLst>
            </p:cNvPr>
            <p:cNvSpPr/>
            <p:nvPr/>
          </p:nvSpPr>
          <p:spPr>
            <a:xfrm>
              <a:off x="6917665" y="3941272"/>
              <a:ext cx="101440" cy="253600"/>
            </a:xfrm>
            <a:custGeom>
              <a:avLst/>
              <a:gdLst>
                <a:gd name="connsiteX0" fmla="*/ 0 w 101440"/>
                <a:gd name="connsiteY0" fmla="*/ 65936 h 253600"/>
                <a:gd name="connsiteX1" fmla="*/ 111584 w 101440"/>
                <a:gd name="connsiteY1" fmla="*/ 0 h 253600"/>
                <a:gd name="connsiteX2" fmla="*/ 111584 w 101440"/>
                <a:gd name="connsiteY2" fmla="*/ 207952 h 253600"/>
                <a:gd name="connsiteX3" fmla="*/ 0 w 101440"/>
                <a:gd name="connsiteY3" fmla="*/ 278960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253600">
                  <a:moveTo>
                    <a:pt x="0" y="65936"/>
                  </a:moveTo>
                  <a:lnTo>
                    <a:pt x="111584" y="0"/>
                  </a:lnTo>
                  <a:lnTo>
                    <a:pt x="111584" y="207952"/>
                  </a:lnTo>
                  <a:lnTo>
                    <a:pt x="0" y="278960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37B2EB1C-FA80-4457-9F59-0F4AA51A0895}"/>
                </a:ext>
              </a:extLst>
            </p:cNvPr>
            <p:cNvSpPr/>
            <p:nvPr/>
          </p:nvSpPr>
          <p:spPr>
            <a:xfrm>
              <a:off x="7074898" y="4118793"/>
              <a:ext cx="253601" cy="152160"/>
            </a:xfrm>
            <a:custGeom>
              <a:avLst/>
              <a:gdLst>
                <a:gd name="connsiteX0" fmla="*/ 0 w 253600"/>
                <a:gd name="connsiteY0" fmla="*/ 65936 h 152160"/>
                <a:gd name="connsiteX1" fmla="*/ 116656 w 253600"/>
                <a:gd name="connsiteY1" fmla="*/ 0 h 152160"/>
                <a:gd name="connsiteX2" fmla="*/ 278961 w 253600"/>
                <a:gd name="connsiteY2" fmla="*/ 96368 h 152160"/>
                <a:gd name="connsiteX3" fmla="*/ 162304 w 253600"/>
                <a:gd name="connsiteY3" fmla="*/ 162304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3600" h="152160">
                  <a:moveTo>
                    <a:pt x="0" y="65936"/>
                  </a:moveTo>
                  <a:lnTo>
                    <a:pt x="116656" y="0"/>
                  </a:lnTo>
                  <a:lnTo>
                    <a:pt x="278961" y="96368"/>
                  </a:lnTo>
                  <a:lnTo>
                    <a:pt x="162304" y="162304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7BE766D-D6A1-4C7F-85A3-EB2C4DEB3709}"/>
                </a:ext>
              </a:extLst>
            </p:cNvPr>
            <p:cNvSpPr/>
            <p:nvPr/>
          </p:nvSpPr>
          <p:spPr>
            <a:xfrm>
              <a:off x="7237202" y="4215161"/>
              <a:ext cx="101440" cy="355040"/>
            </a:xfrm>
            <a:custGeom>
              <a:avLst/>
              <a:gdLst>
                <a:gd name="connsiteX0" fmla="*/ 0 w 101440"/>
                <a:gd name="connsiteY0" fmla="*/ 65936 h 355040"/>
                <a:gd name="connsiteX1" fmla="*/ 116656 w 101440"/>
                <a:gd name="connsiteY1" fmla="*/ 0 h 355040"/>
                <a:gd name="connsiteX2" fmla="*/ 116656 w 101440"/>
                <a:gd name="connsiteY2" fmla="*/ 289104 h 355040"/>
                <a:gd name="connsiteX3" fmla="*/ 0 w 101440"/>
                <a:gd name="connsiteY3" fmla="*/ 355040 h 35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355040">
                  <a:moveTo>
                    <a:pt x="0" y="65936"/>
                  </a:moveTo>
                  <a:lnTo>
                    <a:pt x="116656" y="0"/>
                  </a:lnTo>
                  <a:lnTo>
                    <a:pt x="116656" y="289104"/>
                  </a:lnTo>
                  <a:lnTo>
                    <a:pt x="0" y="355040"/>
                  </a:lnTo>
                  <a:close/>
                </a:path>
              </a:pathLst>
            </a:custGeom>
            <a:solidFill>
              <a:srgbClr val="EFEFE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9000FDAC-7FED-4D8E-B061-3DC65E424D55}"/>
                </a:ext>
              </a:extLst>
            </p:cNvPr>
            <p:cNvSpPr/>
            <p:nvPr/>
          </p:nvSpPr>
          <p:spPr>
            <a:xfrm>
              <a:off x="6917665" y="3616664"/>
              <a:ext cx="101440" cy="202880"/>
            </a:xfrm>
            <a:custGeom>
              <a:avLst/>
              <a:gdLst>
                <a:gd name="connsiteX0" fmla="*/ 0 w 101440"/>
                <a:gd name="connsiteY0" fmla="*/ 65936 h 202880"/>
                <a:gd name="connsiteX1" fmla="*/ 116656 w 101440"/>
                <a:gd name="connsiteY1" fmla="*/ 0 h 202880"/>
                <a:gd name="connsiteX2" fmla="*/ 111584 w 101440"/>
                <a:gd name="connsiteY2" fmla="*/ 172448 h 202880"/>
                <a:gd name="connsiteX3" fmla="*/ 0 w 101440"/>
                <a:gd name="connsiteY3" fmla="*/ 243456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202880">
                  <a:moveTo>
                    <a:pt x="0" y="65936"/>
                  </a:moveTo>
                  <a:lnTo>
                    <a:pt x="116656" y="0"/>
                  </a:lnTo>
                  <a:lnTo>
                    <a:pt x="111584" y="172448"/>
                  </a:lnTo>
                  <a:lnTo>
                    <a:pt x="0" y="243456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E1492A3-5B44-495C-9A58-1FE3E2839D66}"/>
                </a:ext>
              </a:extLst>
            </p:cNvPr>
            <p:cNvSpPr/>
            <p:nvPr/>
          </p:nvSpPr>
          <p:spPr>
            <a:xfrm>
              <a:off x="7125618" y="3915912"/>
              <a:ext cx="101440" cy="202880"/>
            </a:xfrm>
            <a:custGeom>
              <a:avLst/>
              <a:gdLst>
                <a:gd name="connsiteX0" fmla="*/ 0 w 101440"/>
                <a:gd name="connsiteY0" fmla="*/ 65936 h 202880"/>
                <a:gd name="connsiteX1" fmla="*/ 116656 w 101440"/>
                <a:gd name="connsiteY1" fmla="*/ 0 h 202880"/>
                <a:gd name="connsiteX2" fmla="*/ 116656 w 101440"/>
                <a:gd name="connsiteY2" fmla="*/ 147088 h 202880"/>
                <a:gd name="connsiteX3" fmla="*/ 0 w 101440"/>
                <a:gd name="connsiteY3" fmla="*/ 213024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202880">
                  <a:moveTo>
                    <a:pt x="0" y="65936"/>
                  </a:moveTo>
                  <a:lnTo>
                    <a:pt x="116656" y="0"/>
                  </a:lnTo>
                  <a:lnTo>
                    <a:pt x="116656" y="147088"/>
                  </a:lnTo>
                  <a:lnTo>
                    <a:pt x="0" y="213024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029F5143-6BB9-4C22-9DA7-FB0E70900BA6}"/>
                </a:ext>
              </a:extLst>
            </p:cNvPr>
            <p:cNvSpPr/>
            <p:nvPr/>
          </p:nvSpPr>
          <p:spPr>
            <a:xfrm>
              <a:off x="6917665" y="3789112"/>
              <a:ext cx="304321" cy="152160"/>
            </a:xfrm>
            <a:custGeom>
              <a:avLst/>
              <a:gdLst>
                <a:gd name="connsiteX0" fmla="*/ 0 w 304320"/>
                <a:gd name="connsiteY0" fmla="*/ 71008 h 152160"/>
                <a:gd name="connsiteX1" fmla="*/ 111584 w 304320"/>
                <a:gd name="connsiteY1" fmla="*/ 0 h 152160"/>
                <a:gd name="connsiteX2" fmla="*/ 324609 w 304320"/>
                <a:gd name="connsiteY2" fmla="*/ 126800 h 152160"/>
                <a:gd name="connsiteX3" fmla="*/ 207953 w 304320"/>
                <a:gd name="connsiteY3" fmla="*/ 192736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320" h="152160">
                  <a:moveTo>
                    <a:pt x="0" y="71008"/>
                  </a:moveTo>
                  <a:lnTo>
                    <a:pt x="111584" y="0"/>
                  </a:lnTo>
                  <a:lnTo>
                    <a:pt x="324609" y="126800"/>
                  </a:lnTo>
                  <a:lnTo>
                    <a:pt x="207953" y="192736"/>
                  </a:lnTo>
                  <a:close/>
                </a:path>
              </a:pathLst>
            </a:custGeom>
            <a:solidFill>
              <a:srgbClr val="EFEFE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FC14D4-97CB-4036-8891-CBAB46C24311}"/>
                </a:ext>
              </a:extLst>
            </p:cNvPr>
            <p:cNvSpPr/>
            <p:nvPr/>
          </p:nvSpPr>
          <p:spPr>
            <a:xfrm>
              <a:off x="7242274" y="3626808"/>
              <a:ext cx="101440" cy="304320"/>
            </a:xfrm>
            <a:custGeom>
              <a:avLst/>
              <a:gdLst>
                <a:gd name="connsiteX0" fmla="*/ 0 w 101440"/>
                <a:gd name="connsiteY0" fmla="*/ 71008 h 304320"/>
                <a:gd name="connsiteX1" fmla="*/ 111584 w 101440"/>
                <a:gd name="connsiteY1" fmla="*/ 0 h 304320"/>
                <a:gd name="connsiteX2" fmla="*/ 111584 w 101440"/>
                <a:gd name="connsiteY2" fmla="*/ 273888 h 304320"/>
                <a:gd name="connsiteX3" fmla="*/ 0 w 101440"/>
                <a:gd name="connsiteY3" fmla="*/ 339824 h 30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304320">
                  <a:moveTo>
                    <a:pt x="0" y="71008"/>
                  </a:moveTo>
                  <a:lnTo>
                    <a:pt x="111584" y="0"/>
                  </a:lnTo>
                  <a:lnTo>
                    <a:pt x="111584" y="273888"/>
                  </a:lnTo>
                  <a:lnTo>
                    <a:pt x="0" y="339824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A64359A6-8A48-4E2B-AA19-53A3EB7F1DF9}"/>
                </a:ext>
              </a:extLst>
            </p:cNvPr>
            <p:cNvSpPr/>
            <p:nvPr/>
          </p:nvSpPr>
          <p:spPr>
            <a:xfrm>
              <a:off x="6704641" y="3317416"/>
              <a:ext cx="608641" cy="355040"/>
            </a:xfrm>
            <a:custGeom>
              <a:avLst/>
              <a:gdLst>
                <a:gd name="connsiteX0" fmla="*/ 0 w 608641"/>
                <a:gd name="connsiteY0" fmla="*/ 65936 h 355040"/>
                <a:gd name="connsiteX1" fmla="*/ 111584 w 608641"/>
                <a:gd name="connsiteY1" fmla="*/ 0 h 355040"/>
                <a:gd name="connsiteX2" fmla="*/ 649217 w 608641"/>
                <a:gd name="connsiteY2" fmla="*/ 309392 h 355040"/>
                <a:gd name="connsiteX3" fmla="*/ 537633 w 608641"/>
                <a:gd name="connsiteY3" fmla="*/ 380400 h 35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8641" h="355040">
                  <a:moveTo>
                    <a:pt x="0" y="65936"/>
                  </a:moveTo>
                  <a:lnTo>
                    <a:pt x="111584" y="0"/>
                  </a:lnTo>
                  <a:lnTo>
                    <a:pt x="649217" y="309392"/>
                  </a:lnTo>
                  <a:lnTo>
                    <a:pt x="537633" y="380400"/>
                  </a:lnTo>
                  <a:close/>
                </a:path>
              </a:pathLst>
            </a:custGeom>
            <a:solidFill>
              <a:srgbClr val="EFEFE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3F20F7C2-0A48-471E-820E-13DDAC5D7833}"/>
                </a:ext>
              </a:extLst>
            </p:cNvPr>
            <p:cNvSpPr/>
            <p:nvPr/>
          </p:nvSpPr>
          <p:spPr>
            <a:xfrm>
              <a:off x="4904078" y="2419273"/>
              <a:ext cx="456481" cy="1014401"/>
            </a:xfrm>
            <a:custGeom>
              <a:avLst/>
              <a:gdLst>
                <a:gd name="connsiteX0" fmla="*/ 248529 w 456480"/>
                <a:gd name="connsiteY0" fmla="*/ 51118 h 1014400"/>
                <a:gd name="connsiteX1" fmla="*/ 497057 w 456480"/>
                <a:gd name="connsiteY1" fmla="*/ 259071 h 1014400"/>
                <a:gd name="connsiteX2" fmla="*/ 497057 w 456480"/>
                <a:gd name="connsiteY2" fmla="*/ 507599 h 1014400"/>
                <a:gd name="connsiteX3" fmla="*/ 329681 w 456480"/>
                <a:gd name="connsiteY3" fmla="*/ 411231 h 1014400"/>
                <a:gd name="connsiteX4" fmla="*/ 329681 w 456480"/>
                <a:gd name="connsiteY4" fmla="*/ 385871 h 1014400"/>
                <a:gd name="connsiteX5" fmla="*/ 248529 w 456480"/>
                <a:gd name="connsiteY5" fmla="*/ 233711 h 1014400"/>
                <a:gd name="connsiteX6" fmla="*/ 187664 w 456480"/>
                <a:gd name="connsiteY6" fmla="*/ 228639 h 1014400"/>
                <a:gd name="connsiteX7" fmla="*/ 167376 w 456480"/>
                <a:gd name="connsiteY7" fmla="*/ 309791 h 1014400"/>
                <a:gd name="connsiteX8" fmla="*/ 167376 w 456480"/>
                <a:gd name="connsiteY8" fmla="*/ 629327 h 1014400"/>
                <a:gd name="connsiteX9" fmla="*/ 187664 w 456480"/>
                <a:gd name="connsiteY9" fmla="*/ 730767 h 1014400"/>
                <a:gd name="connsiteX10" fmla="*/ 253601 w 456480"/>
                <a:gd name="connsiteY10" fmla="*/ 796703 h 1014400"/>
                <a:gd name="connsiteX11" fmla="*/ 314465 w 456480"/>
                <a:gd name="connsiteY11" fmla="*/ 806847 h 1014400"/>
                <a:gd name="connsiteX12" fmla="*/ 334753 w 456480"/>
                <a:gd name="connsiteY12" fmla="*/ 725695 h 1014400"/>
                <a:gd name="connsiteX13" fmla="*/ 334753 w 456480"/>
                <a:gd name="connsiteY13" fmla="*/ 654687 h 1014400"/>
                <a:gd name="connsiteX14" fmla="*/ 502129 w 456480"/>
                <a:gd name="connsiteY14" fmla="*/ 751055 h 1014400"/>
                <a:gd name="connsiteX15" fmla="*/ 502129 w 456480"/>
                <a:gd name="connsiteY15" fmla="*/ 1050303 h 1014400"/>
                <a:gd name="connsiteX16" fmla="*/ 253601 w 456480"/>
                <a:gd name="connsiteY16" fmla="*/ 974223 h 1014400"/>
                <a:gd name="connsiteX17" fmla="*/ 116656 w 456480"/>
                <a:gd name="connsiteY17" fmla="*/ 867711 h 1014400"/>
                <a:gd name="connsiteX18" fmla="*/ 30432 w 456480"/>
                <a:gd name="connsiteY18" fmla="*/ 740911 h 1014400"/>
                <a:gd name="connsiteX19" fmla="*/ 5072 w 456480"/>
                <a:gd name="connsiteY19" fmla="*/ 669903 h 1014400"/>
                <a:gd name="connsiteX20" fmla="*/ 0 w 456480"/>
                <a:gd name="connsiteY20" fmla="*/ 573535 h 1014400"/>
                <a:gd name="connsiteX21" fmla="*/ 0 w 456480"/>
                <a:gd name="connsiteY21" fmla="*/ 147486 h 1014400"/>
                <a:gd name="connsiteX22" fmla="*/ 10144 w 456480"/>
                <a:gd name="connsiteY22" fmla="*/ 61262 h 1014400"/>
                <a:gd name="connsiteX23" fmla="*/ 50720 w 456480"/>
                <a:gd name="connsiteY23" fmla="*/ 15614 h 1014400"/>
                <a:gd name="connsiteX24" fmla="*/ 248529 w 456480"/>
                <a:gd name="connsiteY24" fmla="*/ 51118 h 10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6480" h="1014400">
                  <a:moveTo>
                    <a:pt x="248529" y="51118"/>
                  </a:moveTo>
                  <a:cubicBezTo>
                    <a:pt x="339825" y="101838"/>
                    <a:pt x="420977" y="172846"/>
                    <a:pt x="497057" y="259071"/>
                  </a:cubicBezTo>
                  <a:lnTo>
                    <a:pt x="497057" y="507599"/>
                  </a:lnTo>
                  <a:lnTo>
                    <a:pt x="329681" y="411231"/>
                  </a:lnTo>
                  <a:lnTo>
                    <a:pt x="329681" y="385871"/>
                  </a:lnTo>
                  <a:cubicBezTo>
                    <a:pt x="329681" y="314863"/>
                    <a:pt x="304321" y="264142"/>
                    <a:pt x="248529" y="233711"/>
                  </a:cubicBezTo>
                  <a:cubicBezTo>
                    <a:pt x="218096" y="218494"/>
                    <a:pt x="197808" y="213422"/>
                    <a:pt x="187664" y="228639"/>
                  </a:cubicBezTo>
                  <a:cubicBezTo>
                    <a:pt x="172448" y="238782"/>
                    <a:pt x="167376" y="269215"/>
                    <a:pt x="167376" y="309791"/>
                  </a:cubicBezTo>
                  <a:lnTo>
                    <a:pt x="167376" y="629327"/>
                  </a:lnTo>
                  <a:cubicBezTo>
                    <a:pt x="167376" y="669903"/>
                    <a:pt x="172448" y="705407"/>
                    <a:pt x="187664" y="730767"/>
                  </a:cubicBezTo>
                  <a:cubicBezTo>
                    <a:pt x="202880" y="756127"/>
                    <a:pt x="223169" y="776415"/>
                    <a:pt x="253601" y="796703"/>
                  </a:cubicBezTo>
                  <a:cubicBezTo>
                    <a:pt x="284033" y="811919"/>
                    <a:pt x="304321" y="816991"/>
                    <a:pt x="314465" y="806847"/>
                  </a:cubicBezTo>
                  <a:cubicBezTo>
                    <a:pt x="324609" y="796703"/>
                    <a:pt x="334753" y="771343"/>
                    <a:pt x="334753" y="725695"/>
                  </a:cubicBezTo>
                  <a:lnTo>
                    <a:pt x="334753" y="654687"/>
                  </a:lnTo>
                  <a:lnTo>
                    <a:pt x="502129" y="751055"/>
                  </a:lnTo>
                  <a:lnTo>
                    <a:pt x="502129" y="1050303"/>
                  </a:lnTo>
                  <a:cubicBezTo>
                    <a:pt x="410833" y="1040159"/>
                    <a:pt x="324609" y="1019871"/>
                    <a:pt x="253601" y="974223"/>
                  </a:cubicBezTo>
                  <a:cubicBezTo>
                    <a:pt x="202880" y="943791"/>
                    <a:pt x="157232" y="908287"/>
                    <a:pt x="116656" y="867711"/>
                  </a:cubicBezTo>
                  <a:cubicBezTo>
                    <a:pt x="76080" y="827135"/>
                    <a:pt x="45648" y="786559"/>
                    <a:pt x="30432" y="740911"/>
                  </a:cubicBezTo>
                  <a:cubicBezTo>
                    <a:pt x="20288" y="715551"/>
                    <a:pt x="10144" y="690191"/>
                    <a:pt x="5072" y="669903"/>
                  </a:cubicBezTo>
                  <a:cubicBezTo>
                    <a:pt x="0" y="649615"/>
                    <a:pt x="0" y="619183"/>
                    <a:pt x="0" y="573535"/>
                  </a:cubicBezTo>
                  <a:lnTo>
                    <a:pt x="0" y="147486"/>
                  </a:lnTo>
                  <a:cubicBezTo>
                    <a:pt x="0" y="111982"/>
                    <a:pt x="5072" y="81550"/>
                    <a:pt x="10144" y="61262"/>
                  </a:cubicBezTo>
                  <a:cubicBezTo>
                    <a:pt x="15216" y="40974"/>
                    <a:pt x="30432" y="25758"/>
                    <a:pt x="50720" y="15614"/>
                  </a:cubicBezTo>
                  <a:cubicBezTo>
                    <a:pt x="86224" y="-14818"/>
                    <a:pt x="152160" y="398"/>
                    <a:pt x="248529" y="51118"/>
                  </a:cubicBezTo>
                  <a:close/>
                </a:path>
              </a:pathLst>
            </a:custGeom>
            <a:solidFill>
              <a:srgbClr val="EDAA3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A50A623A-7229-45FB-9CAB-52AED17F75F6}"/>
                </a:ext>
              </a:extLst>
            </p:cNvPr>
            <p:cNvSpPr/>
            <p:nvPr/>
          </p:nvSpPr>
          <p:spPr>
            <a:xfrm>
              <a:off x="5477215" y="2753611"/>
              <a:ext cx="507201" cy="1014401"/>
            </a:xfrm>
            <a:custGeom>
              <a:avLst/>
              <a:gdLst>
                <a:gd name="connsiteX0" fmla="*/ 486913 w 507201"/>
                <a:gd name="connsiteY0" fmla="*/ 284845 h 1014400"/>
                <a:gd name="connsiteX1" fmla="*/ 517345 w 507201"/>
                <a:gd name="connsiteY1" fmla="*/ 437005 h 1014400"/>
                <a:gd name="connsiteX2" fmla="*/ 517345 w 507201"/>
                <a:gd name="connsiteY2" fmla="*/ 873197 h 1014400"/>
                <a:gd name="connsiteX3" fmla="*/ 512273 w 507201"/>
                <a:gd name="connsiteY3" fmla="*/ 959421 h 1014400"/>
                <a:gd name="connsiteX4" fmla="*/ 426049 w 507201"/>
                <a:gd name="connsiteY4" fmla="*/ 1025357 h 1014400"/>
                <a:gd name="connsiteX5" fmla="*/ 258673 w 507201"/>
                <a:gd name="connsiteY5" fmla="*/ 969565 h 1014400"/>
                <a:gd name="connsiteX6" fmla="*/ 25360 w 507201"/>
                <a:gd name="connsiteY6" fmla="*/ 731181 h 1014400"/>
                <a:gd name="connsiteX7" fmla="*/ 0 w 507201"/>
                <a:gd name="connsiteY7" fmla="*/ 594237 h 1014400"/>
                <a:gd name="connsiteX8" fmla="*/ 0 w 507201"/>
                <a:gd name="connsiteY8" fmla="*/ 142829 h 1014400"/>
                <a:gd name="connsiteX9" fmla="*/ 258673 w 507201"/>
                <a:gd name="connsiteY9" fmla="*/ 56604 h 1014400"/>
                <a:gd name="connsiteX10" fmla="*/ 486913 w 507201"/>
                <a:gd name="connsiteY10" fmla="*/ 284845 h 1014400"/>
                <a:gd name="connsiteX11" fmla="*/ 339825 w 507201"/>
                <a:gd name="connsiteY11" fmla="*/ 726109 h 1014400"/>
                <a:gd name="connsiteX12" fmla="*/ 339825 w 507201"/>
                <a:gd name="connsiteY12" fmla="*/ 386285 h 1014400"/>
                <a:gd name="connsiteX13" fmla="*/ 329681 w 507201"/>
                <a:gd name="connsiteY13" fmla="*/ 315277 h 1014400"/>
                <a:gd name="connsiteX14" fmla="*/ 263745 w 507201"/>
                <a:gd name="connsiteY14" fmla="*/ 234125 h 1014400"/>
                <a:gd name="connsiteX15" fmla="*/ 177520 w 507201"/>
                <a:gd name="connsiteY15" fmla="*/ 300061 h 1014400"/>
                <a:gd name="connsiteX16" fmla="*/ 177520 w 507201"/>
                <a:gd name="connsiteY16" fmla="*/ 624669 h 1014400"/>
                <a:gd name="connsiteX17" fmla="*/ 192736 w 507201"/>
                <a:gd name="connsiteY17" fmla="*/ 721037 h 1014400"/>
                <a:gd name="connsiteX18" fmla="*/ 258673 w 507201"/>
                <a:gd name="connsiteY18" fmla="*/ 792045 h 1014400"/>
                <a:gd name="connsiteX19" fmla="*/ 339825 w 507201"/>
                <a:gd name="connsiteY19" fmla="*/ 726109 h 10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07201" h="1014400">
                  <a:moveTo>
                    <a:pt x="486913" y="284845"/>
                  </a:moveTo>
                  <a:cubicBezTo>
                    <a:pt x="507201" y="325421"/>
                    <a:pt x="517345" y="376141"/>
                    <a:pt x="517345" y="437005"/>
                  </a:cubicBezTo>
                  <a:lnTo>
                    <a:pt x="517345" y="873197"/>
                  </a:lnTo>
                  <a:cubicBezTo>
                    <a:pt x="517345" y="913773"/>
                    <a:pt x="512273" y="944205"/>
                    <a:pt x="512273" y="959421"/>
                  </a:cubicBezTo>
                  <a:cubicBezTo>
                    <a:pt x="497057" y="999997"/>
                    <a:pt x="471697" y="1025357"/>
                    <a:pt x="426049" y="1025357"/>
                  </a:cubicBezTo>
                  <a:cubicBezTo>
                    <a:pt x="385473" y="1025357"/>
                    <a:pt x="329681" y="1010141"/>
                    <a:pt x="258673" y="969565"/>
                  </a:cubicBezTo>
                  <a:cubicBezTo>
                    <a:pt x="147088" y="903629"/>
                    <a:pt x="65936" y="822477"/>
                    <a:pt x="25360" y="731181"/>
                  </a:cubicBezTo>
                  <a:cubicBezTo>
                    <a:pt x="10144" y="695677"/>
                    <a:pt x="0" y="650029"/>
                    <a:pt x="0" y="594237"/>
                  </a:cubicBezTo>
                  <a:lnTo>
                    <a:pt x="0" y="142829"/>
                  </a:lnTo>
                  <a:cubicBezTo>
                    <a:pt x="0" y="-14404"/>
                    <a:pt x="86224" y="-39764"/>
                    <a:pt x="258673" y="56604"/>
                  </a:cubicBezTo>
                  <a:cubicBezTo>
                    <a:pt x="370257" y="117468"/>
                    <a:pt x="446337" y="198620"/>
                    <a:pt x="486913" y="284845"/>
                  </a:cubicBezTo>
                  <a:close/>
                  <a:moveTo>
                    <a:pt x="339825" y="726109"/>
                  </a:moveTo>
                  <a:lnTo>
                    <a:pt x="339825" y="386285"/>
                  </a:lnTo>
                  <a:cubicBezTo>
                    <a:pt x="339825" y="355853"/>
                    <a:pt x="334753" y="335565"/>
                    <a:pt x="329681" y="315277"/>
                  </a:cubicBezTo>
                  <a:cubicBezTo>
                    <a:pt x="314465" y="279773"/>
                    <a:pt x="294177" y="249341"/>
                    <a:pt x="263745" y="234125"/>
                  </a:cubicBezTo>
                  <a:cubicBezTo>
                    <a:pt x="207953" y="203693"/>
                    <a:pt x="177520" y="223981"/>
                    <a:pt x="177520" y="300061"/>
                  </a:cubicBezTo>
                  <a:lnTo>
                    <a:pt x="177520" y="624669"/>
                  </a:lnTo>
                  <a:cubicBezTo>
                    <a:pt x="177520" y="665245"/>
                    <a:pt x="182592" y="695677"/>
                    <a:pt x="192736" y="721037"/>
                  </a:cubicBezTo>
                  <a:cubicBezTo>
                    <a:pt x="207953" y="751469"/>
                    <a:pt x="228240" y="776829"/>
                    <a:pt x="258673" y="792045"/>
                  </a:cubicBezTo>
                  <a:cubicBezTo>
                    <a:pt x="314465" y="822477"/>
                    <a:pt x="339825" y="802189"/>
                    <a:pt x="339825" y="726109"/>
                  </a:cubicBezTo>
                </a:path>
              </a:pathLst>
            </a:custGeom>
            <a:solidFill>
              <a:srgbClr val="EDAA3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8873E59B-C196-4CFC-82D4-80B97CC94F44}"/>
                </a:ext>
              </a:extLst>
            </p:cNvPr>
            <p:cNvSpPr/>
            <p:nvPr/>
          </p:nvSpPr>
          <p:spPr>
            <a:xfrm>
              <a:off x="6704641" y="3388424"/>
              <a:ext cx="507201" cy="1166561"/>
            </a:xfrm>
            <a:custGeom>
              <a:avLst/>
              <a:gdLst>
                <a:gd name="connsiteX0" fmla="*/ 537633 w 507201"/>
                <a:gd name="connsiteY0" fmla="*/ 309392 h 1166560"/>
                <a:gd name="connsiteX1" fmla="*/ 537633 w 507201"/>
                <a:gd name="connsiteY1" fmla="*/ 578208 h 1166560"/>
                <a:gd name="connsiteX2" fmla="*/ 375329 w 507201"/>
                <a:gd name="connsiteY2" fmla="*/ 481840 h 1166560"/>
                <a:gd name="connsiteX3" fmla="*/ 375329 w 507201"/>
                <a:gd name="connsiteY3" fmla="*/ 466624 h 1166560"/>
                <a:gd name="connsiteX4" fmla="*/ 360113 w 507201"/>
                <a:gd name="connsiteY4" fmla="*/ 390544 h 1166560"/>
                <a:gd name="connsiteX5" fmla="*/ 299249 w 507201"/>
                <a:gd name="connsiteY5" fmla="*/ 339824 h 1166560"/>
                <a:gd name="connsiteX6" fmla="*/ 218097 w 507201"/>
                <a:gd name="connsiteY6" fmla="*/ 294176 h 1166560"/>
                <a:gd name="connsiteX7" fmla="*/ 218097 w 507201"/>
                <a:gd name="connsiteY7" fmla="*/ 471696 h 1166560"/>
                <a:gd name="connsiteX8" fmla="*/ 431121 w 507201"/>
                <a:gd name="connsiteY8" fmla="*/ 593425 h 1166560"/>
                <a:gd name="connsiteX9" fmla="*/ 431121 w 507201"/>
                <a:gd name="connsiteY9" fmla="*/ 740513 h 1166560"/>
                <a:gd name="connsiteX10" fmla="*/ 218097 w 507201"/>
                <a:gd name="connsiteY10" fmla="*/ 618785 h 1166560"/>
                <a:gd name="connsiteX11" fmla="*/ 218097 w 507201"/>
                <a:gd name="connsiteY11" fmla="*/ 831809 h 1166560"/>
                <a:gd name="connsiteX12" fmla="*/ 289104 w 507201"/>
                <a:gd name="connsiteY12" fmla="*/ 872385 h 1166560"/>
                <a:gd name="connsiteX13" fmla="*/ 360113 w 507201"/>
                <a:gd name="connsiteY13" fmla="*/ 892673 h 1166560"/>
                <a:gd name="connsiteX14" fmla="*/ 375329 w 507201"/>
                <a:gd name="connsiteY14" fmla="*/ 806449 h 1166560"/>
                <a:gd name="connsiteX15" fmla="*/ 375329 w 507201"/>
                <a:gd name="connsiteY15" fmla="*/ 796305 h 1166560"/>
                <a:gd name="connsiteX16" fmla="*/ 537633 w 507201"/>
                <a:gd name="connsiteY16" fmla="*/ 892673 h 1166560"/>
                <a:gd name="connsiteX17" fmla="*/ 537633 w 507201"/>
                <a:gd name="connsiteY17" fmla="*/ 1181777 h 1166560"/>
                <a:gd name="connsiteX18" fmla="*/ 0 w 507201"/>
                <a:gd name="connsiteY18" fmla="*/ 872385 h 1166560"/>
                <a:gd name="connsiteX19" fmla="*/ 0 w 507201"/>
                <a:gd name="connsiteY19" fmla="*/ 730369 h 1166560"/>
                <a:gd name="connsiteX20" fmla="*/ 30432 w 507201"/>
                <a:gd name="connsiteY20" fmla="*/ 725297 h 1166560"/>
                <a:gd name="connsiteX21" fmla="*/ 35504 w 507201"/>
                <a:gd name="connsiteY21" fmla="*/ 664433 h 1166560"/>
                <a:gd name="connsiteX22" fmla="*/ 35504 w 507201"/>
                <a:gd name="connsiteY22" fmla="*/ 248528 h 1166560"/>
                <a:gd name="connsiteX23" fmla="*/ 30432 w 507201"/>
                <a:gd name="connsiteY23" fmla="*/ 182592 h 1166560"/>
                <a:gd name="connsiteX24" fmla="*/ 0 w 507201"/>
                <a:gd name="connsiteY24" fmla="*/ 142016 h 1166560"/>
                <a:gd name="connsiteX25" fmla="*/ 0 w 507201"/>
                <a:gd name="connsiteY25" fmla="*/ 0 h 1166560"/>
                <a:gd name="connsiteX26" fmla="*/ 537633 w 507201"/>
                <a:gd name="connsiteY26" fmla="*/ 309392 h 1166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07201" h="1166560">
                  <a:moveTo>
                    <a:pt x="537633" y="309392"/>
                  </a:moveTo>
                  <a:lnTo>
                    <a:pt x="537633" y="578208"/>
                  </a:lnTo>
                  <a:lnTo>
                    <a:pt x="375329" y="481840"/>
                  </a:lnTo>
                  <a:cubicBezTo>
                    <a:pt x="375329" y="476768"/>
                    <a:pt x="375329" y="466624"/>
                    <a:pt x="375329" y="466624"/>
                  </a:cubicBezTo>
                  <a:cubicBezTo>
                    <a:pt x="375329" y="436192"/>
                    <a:pt x="370257" y="410832"/>
                    <a:pt x="360113" y="390544"/>
                  </a:cubicBezTo>
                  <a:cubicBezTo>
                    <a:pt x="349969" y="370256"/>
                    <a:pt x="329681" y="355040"/>
                    <a:pt x="299249" y="339824"/>
                  </a:cubicBezTo>
                  <a:lnTo>
                    <a:pt x="218097" y="294176"/>
                  </a:lnTo>
                  <a:lnTo>
                    <a:pt x="218097" y="471696"/>
                  </a:lnTo>
                  <a:lnTo>
                    <a:pt x="431121" y="593425"/>
                  </a:lnTo>
                  <a:lnTo>
                    <a:pt x="431121" y="740513"/>
                  </a:lnTo>
                  <a:lnTo>
                    <a:pt x="218097" y="618785"/>
                  </a:lnTo>
                  <a:lnTo>
                    <a:pt x="218097" y="831809"/>
                  </a:lnTo>
                  <a:lnTo>
                    <a:pt x="289104" y="872385"/>
                  </a:lnTo>
                  <a:cubicBezTo>
                    <a:pt x="324609" y="892673"/>
                    <a:pt x="349969" y="902817"/>
                    <a:pt x="360113" y="892673"/>
                  </a:cubicBezTo>
                  <a:cubicBezTo>
                    <a:pt x="370257" y="887601"/>
                    <a:pt x="375329" y="857169"/>
                    <a:pt x="375329" y="806449"/>
                  </a:cubicBezTo>
                  <a:cubicBezTo>
                    <a:pt x="375329" y="806449"/>
                    <a:pt x="375329" y="801377"/>
                    <a:pt x="375329" y="796305"/>
                  </a:cubicBezTo>
                  <a:lnTo>
                    <a:pt x="537633" y="892673"/>
                  </a:lnTo>
                  <a:lnTo>
                    <a:pt x="537633" y="1181777"/>
                  </a:lnTo>
                  <a:lnTo>
                    <a:pt x="0" y="872385"/>
                  </a:lnTo>
                  <a:lnTo>
                    <a:pt x="0" y="730369"/>
                  </a:lnTo>
                  <a:cubicBezTo>
                    <a:pt x="15216" y="735441"/>
                    <a:pt x="25360" y="735441"/>
                    <a:pt x="30432" y="725297"/>
                  </a:cubicBezTo>
                  <a:cubicBezTo>
                    <a:pt x="35504" y="715153"/>
                    <a:pt x="35504" y="694865"/>
                    <a:pt x="35504" y="664433"/>
                  </a:cubicBezTo>
                  <a:lnTo>
                    <a:pt x="35504" y="248528"/>
                  </a:lnTo>
                  <a:cubicBezTo>
                    <a:pt x="35504" y="218096"/>
                    <a:pt x="35504" y="192736"/>
                    <a:pt x="30432" y="182592"/>
                  </a:cubicBezTo>
                  <a:cubicBezTo>
                    <a:pt x="25360" y="167376"/>
                    <a:pt x="15216" y="152160"/>
                    <a:pt x="0" y="142016"/>
                  </a:cubicBezTo>
                  <a:lnTo>
                    <a:pt x="0" y="0"/>
                  </a:lnTo>
                  <a:lnTo>
                    <a:pt x="537633" y="309392"/>
                  </a:lnTo>
                  <a:close/>
                </a:path>
              </a:pathLst>
            </a:custGeom>
            <a:solidFill>
              <a:srgbClr val="EDAA3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AEFB1CBD-0D8A-4E68-B97D-80766DA72EE8}"/>
                </a:ext>
              </a:extLst>
            </p:cNvPr>
            <p:cNvSpPr/>
            <p:nvPr/>
          </p:nvSpPr>
          <p:spPr>
            <a:xfrm>
              <a:off x="6075712" y="3023240"/>
              <a:ext cx="507201" cy="1065121"/>
            </a:xfrm>
            <a:custGeom>
              <a:avLst/>
              <a:gdLst>
                <a:gd name="connsiteX0" fmla="*/ 461553 w 507201"/>
                <a:gd name="connsiteY0" fmla="*/ 314464 h 1065120"/>
                <a:gd name="connsiteX1" fmla="*/ 542705 w 507201"/>
                <a:gd name="connsiteY1" fmla="*/ 578209 h 1065120"/>
                <a:gd name="connsiteX2" fmla="*/ 542705 w 507201"/>
                <a:gd name="connsiteY2" fmla="*/ 882529 h 1065120"/>
                <a:gd name="connsiteX3" fmla="*/ 537633 w 507201"/>
                <a:gd name="connsiteY3" fmla="*/ 994113 h 1065120"/>
                <a:gd name="connsiteX4" fmla="*/ 517345 w 507201"/>
                <a:gd name="connsiteY4" fmla="*/ 1054977 h 1065120"/>
                <a:gd name="connsiteX5" fmla="*/ 365185 w 507201"/>
                <a:gd name="connsiteY5" fmla="*/ 1085409 h 1065120"/>
                <a:gd name="connsiteX6" fmla="*/ 243457 w 507201"/>
                <a:gd name="connsiteY6" fmla="*/ 1019473 h 1065120"/>
                <a:gd name="connsiteX7" fmla="*/ 0 w 507201"/>
                <a:gd name="connsiteY7" fmla="*/ 877457 h 1065120"/>
                <a:gd name="connsiteX8" fmla="*/ 0 w 507201"/>
                <a:gd name="connsiteY8" fmla="*/ 735441 h 1065120"/>
                <a:gd name="connsiteX9" fmla="*/ 30432 w 507201"/>
                <a:gd name="connsiteY9" fmla="*/ 730369 h 1065120"/>
                <a:gd name="connsiteX10" fmla="*/ 40576 w 507201"/>
                <a:gd name="connsiteY10" fmla="*/ 669505 h 1065120"/>
                <a:gd name="connsiteX11" fmla="*/ 40576 w 507201"/>
                <a:gd name="connsiteY11" fmla="*/ 253600 h 1065120"/>
                <a:gd name="connsiteX12" fmla="*/ 30432 w 507201"/>
                <a:gd name="connsiteY12" fmla="*/ 182592 h 1065120"/>
                <a:gd name="connsiteX13" fmla="*/ 0 w 507201"/>
                <a:gd name="connsiteY13" fmla="*/ 142016 h 1065120"/>
                <a:gd name="connsiteX14" fmla="*/ 0 w 507201"/>
                <a:gd name="connsiteY14" fmla="*/ 0 h 1065120"/>
                <a:gd name="connsiteX15" fmla="*/ 294177 w 507201"/>
                <a:gd name="connsiteY15" fmla="*/ 167376 h 1065120"/>
                <a:gd name="connsiteX16" fmla="*/ 395617 w 507201"/>
                <a:gd name="connsiteY16" fmla="*/ 238384 h 1065120"/>
                <a:gd name="connsiteX17" fmla="*/ 461553 w 507201"/>
                <a:gd name="connsiteY17" fmla="*/ 314464 h 1065120"/>
                <a:gd name="connsiteX18" fmla="*/ 370257 w 507201"/>
                <a:gd name="connsiteY18" fmla="*/ 801377 h 1065120"/>
                <a:gd name="connsiteX19" fmla="*/ 370257 w 507201"/>
                <a:gd name="connsiteY19" fmla="*/ 497056 h 1065120"/>
                <a:gd name="connsiteX20" fmla="*/ 349969 w 507201"/>
                <a:gd name="connsiteY20" fmla="*/ 395616 h 1065120"/>
                <a:gd name="connsiteX21" fmla="*/ 273889 w 507201"/>
                <a:gd name="connsiteY21" fmla="*/ 329680 h 1065120"/>
                <a:gd name="connsiteX22" fmla="*/ 213025 w 507201"/>
                <a:gd name="connsiteY22" fmla="*/ 294176 h 1065120"/>
                <a:gd name="connsiteX23" fmla="*/ 213025 w 507201"/>
                <a:gd name="connsiteY23" fmla="*/ 821665 h 1065120"/>
                <a:gd name="connsiteX24" fmla="*/ 268817 w 507201"/>
                <a:gd name="connsiteY24" fmla="*/ 852097 h 1065120"/>
                <a:gd name="connsiteX25" fmla="*/ 349969 w 507201"/>
                <a:gd name="connsiteY25" fmla="*/ 877457 h 1065120"/>
                <a:gd name="connsiteX26" fmla="*/ 370257 w 507201"/>
                <a:gd name="connsiteY26" fmla="*/ 801377 h 106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07201" h="1065120">
                  <a:moveTo>
                    <a:pt x="461553" y="314464"/>
                  </a:moveTo>
                  <a:cubicBezTo>
                    <a:pt x="517345" y="395616"/>
                    <a:pt x="542705" y="481840"/>
                    <a:pt x="542705" y="578209"/>
                  </a:cubicBezTo>
                  <a:lnTo>
                    <a:pt x="542705" y="882529"/>
                  </a:lnTo>
                  <a:cubicBezTo>
                    <a:pt x="542705" y="933249"/>
                    <a:pt x="542705" y="968753"/>
                    <a:pt x="537633" y="994113"/>
                  </a:cubicBezTo>
                  <a:cubicBezTo>
                    <a:pt x="532561" y="1019473"/>
                    <a:pt x="527489" y="1039761"/>
                    <a:pt x="517345" y="1054977"/>
                  </a:cubicBezTo>
                  <a:cubicBezTo>
                    <a:pt x="486913" y="1105697"/>
                    <a:pt x="431121" y="1115841"/>
                    <a:pt x="365185" y="1085409"/>
                  </a:cubicBezTo>
                  <a:cubicBezTo>
                    <a:pt x="344897" y="1080337"/>
                    <a:pt x="304321" y="1054977"/>
                    <a:pt x="243457" y="1019473"/>
                  </a:cubicBezTo>
                  <a:lnTo>
                    <a:pt x="0" y="877457"/>
                  </a:lnTo>
                  <a:lnTo>
                    <a:pt x="0" y="735441"/>
                  </a:lnTo>
                  <a:cubicBezTo>
                    <a:pt x="15216" y="740513"/>
                    <a:pt x="25360" y="740513"/>
                    <a:pt x="30432" y="730369"/>
                  </a:cubicBezTo>
                  <a:cubicBezTo>
                    <a:pt x="35504" y="720225"/>
                    <a:pt x="40576" y="705009"/>
                    <a:pt x="40576" y="669505"/>
                  </a:cubicBezTo>
                  <a:lnTo>
                    <a:pt x="40576" y="253600"/>
                  </a:lnTo>
                  <a:cubicBezTo>
                    <a:pt x="40576" y="223168"/>
                    <a:pt x="40576" y="197808"/>
                    <a:pt x="30432" y="182592"/>
                  </a:cubicBezTo>
                  <a:cubicBezTo>
                    <a:pt x="25360" y="167376"/>
                    <a:pt x="15216" y="157232"/>
                    <a:pt x="0" y="142016"/>
                  </a:cubicBezTo>
                  <a:lnTo>
                    <a:pt x="0" y="0"/>
                  </a:lnTo>
                  <a:lnTo>
                    <a:pt x="294177" y="167376"/>
                  </a:lnTo>
                  <a:cubicBezTo>
                    <a:pt x="339825" y="192736"/>
                    <a:pt x="370257" y="213024"/>
                    <a:pt x="395617" y="238384"/>
                  </a:cubicBezTo>
                  <a:cubicBezTo>
                    <a:pt x="420977" y="258672"/>
                    <a:pt x="441265" y="284032"/>
                    <a:pt x="461553" y="314464"/>
                  </a:cubicBezTo>
                  <a:close/>
                  <a:moveTo>
                    <a:pt x="370257" y="801377"/>
                  </a:moveTo>
                  <a:lnTo>
                    <a:pt x="370257" y="497056"/>
                  </a:lnTo>
                  <a:cubicBezTo>
                    <a:pt x="370257" y="451408"/>
                    <a:pt x="365185" y="415904"/>
                    <a:pt x="349969" y="395616"/>
                  </a:cubicBezTo>
                  <a:cubicBezTo>
                    <a:pt x="334753" y="375328"/>
                    <a:pt x="309393" y="349968"/>
                    <a:pt x="273889" y="329680"/>
                  </a:cubicBezTo>
                  <a:lnTo>
                    <a:pt x="213025" y="294176"/>
                  </a:lnTo>
                  <a:lnTo>
                    <a:pt x="213025" y="821665"/>
                  </a:lnTo>
                  <a:lnTo>
                    <a:pt x="268817" y="852097"/>
                  </a:lnTo>
                  <a:cubicBezTo>
                    <a:pt x="309393" y="877457"/>
                    <a:pt x="334753" y="882529"/>
                    <a:pt x="349969" y="877457"/>
                  </a:cubicBezTo>
                  <a:cubicBezTo>
                    <a:pt x="365185" y="877457"/>
                    <a:pt x="370257" y="847025"/>
                    <a:pt x="370257" y="801377"/>
                  </a:cubicBezTo>
                </a:path>
              </a:pathLst>
            </a:custGeom>
            <a:solidFill>
              <a:srgbClr val="EDAA3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F006C645-DECE-4117-865D-BF4023212CEE}"/>
                </a:ext>
              </a:extLst>
            </p:cNvPr>
            <p:cNvSpPr/>
            <p:nvPr/>
          </p:nvSpPr>
          <p:spPr>
            <a:xfrm>
              <a:off x="5903263" y="4362249"/>
              <a:ext cx="1115842" cy="659361"/>
            </a:xfrm>
            <a:custGeom>
              <a:avLst/>
              <a:gdLst>
                <a:gd name="connsiteX0" fmla="*/ 674578 w 1115842"/>
                <a:gd name="connsiteY0" fmla="*/ 0 h 659360"/>
                <a:gd name="connsiteX1" fmla="*/ 0 w 1115842"/>
                <a:gd name="connsiteY1" fmla="*/ 461552 h 659360"/>
                <a:gd name="connsiteX2" fmla="*/ 471697 w 1115842"/>
                <a:gd name="connsiteY2" fmla="*/ 694864 h 659360"/>
                <a:gd name="connsiteX3" fmla="*/ 1161490 w 1115842"/>
                <a:gd name="connsiteY3" fmla="*/ 334752 h 659360"/>
                <a:gd name="connsiteX4" fmla="*/ 674578 w 1115842"/>
                <a:gd name="connsiteY4" fmla="*/ 0 h 659360"/>
                <a:gd name="connsiteX5" fmla="*/ 654289 w 1115842"/>
                <a:gd name="connsiteY5" fmla="*/ 507200 h 659360"/>
                <a:gd name="connsiteX6" fmla="*/ 273889 w 1115842"/>
                <a:gd name="connsiteY6" fmla="*/ 314464 h 659360"/>
                <a:gd name="connsiteX7" fmla="*/ 273889 w 1115842"/>
                <a:gd name="connsiteY7" fmla="*/ 314464 h 659360"/>
                <a:gd name="connsiteX8" fmla="*/ 654289 w 1115842"/>
                <a:gd name="connsiteY8" fmla="*/ 507200 h 659360"/>
                <a:gd name="connsiteX9" fmla="*/ 654289 w 1115842"/>
                <a:gd name="connsiteY9" fmla="*/ 507200 h 659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15842" h="659360">
                  <a:moveTo>
                    <a:pt x="674578" y="0"/>
                  </a:moveTo>
                  <a:cubicBezTo>
                    <a:pt x="415905" y="131872"/>
                    <a:pt x="202880" y="268816"/>
                    <a:pt x="0" y="461552"/>
                  </a:cubicBezTo>
                  <a:cubicBezTo>
                    <a:pt x="177520" y="512272"/>
                    <a:pt x="319537" y="613712"/>
                    <a:pt x="471697" y="694864"/>
                  </a:cubicBezTo>
                  <a:cubicBezTo>
                    <a:pt x="674578" y="542704"/>
                    <a:pt x="907890" y="420976"/>
                    <a:pt x="1161490" y="334752"/>
                  </a:cubicBezTo>
                  <a:cubicBezTo>
                    <a:pt x="1014402" y="202880"/>
                    <a:pt x="852098" y="91296"/>
                    <a:pt x="674578" y="0"/>
                  </a:cubicBezTo>
                  <a:close/>
                  <a:moveTo>
                    <a:pt x="654289" y="507200"/>
                  </a:moveTo>
                  <a:cubicBezTo>
                    <a:pt x="537633" y="431120"/>
                    <a:pt x="410833" y="370256"/>
                    <a:pt x="273889" y="314464"/>
                  </a:cubicBezTo>
                  <a:cubicBezTo>
                    <a:pt x="273889" y="314464"/>
                    <a:pt x="273889" y="314464"/>
                    <a:pt x="273889" y="314464"/>
                  </a:cubicBezTo>
                  <a:cubicBezTo>
                    <a:pt x="410833" y="365184"/>
                    <a:pt x="542705" y="431120"/>
                    <a:pt x="654289" y="507200"/>
                  </a:cubicBezTo>
                  <a:cubicBezTo>
                    <a:pt x="659361" y="507200"/>
                    <a:pt x="659361" y="507200"/>
                    <a:pt x="654289" y="507200"/>
                  </a:cubicBezTo>
                  <a:close/>
                </a:path>
              </a:pathLst>
            </a:custGeom>
            <a:solidFill>
              <a:srgbClr val="331D5E">
                <a:alpha val="24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4C4CBDD4-E31A-4575-866D-A49C6E232B9E}"/>
                </a:ext>
              </a:extLst>
            </p:cNvPr>
            <p:cNvSpPr/>
            <p:nvPr/>
          </p:nvSpPr>
          <p:spPr>
            <a:xfrm>
              <a:off x="6598129" y="4412969"/>
              <a:ext cx="355041" cy="202880"/>
            </a:xfrm>
            <a:custGeom>
              <a:avLst/>
              <a:gdLst>
                <a:gd name="connsiteX0" fmla="*/ 370257 w 355040"/>
                <a:gd name="connsiteY0" fmla="*/ 207952 h 202880"/>
                <a:gd name="connsiteX1" fmla="*/ 370257 w 355040"/>
                <a:gd name="connsiteY1" fmla="*/ 223168 h 202880"/>
                <a:gd name="connsiteX2" fmla="*/ 0 w 355040"/>
                <a:gd name="connsiteY2" fmla="*/ 10144 h 202880"/>
                <a:gd name="connsiteX3" fmla="*/ 0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70257" y="207952"/>
                  </a:moveTo>
                  <a:lnTo>
                    <a:pt x="370257" y="223168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898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816DB86-7032-43C3-9510-EBBD87C93A11}"/>
                </a:ext>
              </a:extLst>
            </p:cNvPr>
            <p:cNvSpPr/>
            <p:nvPr/>
          </p:nvSpPr>
          <p:spPr>
            <a:xfrm>
              <a:off x="6156864" y="4666569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5216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lnTo>
                    <a:pt x="0" y="15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C5C5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50CACEA2-9BC0-4DB6-822F-5BE12758276A}"/>
                </a:ext>
              </a:extLst>
            </p:cNvPr>
            <p:cNvSpPr/>
            <p:nvPr/>
          </p:nvSpPr>
          <p:spPr>
            <a:xfrm>
              <a:off x="6866945" y="4620921"/>
              <a:ext cx="101440" cy="50720"/>
            </a:xfrm>
            <a:custGeom>
              <a:avLst/>
              <a:gdLst>
                <a:gd name="connsiteX0" fmla="*/ 101440 w 101440"/>
                <a:gd name="connsiteY0" fmla="*/ 0 h 50720"/>
                <a:gd name="connsiteX1" fmla="*/ 101440 w 101440"/>
                <a:gd name="connsiteY1" fmla="*/ 15216 h 50720"/>
                <a:gd name="connsiteX2" fmla="*/ 0 w 101440"/>
                <a:gd name="connsiteY2" fmla="*/ 71008 h 50720"/>
                <a:gd name="connsiteX3" fmla="*/ 0 w 101440"/>
                <a:gd name="connsiteY3" fmla="*/ 55792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50720">
                  <a:moveTo>
                    <a:pt x="101440" y="0"/>
                  </a:moveTo>
                  <a:lnTo>
                    <a:pt x="101440" y="15216"/>
                  </a:lnTo>
                  <a:lnTo>
                    <a:pt x="0" y="71008"/>
                  </a:lnTo>
                  <a:lnTo>
                    <a:pt x="0" y="55792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0869F09D-7B67-4EE3-9AEE-EC37F70752AF}"/>
                </a:ext>
              </a:extLst>
            </p:cNvPr>
            <p:cNvSpPr/>
            <p:nvPr/>
          </p:nvSpPr>
          <p:spPr>
            <a:xfrm>
              <a:off x="6831441" y="4697001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5216"/>
                  </a:lnTo>
                  <a:lnTo>
                    <a:pt x="0" y="15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982FC66-D9B0-4874-A152-93043962EAB9}"/>
                </a:ext>
              </a:extLst>
            </p:cNvPr>
            <p:cNvSpPr/>
            <p:nvPr/>
          </p:nvSpPr>
          <p:spPr>
            <a:xfrm>
              <a:off x="6806081" y="471221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507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5072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DBAEA823-620C-48A4-96C1-784F72ABEFDD}"/>
                </a:ext>
              </a:extLst>
            </p:cNvPr>
            <p:cNvSpPr/>
            <p:nvPr/>
          </p:nvSpPr>
          <p:spPr>
            <a:xfrm>
              <a:off x="6775649" y="4732505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C7EF2D24-2F94-4554-831C-926FCC100A54}"/>
                </a:ext>
              </a:extLst>
            </p:cNvPr>
            <p:cNvSpPr/>
            <p:nvPr/>
          </p:nvSpPr>
          <p:spPr>
            <a:xfrm>
              <a:off x="6750289" y="4747721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5216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5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B4946F12-50EC-4394-BD9E-4BB14649E4CD}"/>
                </a:ext>
              </a:extLst>
            </p:cNvPr>
            <p:cNvSpPr/>
            <p:nvPr/>
          </p:nvSpPr>
          <p:spPr>
            <a:xfrm>
              <a:off x="6719857" y="4762937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5216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lnTo>
                    <a:pt x="0" y="15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692E71F4-245A-4439-BF6E-CC68DCF7A9BE}"/>
                </a:ext>
              </a:extLst>
            </p:cNvPr>
            <p:cNvSpPr/>
            <p:nvPr/>
          </p:nvSpPr>
          <p:spPr>
            <a:xfrm>
              <a:off x="6694497" y="477815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507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5072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D93E283-7C4C-4E78-A6FE-C5EC16B48287}"/>
                </a:ext>
              </a:extLst>
            </p:cNvPr>
            <p:cNvSpPr/>
            <p:nvPr/>
          </p:nvSpPr>
          <p:spPr>
            <a:xfrm>
              <a:off x="6664065" y="4798441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669ACDB3-AA19-4425-BF1E-5D2D53E0F498}"/>
                </a:ext>
              </a:extLst>
            </p:cNvPr>
            <p:cNvSpPr/>
            <p:nvPr/>
          </p:nvSpPr>
          <p:spPr>
            <a:xfrm>
              <a:off x="6638705" y="481365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06125489-0099-4DED-A8D1-C723FAC5D520}"/>
                </a:ext>
              </a:extLst>
            </p:cNvPr>
            <p:cNvSpPr/>
            <p:nvPr/>
          </p:nvSpPr>
          <p:spPr>
            <a:xfrm>
              <a:off x="6608273" y="482887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5216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5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5538589-6E9C-4B61-9522-1B5AFCEC310F}"/>
                </a:ext>
              </a:extLst>
            </p:cNvPr>
            <p:cNvSpPr/>
            <p:nvPr/>
          </p:nvSpPr>
          <p:spPr>
            <a:xfrm>
              <a:off x="6364817" y="4864377"/>
              <a:ext cx="50720" cy="50720"/>
            </a:xfrm>
            <a:custGeom>
              <a:avLst/>
              <a:gdLst>
                <a:gd name="connsiteX0" fmla="*/ 5072 w 0"/>
                <a:gd name="connsiteY0" fmla="*/ 5072 h 0"/>
                <a:gd name="connsiteX1" fmla="*/ 5072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5072"/>
                  </a:moveTo>
                  <a:lnTo>
                    <a:pt x="5072" y="15216"/>
                  </a:lnTo>
                  <a:lnTo>
                    <a:pt x="0" y="15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7FC6D24-49BA-4E09-8E95-7525211E673A}"/>
                </a:ext>
              </a:extLst>
            </p:cNvPr>
            <p:cNvSpPr/>
            <p:nvPr/>
          </p:nvSpPr>
          <p:spPr>
            <a:xfrm>
              <a:off x="6369889" y="4869449"/>
              <a:ext cx="50720" cy="50720"/>
            </a:xfrm>
            <a:custGeom>
              <a:avLst/>
              <a:gdLst>
                <a:gd name="connsiteX0" fmla="*/ 10144 w 0"/>
                <a:gd name="connsiteY0" fmla="*/ 5072 h 0"/>
                <a:gd name="connsiteX1" fmla="*/ 10144 w 0"/>
                <a:gd name="connsiteY1" fmla="*/ 15216 h 0"/>
                <a:gd name="connsiteX2" fmla="*/ 0 w 0"/>
                <a:gd name="connsiteY2" fmla="*/ 10144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10144" y="5072"/>
                  </a:moveTo>
                  <a:lnTo>
                    <a:pt x="10144" y="15216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618A1694-41CF-4551-A8A2-03B191854537}"/>
                </a:ext>
              </a:extLst>
            </p:cNvPr>
            <p:cNvSpPr/>
            <p:nvPr/>
          </p:nvSpPr>
          <p:spPr>
            <a:xfrm>
              <a:off x="6385104" y="4874521"/>
              <a:ext cx="50720" cy="50720"/>
            </a:xfrm>
            <a:custGeom>
              <a:avLst/>
              <a:gdLst>
                <a:gd name="connsiteX0" fmla="*/ 5072 w 0"/>
                <a:gd name="connsiteY0" fmla="*/ 5072 h 0"/>
                <a:gd name="connsiteX1" fmla="*/ 5072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5072"/>
                  </a:moveTo>
                  <a:lnTo>
                    <a:pt x="5072" y="15216"/>
                  </a:lnTo>
                  <a:lnTo>
                    <a:pt x="0" y="15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7375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031A4E9-6D97-43FE-A2A5-C2A75600B2A6}"/>
                </a:ext>
              </a:extLst>
            </p:cNvPr>
            <p:cNvSpPr/>
            <p:nvPr/>
          </p:nvSpPr>
          <p:spPr>
            <a:xfrm>
              <a:off x="6395249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E9295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80D85A50-F408-465B-80A5-260A1920B57E}"/>
                </a:ext>
              </a:extLst>
            </p:cNvPr>
            <p:cNvSpPr/>
            <p:nvPr/>
          </p:nvSpPr>
          <p:spPr>
            <a:xfrm>
              <a:off x="6395249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10144 h 0"/>
                <a:gd name="connsiteX4" fmla="*/ 0 w 0"/>
                <a:gd name="connsiteY4" fmla="*/ 0 h 0"/>
                <a:gd name="connsiteX5" fmla="*/ 0 w 0"/>
                <a:gd name="connsiteY5" fmla="*/ 0 h 0"/>
                <a:gd name="connsiteX6" fmla="*/ 0 w 0"/>
                <a:gd name="connsiteY6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A8E9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566EE625-C1AD-45EE-9D06-B30522A228BD}"/>
                </a:ext>
              </a:extLst>
            </p:cNvPr>
            <p:cNvSpPr/>
            <p:nvPr/>
          </p:nvSpPr>
          <p:spPr>
            <a:xfrm>
              <a:off x="6385104" y="4874521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5072"/>
                    <a:pt x="0" y="5072"/>
                    <a:pt x="0" y="0"/>
                  </a:cubicBezTo>
                </a:path>
              </a:pathLst>
            </a:custGeom>
            <a:solidFill>
              <a:srgbClr val="92979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B876A47-4628-4CCA-ABF2-B3DF8D8C1536}"/>
                </a:ext>
              </a:extLst>
            </p:cNvPr>
            <p:cNvSpPr/>
            <p:nvPr/>
          </p:nvSpPr>
          <p:spPr>
            <a:xfrm>
              <a:off x="6385104" y="487959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E9295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CEB80A86-FD3C-408E-9949-C4F485D02CD1}"/>
                </a:ext>
              </a:extLst>
            </p:cNvPr>
            <p:cNvSpPr/>
            <p:nvPr/>
          </p:nvSpPr>
          <p:spPr>
            <a:xfrm>
              <a:off x="6385104" y="487959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A8E9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EC09C845-757A-45BC-8412-5277EF14D63F}"/>
                </a:ext>
              </a:extLst>
            </p:cNvPr>
            <p:cNvSpPr/>
            <p:nvPr/>
          </p:nvSpPr>
          <p:spPr>
            <a:xfrm>
              <a:off x="6385104" y="487959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68A8C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B58F15FC-92E0-47CB-8E16-479085240FB7}"/>
                </a:ext>
              </a:extLst>
            </p:cNvPr>
            <p:cNvSpPr/>
            <p:nvPr/>
          </p:nvSpPr>
          <p:spPr>
            <a:xfrm>
              <a:off x="6385104" y="487959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2858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E99AEB78-C86F-4193-BF2D-9085D8835D74}"/>
                </a:ext>
              </a:extLst>
            </p:cNvPr>
            <p:cNvSpPr/>
            <p:nvPr/>
          </p:nvSpPr>
          <p:spPr>
            <a:xfrm>
              <a:off x="6385104" y="487959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D8183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C134C4AC-416E-4D87-AE68-90FCE926BE07}"/>
                </a:ext>
              </a:extLst>
            </p:cNvPr>
            <p:cNvSpPr/>
            <p:nvPr/>
          </p:nvSpPr>
          <p:spPr>
            <a:xfrm>
              <a:off x="6385104" y="487959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97D7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F3A241AB-56E3-4020-B0BD-5EA4AE6D022A}"/>
                </a:ext>
              </a:extLst>
            </p:cNvPr>
            <p:cNvSpPr/>
            <p:nvPr/>
          </p:nvSpPr>
          <p:spPr>
            <a:xfrm>
              <a:off x="6385104" y="487959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50FB1B9C-606E-44BC-B4D0-22E32ED73490}"/>
                </a:ext>
              </a:extLst>
            </p:cNvPr>
            <p:cNvSpPr/>
            <p:nvPr/>
          </p:nvSpPr>
          <p:spPr>
            <a:xfrm>
              <a:off x="6390177" y="487959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138B83D7-0614-48AB-BA17-A3AB9D86DED2}"/>
                </a:ext>
              </a:extLst>
            </p:cNvPr>
            <p:cNvSpPr/>
            <p:nvPr/>
          </p:nvSpPr>
          <p:spPr>
            <a:xfrm>
              <a:off x="6390177" y="487959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8FB6A143-35F4-4506-BFF2-7CA7404A7031}"/>
                </a:ext>
              </a:extLst>
            </p:cNvPr>
            <p:cNvSpPr/>
            <p:nvPr/>
          </p:nvSpPr>
          <p:spPr>
            <a:xfrm>
              <a:off x="6390177" y="487959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62F71794-CDB5-4D16-8972-46618301FF99}"/>
                </a:ext>
              </a:extLst>
            </p:cNvPr>
            <p:cNvSpPr/>
            <p:nvPr/>
          </p:nvSpPr>
          <p:spPr>
            <a:xfrm>
              <a:off x="6390177" y="487959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8CE822F-4C2B-4FA5-944C-0CAD19452B4E}"/>
                </a:ext>
              </a:extLst>
            </p:cNvPr>
            <p:cNvSpPr/>
            <p:nvPr/>
          </p:nvSpPr>
          <p:spPr>
            <a:xfrm>
              <a:off x="6390177" y="487959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E6789906-9B4F-4E74-9FEC-FAE5C9A27120}"/>
                </a:ext>
              </a:extLst>
            </p:cNvPr>
            <p:cNvSpPr/>
            <p:nvPr/>
          </p:nvSpPr>
          <p:spPr>
            <a:xfrm>
              <a:off x="6390177" y="487959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E781BE12-5CFE-4E0B-9C73-B1FAA66FA33F}"/>
                </a:ext>
              </a:extLst>
            </p:cNvPr>
            <p:cNvSpPr/>
            <p:nvPr/>
          </p:nvSpPr>
          <p:spPr>
            <a:xfrm>
              <a:off x="6390177" y="487959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36631976-A81E-4467-88E0-2A3D04CF564E}"/>
                </a:ext>
              </a:extLst>
            </p:cNvPr>
            <p:cNvSpPr/>
            <p:nvPr/>
          </p:nvSpPr>
          <p:spPr>
            <a:xfrm>
              <a:off x="6390177" y="4882411"/>
              <a:ext cx="50720" cy="50720"/>
            </a:xfrm>
            <a:custGeom>
              <a:avLst/>
              <a:gdLst>
                <a:gd name="connsiteX0" fmla="*/ 0 w 0"/>
                <a:gd name="connsiteY0" fmla="*/ 2254 h 0"/>
                <a:gd name="connsiteX1" fmla="*/ 0 w 0"/>
                <a:gd name="connsiteY1" fmla="*/ 12398 h 0"/>
                <a:gd name="connsiteX2" fmla="*/ 0 w 0"/>
                <a:gd name="connsiteY2" fmla="*/ 12398 h 0"/>
                <a:gd name="connsiteX3" fmla="*/ 0 w 0"/>
                <a:gd name="connsiteY3" fmla="*/ 12398 h 0"/>
                <a:gd name="connsiteX4" fmla="*/ 0 w 0"/>
                <a:gd name="connsiteY4" fmla="*/ 2254 h 0"/>
                <a:gd name="connsiteX5" fmla="*/ 0 w 0"/>
                <a:gd name="connsiteY5" fmla="*/ 2254 h 0"/>
                <a:gd name="connsiteX6" fmla="*/ 0 w 0"/>
                <a:gd name="connsiteY6" fmla="*/ 225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0" y="2254"/>
                  </a:moveTo>
                  <a:lnTo>
                    <a:pt x="0" y="12398"/>
                  </a:lnTo>
                  <a:cubicBezTo>
                    <a:pt x="0" y="12398"/>
                    <a:pt x="0" y="12398"/>
                    <a:pt x="0" y="12398"/>
                  </a:cubicBezTo>
                  <a:cubicBezTo>
                    <a:pt x="0" y="12398"/>
                    <a:pt x="0" y="12398"/>
                    <a:pt x="0" y="12398"/>
                  </a:cubicBezTo>
                  <a:lnTo>
                    <a:pt x="0" y="2254"/>
                  </a:lnTo>
                  <a:cubicBezTo>
                    <a:pt x="0" y="-2818"/>
                    <a:pt x="0" y="2254"/>
                    <a:pt x="0" y="2254"/>
                  </a:cubicBezTo>
                  <a:cubicBezTo>
                    <a:pt x="0" y="2254"/>
                    <a:pt x="0" y="2254"/>
                    <a:pt x="0" y="2254"/>
                  </a:cubicBezTo>
                </a:path>
              </a:pathLst>
            </a:custGeom>
            <a:solidFill>
              <a:srgbClr val="6D7072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8AA37A51-FE60-4373-9949-80F039EF9E90}"/>
                </a:ext>
              </a:extLst>
            </p:cNvPr>
            <p:cNvSpPr/>
            <p:nvPr/>
          </p:nvSpPr>
          <p:spPr>
            <a:xfrm>
              <a:off x="6395249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10144 h 0"/>
                <a:gd name="connsiteX4" fmla="*/ 0 w 0"/>
                <a:gd name="connsiteY4" fmla="*/ 0 h 0"/>
                <a:gd name="connsiteX5" fmla="*/ 0 w 0"/>
                <a:gd name="connsiteY5" fmla="*/ 0 h 0"/>
                <a:gd name="connsiteX6" fmla="*/ 0 w 0"/>
                <a:gd name="connsiteY6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A8E9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A1331915-D982-44C9-B1FD-68CBBB7CE286}"/>
                </a:ext>
              </a:extLst>
            </p:cNvPr>
            <p:cNvSpPr/>
            <p:nvPr/>
          </p:nvSpPr>
          <p:spPr>
            <a:xfrm>
              <a:off x="6395249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68A8C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C8636290-6AAC-47BC-A690-1724CF50AD25}"/>
                </a:ext>
              </a:extLst>
            </p:cNvPr>
            <p:cNvSpPr/>
            <p:nvPr/>
          </p:nvSpPr>
          <p:spPr>
            <a:xfrm>
              <a:off x="6395249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2858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7AA2B963-DDC9-403B-830A-8DAA5134A049}"/>
                </a:ext>
              </a:extLst>
            </p:cNvPr>
            <p:cNvSpPr/>
            <p:nvPr/>
          </p:nvSpPr>
          <p:spPr>
            <a:xfrm>
              <a:off x="6395249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D8183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A91BF626-33F0-4093-905B-1DBDD0B06879}"/>
                </a:ext>
              </a:extLst>
            </p:cNvPr>
            <p:cNvSpPr/>
            <p:nvPr/>
          </p:nvSpPr>
          <p:spPr>
            <a:xfrm>
              <a:off x="6390177" y="4884665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5072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5072" y="0"/>
                  </a:lnTo>
                </a:path>
              </a:pathLst>
            </a:custGeom>
            <a:solidFill>
              <a:srgbClr val="797D7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C8333710-92A9-434C-8084-25A1F0275363}"/>
                </a:ext>
              </a:extLst>
            </p:cNvPr>
            <p:cNvSpPr/>
            <p:nvPr/>
          </p:nvSpPr>
          <p:spPr>
            <a:xfrm>
              <a:off x="6390177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5787B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A9F41E9F-47D1-471C-8BBE-2ACF0409D35E}"/>
                </a:ext>
              </a:extLst>
            </p:cNvPr>
            <p:cNvSpPr/>
            <p:nvPr/>
          </p:nvSpPr>
          <p:spPr>
            <a:xfrm>
              <a:off x="6390177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717476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BB905DF5-8111-4DF0-BE08-EC8DED664E17}"/>
                </a:ext>
              </a:extLst>
            </p:cNvPr>
            <p:cNvSpPr/>
            <p:nvPr/>
          </p:nvSpPr>
          <p:spPr>
            <a:xfrm>
              <a:off x="6390177" y="4882411"/>
              <a:ext cx="50720" cy="50720"/>
            </a:xfrm>
            <a:custGeom>
              <a:avLst/>
              <a:gdLst>
                <a:gd name="connsiteX0" fmla="*/ 0 w 0"/>
                <a:gd name="connsiteY0" fmla="*/ 2254 h 0"/>
                <a:gd name="connsiteX1" fmla="*/ 0 w 0"/>
                <a:gd name="connsiteY1" fmla="*/ 12398 h 0"/>
                <a:gd name="connsiteX2" fmla="*/ 0 w 0"/>
                <a:gd name="connsiteY2" fmla="*/ 12398 h 0"/>
                <a:gd name="connsiteX3" fmla="*/ 0 w 0"/>
                <a:gd name="connsiteY3" fmla="*/ 12398 h 0"/>
                <a:gd name="connsiteX4" fmla="*/ 0 w 0"/>
                <a:gd name="connsiteY4" fmla="*/ 2254 h 0"/>
                <a:gd name="connsiteX5" fmla="*/ 0 w 0"/>
                <a:gd name="connsiteY5" fmla="*/ 2254 h 0"/>
                <a:gd name="connsiteX6" fmla="*/ 0 w 0"/>
                <a:gd name="connsiteY6" fmla="*/ 225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0" y="2254"/>
                  </a:moveTo>
                  <a:lnTo>
                    <a:pt x="0" y="12398"/>
                  </a:lnTo>
                  <a:cubicBezTo>
                    <a:pt x="0" y="12398"/>
                    <a:pt x="0" y="12398"/>
                    <a:pt x="0" y="12398"/>
                  </a:cubicBezTo>
                  <a:cubicBezTo>
                    <a:pt x="0" y="12398"/>
                    <a:pt x="0" y="12398"/>
                    <a:pt x="0" y="12398"/>
                  </a:cubicBezTo>
                  <a:lnTo>
                    <a:pt x="0" y="2254"/>
                  </a:lnTo>
                  <a:cubicBezTo>
                    <a:pt x="0" y="-2818"/>
                    <a:pt x="0" y="2254"/>
                    <a:pt x="0" y="2254"/>
                  </a:cubicBezTo>
                  <a:cubicBezTo>
                    <a:pt x="0" y="2254"/>
                    <a:pt x="0" y="2254"/>
                    <a:pt x="0" y="2254"/>
                  </a:cubicBezTo>
                </a:path>
              </a:pathLst>
            </a:custGeom>
            <a:solidFill>
              <a:srgbClr val="6D7072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CD2059E3-64E9-4D8A-933D-ABE981F3E51D}"/>
                </a:ext>
              </a:extLst>
            </p:cNvPr>
            <p:cNvSpPr/>
            <p:nvPr/>
          </p:nvSpPr>
          <p:spPr>
            <a:xfrm>
              <a:off x="6400321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27C0E1-5F05-46F8-BBD4-28FAA281DF2D}"/>
                </a:ext>
              </a:extLst>
            </p:cNvPr>
            <p:cNvSpPr/>
            <p:nvPr/>
          </p:nvSpPr>
          <p:spPr>
            <a:xfrm>
              <a:off x="6396517" y="4884665"/>
              <a:ext cx="50720" cy="50720"/>
            </a:xfrm>
            <a:custGeom>
              <a:avLst/>
              <a:gdLst>
                <a:gd name="connsiteX0" fmla="*/ 3804 w 0"/>
                <a:gd name="connsiteY0" fmla="*/ 0 h 0"/>
                <a:gd name="connsiteX1" fmla="*/ 3804 w 0"/>
                <a:gd name="connsiteY1" fmla="*/ 10144 h 0"/>
                <a:gd name="connsiteX2" fmla="*/ 3804 w 0"/>
                <a:gd name="connsiteY2" fmla="*/ 10144 h 0"/>
                <a:gd name="connsiteX3" fmla="*/ 3804 w 0"/>
                <a:gd name="connsiteY3" fmla="*/ 0 h 0"/>
                <a:gd name="connsiteX4" fmla="*/ 3804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3804" y="0"/>
                  </a:moveTo>
                  <a:lnTo>
                    <a:pt x="3804" y="10144"/>
                  </a:lnTo>
                  <a:cubicBezTo>
                    <a:pt x="3804" y="10144"/>
                    <a:pt x="3804" y="10144"/>
                    <a:pt x="3804" y="10144"/>
                  </a:cubicBezTo>
                  <a:lnTo>
                    <a:pt x="3804" y="0"/>
                  </a:lnTo>
                  <a:cubicBezTo>
                    <a:pt x="-1268" y="0"/>
                    <a:pt x="-1268" y="0"/>
                    <a:pt x="3804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4A2988B0-1A48-4DB2-B4B2-A1BDD278888A}"/>
                </a:ext>
              </a:extLst>
            </p:cNvPr>
            <p:cNvSpPr/>
            <p:nvPr/>
          </p:nvSpPr>
          <p:spPr>
            <a:xfrm>
              <a:off x="6395249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87139FDA-3115-4E35-A27B-89E9F3BFF41A}"/>
                </a:ext>
              </a:extLst>
            </p:cNvPr>
            <p:cNvSpPr/>
            <p:nvPr/>
          </p:nvSpPr>
          <p:spPr>
            <a:xfrm>
              <a:off x="6395249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69426F3-8FF0-48AA-9AC7-80D7909EDF27}"/>
                </a:ext>
              </a:extLst>
            </p:cNvPr>
            <p:cNvSpPr/>
            <p:nvPr/>
          </p:nvSpPr>
          <p:spPr>
            <a:xfrm>
              <a:off x="6395249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17173DBC-9A5C-4F8A-91AA-BE7961135C78}"/>
                </a:ext>
              </a:extLst>
            </p:cNvPr>
            <p:cNvSpPr/>
            <p:nvPr/>
          </p:nvSpPr>
          <p:spPr>
            <a:xfrm>
              <a:off x="6395249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16628EAA-8524-44E7-BAE2-12D11C11C456}"/>
                </a:ext>
              </a:extLst>
            </p:cNvPr>
            <p:cNvSpPr/>
            <p:nvPr/>
          </p:nvSpPr>
          <p:spPr>
            <a:xfrm>
              <a:off x="6395249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95E5C668-E186-4D81-BC54-603908EE0E3E}"/>
                </a:ext>
              </a:extLst>
            </p:cNvPr>
            <p:cNvSpPr/>
            <p:nvPr/>
          </p:nvSpPr>
          <p:spPr>
            <a:xfrm>
              <a:off x="6391445" y="4884665"/>
              <a:ext cx="50720" cy="50720"/>
            </a:xfrm>
            <a:custGeom>
              <a:avLst/>
              <a:gdLst>
                <a:gd name="connsiteX0" fmla="*/ 3804 w 0"/>
                <a:gd name="connsiteY0" fmla="*/ 0 h 0"/>
                <a:gd name="connsiteX1" fmla="*/ 3804 w 0"/>
                <a:gd name="connsiteY1" fmla="*/ 10144 h 0"/>
                <a:gd name="connsiteX2" fmla="*/ 3804 w 0"/>
                <a:gd name="connsiteY2" fmla="*/ 10144 h 0"/>
                <a:gd name="connsiteX3" fmla="*/ 3804 w 0"/>
                <a:gd name="connsiteY3" fmla="*/ 0 h 0"/>
                <a:gd name="connsiteX4" fmla="*/ 3804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3804" y="0"/>
                  </a:moveTo>
                  <a:lnTo>
                    <a:pt x="3804" y="10144"/>
                  </a:lnTo>
                  <a:cubicBezTo>
                    <a:pt x="3804" y="10144"/>
                    <a:pt x="3804" y="10144"/>
                    <a:pt x="3804" y="10144"/>
                  </a:cubicBezTo>
                  <a:lnTo>
                    <a:pt x="3804" y="0"/>
                  </a:lnTo>
                  <a:cubicBezTo>
                    <a:pt x="-1268" y="0"/>
                    <a:pt x="-1268" y="0"/>
                    <a:pt x="3804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C2324017-C8AB-4DA2-B35D-240A54BE99FE}"/>
                </a:ext>
              </a:extLst>
            </p:cNvPr>
            <p:cNvSpPr/>
            <p:nvPr/>
          </p:nvSpPr>
          <p:spPr>
            <a:xfrm>
              <a:off x="6390177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61BBA189-EC12-4E6D-B9CE-95419A9E56F1}"/>
                </a:ext>
              </a:extLst>
            </p:cNvPr>
            <p:cNvSpPr/>
            <p:nvPr/>
          </p:nvSpPr>
          <p:spPr>
            <a:xfrm>
              <a:off x="6390177" y="488466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7524185-3F9C-44D6-8EA0-FEC3516D1313}"/>
                </a:ext>
              </a:extLst>
            </p:cNvPr>
            <p:cNvSpPr/>
            <p:nvPr/>
          </p:nvSpPr>
          <p:spPr>
            <a:xfrm>
              <a:off x="6385104" y="4879593"/>
              <a:ext cx="50720" cy="50720"/>
            </a:xfrm>
            <a:custGeom>
              <a:avLst/>
              <a:gdLst>
                <a:gd name="connsiteX0" fmla="*/ 5072 w 0"/>
                <a:gd name="connsiteY0" fmla="*/ 5072 h 0"/>
                <a:gd name="connsiteX1" fmla="*/ 5072 w 0"/>
                <a:gd name="connsiteY1" fmla="*/ 15216 h 0"/>
                <a:gd name="connsiteX2" fmla="*/ 5072 w 0"/>
                <a:gd name="connsiteY2" fmla="*/ 15216 h 0"/>
                <a:gd name="connsiteX3" fmla="*/ 0 w 0"/>
                <a:gd name="connsiteY3" fmla="*/ 10144 h 0"/>
                <a:gd name="connsiteX4" fmla="*/ 0 w 0"/>
                <a:gd name="connsiteY4" fmla="*/ 0 h 0"/>
                <a:gd name="connsiteX5" fmla="*/ 5072 w 0"/>
                <a:gd name="connsiteY5" fmla="*/ 5072 h 0"/>
                <a:gd name="connsiteX6" fmla="*/ 5072 w 0"/>
                <a:gd name="connsiteY6" fmla="*/ 507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5072" y="5072"/>
                  </a:moveTo>
                  <a:lnTo>
                    <a:pt x="5072" y="15216"/>
                  </a:lnTo>
                  <a:cubicBezTo>
                    <a:pt x="5072" y="15216"/>
                    <a:pt x="5072" y="15216"/>
                    <a:pt x="5072" y="15216"/>
                  </a:cubicBezTo>
                  <a:cubicBezTo>
                    <a:pt x="5072" y="15216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5072"/>
                    <a:pt x="0" y="5072"/>
                    <a:pt x="5072" y="5072"/>
                  </a:cubicBezTo>
                  <a:cubicBezTo>
                    <a:pt x="5072" y="5072"/>
                    <a:pt x="5072" y="5072"/>
                    <a:pt x="5072" y="5072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29E1ED57-7150-418C-A565-6B795AA2F254}"/>
                </a:ext>
              </a:extLst>
            </p:cNvPr>
            <p:cNvSpPr/>
            <p:nvPr/>
          </p:nvSpPr>
          <p:spPr>
            <a:xfrm>
              <a:off x="6405393" y="488973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A8E9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F018D6C-DD0F-41AD-8FB2-C587884DA618}"/>
                </a:ext>
              </a:extLst>
            </p:cNvPr>
            <p:cNvSpPr/>
            <p:nvPr/>
          </p:nvSpPr>
          <p:spPr>
            <a:xfrm>
              <a:off x="6400321" y="4889737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5072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5072" y="0"/>
                  </a:lnTo>
                </a:path>
              </a:pathLst>
            </a:custGeom>
            <a:solidFill>
              <a:srgbClr val="868A8C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2BFAA7BC-76CF-48AF-B4DB-BEE0E88A184D}"/>
                </a:ext>
              </a:extLst>
            </p:cNvPr>
            <p:cNvSpPr/>
            <p:nvPr/>
          </p:nvSpPr>
          <p:spPr>
            <a:xfrm>
              <a:off x="6400321" y="488973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2858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C22AF74-56C2-4B1D-9222-5917481808AC}"/>
                </a:ext>
              </a:extLst>
            </p:cNvPr>
            <p:cNvSpPr/>
            <p:nvPr/>
          </p:nvSpPr>
          <p:spPr>
            <a:xfrm>
              <a:off x="6400321" y="488973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D8183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58AB4960-1F71-4688-8C5F-C09AB88E61D9}"/>
                </a:ext>
              </a:extLst>
            </p:cNvPr>
            <p:cNvSpPr/>
            <p:nvPr/>
          </p:nvSpPr>
          <p:spPr>
            <a:xfrm>
              <a:off x="6400321" y="488973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2858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7BF29928-E5D1-4A2A-B14A-E3305D8D9FF0}"/>
                </a:ext>
              </a:extLst>
            </p:cNvPr>
            <p:cNvSpPr/>
            <p:nvPr/>
          </p:nvSpPr>
          <p:spPr>
            <a:xfrm>
              <a:off x="6400321" y="488973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D8183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FA2E5B7C-1448-41E4-97E0-022206974754}"/>
                </a:ext>
              </a:extLst>
            </p:cNvPr>
            <p:cNvSpPr/>
            <p:nvPr/>
          </p:nvSpPr>
          <p:spPr>
            <a:xfrm>
              <a:off x="6400321" y="488973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97D7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FE381A89-7404-4615-9202-818C07C72BF0}"/>
                </a:ext>
              </a:extLst>
            </p:cNvPr>
            <p:cNvSpPr/>
            <p:nvPr/>
          </p:nvSpPr>
          <p:spPr>
            <a:xfrm>
              <a:off x="6410464" y="489480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97D7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83D8C73-62CC-45E1-85A0-23A5B367FC6E}"/>
                </a:ext>
              </a:extLst>
            </p:cNvPr>
            <p:cNvSpPr/>
            <p:nvPr/>
          </p:nvSpPr>
          <p:spPr>
            <a:xfrm>
              <a:off x="6410464" y="489480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5787B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953945B0-AE70-45B9-97A2-D41453947390}"/>
                </a:ext>
              </a:extLst>
            </p:cNvPr>
            <p:cNvSpPr/>
            <p:nvPr/>
          </p:nvSpPr>
          <p:spPr>
            <a:xfrm>
              <a:off x="6410464" y="489480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17476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6D268A7A-4D3A-4AA4-A2EE-6BC089000CC7}"/>
                </a:ext>
              </a:extLst>
            </p:cNvPr>
            <p:cNvSpPr/>
            <p:nvPr/>
          </p:nvSpPr>
          <p:spPr>
            <a:xfrm>
              <a:off x="6415537" y="4899881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22FE6057-3EF7-44D2-A913-97A20ED98EE5}"/>
                </a:ext>
              </a:extLst>
            </p:cNvPr>
            <p:cNvSpPr/>
            <p:nvPr/>
          </p:nvSpPr>
          <p:spPr>
            <a:xfrm>
              <a:off x="6411733" y="4899881"/>
              <a:ext cx="50720" cy="50720"/>
            </a:xfrm>
            <a:custGeom>
              <a:avLst/>
              <a:gdLst>
                <a:gd name="connsiteX0" fmla="*/ 3804 w 0"/>
                <a:gd name="connsiteY0" fmla="*/ 0 h 0"/>
                <a:gd name="connsiteX1" fmla="*/ 3804 w 0"/>
                <a:gd name="connsiteY1" fmla="*/ 10144 h 0"/>
                <a:gd name="connsiteX2" fmla="*/ 3804 w 0"/>
                <a:gd name="connsiteY2" fmla="*/ 10144 h 0"/>
                <a:gd name="connsiteX3" fmla="*/ 3804 w 0"/>
                <a:gd name="connsiteY3" fmla="*/ 0 h 0"/>
                <a:gd name="connsiteX4" fmla="*/ 3804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3804" y="0"/>
                  </a:moveTo>
                  <a:lnTo>
                    <a:pt x="3804" y="10144"/>
                  </a:lnTo>
                  <a:cubicBezTo>
                    <a:pt x="3804" y="10144"/>
                    <a:pt x="3804" y="10144"/>
                    <a:pt x="3804" y="10144"/>
                  </a:cubicBezTo>
                  <a:lnTo>
                    <a:pt x="3804" y="0"/>
                  </a:lnTo>
                  <a:cubicBezTo>
                    <a:pt x="-1268" y="0"/>
                    <a:pt x="-1268" y="0"/>
                    <a:pt x="3804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380A1DDE-175C-4A46-A7FA-EA946612FBB3}"/>
                </a:ext>
              </a:extLst>
            </p:cNvPr>
            <p:cNvSpPr/>
            <p:nvPr/>
          </p:nvSpPr>
          <p:spPr>
            <a:xfrm>
              <a:off x="6410464" y="4899881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5BAD9C4-09B9-421D-AE90-EA8903319E11}"/>
                </a:ext>
              </a:extLst>
            </p:cNvPr>
            <p:cNvSpPr/>
            <p:nvPr/>
          </p:nvSpPr>
          <p:spPr>
            <a:xfrm>
              <a:off x="6410464" y="4899881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31323E86-0A82-4514-AD61-DFB047BE9D65}"/>
                </a:ext>
              </a:extLst>
            </p:cNvPr>
            <p:cNvSpPr/>
            <p:nvPr/>
          </p:nvSpPr>
          <p:spPr>
            <a:xfrm>
              <a:off x="6410464" y="4896077"/>
              <a:ext cx="50720" cy="50720"/>
            </a:xfrm>
            <a:custGeom>
              <a:avLst/>
              <a:gdLst>
                <a:gd name="connsiteX0" fmla="*/ 0 w 0"/>
                <a:gd name="connsiteY0" fmla="*/ 3804 h 0"/>
                <a:gd name="connsiteX1" fmla="*/ 0 w 0"/>
                <a:gd name="connsiteY1" fmla="*/ 13948 h 0"/>
                <a:gd name="connsiteX2" fmla="*/ 0 w 0"/>
                <a:gd name="connsiteY2" fmla="*/ 13948 h 0"/>
                <a:gd name="connsiteX3" fmla="*/ 0 w 0"/>
                <a:gd name="connsiteY3" fmla="*/ 3804 h 0"/>
                <a:gd name="connsiteX4" fmla="*/ 0 w 0"/>
                <a:gd name="connsiteY4" fmla="*/ 380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3804"/>
                  </a:moveTo>
                  <a:lnTo>
                    <a:pt x="0" y="13948"/>
                  </a:lnTo>
                  <a:cubicBezTo>
                    <a:pt x="0" y="13948"/>
                    <a:pt x="0" y="13948"/>
                    <a:pt x="0" y="13948"/>
                  </a:cubicBezTo>
                  <a:lnTo>
                    <a:pt x="0" y="3804"/>
                  </a:lnTo>
                  <a:cubicBezTo>
                    <a:pt x="0" y="-1268"/>
                    <a:pt x="0" y="-1268"/>
                    <a:pt x="0" y="3804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2EFF885-A815-471C-A2FF-79A4F51D68C4}"/>
                </a:ext>
              </a:extLst>
            </p:cNvPr>
            <p:cNvSpPr/>
            <p:nvPr/>
          </p:nvSpPr>
          <p:spPr>
            <a:xfrm>
              <a:off x="6410464" y="489480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55F9D0E-24B9-420D-8B24-E1612BE22A74}"/>
                </a:ext>
              </a:extLst>
            </p:cNvPr>
            <p:cNvSpPr/>
            <p:nvPr/>
          </p:nvSpPr>
          <p:spPr>
            <a:xfrm>
              <a:off x="6410464" y="489480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18977B1-979E-4F77-AF42-52D125F9CCD7}"/>
                </a:ext>
              </a:extLst>
            </p:cNvPr>
            <p:cNvSpPr/>
            <p:nvPr/>
          </p:nvSpPr>
          <p:spPr>
            <a:xfrm>
              <a:off x="6400321" y="4889737"/>
              <a:ext cx="50720" cy="50720"/>
            </a:xfrm>
            <a:custGeom>
              <a:avLst/>
              <a:gdLst>
                <a:gd name="connsiteX0" fmla="*/ 5072 w 0"/>
                <a:gd name="connsiteY0" fmla="*/ 5072 h 0"/>
                <a:gd name="connsiteX1" fmla="*/ 5072 w 0"/>
                <a:gd name="connsiteY1" fmla="*/ 15216 h 0"/>
                <a:gd name="connsiteX2" fmla="*/ 5072 w 0"/>
                <a:gd name="connsiteY2" fmla="*/ 15216 h 0"/>
                <a:gd name="connsiteX3" fmla="*/ 0 w 0"/>
                <a:gd name="connsiteY3" fmla="*/ 10144 h 0"/>
                <a:gd name="connsiteX4" fmla="*/ 0 w 0"/>
                <a:gd name="connsiteY4" fmla="*/ 0 h 0"/>
                <a:gd name="connsiteX5" fmla="*/ 5072 w 0"/>
                <a:gd name="connsiteY5" fmla="*/ 5072 h 0"/>
                <a:gd name="connsiteX6" fmla="*/ 5072 w 0"/>
                <a:gd name="connsiteY6" fmla="*/ 507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5072" y="5072"/>
                  </a:moveTo>
                  <a:lnTo>
                    <a:pt x="5072" y="15216"/>
                  </a:lnTo>
                  <a:cubicBezTo>
                    <a:pt x="5072" y="15216"/>
                    <a:pt x="5072" y="15216"/>
                    <a:pt x="5072" y="15216"/>
                  </a:cubicBezTo>
                  <a:cubicBezTo>
                    <a:pt x="5072" y="15216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5072"/>
                    <a:pt x="5072" y="5072"/>
                    <a:pt x="5072" y="5072"/>
                  </a:cubicBezTo>
                  <a:cubicBezTo>
                    <a:pt x="5072" y="5072"/>
                    <a:pt x="5072" y="5072"/>
                    <a:pt x="5072" y="5072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DC679A9B-A7C0-4AAB-9DF7-76622BD27229}"/>
                </a:ext>
              </a:extLst>
            </p:cNvPr>
            <p:cNvSpPr/>
            <p:nvPr/>
          </p:nvSpPr>
          <p:spPr>
            <a:xfrm>
              <a:off x="6415537" y="4899881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FFCA3531-8D4C-45C2-9D92-48BC5362F7F7}"/>
                </a:ext>
              </a:extLst>
            </p:cNvPr>
            <p:cNvSpPr/>
            <p:nvPr/>
          </p:nvSpPr>
          <p:spPr>
            <a:xfrm>
              <a:off x="6420609" y="4899881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2858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823093B-924C-474D-9C08-4A2629618388}"/>
                </a:ext>
              </a:extLst>
            </p:cNvPr>
            <p:cNvSpPr/>
            <p:nvPr/>
          </p:nvSpPr>
          <p:spPr>
            <a:xfrm>
              <a:off x="6420609" y="4899881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D8183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035D7DE0-705A-4D19-B734-6CD69AE1FA7B}"/>
                </a:ext>
              </a:extLst>
            </p:cNvPr>
            <p:cNvSpPr/>
            <p:nvPr/>
          </p:nvSpPr>
          <p:spPr>
            <a:xfrm>
              <a:off x="6420609" y="4899881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97D7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BD370C9A-8A5C-4949-8352-5AE1EA4B1DF5}"/>
                </a:ext>
              </a:extLst>
            </p:cNvPr>
            <p:cNvSpPr/>
            <p:nvPr/>
          </p:nvSpPr>
          <p:spPr>
            <a:xfrm>
              <a:off x="6430753" y="490495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A8E9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A1D73461-A6E9-4CCE-AACF-267F309D32B2}"/>
                </a:ext>
              </a:extLst>
            </p:cNvPr>
            <p:cNvSpPr/>
            <p:nvPr/>
          </p:nvSpPr>
          <p:spPr>
            <a:xfrm>
              <a:off x="6430753" y="490495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68A8C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72FD5EB-B74D-4C3E-8A0C-EF9EB0F9DD9C}"/>
                </a:ext>
              </a:extLst>
            </p:cNvPr>
            <p:cNvSpPr/>
            <p:nvPr/>
          </p:nvSpPr>
          <p:spPr>
            <a:xfrm>
              <a:off x="6430753" y="490495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2858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4253FC9B-818F-478B-980D-405269B6402C}"/>
                </a:ext>
              </a:extLst>
            </p:cNvPr>
            <p:cNvSpPr/>
            <p:nvPr/>
          </p:nvSpPr>
          <p:spPr>
            <a:xfrm>
              <a:off x="6430753" y="490495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D8183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F3C78B1B-2685-4E79-9AD4-C7C2DE38604F}"/>
                </a:ext>
              </a:extLst>
            </p:cNvPr>
            <p:cNvSpPr/>
            <p:nvPr/>
          </p:nvSpPr>
          <p:spPr>
            <a:xfrm>
              <a:off x="6430753" y="490495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97D7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B00595E0-22BE-4EAF-9890-A35F7476B9B5}"/>
                </a:ext>
              </a:extLst>
            </p:cNvPr>
            <p:cNvSpPr/>
            <p:nvPr/>
          </p:nvSpPr>
          <p:spPr>
            <a:xfrm>
              <a:off x="6430753" y="4904953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5787B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07203E48-2512-40FB-BD5C-B3CBF146A616}"/>
                </a:ext>
              </a:extLst>
            </p:cNvPr>
            <p:cNvSpPr/>
            <p:nvPr/>
          </p:nvSpPr>
          <p:spPr>
            <a:xfrm>
              <a:off x="6425681" y="4904953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0144 h 0"/>
                <a:gd name="connsiteX3" fmla="*/ 5072 w 0"/>
                <a:gd name="connsiteY3" fmla="*/ 0 h 0"/>
                <a:gd name="connsiteX4" fmla="*/ 5072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lnTo>
                    <a:pt x="0" y="10144"/>
                  </a:lnTo>
                  <a:lnTo>
                    <a:pt x="5072" y="0"/>
                  </a:lnTo>
                  <a:lnTo>
                    <a:pt x="5072" y="0"/>
                  </a:lnTo>
                </a:path>
              </a:pathLst>
            </a:custGeom>
            <a:solidFill>
              <a:srgbClr val="717476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1CDF81D-B26D-4971-B9D8-1BCBA208389A}"/>
                </a:ext>
              </a:extLst>
            </p:cNvPr>
            <p:cNvSpPr/>
            <p:nvPr/>
          </p:nvSpPr>
          <p:spPr>
            <a:xfrm>
              <a:off x="6430753" y="4904953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0144 h 0"/>
                <a:gd name="connsiteX3" fmla="*/ 5072 w 0"/>
                <a:gd name="connsiteY3" fmla="*/ 0 h 0"/>
                <a:gd name="connsiteX4" fmla="*/ 5072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cubicBezTo>
                    <a:pt x="5072" y="10144"/>
                    <a:pt x="5072" y="10144"/>
                    <a:pt x="0" y="10144"/>
                  </a:cubicBezTo>
                  <a:lnTo>
                    <a:pt x="5072" y="0"/>
                  </a:lnTo>
                  <a:cubicBezTo>
                    <a:pt x="5072" y="5072"/>
                    <a:pt x="5072" y="5072"/>
                    <a:pt x="5072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7D63278E-EEAE-46AA-8ECF-AB3B6BC45C4C}"/>
                </a:ext>
              </a:extLst>
            </p:cNvPr>
            <p:cNvSpPr/>
            <p:nvPr/>
          </p:nvSpPr>
          <p:spPr>
            <a:xfrm>
              <a:off x="6433570" y="4910025"/>
              <a:ext cx="50720" cy="50720"/>
            </a:xfrm>
            <a:custGeom>
              <a:avLst/>
              <a:gdLst>
                <a:gd name="connsiteX0" fmla="*/ 2254 w 0"/>
                <a:gd name="connsiteY0" fmla="*/ 0 h 0"/>
                <a:gd name="connsiteX1" fmla="*/ 2254 w 0"/>
                <a:gd name="connsiteY1" fmla="*/ 10144 h 0"/>
                <a:gd name="connsiteX2" fmla="*/ 2254 w 0"/>
                <a:gd name="connsiteY2" fmla="*/ 10144 h 0"/>
                <a:gd name="connsiteX3" fmla="*/ 2254 w 0"/>
                <a:gd name="connsiteY3" fmla="*/ 0 h 0"/>
                <a:gd name="connsiteX4" fmla="*/ 2254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2254" y="0"/>
                  </a:moveTo>
                  <a:lnTo>
                    <a:pt x="2254" y="10144"/>
                  </a:lnTo>
                  <a:cubicBezTo>
                    <a:pt x="2254" y="10144"/>
                    <a:pt x="2254" y="10144"/>
                    <a:pt x="2254" y="10144"/>
                  </a:cubicBezTo>
                  <a:lnTo>
                    <a:pt x="2254" y="0"/>
                  </a:lnTo>
                  <a:cubicBezTo>
                    <a:pt x="-2818" y="0"/>
                    <a:pt x="2254" y="0"/>
                    <a:pt x="2254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793FFE31-F535-4DE2-B2C9-78F2F8AAAC2E}"/>
                </a:ext>
              </a:extLst>
            </p:cNvPr>
            <p:cNvSpPr/>
            <p:nvPr/>
          </p:nvSpPr>
          <p:spPr>
            <a:xfrm>
              <a:off x="6430753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7637F715-8FD7-499B-91A4-16D97A155BD3}"/>
                </a:ext>
              </a:extLst>
            </p:cNvPr>
            <p:cNvSpPr/>
            <p:nvPr/>
          </p:nvSpPr>
          <p:spPr>
            <a:xfrm>
              <a:off x="6430753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D1F6CAF-0F7A-4497-BBE4-69B823862911}"/>
                </a:ext>
              </a:extLst>
            </p:cNvPr>
            <p:cNvSpPr/>
            <p:nvPr/>
          </p:nvSpPr>
          <p:spPr>
            <a:xfrm>
              <a:off x="6430753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27B7ED20-1F2A-46EF-8542-27121BC70756}"/>
                </a:ext>
              </a:extLst>
            </p:cNvPr>
            <p:cNvSpPr/>
            <p:nvPr/>
          </p:nvSpPr>
          <p:spPr>
            <a:xfrm>
              <a:off x="6430753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28A3BFAD-5ECC-4176-86FE-7DE38C98C582}"/>
                </a:ext>
              </a:extLst>
            </p:cNvPr>
            <p:cNvSpPr/>
            <p:nvPr/>
          </p:nvSpPr>
          <p:spPr>
            <a:xfrm>
              <a:off x="6430753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33955DED-E2FB-498D-B330-FE656F8ECD65}"/>
                </a:ext>
              </a:extLst>
            </p:cNvPr>
            <p:cNvSpPr/>
            <p:nvPr/>
          </p:nvSpPr>
          <p:spPr>
            <a:xfrm>
              <a:off x="6430753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9ABADCE-26DC-4BB4-B4A2-2846A8EA5EEA}"/>
                </a:ext>
              </a:extLst>
            </p:cNvPr>
            <p:cNvSpPr/>
            <p:nvPr/>
          </p:nvSpPr>
          <p:spPr>
            <a:xfrm>
              <a:off x="6426949" y="4910025"/>
              <a:ext cx="50720" cy="50720"/>
            </a:xfrm>
            <a:custGeom>
              <a:avLst/>
              <a:gdLst>
                <a:gd name="connsiteX0" fmla="*/ 3804 w 0"/>
                <a:gd name="connsiteY0" fmla="*/ 0 h 0"/>
                <a:gd name="connsiteX1" fmla="*/ 3804 w 0"/>
                <a:gd name="connsiteY1" fmla="*/ 10144 h 0"/>
                <a:gd name="connsiteX2" fmla="*/ 3804 w 0"/>
                <a:gd name="connsiteY2" fmla="*/ 10144 h 0"/>
                <a:gd name="connsiteX3" fmla="*/ 3804 w 0"/>
                <a:gd name="connsiteY3" fmla="*/ 0 h 0"/>
                <a:gd name="connsiteX4" fmla="*/ 3804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3804" y="0"/>
                  </a:moveTo>
                  <a:lnTo>
                    <a:pt x="3804" y="10144"/>
                  </a:lnTo>
                  <a:cubicBezTo>
                    <a:pt x="3804" y="10144"/>
                    <a:pt x="3804" y="10144"/>
                    <a:pt x="3804" y="10144"/>
                  </a:cubicBezTo>
                  <a:lnTo>
                    <a:pt x="3804" y="0"/>
                  </a:lnTo>
                  <a:cubicBezTo>
                    <a:pt x="-1268" y="0"/>
                    <a:pt x="-1268" y="0"/>
                    <a:pt x="3804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D118A8A6-2DA6-41C0-A249-E2E864ECE6D8}"/>
                </a:ext>
              </a:extLst>
            </p:cNvPr>
            <p:cNvSpPr/>
            <p:nvPr/>
          </p:nvSpPr>
          <p:spPr>
            <a:xfrm>
              <a:off x="6425681" y="4907771"/>
              <a:ext cx="50720" cy="50720"/>
            </a:xfrm>
            <a:custGeom>
              <a:avLst/>
              <a:gdLst>
                <a:gd name="connsiteX0" fmla="*/ 0 w 0"/>
                <a:gd name="connsiteY0" fmla="*/ 2254 h 0"/>
                <a:gd name="connsiteX1" fmla="*/ 0 w 0"/>
                <a:gd name="connsiteY1" fmla="*/ 12398 h 0"/>
                <a:gd name="connsiteX2" fmla="*/ 0 w 0"/>
                <a:gd name="connsiteY2" fmla="*/ 12398 h 0"/>
                <a:gd name="connsiteX3" fmla="*/ 0 w 0"/>
                <a:gd name="connsiteY3" fmla="*/ 2254 h 0"/>
                <a:gd name="connsiteX4" fmla="*/ 0 w 0"/>
                <a:gd name="connsiteY4" fmla="*/ 2254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2254"/>
                  </a:moveTo>
                  <a:lnTo>
                    <a:pt x="0" y="12398"/>
                  </a:lnTo>
                  <a:cubicBezTo>
                    <a:pt x="0" y="12398"/>
                    <a:pt x="0" y="12398"/>
                    <a:pt x="0" y="12398"/>
                  </a:cubicBezTo>
                  <a:lnTo>
                    <a:pt x="0" y="2254"/>
                  </a:lnTo>
                  <a:cubicBezTo>
                    <a:pt x="0" y="-2818"/>
                    <a:pt x="0" y="2254"/>
                    <a:pt x="0" y="2254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E04B9B15-EEF1-4D3E-AA86-988FBF72AD6F}"/>
                </a:ext>
              </a:extLst>
            </p:cNvPr>
            <p:cNvSpPr/>
            <p:nvPr/>
          </p:nvSpPr>
          <p:spPr>
            <a:xfrm>
              <a:off x="6420609" y="4899881"/>
              <a:ext cx="50720" cy="50720"/>
            </a:xfrm>
            <a:custGeom>
              <a:avLst/>
              <a:gdLst>
                <a:gd name="connsiteX0" fmla="*/ 5072 w 0"/>
                <a:gd name="connsiteY0" fmla="*/ 5072 h 0"/>
                <a:gd name="connsiteX1" fmla="*/ 5072 w 0"/>
                <a:gd name="connsiteY1" fmla="*/ 15216 h 0"/>
                <a:gd name="connsiteX2" fmla="*/ 5072 w 0"/>
                <a:gd name="connsiteY2" fmla="*/ 15216 h 0"/>
                <a:gd name="connsiteX3" fmla="*/ 0 w 0"/>
                <a:gd name="connsiteY3" fmla="*/ 10144 h 0"/>
                <a:gd name="connsiteX4" fmla="*/ 0 w 0"/>
                <a:gd name="connsiteY4" fmla="*/ 0 h 0"/>
                <a:gd name="connsiteX5" fmla="*/ 5072 w 0"/>
                <a:gd name="connsiteY5" fmla="*/ 5072 h 0"/>
                <a:gd name="connsiteX6" fmla="*/ 5072 w 0"/>
                <a:gd name="connsiteY6" fmla="*/ 507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5072" y="5072"/>
                  </a:moveTo>
                  <a:lnTo>
                    <a:pt x="5072" y="15216"/>
                  </a:lnTo>
                  <a:cubicBezTo>
                    <a:pt x="5072" y="15216"/>
                    <a:pt x="5072" y="15216"/>
                    <a:pt x="5072" y="15216"/>
                  </a:cubicBezTo>
                  <a:cubicBezTo>
                    <a:pt x="5072" y="15216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5072"/>
                    <a:pt x="0" y="5072"/>
                    <a:pt x="5072" y="5072"/>
                  </a:cubicBezTo>
                  <a:cubicBezTo>
                    <a:pt x="5072" y="5072"/>
                    <a:pt x="5072" y="5072"/>
                    <a:pt x="5072" y="5072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8E4448D6-7726-49B2-B0F1-DEB7D01471F8}"/>
                </a:ext>
              </a:extLst>
            </p:cNvPr>
            <p:cNvSpPr/>
            <p:nvPr/>
          </p:nvSpPr>
          <p:spPr>
            <a:xfrm>
              <a:off x="6471329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7E6622CD-B192-403C-A486-16E24478E79C}"/>
                </a:ext>
              </a:extLst>
            </p:cNvPr>
            <p:cNvSpPr/>
            <p:nvPr/>
          </p:nvSpPr>
          <p:spPr>
            <a:xfrm>
              <a:off x="6471329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B862E8BE-8DA1-45F6-9424-FFFD10C9918C}"/>
                </a:ext>
              </a:extLst>
            </p:cNvPr>
            <p:cNvSpPr/>
            <p:nvPr/>
          </p:nvSpPr>
          <p:spPr>
            <a:xfrm>
              <a:off x="6471329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E3D14224-D172-4613-8FAA-ED6D4197A4DE}"/>
                </a:ext>
              </a:extLst>
            </p:cNvPr>
            <p:cNvSpPr/>
            <p:nvPr/>
          </p:nvSpPr>
          <p:spPr>
            <a:xfrm>
              <a:off x="6466257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EB139702-9243-4AFE-BBA0-C714CAFB5AB7}"/>
                </a:ext>
              </a:extLst>
            </p:cNvPr>
            <p:cNvSpPr/>
            <p:nvPr/>
          </p:nvSpPr>
          <p:spPr>
            <a:xfrm>
              <a:off x="6466257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BED297FA-48C3-47B2-AD83-C80F2D8D72D7}"/>
                </a:ext>
              </a:extLst>
            </p:cNvPr>
            <p:cNvSpPr/>
            <p:nvPr/>
          </p:nvSpPr>
          <p:spPr>
            <a:xfrm>
              <a:off x="6440897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E9295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2E218161-2A61-4D2A-933E-62EAA49572B5}"/>
                </a:ext>
              </a:extLst>
            </p:cNvPr>
            <p:cNvSpPr/>
            <p:nvPr/>
          </p:nvSpPr>
          <p:spPr>
            <a:xfrm>
              <a:off x="6440897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A8E9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E2546C0-6A1F-4501-B34A-BAEA7A9C73FF}"/>
                </a:ext>
              </a:extLst>
            </p:cNvPr>
            <p:cNvSpPr/>
            <p:nvPr/>
          </p:nvSpPr>
          <p:spPr>
            <a:xfrm>
              <a:off x="6440897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68A8C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DEB5DCB8-5261-47BE-875B-A3493F007499}"/>
                </a:ext>
              </a:extLst>
            </p:cNvPr>
            <p:cNvSpPr/>
            <p:nvPr/>
          </p:nvSpPr>
          <p:spPr>
            <a:xfrm>
              <a:off x="6440897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2858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A5BB86E-B182-4942-A264-FC9F88738789}"/>
                </a:ext>
              </a:extLst>
            </p:cNvPr>
            <p:cNvSpPr/>
            <p:nvPr/>
          </p:nvSpPr>
          <p:spPr>
            <a:xfrm>
              <a:off x="6440897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D8183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43B40D31-6030-42F6-8A9D-830C064E15B3}"/>
                </a:ext>
              </a:extLst>
            </p:cNvPr>
            <p:cNvSpPr/>
            <p:nvPr/>
          </p:nvSpPr>
          <p:spPr>
            <a:xfrm>
              <a:off x="6440897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5072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5072"/>
                  </a:lnTo>
                  <a:lnTo>
                    <a:pt x="0" y="0"/>
                  </a:lnTo>
                </a:path>
              </a:pathLst>
            </a:custGeom>
            <a:solidFill>
              <a:srgbClr val="7D8183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697CC7A-D9FD-48BC-99FE-3E737EF36B42}"/>
                </a:ext>
              </a:extLst>
            </p:cNvPr>
            <p:cNvSpPr/>
            <p:nvPr/>
          </p:nvSpPr>
          <p:spPr>
            <a:xfrm>
              <a:off x="6440897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97D7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744F454C-6D43-4BA6-A0C3-D1EAC4DBDEB2}"/>
                </a:ext>
              </a:extLst>
            </p:cNvPr>
            <p:cNvSpPr/>
            <p:nvPr/>
          </p:nvSpPr>
          <p:spPr>
            <a:xfrm>
              <a:off x="6445969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01A9AEE4-D396-4367-8892-CD052A724FA9}"/>
                </a:ext>
              </a:extLst>
            </p:cNvPr>
            <p:cNvSpPr/>
            <p:nvPr/>
          </p:nvSpPr>
          <p:spPr>
            <a:xfrm>
              <a:off x="6445969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7D3389DF-B296-4DFF-934E-DA4C5EAEF886}"/>
                </a:ext>
              </a:extLst>
            </p:cNvPr>
            <p:cNvSpPr/>
            <p:nvPr/>
          </p:nvSpPr>
          <p:spPr>
            <a:xfrm>
              <a:off x="6445969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DCA135D0-3E99-485B-A662-347C07D394E2}"/>
                </a:ext>
              </a:extLst>
            </p:cNvPr>
            <p:cNvSpPr/>
            <p:nvPr/>
          </p:nvSpPr>
          <p:spPr>
            <a:xfrm>
              <a:off x="6445969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A83746AE-2C5A-492F-9D08-2BB74838507B}"/>
                </a:ext>
              </a:extLst>
            </p:cNvPr>
            <p:cNvSpPr/>
            <p:nvPr/>
          </p:nvSpPr>
          <p:spPr>
            <a:xfrm>
              <a:off x="6445969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FD5BEB01-2702-4754-A07A-E55EAD7BA7D9}"/>
                </a:ext>
              </a:extLst>
            </p:cNvPr>
            <p:cNvSpPr/>
            <p:nvPr/>
          </p:nvSpPr>
          <p:spPr>
            <a:xfrm>
              <a:off x="6445969" y="491002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5072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5072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75926879-655B-4D6E-8A39-F2189C150CB1}"/>
                </a:ext>
              </a:extLst>
            </p:cNvPr>
            <p:cNvSpPr/>
            <p:nvPr/>
          </p:nvSpPr>
          <p:spPr>
            <a:xfrm>
              <a:off x="6445969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A8A933A-4816-4086-B5BB-95852FAED912}"/>
                </a:ext>
              </a:extLst>
            </p:cNvPr>
            <p:cNvSpPr/>
            <p:nvPr/>
          </p:nvSpPr>
          <p:spPr>
            <a:xfrm>
              <a:off x="6445969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CE0DEF14-D288-4B01-A4BF-0D45DAB9E89E}"/>
                </a:ext>
              </a:extLst>
            </p:cNvPr>
            <p:cNvSpPr/>
            <p:nvPr/>
          </p:nvSpPr>
          <p:spPr>
            <a:xfrm>
              <a:off x="6445969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50496B52-EB6E-4EC0-8E52-0FEB28E76758}"/>
                </a:ext>
              </a:extLst>
            </p:cNvPr>
            <p:cNvSpPr/>
            <p:nvPr/>
          </p:nvSpPr>
          <p:spPr>
            <a:xfrm>
              <a:off x="6456113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97D7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40573B24-EBBB-4C4D-823F-8672E9BB0362}"/>
                </a:ext>
              </a:extLst>
            </p:cNvPr>
            <p:cNvSpPr/>
            <p:nvPr/>
          </p:nvSpPr>
          <p:spPr>
            <a:xfrm>
              <a:off x="6456113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D8183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ABE2CA45-AC50-4DE1-A83C-E81F5D1EE6A5}"/>
                </a:ext>
              </a:extLst>
            </p:cNvPr>
            <p:cNvSpPr/>
            <p:nvPr/>
          </p:nvSpPr>
          <p:spPr>
            <a:xfrm>
              <a:off x="6445969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10144 h 0"/>
                <a:gd name="connsiteX4" fmla="*/ 0 w 0"/>
                <a:gd name="connsiteY4" fmla="*/ 0 h 0"/>
                <a:gd name="connsiteX5" fmla="*/ 0 w 0"/>
                <a:gd name="connsiteY5" fmla="*/ 0 h 0"/>
                <a:gd name="connsiteX6" fmla="*/ 0 w 0"/>
                <a:gd name="connsiteY6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D7072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3973BDB9-D3EA-48C0-BD9E-35FE19037360}"/>
                </a:ext>
              </a:extLst>
            </p:cNvPr>
            <p:cNvSpPr/>
            <p:nvPr/>
          </p:nvSpPr>
          <p:spPr>
            <a:xfrm>
              <a:off x="6451041" y="4915097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9A9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9F74EE2D-E463-445B-BFD3-4C88443461AD}"/>
                </a:ext>
              </a:extLst>
            </p:cNvPr>
            <p:cNvSpPr/>
            <p:nvPr/>
          </p:nvSpPr>
          <p:spPr>
            <a:xfrm>
              <a:off x="6451041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69B9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5799DEDC-F186-4F48-B4DF-1C4243671E1B}"/>
                </a:ext>
              </a:extLst>
            </p:cNvPr>
            <p:cNvSpPr/>
            <p:nvPr/>
          </p:nvSpPr>
          <p:spPr>
            <a:xfrm>
              <a:off x="6451041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2979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4AC8E402-DAF7-48EF-9668-27A5E03C53B0}"/>
                </a:ext>
              </a:extLst>
            </p:cNvPr>
            <p:cNvSpPr/>
            <p:nvPr/>
          </p:nvSpPr>
          <p:spPr>
            <a:xfrm>
              <a:off x="6451041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E9295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C2AB6A51-E9A2-4535-BDFD-1F6980469584}"/>
                </a:ext>
              </a:extLst>
            </p:cNvPr>
            <p:cNvSpPr/>
            <p:nvPr/>
          </p:nvSpPr>
          <p:spPr>
            <a:xfrm>
              <a:off x="6451041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A8E9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24F03C71-ED67-42F9-A5BE-AD904F7A100C}"/>
                </a:ext>
              </a:extLst>
            </p:cNvPr>
            <p:cNvSpPr/>
            <p:nvPr/>
          </p:nvSpPr>
          <p:spPr>
            <a:xfrm>
              <a:off x="6451041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15216 h 0"/>
                <a:gd name="connsiteX4" fmla="*/ 0 w 0"/>
                <a:gd name="connsiteY4" fmla="*/ 0 h 0"/>
                <a:gd name="connsiteX5" fmla="*/ 0 w 0"/>
                <a:gd name="connsiteY5" fmla="*/ 0 h 0"/>
                <a:gd name="connsiteX6" fmla="*/ 0 w 0"/>
                <a:gd name="connsiteY6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68A8C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645C3FD4-88A8-4B5A-A5BD-763E16D63989}"/>
                </a:ext>
              </a:extLst>
            </p:cNvPr>
            <p:cNvSpPr/>
            <p:nvPr/>
          </p:nvSpPr>
          <p:spPr>
            <a:xfrm>
              <a:off x="6451041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15216 h 0"/>
                <a:gd name="connsiteX4" fmla="*/ 0 w 0"/>
                <a:gd name="connsiteY4" fmla="*/ 0 h 0"/>
                <a:gd name="connsiteX5" fmla="*/ 0 w 0"/>
                <a:gd name="connsiteY5" fmla="*/ 0 h 0"/>
                <a:gd name="connsiteX6" fmla="*/ 0 w 0"/>
                <a:gd name="connsiteY6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68A8C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4551081F-954D-4303-A5BC-F51D60273AF0}"/>
                </a:ext>
              </a:extLst>
            </p:cNvPr>
            <p:cNvSpPr/>
            <p:nvPr/>
          </p:nvSpPr>
          <p:spPr>
            <a:xfrm>
              <a:off x="6451041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828588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E8206FB-9479-46E0-B107-CDBBF52C89E0}"/>
                </a:ext>
              </a:extLst>
            </p:cNvPr>
            <p:cNvSpPr/>
            <p:nvPr/>
          </p:nvSpPr>
          <p:spPr>
            <a:xfrm>
              <a:off x="6451041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D8183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7511A898-69C2-4BF3-9FAA-7369182ECD33}"/>
                </a:ext>
              </a:extLst>
            </p:cNvPr>
            <p:cNvSpPr/>
            <p:nvPr/>
          </p:nvSpPr>
          <p:spPr>
            <a:xfrm>
              <a:off x="6451041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797D7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70AE1D0-98F1-4B82-B107-9850E8437E62}"/>
                </a:ext>
              </a:extLst>
            </p:cNvPr>
            <p:cNvSpPr/>
            <p:nvPr/>
          </p:nvSpPr>
          <p:spPr>
            <a:xfrm>
              <a:off x="6445969" y="4915097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5072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5072" y="0"/>
                  </a:lnTo>
                </a:path>
              </a:pathLst>
            </a:custGeom>
            <a:solidFill>
              <a:srgbClr val="75787B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3DC1DF1-8D2F-409D-A83C-2E41A32CD2A8}"/>
                </a:ext>
              </a:extLst>
            </p:cNvPr>
            <p:cNvSpPr/>
            <p:nvPr/>
          </p:nvSpPr>
          <p:spPr>
            <a:xfrm>
              <a:off x="6445969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717476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648C410-CB03-4D79-AFC6-7C6B5E10CFB5}"/>
                </a:ext>
              </a:extLst>
            </p:cNvPr>
            <p:cNvSpPr/>
            <p:nvPr/>
          </p:nvSpPr>
          <p:spPr>
            <a:xfrm>
              <a:off x="6445969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10144 h 0"/>
                <a:gd name="connsiteX4" fmla="*/ 0 w 0"/>
                <a:gd name="connsiteY4" fmla="*/ 0 h 0"/>
                <a:gd name="connsiteX5" fmla="*/ 0 w 0"/>
                <a:gd name="connsiteY5" fmla="*/ 0 h 0"/>
                <a:gd name="connsiteX6" fmla="*/ 0 w 0"/>
                <a:gd name="connsiteY6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D7072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2C4BD5A5-285B-43F4-B942-5139FD77E400}"/>
                </a:ext>
              </a:extLst>
            </p:cNvPr>
            <p:cNvSpPr/>
            <p:nvPr/>
          </p:nvSpPr>
          <p:spPr>
            <a:xfrm>
              <a:off x="6461185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37951515-8340-49F0-8493-84DD7D056861}"/>
                </a:ext>
              </a:extLst>
            </p:cNvPr>
            <p:cNvSpPr/>
            <p:nvPr/>
          </p:nvSpPr>
          <p:spPr>
            <a:xfrm>
              <a:off x="6456113" y="4915097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  <a:gd name="connsiteX4" fmla="*/ 5072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5216"/>
                  </a:lnTo>
                  <a:lnTo>
                    <a:pt x="0" y="15216"/>
                  </a:lnTo>
                  <a:lnTo>
                    <a:pt x="0" y="0"/>
                  </a:lnTo>
                  <a:lnTo>
                    <a:pt x="5072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551D26C-CE43-40F8-956A-3543F1F767F3}"/>
                </a:ext>
              </a:extLst>
            </p:cNvPr>
            <p:cNvSpPr/>
            <p:nvPr/>
          </p:nvSpPr>
          <p:spPr>
            <a:xfrm>
              <a:off x="6456113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FD8B0A52-4B9A-4DA5-AAED-ADDE8864565D}"/>
                </a:ext>
              </a:extLst>
            </p:cNvPr>
            <p:cNvSpPr/>
            <p:nvPr/>
          </p:nvSpPr>
          <p:spPr>
            <a:xfrm>
              <a:off x="6456113" y="492016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10144 h 0"/>
                <a:gd name="connsiteX4" fmla="*/ 0 w 0"/>
                <a:gd name="connsiteY4" fmla="*/ 0 h 0"/>
                <a:gd name="connsiteX5" fmla="*/ 0 w 0"/>
                <a:gd name="connsiteY5" fmla="*/ 0 h 0"/>
                <a:gd name="connsiteX6" fmla="*/ 0 w 0"/>
                <a:gd name="connsiteY6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18B349B9-66E5-4CDE-9103-CC8E12970348}"/>
                </a:ext>
              </a:extLst>
            </p:cNvPr>
            <p:cNvSpPr/>
            <p:nvPr/>
          </p:nvSpPr>
          <p:spPr>
            <a:xfrm>
              <a:off x="6456113" y="492016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15AEBB9-0C0E-4615-B465-EC19D6D4F6D8}"/>
                </a:ext>
              </a:extLst>
            </p:cNvPr>
            <p:cNvSpPr/>
            <p:nvPr/>
          </p:nvSpPr>
          <p:spPr>
            <a:xfrm>
              <a:off x="6451041" y="492016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F367B322-25A0-4D13-98B8-35108A2FEFAE}"/>
                </a:ext>
              </a:extLst>
            </p:cNvPr>
            <p:cNvSpPr/>
            <p:nvPr/>
          </p:nvSpPr>
          <p:spPr>
            <a:xfrm>
              <a:off x="6451041" y="492016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E19A1C84-4970-45D0-B737-290F28A22AA0}"/>
                </a:ext>
              </a:extLst>
            </p:cNvPr>
            <p:cNvSpPr/>
            <p:nvPr/>
          </p:nvSpPr>
          <p:spPr>
            <a:xfrm>
              <a:off x="6451041" y="492016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10144 h 0"/>
                <a:gd name="connsiteX4" fmla="*/ 0 w 0"/>
                <a:gd name="connsiteY4" fmla="*/ 0 h 0"/>
                <a:gd name="connsiteX5" fmla="*/ 0 w 0"/>
                <a:gd name="connsiteY5" fmla="*/ 0 h 0"/>
                <a:gd name="connsiteX6" fmla="*/ 0 w 0"/>
                <a:gd name="connsiteY6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A1D784FF-0ACB-4F1D-A6AE-35ACB9A07A7C}"/>
                </a:ext>
              </a:extLst>
            </p:cNvPr>
            <p:cNvSpPr/>
            <p:nvPr/>
          </p:nvSpPr>
          <p:spPr>
            <a:xfrm>
              <a:off x="6451041" y="492016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8D32E3A2-D4CC-412D-A22C-1E81FFAC6D59}"/>
                </a:ext>
              </a:extLst>
            </p:cNvPr>
            <p:cNvSpPr/>
            <p:nvPr/>
          </p:nvSpPr>
          <p:spPr>
            <a:xfrm>
              <a:off x="6451041" y="492016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72255857-EA7B-4C45-BF29-9394E10FB53F}"/>
                </a:ext>
              </a:extLst>
            </p:cNvPr>
            <p:cNvSpPr/>
            <p:nvPr/>
          </p:nvSpPr>
          <p:spPr>
            <a:xfrm>
              <a:off x="6448787" y="4920169"/>
              <a:ext cx="50720" cy="50720"/>
            </a:xfrm>
            <a:custGeom>
              <a:avLst/>
              <a:gdLst>
                <a:gd name="connsiteX0" fmla="*/ 2254 w 0"/>
                <a:gd name="connsiteY0" fmla="*/ 0 h 0"/>
                <a:gd name="connsiteX1" fmla="*/ 2254 w 0"/>
                <a:gd name="connsiteY1" fmla="*/ 10144 h 0"/>
                <a:gd name="connsiteX2" fmla="*/ 2254 w 0"/>
                <a:gd name="connsiteY2" fmla="*/ 10144 h 0"/>
                <a:gd name="connsiteX3" fmla="*/ 2254 w 0"/>
                <a:gd name="connsiteY3" fmla="*/ 0 h 0"/>
                <a:gd name="connsiteX4" fmla="*/ 2254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2254" y="0"/>
                  </a:moveTo>
                  <a:lnTo>
                    <a:pt x="2254" y="10144"/>
                  </a:lnTo>
                  <a:cubicBezTo>
                    <a:pt x="2254" y="10144"/>
                    <a:pt x="2254" y="10144"/>
                    <a:pt x="2254" y="10144"/>
                  </a:cubicBezTo>
                  <a:lnTo>
                    <a:pt x="2254" y="0"/>
                  </a:lnTo>
                  <a:cubicBezTo>
                    <a:pt x="-2818" y="0"/>
                    <a:pt x="2254" y="0"/>
                    <a:pt x="2254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413FAA30-F2C4-4F16-969C-540D1CFEC8F6}"/>
                </a:ext>
              </a:extLst>
            </p:cNvPr>
            <p:cNvSpPr/>
            <p:nvPr/>
          </p:nvSpPr>
          <p:spPr>
            <a:xfrm>
              <a:off x="6445969" y="492016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063A5EA9-2416-41ED-8288-B15485B976C3}"/>
                </a:ext>
              </a:extLst>
            </p:cNvPr>
            <p:cNvSpPr/>
            <p:nvPr/>
          </p:nvSpPr>
          <p:spPr>
            <a:xfrm>
              <a:off x="6445969" y="492016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9186FCF-CD19-4179-A4BB-A1D98591978D}"/>
                </a:ext>
              </a:extLst>
            </p:cNvPr>
            <p:cNvSpPr/>
            <p:nvPr/>
          </p:nvSpPr>
          <p:spPr>
            <a:xfrm>
              <a:off x="6445969" y="492016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  <a:gd name="connsiteX4" fmla="*/ 0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cubicBezTo>
                    <a:pt x="0" y="10144"/>
                    <a:pt x="0" y="10144"/>
                    <a:pt x="0" y="10144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8BA245B9-51DC-4966-888E-0C55C500214D}"/>
                </a:ext>
              </a:extLst>
            </p:cNvPr>
            <p:cNvSpPr/>
            <p:nvPr/>
          </p:nvSpPr>
          <p:spPr>
            <a:xfrm>
              <a:off x="6461185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5216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5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54468774-F16B-4F91-9C31-982A2A125F6B}"/>
                </a:ext>
              </a:extLst>
            </p:cNvPr>
            <p:cNvSpPr/>
            <p:nvPr/>
          </p:nvSpPr>
          <p:spPr>
            <a:xfrm>
              <a:off x="6435825" y="4915097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5072 h 0"/>
                <a:gd name="connsiteX3" fmla="*/ 5072 w 0"/>
                <a:gd name="connsiteY3" fmla="*/ 0 h 0"/>
                <a:gd name="connsiteX4" fmla="*/ 5072 w 0"/>
                <a:gd name="connsiteY4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cubicBezTo>
                    <a:pt x="5072" y="10144"/>
                    <a:pt x="0" y="10144"/>
                    <a:pt x="0" y="5072"/>
                  </a:cubicBezTo>
                  <a:lnTo>
                    <a:pt x="5072" y="0"/>
                  </a:lnTo>
                  <a:cubicBezTo>
                    <a:pt x="5072" y="0"/>
                    <a:pt x="5072" y="0"/>
                    <a:pt x="5072" y="0"/>
                  </a:cubicBezTo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683B4BC-800D-45CD-A4CD-36FA4DF71CAC}"/>
                </a:ext>
              </a:extLst>
            </p:cNvPr>
            <p:cNvSpPr/>
            <p:nvPr/>
          </p:nvSpPr>
          <p:spPr>
            <a:xfrm>
              <a:off x="6440897" y="491509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507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5072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82F0B3B6-8662-4AD0-B10C-D39BEF7B97B1}"/>
                </a:ext>
              </a:extLst>
            </p:cNvPr>
            <p:cNvSpPr/>
            <p:nvPr/>
          </p:nvSpPr>
          <p:spPr>
            <a:xfrm>
              <a:off x="6440897" y="4920169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D650986-C3D0-4F51-88A6-C02671FE70B5}"/>
                </a:ext>
              </a:extLst>
            </p:cNvPr>
            <p:cNvSpPr/>
            <p:nvPr/>
          </p:nvSpPr>
          <p:spPr>
            <a:xfrm>
              <a:off x="6440897" y="492016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DDFB99D-6AAF-4904-B987-68065212439E}"/>
                </a:ext>
              </a:extLst>
            </p:cNvPr>
            <p:cNvSpPr/>
            <p:nvPr/>
          </p:nvSpPr>
          <p:spPr>
            <a:xfrm>
              <a:off x="6577841" y="4844089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507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5216"/>
                  </a:lnTo>
                  <a:lnTo>
                    <a:pt x="0" y="15216"/>
                  </a:lnTo>
                  <a:lnTo>
                    <a:pt x="0" y="5072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BF7F6EC8-BA35-4B7D-8F54-BD35416F9AB7}"/>
                </a:ext>
              </a:extLst>
            </p:cNvPr>
            <p:cNvSpPr/>
            <p:nvPr/>
          </p:nvSpPr>
          <p:spPr>
            <a:xfrm>
              <a:off x="6552481" y="485930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507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5072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A0310C-B205-47FD-9D72-FEBED472BED4}"/>
                </a:ext>
              </a:extLst>
            </p:cNvPr>
            <p:cNvSpPr/>
            <p:nvPr/>
          </p:nvSpPr>
          <p:spPr>
            <a:xfrm>
              <a:off x="6522049" y="4879593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706E399F-5C56-4365-AE45-647F5E4E52E8}"/>
                </a:ext>
              </a:extLst>
            </p:cNvPr>
            <p:cNvSpPr/>
            <p:nvPr/>
          </p:nvSpPr>
          <p:spPr>
            <a:xfrm>
              <a:off x="6293808" y="4844089"/>
              <a:ext cx="152160" cy="101440"/>
            </a:xfrm>
            <a:custGeom>
              <a:avLst/>
              <a:gdLst>
                <a:gd name="connsiteX0" fmla="*/ 152160 w 152160"/>
                <a:gd name="connsiteY0" fmla="*/ 91296 h 101440"/>
                <a:gd name="connsiteX1" fmla="*/ 152160 w 152160"/>
                <a:gd name="connsiteY1" fmla="*/ 101440 h 101440"/>
                <a:gd name="connsiteX2" fmla="*/ 0 w 152160"/>
                <a:gd name="connsiteY2" fmla="*/ 15216 h 101440"/>
                <a:gd name="connsiteX3" fmla="*/ 0 w 152160"/>
                <a:gd name="connsiteY3" fmla="*/ 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160" h="101440">
                  <a:moveTo>
                    <a:pt x="152160" y="91296"/>
                  </a:moveTo>
                  <a:lnTo>
                    <a:pt x="152160" y="101440"/>
                  </a:lnTo>
                  <a:lnTo>
                    <a:pt x="0" y="15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7375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BBFEDB5D-0BDB-4AFD-BC31-A74F54A2756F}"/>
                </a:ext>
              </a:extLst>
            </p:cNvPr>
            <p:cNvSpPr/>
            <p:nvPr/>
          </p:nvSpPr>
          <p:spPr>
            <a:xfrm>
              <a:off x="6445969" y="4904953"/>
              <a:ext cx="50720" cy="50720"/>
            </a:xfrm>
            <a:custGeom>
              <a:avLst/>
              <a:gdLst>
                <a:gd name="connsiteX0" fmla="*/ 50720 w 50720"/>
                <a:gd name="connsiteY0" fmla="*/ 0 h 0"/>
                <a:gd name="connsiteX1" fmla="*/ 50720 w 50720"/>
                <a:gd name="connsiteY1" fmla="*/ 15216 h 0"/>
                <a:gd name="connsiteX2" fmla="*/ 0 w 50720"/>
                <a:gd name="connsiteY2" fmla="*/ 40576 h 0"/>
                <a:gd name="connsiteX3" fmla="*/ 0 w 50720"/>
                <a:gd name="connsiteY3" fmla="*/ 3043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0">
                  <a:moveTo>
                    <a:pt x="50720" y="0"/>
                  </a:moveTo>
                  <a:lnTo>
                    <a:pt x="50720" y="15216"/>
                  </a:lnTo>
                  <a:lnTo>
                    <a:pt x="0" y="40576"/>
                  </a:lnTo>
                  <a:lnTo>
                    <a:pt x="0" y="30432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D97A1F4E-E8FA-4C5A-BA12-9DAF890EA276}"/>
                </a:ext>
              </a:extLst>
            </p:cNvPr>
            <p:cNvSpPr/>
            <p:nvPr/>
          </p:nvSpPr>
          <p:spPr>
            <a:xfrm>
              <a:off x="5918480" y="4357177"/>
              <a:ext cx="1115842" cy="659361"/>
            </a:xfrm>
            <a:custGeom>
              <a:avLst/>
              <a:gdLst>
                <a:gd name="connsiteX0" fmla="*/ 664433 w 1115842"/>
                <a:gd name="connsiteY0" fmla="*/ 0 h 659360"/>
                <a:gd name="connsiteX1" fmla="*/ 1136130 w 1115842"/>
                <a:gd name="connsiteY1" fmla="*/ 273888 h 659360"/>
                <a:gd name="connsiteX2" fmla="*/ 471697 w 1115842"/>
                <a:gd name="connsiteY2" fmla="*/ 659361 h 659360"/>
                <a:gd name="connsiteX3" fmla="*/ 0 w 1115842"/>
                <a:gd name="connsiteY3" fmla="*/ 385472 h 659360"/>
                <a:gd name="connsiteX4" fmla="*/ 664433 w 1115842"/>
                <a:gd name="connsiteY4" fmla="*/ 0 h 659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842" h="659360">
                  <a:moveTo>
                    <a:pt x="664433" y="0"/>
                  </a:moveTo>
                  <a:lnTo>
                    <a:pt x="1136130" y="273888"/>
                  </a:lnTo>
                  <a:lnTo>
                    <a:pt x="471697" y="659361"/>
                  </a:lnTo>
                  <a:lnTo>
                    <a:pt x="0" y="385472"/>
                  </a:lnTo>
                  <a:lnTo>
                    <a:pt x="664433" y="0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4D027679-18AC-49EA-BF98-B2BBFF13A0C0}"/>
                </a:ext>
              </a:extLst>
            </p:cNvPr>
            <p:cNvSpPr/>
            <p:nvPr/>
          </p:nvSpPr>
          <p:spPr>
            <a:xfrm>
              <a:off x="6390177" y="4631065"/>
              <a:ext cx="659361" cy="355040"/>
            </a:xfrm>
            <a:custGeom>
              <a:avLst/>
              <a:gdLst>
                <a:gd name="connsiteX0" fmla="*/ 664433 w 659361"/>
                <a:gd name="connsiteY0" fmla="*/ 0 h 355040"/>
                <a:gd name="connsiteX1" fmla="*/ 664433 w 659361"/>
                <a:gd name="connsiteY1" fmla="*/ 15216 h 355040"/>
                <a:gd name="connsiteX2" fmla="*/ 0 w 659361"/>
                <a:gd name="connsiteY2" fmla="*/ 400688 h 355040"/>
                <a:gd name="connsiteX3" fmla="*/ 0 w 659361"/>
                <a:gd name="connsiteY3" fmla="*/ 390545 h 35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9361" h="355040">
                  <a:moveTo>
                    <a:pt x="664433" y="0"/>
                  </a:moveTo>
                  <a:lnTo>
                    <a:pt x="664433" y="15216"/>
                  </a:lnTo>
                  <a:lnTo>
                    <a:pt x="0" y="400688"/>
                  </a:lnTo>
                  <a:lnTo>
                    <a:pt x="0" y="390545"/>
                  </a:lnTo>
                  <a:close/>
                </a:path>
              </a:pathLst>
            </a:custGeom>
            <a:solidFill>
              <a:srgbClr val="EDEDE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54EF62FD-F8BB-44F3-BA7D-E7874BA4313C}"/>
                </a:ext>
              </a:extLst>
            </p:cNvPr>
            <p:cNvSpPr/>
            <p:nvPr/>
          </p:nvSpPr>
          <p:spPr>
            <a:xfrm>
              <a:off x="5918480" y="4747721"/>
              <a:ext cx="456481" cy="253600"/>
            </a:xfrm>
            <a:custGeom>
              <a:avLst/>
              <a:gdLst>
                <a:gd name="connsiteX0" fmla="*/ 471697 w 456480"/>
                <a:gd name="connsiteY0" fmla="*/ 273888 h 253600"/>
                <a:gd name="connsiteX1" fmla="*/ 471697 w 456480"/>
                <a:gd name="connsiteY1" fmla="*/ 284032 h 253600"/>
                <a:gd name="connsiteX2" fmla="*/ 0 w 456480"/>
                <a:gd name="connsiteY2" fmla="*/ 10144 h 253600"/>
                <a:gd name="connsiteX3" fmla="*/ 0 w 456480"/>
                <a:gd name="connsiteY3" fmla="*/ 0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480" h="253600">
                  <a:moveTo>
                    <a:pt x="471697" y="273888"/>
                  </a:moveTo>
                  <a:lnTo>
                    <a:pt x="471697" y="284032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DDD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DA8EF5A5-ED77-4734-A7B1-BEEDF2232BBC}"/>
                </a:ext>
              </a:extLst>
            </p:cNvPr>
            <p:cNvSpPr/>
            <p:nvPr/>
          </p:nvSpPr>
          <p:spPr>
            <a:xfrm>
              <a:off x="6511905" y="4382537"/>
              <a:ext cx="50720" cy="50720"/>
            </a:xfrm>
            <a:custGeom>
              <a:avLst/>
              <a:gdLst>
                <a:gd name="connsiteX0" fmla="*/ 96368 w 50720"/>
                <a:gd name="connsiteY0" fmla="*/ 0 h 50720"/>
                <a:gd name="connsiteX1" fmla="*/ 96368 w 50720"/>
                <a:gd name="connsiteY1" fmla="*/ 10144 h 50720"/>
                <a:gd name="connsiteX2" fmla="*/ 0 w 50720"/>
                <a:gd name="connsiteY2" fmla="*/ 65936 h 50720"/>
                <a:gd name="connsiteX3" fmla="*/ 0 w 50720"/>
                <a:gd name="connsiteY3" fmla="*/ 55792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0" h="50720">
                  <a:moveTo>
                    <a:pt x="96368" y="0"/>
                  </a:moveTo>
                  <a:lnTo>
                    <a:pt x="96368" y="10144"/>
                  </a:lnTo>
                  <a:lnTo>
                    <a:pt x="0" y="65936"/>
                  </a:lnTo>
                  <a:lnTo>
                    <a:pt x="0" y="55792"/>
                  </a:lnTo>
                  <a:close/>
                </a:path>
              </a:pathLst>
            </a:custGeom>
            <a:solidFill>
              <a:srgbClr val="C5C5C5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423B7B6E-331E-4A3A-BE8B-8D0A22C5D11C}"/>
                </a:ext>
              </a:extLst>
            </p:cNvPr>
            <p:cNvSpPr/>
            <p:nvPr/>
          </p:nvSpPr>
          <p:spPr>
            <a:xfrm>
              <a:off x="6608273" y="4382537"/>
              <a:ext cx="355041" cy="202880"/>
            </a:xfrm>
            <a:custGeom>
              <a:avLst/>
              <a:gdLst>
                <a:gd name="connsiteX0" fmla="*/ 365185 w 355040"/>
                <a:gd name="connsiteY0" fmla="*/ 207952 h 202880"/>
                <a:gd name="connsiteX1" fmla="*/ 365185 w 355040"/>
                <a:gd name="connsiteY1" fmla="*/ 223168 h 202880"/>
                <a:gd name="connsiteX2" fmla="*/ 0 w 355040"/>
                <a:gd name="connsiteY2" fmla="*/ 10144 h 202880"/>
                <a:gd name="connsiteX3" fmla="*/ 0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65185" y="207952"/>
                  </a:moveTo>
                  <a:lnTo>
                    <a:pt x="365185" y="223168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898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BAAED752-2D30-4270-A3B9-DA4937319373}"/>
                </a:ext>
              </a:extLst>
            </p:cNvPr>
            <p:cNvSpPr/>
            <p:nvPr/>
          </p:nvSpPr>
          <p:spPr>
            <a:xfrm>
              <a:off x="6877090" y="4590489"/>
              <a:ext cx="50720" cy="50720"/>
            </a:xfrm>
            <a:custGeom>
              <a:avLst/>
              <a:gdLst>
                <a:gd name="connsiteX0" fmla="*/ 96368 w 50720"/>
                <a:gd name="connsiteY0" fmla="*/ 0 h 50720"/>
                <a:gd name="connsiteX1" fmla="*/ 96368 w 50720"/>
                <a:gd name="connsiteY1" fmla="*/ 15216 h 50720"/>
                <a:gd name="connsiteX2" fmla="*/ 0 w 50720"/>
                <a:gd name="connsiteY2" fmla="*/ 71008 h 50720"/>
                <a:gd name="connsiteX3" fmla="*/ 0 w 50720"/>
                <a:gd name="connsiteY3" fmla="*/ 60864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0" h="50720">
                  <a:moveTo>
                    <a:pt x="96368" y="0"/>
                  </a:moveTo>
                  <a:lnTo>
                    <a:pt x="96368" y="15216"/>
                  </a:lnTo>
                  <a:lnTo>
                    <a:pt x="0" y="71008"/>
                  </a:lnTo>
                  <a:lnTo>
                    <a:pt x="0" y="60864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07EF701-4A2E-410D-84A7-799834286058}"/>
                </a:ext>
              </a:extLst>
            </p:cNvPr>
            <p:cNvSpPr/>
            <p:nvPr/>
          </p:nvSpPr>
          <p:spPr>
            <a:xfrm>
              <a:off x="6511905" y="4438329"/>
              <a:ext cx="355041" cy="202880"/>
            </a:xfrm>
            <a:custGeom>
              <a:avLst/>
              <a:gdLst>
                <a:gd name="connsiteX0" fmla="*/ 365185 w 355040"/>
                <a:gd name="connsiteY0" fmla="*/ 213024 h 202880"/>
                <a:gd name="connsiteX1" fmla="*/ 365185 w 355040"/>
                <a:gd name="connsiteY1" fmla="*/ 223168 h 202880"/>
                <a:gd name="connsiteX2" fmla="*/ 0 w 355040"/>
                <a:gd name="connsiteY2" fmla="*/ 10144 h 202880"/>
                <a:gd name="connsiteX3" fmla="*/ 0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65185" y="213024"/>
                  </a:moveTo>
                  <a:lnTo>
                    <a:pt x="365185" y="223168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7375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C8745F18-51EB-4C14-A95E-43E0B8EAE8C2}"/>
                </a:ext>
              </a:extLst>
            </p:cNvPr>
            <p:cNvSpPr/>
            <p:nvPr/>
          </p:nvSpPr>
          <p:spPr>
            <a:xfrm>
              <a:off x="6511905" y="4382537"/>
              <a:ext cx="456481" cy="253600"/>
            </a:xfrm>
            <a:custGeom>
              <a:avLst/>
              <a:gdLst>
                <a:gd name="connsiteX0" fmla="*/ 461553 w 456480"/>
                <a:gd name="connsiteY0" fmla="*/ 207952 h 253600"/>
                <a:gd name="connsiteX1" fmla="*/ 365185 w 456480"/>
                <a:gd name="connsiteY1" fmla="*/ 268816 h 253600"/>
                <a:gd name="connsiteX2" fmla="*/ 0 w 456480"/>
                <a:gd name="connsiteY2" fmla="*/ 55792 h 253600"/>
                <a:gd name="connsiteX3" fmla="*/ 96368 w 456480"/>
                <a:gd name="connsiteY3" fmla="*/ 0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480" h="253600">
                  <a:moveTo>
                    <a:pt x="461553" y="207952"/>
                  </a:moveTo>
                  <a:lnTo>
                    <a:pt x="365185" y="268816"/>
                  </a:lnTo>
                  <a:lnTo>
                    <a:pt x="0" y="55792"/>
                  </a:lnTo>
                  <a:lnTo>
                    <a:pt x="96368" y="0"/>
                  </a:lnTo>
                  <a:close/>
                </a:path>
              </a:pathLst>
            </a:custGeom>
            <a:solidFill>
              <a:srgbClr val="EDAA3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3273105F-AA6D-489B-9B10-1FA461FCFAFC}"/>
                </a:ext>
              </a:extLst>
            </p:cNvPr>
            <p:cNvSpPr/>
            <p:nvPr/>
          </p:nvSpPr>
          <p:spPr>
            <a:xfrm>
              <a:off x="6841585" y="4666569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507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5216"/>
                  </a:lnTo>
                  <a:lnTo>
                    <a:pt x="0" y="15216"/>
                  </a:lnTo>
                  <a:lnTo>
                    <a:pt x="0" y="5072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59D61597-4189-4E89-9C2B-CC36388EFE15}"/>
                </a:ext>
              </a:extLst>
            </p:cNvPr>
            <p:cNvSpPr/>
            <p:nvPr/>
          </p:nvSpPr>
          <p:spPr>
            <a:xfrm>
              <a:off x="6816225" y="4686857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EC3B590A-BD2C-43FE-A3D5-4D16184E23B0}"/>
                </a:ext>
              </a:extLst>
            </p:cNvPr>
            <p:cNvSpPr/>
            <p:nvPr/>
          </p:nvSpPr>
          <p:spPr>
            <a:xfrm>
              <a:off x="6785793" y="4702073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4774956E-4547-47FE-945E-B532357CBB70}"/>
                </a:ext>
              </a:extLst>
            </p:cNvPr>
            <p:cNvSpPr/>
            <p:nvPr/>
          </p:nvSpPr>
          <p:spPr>
            <a:xfrm>
              <a:off x="6760433" y="471728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5216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5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E57DB9B1-DE68-4638-822C-4EEAD3F6924A}"/>
                </a:ext>
              </a:extLst>
            </p:cNvPr>
            <p:cNvSpPr/>
            <p:nvPr/>
          </p:nvSpPr>
          <p:spPr>
            <a:xfrm>
              <a:off x="6730001" y="473250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507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5072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2DD644D8-16E8-4B49-8BED-232FB64BB204}"/>
                </a:ext>
              </a:extLst>
            </p:cNvPr>
            <p:cNvSpPr/>
            <p:nvPr/>
          </p:nvSpPr>
          <p:spPr>
            <a:xfrm>
              <a:off x="6699569" y="4752793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D3F3CDEB-1F4B-4514-A4F6-446BC47B3785}"/>
                </a:ext>
              </a:extLst>
            </p:cNvPr>
            <p:cNvSpPr/>
            <p:nvPr/>
          </p:nvSpPr>
          <p:spPr>
            <a:xfrm>
              <a:off x="6674209" y="4768009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6F5EF15A-83E2-4B13-A1B3-DEA025A09317}"/>
                </a:ext>
              </a:extLst>
            </p:cNvPr>
            <p:cNvSpPr/>
            <p:nvPr/>
          </p:nvSpPr>
          <p:spPr>
            <a:xfrm>
              <a:off x="6643777" y="4783225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5216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lnTo>
                    <a:pt x="0" y="15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5F9D72CA-EF38-4053-A683-4F76A58E0A4F}"/>
                </a:ext>
              </a:extLst>
            </p:cNvPr>
            <p:cNvSpPr/>
            <p:nvPr/>
          </p:nvSpPr>
          <p:spPr>
            <a:xfrm>
              <a:off x="6618417" y="4798441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5216"/>
                  </a:lnTo>
                  <a:lnTo>
                    <a:pt x="0" y="15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49DD6434-6D2B-4786-8043-62F92EDBCCC3}"/>
                </a:ext>
              </a:extLst>
            </p:cNvPr>
            <p:cNvSpPr/>
            <p:nvPr/>
          </p:nvSpPr>
          <p:spPr>
            <a:xfrm>
              <a:off x="6587985" y="4813657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5216 h 0"/>
                <a:gd name="connsiteX2" fmla="*/ 0 w 0"/>
                <a:gd name="connsiteY2" fmla="*/ 15216 h 0"/>
                <a:gd name="connsiteX3" fmla="*/ 0 w 0"/>
                <a:gd name="connsiteY3" fmla="*/ 507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5216"/>
                  </a:lnTo>
                  <a:lnTo>
                    <a:pt x="0" y="15216"/>
                  </a:lnTo>
                  <a:lnTo>
                    <a:pt x="0" y="5072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0B58AC9D-C357-4F0C-95E5-63D4DECC1B91}"/>
                </a:ext>
              </a:extLst>
            </p:cNvPr>
            <p:cNvSpPr/>
            <p:nvPr/>
          </p:nvSpPr>
          <p:spPr>
            <a:xfrm>
              <a:off x="6562625" y="4833945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10144 h 0"/>
                <a:gd name="connsiteX2" fmla="*/ 0 w 0"/>
                <a:gd name="connsiteY2" fmla="*/ 10144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10144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71273DBA-FEDC-4201-89D3-228F4948BC0A}"/>
                </a:ext>
              </a:extLst>
            </p:cNvPr>
            <p:cNvSpPr/>
            <p:nvPr/>
          </p:nvSpPr>
          <p:spPr>
            <a:xfrm>
              <a:off x="6532193" y="4849161"/>
              <a:ext cx="50720" cy="50720"/>
            </a:xfrm>
            <a:custGeom>
              <a:avLst/>
              <a:gdLst>
                <a:gd name="connsiteX0" fmla="*/ 5072 w 0"/>
                <a:gd name="connsiteY0" fmla="*/ 0 h 0"/>
                <a:gd name="connsiteX1" fmla="*/ 5072 w 0"/>
                <a:gd name="connsiteY1" fmla="*/ 10144 h 0"/>
                <a:gd name="connsiteX2" fmla="*/ 0 w 0"/>
                <a:gd name="connsiteY2" fmla="*/ 15216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5072" y="0"/>
                  </a:moveTo>
                  <a:lnTo>
                    <a:pt x="5072" y="10144"/>
                  </a:lnTo>
                  <a:lnTo>
                    <a:pt x="0" y="15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6A9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9D182DFE-9022-487F-90D2-C08C0BA7E937}"/>
                </a:ext>
              </a:extLst>
            </p:cNvPr>
            <p:cNvSpPr/>
            <p:nvPr/>
          </p:nvSpPr>
          <p:spPr>
            <a:xfrm>
              <a:off x="5928624" y="4331817"/>
              <a:ext cx="1115842" cy="659361"/>
            </a:xfrm>
            <a:custGeom>
              <a:avLst/>
              <a:gdLst>
                <a:gd name="connsiteX0" fmla="*/ 664434 w 1115842"/>
                <a:gd name="connsiteY0" fmla="*/ 0 h 659360"/>
                <a:gd name="connsiteX1" fmla="*/ 1136130 w 1115842"/>
                <a:gd name="connsiteY1" fmla="*/ 273888 h 659360"/>
                <a:gd name="connsiteX2" fmla="*/ 471697 w 1115842"/>
                <a:gd name="connsiteY2" fmla="*/ 659361 h 659360"/>
                <a:gd name="connsiteX3" fmla="*/ 0 w 1115842"/>
                <a:gd name="connsiteY3" fmla="*/ 385472 h 659360"/>
                <a:gd name="connsiteX4" fmla="*/ 664434 w 1115842"/>
                <a:gd name="connsiteY4" fmla="*/ 0 h 659360"/>
                <a:gd name="connsiteX5" fmla="*/ 679649 w 1115842"/>
                <a:gd name="connsiteY5" fmla="*/ 50720 h 659360"/>
                <a:gd name="connsiteX6" fmla="*/ 583281 w 1115842"/>
                <a:gd name="connsiteY6" fmla="*/ 106512 h 659360"/>
                <a:gd name="connsiteX7" fmla="*/ 948466 w 1115842"/>
                <a:gd name="connsiteY7" fmla="*/ 319536 h 659360"/>
                <a:gd name="connsiteX8" fmla="*/ 1044834 w 1115842"/>
                <a:gd name="connsiteY8" fmla="*/ 263744 h 659360"/>
                <a:gd name="connsiteX9" fmla="*/ 679649 w 1115842"/>
                <a:gd name="connsiteY9" fmla="*/ 50720 h 659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15842" h="659360">
                  <a:moveTo>
                    <a:pt x="664434" y="0"/>
                  </a:moveTo>
                  <a:lnTo>
                    <a:pt x="1136130" y="273888"/>
                  </a:lnTo>
                  <a:lnTo>
                    <a:pt x="471697" y="659361"/>
                  </a:lnTo>
                  <a:lnTo>
                    <a:pt x="0" y="385472"/>
                  </a:lnTo>
                  <a:lnTo>
                    <a:pt x="664434" y="0"/>
                  </a:lnTo>
                  <a:close/>
                  <a:moveTo>
                    <a:pt x="679649" y="50720"/>
                  </a:moveTo>
                  <a:lnTo>
                    <a:pt x="583281" y="106512"/>
                  </a:lnTo>
                  <a:lnTo>
                    <a:pt x="948466" y="319536"/>
                  </a:lnTo>
                  <a:lnTo>
                    <a:pt x="1044834" y="263744"/>
                  </a:lnTo>
                  <a:lnTo>
                    <a:pt x="679649" y="50720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8C5A1808-28F9-4A0F-BB8A-4853B28E24B5}"/>
                </a:ext>
              </a:extLst>
            </p:cNvPr>
            <p:cNvSpPr/>
            <p:nvPr/>
          </p:nvSpPr>
          <p:spPr>
            <a:xfrm>
              <a:off x="6395249" y="4600633"/>
              <a:ext cx="659361" cy="355040"/>
            </a:xfrm>
            <a:custGeom>
              <a:avLst/>
              <a:gdLst>
                <a:gd name="connsiteX0" fmla="*/ 669505 w 659361"/>
                <a:gd name="connsiteY0" fmla="*/ 0 h 355040"/>
                <a:gd name="connsiteX1" fmla="*/ 669505 w 659361"/>
                <a:gd name="connsiteY1" fmla="*/ 15216 h 355040"/>
                <a:gd name="connsiteX2" fmla="*/ 0 w 659361"/>
                <a:gd name="connsiteY2" fmla="*/ 400688 h 355040"/>
                <a:gd name="connsiteX3" fmla="*/ 0 w 659361"/>
                <a:gd name="connsiteY3" fmla="*/ 390545 h 355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9361" h="355040">
                  <a:moveTo>
                    <a:pt x="669505" y="0"/>
                  </a:moveTo>
                  <a:lnTo>
                    <a:pt x="669505" y="15216"/>
                  </a:lnTo>
                  <a:lnTo>
                    <a:pt x="0" y="400688"/>
                  </a:lnTo>
                  <a:lnTo>
                    <a:pt x="0" y="390545"/>
                  </a:lnTo>
                  <a:close/>
                </a:path>
              </a:pathLst>
            </a:custGeom>
            <a:solidFill>
              <a:srgbClr val="EDEDE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A5119A3-C2D8-43E3-ADFE-AD7387C3E5F8}"/>
                </a:ext>
              </a:extLst>
            </p:cNvPr>
            <p:cNvSpPr/>
            <p:nvPr/>
          </p:nvSpPr>
          <p:spPr>
            <a:xfrm>
              <a:off x="5923552" y="4717289"/>
              <a:ext cx="456481" cy="253600"/>
            </a:xfrm>
            <a:custGeom>
              <a:avLst/>
              <a:gdLst>
                <a:gd name="connsiteX0" fmla="*/ 471697 w 456480"/>
                <a:gd name="connsiteY0" fmla="*/ 273888 h 253600"/>
                <a:gd name="connsiteX1" fmla="*/ 471697 w 456480"/>
                <a:gd name="connsiteY1" fmla="*/ 284032 h 253600"/>
                <a:gd name="connsiteX2" fmla="*/ 0 w 456480"/>
                <a:gd name="connsiteY2" fmla="*/ 10144 h 253600"/>
                <a:gd name="connsiteX3" fmla="*/ 0 w 456480"/>
                <a:gd name="connsiteY3" fmla="*/ 0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480" h="253600">
                  <a:moveTo>
                    <a:pt x="471697" y="273888"/>
                  </a:moveTo>
                  <a:lnTo>
                    <a:pt x="471697" y="284032"/>
                  </a:lnTo>
                  <a:lnTo>
                    <a:pt x="0" y="10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DDD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2819FD91-C52A-4908-9219-3F992EA446AC}"/>
                </a:ext>
              </a:extLst>
            </p:cNvPr>
            <p:cNvSpPr/>
            <p:nvPr/>
          </p:nvSpPr>
          <p:spPr>
            <a:xfrm>
              <a:off x="6445969" y="4473833"/>
              <a:ext cx="355041" cy="202880"/>
            </a:xfrm>
            <a:custGeom>
              <a:avLst/>
              <a:gdLst>
                <a:gd name="connsiteX0" fmla="*/ 370257 w 355040"/>
                <a:gd name="connsiteY0" fmla="*/ 213024 h 202880"/>
                <a:gd name="connsiteX1" fmla="*/ 370257 w 355040"/>
                <a:gd name="connsiteY1" fmla="*/ 213024 h 202880"/>
                <a:gd name="connsiteX2" fmla="*/ 0 w 355040"/>
                <a:gd name="connsiteY2" fmla="*/ 0 h 202880"/>
                <a:gd name="connsiteX3" fmla="*/ 5072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70257" y="213024"/>
                  </a:moveTo>
                  <a:lnTo>
                    <a:pt x="370257" y="213024"/>
                  </a:lnTo>
                  <a:lnTo>
                    <a:pt x="0" y="0"/>
                  </a:lnTo>
                  <a:lnTo>
                    <a:pt x="5072" y="0"/>
                  </a:lnTo>
                  <a:close/>
                </a:path>
              </a:pathLst>
            </a:custGeom>
            <a:solidFill>
              <a:srgbClr val="B4B9B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99E68A05-9510-4293-8648-68159321FC1A}"/>
                </a:ext>
              </a:extLst>
            </p:cNvPr>
            <p:cNvSpPr/>
            <p:nvPr/>
          </p:nvSpPr>
          <p:spPr>
            <a:xfrm>
              <a:off x="6420609" y="4489049"/>
              <a:ext cx="355041" cy="202880"/>
            </a:xfrm>
            <a:custGeom>
              <a:avLst/>
              <a:gdLst>
                <a:gd name="connsiteX0" fmla="*/ 370257 w 355040"/>
                <a:gd name="connsiteY0" fmla="*/ 213024 h 202880"/>
                <a:gd name="connsiteX1" fmla="*/ 365185 w 355040"/>
                <a:gd name="connsiteY1" fmla="*/ 213024 h 202880"/>
                <a:gd name="connsiteX2" fmla="*/ 0 w 355040"/>
                <a:gd name="connsiteY2" fmla="*/ 0 h 202880"/>
                <a:gd name="connsiteX3" fmla="*/ 0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70257" y="213024"/>
                  </a:moveTo>
                  <a:lnTo>
                    <a:pt x="365185" y="21302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9B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98DF0F23-3289-42F2-96EF-9BD3D213D477}"/>
                </a:ext>
              </a:extLst>
            </p:cNvPr>
            <p:cNvSpPr/>
            <p:nvPr/>
          </p:nvSpPr>
          <p:spPr>
            <a:xfrm>
              <a:off x="6364817" y="4524553"/>
              <a:ext cx="355041" cy="202880"/>
            </a:xfrm>
            <a:custGeom>
              <a:avLst/>
              <a:gdLst>
                <a:gd name="connsiteX0" fmla="*/ 365185 w 355040"/>
                <a:gd name="connsiteY0" fmla="*/ 207952 h 202880"/>
                <a:gd name="connsiteX1" fmla="*/ 365185 w 355040"/>
                <a:gd name="connsiteY1" fmla="*/ 213024 h 202880"/>
                <a:gd name="connsiteX2" fmla="*/ 0 w 355040"/>
                <a:gd name="connsiteY2" fmla="*/ 0 h 202880"/>
                <a:gd name="connsiteX3" fmla="*/ 0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65185" y="207952"/>
                  </a:moveTo>
                  <a:lnTo>
                    <a:pt x="365185" y="21302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9B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CFCB69FF-27ED-4891-B9D3-50FAE1295A00}"/>
                </a:ext>
              </a:extLst>
            </p:cNvPr>
            <p:cNvSpPr/>
            <p:nvPr/>
          </p:nvSpPr>
          <p:spPr>
            <a:xfrm>
              <a:off x="6334384" y="4539769"/>
              <a:ext cx="355041" cy="202880"/>
            </a:xfrm>
            <a:custGeom>
              <a:avLst/>
              <a:gdLst>
                <a:gd name="connsiteX0" fmla="*/ 370257 w 355040"/>
                <a:gd name="connsiteY0" fmla="*/ 213024 h 202880"/>
                <a:gd name="connsiteX1" fmla="*/ 365185 w 355040"/>
                <a:gd name="connsiteY1" fmla="*/ 213024 h 202880"/>
                <a:gd name="connsiteX2" fmla="*/ 0 w 355040"/>
                <a:gd name="connsiteY2" fmla="*/ 0 h 202880"/>
                <a:gd name="connsiteX3" fmla="*/ 5072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70257" y="213024"/>
                  </a:moveTo>
                  <a:lnTo>
                    <a:pt x="365185" y="213024"/>
                  </a:lnTo>
                  <a:lnTo>
                    <a:pt x="0" y="0"/>
                  </a:lnTo>
                  <a:lnTo>
                    <a:pt x="5072" y="0"/>
                  </a:lnTo>
                  <a:close/>
                </a:path>
              </a:pathLst>
            </a:custGeom>
            <a:solidFill>
              <a:srgbClr val="B4B9B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0E034485-E28E-452A-AFAA-8936F527EEA2}"/>
                </a:ext>
              </a:extLst>
            </p:cNvPr>
            <p:cNvSpPr/>
            <p:nvPr/>
          </p:nvSpPr>
          <p:spPr>
            <a:xfrm>
              <a:off x="6309024" y="4554985"/>
              <a:ext cx="355041" cy="202880"/>
            </a:xfrm>
            <a:custGeom>
              <a:avLst/>
              <a:gdLst>
                <a:gd name="connsiteX0" fmla="*/ 365185 w 355040"/>
                <a:gd name="connsiteY0" fmla="*/ 213024 h 202880"/>
                <a:gd name="connsiteX1" fmla="*/ 365185 w 355040"/>
                <a:gd name="connsiteY1" fmla="*/ 213024 h 202880"/>
                <a:gd name="connsiteX2" fmla="*/ 0 w 355040"/>
                <a:gd name="connsiteY2" fmla="*/ 0 h 202880"/>
                <a:gd name="connsiteX3" fmla="*/ 0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65185" y="213024"/>
                  </a:moveTo>
                  <a:lnTo>
                    <a:pt x="365185" y="21302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9B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ABD2B86B-B2A3-4139-9F6C-85EEF145547E}"/>
                </a:ext>
              </a:extLst>
            </p:cNvPr>
            <p:cNvSpPr/>
            <p:nvPr/>
          </p:nvSpPr>
          <p:spPr>
            <a:xfrm>
              <a:off x="6278592" y="4570201"/>
              <a:ext cx="355041" cy="202880"/>
            </a:xfrm>
            <a:custGeom>
              <a:avLst/>
              <a:gdLst>
                <a:gd name="connsiteX0" fmla="*/ 370257 w 355040"/>
                <a:gd name="connsiteY0" fmla="*/ 213024 h 202880"/>
                <a:gd name="connsiteX1" fmla="*/ 365185 w 355040"/>
                <a:gd name="connsiteY1" fmla="*/ 213024 h 202880"/>
                <a:gd name="connsiteX2" fmla="*/ 0 w 355040"/>
                <a:gd name="connsiteY2" fmla="*/ 5072 h 202880"/>
                <a:gd name="connsiteX3" fmla="*/ 5072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70257" y="213024"/>
                  </a:moveTo>
                  <a:lnTo>
                    <a:pt x="365185" y="213024"/>
                  </a:lnTo>
                  <a:lnTo>
                    <a:pt x="0" y="5072"/>
                  </a:lnTo>
                  <a:lnTo>
                    <a:pt x="5072" y="0"/>
                  </a:lnTo>
                  <a:close/>
                </a:path>
              </a:pathLst>
            </a:custGeom>
            <a:solidFill>
              <a:srgbClr val="B4B9B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A7FE0A1F-64B9-48A4-AA1A-7A7B16C3A881}"/>
                </a:ext>
              </a:extLst>
            </p:cNvPr>
            <p:cNvSpPr/>
            <p:nvPr/>
          </p:nvSpPr>
          <p:spPr>
            <a:xfrm>
              <a:off x="6253232" y="4590489"/>
              <a:ext cx="355041" cy="202880"/>
            </a:xfrm>
            <a:custGeom>
              <a:avLst/>
              <a:gdLst>
                <a:gd name="connsiteX0" fmla="*/ 365185 w 355040"/>
                <a:gd name="connsiteY0" fmla="*/ 207952 h 202880"/>
                <a:gd name="connsiteX1" fmla="*/ 365185 w 355040"/>
                <a:gd name="connsiteY1" fmla="*/ 207952 h 202880"/>
                <a:gd name="connsiteX2" fmla="*/ 0 w 355040"/>
                <a:gd name="connsiteY2" fmla="*/ 0 h 202880"/>
                <a:gd name="connsiteX3" fmla="*/ 0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65185" y="207952"/>
                  </a:moveTo>
                  <a:lnTo>
                    <a:pt x="365185" y="20795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9B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CAC63C8B-3D27-464E-BD95-0D9E366EDD1F}"/>
                </a:ext>
              </a:extLst>
            </p:cNvPr>
            <p:cNvSpPr/>
            <p:nvPr/>
          </p:nvSpPr>
          <p:spPr>
            <a:xfrm>
              <a:off x="6222800" y="4605705"/>
              <a:ext cx="355041" cy="202880"/>
            </a:xfrm>
            <a:custGeom>
              <a:avLst/>
              <a:gdLst>
                <a:gd name="connsiteX0" fmla="*/ 370257 w 355040"/>
                <a:gd name="connsiteY0" fmla="*/ 207952 h 202880"/>
                <a:gd name="connsiteX1" fmla="*/ 365185 w 355040"/>
                <a:gd name="connsiteY1" fmla="*/ 213024 h 202880"/>
                <a:gd name="connsiteX2" fmla="*/ 0 w 355040"/>
                <a:gd name="connsiteY2" fmla="*/ 0 h 202880"/>
                <a:gd name="connsiteX3" fmla="*/ 5072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70257" y="207952"/>
                  </a:moveTo>
                  <a:lnTo>
                    <a:pt x="365185" y="213024"/>
                  </a:lnTo>
                  <a:lnTo>
                    <a:pt x="0" y="0"/>
                  </a:lnTo>
                  <a:lnTo>
                    <a:pt x="5072" y="0"/>
                  </a:lnTo>
                  <a:close/>
                </a:path>
              </a:pathLst>
            </a:custGeom>
            <a:solidFill>
              <a:srgbClr val="B4B9B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C6DD23B4-2D8A-4634-BDF0-236FC80B145D}"/>
                </a:ext>
              </a:extLst>
            </p:cNvPr>
            <p:cNvSpPr/>
            <p:nvPr/>
          </p:nvSpPr>
          <p:spPr>
            <a:xfrm>
              <a:off x="6197440" y="4620921"/>
              <a:ext cx="355041" cy="202880"/>
            </a:xfrm>
            <a:custGeom>
              <a:avLst/>
              <a:gdLst>
                <a:gd name="connsiteX0" fmla="*/ 365185 w 355040"/>
                <a:gd name="connsiteY0" fmla="*/ 213024 h 202880"/>
                <a:gd name="connsiteX1" fmla="*/ 365185 w 355040"/>
                <a:gd name="connsiteY1" fmla="*/ 213024 h 202880"/>
                <a:gd name="connsiteX2" fmla="*/ 0 w 355040"/>
                <a:gd name="connsiteY2" fmla="*/ 0 h 202880"/>
                <a:gd name="connsiteX3" fmla="*/ 0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65185" y="213024"/>
                  </a:moveTo>
                  <a:lnTo>
                    <a:pt x="365185" y="21302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9B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D415D4E9-D4EC-4E7F-AD50-81918FB2126F}"/>
                </a:ext>
              </a:extLst>
            </p:cNvPr>
            <p:cNvSpPr/>
            <p:nvPr/>
          </p:nvSpPr>
          <p:spPr>
            <a:xfrm>
              <a:off x="6167008" y="4636137"/>
              <a:ext cx="355041" cy="202880"/>
            </a:xfrm>
            <a:custGeom>
              <a:avLst/>
              <a:gdLst>
                <a:gd name="connsiteX0" fmla="*/ 370257 w 355040"/>
                <a:gd name="connsiteY0" fmla="*/ 213024 h 202880"/>
                <a:gd name="connsiteX1" fmla="*/ 365185 w 355040"/>
                <a:gd name="connsiteY1" fmla="*/ 213024 h 202880"/>
                <a:gd name="connsiteX2" fmla="*/ 0 w 355040"/>
                <a:gd name="connsiteY2" fmla="*/ 0 h 202880"/>
                <a:gd name="connsiteX3" fmla="*/ 0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70257" y="213024"/>
                  </a:moveTo>
                  <a:lnTo>
                    <a:pt x="365185" y="21302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9B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335DC7E4-D9CD-429D-A86B-33F6A97354A0}"/>
                </a:ext>
              </a:extLst>
            </p:cNvPr>
            <p:cNvSpPr/>
            <p:nvPr/>
          </p:nvSpPr>
          <p:spPr>
            <a:xfrm>
              <a:off x="6476401" y="4458617"/>
              <a:ext cx="355041" cy="202880"/>
            </a:xfrm>
            <a:custGeom>
              <a:avLst/>
              <a:gdLst>
                <a:gd name="connsiteX0" fmla="*/ 370257 w 355040"/>
                <a:gd name="connsiteY0" fmla="*/ 207952 h 202880"/>
                <a:gd name="connsiteX1" fmla="*/ 365185 w 355040"/>
                <a:gd name="connsiteY1" fmla="*/ 213024 h 202880"/>
                <a:gd name="connsiteX2" fmla="*/ 0 w 355040"/>
                <a:gd name="connsiteY2" fmla="*/ 0 h 202880"/>
                <a:gd name="connsiteX3" fmla="*/ 0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70257" y="207952"/>
                  </a:moveTo>
                  <a:lnTo>
                    <a:pt x="365185" y="21302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9B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5AD66C41-845D-4EA0-B8FF-DA604B181847}"/>
                </a:ext>
              </a:extLst>
            </p:cNvPr>
            <p:cNvSpPr/>
            <p:nvPr/>
          </p:nvSpPr>
          <p:spPr>
            <a:xfrm>
              <a:off x="6390177" y="4504265"/>
              <a:ext cx="355041" cy="202880"/>
            </a:xfrm>
            <a:custGeom>
              <a:avLst/>
              <a:gdLst>
                <a:gd name="connsiteX0" fmla="*/ 370257 w 355040"/>
                <a:gd name="connsiteY0" fmla="*/ 213024 h 202880"/>
                <a:gd name="connsiteX1" fmla="*/ 370257 w 355040"/>
                <a:gd name="connsiteY1" fmla="*/ 213024 h 202880"/>
                <a:gd name="connsiteX2" fmla="*/ 0 w 355040"/>
                <a:gd name="connsiteY2" fmla="*/ 5072 h 202880"/>
                <a:gd name="connsiteX3" fmla="*/ 5072 w 355040"/>
                <a:gd name="connsiteY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040" h="202880">
                  <a:moveTo>
                    <a:pt x="370257" y="213024"/>
                  </a:moveTo>
                  <a:lnTo>
                    <a:pt x="370257" y="213024"/>
                  </a:lnTo>
                  <a:lnTo>
                    <a:pt x="0" y="5072"/>
                  </a:lnTo>
                  <a:lnTo>
                    <a:pt x="5072" y="0"/>
                  </a:lnTo>
                  <a:close/>
                </a:path>
              </a:pathLst>
            </a:custGeom>
            <a:solidFill>
              <a:srgbClr val="B4B9BD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49C0B5CC-D751-46DE-987D-BE8570FF1C0A}"/>
                </a:ext>
              </a:extLst>
            </p:cNvPr>
            <p:cNvSpPr/>
            <p:nvPr/>
          </p:nvSpPr>
          <p:spPr>
            <a:xfrm>
              <a:off x="8819669" y="3849976"/>
              <a:ext cx="50720" cy="50720"/>
            </a:xfrm>
            <a:custGeom>
              <a:avLst/>
              <a:gdLst>
                <a:gd name="connsiteX0" fmla="*/ 0 w 50720"/>
                <a:gd name="connsiteY0" fmla="*/ 30432 h 0"/>
                <a:gd name="connsiteX1" fmla="*/ 55792 w 50720"/>
                <a:gd name="connsiteY1" fmla="*/ 0 h 0"/>
                <a:gd name="connsiteX2" fmla="*/ 60864 w 50720"/>
                <a:gd name="connsiteY2" fmla="*/ 5072 h 0"/>
                <a:gd name="connsiteX3" fmla="*/ 0 w 50720"/>
                <a:gd name="connsiteY3" fmla="*/ 30432 h 0"/>
                <a:gd name="connsiteX4" fmla="*/ 0 w 50720"/>
                <a:gd name="connsiteY4" fmla="*/ 3043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>
                  <a:moveTo>
                    <a:pt x="0" y="30432"/>
                  </a:moveTo>
                  <a:lnTo>
                    <a:pt x="55792" y="0"/>
                  </a:lnTo>
                  <a:cubicBezTo>
                    <a:pt x="55792" y="0"/>
                    <a:pt x="60864" y="5072"/>
                    <a:pt x="60864" y="5072"/>
                  </a:cubicBezTo>
                  <a:lnTo>
                    <a:pt x="0" y="30432"/>
                  </a:lnTo>
                  <a:cubicBezTo>
                    <a:pt x="0" y="35504"/>
                    <a:pt x="0" y="30432"/>
                    <a:pt x="0" y="30432"/>
                  </a:cubicBezTo>
                </a:path>
              </a:pathLst>
            </a:custGeom>
            <a:solidFill>
              <a:srgbClr val="FAFAFA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93188907-3351-422B-8993-EFF970085D34}"/>
                </a:ext>
              </a:extLst>
            </p:cNvPr>
            <p:cNvSpPr/>
            <p:nvPr/>
          </p:nvSpPr>
          <p:spPr>
            <a:xfrm>
              <a:off x="8824742" y="3855048"/>
              <a:ext cx="50720" cy="50720"/>
            </a:xfrm>
            <a:custGeom>
              <a:avLst/>
              <a:gdLst>
                <a:gd name="connsiteX0" fmla="*/ 0 w 50720"/>
                <a:gd name="connsiteY0" fmla="*/ 30432 h 0"/>
                <a:gd name="connsiteX1" fmla="*/ 55792 w 50720"/>
                <a:gd name="connsiteY1" fmla="*/ 0 h 0"/>
                <a:gd name="connsiteX2" fmla="*/ 60864 w 50720"/>
                <a:gd name="connsiteY2" fmla="*/ 5072 h 0"/>
                <a:gd name="connsiteX3" fmla="*/ 0 w 50720"/>
                <a:gd name="connsiteY3" fmla="*/ 30432 h 0"/>
                <a:gd name="connsiteX4" fmla="*/ 0 w 50720"/>
                <a:gd name="connsiteY4" fmla="*/ 3043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>
                  <a:moveTo>
                    <a:pt x="0" y="30432"/>
                  </a:moveTo>
                  <a:lnTo>
                    <a:pt x="55792" y="0"/>
                  </a:lnTo>
                  <a:cubicBezTo>
                    <a:pt x="55792" y="0"/>
                    <a:pt x="55792" y="5072"/>
                    <a:pt x="60864" y="5072"/>
                  </a:cubicBezTo>
                  <a:lnTo>
                    <a:pt x="0" y="30432"/>
                  </a:lnTo>
                  <a:cubicBezTo>
                    <a:pt x="0" y="35504"/>
                    <a:pt x="0" y="30432"/>
                    <a:pt x="0" y="30432"/>
                  </a:cubicBez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32AAA1F4-6622-4E39-950E-5144B666B6F5}"/>
                </a:ext>
              </a:extLst>
            </p:cNvPr>
            <p:cNvSpPr/>
            <p:nvPr/>
          </p:nvSpPr>
          <p:spPr>
            <a:xfrm>
              <a:off x="8824742" y="3860120"/>
              <a:ext cx="50720" cy="50720"/>
            </a:xfrm>
            <a:custGeom>
              <a:avLst/>
              <a:gdLst>
                <a:gd name="connsiteX0" fmla="*/ 0 w 50720"/>
                <a:gd name="connsiteY0" fmla="*/ 30432 h 0"/>
                <a:gd name="connsiteX1" fmla="*/ 55792 w 50720"/>
                <a:gd name="connsiteY1" fmla="*/ 0 h 0"/>
                <a:gd name="connsiteX2" fmla="*/ 60864 w 50720"/>
                <a:gd name="connsiteY2" fmla="*/ 5072 h 0"/>
                <a:gd name="connsiteX3" fmla="*/ 0 w 50720"/>
                <a:gd name="connsiteY3" fmla="*/ 30432 h 0"/>
                <a:gd name="connsiteX4" fmla="*/ 0 w 50720"/>
                <a:gd name="connsiteY4" fmla="*/ 3043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>
                  <a:moveTo>
                    <a:pt x="0" y="30432"/>
                  </a:moveTo>
                  <a:lnTo>
                    <a:pt x="55792" y="0"/>
                  </a:lnTo>
                  <a:cubicBezTo>
                    <a:pt x="55792" y="0"/>
                    <a:pt x="55792" y="5072"/>
                    <a:pt x="60864" y="5072"/>
                  </a:cubicBezTo>
                  <a:lnTo>
                    <a:pt x="0" y="30432"/>
                  </a:lnTo>
                  <a:cubicBezTo>
                    <a:pt x="5072" y="30432"/>
                    <a:pt x="0" y="30432"/>
                    <a:pt x="0" y="30432"/>
                  </a:cubicBez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9DD374A4-74FF-4E57-B426-A6F6B29EDE59}"/>
                </a:ext>
              </a:extLst>
            </p:cNvPr>
            <p:cNvSpPr/>
            <p:nvPr/>
          </p:nvSpPr>
          <p:spPr>
            <a:xfrm>
              <a:off x="8829814" y="3865192"/>
              <a:ext cx="50720" cy="50720"/>
            </a:xfrm>
            <a:custGeom>
              <a:avLst/>
              <a:gdLst>
                <a:gd name="connsiteX0" fmla="*/ 0 w 50720"/>
                <a:gd name="connsiteY0" fmla="*/ 30432 h 0"/>
                <a:gd name="connsiteX1" fmla="*/ 55792 w 50720"/>
                <a:gd name="connsiteY1" fmla="*/ 0 h 0"/>
                <a:gd name="connsiteX2" fmla="*/ 60864 w 50720"/>
                <a:gd name="connsiteY2" fmla="*/ 5072 h 0"/>
                <a:gd name="connsiteX3" fmla="*/ 0 w 50720"/>
                <a:gd name="connsiteY3" fmla="*/ 30432 h 0"/>
                <a:gd name="connsiteX4" fmla="*/ 0 w 50720"/>
                <a:gd name="connsiteY4" fmla="*/ 3043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>
                  <a:moveTo>
                    <a:pt x="0" y="30432"/>
                  </a:moveTo>
                  <a:lnTo>
                    <a:pt x="55792" y="0"/>
                  </a:lnTo>
                  <a:cubicBezTo>
                    <a:pt x="55792" y="0"/>
                    <a:pt x="55792" y="5072"/>
                    <a:pt x="60864" y="5072"/>
                  </a:cubicBezTo>
                  <a:lnTo>
                    <a:pt x="0" y="30432"/>
                  </a:lnTo>
                  <a:cubicBezTo>
                    <a:pt x="0" y="30432"/>
                    <a:pt x="0" y="30432"/>
                    <a:pt x="0" y="30432"/>
                  </a:cubicBez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FABE1886-AB81-4C3D-964D-185BD1087C55}"/>
                </a:ext>
              </a:extLst>
            </p:cNvPr>
            <p:cNvSpPr/>
            <p:nvPr/>
          </p:nvSpPr>
          <p:spPr>
            <a:xfrm>
              <a:off x="8834885" y="3870264"/>
              <a:ext cx="50720" cy="50720"/>
            </a:xfrm>
            <a:custGeom>
              <a:avLst/>
              <a:gdLst>
                <a:gd name="connsiteX0" fmla="*/ 0 w 50720"/>
                <a:gd name="connsiteY0" fmla="*/ 30432 h 0"/>
                <a:gd name="connsiteX1" fmla="*/ 55792 w 50720"/>
                <a:gd name="connsiteY1" fmla="*/ 0 h 0"/>
                <a:gd name="connsiteX2" fmla="*/ 60864 w 50720"/>
                <a:gd name="connsiteY2" fmla="*/ 5072 h 0"/>
                <a:gd name="connsiteX3" fmla="*/ 5072 w 50720"/>
                <a:gd name="connsiteY3" fmla="*/ 35504 h 0"/>
                <a:gd name="connsiteX4" fmla="*/ 0 w 50720"/>
                <a:gd name="connsiteY4" fmla="*/ 3043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>
                  <a:moveTo>
                    <a:pt x="0" y="30432"/>
                  </a:moveTo>
                  <a:lnTo>
                    <a:pt x="55792" y="0"/>
                  </a:lnTo>
                  <a:cubicBezTo>
                    <a:pt x="55792" y="0"/>
                    <a:pt x="60864" y="5072"/>
                    <a:pt x="60864" y="5072"/>
                  </a:cubicBezTo>
                  <a:lnTo>
                    <a:pt x="5072" y="35504"/>
                  </a:lnTo>
                  <a:cubicBezTo>
                    <a:pt x="0" y="30432"/>
                    <a:pt x="0" y="30432"/>
                    <a:pt x="0" y="30432"/>
                  </a:cubicBez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2D506526-CF33-48F9-B3A3-7662AA912CEA}"/>
                </a:ext>
              </a:extLst>
            </p:cNvPr>
            <p:cNvSpPr/>
            <p:nvPr/>
          </p:nvSpPr>
          <p:spPr>
            <a:xfrm>
              <a:off x="8834885" y="3875336"/>
              <a:ext cx="50720" cy="50720"/>
            </a:xfrm>
            <a:custGeom>
              <a:avLst/>
              <a:gdLst>
                <a:gd name="connsiteX0" fmla="*/ 0 w 50720"/>
                <a:gd name="connsiteY0" fmla="*/ 30432 h 0"/>
                <a:gd name="connsiteX1" fmla="*/ 55792 w 50720"/>
                <a:gd name="connsiteY1" fmla="*/ 0 h 0"/>
                <a:gd name="connsiteX2" fmla="*/ 60864 w 50720"/>
                <a:gd name="connsiteY2" fmla="*/ 10144 h 0"/>
                <a:gd name="connsiteX3" fmla="*/ 5072 w 50720"/>
                <a:gd name="connsiteY3" fmla="*/ 40576 h 0"/>
                <a:gd name="connsiteX4" fmla="*/ 0 w 50720"/>
                <a:gd name="connsiteY4" fmla="*/ 3043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>
                  <a:moveTo>
                    <a:pt x="0" y="30432"/>
                  </a:moveTo>
                  <a:lnTo>
                    <a:pt x="55792" y="0"/>
                  </a:lnTo>
                  <a:cubicBezTo>
                    <a:pt x="55792" y="5072"/>
                    <a:pt x="60864" y="5072"/>
                    <a:pt x="60864" y="10144"/>
                  </a:cubicBezTo>
                  <a:lnTo>
                    <a:pt x="5072" y="40576"/>
                  </a:lnTo>
                  <a:cubicBezTo>
                    <a:pt x="5072" y="35504"/>
                    <a:pt x="5072" y="30432"/>
                    <a:pt x="0" y="30432"/>
                  </a:cubicBez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61DA9485-1B4A-465D-AF0B-11972284180F}"/>
                </a:ext>
              </a:extLst>
            </p:cNvPr>
            <p:cNvSpPr/>
            <p:nvPr/>
          </p:nvSpPr>
          <p:spPr>
            <a:xfrm>
              <a:off x="7414723" y="3043528"/>
              <a:ext cx="1470883" cy="1572321"/>
            </a:xfrm>
            <a:custGeom>
              <a:avLst/>
              <a:gdLst>
                <a:gd name="connsiteX0" fmla="*/ 1516531 w 1470882"/>
                <a:gd name="connsiteY0" fmla="*/ 943393 h 1572321"/>
                <a:gd name="connsiteX1" fmla="*/ 1516531 w 1470882"/>
                <a:gd name="connsiteY1" fmla="*/ 943393 h 1572321"/>
                <a:gd name="connsiteX2" fmla="*/ 1516531 w 1470882"/>
                <a:gd name="connsiteY2" fmla="*/ 933249 h 1572321"/>
                <a:gd name="connsiteX3" fmla="*/ 1516531 w 1470882"/>
                <a:gd name="connsiteY3" fmla="*/ 928177 h 1572321"/>
                <a:gd name="connsiteX4" fmla="*/ 1516531 w 1470882"/>
                <a:gd name="connsiteY4" fmla="*/ 923105 h 1572321"/>
                <a:gd name="connsiteX5" fmla="*/ 1516531 w 1470882"/>
                <a:gd name="connsiteY5" fmla="*/ 923105 h 1572321"/>
                <a:gd name="connsiteX6" fmla="*/ 1516531 w 1470882"/>
                <a:gd name="connsiteY6" fmla="*/ 923105 h 1572321"/>
                <a:gd name="connsiteX7" fmla="*/ 1516531 w 1470882"/>
                <a:gd name="connsiteY7" fmla="*/ 918033 h 1572321"/>
                <a:gd name="connsiteX8" fmla="*/ 1516531 w 1470882"/>
                <a:gd name="connsiteY8" fmla="*/ 912961 h 1572321"/>
                <a:gd name="connsiteX9" fmla="*/ 1516531 w 1470882"/>
                <a:gd name="connsiteY9" fmla="*/ 907889 h 1572321"/>
                <a:gd name="connsiteX10" fmla="*/ 1516531 w 1470882"/>
                <a:gd name="connsiteY10" fmla="*/ 902817 h 1572321"/>
                <a:gd name="connsiteX11" fmla="*/ 1516531 w 1470882"/>
                <a:gd name="connsiteY11" fmla="*/ 897745 h 1572321"/>
                <a:gd name="connsiteX12" fmla="*/ 1516531 w 1470882"/>
                <a:gd name="connsiteY12" fmla="*/ 897745 h 1572321"/>
                <a:gd name="connsiteX13" fmla="*/ 1516531 w 1470882"/>
                <a:gd name="connsiteY13" fmla="*/ 897745 h 1572321"/>
                <a:gd name="connsiteX14" fmla="*/ 1516531 w 1470882"/>
                <a:gd name="connsiteY14" fmla="*/ 892673 h 1572321"/>
                <a:gd name="connsiteX15" fmla="*/ 1516531 w 1470882"/>
                <a:gd name="connsiteY15" fmla="*/ 887601 h 1572321"/>
                <a:gd name="connsiteX16" fmla="*/ 1516531 w 1470882"/>
                <a:gd name="connsiteY16" fmla="*/ 882529 h 1572321"/>
                <a:gd name="connsiteX17" fmla="*/ 1516531 w 1470882"/>
                <a:gd name="connsiteY17" fmla="*/ 877457 h 1572321"/>
                <a:gd name="connsiteX18" fmla="*/ 1516531 w 1470882"/>
                <a:gd name="connsiteY18" fmla="*/ 872385 h 1572321"/>
                <a:gd name="connsiteX19" fmla="*/ 1516531 w 1470882"/>
                <a:gd name="connsiteY19" fmla="*/ 872385 h 1572321"/>
                <a:gd name="connsiteX20" fmla="*/ 1516531 w 1470882"/>
                <a:gd name="connsiteY20" fmla="*/ 872385 h 1572321"/>
                <a:gd name="connsiteX21" fmla="*/ 1516531 w 1470882"/>
                <a:gd name="connsiteY21" fmla="*/ 867313 h 1572321"/>
                <a:gd name="connsiteX22" fmla="*/ 1516531 w 1470882"/>
                <a:gd name="connsiteY22" fmla="*/ 862241 h 1572321"/>
                <a:gd name="connsiteX23" fmla="*/ 1511459 w 1470882"/>
                <a:gd name="connsiteY23" fmla="*/ 857169 h 1572321"/>
                <a:gd name="connsiteX24" fmla="*/ 1506387 w 1470882"/>
                <a:gd name="connsiteY24" fmla="*/ 852097 h 1572321"/>
                <a:gd name="connsiteX25" fmla="*/ 1506387 w 1470882"/>
                <a:gd name="connsiteY25" fmla="*/ 852097 h 1572321"/>
                <a:gd name="connsiteX26" fmla="*/ 1506387 w 1470882"/>
                <a:gd name="connsiteY26" fmla="*/ 852097 h 1572321"/>
                <a:gd name="connsiteX27" fmla="*/ 1501315 w 1470882"/>
                <a:gd name="connsiteY27" fmla="*/ 841953 h 1572321"/>
                <a:gd name="connsiteX28" fmla="*/ 1501315 w 1470882"/>
                <a:gd name="connsiteY28" fmla="*/ 841953 h 1572321"/>
                <a:gd name="connsiteX29" fmla="*/ 1475955 w 1470882"/>
                <a:gd name="connsiteY29" fmla="*/ 811521 h 1572321"/>
                <a:gd name="connsiteX30" fmla="*/ 1475955 w 1470882"/>
                <a:gd name="connsiteY30" fmla="*/ 811521 h 1572321"/>
                <a:gd name="connsiteX31" fmla="*/ 1470883 w 1470882"/>
                <a:gd name="connsiteY31" fmla="*/ 806449 h 1572321"/>
                <a:gd name="connsiteX32" fmla="*/ 1465811 w 1470882"/>
                <a:gd name="connsiteY32" fmla="*/ 801377 h 1572321"/>
                <a:gd name="connsiteX33" fmla="*/ 1460739 w 1470882"/>
                <a:gd name="connsiteY33" fmla="*/ 796305 h 1572321"/>
                <a:gd name="connsiteX34" fmla="*/ 1455667 w 1470882"/>
                <a:gd name="connsiteY34" fmla="*/ 791233 h 1572321"/>
                <a:gd name="connsiteX35" fmla="*/ 1450595 w 1470882"/>
                <a:gd name="connsiteY35" fmla="*/ 786161 h 1572321"/>
                <a:gd name="connsiteX36" fmla="*/ 1445523 w 1470882"/>
                <a:gd name="connsiteY36" fmla="*/ 781089 h 1572321"/>
                <a:gd name="connsiteX37" fmla="*/ 1440451 w 1470882"/>
                <a:gd name="connsiteY37" fmla="*/ 776017 h 1572321"/>
                <a:gd name="connsiteX38" fmla="*/ 1435379 w 1470882"/>
                <a:gd name="connsiteY38" fmla="*/ 770945 h 1572321"/>
                <a:gd name="connsiteX39" fmla="*/ 1435379 w 1470882"/>
                <a:gd name="connsiteY39" fmla="*/ 770945 h 1572321"/>
                <a:gd name="connsiteX40" fmla="*/ 121728 w 1470882"/>
                <a:gd name="connsiteY40" fmla="*/ 0 h 1572321"/>
                <a:gd name="connsiteX41" fmla="*/ 116656 w 1470882"/>
                <a:gd name="connsiteY41" fmla="*/ 0 h 1572321"/>
                <a:gd name="connsiteX42" fmla="*/ 111584 w 1470882"/>
                <a:gd name="connsiteY42" fmla="*/ 0 h 1572321"/>
                <a:gd name="connsiteX43" fmla="*/ 106512 w 1470882"/>
                <a:gd name="connsiteY43" fmla="*/ 0 h 1572321"/>
                <a:gd name="connsiteX44" fmla="*/ 101440 w 1470882"/>
                <a:gd name="connsiteY44" fmla="*/ 0 h 1572321"/>
                <a:gd name="connsiteX45" fmla="*/ 96368 w 1470882"/>
                <a:gd name="connsiteY45" fmla="*/ 0 h 1572321"/>
                <a:gd name="connsiteX46" fmla="*/ 96368 w 1470882"/>
                <a:gd name="connsiteY46" fmla="*/ 0 h 1572321"/>
                <a:gd name="connsiteX47" fmla="*/ 96368 w 1470882"/>
                <a:gd name="connsiteY47" fmla="*/ 0 h 1572321"/>
                <a:gd name="connsiteX48" fmla="*/ 91296 w 1470882"/>
                <a:gd name="connsiteY48" fmla="*/ 0 h 1572321"/>
                <a:gd name="connsiteX49" fmla="*/ 86224 w 1470882"/>
                <a:gd name="connsiteY49" fmla="*/ 0 h 1572321"/>
                <a:gd name="connsiteX50" fmla="*/ 81152 w 1470882"/>
                <a:gd name="connsiteY50" fmla="*/ 0 h 1572321"/>
                <a:gd name="connsiteX51" fmla="*/ 76080 w 1470882"/>
                <a:gd name="connsiteY51" fmla="*/ 0 h 1572321"/>
                <a:gd name="connsiteX52" fmla="*/ 71008 w 1470882"/>
                <a:gd name="connsiteY52" fmla="*/ 0 h 1572321"/>
                <a:gd name="connsiteX53" fmla="*/ 71008 w 1470882"/>
                <a:gd name="connsiteY53" fmla="*/ 0 h 1572321"/>
                <a:gd name="connsiteX54" fmla="*/ 71008 w 1470882"/>
                <a:gd name="connsiteY54" fmla="*/ 0 h 1572321"/>
                <a:gd name="connsiteX55" fmla="*/ 65936 w 1470882"/>
                <a:gd name="connsiteY55" fmla="*/ 0 h 1572321"/>
                <a:gd name="connsiteX56" fmla="*/ 65936 w 1470882"/>
                <a:gd name="connsiteY56" fmla="*/ 0 h 1572321"/>
                <a:gd name="connsiteX57" fmla="*/ 65936 w 1470882"/>
                <a:gd name="connsiteY57" fmla="*/ 0 h 1572321"/>
                <a:gd name="connsiteX58" fmla="*/ 65936 w 1470882"/>
                <a:gd name="connsiteY58" fmla="*/ 0 h 1572321"/>
                <a:gd name="connsiteX59" fmla="*/ 60864 w 1470882"/>
                <a:gd name="connsiteY59" fmla="*/ 0 h 1572321"/>
                <a:gd name="connsiteX60" fmla="*/ 55792 w 1470882"/>
                <a:gd name="connsiteY60" fmla="*/ 0 h 1572321"/>
                <a:gd name="connsiteX61" fmla="*/ 50720 w 1470882"/>
                <a:gd name="connsiteY61" fmla="*/ 0 h 1572321"/>
                <a:gd name="connsiteX62" fmla="*/ 40576 w 1470882"/>
                <a:gd name="connsiteY62" fmla="*/ 5072 h 1572321"/>
                <a:gd name="connsiteX63" fmla="*/ 0 w 1470882"/>
                <a:gd name="connsiteY63" fmla="*/ 20288 h 1572321"/>
                <a:gd name="connsiteX64" fmla="*/ 15216 w 1470882"/>
                <a:gd name="connsiteY64" fmla="*/ 15216 h 1572321"/>
                <a:gd name="connsiteX65" fmla="*/ 15216 w 1470882"/>
                <a:gd name="connsiteY65" fmla="*/ 15216 h 1572321"/>
                <a:gd name="connsiteX66" fmla="*/ 30432 w 1470882"/>
                <a:gd name="connsiteY66" fmla="*/ 15216 h 1572321"/>
                <a:gd name="connsiteX67" fmla="*/ 30432 w 1470882"/>
                <a:gd name="connsiteY67" fmla="*/ 15216 h 1572321"/>
                <a:gd name="connsiteX68" fmla="*/ 45648 w 1470882"/>
                <a:gd name="connsiteY68" fmla="*/ 20288 h 1572321"/>
                <a:gd name="connsiteX69" fmla="*/ 45648 w 1470882"/>
                <a:gd name="connsiteY69" fmla="*/ 20288 h 1572321"/>
                <a:gd name="connsiteX70" fmla="*/ 65936 w 1470882"/>
                <a:gd name="connsiteY70" fmla="*/ 30432 h 1572321"/>
                <a:gd name="connsiteX71" fmla="*/ 1369443 w 1470882"/>
                <a:gd name="connsiteY71" fmla="*/ 811521 h 1572321"/>
                <a:gd name="connsiteX72" fmla="*/ 1389731 w 1470882"/>
                <a:gd name="connsiteY72" fmla="*/ 826737 h 1572321"/>
                <a:gd name="connsiteX73" fmla="*/ 1389731 w 1470882"/>
                <a:gd name="connsiteY73" fmla="*/ 826737 h 1572321"/>
                <a:gd name="connsiteX74" fmla="*/ 1435379 w 1470882"/>
                <a:gd name="connsiteY74" fmla="*/ 882529 h 1572321"/>
                <a:gd name="connsiteX75" fmla="*/ 1435379 w 1470882"/>
                <a:gd name="connsiteY75" fmla="*/ 882529 h 1572321"/>
                <a:gd name="connsiteX76" fmla="*/ 1445523 w 1470882"/>
                <a:gd name="connsiteY76" fmla="*/ 902817 h 1572321"/>
                <a:gd name="connsiteX77" fmla="*/ 1445523 w 1470882"/>
                <a:gd name="connsiteY77" fmla="*/ 902817 h 1572321"/>
                <a:gd name="connsiteX78" fmla="*/ 1455667 w 1470882"/>
                <a:gd name="connsiteY78" fmla="*/ 928177 h 1572321"/>
                <a:gd name="connsiteX79" fmla="*/ 1455667 w 1470882"/>
                <a:gd name="connsiteY79" fmla="*/ 928177 h 1572321"/>
                <a:gd name="connsiteX80" fmla="*/ 1460739 w 1470882"/>
                <a:gd name="connsiteY80" fmla="*/ 953537 h 1572321"/>
                <a:gd name="connsiteX81" fmla="*/ 1460739 w 1470882"/>
                <a:gd name="connsiteY81" fmla="*/ 953537 h 1572321"/>
                <a:gd name="connsiteX82" fmla="*/ 1460739 w 1470882"/>
                <a:gd name="connsiteY82" fmla="*/ 978897 h 1572321"/>
                <a:gd name="connsiteX83" fmla="*/ 1450595 w 1470882"/>
                <a:gd name="connsiteY83" fmla="*/ 1541889 h 1572321"/>
                <a:gd name="connsiteX84" fmla="*/ 1450595 w 1470882"/>
                <a:gd name="connsiteY84" fmla="*/ 1562177 h 1572321"/>
                <a:gd name="connsiteX85" fmla="*/ 1450595 w 1470882"/>
                <a:gd name="connsiteY85" fmla="*/ 1562177 h 1572321"/>
                <a:gd name="connsiteX86" fmla="*/ 1445523 w 1470882"/>
                <a:gd name="connsiteY86" fmla="*/ 1577393 h 1572321"/>
                <a:gd name="connsiteX87" fmla="*/ 1445523 w 1470882"/>
                <a:gd name="connsiteY87" fmla="*/ 1577393 h 1572321"/>
                <a:gd name="connsiteX88" fmla="*/ 1440451 w 1470882"/>
                <a:gd name="connsiteY88" fmla="*/ 1587537 h 1572321"/>
                <a:gd name="connsiteX89" fmla="*/ 1435379 w 1470882"/>
                <a:gd name="connsiteY89" fmla="*/ 1592609 h 1572321"/>
                <a:gd name="connsiteX90" fmla="*/ 1425235 w 1470882"/>
                <a:gd name="connsiteY90" fmla="*/ 1602753 h 1572321"/>
                <a:gd name="connsiteX91" fmla="*/ 1481027 w 1470882"/>
                <a:gd name="connsiteY91" fmla="*/ 1572321 h 1572321"/>
                <a:gd name="connsiteX92" fmla="*/ 1491171 w 1470882"/>
                <a:gd name="connsiteY92" fmla="*/ 1562177 h 1572321"/>
                <a:gd name="connsiteX93" fmla="*/ 1496243 w 1470882"/>
                <a:gd name="connsiteY93" fmla="*/ 1557105 h 1572321"/>
                <a:gd name="connsiteX94" fmla="*/ 1501315 w 1470882"/>
                <a:gd name="connsiteY94" fmla="*/ 1552033 h 1572321"/>
                <a:gd name="connsiteX95" fmla="*/ 1506387 w 1470882"/>
                <a:gd name="connsiteY95" fmla="*/ 1546961 h 1572321"/>
                <a:gd name="connsiteX96" fmla="*/ 1506387 w 1470882"/>
                <a:gd name="connsiteY96" fmla="*/ 1546961 h 1572321"/>
                <a:gd name="connsiteX97" fmla="*/ 1506387 w 1470882"/>
                <a:gd name="connsiteY97" fmla="*/ 1546961 h 1572321"/>
                <a:gd name="connsiteX98" fmla="*/ 1506387 w 1470882"/>
                <a:gd name="connsiteY98" fmla="*/ 1541889 h 1572321"/>
                <a:gd name="connsiteX99" fmla="*/ 1506387 w 1470882"/>
                <a:gd name="connsiteY99" fmla="*/ 1536817 h 1572321"/>
                <a:gd name="connsiteX100" fmla="*/ 1506387 w 1470882"/>
                <a:gd name="connsiteY100" fmla="*/ 1531745 h 1572321"/>
                <a:gd name="connsiteX101" fmla="*/ 1506387 w 1470882"/>
                <a:gd name="connsiteY101" fmla="*/ 1531745 h 1572321"/>
                <a:gd name="connsiteX102" fmla="*/ 1506387 w 1470882"/>
                <a:gd name="connsiteY102" fmla="*/ 1531745 h 1572321"/>
                <a:gd name="connsiteX103" fmla="*/ 1506387 w 1470882"/>
                <a:gd name="connsiteY103" fmla="*/ 1531745 h 1572321"/>
                <a:gd name="connsiteX104" fmla="*/ 1506387 w 1470882"/>
                <a:gd name="connsiteY104" fmla="*/ 1526673 h 1572321"/>
                <a:gd name="connsiteX105" fmla="*/ 1506387 w 1470882"/>
                <a:gd name="connsiteY105" fmla="*/ 1521601 h 1572321"/>
                <a:gd name="connsiteX106" fmla="*/ 1506387 w 1470882"/>
                <a:gd name="connsiteY106" fmla="*/ 1516529 h 1572321"/>
                <a:gd name="connsiteX107" fmla="*/ 1506387 w 1470882"/>
                <a:gd name="connsiteY107" fmla="*/ 1511457 h 1572321"/>
                <a:gd name="connsiteX108" fmla="*/ 1506387 w 1470882"/>
                <a:gd name="connsiteY108" fmla="*/ 1511457 h 1572321"/>
                <a:gd name="connsiteX109" fmla="*/ 1516531 w 1470882"/>
                <a:gd name="connsiteY109" fmla="*/ 943393 h 1572321"/>
                <a:gd name="connsiteX110" fmla="*/ 1516531 w 1470882"/>
                <a:gd name="connsiteY110" fmla="*/ 943393 h 157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470882" h="1572321">
                  <a:moveTo>
                    <a:pt x="1516531" y="943393"/>
                  </a:moveTo>
                  <a:cubicBezTo>
                    <a:pt x="1516531" y="938321"/>
                    <a:pt x="1516531" y="938321"/>
                    <a:pt x="1516531" y="943393"/>
                  </a:cubicBezTo>
                  <a:cubicBezTo>
                    <a:pt x="1516531" y="938321"/>
                    <a:pt x="1516531" y="933249"/>
                    <a:pt x="1516531" y="933249"/>
                  </a:cubicBezTo>
                  <a:cubicBezTo>
                    <a:pt x="1516531" y="933249"/>
                    <a:pt x="1516531" y="928177"/>
                    <a:pt x="1516531" y="928177"/>
                  </a:cubicBezTo>
                  <a:cubicBezTo>
                    <a:pt x="1516531" y="928177"/>
                    <a:pt x="1516531" y="923105"/>
                    <a:pt x="1516531" y="923105"/>
                  </a:cubicBezTo>
                  <a:cubicBezTo>
                    <a:pt x="1516531" y="923105"/>
                    <a:pt x="1516531" y="923105"/>
                    <a:pt x="1516531" y="923105"/>
                  </a:cubicBezTo>
                  <a:cubicBezTo>
                    <a:pt x="1516531" y="923105"/>
                    <a:pt x="1516531" y="923105"/>
                    <a:pt x="1516531" y="923105"/>
                  </a:cubicBezTo>
                  <a:cubicBezTo>
                    <a:pt x="1516531" y="923105"/>
                    <a:pt x="1516531" y="918033"/>
                    <a:pt x="1516531" y="918033"/>
                  </a:cubicBezTo>
                  <a:cubicBezTo>
                    <a:pt x="1516531" y="918033"/>
                    <a:pt x="1516531" y="912961"/>
                    <a:pt x="1516531" y="912961"/>
                  </a:cubicBezTo>
                  <a:cubicBezTo>
                    <a:pt x="1516531" y="912961"/>
                    <a:pt x="1516531" y="907889"/>
                    <a:pt x="1516531" y="907889"/>
                  </a:cubicBezTo>
                  <a:cubicBezTo>
                    <a:pt x="1516531" y="907889"/>
                    <a:pt x="1516531" y="902817"/>
                    <a:pt x="1516531" y="902817"/>
                  </a:cubicBezTo>
                  <a:cubicBezTo>
                    <a:pt x="1516531" y="902817"/>
                    <a:pt x="1516531" y="897745"/>
                    <a:pt x="1516531" y="897745"/>
                  </a:cubicBezTo>
                  <a:cubicBezTo>
                    <a:pt x="1516531" y="897745"/>
                    <a:pt x="1516531" y="897745"/>
                    <a:pt x="1516531" y="897745"/>
                  </a:cubicBezTo>
                  <a:cubicBezTo>
                    <a:pt x="1516531" y="897745"/>
                    <a:pt x="1516531" y="897745"/>
                    <a:pt x="1516531" y="897745"/>
                  </a:cubicBezTo>
                  <a:cubicBezTo>
                    <a:pt x="1516531" y="897745"/>
                    <a:pt x="1516531" y="892673"/>
                    <a:pt x="1516531" y="892673"/>
                  </a:cubicBezTo>
                  <a:cubicBezTo>
                    <a:pt x="1516531" y="892673"/>
                    <a:pt x="1516531" y="887601"/>
                    <a:pt x="1516531" y="887601"/>
                  </a:cubicBezTo>
                  <a:cubicBezTo>
                    <a:pt x="1516531" y="887601"/>
                    <a:pt x="1516531" y="882529"/>
                    <a:pt x="1516531" y="882529"/>
                  </a:cubicBezTo>
                  <a:cubicBezTo>
                    <a:pt x="1516531" y="882529"/>
                    <a:pt x="1516531" y="877457"/>
                    <a:pt x="1516531" y="877457"/>
                  </a:cubicBezTo>
                  <a:cubicBezTo>
                    <a:pt x="1516531" y="877457"/>
                    <a:pt x="1516531" y="877457"/>
                    <a:pt x="1516531" y="872385"/>
                  </a:cubicBezTo>
                  <a:cubicBezTo>
                    <a:pt x="1516531" y="872385"/>
                    <a:pt x="1516531" y="872385"/>
                    <a:pt x="1516531" y="872385"/>
                  </a:cubicBezTo>
                  <a:cubicBezTo>
                    <a:pt x="1516531" y="872385"/>
                    <a:pt x="1516531" y="872385"/>
                    <a:pt x="1516531" y="872385"/>
                  </a:cubicBezTo>
                  <a:cubicBezTo>
                    <a:pt x="1516531" y="872385"/>
                    <a:pt x="1516531" y="867313"/>
                    <a:pt x="1516531" y="867313"/>
                  </a:cubicBezTo>
                  <a:cubicBezTo>
                    <a:pt x="1516531" y="867313"/>
                    <a:pt x="1516531" y="862241"/>
                    <a:pt x="1516531" y="862241"/>
                  </a:cubicBezTo>
                  <a:cubicBezTo>
                    <a:pt x="1516531" y="862241"/>
                    <a:pt x="1516531" y="857169"/>
                    <a:pt x="1511459" y="857169"/>
                  </a:cubicBezTo>
                  <a:cubicBezTo>
                    <a:pt x="1511459" y="857169"/>
                    <a:pt x="1511459" y="852097"/>
                    <a:pt x="1506387" y="852097"/>
                  </a:cubicBezTo>
                  <a:cubicBezTo>
                    <a:pt x="1506387" y="852097"/>
                    <a:pt x="1506387" y="852097"/>
                    <a:pt x="1506387" y="852097"/>
                  </a:cubicBezTo>
                  <a:cubicBezTo>
                    <a:pt x="1506387" y="852097"/>
                    <a:pt x="1506387" y="852097"/>
                    <a:pt x="1506387" y="852097"/>
                  </a:cubicBezTo>
                  <a:cubicBezTo>
                    <a:pt x="1506387" y="847025"/>
                    <a:pt x="1501315" y="841953"/>
                    <a:pt x="1501315" y="841953"/>
                  </a:cubicBezTo>
                  <a:lnTo>
                    <a:pt x="1501315" y="841953"/>
                  </a:lnTo>
                  <a:cubicBezTo>
                    <a:pt x="1496243" y="831809"/>
                    <a:pt x="1486099" y="821665"/>
                    <a:pt x="1475955" y="811521"/>
                  </a:cubicBezTo>
                  <a:lnTo>
                    <a:pt x="1475955" y="811521"/>
                  </a:lnTo>
                  <a:cubicBezTo>
                    <a:pt x="1475955" y="811521"/>
                    <a:pt x="1470883" y="806449"/>
                    <a:pt x="1470883" y="806449"/>
                  </a:cubicBezTo>
                  <a:cubicBezTo>
                    <a:pt x="1470883" y="806449"/>
                    <a:pt x="1465811" y="801377"/>
                    <a:pt x="1465811" y="801377"/>
                  </a:cubicBezTo>
                  <a:cubicBezTo>
                    <a:pt x="1465811" y="801377"/>
                    <a:pt x="1460739" y="796305"/>
                    <a:pt x="1460739" y="796305"/>
                  </a:cubicBezTo>
                  <a:cubicBezTo>
                    <a:pt x="1460739" y="796305"/>
                    <a:pt x="1455667" y="796305"/>
                    <a:pt x="1455667" y="791233"/>
                  </a:cubicBezTo>
                  <a:cubicBezTo>
                    <a:pt x="1455667" y="791233"/>
                    <a:pt x="1450595" y="791233"/>
                    <a:pt x="1450595" y="786161"/>
                  </a:cubicBezTo>
                  <a:cubicBezTo>
                    <a:pt x="1450595" y="786161"/>
                    <a:pt x="1445523" y="786161"/>
                    <a:pt x="1445523" y="781089"/>
                  </a:cubicBezTo>
                  <a:cubicBezTo>
                    <a:pt x="1445523" y="781089"/>
                    <a:pt x="1440451" y="781089"/>
                    <a:pt x="1440451" y="776017"/>
                  </a:cubicBezTo>
                  <a:cubicBezTo>
                    <a:pt x="1440451" y="776017"/>
                    <a:pt x="1435379" y="776017"/>
                    <a:pt x="1435379" y="770945"/>
                  </a:cubicBezTo>
                  <a:cubicBezTo>
                    <a:pt x="1435379" y="770945"/>
                    <a:pt x="1435379" y="770945"/>
                    <a:pt x="1435379" y="770945"/>
                  </a:cubicBezTo>
                  <a:lnTo>
                    <a:pt x="121728" y="0"/>
                  </a:lnTo>
                  <a:cubicBezTo>
                    <a:pt x="121728" y="0"/>
                    <a:pt x="121728" y="0"/>
                    <a:pt x="116656" y="0"/>
                  </a:cubicBezTo>
                  <a:cubicBezTo>
                    <a:pt x="116656" y="0"/>
                    <a:pt x="111584" y="0"/>
                    <a:pt x="111584" y="0"/>
                  </a:cubicBezTo>
                  <a:cubicBezTo>
                    <a:pt x="111584" y="0"/>
                    <a:pt x="106512" y="0"/>
                    <a:pt x="106512" y="0"/>
                  </a:cubicBezTo>
                  <a:cubicBezTo>
                    <a:pt x="106512" y="0"/>
                    <a:pt x="101440" y="0"/>
                    <a:pt x="101440" y="0"/>
                  </a:cubicBezTo>
                  <a:cubicBezTo>
                    <a:pt x="101440" y="0"/>
                    <a:pt x="96368" y="0"/>
                    <a:pt x="96368" y="0"/>
                  </a:cubicBezTo>
                  <a:cubicBezTo>
                    <a:pt x="96368" y="0"/>
                    <a:pt x="96368" y="0"/>
                    <a:pt x="96368" y="0"/>
                  </a:cubicBezTo>
                  <a:cubicBezTo>
                    <a:pt x="96368" y="0"/>
                    <a:pt x="96368" y="0"/>
                    <a:pt x="96368" y="0"/>
                  </a:cubicBezTo>
                  <a:cubicBezTo>
                    <a:pt x="96368" y="0"/>
                    <a:pt x="96368" y="0"/>
                    <a:pt x="91296" y="0"/>
                  </a:cubicBezTo>
                  <a:cubicBezTo>
                    <a:pt x="91296" y="0"/>
                    <a:pt x="86224" y="0"/>
                    <a:pt x="86224" y="0"/>
                  </a:cubicBezTo>
                  <a:cubicBezTo>
                    <a:pt x="86224" y="0"/>
                    <a:pt x="81152" y="0"/>
                    <a:pt x="81152" y="0"/>
                  </a:cubicBezTo>
                  <a:cubicBezTo>
                    <a:pt x="81152" y="0"/>
                    <a:pt x="76080" y="0"/>
                    <a:pt x="76080" y="0"/>
                  </a:cubicBezTo>
                  <a:cubicBezTo>
                    <a:pt x="76080" y="0"/>
                    <a:pt x="76080" y="0"/>
                    <a:pt x="71008" y="0"/>
                  </a:cubicBezTo>
                  <a:cubicBezTo>
                    <a:pt x="71008" y="0"/>
                    <a:pt x="71008" y="0"/>
                    <a:pt x="71008" y="0"/>
                  </a:cubicBezTo>
                  <a:cubicBezTo>
                    <a:pt x="71008" y="0"/>
                    <a:pt x="71008" y="0"/>
                    <a:pt x="71008" y="0"/>
                  </a:cubicBezTo>
                  <a:cubicBezTo>
                    <a:pt x="71008" y="0"/>
                    <a:pt x="65936" y="0"/>
                    <a:pt x="65936" y="0"/>
                  </a:cubicBezTo>
                  <a:lnTo>
                    <a:pt x="65936" y="0"/>
                  </a:lnTo>
                  <a:lnTo>
                    <a:pt x="65936" y="0"/>
                  </a:lnTo>
                  <a:lnTo>
                    <a:pt x="65936" y="0"/>
                  </a:lnTo>
                  <a:cubicBezTo>
                    <a:pt x="65936" y="0"/>
                    <a:pt x="60864" y="0"/>
                    <a:pt x="60864" y="0"/>
                  </a:cubicBezTo>
                  <a:cubicBezTo>
                    <a:pt x="60864" y="0"/>
                    <a:pt x="55792" y="0"/>
                    <a:pt x="55792" y="0"/>
                  </a:cubicBezTo>
                  <a:cubicBezTo>
                    <a:pt x="55792" y="0"/>
                    <a:pt x="50720" y="0"/>
                    <a:pt x="50720" y="0"/>
                  </a:cubicBezTo>
                  <a:cubicBezTo>
                    <a:pt x="45648" y="0"/>
                    <a:pt x="45648" y="0"/>
                    <a:pt x="40576" y="5072"/>
                  </a:cubicBezTo>
                  <a:lnTo>
                    <a:pt x="0" y="20288"/>
                  </a:lnTo>
                  <a:cubicBezTo>
                    <a:pt x="5072" y="20288"/>
                    <a:pt x="10144" y="15216"/>
                    <a:pt x="15216" y="15216"/>
                  </a:cubicBezTo>
                  <a:cubicBezTo>
                    <a:pt x="15216" y="15216"/>
                    <a:pt x="15216" y="15216"/>
                    <a:pt x="15216" y="15216"/>
                  </a:cubicBezTo>
                  <a:cubicBezTo>
                    <a:pt x="20288" y="15216"/>
                    <a:pt x="25360" y="15216"/>
                    <a:pt x="30432" y="15216"/>
                  </a:cubicBezTo>
                  <a:cubicBezTo>
                    <a:pt x="30432" y="15216"/>
                    <a:pt x="30432" y="15216"/>
                    <a:pt x="30432" y="15216"/>
                  </a:cubicBezTo>
                  <a:cubicBezTo>
                    <a:pt x="35504" y="15216"/>
                    <a:pt x="40576" y="15216"/>
                    <a:pt x="45648" y="20288"/>
                  </a:cubicBezTo>
                  <a:cubicBezTo>
                    <a:pt x="45648" y="20288"/>
                    <a:pt x="45648" y="20288"/>
                    <a:pt x="45648" y="20288"/>
                  </a:cubicBezTo>
                  <a:cubicBezTo>
                    <a:pt x="50720" y="20288"/>
                    <a:pt x="55792" y="25360"/>
                    <a:pt x="65936" y="30432"/>
                  </a:cubicBezTo>
                  <a:lnTo>
                    <a:pt x="1369443" y="811521"/>
                  </a:lnTo>
                  <a:cubicBezTo>
                    <a:pt x="1374515" y="816593"/>
                    <a:pt x="1384659" y="821665"/>
                    <a:pt x="1389731" y="826737"/>
                  </a:cubicBezTo>
                  <a:cubicBezTo>
                    <a:pt x="1389731" y="826737"/>
                    <a:pt x="1389731" y="826737"/>
                    <a:pt x="1389731" y="826737"/>
                  </a:cubicBezTo>
                  <a:cubicBezTo>
                    <a:pt x="1410019" y="841953"/>
                    <a:pt x="1425235" y="862241"/>
                    <a:pt x="1435379" y="882529"/>
                  </a:cubicBezTo>
                  <a:cubicBezTo>
                    <a:pt x="1435379" y="882529"/>
                    <a:pt x="1435379" y="882529"/>
                    <a:pt x="1435379" y="882529"/>
                  </a:cubicBezTo>
                  <a:cubicBezTo>
                    <a:pt x="1440451" y="887601"/>
                    <a:pt x="1445523" y="897745"/>
                    <a:pt x="1445523" y="902817"/>
                  </a:cubicBezTo>
                  <a:cubicBezTo>
                    <a:pt x="1445523" y="902817"/>
                    <a:pt x="1445523" y="902817"/>
                    <a:pt x="1445523" y="902817"/>
                  </a:cubicBezTo>
                  <a:cubicBezTo>
                    <a:pt x="1450595" y="912961"/>
                    <a:pt x="1450595" y="918033"/>
                    <a:pt x="1455667" y="928177"/>
                  </a:cubicBezTo>
                  <a:cubicBezTo>
                    <a:pt x="1455667" y="928177"/>
                    <a:pt x="1455667" y="928177"/>
                    <a:pt x="1455667" y="928177"/>
                  </a:cubicBezTo>
                  <a:cubicBezTo>
                    <a:pt x="1455667" y="938321"/>
                    <a:pt x="1460739" y="943393"/>
                    <a:pt x="1460739" y="953537"/>
                  </a:cubicBezTo>
                  <a:cubicBezTo>
                    <a:pt x="1460739" y="953537"/>
                    <a:pt x="1460739" y="953537"/>
                    <a:pt x="1460739" y="953537"/>
                  </a:cubicBezTo>
                  <a:cubicBezTo>
                    <a:pt x="1460739" y="963681"/>
                    <a:pt x="1460739" y="968753"/>
                    <a:pt x="1460739" y="978897"/>
                  </a:cubicBezTo>
                  <a:lnTo>
                    <a:pt x="1450595" y="1541889"/>
                  </a:lnTo>
                  <a:cubicBezTo>
                    <a:pt x="1450595" y="1546961"/>
                    <a:pt x="1450595" y="1557105"/>
                    <a:pt x="1450595" y="1562177"/>
                  </a:cubicBezTo>
                  <a:cubicBezTo>
                    <a:pt x="1450595" y="1562177"/>
                    <a:pt x="1450595" y="1562177"/>
                    <a:pt x="1450595" y="1562177"/>
                  </a:cubicBezTo>
                  <a:cubicBezTo>
                    <a:pt x="1450595" y="1567249"/>
                    <a:pt x="1445523" y="1572321"/>
                    <a:pt x="1445523" y="1577393"/>
                  </a:cubicBezTo>
                  <a:cubicBezTo>
                    <a:pt x="1445523" y="1577393"/>
                    <a:pt x="1445523" y="1577393"/>
                    <a:pt x="1445523" y="1577393"/>
                  </a:cubicBezTo>
                  <a:cubicBezTo>
                    <a:pt x="1445523" y="1582465"/>
                    <a:pt x="1440451" y="1587537"/>
                    <a:pt x="1440451" y="1587537"/>
                  </a:cubicBezTo>
                  <a:cubicBezTo>
                    <a:pt x="1440451" y="1587537"/>
                    <a:pt x="1440451" y="1587537"/>
                    <a:pt x="1435379" y="1592609"/>
                  </a:cubicBezTo>
                  <a:cubicBezTo>
                    <a:pt x="1430307" y="1597681"/>
                    <a:pt x="1430307" y="1597681"/>
                    <a:pt x="1425235" y="1602753"/>
                  </a:cubicBezTo>
                  <a:lnTo>
                    <a:pt x="1481027" y="1572321"/>
                  </a:lnTo>
                  <a:cubicBezTo>
                    <a:pt x="1486099" y="1572321"/>
                    <a:pt x="1486099" y="1567249"/>
                    <a:pt x="1491171" y="1562177"/>
                  </a:cubicBezTo>
                  <a:cubicBezTo>
                    <a:pt x="1491171" y="1562177"/>
                    <a:pt x="1491171" y="1562177"/>
                    <a:pt x="1496243" y="1557105"/>
                  </a:cubicBezTo>
                  <a:cubicBezTo>
                    <a:pt x="1496243" y="1557105"/>
                    <a:pt x="1496243" y="1552033"/>
                    <a:pt x="1501315" y="1552033"/>
                  </a:cubicBezTo>
                  <a:cubicBezTo>
                    <a:pt x="1501315" y="1552033"/>
                    <a:pt x="1506387" y="1546961"/>
                    <a:pt x="1506387" y="1546961"/>
                  </a:cubicBezTo>
                  <a:cubicBezTo>
                    <a:pt x="1506387" y="1546961"/>
                    <a:pt x="1506387" y="1546961"/>
                    <a:pt x="1506387" y="1546961"/>
                  </a:cubicBezTo>
                  <a:cubicBezTo>
                    <a:pt x="1506387" y="1546961"/>
                    <a:pt x="1506387" y="1546961"/>
                    <a:pt x="1506387" y="1546961"/>
                  </a:cubicBezTo>
                  <a:cubicBezTo>
                    <a:pt x="1506387" y="1546961"/>
                    <a:pt x="1506387" y="1541889"/>
                    <a:pt x="1506387" y="1541889"/>
                  </a:cubicBezTo>
                  <a:cubicBezTo>
                    <a:pt x="1506387" y="1541889"/>
                    <a:pt x="1506387" y="1536817"/>
                    <a:pt x="1506387" y="1536817"/>
                  </a:cubicBezTo>
                  <a:cubicBezTo>
                    <a:pt x="1506387" y="1536817"/>
                    <a:pt x="1506387" y="1531745"/>
                    <a:pt x="1506387" y="1531745"/>
                  </a:cubicBezTo>
                  <a:cubicBezTo>
                    <a:pt x="1506387" y="1531745"/>
                    <a:pt x="1506387" y="1531745"/>
                    <a:pt x="1506387" y="1531745"/>
                  </a:cubicBezTo>
                  <a:cubicBezTo>
                    <a:pt x="1506387" y="1531745"/>
                    <a:pt x="1506387" y="1531745"/>
                    <a:pt x="1506387" y="1531745"/>
                  </a:cubicBezTo>
                  <a:cubicBezTo>
                    <a:pt x="1506387" y="1531745"/>
                    <a:pt x="1506387" y="1531745"/>
                    <a:pt x="1506387" y="1531745"/>
                  </a:cubicBezTo>
                  <a:cubicBezTo>
                    <a:pt x="1506387" y="1531745"/>
                    <a:pt x="1506387" y="1526673"/>
                    <a:pt x="1506387" y="1526673"/>
                  </a:cubicBezTo>
                  <a:cubicBezTo>
                    <a:pt x="1506387" y="1526673"/>
                    <a:pt x="1506387" y="1521601"/>
                    <a:pt x="1506387" y="1521601"/>
                  </a:cubicBezTo>
                  <a:cubicBezTo>
                    <a:pt x="1506387" y="1521601"/>
                    <a:pt x="1506387" y="1516529"/>
                    <a:pt x="1506387" y="1516529"/>
                  </a:cubicBezTo>
                  <a:cubicBezTo>
                    <a:pt x="1506387" y="1516529"/>
                    <a:pt x="1506387" y="1511457"/>
                    <a:pt x="1506387" y="1511457"/>
                  </a:cubicBezTo>
                  <a:cubicBezTo>
                    <a:pt x="1506387" y="1511457"/>
                    <a:pt x="1506387" y="1511457"/>
                    <a:pt x="1506387" y="1511457"/>
                  </a:cubicBezTo>
                  <a:lnTo>
                    <a:pt x="1516531" y="943393"/>
                  </a:lnTo>
                  <a:cubicBezTo>
                    <a:pt x="1516531" y="943393"/>
                    <a:pt x="1516531" y="943393"/>
                    <a:pt x="1516531" y="943393"/>
                  </a:cubicBez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F035DF49-9B23-4C07-AEF7-6D768F2E0463}"/>
                </a:ext>
              </a:extLst>
            </p:cNvPr>
            <p:cNvSpPr/>
            <p:nvPr/>
          </p:nvSpPr>
          <p:spPr>
            <a:xfrm>
              <a:off x="7374146" y="3055993"/>
              <a:ext cx="1470883" cy="1572321"/>
            </a:xfrm>
            <a:custGeom>
              <a:avLst/>
              <a:gdLst>
                <a:gd name="connsiteX0" fmla="*/ 1410019 w 1470882"/>
                <a:gd name="connsiteY0" fmla="*/ 799056 h 1572321"/>
                <a:gd name="connsiteX1" fmla="*/ 1501315 w 1470882"/>
                <a:gd name="connsiteY1" fmla="*/ 966432 h 1572321"/>
                <a:gd name="connsiteX2" fmla="*/ 1491171 w 1470882"/>
                <a:gd name="connsiteY2" fmla="*/ 1529425 h 1572321"/>
                <a:gd name="connsiteX3" fmla="*/ 1394803 w 1470882"/>
                <a:gd name="connsiteY3" fmla="*/ 1580145 h 1572321"/>
                <a:gd name="connsiteX4" fmla="*/ 91296 w 1470882"/>
                <a:gd name="connsiteY4" fmla="*/ 799056 h 1572321"/>
                <a:gd name="connsiteX5" fmla="*/ 0 w 1470882"/>
                <a:gd name="connsiteY5" fmla="*/ 631680 h 1572321"/>
                <a:gd name="connsiteX6" fmla="*/ 10144 w 1470882"/>
                <a:gd name="connsiteY6" fmla="*/ 68687 h 1572321"/>
                <a:gd name="connsiteX7" fmla="*/ 106513 w 1470882"/>
                <a:gd name="connsiteY7" fmla="*/ 12895 h 1572321"/>
                <a:gd name="connsiteX8" fmla="*/ 1410019 w 1470882"/>
                <a:gd name="connsiteY8" fmla="*/ 799056 h 157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0882" h="1572321">
                  <a:moveTo>
                    <a:pt x="1410019" y="799056"/>
                  </a:moveTo>
                  <a:cubicBezTo>
                    <a:pt x="1460739" y="829488"/>
                    <a:pt x="1506387" y="905568"/>
                    <a:pt x="1501315" y="966432"/>
                  </a:cubicBezTo>
                  <a:lnTo>
                    <a:pt x="1491171" y="1529425"/>
                  </a:lnTo>
                  <a:cubicBezTo>
                    <a:pt x="1491171" y="1590288"/>
                    <a:pt x="1445523" y="1615648"/>
                    <a:pt x="1394803" y="1580145"/>
                  </a:cubicBezTo>
                  <a:lnTo>
                    <a:pt x="91296" y="799056"/>
                  </a:lnTo>
                  <a:cubicBezTo>
                    <a:pt x="40576" y="768624"/>
                    <a:pt x="0" y="692544"/>
                    <a:pt x="0" y="631680"/>
                  </a:cubicBezTo>
                  <a:lnTo>
                    <a:pt x="10144" y="68687"/>
                  </a:lnTo>
                  <a:cubicBezTo>
                    <a:pt x="10144" y="7823"/>
                    <a:pt x="55792" y="-17537"/>
                    <a:pt x="106513" y="12895"/>
                  </a:cubicBezTo>
                  <a:lnTo>
                    <a:pt x="1410019" y="799056"/>
                  </a:lnTo>
                  <a:close/>
                </a:path>
              </a:pathLst>
            </a:custGeom>
            <a:solidFill>
              <a:srgbClr val="2CC8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9B1FA77-9DDF-4CC0-B6EF-7799D28F73A0}"/>
                </a:ext>
              </a:extLst>
            </p:cNvPr>
            <p:cNvSpPr/>
            <p:nvPr/>
          </p:nvSpPr>
          <p:spPr>
            <a:xfrm>
              <a:off x="8632005" y="4088361"/>
              <a:ext cx="101440" cy="101440"/>
            </a:xfrm>
            <a:custGeom>
              <a:avLst/>
              <a:gdLst>
                <a:gd name="connsiteX0" fmla="*/ 136944 w 101440"/>
                <a:gd name="connsiteY0" fmla="*/ 86224 h 101440"/>
                <a:gd name="connsiteX1" fmla="*/ 0 w 101440"/>
                <a:gd name="connsiteY1" fmla="*/ 0 h 101440"/>
                <a:gd name="connsiteX2" fmla="*/ 0 w 101440"/>
                <a:gd name="connsiteY2" fmla="*/ 40576 h 101440"/>
                <a:gd name="connsiteX3" fmla="*/ 136944 w 101440"/>
                <a:gd name="connsiteY3" fmla="*/ 121728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101440">
                  <a:moveTo>
                    <a:pt x="136944" y="86224"/>
                  </a:moveTo>
                  <a:lnTo>
                    <a:pt x="0" y="0"/>
                  </a:lnTo>
                  <a:lnTo>
                    <a:pt x="0" y="40576"/>
                  </a:lnTo>
                  <a:lnTo>
                    <a:pt x="136944" y="121728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F1511B55-0004-4FB1-B157-7B6D583D255B}"/>
                </a:ext>
              </a:extLst>
            </p:cNvPr>
            <p:cNvSpPr/>
            <p:nvPr/>
          </p:nvSpPr>
          <p:spPr>
            <a:xfrm>
              <a:off x="8160308" y="3809400"/>
              <a:ext cx="405761" cy="253600"/>
            </a:xfrm>
            <a:custGeom>
              <a:avLst/>
              <a:gdLst>
                <a:gd name="connsiteX0" fmla="*/ 5072 w 405760"/>
                <a:gd name="connsiteY0" fmla="*/ 35504 h 253600"/>
                <a:gd name="connsiteX1" fmla="*/ 441265 w 405760"/>
                <a:gd name="connsiteY1" fmla="*/ 299248 h 253600"/>
                <a:gd name="connsiteX2" fmla="*/ 436193 w 405760"/>
                <a:gd name="connsiteY2" fmla="*/ 258672 h 253600"/>
                <a:gd name="connsiteX3" fmla="*/ 0 w 405760"/>
                <a:gd name="connsiteY3" fmla="*/ 0 h 253600"/>
                <a:gd name="connsiteX4" fmla="*/ 5072 w 405760"/>
                <a:gd name="connsiteY4" fmla="*/ 35504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760" h="253600">
                  <a:moveTo>
                    <a:pt x="5072" y="35504"/>
                  </a:moveTo>
                  <a:lnTo>
                    <a:pt x="441265" y="299248"/>
                  </a:lnTo>
                  <a:lnTo>
                    <a:pt x="436193" y="258672"/>
                  </a:lnTo>
                  <a:lnTo>
                    <a:pt x="0" y="0"/>
                  </a:lnTo>
                  <a:lnTo>
                    <a:pt x="5072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6EFA81F6-DB16-4D93-8777-2890664A6129}"/>
                </a:ext>
              </a:extLst>
            </p:cNvPr>
            <p:cNvSpPr/>
            <p:nvPr/>
          </p:nvSpPr>
          <p:spPr>
            <a:xfrm>
              <a:off x="7648035" y="3500008"/>
              <a:ext cx="253601" cy="202880"/>
            </a:xfrm>
            <a:custGeom>
              <a:avLst/>
              <a:gdLst>
                <a:gd name="connsiteX0" fmla="*/ 0 w 253600"/>
                <a:gd name="connsiteY0" fmla="*/ 35504 h 202880"/>
                <a:gd name="connsiteX1" fmla="*/ 278961 w 253600"/>
                <a:gd name="connsiteY1" fmla="*/ 202880 h 202880"/>
                <a:gd name="connsiteX2" fmla="*/ 278961 w 253600"/>
                <a:gd name="connsiteY2" fmla="*/ 167376 h 202880"/>
                <a:gd name="connsiteX3" fmla="*/ 0 w 253600"/>
                <a:gd name="connsiteY3" fmla="*/ 0 h 202880"/>
                <a:gd name="connsiteX4" fmla="*/ 0 w 253600"/>
                <a:gd name="connsiteY4" fmla="*/ 35504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600" h="202880">
                  <a:moveTo>
                    <a:pt x="0" y="35504"/>
                  </a:moveTo>
                  <a:lnTo>
                    <a:pt x="278961" y="202880"/>
                  </a:lnTo>
                  <a:lnTo>
                    <a:pt x="278961" y="167376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8A3561B0-5173-4307-A54D-E85894C9C068}"/>
                </a:ext>
              </a:extLst>
            </p:cNvPr>
            <p:cNvSpPr/>
            <p:nvPr/>
          </p:nvSpPr>
          <p:spPr>
            <a:xfrm>
              <a:off x="8089300" y="3763752"/>
              <a:ext cx="50720" cy="50720"/>
            </a:xfrm>
            <a:custGeom>
              <a:avLst/>
              <a:gdLst>
                <a:gd name="connsiteX0" fmla="*/ 0 w 0"/>
                <a:gd name="connsiteY0" fmla="*/ 35504 h 50720"/>
                <a:gd name="connsiteX1" fmla="*/ 40576 w 0"/>
                <a:gd name="connsiteY1" fmla="*/ 60864 h 50720"/>
                <a:gd name="connsiteX2" fmla="*/ 40576 w 0"/>
                <a:gd name="connsiteY2" fmla="*/ 25360 h 50720"/>
                <a:gd name="connsiteX3" fmla="*/ 0 w 0"/>
                <a:gd name="connsiteY3" fmla="*/ 0 h 50720"/>
                <a:gd name="connsiteX4" fmla="*/ 0 w 0"/>
                <a:gd name="connsiteY4" fmla="*/ 35504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h="50720">
                  <a:moveTo>
                    <a:pt x="0" y="35504"/>
                  </a:moveTo>
                  <a:lnTo>
                    <a:pt x="40576" y="60864"/>
                  </a:lnTo>
                  <a:lnTo>
                    <a:pt x="40576" y="25360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292D7EB5-1F76-460F-8054-2E51831AE90F}"/>
                </a:ext>
              </a:extLst>
            </p:cNvPr>
            <p:cNvSpPr/>
            <p:nvPr/>
          </p:nvSpPr>
          <p:spPr>
            <a:xfrm>
              <a:off x="7962500" y="3687672"/>
              <a:ext cx="101440" cy="101440"/>
            </a:xfrm>
            <a:custGeom>
              <a:avLst/>
              <a:gdLst>
                <a:gd name="connsiteX0" fmla="*/ 0 w 101440"/>
                <a:gd name="connsiteY0" fmla="*/ 35504 h 101440"/>
                <a:gd name="connsiteX1" fmla="*/ 111584 w 101440"/>
                <a:gd name="connsiteY1" fmla="*/ 101440 h 101440"/>
                <a:gd name="connsiteX2" fmla="*/ 106512 w 101440"/>
                <a:gd name="connsiteY2" fmla="*/ 65936 h 101440"/>
                <a:gd name="connsiteX3" fmla="*/ 0 w 101440"/>
                <a:gd name="connsiteY3" fmla="*/ 0 h 101440"/>
                <a:gd name="connsiteX4" fmla="*/ 0 w 101440"/>
                <a:gd name="connsiteY4" fmla="*/ 35504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01440">
                  <a:moveTo>
                    <a:pt x="0" y="35504"/>
                  </a:moveTo>
                  <a:lnTo>
                    <a:pt x="111584" y="101440"/>
                  </a:lnTo>
                  <a:lnTo>
                    <a:pt x="106512" y="65936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1C30E3D4-9EFF-48B3-8E33-6868E4C8F42E}"/>
                </a:ext>
              </a:extLst>
            </p:cNvPr>
            <p:cNvSpPr/>
            <p:nvPr/>
          </p:nvSpPr>
          <p:spPr>
            <a:xfrm>
              <a:off x="7495875" y="3231192"/>
              <a:ext cx="101440" cy="101440"/>
            </a:xfrm>
            <a:custGeom>
              <a:avLst/>
              <a:gdLst>
                <a:gd name="connsiteX0" fmla="*/ 0 w 101440"/>
                <a:gd name="connsiteY0" fmla="*/ 0 h 101440"/>
                <a:gd name="connsiteX1" fmla="*/ 0 w 101440"/>
                <a:gd name="connsiteY1" fmla="*/ 35504 h 101440"/>
                <a:gd name="connsiteX2" fmla="*/ 126800 w 101440"/>
                <a:gd name="connsiteY2" fmla="*/ 111584 h 101440"/>
                <a:gd name="connsiteX3" fmla="*/ 126800 w 101440"/>
                <a:gd name="connsiteY3" fmla="*/ 7608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101440">
                  <a:moveTo>
                    <a:pt x="0" y="0"/>
                  </a:moveTo>
                  <a:lnTo>
                    <a:pt x="0" y="35504"/>
                  </a:lnTo>
                  <a:lnTo>
                    <a:pt x="126800" y="111584"/>
                  </a:lnTo>
                  <a:lnTo>
                    <a:pt x="126800" y="76080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1D06EA6-8713-4E62-8885-86FC82B01024}"/>
                </a:ext>
              </a:extLst>
            </p:cNvPr>
            <p:cNvSpPr/>
            <p:nvPr/>
          </p:nvSpPr>
          <p:spPr>
            <a:xfrm>
              <a:off x="7490803" y="3413784"/>
              <a:ext cx="101440" cy="101440"/>
            </a:xfrm>
            <a:custGeom>
              <a:avLst/>
              <a:gdLst>
                <a:gd name="connsiteX0" fmla="*/ 0 w 101440"/>
                <a:gd name="connsiteY0" fmla="*/ 0 h 101440"/>
                <a:gd name="connsiteX1" fmla="*/ 0 w 101440"/>
                <a:gd name="connsiteY1" fmla="*/ 35504 h 101440"/>
                <a:gd name="connsiteX2" fmla="*/ 126800 w 101440"/>
                <a:gd name="connsiteY2" fmla="*/ 111584 h 101440"/>
                <a:gd name="connsiteX3" fmla="*/ 126800 w 101440"/>
                <a:gd name="connsiteY3" fmla="*/ 7608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101440">
                  <a:moveTo>
                    <a:pt x="0" y="0"/>
                  </a:moveTo>
                  <a:lnTo>
                    <a:pt x="0" y="35504"/>
                  </a:lnTo>
                  <a:lnTo>
                    <a:pt x="126800" y="111584"/>
                  </a:lnTo>
                  <a:lnTo>
                    <a:pt x="126800" y="76080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FEB4EAFC-54AB-4B1F-B28C-E1F50B565762}"/>
                </a:ext>
              </a:extLst>
            </p:cNvPr>
            <p:cNvSpPr/>
            <p:nvPr/>
          </p:nvSpPr>
          <p:spPr>
            <a:xfrm>
              <a:off x="8616789" y="4012280"/>
              <a:ext cx="152160" cy="101440"/>
            </a:xfrm>
            <a:custGeom>
              <a:avLst/>
              <a:gdLst>
                <a:gd name="connsiteX0" fmla="*/ 157233 w 152160"/>
                <a:gd name="connsiteY0" fmla="*/ 91296 h 101440"/>
                <a:gd name="connsiteX1" fmla="*/ 0 w 152160"/>
                <a:gd name="connsiteY1" fmla="*/ 0 h 101440"/>
                <a:gd name="connsiteX2" fmla="*/ 5072 w 152160"/>
                <a:gd name="connsiteY2" fmla="*/ 35504 h 101440"/>
                <a:gd name="connsiteX3" fmla="*/ 152160 w 152160"/>
                <a:gd name="connsiteY3" fmla="*/ 12680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160" h="101440">
                  <a:moveTo>
                    <a:pt x="157233" y="91296"/>
                  </a:moveTo>
                  <a:lnTo>
                    <a:pt x="0" y="0"/>
                  </a:lnTo>
                  <a:lnTo>
                    <a:pt x="5072" y="35504"/>
                  </a:lnTo>
                  <a:lnTo>
                    <a:pt x="152160" y="126800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69AEFC7-3765-497B-A5DB-59C7A84C9195}"/>
                </a:ext>
              </a:extLst>
            </p:cNvPr>
            <p:cNvSpPr/>
            <p:nvPr/>
          </p:nvSpPr>
          <p:spPr>
            <a:xfrm>
              <a:off x="8160308" y="3738392"/>
              <a:ext cx="405761" cy="253600"/>
            </a:xfrm>
            <a:custGeom>
              <a:avLst/>
              <a:gdLst>
                <a:gd name="connsiteX0" fmla="*/ 0 w 405760"/>
                <a:gd name="connsiteY0" fmla="*/ 35504 h 253600"/>
                <a:gd name="connsiteX1" fmla="*/ 436193 w 405760"/>
                <a:gd name="connsiteY1" fmla="*/ 294176 h 253600"/>
                <a:gd name="connsiteX2" fmla="*/ 436193 w 405760"/>
                <a:gd name="connsiteY2" fmla="*/ 258672 h 253600"/>
                <a:gd name="connsiteX3" fmla="*/ 0 w 405760"/>
                <a:gd name="connsiteY3" fmla="*/ 0 h 253600"/>
                <a:gd name="connsiteX4" fmla="*/ 0 w 405760"/>
                <a:gd name="connsiteY4" fmla="*/ 35504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760" h="253600">
                  <a:moveTo>
                    <a:pt x="0" y="35504"/>
                  </a:moveTo>
                  <a:lnTo>
                    <a:pt x="436193" y="294176"/>
                  </a:lnTo>
                  <a:lnTo>
                    <a:pt x="436193" y="258672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0F4FAA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D43603E4-DB48-45C9-A65F-5173BA1C66D4}"/>
                </a:ext>
              </a:extLst>
            </p:cNvPr>
            <p:cNvSpPr/>
            <p:nvPr/>
          </p:nvSpPr>
          <p:spPr>
            <a:xfrm>
              <a:off x="7642963" y="3429000"/>
              <a:ext cx="253601" cy="202880"/>
            </a:xfrm>
            <a:custGeom>
              <a:avLst/>
              <a:gdLst>
                <a:gd name="connsiteX0" fmla="*/ 5072 w 253600"/>
                <a:gd name="connsiteY0" fmla="*/ 35504 h 202880"/>
                <a:gd name="connsiteX1" fmla="*/ 284033 w 253600"/>
                <a:gd name="connsiteY1" fmla="*/ 202880 h 202880"/>
                <a:gd name="connsiteX2" fmla="*/ 284033 w 253600"/>
                <a:gd name="connsiteY2" fmla="*/ 167376 h 202880"/>
                <a:gd name="connsiteX3" fmla="*/ 0 w 253600"/>
                <a:gd name="connsiteY3" fmla="*/ 0 h 202880"/>
                <a:gd name="connsiteX4" fmla="*/ 5072 w 253600"/>
                <a:gd name="connsiteY4" fmla="*/ 35504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600" h="202880">
                  <a:moveTo>
                    <a:pt x="5072" y="35504"/>
                  </a:moveTo>
                  <a:lnTo>
                    <a:pt x="284033" y="202880"/>
                  </a:lnTo>
                  <a:lnTo>
                    <a:pt x="284033" y="167376"/>
                  </a:lnTo>
                  <a:lnTo>
                    <a:pt x="0" y="0"/>
                  </a:lnTo>
                  <a:lnTo>
                    <a:pt x="5072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F9BE6151-7DC3-4C42-AFE6-29E21F23C3FA}"/>
                </a:ext>
              </a:extLst>
            </p:cNvPr>
            <p:cNvSpPr/>
            <p:nvPr/>
          </p:nvSpPr>
          <p:spPr>
            <a:xfrm>
              <a:off x="8084228" y="3692744"/>
              <a:ext cx="50720" cy="50720"/>
            </a:xfrm>
            <a:custGeom>
              <a:avLst/>
              <a:gdLst>
                <a:gd name="connsiteX0" fmla="*/ 0 w 0"/>
                <a:gd name="connsiteY0" fmla="*/ 35504 h 50720"/>
                <a:gd name="connsiteX1" fmla="*/ 45648 w 0"/>
                <a:gd name="connsiteY1" fmla="*/ 60864 h 50720"/>
                <a:gd name="connsiteX2" fmla="*/ 40576 w 0"/>
                <a:gd name="connsiteY2" fmla="*/ 25360 h 50720"/>
                <a:gd name="connsiteX3" fmla="*/ 0 w 0"/>
                <a:gd name="connsiteY3" fmla="*/ 0 h 50720"/>
                <a:gd name="connsiteX4" fmla="*/ 0 w 0"/>
                <a:gd name="connsiteY4" fmla="*/ 35504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h="50720">
                  <a:moveTo>
                    <a:pt x="0" y="35504"/>
                  </a:moveTo>
                  <a:lnTo>
                    <a:pt x="45648" y="60864"/>
                  </a:lnTo>
                  <a:lnTo>
                    <a:pt x="40576" y="25360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705DF39E-8ED9-43FA-8AE2-D38D0D12D3C5}"/>
                </a:ext>
              </a:extLst>
            </p:cNvPr>
            <p:cNvSpPr/>
            <p:nvPr/>
          </p:nvSpPr>
          <p:spPr>
            <a:xfrm>
              <a:off x="7962500" y="3616664"/>
              <a:ext cx="101440" cy="101440"/>
            </a:xfrm>
            <a:custGeom>
              <a:avLst/>
              <a:gdLst>
                <a:gd name="connsiteX0" fmla="*/ 0 w 101440"/>
                <a:gd name="connsiteY0" fmla="*/ 35504 h 101440"/>
                <a:gd name="connsiteX1" fmla="*/ 106512 w 101440"/>
                <a:gd name="connsiteY1" fmla="*/ 101440 h 101440"/>
                <a:gd name="connsiteX2" fmla="*/ 106512 w 101440"/>
                <a:gd name="connsiteY2" fmla="*/ 65936 h 101440"/>
                <a:gd name="connsiteX3" fmla="*/ 0 w 101440"/>
                <a:gd name="connsiteY3" fmla="*/ 0 h 101440"/>
                <a:gd name="connsiteX4" fmla="*/ 0 w 101440"/>
                <a:gd name="connsiteY4" fmla="*/ 35504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01440">
                  <a:moveTo>
                    <a:pt x="0" y="35504"/>
                  </a:moveTo>
                  <a:lnTo>
                    <a:pt x="106512" y="101440"/>
                  </a:lnTo>
                  <a:lnTo>
                    <a:pt x="106512" y="65936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2EA85961-9D21-4754-9DF4-1E22BFFDC3B2}"/>
                </a:ext>
              </a:extLst>
            </p:cNvPr>
            <p:cNvSpPr/>
            <p:nvPr/>
          </p:nvSpPr>
          <p:spPr>
            <a:xfrm>
              <a:off x="8616789" y="3905768"/>
              <a:ext cx="152160" cy="101440"/>
            </a:xfrm>
            <a:custGeom>
              <a:avLst/>
              <a:gdLst>
                <a:gd name="connsiteX0" fmla="*/ 157233 w 152160"/>
                <a:gd name="connsiteY0" fmla="*/ 96368 h 101440"/>
                <a:gd name="connsiteX1" fmla="*/ 0 w 152160"/>
                <a:gd name="connsiteY1" fmla="*/ 0 h 101440"/>
                <a:gd name="connsiteX2" fmla="*/ 0 w 152160"/>
                <a:gd name="connsiteY2" fmla="*/ 35504 h 101440"/>
                <a:gd name="connsiteX3" fmla="*/ 157233 w 152160"/>
                <a:gd name="connsiteY3" fmla="*/ 131872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160" h="101440">
                  <a:moveTo>
                    <a:pt x="157233" y="96368"/>
                  </a:moveTo>
                  <a:lnTo>
                    <a:pt x="0" y="0"/>
                  </a:lnTo>
                  <a:lnTo>
                    <a:pt x="0" y="35504"/>
                  </a:lnTo>
                  <a:lnTo>
                    <a:pt x="157233" y="131872"/>
                  </a:lnTo>
                  <a:close/>
                </a:path>
              </a:pathLst>
            </a:custGeom>
            <a:solidFill>
              <a:srgbClr val="0F4FAA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36A03A16-32B0-422B-8DE5-36A9B0EEE772}"/>
                </a:ext>
              </a:extLst>
            </p:cNvPr>
            <p:cNvSpPr/>
            <p:nvPr/>
          </p:nvSpPr>
          <p:spPr>
            <a:xfrm>
              <a:off x="7642963" y="3322488"/>
              <a:ext cx="253601" cy="202880"/>
            </a:xfrm>
            <a:custGeom>
              <a:avLst/>
              <a:gdLst>
                <a:gd name="connsiteX0" fmla="*/ 0 w 253600"/>
                <a:gd name="connsiteY0" fmla="*/ 35504 h 202880"/>
                <a:gd name="connsiteX1" fmla="*/ 278961 w 253600"/>
                <a:gd name="connsiteY1" fmla="*/ 202880 h 202880"/>
                <a:gd name="connsiteX2" fmla="*/ 278961 w 253600"/>
                <a:gd name="connsiteY2" fmla="*/ 167376 h 202880"/>
                <a:gd name="connsiteX3" fmla="*/ 0 w 253600"/>
                <a:gd name="connsiteY3" fmla="*/ 0 h 202880"/>
                <a:gd name="connsiteX4" fmla="*/ 0 w 253600"/>
                <a:gd name="connsiteY4" fmla="*/ 35504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600" h="202880">
                  <a:moveTo>
                    <a:pt x="0" y="35504"/>
                  </a:moveTo>
                  <a:lnTo>
                    <a:pt x="278961" y="202880"/>
                  </a:lnTo>
                  <a:lnTo>
                    <a:pt x="278961" y="167376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C6B242D1-20FA-40EC-BB19-230B685B7401}"/>
                </a:ext>
              </a:extLst>
            </p:cNvPr>
            <p:cNvSpPr/>
            <p:nvPr/>
          </p:nvSpPr>
          <p:spPr>
            <a:xfrm>
              <a:off x="8155236" y="3626808"/>
              <a:ext cx="405761" cy="253600"/>
            </a:xfrm>
            <a:custGeom>
              <a:avLst/>
              <a:gdLst>
                <a:gd name="connsiteX0" fmla="*/ 0 w 405760"/>
                <a:gd name="connsiteY0" fmla="*/ 35504 h 253600"/>
                <a:gd name="connsiteX1" fmla="*/ 436193 w 405760"/>
                <a:gd name="connsiteY1" fmla="*/ 299248 h 253600"/>
                <a:gd name="connsiteX2" fmla="*/ 436193 w 405760"/>
                <a:gd name="connsiteY2" fmla="*/ 263744 h 253600"/>
                <a:gd name="connsiteX3" fmla="*/ 0 w 405760"/>
                <a:gd name="connsiteY3" fmla="*/ 0 h 253600"/>
                <a:gd name="connsiteX4" fmla="*/ 0 w 405760"/>
                <a:gd name="connsiteY4" fmla="*/ 35504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760" h="253600">
                  <a:moveTo>
                    <a:pt x="0" y="35504"/>
                  </a:moveTo>
                  <a:lnTo>
                    <a:pt x="436193" y="299248"/>
                  </a:lnTo>
                  <a:lnTo>
                    <a:pt x="436193" y="263744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BC111B8B-3D7B-4CC3-B7B2-B2F73D072117}"/>
                </a:ext>
              </a:extLst>
            </p:cNvPr>
            <p:cNvSpPr/>
            <p:nvPr/>
          </p:nvSpPr>
          <p:spPr>
            <a:xfrm>
              <a:off x="8084228" y="3586232"/>
              <a:ext cx="50720" cy="50720"/>
            </a:xfrm>
            <a:custGeom>
              <a:avLst/>
              <a:gdLst>
                <a:gd name="connsiteX0" fmla="*/ 0 w 0"/>
                <a:gd name="connsiteY0" fmla="*/ 35504 h 50720"/>
                <a:gd name="connsiteX1" fmla="*/ 40576 w 0"/>
                <a:gd name="connsiteY1" fmla="*/ 60864 h 50720"/>
                <a:gd name="connsiteX2" fmla="*/ 40576 w 0"/>
                <a:gd name="connsiteY2" fmla="*/ 25360 h 50720"/>
                <a:gd name="connsiteX3" fmla="*/ 0 w 0"/>
                <a:gd name="connsiteY3" fmla="*/ 0 h 50720"/>
                <a:gd name="connsiteX4" fmla="*/ 0 w 0"/>
                <a:gd name="connsiteY4" fmla="*/ 35504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h="50720">
                  <a:moveTo>
                    <a:pt x="0" y="35504"/>
                  </a:moveTo>
                  <a:lnTo>
                    <a:pt x="40576" y="60864"/>
                  </a:lnTo>
                  <a:lnTo>
                    <a:pt x="40576" y="25360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ADA7324-813E-4FF5-87C8-FCB451075444}"/>
                </a:ext>
              </a:extLst>
            </p:cNvPr>
            <p:cNvSpPr/>
            <p:nvPr/>
          </p:nvSpPr>
          <p:spPr>
            <a:xfrm>
              <a:off x="7957428" y="3510152"/>
              <a:ext cx="101440" cy="101440"/>
            </a:xfrm>
            <a:custGeom>
              <a:avLst/>
              <a:gdLst>
                <a:gd name="connsiteX0" fmla="*/ 0 w 101440"/>
                <a:gd name="connsiteY0" fmla="*/ 35504 h 101440"/>
                <a:gd name="connsiteX1" fmla="*/ 111584 w 101440"/>
                <a:gd name="connsiteY1" fmla="*/ 101440 h 101440"/>
                <a:gd name="connsiteX2" fmla="*/ 106513 w 101440"/>
                <a:gd name="connsiteY2" fmla="*/ 65936 h 101440"/>
                <a:gd name="connsiteX3" fmla="*/ 0 w 101440"/>
                <a:gd name="connsiteY3" fmla="*/ 0 h 101440"/>
                <a:gd name="connsiteX4" fmla="*/ 0 w 101440"/>
                <a:gd name="connsiteY4" fmla="*/ 35504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01440">
                  <a:moveTo>
                    <a:pt x="0" y="35504"/>
                  </a:moveTo>
                  <a:lnTo>
                    <a:pt x="111584" y="101440"/>
                  </a:lnTo>
                  <a:lnTo>
                    <a:pt x="106513" y="65936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F4004B77-2198-4399-8754-EB90DCB4596A}"/>
                </a:ext>
              </a:extLst>
            </p:cNvPr>
            <p:cNvSpPr/>
            <p:nvPr/>
          </p:nvSpPr>
          <p:spPr>
            <a:xfrm>
              <a:off x="7490803" y="3342776"/>
              <a:ext cx="101440" cy="101440"/>
            </a:xfrm>
            <a:custGeom>
              <a:avLst/>
              <a:gdLst>
                <a:gd name="connsiteX0" fmla="*/ 0 w 101440"/>
                <a:gd name="connsiteY0" fmla="*/ 0 h 101440"/>
                <a:gd name="connsiteX1" fmla="*/ 0 w 101440"/>
                <a:gd name="connsiteY1" fmla="*/ 35504 h 101440"/>
                <a:gd name="connsiteX2" fmla="*/ 126800 w 101440"/>
                <a:gd name="connsiteY2" fmla="*/ 111584 h 101440"/>
                <a:gd name="connsiteX3" fmla="*/ 126800 w 101440"/>
                <a:gd name="connsiteY3" fmla="*/ 71008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101440">
                  <a:moveTo>
                    <a:pt x="0" y="0"/>
                  </a:moveTo>
                  <a:lnTo>
                    <a:pt x="0" y="35504"/>
                  </a:lnTo>
                  <a:lnTo>
                    <a:pt x="126800" y="111584"/>
                  </a:lnTo>
                  <a:lnTo>
                    <a:pt x="126800" y="71008"/>
                  </a:lnTo>
                  <a:close/>
                </a:path>
              </a:pathLst>
            </a:custGeom>
            <a:solidFill>
              <a:srgbClr val="0F4FAA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78FB77A-4574-4838-AE52-70B499ABE5EC}"/>
                </a:ext>
              </a:extLst>
            </p:cNvPr>
            <p:cNvSpPr/>
            <p:nvPr/>
          </p:nvSpPr>
          <p:spPr>
            <a:xfrm>
              <a:off x="8637077" y="4357177"/>
              <a:ext cx="101440" cy="101440"/>
            </a:xfrm>
            <a:custGeom>
              <a:avLst/>
              <a:gdLst>
                <a:gd name="connsiteX0" fmla="*/ 126800 w 101440"/>
                <a:gd name="connsiteY0" fmla="*/ 76080 h 101440"/>
                <a:gd name="connsiteX1" fmla="*/ 0 w 101440"/>
                <a:gd name="connsiteY1" fmla="*/ 0 h 101440"/>
                <a:gd name="connsiteX2" fmla="*/ 5072 w 101440"/>
                <a:gd name="connsiteY2" fmla="*/ 40576 h 101440"/>
                <a:gd name="connsiteX3" fmla="*/ 126800 w 101440"/>
                <a:gd name="connsiteY3" fmla="*/ 116656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101440">
                  <a:moveTo>
                    <a:pt x="126800" y="76080"/>
                  </a:moveTo>
                  <a:lnTo>
                    <a:pt x="0" y="0"/>
                  </a:lnTo>
                  <a:lnTo>
                    <a:pt x="5072" y="40576"/>
                  </a:lnTo>
                  <a:lnTo>
                    <a:pt x="126800" y="116656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BBD92BD-A810-4FA5-B587-098625422491}"/>
                </a:ext>
              </a:extLst>
            </p:cNvPr>
            <p:cNvSpPr/>
            <p:nvPr/>
          </p:nvSpPr>
          <p:spPr>
            <a:xfrm>
              <a:off x="8170452" y="4078217"/>
              <a:ext cx="405761" cy="253600"/>
            </a:xfrm>
            <a:custGeom>
              <a:avLst/>
              <a:gdLst>
                <a:gd name="connsiteX0" fmla="*/ 0 w 405760"/>
                <a:gd name="connsiteY0" fmla="*/ 35504 h 253600"/>
                <a:gd name="connsiteX1" fmla="*/ 436193 w 405760"/>
                <a:gd name="connsiteY1" fmla="*/ 299248 h 253600"/>
                <a:gd name="connsiteX2" fmla="*/ 436193 w 405760"/>
                <a:gd name="connsiteY2" fmla="*/ 258672 h 253600"/>
                <a:gd name="connsiteX3" fmla="*/ 0 w 405760"/>
                <a:gd name="connsiteY3" fmla="*/ 0 h 253600"/>
                <a:gd name="connsiteX4" fmla="*/ 0 w 405760"/>
                <a:gd name="connsiteY4" fmla="*/ 35504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760" h="253600">
                  <a:moveTo>
                    <a:pt x="0" y="35504"/>
                  </a:moveTo>
                  <a:lnTo>
                    <a:pt x="436193" y="299248"/>
                  </a:lnTo>
                  <a:lnTo>
                    <a:pt x="436193" y="258672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E33AA45E-B7FE-4746-A9AA-303FA2E5F582}"/>
                </a:ext>
              </a:extLst>
            </p:cNvPr>
            <p:cNvSpPr/>
            <p:nvPr/>
          </p:nvSpPr>
          <p:spPr>
            <a:xfrm>
              <a:off x="7653107" y="3768824"/>
              <a:ext cx="253601" cy="202880"/>
            </a:xfrm>
            <a:custGeom>
              <a:avLst/>
              <a:gdLst>
                <a:gd name="connsiteX0" fmla="*/ 5072 w 253600"/>
                <a:gd name="connsiteY0" fmla="*/ 35504 h 202880"/>
                <a:gd name="connsiteX1" fmla="*/ 284033 w 253600"/>
                <a:gd name="connsiteY1" fmla="*/ 202880 h 202880"/>
                <a:gd name="connsiteX2" fmla="*/ 284033 w 253600"/>
                <a:gd name="connsiteY2" fmla="*/ 167376 h 202880"/>
                <a:gd name="connsiteX3" fmla="*/ 0 w 253600"/>
                <a:gd name="connsiteY3" fmla="*/ 0 h 202880"/>
                <a:gd name="connsiteX4" fmla="*/ 5072 w 253600"/>
                <a:gd name="connsiteY4" fmla="*/ 35504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600" h="202880">
                  <a:moveTo>
                    <a:pt x="5072" y="35504"/>
                  </a:moveTo>
                  <a:lnTo>
                    <a:pt x="284033" y="202880"/>
                  </a:lnTo>
                  <a:lnTo>
                    <a:pt x="284033" y="167376"/>
                  </a:lnTo>
                  <a:lnTo>
                    <a:pt x="0" y="0"/>
                  </a:lnTo>
                  <a:lnTo>
                    <a:pt x="5072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57BCDA75-9439-4436-BF73-6740E8A25E1D}"/>
                </a:ext>
              </a:extLst>
            </p:cNvPr>
            <p:cNvSpPr/>
            <p:nvPr/>
          </p:nvSpPr>
          <p:spPr>
            <a:xfrm>
              <a:off x="8094372" y="4032569"/>
              <a:ext cx="50720" cy="50720"/>
            </a:xfrm>
            <a:custGeom>
              <a:avLst/>
              <a:gdLst>
                <a:gd name="connsiteX0" fmla="*/ 0 w 0"/>
                <a:gd name="connsiteY0" fmla="*/ 35504 h 50720"/>
                <a:gd name="connsiteX1" fmla="*/ 40576 w 0"/>
                <a:gd name="connsiteY1" fmla="*/ 60864 h 50720"/>
                <a:gd name="connsiteX2" fmla="*/ 40576 w 0"/>
                <a:gd name="connsiteY2" fmla="*/ 25360 h 50720"/>
                <a:gd name="connsiteX3" fmla="*/ 0 w 0"/>
                <a:gd name="connsiteY3" fmla="*/ 0 h 50720"/>
                <a:gd name="connsiteX4" fmla="*/ 0 w 0"/>
                <a:gd name="connsiteY4" fmla="*/ 35504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h="50720">
                  <a:moveTo>
                    <a:pt x="0" y="35504"/>
                  </a:moveTo>
                  <a:lnTo>
                    <a:pt x="40576" y="60864"/>
                  </a:lnTo>
                  <a:lnTo>
                    <a:pt x="40576" y="25360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98D3CDD3-A511-4EA9-BDAB-210F9EEBA4A7}"/>
                </a:ext>
              </a:extLst>
            </p:cNvPr>
            <p:cNvSpPr/>
            <p:nvPr/>
          </p:nvSpPr>
          <p:spPr>
            <a:xfrm>
              <a:off x="7972644" y="3956489"/>
              <a:ext cx="101440" cy="101440"/>
            </a:xfrm>
            <a:custGeom>
              <a:avLst/>
              <a:gdLst>
                <a:gd name="connsiteX0" fmla="*/ 0 w 101440"/>
                <a:gd name="connsiteY0" fmla="*/ 35504 h 101440"/>
                <a:gd name="connsiteX1" fmla="*/ 106512 w 101440"/>
                <a:gd name="connsiteY1" fmla="*/ 101440 h 101440"/>
                <a:gd name="connsiteX2" fmla="*/ 106512 w 101440"/>
                <a:gd name="connsiteY2" fmla="*/ 65936 h 101440"/>
                <a:gd name="connsiteX3" fmla="*/ 0 w 101440"/>
                <a:gd name="connsiteY3" fmla="*/ 0 h 101440"/>
                <a:gd name="connsiteX4" fmla="*/ 0 w 101440"/>
                <a:gd name="connsiteY4" fmla="*/ 35504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01440">
                  <a:moveTo>
                    <a:pt x="0" y="35504"/>
                  </a:moveTo>
                  <a:lnTo>
                    <a:pt x="106512" y="101440"/>
                  </a:lnTo>
                  <a:lnTo>
                    <a:pt x="106512" y="65936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7CAD9A5E-9978-42E6-8F80-FE3857B4F3AC}"/>
                </a:ext>
              </a:extLst>
            </p:cNvPr>
            <p:cNvSpPr/>
            <p:nvPr/>
          </p:nvSpPr>
          <p:spPr>
            <a:xfrm>
              <a:off x="7490803" y="3505080"/>
              <a:ext cx="50720" cy="50720"/>
            </a:xfrm>
            <a:custGeom>
              <a:avLst/>
              <a:gdLst>
                <a:gd name="connsiteX0" fmla="*/ 0 w 0"/>
                <a:gd name="connsiteY0" fmla="*/ 0 h 0"/>
                <a:gd name="connsiteX1" fmla="*/ 0 w 0"/>
                <a:gd name="connsiteY1" fmla="*/ 35504 h 0"/>
                <a:gd name="connsiteX2" fmla="*/ 0 w 0"/>
                <a:gd name="connsiteY2" fmla="*/ 35504 h 0"/>
                <a:gd name="connsiteX3" fmla="*/ 0 w 0"/>
                <a:gd name="connsiteY3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>
                  <a:moveTo>
                    <a:pt x="0" y="0"/>
                  </a:moveTo>
                  <a:lnTo>
                    <a:pt x="0" y="35504"/>
                  </a:lnTo>
                  <a:lnTo>
                    <a:pt x="0" y="355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EEC9A7B8-36C1-4DFF-8CE9-E2FD2A747F50}"/>
                </a:ext>
              </a:extLst>
            </p:cNvPr>
            <p:cNvSpPr/>
            <p:nvPr/>
          </p:nvSpPr>
          <p:spPr>
            <a:xfrm>
              <a:off x="7490803" y="3505080"/>
              <a:ext cx="101440" cy="101440"/>
            </a:xfrm>
            <a:custGeom>
              <a:avLst/>
              <a:gdLst>
                <a:gd name="connsiteX0" fmla="*/ 0 w 101440"/>
                <a:gd name="connsiteY0" fmla="*/ 0 h 101440"/>
                <a:gd name="connsiteX1" fmla="*/ 0 w 101440"/>
                <a:gd name="connsiteY1" fmla="*/ 35504 h 101440"/>
                <a:gd name="connsiteX2" fmla="*/ 126800 w 101440"/>
                <a:gd name="connsiteY2" fmla="*/ 111584 h 101440"/>
                <a:gd name="connsiteX3" fmla="*/ 126800 w 101440"/>
                <a:gd name="connsiteY3" fmla="*/ 7608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101440">
                  <a:moveTo>
                    <a:pt x="0" y="0"/>
                  </a:moveTo>
                  <a:lnTo>
                    <a:pt x="0" y="35504"/>
                  </a:lnTo>
                  <a:lnTo>
                    <a:pt x="126800" y="111584"/>
                  </a:lnTo>
                  <a:lnTo>
                    <a:pt x="126800" y="76080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A78A1808-7F12-47A6-BCB4-E3E9C1452137}"/>
                </a:ext>
              </a:extLst>
            </p:cNvPr>
            <p:cNvSpPr/>
            <p:nvPr/>
          </p:nvSpPr>
          <p:spPr>
            <a:xfrm>
              <a:off x="7485731" y="3672456"/>
              <a:ext cx="101440" cy="101440"/>
            </a:xfrm>
            <a:custGeom>
              <a:avLst/>
              <a:gdLst>
                <a:gd name="connsiteX0" fmla="*/ 0 w 101440"/>
                <a:gd name="connsiteY0" fmla="*/ 0 h 101440"/>
                <a:gd name="connsiteX1" fmla="*/ 0 w 101440"/>
                <a:gd name="connsiteY1" fmla="*/ 35504 h 101440"/>
                <a:gd name="connsiteX2" fmla="*/ 126800 w 101440"/>
                <a:gd name="connsiteY2" fmla="*/ 111584 h 101440"/>
                <a:gd name="connsiteX3" fmla="*/ 126800 w 101440"/>
                <a:gd name="connsiteY3" fmla="*/ 7608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101440">
                  <a:moveTo>
                    <a:pt x="0" y="0"/>
                  </a:moveTo>
                  <a:lnTo>
                    <a:pt x="0" y="35504"/>
                  </a:lnTo>
                  <a:lnTo>
                    <a:pt x="126800" y="111584"/>
                  </a:lnTo>
                  <a:lnTo>
                    <a:pt x="126800" y="76080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E8B5B741-AD0E-4790-A8A2-98DB6E16D1C1}"/>
                </a:ext>
              </a:extLst>
            </p:cNvPr>
            <p:cNvSpPr/>
            <p:nvPr/>
          </p:nvSpPr>
          <p:spPr>
            <a:xfrm>
              <a:off x="8626933" y="4281097"/>
              <a:ext cx="101440" cy="101440"/>
            </a:xfrm>
            <a:custGeom>
              <a:avLst/>
              <a:gdLst>
                <a:gd name="connsiteX0" fmla="*/ 142016 w 101440"/>
                <a:gd name="connsiteY0" fmla="*/ 86224 h 101440"/>
                <a:gd name="connsiteX1" fmla="*/ 0 w 101440"/>
                <a:gd name="connsiteY1" fmla="*/ 0 h 101440"/>
                <a:gd name="connsiteX2" fmla="*/ 0 w 101440"/>
                <a:gd name="connsiteY2" fmla="*/ 35504 h 101440"/>
                <a:gd name="connsiteX3" fmla="*/ 142016 w 101440"/>
                <a:gd name="connsiteY3" fmla="*/ 121728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101440">
                  <a:moveTo>
                    <a:pt x="142016" y="86224"/>
                  </a:moveTo>
                  <a:lnTo>
                    <a:pt x="0" y="0"/>
                  </a:lnTo>
                  <a:lnTo>
                    <a:pt x="0" y="35504"/>
                  </a:lnTo>
                  <a:lnTo>
                    <a:pt x="142016" y="121728"/>
                  </a:lnTo>
                  <a:close/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BD6799C7-BB3C-4DFB-B666-51C4167A79CF}"/>
                </a:ext>
              </a:extLst>
            </p:cNvPr>
            <p:cNvSpPr/>
            <p:nvPr/>
          </p:nvSpPr>
          <p:spPr>
            <a:xfrm>
              <a:off x="8165380" y="4007209"/>
              <a:ext cx="405761" cy="253600"/>
            </a:xfrm>
            <a:custGeom>
              <a:avLst/>
              <a:gdLst>
                <a:gd name="connsiteX0" fmla="*/ 5072 w 405760"/>
                <a:gd name="connsiteY0" fmla="*/ 35504 h 253600"/>
                <a:gd name="connsiteX1" fmla="*/ 441265 w 405760"/>
                <a:gd name="connsiteY1" fmla="*/ 299248 h 253600"/>
                <a:gd name="connsiteX2" fmla="*/ 436193 w 405760"/>
                <a:gd name="connsiteY2" fmla="*/ 258672 h 253600"/>
                <a:gd name="connsiteX3" fmla="*/ 0 w 405760"/>
                <a:gd name="connsiteY3" fmla="*/ 0 h 253600"/>
                <a:gd name="connsiteX4" fmla="*/ 5072 w 405760"/>
                <a:gd name="connsiteY4" fmla="*/ 35504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760" h="253600">
                  <a:moveTo>
                    <a:pt x="5072" y="35504"/>
                  </a:moveTo>
                  <a:lnTo>
                    <a:pt x="441265" y="299248"/>
                  </a:lnTo>
                  <a:lnTo>
                    <a:pt x="436193" y="258672"/>
                  </a:lnTo>
                  <a:lnTo>
                    <a:pt x="0" y="0"/>
                  </a:lnTo>
                  <a:lnTo>
                    <a:pt x="5072" y="35504"/>
                  </a:lnTo>
                </a:path>
              </a:pathLst>
            </a:custGeom>
            <a:solidFill>
              <a:srgbClr val="0F4FAA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F3757844-4DEF-4524-A131-B88E299C0817}"/>
                </a:ext>
              </a:extLst>
            </p:cNvPr>
            <p:cNvSpPr/>
            <p:nvPr/>
          </p:nvSpPr>
          <p:spPr>
            <a:xfrm>
              <a:off x="7653107" y="3697816"/>
              <a:ext cx="253601" cy="202880"/>
            </a:xfrm>
            <a:custGeom>
              <a:avLst/>
              <a:gdLst>
                <a:gd name="connsiteX0" fmla="*/ 0 w 253600"/>
                <a:gd name="connsiteY0" fmla="*/ 35504 h 202880"/>
                <a:gd name="connsiteX1" fmla="*/ 278961 w 253600"/>
                <a:gd name="connsiteY1" fmla="*/ 202880 h 202880"/>
                <a:gd name="connsiteX2" fmla="*/ 278961 w 253600"/>
                <a:gd name="connsiteY2" fmla="*/ 167376 h 202880"/>
                <a:gd name="connsiteX3" fmla="*/ 0 w 253600"/>
                <a:gd name="connsiteY3" fmla="*/ 0 h 202880"/>
                <a:gd name="connsiteX4" fmla="*/ 0 w 253600"/>
                <a:gd name="connsiteY4" fmla="*/ 35504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600" h="202880">
                  <a:moveTo>
                    <a:pt x="0" y="35504"/>
                  </a:moveTo>
                  <a:lnTo>
                    <a:pt x="278961" y="202880"/>
                  </a:lnTo>
                  <a:lnTo>
                    <a:pt x="278961" y="167376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AE6B8507-AE85-45F6-ACD8-647531BD2F76}"/>
                </a:ext>
              </a:extLst>
            </p:cNvPr>
            <p:cNvSpPr/>
            <p:nvPr/>
          </p:nvSpPr>
          <p:spPr>
            <a:xfrm>
              <a:off x="8094372" y="3961560"/>
              <a:ext cx="50720" cy="50720"/>
            </a:xfrm>
            <a:custGeom>
              <a:avLst/>
              <a:gdLst>
                <a:gd name="connsiteX0" fmla="*/ 0 w 0"/>
                <a:gd name="connsiteY0" fmla="*/ 35504 h 50720"/>
                <a:gd name="connsiteX1" fmla="*/ 40576 w 0"/>
                <a:gd name="connsiteY1" fmla="*/ 60864 h 50720"/>
                <a:gd name="connsiteX2" fmla="*/ 40576 w 0"/>
                <a:gd name="connsiteY2" fmla="*/ 25360 h 50720"/>
                <a:gd name="connsiteX3" fmla="*/ 0 w 0"/>
                <a:gd name="connsiteY3" fmla="*/ 0 h 50720"/>
                <a:gd name="connsiteX4" fmla="*/ 0 w 0"/>
                <a:gd name="connsiteY4" fmla="*/ 35504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h="50720">
                  <a:moveTo>
                    <a:pt x="0" y="35504"/>
                  </a:moveTo>
                  <a:lnTo>
                    <a:pt x="40576" y="60864"/>
                  </a:lnTo>
                  <a:lnTo>
                    <a:pt x="40576" y="25360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EBD4B29C-CE41-49EA-8DA5-2E6D3AAB09F5}"/>
                </a:ext>
              </a:extLst>
            </p:cNvPr>
            <p:cNvSpPr/>
            <p:nvPr/>
          </p:nvSpPr>
          <p:spPr>
            <a:xfrm>
              <a:off x="7967572" y="3885480"/>
              <a:ext cx="101440" cy="101440"/>
            </a:xfrm>
            <a:custGeom>
              <a:avLst/>
              <a:gdLst>
                <a:gd name="connsiteX0" fmla="*/ 0 w 101440"/>
                <a:gd name="connsiteY0" fmla="*/ 35504 h 101440"/>
                <a:gd name="connsiteX1" fmla="*/ 111584 w 101440"/>
                <a:gd name="connsiteY1" fmla="*/ 101440 h 101440"/>
                <a:gd name="connsiteX2" fmla="*/ 106512 w 101440"/>
                <a:gd name="connsiteY2" fmla="*/ 65936 h 101440"/>
                <a:gd name="connsiteX3" fmla="*/ 0 w 101440"/>
                <a:gd name="connsiteY3" fmla="*/ 0 h 101440"/>
                <a:gd name="connsiteX4" fmla="*/ 0 w 101440"/>
                <a:gd name="connsiteY4" fmla="*/ 35504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01440">
                  <a:moveTo>
                    <a:pt x="0" y="35504"/>
                  </a:moveTo>
                  <a:lnTo>
                    <a:pt x="111584" y="101440"/>
                  </a:lnTo>
                  <a:lnTo>
                    <a:pt x="106512" y="65936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385FE37A-37B1-453F-91F8-10CEA9A0C179}"/>
                </a:ext>
              </a:extLst>
            </p:cNvPr>
            <p:cNvSpPr/>
            <p:nvPr/>
          </p:nvSpPr>
          <p:spPr>
            <a:xfrm>
              <a:off x="8621861" y="4174585"/>
              <a:ext cx="101440" cy="101440"/>
            </a:xfrm>
            <a:custGeom>
              <a:avLst/>
              <a:gdLst>
                <a:gd name="connsiteX0" fmla="*/ 147088 w 101440"/>
                <a:gd name="connsiteY0" fmla="*/ 86224 h 101440"/>
                <a:gd name="connsiteX1" fmla="*/ 0 w 101440"/>
                <a:gd name="connsiteY1" fmla="*/ 0 h 101440"/>
                <a:gd name="connsiteX2" fmla="*/ 0 w 101440"/>
                <a:gd name="connsiteY2" fmla="*/ 35504 h 101440"/>
                <a:gd name="connsiteX3" fmla="*/ 147088 w 101440"/>
                <a:gd name="connsiteY3" fmla="*/ 121728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101440">
                  <a:moveTo>
                    <a:pt x="147088" y="86224"/>
                  </a:moveTo>
                  <a:lnTo>
                    <a:pt x="0" y="0"/>
                  </a:lnTo>
                  <a:lnTo>
                    <a:pt x="0" y="35504"/>
                  </a:lnTo>
                  <a:lnTo>
                    <a:pt x="147088" y="121728"/>
                  </a:lnTo>
                  <a:close/>
                </a:path>
              </a:pathLst>
            </a:custGeom>
            <a:solidFill>
              <a:srgbClr val="0F4FAA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784C23DF-EE2D-438E-9CAD-984A4A702C4D}"/>
                </a:ext>
              </a:extLst>
            </p:cNvPr>
            <p:cNvSpPr/>
            <p:nvPr/>
          </p:nvSpPr>
          <p:spPr>
            <a:xfrm>
              <a:off x="7648035" y="3591304"/>
              <a:ext cx="253601" cy="202880"/>
            </a:xfrm>
            <a:custGeom>
              <a:avLst/>
              <a:gdLst>
                <a:gd name="connsiteX0" fmla="*/ 0 w 253600"/>
                <a:gd name="connsiteY0" fmla="*/ 35504 h 202880"/>
                <a:gd name="connsiteX1" fmla="*/ 284033 w 253600"/>
                <a:gd name="connsiteY1" fmla="*/ 202880 h 202880"/>
                <a:gd name="connsiteX2" fmla="*/ 284033 w 253600"/>
                <a:gd name="connsiteY2" fmla="*/ 167376 h 202880"/>
                <a:gd name="connsiteX3" fmla="*/ 0 w 253600"/>
                <a:gd name="connsiteY3" fmla="*/ 0 h 202880"/>
                <a:gd name="connsiteX4" fmla="*/ 0 w 253600"/>
                <a:gd name="connsiteY4" fmla="*/ 35504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600" h="202880">
                  <a:moveTo>
                    <a:pt x="0" y="35504"/>
                  </a:moveTo>
                  <a:lnTo>
                    <a:pt x="284033" y="202880"/>
                  </a:lnTo>
                  <a:lnTo>
                    <a:pt x="284033" y="167376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7EEA84FD-318C-4E6F-958C-CF0E6C3FB2FE}"/>
                </a:ext>
              </a:extLst>
            </p:cNvPr>
            <p:cNvSpPr/>
            <p:nvPr/>
          </p:nvSpPr>
          <p:spPr>
            <a:xfrm>
              <a:off x="8160308" y="3895624"/>
              <a:ext cx="405761" cy="253600"/>
            </a:xfrm>
            <a:custGeom>
              <a:avLst/>
              <a:gdLst>
                <a:gd name="connsiteX0" fmla="*/ 0 w 405760"/>
                <a:gd name="connsiteY0" fmla="*/ 40576 h 253600"/>
                <a:gd name="connsiteX1" fmla="*/ 441265 w 405760"/>
                <a:gd name="connsiteY1" fmla="*/ 299248 h 253600"/>
                <a:gd name="connsiteX2" fmla="*/ 441265 w 405760"/>
                <a:gd name="connsiteY2" fmla="*/ 263744 h 253600"/>
                <a:gd name="connsiteX3" fmla="*/ 0 w 405760"/>
                <a:gd name="connsiteY3" fmla="*/ 0 h 253600"/>
                <a:gd name="connsiteX4" fmla="*/ 0 w 405760"/>
                <a:gd name="connsiteY4" fmla="*/ 40576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760" h="253600">
                  <a:moveTo>
                    <a:pt x="0" y="40576"/>
                  </a:moveTo>
                  <a:lnTo>
                    <a:pt x="441265" y="299248"/>
                  </a:lnTo>
                  <a:lnTo>
                    <a:pt x="441265" y="263744"/>
                  </a:lnTo>
                  <a:lnTo>
                    <a:pt x="0" y="0"/>
                  </a:lnTo>
                  <a:lnTo>
                    <a:pt x="0" y="40576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D72BF05E-9E48-4ACA-9B11-8A84E6BBE4D6}"/>
                </a:ext>
              </a:extLst>
            </p:cNvPr>
            <p:cNvSpPr/>
            <p:nvPr/>
          </p:nvSpPr>
          <p:spPr>
            <a:xfrm>
              <a:off x="8089300" y="3855048"/>
              <a:ext cx="50720" cy="50720"/>
            </a:xfrm>
            <a:custGeom>
              <a:avLst/>
              <a:gdLst>
                <a:gd name="connsiteX0" fmla="*/ 0 w 0"/>
                <a:gd name="connsiteY0" fmla="*/ 35504 h 50720"/>
                <a:gd name="connsiteX1" fmla="*/ 40576 w 0"/>
                <a:gd name="connsiteY1" fmla="*/ 60864 h 50720"/>
                <a:gd name="connsiteX2" fmla="*/ 40576 w 0"/>
                <a:gd name="connsiteY2" fmla="*/ 25360 h 50720"/>
                <a:gd name="connsiteX3" fmla="*/ 0 w 0"/>
                <a:gd name="connsiteY3" fmla="*/ 0 h 50720"/>
                <a:gd name="connsiteX4" fmla="*/ 0 w 0"/>
                <a:gd name="connsiteY4" fmla="*/ 35504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h="50720">
                  <a:moveTo>
                    <a:pt x="0" y="35504"/>
                  </a:moveTo>
                  <a:lnTo>
                    <a:pt x="40576" y="60864"/>
                  </a:lnTo>
                  <a:lnTo>
                    <a:pt x="40576" y="25360"/>
                  </a:lnTo>
                  <a:lnTo>
                    <a:pt x="0" y="0"/>
                  </a:lnTo>
                  <a:lnTo>
                    <a:pt x="0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E03DFAA3-B706-4289-9E1D-FDA06B5C0E08}"/>
                </a:ext>
              </a:extLst>
            </p:cNvPr>
            <p:cNvSpPr/>
            <p:nvPr/>
          </p:nvSpPr>
          <p:spPr>
            <a:xfrm>
              <a:off x="7962500" y="3778968"/>
              <a:ext cx="101440" cy="101440"/>
            </a:xfrm>
            <a:custGeom>
              <a:avLst/>
              <a:gdLst>
                <a:gd name="connsiteX0" fmla="*/ 5072 w 101440"/>
                <a:gd name="connsiteY0" fmla="*/ 35504 h 101440"/>
                <a:gd name="connsiteX1" fmla="*/ 111584 w 101440"/>
                <a:gd name="connsiteY1" fmla="*/ 101440 h 101440"/>
                <a:gd name="connsiteX2" fmla="*/ 111584 w 101440"/>
                <a:gd name="connsiteY2" fmla="*/ 65936 h 101440"/>
                <a:gd name="connsiteX3" fmla="*/ 0 w 101440"/>
                <a:gd name="connsiteY3" fmla="*/ 0 h 101440"/>
                <a:gd name="connsiteX4" fmla="*/ 5072 w 101440"/>
                <a:gd name="connsiteY4" fmla="*/ 35504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40" h="101440">
                  <a:moveTo>
                    <a:pt x="5072" y="35504"/>
                  </a:moveTo>
                  <a:lnTo>
                    <a:pt x="111584" y="101440"/>
                  </a:lnTo>
                  <a:lnTo>
                    <a:pt x="111584" y="65936"/>
                  </a:lnTo>
                  <a:lnTo>
                    <a:pt x="0" y="0"/>
                  </a:lnTo>
                  <a:lnTo>
                    <a:pt x="5072" y="3550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3C24AEBC-AB82-48A9-8D8F-0C9811EE850C}"/>
                </a:ext>
              </a:extLst>
            </p:cNvPr>
            <p:cNvSpPr/>
            <p:nvPr/>
          </p:nvSpPr>
          <p:spPr>
            <a:xfrm>
              <a:off x="7490803" y="3596376"/>
              <a:ext cx="101440" cy="101440"/>
            </a:xfrm>
            <a:custGeom>
              <a:avLst/>
              <a:gdLst>
                <a:gd name="connsiteX0" fmla="*/ 0 w 101440"/>
                <a:gd name="connsiteY0" fmla="*/ 0 h 101440"/>
                <a:gd name="connsiteX1" fmla="*/ 0 w 101440"/>
                <a:gd name="connsiteY1" fmla="*/ 35504 h 101440"/>
                <a:gd name="connsiteX2" fmla="*/ 126800 w 101440"/>
                <a:gd name="connsiteY2" fmla="*/ 111584 h 101440"/>
                <a:gd name="connsiteX3" fmla="*/ 126800 w 101440"/>
                <a:gd name="connsiteY3" fmla="*/ 76080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101440">
                  <a:moveTo>
                    <a:pt x="0" y="0"/>
                  </a:moveTo>
                  <a:lnTo>
                    <a:pt x="0" y="35504"/>
                  </a:lnTo>
                  <a:lnTo>
                    <a:pt x="126800" y="111584"/>
                  </a:lnTo>
                  <a:lnTo>
                    <a:pt x="126800" y="76080"/>
                  </a:lnTo>
                  <a:close/>
                </a:path>
              </a:pathLst>
            </a:custGeom>
            <a:solidFill>
              <a:srgbClr val="0F4FAA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C8F889CA-941D-4818-8A3D-DDE18B02954C}"/>
                </a:ext>
              </a:extLst>
            </p:cNvPr>
            <p:cNvSpPr/>
            <p:nvPr/>
          </p:nvSpPr>
          <p:spPr>
            <a:xfrm>
              <a:off x="7409651" y="3053672"/>
              <a:ext cx="1470883" cy="1572321"/>
            </a:xfrm>
            <a:custGeom>
              <a:avLst/>
              <a:gdLst>
                <a:gd name="connsiteX0" fmla="*/ 1435379 w 1470882"/>
                <a:gd name="connsiteY0" fmla="*/ 1582466 h 1572321"/>
                <a:gd name="connsiteX1" fmla="*/ 1465811 w 1470882"/>
                <a:gd name="connsiteY1" fmla="*/ 1496241 h 1572321"/>
                <a:gd name="connsiteX2" fmla="*/ 1475955 w 1470882"/>
                <a:gd name="connsiteY2" fmla="*/ 1049905 h 1572321"/>
                <a:gd name="connsiteX3" fmla="*/ 1465811 w 1470882"/>
                <a:gd name="connsiteY3" fmla="*/ 918033 h 1572321"/>
                <a:gd name="connsiteX4" fmla="*/ 1379587 w 1470882"/>
                <a:gd name="connsiteY4" fmla="*/ 796305 h 1572321"/>
                <a:gd name="connsiteX5" fmla="*/ 76080 w 1470882"/>
                <a:gd name="connsiteY5" fmla="*/ 15216 h 1572321"/>
                <a:gd name="connsiteX6" fmla="*/ 55792 w 1470882"/>
                <a:gd name="connsiteY6" fmla="*/ 5072 h 1572321"/>
                <a:gd name="connsiteX7" fmla="*/ 35504 w 1470882"/>
                <a:gd name="connsiteY7" fmla="*/ 0 h 1572321"/>
                <a:gd name="connsiteX8" fmla="*/ 20288 w 1470882"/>
                <a:gd name="connsiteY8" fmla="*/ 0 h 1572321"/>
                <a:gd name="connsiteX9" fmla="*/ 0 w 1470882"/>
                <a:gd name="connsiteY9" fmla="*/ 10144 h 1572321"/>
                <a:gd name="connsiteX10" fmla="*/ 15216 w 1470882"/>
                <a:gd name="connsiteY10" fmla="*/ 5072 h 1572321"/>
                <a:gd name="connsiteX11" fmla="*/ 30432 w 1470882"/>
                <a:gd name="connsiteY11" fmla="*/ 5072 h 1572321"/>
                <a:gd name="connsiteX12" fmla="*/ 50720 w 1470882"/>
                <a:gd name="connsiteY12" fmla="*/ 10144 h 1572321"/>
                <a:gd name="connsiteX13" fmla="*/ 71008 w 1470882"/>
                <a:gd name="connsiteY13" fmla="*/ 20288 h 1572321"/>
                <a:gd name="connsiteX14" fmla="*/ 1374515 w 1470882"/>
                <a:gd name="connsiteY14" fmla="*/ 801377 h 1572321"/>
                <a:gd name="connsiteX15" fmla="*/ 1460739 w 1470882"/>
                <a:gd name="connsiteY15" fmla="*/ 923105 h 1572321"/>
                <a:gd name="connsiteX16" fmla="*/ 1470883 w 1470882"/>
                <a:gd name="connsiteY16" fmla="*/ 1054977 h 1572321"/>
                <a:gd name="connsiteX17" fmla="*/ 1460739 w 1470882"/>
                <a:gd name="connsiteY17" fmla="*/ 1501313 h 1572321"/>
                <a:gd name="connsiteX18" fmla="*/ 1430307 w 1470882"/>
                <a:gd name="connsiteY18" fmla="*/ 1587538 h 1572321"/>
                <a:gd name="connsiteX19" fmla="*/ 1501315 w 1470882"/>
                <a:gd name="connsiteY19" fmla="*/ 1541889 h 1572321"/>
                <a:gd name="connsiteX20" fmla="*/ 1501315 w 1470882"/>
                <a:gd name="connsiteY20" fmla="*/ 1541889 h 1572321"/>
                <a:gd name="connsiteX21" fmla="*/ 1435379 w 1470882"/>
                <a:gd name="connsiteY21" fmla="*/ 1582466 h 1572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0882" h="1572321">
                  <a:moveTo>
                    <a:pt x="1435379" y="1582466"/>
                  </a:moveTo>
                  <a:cubicBezTo>
                    <a:pt x="1460739" y="1562178"/>
                    <a:pt x="1460739" y="1526673"/>
                    <a:pt x="1465811" y="1496241"/>
                  </a:cubicBezTo>
                  <a:cubicBezTo>
                    <a:pt x="1470883" y="1349153"/>
                    <a:pt x="1470883" y="1196993"/>
                    <a:pt x="1475955" y="1049905"/>
                  </a:cubicBezTo>
                  <a:cubicBezTo>
                    <a:pt x="1475955" y="1004257"/>
                    <a:pt x="1475955" y="958609"/>
                    <a:pt x="1465811" y="918033"/>
                  </a:cubicBezTo>
                  <a:cubicBezTo>
                    <a:pt x="1455667" y="867313"/>
                    <a:pt x="1425235" y="821665"/>
                    <a:pt x="1379587" y="796305"/>
                  </a:cubicBezTo>
                  <a:cubicBezTo>
                    <a:pt x="1379587" y="796305"/>
                    <a:pt x="76080" y="15216"/>
                    <a:pt x="76080" y="15216"/>
                  </a:cubicBezTo>
                  <a:cubicBezTo>
                    <a:pt x="71008" y="10144"/>
                    <a:pt x="60864" y="10144"/>
                    <a:pt x="55792" y="5072"/>
                  </a:cubicBezTo>
                  <a:cubicBezTo>
                    <a:pt x="50720" y="5072"/>
                    <a:pt x="45648" y="0"/>
                    <a:pt x="35504" y="0"/>
                  </a:cubicBezTo>
                  <a:cubicBezTo>
                    <a:pt x="30432" y="0"/>
                    <a:pt x="25360" y="0"/>
                    <a:pt x="20288" y="0"/>
                  </a:cubicBezTo>
                  <a:cubicBezTo>
                    <a:pt x="15216" y="5072"/>
                    <a:pt x="5072" y="10144"/>
                    <a:pt x="0" y="10144"/>
                  </a:cubicBezTo>
                  <a:cubicBezTo>
                    <a:pt x="5072" y="10144"/>
                    <a:pt x="10144" y="5072"/>
                    <a:pt x="15216" y="5072"/>
                  </a:cubicBezTo>
                  <a:cubicBezTo>
                    <a:pt x="20288" y="5072"/>
                    <a:pt x="25360" y="5072"/>
                    <a:pt x="30432" y="5072"/>
                  </a:cubicBezTo>
                  <a:cubicBezTo>
                    <a:pt x="35504" y="5072"/>
                    <a:pt x="40576" y="5072"/>
                    <a:pt x="50720" y="10144"/>
                  </a:cubicBezTo>
                  <a:cubicBezTo>
                    <a:pt x="55792" y="10144"/>
                    <a:pt x="60864" y="15216"/>
                    <a:pt x="71008" y="20288"/>
                  </a:cubicBezTo>
                  <a:cubicBezTo>
                    <a:pt x="71008" y="20288"/>
                    <a:pt x="1369443" y="801377"/>
                    <a:pt x="1374515" y="801377"/>
                  </a:cubicBezTo>
                  <a:cubicBezTo>
                    <a:pt x="1420163" y="826737"/>
                    <a:pt x="1445523" y="872385"/>
                    <a:pt x="1460739" y="923105"/>
                  </a:cubicBezTo>
                  <a:cubicBezTo>
                    <a:pt x="1470883" y="968753"/>
                    <a:pt x="1470883" y="1009329"/>
                    <a:pt x="1470883" y="1054977"/>
                  </a:cubicBezTo>
                  <a:cubicBezTo>
                    <a:pt x="1465811" y="1202065"/>
                    <a:pt x="1465811" y="1354225"/>
                    <a:pt x="1460739" y="1501313"/>
                  </a:cubicBezTo>
                  <a:cubicBezTo>
                    <a:pt x="1460739" y="1531746"/>
                    <a:pt x="1455667" y="1567249"/>
                    <a:pt x="1430307" y="1587538"/>
                  </a:cubicBezTo>
                  <a:cubicBezTo>
                    <a:pt x="1450595" y="1567249"/>
                    <a:pt x="1481027" y="1562178"/>
                    <a:pt x="1501315" y="1541889"/>
                  </a:cubicBezTo>
                  <a:cubicBezTo>
                    <a:pt x="1501315" y="1541889"/>
                    <a:pt x="1501315" y="1541889"/>
                    <a:pt x="1501315" y="1541889"/>
                  </a:cubicBezTo>
                  <a:cubicBezTo>
                    <a:pt x="1481027" y="1562178"/>
                    <a:pt x="1455667" y="1567249"/>
                    <a:pt x="1435379" y="1582466"/>
                  </a:cubicBezTo>
                  <a:close/>
                </a:path>
              </a:pathLst>
            </a:custGeom>
            <a:solidFill>
              <a:srgbClr val="FFBBD7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F01B040D-2402-437D-8696-85C626149867}"/>
                </a:ext>
              </a:extLst>
            </p:cNvPr>
            <p:cNvSpPr/>
            <p:nvPr/>
          </p:nvSpPr>
          <p:spPr>
            <a:xfrm>
              <a:off x="8043652" y="2395579"/>
              <a:ext cx="202880" cy="50720"/>
            </a:xfrm>
            <a:custGeom>
              <a:avLst/>
              <a:gdLst>
                <a:gd name="connsiteX0" fmla="*/ 15216 w 202880"/>
                <a:gd name="connsiteY0" fmla="*/ 3804 h 50720"/>
                <a:gd name="connsiteX1" fmla="*/ 15216 w 202880"/>
                <a:gd name="connsiteY1" fmla="*/ 3804 h 50720"/>
                <a:gd name="connsiteX2" fmla="*/ 207952 w 202880"/>
                <a:gd name="connsiteY2" fmla="*/ 100172 h 50720"/>
                <a:gd name="connsiteX3" fmla="*/ 15216 w 202880"/>
                <a:gd name="connsiteY3" fmla="*/ 3804 h 50720"/>
                <a:gd name="connsiteX4" fmla="*/ 15216 w 202880"/>
                <a:gd name="connsiteY4" fmla="*/ 3804 h 50720"/>
                <a:gd name="connsiteX5" fmla="*/ 10144 w 202880"/>
                <a:gd name="connsiteY5" fmla="*/ 3804 h 50720"/>
                <a:gd name="connsiteX6" fmla="*/ 10144 w 202880"/>
                <a:gd name="connsiteY6" fmla="*/ 3804 h 50720"/>
                <a:gd name="connsiteX7" fmla="*/ 10144 w 202880"/>
                <a:gd name="connsiteY7" fmla="*/ 3804 h 50720"/>
                <a:gd name="connsiteX8" fmla="*/ 10144 w 202880"/>
                <a:gd name="connsiteY8" fmla="*/ 3804 h 50720"/>
                <a:gd name="connsiteX9" fmla="*/ 5072 w 202880"/>
                <a:gd name="connsiteY9" fmla="*/ 3804 h 50720"/>
                <a:gd name="connsiteX10" fmla="*/ 5072 w 202880"/>
                <a:gd name="connsiteY10" fmla="*/ 3804 h 50720"/>
                <a:gd name="connsiteX11" fmla="*/ 5072 w 202880"/>
                <a:gd name="connsiteY11" fmla="*/ 3804 h 50720"/>
                <a:gd name="connsiteX12" fmla="*/ 5072 w 202880"/>
                <a:gd name="connsiteY12" fmla="*/ 3804 h 50720"/>
                <a:gd name="connsiteX13" fmla="*/ 0 w 202880"/>
                <a:gd name="connsiteY13" fmla="*/ 3804 h 50720"/>
                <a:gd name="connsiteX14" fmla="*/ 0 w 202880"/>
                <a:gd name="connsiteY14" fmla="*/ 3804 h 50720"/>
                <a:gd name="connsiteX15" fmla="*/ 0 w 202880"/>
                <a:gd name="connsiteY15" fmla="*/ 3804 h 50720"/>
                <a:gd name="connsiteX16" fmla="*/ 0 w 202880"/>
                <a:gd name="connsiteY16" fmla="*/ 3804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2880" h="50720">
                  <a:moveTo>
                    <a:pt x="15216" y="3804"/>
                  </a:moveTo>
                  <a:cubicBezTo>
                    <a:pt x="15216" y="3804"/>
                    <a:pt x="15216" y="3804"/>
                    <a:pt x="15216" y="3804"/>
                  </a:cubicBezTo>
                  <a:lnTo>
                    <a:pt x="207952" y="100172"/>
                  </a:lnTo>
                  <a:lnTo>
                    <a:pt x="15216" y="3804"/>
                  </a:lnTo>
                  <a:cubicBezTo>
                    <a:pt x="15216" y="3804"/>
                    <a:pt x="15216" y="3804"/>
                    <a:pt x="15216" y="3804"/>
                  </a:cubicBezTo>
                  <a:close/>
                  <a:moveTo>
                    <a:pt x="10144" y="3804"/>
                  </a:moveTo>
                  <a:cubicBezTo>
                    <a:pt x="10144" y="3804"/>
                    <a:pt x="10144" y="3804"/>
                    <a:pt x="10144" y="3804"/>
                  </a:cubicBezTo>
                  <a:cubicBezTo>
                    <a:pt x="10144" y="3804"/>
                    <a:pt x="10144" y="3804"/>
                    <a:pt x="10144" y="3804"/>
                  </a:cubicBezTo>
                  <a:cubicBezTo>
                    <a:pt x="10144" y="3804"/>
                    <a:pt x="10144" y="3804"/>
                    <a:pt x="10144" y="3804"/>
                  </a:cubicBezTo>
                  <a:close/>
                  <a:moveTo>
                    <a:pt x="5072" y="3804"/>
                  </a:moveTo>
                  <a:cubicBezTo>
                    <a:pt x="5072" y="3804"/>
                    <a:pt x="5072" y="-1268"/>
                    <a:pt x="5072" y="3804"/>
                  </a:cubicBezTo>
                  <a:cubicBezTo>
                    <a:pt x="5072" y="-1268"/>
                    <a:pt x="5072" y="-1268"/>
                    <a:pt x="5072" y="3804"/>
                  </a:cubicBezTo>
                  <a:cubicBezTo>
                    <a:pt x="5072" y="-1268"/>
                    <a:pt x="5072" y="3804"/>
                    <a:pt x="5072" y="3804"/>
                  </a:cubicBezTo>
                  <a:close/>
                  <a:moveTo>
                    <a:pt x="0" y="3804"/>
                  </a:moveTo>
                  <a:cubicBezTo>
                    <a:pt x="0" y="3804"/>
                    <a:pt x="0" y="3804"/>
                    <a:pt x="0" y="3804"/>
                  </a:cubicBezTo>
                  <a:cubicBezTo>
                    <a:pt x="0" y="3804"/>
                    <a:pt x="0" y="3804"/>
                    <a:pt x="0" y="3804"/>
                  </a:cubicBezTo>
                  <a:cubicBezTo>
                    <a:pt x="0" y="3804"/>
                    <a:pt x="0" y="3804"/>
                    <a:pt x="0" y="3804"/>
                  </a:cubicBezTo>
                  <a:close/>
                </a:path>
              </a:pathLst>
            </a:custGeom>
            <a:solidFill>
              <a:srgbClr val="0079FC">
                <a:alpha val="29000"/>
              </a:srgbClr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0266B165-3548-4061-9070-63CD65440904}"/>
                </a:ext>
              </a:extLst>
            </p:cNvPr>
            <p:cNvSpPr/>
            <p:nvPr/>
          </p:nvSpPr>
          <p:spPr>
            <a:xfrm>
              <a:off x="8226244" y="2581975"/>
              <a:ext cx="50720" cy="50720"/>
            </a:xfrm>
            <a:custGeom>
              <a:avLst/>
              <a:gdLst>
                <a:gd name="connsiteX0" fmla="*/ 30432 w 0"/>
                <a:gd name="connsiteY0" fmla="*/ 55792 h 50720"/>
                <a:gd name="connsiteX1" fmla="*/ 45648 w 0"/>
                <a:gd name="connsiteY1" fmla="*/ 45648 h 50720"/>
                <a:gd name="connsiteX2" fmla="*/ 15216 w 0"/>
                <a:gd name="connsiteY2" fmla="*/ 0 h 50720"/>
                <a:gd name="connsiteX3" fmla="*/ 0 w 0"/>
                <a:gd name="connsiteY3" fmla="*/ 10144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50720">
                  <a:moveTo>
                    <a:pt x="30432" y="55792"/>
                  </a:moveTo>
                  <a:lnTo>
                    <a:pt x="45648" y="45648"/>
                  </a:lnTo>
                  <a:lnTo>
                    <a:pt x="15216" y="0"/>
                  </a:lnTo>
                  <a:lnTo>
                    <a:pt x="0" y="10144"/>
                  </a:lnTo>
                  <a:close/>
                </a:path>
              </a:pathLst>
            </a:custGeom>
            <a:solidFill>
              <a:srgbClr val="DFEEF4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4335DC48-6828-4BDB-8AD3-5E87CC2F2B8F}"/>
                </a:ext>
              </a:extLst>
            </p:cNvPr>
            <p:cNvSpPr/>
            <p:nvPr/>
          </p:nvSpPr>
          <p:spPr>
            <a:xfrm>
              <a:off x="8008148" y="2358807"/>
              <a:ext cx="202880" cy="202880"/>
            </a:xfrm>
            <a:custGeom>
              <a:avLst/>
              <a:gdLst>
                <a:gd name="connsiteX0" fmla="*/ 20288 w 202880"/>
                <a:gd name="connsiteY0" fmla="*/ 0 h 202880"/>
                <a:gd name="connsiteX1" fmla="*/ 20288 w 202880"/>
                <a:gd name="connsiteY1" fmla="*/ 0 h 202880"/>
                <a:gd name="connsiteX2" fmla="*/ 20288 w 202880"/>
                <a:gd name="connsiteY2" fmla="*/ 0 h 202880"/>
                <a:gd name="connsiteX3" fmla="*/ 20288 w 202880"/>
                <a:gd name="connsiteY3" fmla="*/ 0 h 202880"/>
                <a:gd name="connsiteX4" fmla="*/ 20288 w 202880"/>
                <a:gd name="connsiteY4" fmla="*/ 0 h 202880"/>
                <a:gd name="connsiteX5" fmla="*/ 20288 w 202880"/>
                <a:gd name="connsiteY5" fmla="*/ 0 h 202880"/>
                <a:gd name="connsiteX6" fmla="*/ 20288 w 202880"/>
                <a:gd name="connsiteY6" fmla="*/ 0 h 202880"/>
                <a:gd name="connsiteX7" fmla="*/ 25360 w 202880"/>
                <a:gd name="connsiteY7" fmla="*/ 0 h 202880"/>
                <a:gd name="connsiteX8" fmla="*/ 25360 w 202880"/>
                <a:gd name="connsiteY8" fmla="*/ 0 h 202880"/>
                <a:gd name="connsiteX9" fmla="*/ 25360 w 202880"/>
                <a:gd name="connsiteY9" fmla="*/ 0 h 202880"/>
                <a:gd name="connsiteX10" fmla="*/ 25360 w 202880"/>
                <a:gd name="connsiteY10" fmla="*/ 0 h 202880"/>
                <a:gd name="connsiteX11" fmla="*/ 25360 w 202880"/>
                <a:gd name="connsiteY11" fmla="*/ 0 h 202880"/>
                <a:gd name="connsiteX12" fmla="*/ 25360 w 202880"/>
                <a:gd name="connsiteY12" fmla="*/ 0 h 202880"/>
                <a:gd name="connsiteX13" fmla="*/ 25360 w 202880"/>
                <a:gd name="connsiteY13" fmla="*/ 0 h 202880"/>
                <a:gd name="connsiteX14" fmla="*/ 25360 w 202880"/>
                <a:gd name="connsiteY14" fmla="*/ 0 h 202880"/>
                <a:gd name="connsiteX15" fmla="*/ 25360 w 202880"/>
                <a:gd name="connsiteY15" fmla="*/ 0 h 202880"/>
                <a:gd name="connsiteX16" fmla="*/ 30432 w 202880"/>
                <a:gd name="connsiteY16" fmla="*/ 0 h 202880"/>
                <a:gd name="connsiteX17" fmla="*/ 223169 w 202880"/>
                <a:gd name="connsiteY17" fmla="*/ 96368 h 202880"/>
                <a:gd name="connsiteX18" fmla="*/ 228240 w 202880"/>
                <a:gd name="connsiteY18" fmla="*/ 101440 h 202880"/>
                <a:gd name="connsiteX19" fmla="*/ 228240 w 202880"/>
                <a:gd name="connsiteY19" fmla="*/ 101440 h 202880"/>
                <a:gd name="connsiteX20" fmla="*/ 228240 w 202880"/>
                <a:gd name="connsiteY20" fmla="*/ 101440 h 202880"/>
                <a:gd name="connsiteX21" fmla="*/ 228240 w 202880"/>
                <a:gd name="connsiteY21" fmla="*/ 101440 h 202880"/>
                <a:gd name="connsiteX22" fmla="*/ 228240 w 202880"/>
                <a:gd name="connsiteY22" fmla="*/ 101440 h 202880"/>
                <a:gd name="connsiteX23" fmla="*/ 228240 w 202880"/>
                <a:gd name="connsiteY23" fmla="*/ 101440 h 202880"/>
                <a:gd name="connsiteX24" fmla="*/ 228240 w 202880"/>
                <a:gd name="connsiteY24" fmla="*/ 101440 h 202880"/>
                <a:gd name="connsiteX25" fmla="*/ 228240 w 202880"/>
                <a:gd name="connsiteY25" fmla="*/ 101440 h 202880"/>
                <a:gd name="connsiteX26" fmla="*/ 228240 w 202880"/>
                <a:gd name="connsiteY26" fmla="*/ 101440 h 202880"/>
                <a:gd name="connsiteX27" fmla="*/ 228240 w 202880"/>
                <a:gd name="connsiteY27" fmla="*/ 101440 h 202880"/>
                <a:gd name="connsiteX28" fmla="*/ 228240 w 202880"/>
                <a:gd name="connsiteY28" fmla="*/ 101440 h 202880"/>
                <a:gd name="connsiteX29" fmla="*/ 228240 w 202880"/>
                <a:gd name="connsiteY29" fmla="*/ 101440 h 202880"/>
                <a:gd name="connsiteX30" fmla="*/ 228240 w 202880"/>
                <a:gd name="connsiteY30" fmla="*/ 101440 h 202880"/>
                <a:gd name="connsiteX31" fmla="*/ 228240 w 202880"/>
                <a:gd name="connsiteY31" fmla="*/ 101440 h 202880"/>
                <a:gd name="connsiteX32" fmla="*/ 228240 w 202880"/>
                <a:gd name="connsiteY32" fmla="*/ 101440 h 202880"/>
                <a:gd name="connsiteX33" fmla="*/ 228240 w 202880"/>
                <a:gd name="connsiteY33" fmla="*/ 101440 h 202880"/>
                <a:gd name="connsiteX34" fmla="*/ 228240 w 202880"/>
                <a:gd name="connsiteY34" fmla="*/ 101440 h 202880"/>
                <a:gd name="connsiteX35" fmla="*/ 228240 w 202880"/>
                <a:gd name="connsiteY35" fmla="*/ 101440 h 202880"/>
                <a:gd name="connsiteX36" fmla="*/ 228240 w 202880"/>
                <a:gd name="connsiteY36" fmla="*/ 101440 h 202880"/>
                <a:gd name="connsiteX37" fmla="*/ 228240 w 202880"/>
                <a:gd name="connsiteY37" fmla="*/ 101440 h 202880"/>
                <a:gd name="connsiteX38" fmla="*/ 228240 w 202880"/>
                <a:gd name="connsiteY38" fmla="*/ 101440 h 202880"/>
                <a:gd name="connsiteX39" fmla="*/ 228240 w 202880"/>
                <a:gd name="connsiteY39" fmla="*/ 101440 h 202880"/>
                <a:gd name="connsiteX40" fmla="*/ 228240 w 202880"/>
                <a:gd name="connsiteY40" fmla="*/ 101440 h 202880"/>
                <a:gd name="connsiteX41" fmla="*/ 228240 w 202880"/>
                <a:gd name="connsiteY41" fmla="*/ 106512 h 202880"/>
                <a:gd name="connsiteX42" fmla="*/ 228240 w 202880"/>
                <a:gd name="connsiteY42" fmla="*/ 106512 h 202880"/>
                <a:gd name="connsiteX43" fmla="*/ 228240 w 202880"/>
                <a:gd name="connsiteY43" fmla="*/ 106512 h 202880"/>
                <a:gd name="connsiteX44" fmla="*/ 228240 w 202880"/>
                <a:gd name="connsiteY44" fmla="*/ 106512 h 202880"/>
                <a:gd name="connsiteX45" fmla="*/ 228240 w 202880"/>
                <a:gd name="connsiteY45" fmla="*/ 111584 h 202880"/>
                <a:gd name="connsiteX46" fmla="*/ 218097 w 202880"/>
                <a:gd name="connsiteY46" fmla="*/ 197808 h 202880"/>
                <a:gd name="connsiteX47" fmla="*/ 218097 w 202880"/>
                <a:gd name="connsiteY47" fmla="*/ 202880 h 202880"/>
                <a:gd name="connsiteX48" fmla="*/ 218097 w 202880"/>
                <a:gd name="connsiteY48" fmla="*/ 233312 h 202880"/>
                <a:gd name="connsiteX49" fmla="*/ 218097 w 202880"/>
                <a:gd name="connsiteY49" fmla="*/ 228240 h 202880"/>
                <a:gd name="connsiteX50" fmla="*/ 228240 w 202880"/>
                <a:gd name="connsiteY50" fmla="*/ 142016 h 202880"/>
                <a:gd name="connsiteX51" fmla="*/ 228240 w 202880"/>
                <a:gd name="connsiteY51" fmla="*/ 136944 h 202880"/>
                <a:gd name="connsiteX52" fmla="*/ 228240 w 202880"/>
                <a:gd name="connsiteY52" fmla="*/ 136944 h 202880"/>
                <a:gd name="connsiteX53" fmla="*/ 228240 w 202880"/>
                <a:gd name="connsiteY53" fmla="*/ 131872 h 202880"/>
                <a:gd name="connsiteX54" fmla="*/ 228240 w 202880"/>
                <a:gd name="connsiteY54" fmla="*/ 131872 h 202880"/>
                <a:gd name="connsiteX55" fmla="*/ 228240 w 202880"/>
                <a:gd name="connsiteY55" fmla="*/ 126800 h 202880"/>
                <a:gd name="connsiteX56" fmla="*/ 228240 w 202880"/>
                <a:gd name="connsiteY56" fmla="*/ 126800 h 202880"/>
                <a:gd name="connsiteX57" fmla="*/ 228240 w 202880"/>
                <a:gd name="connsiteY57" fmla="*/ 121728 h 202880"/>
                <a:gd name="connsiteX58" fmla="*/ 228240 w 202880"/>
                <a:gd name="connsiteY58" fmla="*/ 121728 h 202880"/>
                <a:gd name="connsiteX59" fmla="*/ 223169 w 202880"/>
                <a:gd name="connsiteY59" fmla="*/ 116656 h 202880"/>
                <a:gd name="connsiteX60" fmla="*/ 223169 w 202880"/>
                <a:gd name="connsiteY60" fmla="*/ 116656 h 202880"/>
                <a:gd name="connsiteX61" fmla="*/ 218097 w 202880"/>
                <a:gd name="connsiteY61" fmla="*/ 111584 h 202880"/>
                <a:gd name="connsiteX62" fmla="*/ 218097 w 202880"/>
                <a:gd name="connsiteY62" fmla="*/ 111584 h 202880"/>
                <a:gd name="connsiteX63" fmla="*/ 218097 w 202880"/>
                <a:gd name="connsiteY63" fmla="*/ 111584 h 202880"/>
                <a:gd name="connsiteX64" fmla="*/ 213025 w 202880"/>
                <a:gd name="connsiteY64" fmla="*/ 106512 h 202880"/>
                <a:gd name="connsiteX65" fmla="*/ 20288 w 202880"/>
                <a:gd name="connsiteY65" fmla="*/ 10144 h 202880"/>
                <a:gd name="connsiteX66" fmla="*/ 15216 w 202880"/>
                <a:gd name="connsiteY66" fmla="*/ 10144 h 202880"/>
                <a:gd name="connsiteX67" fmla="*/ 15216 w 202880"/>
                <a:gd name="connsiteY67" fmla="*/ 10144 h 202880"/>
                <a:gd name="connsiteX68" fmla="*/ 10144 w 202880"/>
                <a:gd name="connsiteY68" fmla="*/ 10144 h 202880"/>
                <a:gd name="connsiteX69" fmla="*/ 10144 w 202880"/>
                <a:gd name="connsiteY69" fmla="*/ 10144 h 202880"/>
                <a:gd name="connsiteX70" fmla="*/ 5072 w 202880"/>
                <a:gd name="connsiteY70" fmla="*/ 10144 h 202880"/>
                <a:gd name="connsiteX71" fmla="*/ 5072 w 202880"/>
                <a:gd name="connsiteY71" fmla="*/ 10144 h 202880"/>
                <a:gd name="connsiteX72" fmla="*/ 0 w 202880"/>
                <a:gd name="connsiteY72" fmla="*/ 10144 h 202880"/>
                <a:gd name="connsiteX73" fmla="*/ 20288 w 202880"/>
                <a:gd name="connsiteY7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02880" h="202880">
                  <a:moveTo>
                    <a:pt x="20288" y="0"/>
                  </a:moveTo>
                  <a:cubicBezTo>
                    <a:pt x="20288" y="0"/>
                    <a:pt x="20288" y="0"/>
                    <a:pt x="20288" y="0"/>
                  </a:cubicBezTo>
                  <a:cubicBezTo>
                    <a:pt x="20288" y="0"/>
                    <a:pt x="20288" y="0"/>
                    <a:pt x="20288" y="0"/>
                  </a:cubicBezTo>
                  <a:cubicBezTo>
                    <a:pt x="20288" y="0"/>
                    <a:pt x="20288" y="0"/>
                    <a:pt x="20288" y="0"/>
                  </a:cubicBezTo>
                  <a:cubicBezTo>
                    <a:pt x="20288" y="0"/>
                    <a:pt x="25360" y="0"/>
                    <a:pt x="20288" y="0"/>
                  </a:cubicBezTo>
                  <a:cubicBezTo>
                    <a:pt x="25360" y="0"/>
                    <a:pt x="25360" y="0"/>
                    <a:pt x="20288" y="0"/>
                  </a:cubicBezTo>
                  <a:cubicBezTo>
                    <a:pt x="25360" y="0"/>
                    <a:pt x="25360" y="0"/>
                    <a:pt x="20288" y="0"/>
                  </a:cubicBezTo>
                  <a:cubicBezTo>
                    <a:pt x="25360" y="0"/>
                    <a:pt x="25360" y="0"/>
                    <a:pt x="25360" y="0"/>
                  </a:cubicBezTo>
                  <a:cubicBezTo>
                    <a:pt x="25360" y="0"/>
                    <a:pt x="25360" y="0"/>
                    <a:pt x="25360" y="0"/>
                  </a:cubicBezTo>
                  <a:cubicBezTo>
                    <a:pt x="25360" y="0"/>
                    <a:pt x="25360" y="0"/>
                    <a:pt x="25360" y="0"/>
                  </a:cubicBezTo>
                  <a:cubicBezTo>
                    <a:pt x="25360" y="0"/>
                    <a:pt x="25360" y="0"/>
                    <a:pt x="25360" y="0"/>
                  </a:cubicBezTo>
                  <a:cubicBezTo>
                    <a:pt x="25360" y="0"/>
                    <a:pt x="25360" y="0"/>
                    <a:pt x="25360" y="0"/>
                  </a:cubicBezTo>
                  <a:cubicBezTo>
                    <a:pt x="25360" y="0"/>
                    <a:pt x="25360" y="0"/>
                    <a:pt x="25360" y="0"/>
                  </a:cubicBezTo>
                  <a:cubicBezTo>
                    <a:pt x="25360" y="0"/>
                    <a:pt x="25360" y="0"/>
                    <a:pt x="25360" y="0"/>
                  </a:cubicBezTo>
                  <a:cubicBezTo>
                    <a:pt x="25360" y="0"/>
                    <a:pt x="25360" y="0"/>
                    <a:pt x="25360" y="0"/>
                  </a:cubicBezTo>
                  <a:cubicBezTo>
                    <a:pt x="25360" y="0"/>
                    <a:pt x="25360" y="0"/>
                    <a:pt x="25360" y="0"/>
                  </a:cubicBezTo>
                  <a:cubicBezTo>
                    <a:pt x="25360" y="0"/>
                    <a:pt x="25360" y="0"/>
                    <a:pt x="30432" y="0"/>
                  </a:cubicBezTo>
                  <a:lnTo>
                    <a:pt x="223169" y="96368"/>
                  </a:lnTo>
                  <a:cubicBezTo>
                    <a:pt x="223169" y="96368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1440"/>
                  </a:cubicBezTo>
                  <a:cubicBezTo>
                    <a:pt x="228240" y="101440"/>
                    <a:pt x="228240" y="101440"/>
                    <a:pt x="228240" y="106512"/>
                  </a:cubicBezTo>
                  <a:cubicBezTo>
                    <a:pt x="228240" y="106512"/>
                    <a:pt x="228240" y="106512"/>
                    <a:pt x="228240" y="106512"/>
                  </a:cubicBezTo>
                  <a:cubicBezTo>
                    <a:pt x="228240" y="106512"/>
                    <a:pt x="228240" y="106512"/>
                    <a:pt x="228240" y="106512"/>
                  </a:cubicBezTo>
                  <a:cubicBezTo>
                    <a:pt x="228240" y="106512"/>
                    <a:pt x="228240" y="106512"/>
                    <a:pt x="228240" y="106512"/>
                  </a:cubicBezTo>
                  <a:cubicBezTo>
                    <a:pt x="228240" y="106512"/>
                    <a:pt x="228240" y="111584"/>
                    <a:pt x="228240" y="111584"/>
                  </a:cubicBezTo>
                  <a:lnTo>
                    <a:pt x="218097" y="197808"/>
                  </a:lnTo>
                  <a:cubicBezTo>
                    <a:pt x="218097" y="197808"/>
                    <a:pt x="218097" y="202880"/>
                    <a:pt x="218097" y="202880"/>
                  </a:cubicBezTo>
                  <a:lnTo>
                    <a:pt x="218097" y="233312"/>
                  </a:lnTo>
                  <a:cubicBezTo>
                    <a:pt x="218097" y="233312"/>
                    <a:pt x="218097" y="228240"/>
                    <a:pt x="218097" y="228240"/>
                  </a:cubicBezTo>
                  <a:lnTo>
                    <a:pt x="228240" y="142016"/>
                  </a:lnTo>
                  <a:cubicBezTo>
                    <a:pt x="228240" y="142016"/>
                    <a:pt x="228240" y="136944"/>
                    <a:pt x="228240" y="136944"/>
                  </a:cubicBezTo>
                  <a:cubicBezTo>
                    <a:pt x="228240" y="136944"/>
                    <a:pt x="228240" y="136944"/>
                    <a:pt x="228240" y="136944"/>
                  </a:cubicBezTo>
                  <a:cubicBezTo>
                    <a:pt x="228240" y="136944"/>
                    <a:pt x="228240" y="131872"/>
                    <a:pt x="228240" y="131872"/>
                  </a:cubicBezTo>
                  <a:cubicBezTo>
                    <a:pt x="228240" y="131872"/>
                    <a:pt x="228240" y="131872"/>
                    <a:pt x="228240" y="131872"/>
                  </a:cubicBezTo>
                  <a:cubicBezTo>
                    <a:pt x="228240" y="131872"/>
                    <a:pt x="228240" y="126800"/>
                    <a:pt x="228240" y="126800"/>
                  </a:cubicBezTo>
                  <a:cubicBezTo>
                    <a:pt x="228240" y="126800"/>
                    <a:pt x="228240" y="126800"/>
                    <a:pt x="228240" y="126800"/>
                  </a:cubicBezTo>
                  <a:cubicBezTo>
                    <a:pt x="228240" y="126800"/>
                    <a:pt x="228240" y="121728"/>
                    <a:pt x="228240" y="121728"/>
                  </a:cubicBezTo>
                  <a:cubicBezTo>
                    <a:pt x="228240" y="121728"/>
                    <a:pt x="228240" y="121728"/>
                    <a:pt x="228240" y="121728"/>
                  </a:cubicBezTo>
                  <a:cubicBezTo>
                    <a:pt x="228240" y="121728"/>
                    <a:pt x="228240" y="116656"/>
                    <a:pt x="223169" y="116656"/>
                  </a:cubicBezTo>
                  <a:cubicBezTo>
                    <a:pt x="223169" y="116656"/>
                    <a:pt x="223169" y="116656"/>
                    <a:pt x="223169" y="116656"/>
                  </a:cubicBezTo>
                  <a:cubicBezTo>
                    <a:pt x="223169" y="116656"/>
                    <a:pt x="223169" y="116656"/>
                    <a:pt x="218097" y="111584"/>
                  </a:cubicBezTo>
                  <a:cubicBezTo>
                    <a:pt x="218097" y="111584"/>
                    <a:pt x="218097" y="111584"/>
                    <a:pt x="218097" y="111584"/>
                  </a:cubicBezTo>
                  <a:cubicBezTo>
                    <a:pt x="218097" y="111584"/>
                    <a:pt x="218097" y="111584"/>
                    <a:pt x="218097" y="111584"/>
                  </a:cubicBezTo>
                  <a:cubicBezTo>
                    <a:pt x="218097" y="111584"/>
                    <a:pt x="213025" y="106512"/>
                    <a:pt x="213025" y="106512"/>
                  </a:cubicBezTo>
                  <a:lnTo>
                    <a:pt x="20288" y="10144"/>
                  </a:lnTo>
                  <a:cubicBezTo>
                    <a:pt x="20288" y="10144"/>
                    <a:pt x="15216" y="10144"/>
                    <a:pt x="15216" y="10144"/>
                  </a:cubicBezTo>
                  <a:cubicBezTo>
                    <a:pt x="15216" y="10144"/>
                    <a:pt x="15216" y="10144"/>
                    <a:pt x="15216" y="10144"/>
                  </a:cubicBezTo>
                  <a:cubicBezTo>
                    <a:pt x="15216" y="10144"/>
                    <a:pt x="15216" y="10144"/>
                    <a:pt x="10144" y="10144"/>
                  </a:cubicBezTo>
                  <a:cubicBezTo>
                    <a:pt x="10144" y="10144"/>
                    <a:pt x="10144" y="10144"/>
                    <a:pt x="10144" y="10144"/>
                  </a:cubicBezTo>
                  <a:cubicBezTo>
                    <a:pt x="10144" y="10144"/>
                    <a:pt x="10144" y="10144"/>
                    <a:pt x="5072" y="10144"/>
                  </a:cubicBezTo>
                  <a:cubicBezTo>
                    <a:pt x="5072" y="10144"/>
                    <a:pt x="5072" y="10144"/>
                    <a:pt x="5072" y="10144"/>
                  </a:cubicBezTo>
                  <a:cubicBezTo>
                    <a:pt x="5072" y="10144"/>
                    <a:pt x="5072" y="10144"/>
                    <a:pt x="0" y="10144"/>
                  </a:cubicBezTo>
                  <a:lnTo>
                    <a:pt x="20288" y="0"/>
                  </a:lnTo>
                  <a:close/>
                </a:path>
              </a:pathLst>
            </a:custGeom>
            <a:solidFill>
              <a:srgbClr val="F0FA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F4D4C7EE-C5E3-4AA9-8A87-56E44CCF5C44}"/>
                </a:ext>
              </a:extLst>
            </p:cNvPr>
            <p:cNvSpPr/>
            <p:nvPr/>
          </p:nvSpPr>
          <p:spPr>
            <a:xfrm>
              <a:off x="7998004" y="2367049"/>
              <a:ext cx="253601" cy="253600"/>
            </a:xfrm>
            <a:custGeom>
              <a:avLst/>
              <a:gdLst>
                <a:gd name="connsiteX0" fmla="*/ 35504 w 253600"/>
                <a:gd name="connsiteY0" fmla="*/ 1902 h 253600"/>
                <a:gd name="connsiteX1" fmla="*/ 10144 w 253600"/>
                <a:gd name="connsiteY1" fmla="*/ 17118 h 253600"/>
                <a:gd name="connsiteX2" fmla="*/ 0 w 253600"/>
                <a:gd name="connsiteY2" fmla="*/ 103342 h 253600"/>
                <a:gd name="connsiteX3" fmla="*/ 20288 w 253600"/>
                <a:gd name="connsiteY3" fmla="*/ 138846 h 253600"/>
                <a:gd name="connsiteX4" fmla="*/ 213024 w 253600"/>
                <a:gd name="connsiteY4" fmla="*/ 235214 h 253600"/>
                <a:gd name="connsiteX5" fmla="*/ 218097 w 253600"/>
                <a:gd name="connsiteY5" fmla="*/ 235214 h 253600"/>
                <a:gd name="connsiteX6" fmla="*/ 263744 w 253600"/>
                <a:gd name="connsiteY6" fmla="*/ 270718 h 253600"/>
                <a:gd name="connsiteX7" fmla="*/ 228240 w 253600"/>
                <a:gd name="connsiteY7" fmla="*/ 225070 h 253600"/>
                <a:gd name="connsiteX8" fmla="*/ 228240 w 253600"/>
                <a:gd name="connsiteY8" fmla="*/ 219998 h 253600"/>
                <a:gd name="connsiteX9" fmla="*/ 238384 w 253600"/>
                <a:gd name="connsiteY9" fmla="*/ 133774 h 253600"/>
                <a:gd name="connsiteX10" fmla="*/ 218097 w 253600"/>
                <a:gd name="connsiteY10" fmla="*/ 98270 h 253600"/>
                <a:gd name="connsiteX11" fmla="*/ 35504 w 253600"/>
                <a:gd name="connsiteY11" fmla="*/ 1902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00" h="253600">
                  <a:moveTo>
                    <a:pt x="35504" y="1902"/>
                  </a:moveTo>
                  <a:cubicBezTo>
                    <a:pt x="25360" y="-3170"/>
                    <a:pt x="15216" y="1902"/>
                    <a:pt x="10144" y="17118"/>
                  </a:cubicBezTo>
                  <a:lnTo>
                    <a:pt x="0" y="103342"/>
                  </a:lnTo>
                  <a:cubicBezTo>
                    <a:pt x="0" y="118558"/>
                    <a:pt x="5072" y="133774"/>
                    <a:pt x="20288" y="138846"/>
                  </a:cubicBezTo>
                  <a:lnTo>
                    <a:pt x="213024" y="235214"/>
                  </a:lnTo>
                  <a:cubicBezTo>
                    <a:pt x="213024" y="235214"/>
                    <a:pt x="218097" y="235214"/>
                    <a:pt x="218097" y="235214"/>
                  </a:cubicBezTo>
                  <a:lnTo>
                    <a:pt x="263744" y="270718"/>
                  </a:lnTo>
                  <a:lnTo>
                    <a:pt x="228240" y="225070"/>
                  </a:lnTo>
                  <a:cubicBezTo>
                    <a:pt x="228240" y="225070"/>
                    <a:pt x="228240" y="219998"/>
                    <a:pt x="228240" y="219998"/>
                  </a:cubicBezTo>
                  <a:lnTo>
                    <a:pt x="238384" y="133774"/>
                  </a:lnTo>
                  <a:cubicBezTo>
                    <a:pt x="238384" y="118558"/>
                    <a:pt x="233312" y="103342"/>
                    <a:pt x="218097" y="98270"/>
                  </a:cubicBezTo>
                  <a:lnTo>
                    <a:pt x="35504" y="1902"/>
                  </a:lnTo>
                  <a:close/>
                </a:path>
              </a:pathLst>
            </a:custGeom>
            <a:solidFill>
              <a:srgbClr val="2CC8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2A7BE615-5C31-431D-8726-331BD6FC7A1C}"/>
                </a:ext>
              </a:extLst>
            </p:cNvPr>
            <p:cNvSpPr/>
            <p:nvPr/>
          </p:nvSpPr>
          <p:spPr>
            <a:xfrm>
              <a:off x="8114660" y="2445031"/>
              <a:ext cx="50720" cy="50720"/>
            </a:xfrm>
            <a:custGeom>
              <a:avLst/>
              <a:gdLst>
                <a:gd name="connsiteX0" fmla="*/ 0 w 50720"/>
                <a:gd name="connsiteY0" fmla="*/ 10144 h 50720"/>
                <a:gd name="connsiteX1" fmla="*/ 76080 w 50720"/>
                <a:gd name="connsiteY1" fmla="*/ 50720 h 50720"/>
                <a:gd name="connsiteX2" fmla="*/ 76080 w 50720"/>
                <a:gd name="connsiteY2" fmla="*/ 40576 h 50720"/>
                <a:gd name="connsiteX3" fmla="*/ 0 w 50720"/>
                <a:gd name="connsiteY3" fmla="*/ 0 h 50720"/>
                <a:gd name="connsiteX4" fmla="*/ 0 w 50720"/>
                <a:gd name="connsiteY4" fmla="*/ 10144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720" h="50720">
                  <a:moveTo>
                    <a:pt x="0" y="10144"/>
                  </a:moveTo>
                  <a:lnTo>
                    <a:pt x="76080" y="50720"/>
                  </a:lnTo>
                  <a:lnTo>
                    <a:pt x="76080" y="40576"/>
                  </a:lnTo>
                  <a:lnTo>
                    <a:pt x="0" y="0"/>
                  </a:lnTo>
                  <a:lnTo>
                    <a:pt x="0" y="10144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C36547D9-B33A-4878-B563-5A39DDB1EC08}"/>
                </a:ext>
              </a:extLst>
            </p:cNvPr>
            <p:cNvSpPr/>
            <p:nvPr/>
          </p:nvSpPr>
          <p:spPr>
            <a:xfrm>
              <a:off x="8018292" y="2414599"/>
              <a:ext cx="202880" cy="101440"/>
            </a:xfrm>
            <a:custGeom>
              <a:avLst/>
              <a:gdLst>
                <a:gd name="connsiteX0" fmla="*/ 197808 w 202880"/>
                <a:gd name="connsiteY0" fmla="*/ 121728 h 101440"/>
                <a:gd name="connsiteX1" fmla="*/ 202880 w 202880"/>
                <a:gd name="connsiteY1" fmla="*/ 106512 h 101440"/>
                <a:gd name="connsiteX2" fmla="*/ 0 w 202880"/>
                <a:gd name="connsiteY2" fmla="*/ 0 h 101440"/>
                <a:gd name="connsiteX3" fmla="*/ 0 w 202880"/>
                <a:gd name="connsiteY3" fmla="*/ 15216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0" h="101440">
                  <a:moveTo>
                    <a:pt x="197808" y="121728"/>
                  </a:moveTo>
                  <a:lnTo>
                    <a:pt x="202880" y="106512"/>
                  </a:lnTo>
                  <a:lnTo>
                    <a:pt x="0" y="0"/>
                  </a:lnTo>
                  <a:lnTo>
                    <a:pt x="0" y="15216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7E3F68F7-8D8B-4211-BFB0-F13A463589B8}"/>
                </a:ext>
              </a:extLst>
            </p:cNvPr>
            <p:cNvSpPr/>
            <p:nvPr/>
          </p:nvSpPr>
          <p:spPr>
            <a:xfrm>
              <a:off x="8013220" y="2445031"/>
              <a:ext cx="202880" cy="101440"/>
            </a:xfrm>
            <a:custGeom>
              <a:avLst/>
              <a:gdLst>
                <a:gd name="connsiteX0" fmla="*/ 202880 w 202880"/>
                <a:gd name="connsiteY0" fmla="*/ 111584 h 101440"/>
                <a:gd name="connsiteX1" fmla="*/ 202880 w 202880"/>
                <a:gd name="connsiteY1" fmla="*/ 106512 h 101440"/>
                <a:gd name="connsiteX2" fmla="*/ 0 w 202880"/>
                <a:gd name="connsiteY2" fmla="*/ 0 h 101440"/>
                <a:gd name="connsiteX3" fmla="*/ 0 w 202880"/>
                <a:gd name="connsiteY3" fmla="*/ 5072 h 1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0" h="101440">
                  <a:moveTo>
                    <a:pt x="202880" y="111584"/>
                  </a:moveTo>
                  <a:lnTo>
                    <a:pt x="202880" y="106512"/>
                  </a:lnTo>
                  <a:lnTo>
                    <a:pt x="0" y="0"/>
                  </a:lnTo>
                  <a:lnTo>
                    <a:pt x="0" y="5072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963D644-5580-478D-B990-999A4B8EDED6}"/>
                </a:ext>
              </a:extLst>
            </p:cNvPr>
            <p:cNvSpPr/>
            <p:nvPr/>
          </p:nvSpPr>
          <p:spPr>
            <a:xfrm>
              <a:off x="8084228" y="2495751"/>
              <a:ext cx="101440" cy="50720"/>
            </a:xfrm>
            <a:custGeom>
              <a:avLst/>
              <a:gdLst>
                <a:gd name="connsiteX0" fmla="*/ 126800 w 101440"/>
                <a:gd name="connsiteY0" fmla="*/ 76080 h 50720"/>
                <a:gd name="connsiteX1" fmla="*/ 126800 w 101440"/>
                <a:gd name="connsiteY1" fmla="*/ 71008 h 50720"/>
                <a:gd name="connsiteX2" fmla="*/ 0 w 101440"/>
                <a:gd name="connsiteY2" fmla="*/ 0 h 50720"/>
                <a:gd name="connsiteX3" fmla="*/ 0 w 101440"/>
                <a:gd name="connsiteY3" fmla="*/ 5072 h 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0" h="50720">
                  <a:moveTo>
                    <a:pt x="126800" y="76080"/>
                  </a:moveTo>
                  <a:lnTo>
                    <a:pt x="126800" y="71008"/>
                  </a:lnTo>
                  <a:lnTo>
                    <a:pt x="0" y="0"/>
                  </a:lnTo>
                  <a:lnTo>
                    <a:pt x="0" y="5072"/>
                  </a:lnTo>
                </a:path>
              </a:pathLst>
            </a:custGeom>
            <a:solidFill>
              <a:srgbClr val="FFFFFF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BC72FAAD-8548-43BF-ADE9-2DD24DF5DC84}"/>
                </a:ext>
              </a:extLst>
            </p:cNvPr>
            <p:cNvSpPr/>
            <p:nvPr/>
          </p:nvSpPr>
          <p:spPr>
            <a:xfrm>
              <a:off x="7957428" y="4808585"/>
              <a:ext cx="101440" cy="202880"/>
            </a:xfrm>
            <a:custGeom>
              <a:avLst/>
              <a:gdLst>
                <a:gd name="connsiteX0" fmla="*/ 76080 w 101440"/>
                <a:gd name="connsiteY0" fmla="*/ 0 h 202880"/>
                <a:gd name="connsiteX1" fmla="*/ 0 w 101440"/>
                <a:gd name="connsiteY1" fmla="*/ 60864 h 202880"/>
                <a:gd name="connsiteX2" fmla="*/ 0 w 101440"/>
                <a:gd name="connsiteY2" fmla="*/ 65936 h 202880"/>
                <a:gd name="connsiteX3" fmla="*/ 86224 w 101440"/>
                <a:gd name="connsiteY3" fmla="*/ 207952 h 202880"/>
                <a:gd name="connsiteX4" fmla="*/ 116656 w 101440"/>
                <a:gd name="connsiteY4" fmla="*/ 187664 h 202880"/>
                <a:gd name="connsiteX5" fmla="*/ 116656 w 101440"/>
                <a:gd name="connsiteY5" fmla="*/ 187664 h 202880"/>
                <a:gd name="connsiteX6" fmla="*/ 55792 w 101440"/>
                <a:gd name="connsiteY6" fmla="*/ 91296 h 202880"/>
                <a:gd name="connsiteX7" fmla="*/ 111584 w 101440"/>
                <a:gd name="connsiteY7" fmla="*/ 55792 h 202880"/>
                <a:gd name="connsiteX8" fmla="*/ 111584 w 101440"/>
                <a:gd name="connsiteY8" fmla="*/ 50720 h 202880"/>
                <a:gd name="connsiteX9" fmla="*/ 76080 w 101440"/>
                <a:gd name="connsiteY9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440" h="202880">
                  <a:moveTo>
                    <a:pt x="76080" y="0"/>
                  </a:moveTo>
                  <a:lnTo>
                    <a:pt x="0" y="60864"/>
                  </a:lnTo>
                  <a:lnTo>
                    <a:pt x="0" y="65936"/>
                  </a:lnTo>
                  <a:lnTo>
                    <a:pt x="86224" y="207952"/>
                  </a:lnTo>
                  <a:lnTo>
                    <a:pt x="116656" y="187664"/>
                  </a:lnTo>
                  <a:lnTo>
                    <a:pt x="116656" y="187664"/>
                  </a:lnTo>
                  <a:lnTo>
                    <a:pt x="55792" y="91296"/>
                  </a:lnTo>
                  <a:lnTo>
                    <a:pt x="111584" y="55792"/>
                  </a:lnTo>
                  <a:lnTo>
                    <a:pt x="111584" y="50720"/>
                  </a:lnTo>
                  <a:lnTo>
                    <a:pt x="76080" y="0"/>
                  </a:lnTo>
                </a:path>
              </a:pathLst>
            </a:custGeom>
            <a:solidFill>
              <a:srgbClr val="232A4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23D63293-BA17-4328-BA5D-94D083B7E4BC}"/>
                </a:ext>
              </a:extLst>
            </p:cNvPr>
            <p:cNvSpPr/>
            <p:nvPr/>
          </p:nvSpPr>
          <p:spPr>
            <a:xfrm>
              <a:off x="8094372" y="4803513"/>
              <a:ext cx="152160" cy="304320"/>
            </a:xfrm>
            <a:custGeom>
              <a:avLst/>
              <a:gdLst>
                <a:gd name="connsiteX0" fmla="*/ 152160 w 152160"/>
                <a:gd name="connsiteY0" fmla="*/ 20288 h 304320"/>
                <a:gd name="connsiteX1" fmla="*/ 106512 w 152160"/>
                <a:gd name="connsiteY1" fmla="*/ 0 h 304320"/>
                <a:gd name="connsiteX2" fmla="*/ 0 w 152160"/>
                <a:gd name="connsiteY2" fmla="*/ 304320 h 304320"/>
                <a:gd name="connsiteX3" fmla="*/ 45648 w 152160"/>
                <a:gd name="connsiteY3" fmla="*/ 329680 h 304320"/>
                <a:gd name="connsiteX4" fmla="*/ 152160 w 152160"/>
                <a:gd name="connsiteY4" fmla="*/ 20288 h 30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160" h="304320">
                  <a:moveTo>
                    <a:pt x="152160" y="20288"/>
                  </a:moveTo>
                  <a:lnTo>
                    <a:pt x="106512" y="0"/>
                  </a:lnTo>
                  <a:lnTo>
                    <a:pt x="0" y="304320"/>
                  </a:lnTo>
                  <a:lnTo>
                    <a:pt x="45648" y="329680"/>
                  </a:lnTo>
                  <a:lnTo>
                    <a:pt x="152160" y="20288"/>
                  </a:ln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D4CFBFC6-D0F2-4754-B8F0-522FD029F9D3}"/>
                </a:ext>
              </a:extLst>
            </p:cNvPr>
            <p:cNvSpPr/>
            <p:nvPr/>
          </p:nvSpPr>
          <p:spPr>
            <a:xfrm>
              <a:off x="8271892" y="4945529"/>
              <a:ext cx="101440" cy="202880"/>
            </a:xfrm>
            <a:custGeom>
              <a:avLst/>
              <a:gdLst>
                <a:gd name="connsiteX0" fmla="*/ 25360 w 101440"/>
                <a:gd name="connsiteY0" fmla="*/ 0 h 202880"/>
                <a:gd name="connsiteX1" fmla="*/ 0 w 101440"/>
                <a:gd name="connsiteY1" fmla="*/ 15216 h 202880"/>
                <a:gd name="connsiteX2" fmla="*/ 0 w 101440"/>
                <a:gd name="connsiteY2" fmla="*/ 20288 h 202880"/>
                <a:gd name="connsiteX3" fmla="*/ 60864 w 101440"/>
                <a:gd name="connsiteY3" fmla="*/ 116656 h 202880"/>
                <a:gd name="connsiteX4" fmla="*/ 5072 w 101440"/>
                <a:gd name="connsiteY4" fmla="*/ 152160 h 202880"/>
                <a:gd name="connsiteX5" fmla="*/ 5072 w 101440"/>
                <a:gd name="connsiteY5" fmla="*/ 152160 h 202880"/>
                <a:gd name="connsiteX6" fmla="*/ 35504 w 101440"/>
                <a:gd name="connsiteY6" fmla="*/ 202880 h 202880"/>
                <a:gd name="connsiteX7" fmla="*/ 116656 w 101440"/>
                <a:gd name="connsiteY7" fmla="*/ 147088 h 202880"/>
                <a:gd name="connsiteX8" fmla="*/ 116656 w 101440"/>
                <a:gd name="connsiteY8" fmla="*/ 142016 h 202880"/>
                <a:gd name="connsiteX9" fmla="*/ 25360 w 101440"/>
                <a:gd name="connsiteY9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1440" h="202880">
                  <a:moveTo>
                    <a:pt x="25360" y="0"/>
                  </a:moveTo>
                  <a:lnTo>
                    <a:pt x="0" y="15216"/>
                  </a:lnTo>
                  <a:lnTo>
                    <a:pt x="0" y="20288"/>
                  </a:lnTo>
                  <a:lnTo>
                    <a:pt x="60864" y="116656"/>
                  </a:lnTo>
                  <a:lnTo>
                    <a:pt x="5072" y="152160"/>
                  </a:lnTo>
                  <a:lnTo>
                    <a:pt x="5072" y="152160"/>
                  </a:lnTo>
                  <a:lnTo>
                    <a:pt x="35504" y="202880"/>
                  </a:lnTo>
                  <a:lnTo>
                    <a:pt x="116656" y="147088"/>
                  </a:lnTo>
                  <a:lnTo>
                    <a:pt x="116656" y="142016"/>
                  </a:lnTo>
                  <a:lnTo>
                    <a:pt x="25360" y="0"/>
                  </a:lnTo>
                </a:path>
              </a:pathLst>
            </a:custGeom>
            <a:solidFill>
              <a:srgbClr val="232A4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E3CD7457-13DF-4852-8DE4-DDEF27C377AE}"/>
                </a:ext>
              </a:extLst>
            </p:cNvPr>
            <p:cNvSpPr/>
            <p:nvPr/>
          </p:nvSpPr>
          <p:spPr>
            <a:xfrm>
              <a:off x="5162750" y="2003767"/>
              <a:ext cx="101440" cy="202880"/>
            </a:xfrm>
            <a:custGeom>
              <a:avLst/>
              <a:gdLst>
                <a:gd name="connsiteX0" fmla="*/ 106512 w 101440"/>
                <a:gd name="connsiteY0" fmla="*/ 0 h 202880"/>
                <a:gd name="connsiteX1" fmla="*/ 86224 w 101440"/>
                <a:gd name="connsiteY1" fmla="*/ 15216 h 202880"/>
                <a:gd name="connsiteX2" fmla="*/ 86224 w 101440"/>
                <a:gd name="connsiteY2" fmla="*/ 71008 h 202880"/>
                <a:gd name="connsiteX3" fmla="*/ 25360 w 101440"/>
                <a:gd name="connsiteY3" fmla="*/ 106512 h 202880"/>
                <a:gd name="connsiteX4" fmla="*/ 25360 w 101440"/>
                <a:gd name="connsiteY4" fmla="*/ 50720 h 202880"/>
                <a:gd name="connsiteX5" fmla="*/ 0 w 101440"/>
                <a:gd name="connsiteY5" fmla="*/ 60864 h 202880"/>
                <a:gd name="connsiteX6" fmla="*/ 0 w 101440"/>
                <a:gd name="connsiteY6" fmla="*/ 202880 h 202880"/>
                <a:gd name="connsiteX7" fmla="*/ 25360 w 101440"/>
                <a:gd name="connsiteY7" fmla="*/ 187664 h 202880"/>
                <a:gd name="connsiteX8" fmla="*/ 25360 w 101440"/>
                <a:gd name="connsiteY8" fmla="*/ 131872 h 202880"/>
                <a:gd name="connsiteX9" fmla="*/ 86224 w 101440"/>
                <a:gd name="connsiteY9" fmla="*/ 96368 h 202880"/>
                <a:gd name="connsiteX10" fmla="*/ 86224 w 101440"/>
                <a:gd name="connsiteY10" fmla="*/ 152160 h 202880"/>
                <a:gd name="connsiteX11" fmla="*/ 106512 w 101440"/>
                <a:gd name="connsiteY11" fmla="*/ 142016 h 202880"/>
                <a:gd name="connsiteX12" fmla="*/ 106512 w 101440"/>
                <a:gd name="connsiteY12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440" h="202880">
                  <a:moveTo>
                    <a:pt x="106512" y="0"/>
                  </a:moveTo>
                  <a:lnTo>
                    <a:pt x="86224" y="15216"/>
                  </a:lnTo>
                  <a:lnTo>
                    <a:pt x="86224" y="71008"/>
                  </a:lnTo>
                  <a:lnTo>
                    <a:pt x="25360" y="106512"/>
                  </a:lnTo>
                  <a:lnTo>
                    <a:pt x="25360" y="50720"/>
                  </a:lnTo>
                  <a:lnTo>
                    <a:pt x="0" y="60864"/>
                  </a:lnTo>
                  <a:lnTo>
                    <a:pt x="0" y="202880"/>
                  </a:lnTo>
                  <a:lnTo>
                    <a:pt x="25360" y="187664"/>
                  </a:lnTo>
                  <a:lnTo>
                    <a:pt x="25360" y="131872"/>
                  </a:lnTo>
                  <a:lnTo>
                    <a:pt x="86224" y="96368"/>
                  </a:lnTo>
                  <a:lnTo>
                    <a:pt x="86224" y="152160"/>
                  </a:lnTo>
                  <a:lnTo>
                    <a:pt x="106512" y="142016"/>
                  </a:lnTo>
                  <a:lnTo>
                    <a:pt x="106512" y="0"/>
                  </a:ln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CD50F29A-D6E3-4C7F-9157-5B7E9B5D06B7}"/>
                </a:ext>
              </a:extLst>
            </p:cNvPr>
            <p:cNvSpPr/>
            <p:nvPr/>
          </p:nvSpPr>
          <p:spPr>
            <a:xfrm>
              <a:off x="5284478" y="1937831"/>
              <a:ext cx="101440" cy="152160"/>
            </a:xfrm>
            <a:custGeom>
              <a:avLst/>
              <a:gdLst>
                <a:gd name="connsiteX0" fmla="*/ 101440 w 101440"/>
                <a:gd name="connsiteY0" fmla="*/ 0 h 152160"/>
                <a:gd name="connsiteX1" fmla="*/ 0 w 101440"/>
                <a:gd name="connsiteY1" fmla="*/ 55792 h 152160"/>
                <a:gd name="connsiteX2" fmla="*/ 0 w 101440"/>
                <a:gd name="connsiteY2" fmla="*/ 81152 h 152160"/>
                <a:gd name="connsiteX3" fmla="*/ 40576 w 101440"/>
                <a:gd name="connsiteY3" fmla="*/ 60864 h 152160"/>
                <a:gd name="connsiteX4" fmla="*/ 40576 w 101440"/>
                <a:gd name="connsiteY4" fmla="*/ 177520 h 152160"/>
                <a:gd name="connsiteX5" fmla="*/ 60864 w 101440"/>
                <a:gd name="connsiteY5" fmla="*/ 162304 h 152160"/>
                <a:gd name="connsiteX6" fmla="*/ 60864 w 101440"/>
                <a:gd name="connsiteY6" fmla="*/ 45648 h 152160"/>
                <a:gd name="connsiteX7" fmla="*/ 101440 w 101440"/>
                <a:gd name="connsiteY7" fmla="*/ 25360 h 152160"/>
                <a:gd name="connsiteX8" fmla="*/ 101440 w 101440"/>
                <a:gd name="connsiteY8" fmla="*/ 0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440" h="152160">
                  <a:moveTo>
                    <a:pt x="101440" y="0"/>
                  </a:moveTo>
                  <a:cubicBezTo>
                    <a:pt x="65936" y="20288"/>
                    <a:pt x="35504" y="35504"/>
                    <a:pt x="0" y="55792"/>
                  </a:cubicBezTo>
                  <a:lnTo>
                    <a:pt x="0" y="81152"/>
                  </a:lnTo>
                  <a:lnTo>
                    <a:pt x="40576" y="60864"/>
                  </a:lnTo>
                  <a:lnTo>
                    <a:pt x="40576" y="177520"/>
                  </a:lnTo>
                  <a:lnTo>
                    <a:pt x="60864" y="162304"/>
                  </a:lnTo>
                  <a:lnTo>
                    <a:pt x="60864" y="45648"/>
                  </a:lnTo>
                  <a:lnTo>
                    <a:pt x="101440" y="25360"/>
                  </a:lnTo>
                  <a:lnTo>
                    <a:pt x="101440" y="0"/>
                  </a:ln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F10E6D60-4D08-44F9-80A1-9FF6AF01FE06}"/>
                </a:ext>
              </a:extLst>
            </p:cNvPr>
            <p:cNvSpPr/>
            <p:nvPr/>
          </p:nvSpPr>
          <p:spPr>
            <a:xfrm>
              <a:off x="5396063" y="1856679"/>
              <a:ext cx="101440" cy="202880"/>
            </a:xfrm>
            <a:custGeom>
              <a:avLst/>
              <a:gdLst>
                <a:gd name="connsiteX0" fmla="*/ 131872 w 101440"/>
                <a:gd name="connsiteY0" fmla="*/ 0 h 202880"/>
                <a:gd name="connsiteX1" fmla="*/ 101440 w 101440"/>
                <a:gd name="connsiteY1" fmla="*/ 15216 h 202880"/>
                <a:gd name="connsiteX2" fmla="*/ 65936 w 101440"/>
                <a:gd name="connsiteY2" fmla="*/ 96368 h 202880"/>
                <a:gd name="connsiteX3" fmla="*/ 30432 w 101440"/>
                <a:gd name="connsiteY3" fmla="*/ 60864 h 202880"/>
                <a:gd name="connsiteX4" fmla="*/ 0 w 101440"/>
                <a:gd name="connsiteY4" fmla="*/ 76080 h 202880"/>
                <a:gd name="connsiteX5" fmla="*/ 0 w 101440"/>
                <a:gd name="connsiteY5" fmla="*/ 213024 h 202880"/>
                <a:gd name="connsiteX6" fmla="*/ 25360 w 101440"/>
                <a:gd name="connsiteY6" fmla="*/ 197808 h 202880"/>
                <a:gd name="connsiteX7" fmla="*/ 25360 w 101440"/>
                <a:gd name="connsiteY7" fmla="*/ 96368 h 202880"/>
                <a:gd name="connsiteX8" fmla="*/ 60864 w 101440"/>
                <a:gd name="connsiteY8" fmla="*/ 136944 h 202880"/>
                <a:gd name="connsiteX9" fmla="*/ 65936 w 101440"/>
                <a:gd name="connsiteY9" fmla="*/ 136944 h 202880"/>
                <a:gd name="connsiteX10" fmla="*/ 106512 w 101440"/>
                <a:gd name="connsiteY10" fmla="*/ 50720 h 202880"/>
                <a:gd name="connsiteX11" fmla="*/ 106512 w 101440"/>
                <a:gd name="connsiteY11" fmla="*/ 152160 h 202880"/>
                <a:gd name="connsiteX12" fmla="*/ 131872 w 101440"/>
                <a:gd name="connsiteY12" fmla="*/ 136944 h 202880"/>
                <a:gd name="connsiteX13" fmla="*/ 131872 w 101440"/>
                <a:gd name="connsiteY13" fmla="*/ 0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1440" h="202880">
                  <a:moveTo>
                    <a:pt x="131872" y="0"/>
                  </a:moveTo>
                  <a:lnTo>
                    <a:pt x="101440" y="15216"/>
                  </a:lnTo>
                  <a:lnTo>
                    <a:pt x="65936" y="96368"/>
                  </a:lnTo>
                  <a:lnTo>
                    <a:pt x="30432" y="60864"/>
                  </a:lnTo>
                  <a:lnTo>
                    <a:pt x="0" y="76080"/>
                  </a:lnTo>
                  <a:lnTo>
                    <a:pt x="0" y="213024"/>
                  </a:lnTo>
                  <a:lnTo>
                    <a:pt x="25360" y="197808"/>
                  </a:lnTo>
                  <a:lnTo>
                    <a:pt x="25360" y="96368"/>
                  </a:lnTo>
                  <a:lnTo>
                    <a:pt x="60864" y="136944"/>
                  </a:lnTo>
                  <a:lnTo>
                    <a:pt x="65936" y="136944"/>
                  </a:lnTo>
                  <a:lnTo>
                    <a:pt x="106512" y="50720"/>
                  </a:lnTo>
                  <a:lnTo>
                    <a:pt x="106512" y="152160"/>
                  </a:lnTo>
                  <a:lnTo>
                    <a:pt x="131872" y="136944"/>
                  </a:lnTo>
                  <a:lnTo>
                    <a:pt x="131872" y="0"/>
                  </a:ln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32A1074B-16BF-4E7D-BE7E-993209AB7B0F}"/>
                </a:ext>
              </a:extLst>
            </p:cNvPr>
            <p:cNvSpPr/>
            <p:nvPr/>
          </p:nvSpPr>
          <p:spPr>
            <a:xfrm>
              <a:off x="5548223" y="1831319"/>
              <a:ext cx="50720" cy="152160"/>
            </a:xfrm>
            <a:custGeom>
              <a:avLst/>
              <a:gdLst>
                <a:gd name="connsiteX0" fmla="*/ 20288 w 50720"/>
                <a:gd name="connsiteY0" fmla="*/ 0 h 152160"/>
                <a:gd name="connsiteX1" fmla="*/ 0 w 50720"/>
                <a:gd name="connsiteY1" fmla="*/ 10144 h 152160"/>
                <a:gd name="connsiteX2" fmla="*/ 0 w 50720"/>
                <a:gd name="connsiteY2" fmla="*/ 152160 h 152160"/>
                <a:gd name="connsiteX3" fmla="*/ 86224 w 50720"/>
                <a:gd name="connsiteY3" fmla="*/ 101440 h 152160"/>
                <a:gd name="connsiteX4" fmla="*/ 86224 w 50720"/>
                <a:gd name="connsiteY4" fmla="*/ 76080 h 152160"/>
                <a:gd name="connsiteX5" fmla="*/ 20288 w 50720"/>
                <a:gd name="connsiteY5" fmla="*/ 116656 h 152160"/>
                <a:gd name="connsiteX6" fmla="*/ 20288 w 50720"/>
                <a:gd name="connsiteY6" fmla="*/ 0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720" h="152160">
                  <a:moveTo>
                    <a:pt x="20288" y="0"/>
                  </a:moveTo>
                  <a:lnTo>
                    <a:pt x="0" y="10144"/>
                  </a:lnTo>
                  <a:lnTo>
                    <a:pt x="0" y="152160"/>
                  </a:lnTo>
                  <a:lnTo>
                    <a:pt x="86224" y="101440"/>
                  </a:lnTo>
                  <a:lnTo>
                    <a:pt x="86224" y="76080"/>
                  </a:lnTo>
                  <a:lnTo>
                    <a:pt x="20288" y="116656"/>
                  </a:lnTo>
                  <a:lnTo>
                    <a:pt x="20288" y="0"/>
                  </a:ln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1DBF723B-4464-4575-9894-BDF4B2FF82E9}"/>
                </a:ext>
              </a:extLst>
            </p:cNvPr>
            <p:cNvSpPr/>
            <p:nvPr/>
          </p:nvSpPr>
          <p:spPr>
            <a:xfrm>
              <a:off x="6192368" y="2181287"/>
              <a:ext cx="101440" cy="253600"/>
            </a:xfrm>
            <a:custGeom>
              <a:avLst/>
              <a:gdLst>
                <a:gd name="connsiteX0" fmla="*/ 142016 w 101440"/>
                <a:gd name="connsiteY0" fmla="*/ 81152 h 253600"/>
                <a:gd name="connsiteX1" fmla="*/ 111584 w 101440"/>
                <a:gd name="connsiteY1" fmla="*/ 65936 h 253600"/>
                <a:gd name="connsiteX2" fmla="*/ 71008 w 101440"/>
                <a:gd name="connsiteY2" fmla="*/ 106512 h 253600"/>
                <a:gd name="connsiteX3" fmla="*/ 35504 w 101440"/>
                <a:gd name="connsiteY3" fmla="*/ 20288 h 253600"/>
                <a:gd name="connsiteX4" fmla="*/ 5072 w 101440"/>
                <a:gd name="connsiteY4" fmla="*/ 0 h 253600"/>
                <a:gd name="connsiteX5" fmla="*/ 5072 w 101440"/>
                <a:gd name="connsiteY5" fmla="*/ 5072 h 253600"/>
                <a:gd name="connsiteX6" fmla="*/ 55792 w 101440"/>
                <a:gd name="connsiteY6" fmla="*/ 116656 h 253600"/>
                <a:gd name="connsiteX7" fmla="*/ 0 w 101440"/>
                <a:gd name="connsiteY7" fmla="*/ 172448 h 253600"/>
                <a:gd name="connsiteX8" fmla="*/ 0 w 101440"/>
                <a:gd name="connsiteY8" fmla="*/ 172448 h 253600"/>
                <a:gd name="connsiteX9" fmla="*/ 35504 w 101440"/>
                <a:gd name="connsiteY9" fmla="*/ 192736 h 253600"/>
                <a:gd name="connsiteX10" fmla="*/ 71008 w 101440"/>
                <a:gd name="connsiteY10" fmla="*/ 152160 h 253600"/>
                <a:gd name="connsiteX11" fmla="*/ 111584 w 101440"/>
                <a:gd name="connsiteY11" fmla="*/ 238384 h 253600"/>
                <a:gd name="connsiteX12" fmla="*/ 142016 w 101440"/>
                <a:gd name="connsiteY12" fmla="*/ 253600 h 253600"/>
                <a:gd name="connsiteX13" fmla="*/ 142016 w 101440"/>
                <a:gd name="connsiteY13" fmla="*/ 253600 h 253600"/>
                <a:gd name="connsiteX14" fmla="*/ 91296 w 101440"/>
                <a:gd name="connsiteY14" fmla="*/ 136944 h 253600"/>
                <a:gd name="connsiteX15" fmla="*/ 142016 w 101440"/>
                <a:gd name="connsiteY15" fmla="*/ 81152 h 253600"/>
                <a:gd name="connsiteX16" fmla="*/ 142016 w 101440"/>
                <a:gd name="connsiteY16" fmla="*/ 81152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440" h="253600">
                  <a:moveTo>
                    <a:pt x="142016" y="81152"/>
                  </a:moveTo>
                  <a:lnTo>
                    <a:pt x="111584" y="65936"/>
                  </a:lnTo>
                  <a:lnTo>
                    <a:pt x="71008" y="106512"/>
                  </a:lnTo>
                  <a:lnTo>
                    <a:pt x="35504" y="20288"/>
                  </a:lnTo>
                  <a:lnTo>
                    <a:pt x="5072" y="0"/>
                  </a:lnTo>
                  <a:lnTo>
                    <a:pt x="5072" y="5072"/>
                  </a:lnTo>
                  <a:lnTo>
                    <a:pt x="55792" y="116656"/>
                  </a:lnTo>
                  <a:lnTo>
                    <a:pt x="0" y="172448"/>
                  </a:lnTo>
                  <a:lnTo>
                    <a:pt x="0" y="172448"/>
                  </a:lnTo>
                  <a:lnTo>
                    <a:pt x="35504" y="192736"/>
                  </a:lnTo>
                  <a:lnTo>
                    <a:pt x="71008" y="152160"/>
                  </a:lnTo>
                  <a:lnTo>
                    <a:pt x="111584" y="238384"/>
                  </a:lnTo>
                  <a:lnTo>
                    <a:pt x="142016" y="253600"/>
                  </a:lnTo>
                  <a:lnTo>
                    <a:pt x="142016" y="253600"/>
                  </a:lnTo>
                  <a:lnTo>
                    <a:pt x="91296" y="136944"/>
                  </a:lnTo>
                  <a:lnTo>
                    <a:pt x="142016" y="81152"/>
                  </a:lnTo>
                  <a:lnTo>
                    <a:pt x="142016" y="81152"/>
                  </a:ln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3D6D8A6A-3DD6-40A6-A525-F3D4DAAEEEC7}"/>
                </a:ext>
              </a:extLst>
            </p:cNvPr>
            <p:cNvSpPr/>
            <p:nvPr/>
          </p:nvSpPr>
          <p:spPr>
            <a:xfrm>
              <a:off x="6354672" y="2272583"/>
              <a:ext cx="152160" cy="253600"/>
            </a:xfrm>
            <a:custGeom>
              <a:avLst/>
              <a:gdLst>
                <a:gd name="connsiteX0" fmla="*/ 157232 w 152160"/>
                <a:gd name="connsiteY0" fmla="*/ 91296 h 253600"/>
                <a:gd name="connsiteX1" fmla="*/ 126800 w 152160"/>
                <a:gd name="connsiteY1" fmla="*/ 76080 h 253600"/>
                <a:gd name="connsiteX2" fmla="*/ 81152 w 152160"/>
                <a:gd name="connsiteY2" fmla="*/ 121728 h 253600"/>
                <a:gd name="connsiteX3" fmla="*/ 30432 w 152160"/>
                <a:gd name="connsiteY3" fmla="*/ 20288 h 253600"/>
                <a:gd name="connsiteX4" fmla="*/ 0 w 152160"/>
                <a:gd name="connsiteY4" fmla="*/ 0 h 253600"/>
                <a:gd name="connsiteX5" fmla="*/ 0 w 152160"/>
                <a:gd name="connsiteY5" fmla="*/ 172448 h 253600"/>
                <a:gd name="connsiteX6" fmla="*/ 25360 w 152160"/>
                <a:gd name="connsiteY6" fmla="*/ 192736 h 253600"/>
                <a:gd name="connsiteX7" fmla="*/ 25360 w 152160"/>
                <a:gd name="connsiteY7" fmla="*/ 65936 h 253600"/>
                <a:gd name="connsiteX8" fmla="*/ 76080 w 152160"/>
                <a:gd name="connsiteY8" fmla="*/ 167376 h 253600"/>
                <a:gd name="connsiteX9" fmla="*/ 81152 w 152160"/>
                <a:gd name="connsiteY9" fmla="*/ 172448 h 253600"/>
                <a:gd name="connsiteX10" fmla="*/ 131872 w 152160"/>
                <a:gd name="connsiteY10" fmla="*/ 126800 h 253600"/>
                <a:gd name="connsiteX11" fmla="*/ 131872 w 152160"/>
                <a:gd name="connsiteY11" fmla="*/ 248528 h 253600"/>
                <a:gd name="connsiteX12" fmla="*/ 157232 w 152160"/>
                <a:gd name="connsiteY12" fmla="*/ 268816 h 253600"/>
                <a:gd name="connsiteX13" fmla="*/ 157232 w 152160"/>
                <a:gd name="connsiteY13" fmla="*/ 91296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2160" h="253600">
                  <a:moveTo>
                    <a:pt x="157232" y="91296"/>
                  </a:moveTo>
                  <a:lnTo>
                    <a:pt x="126800" y="76080"/>
                  </a:lnTo>
                  <a:lnTo>
                    <a:pt x="81152" y="121728"/>
                  </a:lnTo>
                  <a:lnTo>
                    <a:pt x="30432" y="20288"/>
                  </a:lnTo>
                  <a:lnTo>
                    <a:pt x="0" y="0"/>
                  </a:lnTo>
                  <a:lnTo>
                    <a:pt x="0" y="172448"/>
                  </a:lnTo>
                  <a:lnTo>
                    <a:pt x="25360" y="192736"/>
                  </a:lnTo>
                  <a:lnTo>
                    <a:pt x="25360" y="65936"/>
                  </a:lnTo>
                  <a:lnTo>
                    <a:pt x="76080" y="167376"/>
                  </a:lnTo>
                  <a:lnTo>
                    <a:pt x="81152" y="172448"/>
                  </a:lnTo>
                  <a:lnTo>
                    <a:pt x="131872" y="126800"/>
                  </a:lnTo>
                  <a:lnTo>
                    <a:pt x="131872" y="248528"/>
                  </a:lnTo>
                  <a:lnTo>
                    <a:pt x="157232" y="268816"/>
                  </a:lnTo>
                  <a:lnTo>
                    <a:pt x="157232" y="91296"/>
                  </a:ln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4BAEDF0-2519-4609-94E6-FE3B4B8F36C1}"/>
                </a:ext>
              </a:extLst>
            </p:cNvPr>
            <p:cNvSpPr/>
            <p:nvPr/>
          </p:nvSpPr>
          <p:spPr>
            <a:xfrm>
              <a:off x="6537265" y="2379095"/>
              <a:ext cx="101440" cy="202880"/>
            </a:xfrm>
            <a:custGeom>
              <a:avLst/>
              <a:gdLst>
                <a:gd name="connsiteX0" fmla="*/ 30432 w 101440"/>
                <a:gd name="connsiteY0" fmla="*/ 20288 h 202880"/>
                <a:gd name="connsiteX1" fmla="*/ 5072 w 101440"/>
                <a:gd name="connsiteY1" fmla="*/ 0 h 202880"/>
                <a:gd name="connsiteX2" fmla="*/ 0 w 101440"/>
                <a:gd name="connsiteY2" fmla="*/ 177520 h 202880"/>
                <a:gd name="connsiteX3" fmla="*/ 106513 w 101440"/>
                <a:gd name="connsiteY3" fmla="*/ 238384 h 202880"/>
                <a:gd name="connsiteX4" fmla="*/ 106513 w 101440"/>
                <a:gd name="connsiteY4" fmla="*/ 207952 h 202880"/>
                <a:gd name="connsiteX5" fmla="*/ 30432 w 101440"/>
                <a:gd name="connsiteY5" fmla="*/ 162304 h 202880"/>
                <a:gd name="connsiteX6" fmla="*/ 30432 w 101440"/>
                <a:gd name="connsiteY6" fmla="*/ 20288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40" h="202880">
                  <a:moveTo>
                    <a:pt x="30432" y="20288"/>
                  </a:moveTo>
                  <a:lnTo>
                    <a:pt x="5072" y="0"/>
                  </a:lnTo>
                  <a:lnTo>
                    <a:pt x="0" y="177520"/>
                  </a:lnTo>
                  <a:lnTo>
                    <a:pt x="106513" y="238384"/>
                  </a:lnTo>
                  <a:lnTo>
                    <a:pt x="106513" y="207952"/>
                  </a:lnTo>
                  <a:lnTo>
                    <a:pt x="30432" y="162304"/>
                  </a:lnTo>
                  <a:lnTo>
                    <a:pt x="30432" y="20288"/>
                  </a:ln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5035D88A-0F41-48A1-8F6A-8E261DE8EC5E}"/>
                </a:ext>
              </a:extLst>
            </p:cNvPr>
            <p:cNvSpPr/>
            <p:nvPr/>
          </p:nvSpPr>
          <p:spPr>
            <a:xfrm>
              <a:off x="6806081" y="5445660"/>
              <a:ext cx="152160" cy="202880"/>
            </a:xfrm>
            <a:custGeom>
              <a:avLst/>
              <a:gdLst>
                <a:gd name="connsiteX0" fmla="*/ 96368 w 152160"/>
                <a:gd name="connsiteY0" fmla="*/ 12142 h 202880"/>
                <a:gd name="connsiteX1" fmla="*/ 0 w 152160"/>
                <a:gd name="connsiteY1" fmla="*/ 179518 h 202880"/>
                <a:gd name="connsiteX2" fmla="*/ 96368 w 152160"/>
                <a:gd name="connsiteY2" fmla="*/ 235310 h 202880"/>
                <a:gd name="connsiteX3" fmla="*/ 167376 w 152160"/>
                <a:gd name="connsiteY3" fmla="*/ 159230 h 202880"/>
                <a:gd name="connsiteX4" fmla="*/ 136944 w 152160"/>
                <a:gd name="connsiteY4" fmla="*/ 144014 h 202880"/>
                <a:gd name="connsiteX5" fmla="*/ 96368 w 152160"/>
                <a:gd name="connsiteY5" fmla="*/ 184590 h 202880"/>
                <a:gd name="connsiteX6" fmla="*/ 45648 w 152160"/>
                <a:gd name="connsiteY6" fmla="*/ 154158 h 202880"/>
                <a:gd name="connsiteX7" fmla="*/ 96368 w 152160"/>
                <a:gd name="connsiteY7" fmla="*/ 62862 h 202880"/>
                <a:gd name="connsiteX8" fmla="*/ 131872 w 152160"/>
                <a:gd name="connsiteY8" fmla="*/ 57790 h 202880"/>
                <a:gd name="connsiteX9" fmla="*/ 162304 w 152160"/>
                <a:gd name="connsiteY9" fmla="*/ 7070 h 202880"/>
                <a:gd name="connsiteX10" fmla="*/ 96368 w 152160"/>
                <a:gd name="connsiteY10" fmla="*/ 12142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0" h="202880">
                  <a:moveTo>
                    <a:pt x="96368" y="12142"/>
                  </a:moveTo>
                  <a:cubicBezTo>
                    <a:pt x="45648" y="42574"/>
                    <a:pt x="0" y="103438"/>
                    <a:pt x="0" y="179518"/>
                  </a:cubicBezTo>
                  <a:cubicBezTo>
                    <a:pt x="0" y="255598"/>
                    <a:pt x="45648" y="265742"/>
                    <a:pt x="96368" y="235310"/>
                  </a:cubicBezTo>
                  <a:cubicBezTo>
                    <a:pt x="121728" y="220094"/>
                    <a:pt x="147088" y="199806"/>
                    <a:pt x="167376" y="159230"/>
                  </a:cubicBezTo>
                  <a:lnTo>
                    <a:pt x="136944" y="144014"/>
                  </a:lnTo>
                  <a:cubicBezTo>
                    <a:pt x="126800" y="164302"/>
                    <a:pt x="111584" y="174446"/>
                    <a:pt x="96368" y="184590"/>
                  </a:cubicBezTo>
                  <a:cubicBezTo>
                    <a:pt x="65936" y="199806"/>
                    <a:pt x="45648" y="194734"/>
                    <a:pt x="45648" y="154158"/>
                  </a:cubicBezTo>
                  <a:cubicBezTo>
                    <a:pt x="45648" y="118654"/>
                    <a:pt x="65936" y="78078"/>
                    <a:pt x="96368" y="62862"/>
                  </a:cubicBezTo>
                  <a:cubicBezTo>
                    <a:pt x="106512" y="57790"/>
                    <a:pt x="121728" y="52718"/>
                    <a:pt x="131872" y="57790"/>
                  </a:cubicBezTo>
                  <a:lnTo>
                    <a:pt x="162304" y="7070"/>
                  </a:lnTo>
                  <a:cubicBezTo>
                    <a:pt x="142016" y="-3074"/>
                    <a:pt x="121728" y="-3074"/>
                    <a:pt x="96368" y="12142"/>
                  </a:cubicBez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02A7949A-1427-4039-99D3-5F5ADC955126}"/>
                </a:ext>
              </a:extLst>
            </p:cNvPr>
            <p:cNvSpPr/>
            <p:nvPr/>
          </p:nvSpPr>
          <p:spPr>
            <a:xfrm>
              <a:off x="6983602" y="5346218"/>
              <a:ext cx="152160" cy="253600"/>
            </a:xfrm>
            <a:custGeom>
              <a:avLst/>
              <a:gdLst>
                <a:gd name="connsiteX0" fmla="*/ 81152 w 152160"/>
                <a:gd name="connsiteY0" fmla="*/ 20288 h 253600"/>
                <a:gd name="connsiteX1" fmla="*/ 5072 w 152160"/>
                <a:gd name="connsiteY1" fmla="*/ 131872 h 253600"/>
                <a:gd name="connsiteX2" fmla="*/ 81152 w 152160"/>
                <a:gd name="connsiteY2" fmla="*/ 152160 h 253600"/>
                <a:gd name="connsiteX3" fmla="*/ 116656 w 152160"/>
                <a:gd name="connsiteY3" fmla="*/ 152160 h 253600"/>
                <a:gd name="connsiteX4" fmla="*/ 86224 w 152160"/>
                <a:gd name="connsiteY4" fmla="*/ 197808 h 253600"/>
                <a:gd name="connsiteX5" fmla="*/ 86224 w 152160"/>
                <a:gd name="connsiteY5" fmla="*/ 197808 h 253600"/>
                <a:gd name="connsiteX6" fmla="*/ 20288 w 152160"/>
                <a:gd name="connsiteY6" fmla="*/ 202880 h 253600"/>
                <a:gd name="connsiteX7" fmla="*/ 0 w 152160"/>
                <a:gd name="connsiteY7" fmla="*/ 253600 h 253600"/>
                <a:gd name="connsiteX8" fmla="*/ 86224 w 152160"/>
                <a:gd name="connsiteY8" fmla="*/ 243456 h 253600"/>
                <a:gd name="connsiteX9" fmla="*/ 167376 w 152160"/>
                <a:gd name="connsiteY9" fmla="*/ 126800 h 253600"/>
                <a:gd name="connsiteX10" fmla="*/ 86224 w 152160"/>
                <a:gd name="connsiteY10" fmla="*/ 106512 h 253600"/>
                <a:gd name="connsiteX11" fmla="*/ 50720 w 152160"/>
                <a:gd name="connsiteY11" fmla="*/ 101440 h 253600"/>
                <a:gd name="connsiteX12" fmla="*/ 86224 w 152160"/>
                <a:gd name="connsiteY12" fmla="*/ 60864 h 253600"/>
                <a:gd name="connsiteX13" fmla="*/ 131872 w 152160"/>
                <a:gd name="connsiteY13" fmla="*/ 55792 h 253600"/>
                <a:gd name="connsiteX14" fmla="*/ 157232 w 152160"/>
                <a:gd name="connsiteY14" fmla="*/ 5072 h 253600"/>
                <a:gd name="connsiteX15" fmla="*/ 81152 w 152160"/>
                <a:gd name="connsiteY15" fmla="*/ 20288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2160" h="253600">
                  <a:moveTo>
                    <a:pt x="81152" y="20288"/>
                  </a:moveTo>
                  <a:cubicBezTo>
                    <a:pt x="45648" y="40576"/>
                    <a:pt x="5072" y="81152"/>
                    <a:pt x="5072" y="131872"/>
                  </a:cubicBezTo>
                  <a:cubicBezTo>
                    <a:pt x="5072" y="177520"/>
                    <a:pt x="45648" y="172448"/>
                    <a:pt x="81152" y="152160"/>
                  </a:cubicBezTo>
                  <a:cubicBezTo>
                    <a:pt x="106512" y="136944"/>
                    <a:pt x="116656" y="136944"/>
                    <a:pt x="116656" y="152160"/>
                  </a:cubicBezTo>
                  <a:cubicBezTo>
                    <a:pt x="116656" y="167376"/>
                    <a:pt x="101440" y="187664"/>
                    <a:pt x="86224" y="197808"/>
                  </a:cubicBezTo>
                  <a:cubicBezTo>
                    <a:pt x="86224" y="197808"/>
                    <a:pt x="86224" y="197808"/>
                    <a:pt x="86224" y="197808"/>
                  </a:cubicBezTo>
                  <a:cubicBezTo>
                    <a:pt x="65936" y="207952"/>
                    <a:pt x="35504" y="213024"/>
                    <a:pt x="20288" y="202880"/>
                  </a:cubicBezTo>
                  <a:lnTo>
                    <a:pt x="0" y="253600"/>
                  </a:lnTo>
                  <a:cubicBezTo>
                    <a:pt x="25360" y="268816"/>
                    <a:pt x="55792" y="258672"/>
                    <a:pt x="86224" y="243456"/>
                  </a:cubicBezTo>
                  <a:cubicBezTo>
                    <a:pt x="136944" y="213024"/>
                    <a:pt x="167376" y="167376"/>
                    <a:pt x="167376" y="126800"/>
                  </a:cubicBezTo>
                  <a:cubicBezTo>
                    <a:pt x="167376" y="71008"/>
                    <a:pt x="121728" y="86224"/>
                    <a:pt x="86224" y="106512"/>
                  </a:cubicBezTo>
                  <a:cubicBezTo>
                    <a:pt x="60864" y="116656"/>
                    <a:pt x="50720" y="116656"/>
                    <a:pt x="50720" y="101440"/>
                  </a:cubicBezTo>
                  <a:cubicBezTo>
                    <a:pt x="50720" y="86224"/>
                    <a:pt x="60864" y="71008"/>
                    <a:pt x="86224" y="60864"/>
                  </a:cubicBezTo>
                  <a:cubicBezTo>
                    <a:pt x="101440" y="50720"/>
                    <a:pt x="116656" y="45648"/>
                    <a:pt x="131872" y="55792"/>
                  </a:cubicBezTo>
                  <a:lnTo>
                    <a:pt x="157232" y="5072"/>
                  </a:lnTo>
                  <a:cubicBezTo>
                    <a:pt x="131872" y="-5072"/>
                    <a:pt x="111584" y="0"/>
                    <a:pt x="81152" y="20288"/>
                  </a:cubicBez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3713F33C-EFF7-4687-8BE0-9B4ED55E044A}"/>
                </a:ext>
              </a:extLst>
            </p:cNvPr>
            <p:cNvSpPr/>
            <p:nvPr/>
          </p:nvSpPr>
          <p:spPr>
            <a:xfrm>
              <a:off x="7166194" y="5240694"/>
              <a:ext cx="152160" cy="253600"/>
            </a:xfrm>
            <a:custGeom>
              <a:avLst/>
              <a:gdLst>
                <a:gd name="connsiteX0" fmla="*/ 81152 w 152160"/>
                <a:gd name="connsiteY0" fmla="*/ 19299 h 253600"/>
                <a:gd name="connsiteX1" fmla="*/ 5072 w 152160"/>
                <a:gd name="connsiteY1" fmla="*/ 130883 h 253600"/>
                <a:gd name="connsiteX2" fmla="*/ 81152 w 152160"/>
                <a:gd name="connsiteY2" fmla="*/ 151171 h 253600"/>
                <a:gd name="connsiteX3" fmla="*/ 116656 w 152160"/>
                <a:gd name="connsiteY3" fmla="*/ 151171 h 253600"/>
                <a:gd name="connsiteX4" fmla="*/ 86224 w 152160"/>
                <a:gd name="connsiteY4" fmla="*/ 196819 h 253600"/>
                <a:gd name="connsiteX5" fmla="*/ 86224 w 152160"/>
                <a:gd name="connsiteY5" fmla="*/ 196819 h 253600"/>
                <a:gd name="connsiteX6" fmla="*/ 20288 w 152160"/>
                <a:gd name="connsiteY6" fmla="*/ 201891 h 253600"/>
                <a:gd name="connsiteX7" fmla="*/ 0 w 152160"/>
                <a:gd name="connsiteY7" fmla="*/ 252611 h 253600"/>
                <a:gd name="connsiteX8" fmla="*/ 86224 w 152160"/>
                <a:gd name="connsiteY8" fmla="*/ 242467 h 253600"/>
                <a:gd name="connsiteX9" fmla="*/ 167376 w 152160"/>
                <a:gd name="connsiteY9" fmla="*/ 125811 h 253600"/>
                <a:gd name="connsiteX10" fmla="*/ 86224 w 152160"/>
                <a:gd name="connsiteY10" fmla="*/ 105523 h 253600"/>
                <a:gd name="connsiteX11" fmla="*/ 50720 w 152160"/>
                <a:gd name="connsiteY11" fmla="*/ 100451 h 253600"/>
                <a:gd name="connsiteX12" fmla="*/ 86224 w 152160"/>
                <a:gd name="connsiteY12" fmla="*/ 59875 h 253600"/>
                <a:gd name="connsiteX13" fmla="*/ 131872 w 152160"/>
                <a:gd name="connsiteY13" fmla="*/ 54803 h 253600"/>
                <a:gd name="connsiteX14" fmla="*/ 157232 w 152160"/>
                <a:gd name="connsiteY14" fmla="*/ 4083 h 253600"/>
                <a:gd name="connsiteX15" fmla="*/ 81152 w 152160"/>
                <a:gd name="connsiteY15" fmla="*/ 19299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2160" h="253600">
                  <a:moveTo>
                    <a:pt x="81152" y="19299"/>
                  </a:moveTo>
                  <a:cubicBezTo>
                    <a:pt x="45648" y="39587"/>
                    <a:pt x="5072" y="80163"/>
                    <a:pt x="5072" y="130883"/>
                  </a:cubicBezTo>
                  <a:cubicBezTo>
                    <a:pt x="5072" y="176531"/>
                    <a:pt x="45648" y="171459"/>
                    <a:pt x="81152" y="151171"/>
                  </a:cubicBezTo>
                  <a:cubicBezTo>
                    <a:pt x="106512" y="135955"/>
                    <a:pt x="116656" y="135955"/>
                    <a:pt x="116656" y="151171"/>
                  </a:cubicBezTo>
                  <a:cubicBezTo>
                    <a:pt x="116656" y="166387"/>
                    <a:pt x="101440" y="186675"/>
                    <a:pt x="86224" y="196819"/>
                  </a:cubicBezTo>
                  <a:cubicBezTo>
                    <a:pt x="86224" y="196819"/>
                    <a:pt x="86224" y="196819"/>
                    <a:pt x="86224" y="196819"/>
                  </a:cubicBezTo>
                  <a:cubicBezTo>
                    <a:pt x="65936" y="206964"/>
                    <a:pt x="35504" y="212035"/>
                    <a:pt x="20288" y="201891"/>
                  </a:cubicBezTo>
                  <a:lnTo>
                    <a:pt x="0" y="252611"/>
                  </a:lnTo>
                  <a:cubicBezTo>
                    <a:pt x="25360" y="267827"/>
                    <a:pt x="55792" y="257684"/>
                    <a:pt x="86224" y="242467"/>
                  </a:cubicBezTo>
                  <a:cubicBezTo>
                    <a:pt x="136945" y="212035"/>
                    <a:pt x="167376" y="166387"/>
                    <a:pt x="167376" y="125811"/>
                  </a:cubicBezTo>
                  <a:cubicBezTo>
                    <a:pt x="167376" y="70019"/>
                    <a:pt x="121728" y="85235"/>
                    <a:pt x="86224" y="105523"/>
                  </a:cubicBezTo>
                  <a:cubicBezTo>
                    <a:pt x="60864" y="115667"/>
                    <a:pt x="50720" y="115667"/>
                    <a:pt x="50720" y="100451"/>
                  </a:cubicBezTo>
                  <a:cubicBezTo>
                    <a:pt x="50720" y="85235"/>
                    <a:pt x="60864" y="70019"/>
                    <a:pt x="86224" y="59875"/>
                  </a:cubicBezTo>
                  <a:cubicBezTo>
                    <a:pt x="101440" y="49731"/>
                    <a:pt x="116656" y="44659"/>
                    <a:pt x="131872" y="54803"/>
                  </a:cubicBezTo>
                  <a:lnTo>
                    <a:pt x="157232" y="4083"/>
                  </a:lnTo>
                  <a:cubicBezTo>
                    <a:pt x="131872" y="-6061"/>
                    <a:pt x="111584" y="4083"/>
                    <a:pt x="81152" y="19299"/>
                  </a:cubicBez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B1BB9DDA-CF19-4212-89DC-76D9DFF41E9D}"/>
                </a:ext>
              </a:extLst>
            </p:cNvPr>
            <p:cNvSpPr/>
            <p:nvPr/>
          </p:nvSpPr>
          <p:spPr>
            <a:xfrm>
              <a:off x="7090114" y="2018983"/>
              <a:ext cx="101440" cy="202880"/>
            </a:xfrm>
            <a:custGeom>
              <a:avLst/>
              <a:gdLst>
                <a:gd name="connsiteX0" fmla="*/ 142016 w 101440"/>
                <a:gd name="connsiteY0" fmla="*/ 45648 h 202880"/>
                <a:gd name="connsiteX1" fmla="*/ 60864 w 101440"/>
                <a:gd name="connsiteY1" fmla="*/ 0 h 202880"/>
                <a:gd name="connsiteX2" fmla="*/ 60864 w 101440"/>
                <a:gd name="connsiteY2" fmla="*/ 35504 h 202880"/>
                <a:gd name="connsiteX3" fmla="*/ 111584 w 101440"/>
                <a:gd name="connsiteY3" fmla="*/ 65936 h 202880"/>
                <a:gd name="connsiteX4" fmla="*/ 111584 w 101440"/>
                <a:gd name="connsiteY4" fmla="*/ 142016 h 202880"/>
                <a:gd name="connsiteX5" fmla="*/ 71008 w 101440"/>
                <a:gd name="connsiteY5" fmla="*/ 167376 h 202880"/>
                <a:gd name="connsiteX6" fmla="*/ 30432 w 101440"/>
                <a:gd name="connsiteY6" fmla="*/ 91296 h 202880"/>
                <a:gd name="connsiteX7" fmla="*/ 0 w 101440"/>
                <a:gd name="connsiteY7" fmla="*/ 71008 h 202880"/>
                <a:gd name="connsiteX8" fmla="*/ 71008 w 101440"/>
                <a:gd name="connsiteY8" fmla="*/ 197808 h 202880"/>
                <a:gd name="connsiteX9" fmla="*/ 147088 w 101440"/>
                <a:gd name="connsiteY9" fmla="*/ 152160 h 202880"/>
                <a:gd name="connsiteX10" fmla="*/ 142016 w 101440"/>
                <a:gd name="connsiteY10" fmla="*/ 45648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440" h="202880">
                  <a:moveTo>
                    <a:pt x="142016" y="45648"/>
                  </a:moveTo>
                  <a:cubicBezTo>
                    <a:pt x="116656" y="30432"/>
                    <a:pt x="86224" y="15216"/>
                    <a:pt x="60864" y="0"/>
                  </a:cubicBezTo>
                  <a:lnTo>
                    <a:pt x="60864" y="35504"/>
                  </a:lnTo>
                  <a:lnTo>
                    <a:pt x="111584" y="65936"/>
                  </a:lnTo>
                  <a:lnTo>
                    <a:pt x="111584" y="142016"/>
                  </a:lnTo>
                  <a:cubicBezTo>
                    <a:pt x="111584" y="172448"/>
                    <a:pt x="96368" y="187664"/>
                    <a:pt x="71008" y="167376"/>
                  </a:cubicBezTo>
                  <a:cubicBezTo>
                    <a:pt x="40576" y="152160"/>
                    <a:pt x="30432" y="126800"/>
                    <a:pt x="30432" y="91296"/>
                  </a:cubicBezTo>
                  <a:lnTo>
                    <a:pt x="0" y="71008"/>
                  </a:lnTo>
                  <a:cubicBezTo>
                    <a:pt x="0" y="126800"/>
                    <a:pt x="30432" y="172448"/>
                    <a:pt x="71008" y="197808"/>
                  </a:cubicBezTo>
                  <a:cubicBezTo>
                    <a:pt x="116656" y="223168"/>
                    <a:pt x="147088" y="202880"/>
                    <a:pt x="147088" y="152160"/>
                  </a:cubicBezTo>
                  <a:lnTo>
                    <a:pt x="142016" y="45648"/>
                  </a:ln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02387A56-DFF6-4D06-9B09-17B1DA313481}"/>
                </a:ext>
              </a:extLst>
            </p:cNvPr>
            <p:cNvSpPr/>
            <p:nvPr/>
          </p:nvSpPr>
          <p:spPr>
            <a:xfrm>
              <a:off x="7242274" y="2115351"/>
              <a:ext cx="152160" cy="253600"/>
            </a:xfrm>
            <a:custGeom>
              <a:avLst/>
              <a:gdLst>
                <a:gd name="connsiteX0" fmla="*/ 60864 w 152160"/>
                <a:gd name="connsiteY0" fmla="*/ 111584 h 253600"/>
                <a:gd name="connsiteX1" fmla="*/ 91296 w 152160"/>
                <a:gd name="connsiteY1" fmla="*/ 45648 h 253600"/>
                <a:gd name="connsiteX2" fmla="*/ 121728 w 152160"/>
                <a:gd name="connsiteY2" fmla="*/ 147088 h 253600"/>
                <a:gd name="connsiteX3" fmla="*/ 60864 w 152160"/>
                <a:gd name="connsiteY3" fmla="*/ 111584 h 253600"/>
                <a:gd name="connsiteX4" fmla="*/ 111584 w 152160"/>
                <a:gd name="connsiteY4" fmla="*/ 20288 h 253600"/>
                <a:gd name="connsiteX5" fmla="*/ 76080 w 152160"/>
                <a:gd name="connsiteY5" fmla="*/ 0 h 253600"/>
                <a:gd name="connsiteX6" fmla="*/ 0 w 152160"/>
                <a:gd name="connsiteY6" fmla="*/ 147088 h 253600"/>
                <a:gd name="connsiteX7" fmla="*/ 35504 w 152160"/>
                <a:gd name="connsiteY7" fmla="*/ 167376 h 253600"/>
                <a:gd name="connsiteX8" fmla="*/ 50720 w 152160"/>
                <a:gd name="connsiteY8" fmla="*/ 142016 h 253600"/>
                <a:gd name="connsiteX9" fmla="*/ 136945 w 152160"/>
                <a:gd name="connsiteY9" fmla="*/ 192736 h 253600"/>
                <a:gd name="connsiteX10" fmla="*/ 152160 w 152160"/>
                <a:gd name="connsiteY10" fmla="*/ 238384 h 253600"/>
                <a:gd name="connsiteX11" fmla="*/ 187665 w 152160"/>
                <a:gd name="connsiteY11" fmla="*/ 258672 h 253600"/>
                <a:gd name="connsiteX12" fmla="*/ 111584 w 152160"/>
                <a:gd name="connsiteY12" fmla="*/ 20288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2160" h="253600">
                  <a:moveTo>
                    <a:pt x="60864" y="111584"/>
                  </a:moveTo>
                  <a:lnTo>
                    <a:pt x="91296" y="45648"/>
                  </a:lnTo>
                  <a:lnTo>
                    <a:pt x="121728" y="147088"/>
                  </a:lnTo>
                  <a:lnTo>
                    <a:pt x="60864" y="111584"/>
                  </a:lnTo>
                  <a:moveTo>
                    <a:pt x="111584" y="20288"/>
                  </a:moveTo>
                  <a:lnTo>
                    <a:pt x="76080" y="0"/>
                  </a:lnTo>
                  <a:lnTo>
                    <a:pt x="0" y="147088"/>
                  </a:lnTo>
                  <a:lnTo>
                    <a:pt x="35504" y="167376"/>
                  </a:lnTo>
                  <a:lnTo>
                    <a:pt x="50720" y="142016"/>
                  </a:lnTo>
                  <a:lnTo>
                    <a:pt x="136945" y="192736"/>
                  </a:lnTo>
                  <a:lnTo>
                    <a:pt x="152160" y="238384"/>
                  </a:lnTo>
                  <a:lnTo>
                    <a:pt x="187665" y="258672"/>
                  </a:lnTo>
                  <a:lnTo>
                    <a:pt x="111584" y="20288"/>
                  </a:ln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A36D2A18-D241-48FA-A8DA-C16374DA7619}"/>
                </a:ext>
              </a:extLst>
            </p:cNvPr>
            <p:cNvSpPr/>
            <p:nvPr/>
          </p:nvSpPr>
          <p:spPr>
            <a:xfrm>
              <a:off x="7404579" y="2166071"/>
              <a:ext cx="152160" cy="202880"/>
            </a:xfrm>
            <a:custGeom>
              <a:avLst/>
              <a:gdLst>
                <a:gd name="connsiteX0" fmla="*/ 167376 w 152160"/>
                <a:gd name="connsiteY0" fmla="*/ 96368 h 202880"/>
                <a:gd name="connsiteX1" fmla="*/ 136944 w 152160"/>
                <a:gd name="connsiteY1" fmla="*/ 76080 h 202880"/>
                <a:gd name="connsiteX2" fmla="*/ 81152 w 152160"/>
                <a:gd name="connsiteY2" fmla="*/ 197808 h 202880"/>
                <a:gd name="connsiteX3" fmla="*/ 35504 w 152160"/>
                <a:gd name="connsiteY3" fmla="*/ 20288 h 202880"/>
                <a:gd name="connsiteX4" fmla="*/ 0 w 152160"/>
                <a:gd name="connsiteY4" fmla="*/ 0 h 202880"/>
                <a:gd name="connsiteX5" fmla="*/ 65936 w 152160"/>
                <a:gd name="connsiteY5" fmla="*/ 228240 h 202880"/>
                <a:gd name="connsiteX6" fmla="*/ 101440 w 152160"/>
                <a:gd name="connsiteY6" fmla="*/ 248528 h 202880"/>
                <a:gd name="connsiteX7" fmla="*/ 167376 w 152160"/>
                <a:gd name="connsiteY7" fmla="*/ 96368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160" h="202880">
                  <a:moveTo>
                    <a:pt x="167376" y="96368"/>
                  </a:moveTo>
                  <a:lnTo>
                    <a:pt x="136944" y="76080"/>
                  </a:lnTo>
                  <a:lnTo>
                    <a:pt x="81152" y="197808"/>
                  </a:lnTo>
                  <a:lnTo>
                    <a:pt x="35504" y="20288"/>
                  </a:lnTo>
                  <a:lnTo>
                    <a:pt x="0" y="0"/>
                  </a:lnTo>
                  <a:lnTo>
                    <a:pt x="65936" y="228240"/>
                  </a:lnTo>
                  <a:lnTo>
                    <a:pt x="101440" y="248528"/>
                  </a:lnTo>
                  <a:lnTo>
                    <a:pt x="167376" y="96368"/>
                  </a:ln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15BCEB18-C662-4062-8D75-7234D83F38AE}"/>
                </a:ext>
              </a:extLst>
            </p:cNvPr>
            <p:cNvSpPr/>
            <p:nvPr/>
          </p:nvSpPr>
          <p:spPr>
            <a:xfrm>
              <a:off x="7571955" y="2308087"/>
              <a:ext cx="152160" cy="253600"/>
            </a:xfrm>
            <a:custGeom>
              <a:avLst/>
              <a:gdLst>
                <a:gd name="connsiteX0" fmla="*/ 65936 w 152160"/>
                <a:gd name="connsiteY0" fmla="*/ 111584 h 253600"/>
                <a:gd name="connsiteX1" fmla="*/ 96368 w 152160"/>
                <a:gd name="connsiteY1" fmla="*/ 45648 h 253600"/>
                <a:gd name="connsiteX2" fmla="*/ 126800 w 152160"/>
                <a:gd name="connsiteY2" fmla="*/ 147088 h 253600"/>
                <a:gd name="connsiteX3" fmla="*/ 65936 w 152160"/>
                <a:gd name="connsiteY3" fmla="*/ 111584 h 253600"/>
                <a:gd name="connsiteX4" fmla="*/ 111584 w 152160"/>
                <a:gd name="connsiteY4" fmla="*/ 20288 h 253600"/>
                <a:gd name="connsiteX5" fmla="*/ 76080 w 152160"/>
                <a:gd name="connsiteY5" fmla="*/ 0 h 253600"/>
                <a:gd name="connsiteX6" fmla="*/ 0 w 152160"/>
                <a:gd name="connsiteY6" fmla="*/ 147088 h 253600"/>
                <a:gd name="connsiteX7" fmla="*/ 35504 w 152160"/>
                <a:gd name="connsiteY7" fmla="*/ 167376 h 253600"/>
                <a:gd name="connsiteX8" fmla="*/ 50720 w 152160"/>
                <a:gd name="connsiteY8" fmla="*/ 142016 h 253600"/>
                <a:gd name="connsiteX9" fmla="*/ 136945 w 152160"/>
                <a:gd name="connsiteY9" fmla="*/ 192736 h 253600"/>
                <a:gd name="connsiteX10" fmla="*/ 152160 w 152160"/>
                <a:gd name="connsiteY10" fmla="*/ 238384 h 253600"/>
                <a:gd name="connsiteX11" fmla="*/ 187665 w 152160"/>
                <a:gd name="connsiteY11" fmla="*/ 258672 h 253600"/>
                <a:gd name="connsiteX12" fmla="*/ 111584 w 152160"/>
                <a:gd name="connsiteY12" fmla="*/ 20288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2160" h="253600">
                  <a:moveTo>
                    <a:pt x="65936" y="111584"/>
                  </a:moveTo>
                  <a:lnTo>
                    <a:pt x="96368" y="45648"/>
                  </a:lnTo>
                  <a:lnTo>
                    <a:pt x="126800" y="147088"/>
                  </a:lnTo>
                  <a:lnTo>
                    <a:pt x="65936" y="111584"/>
                  </a:lnTo>
                  <a:moveTo>
                    <a:pt x="111584" y="20288"/>
                  </a:moveTo>
                  <a:lnTo>
                    <a:pt x="76080" y="0"/>
                  </a:lnTo>
                  <a:lnTo>
                    <a:pt x="0" y="147088"/>
                  </a:lnTo>
                  <a:lnTo>
                    <a:pt x="35504" y="167376"/>
                  </a:lnTo>
                  <a:lnTo>
                    <a:pt x="50720" y="142016"/>
                  </a:lnTo>
                  <a:lnTo>
                    <a:pt x="136945" y="192736"/>
                  </a:lnTo>
                  <a:lnTo>
                    <a:pt x="152160" y="238384"/>
                  </a:lnTo>
                  <a:lnTo>
                    <a:pt x="187665" y="258672"/>
                  </a:lnTo>
                  <a:lnTo>
                    <a:pt x="111584" y="20288"/>
                  </a:lnTo>
                </a:path>
              </a:pathLst>
            </a:custGeom>
            <a:solidFill>
              <a:schemeClr val="bg1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55F63DA8-1DD2-41BF-AC19-E56A67EC11C0}"/>
                </a:ext>
              </a:extLst>
            </p:cNvPr>
            <p:cNvSpPr/>
            <p:nvPr/>
          </p:nvSpPr>
          <p:spPr>
            <a:xfrm>
              <a:off x="8976902" y="3379515"/>
              <a:ext cx="101440" cy="507200"/>
            </a:xfrm>
            <a:custGeom>
              <a:avLst/>
              <a:gdLst>
                <a:gd name="connsiteX0" fmla="*/ 111584 w 101440"/>
                <a:gd name="connsiteY0" fmla="*/ 13981 h 507200"/>
                <a:gd name="connsiteX1" fmla="*/ 35504 w 101440"/>
                <a:gd name="connsiteY1" fmla="*/ 64701 h 507200"/>
                <a:gd name="connsiteX2" fmla="*/ 35504 w 101440"/>
                <a:gd name="connsiteY2" fmla="*/ 140782 h 507200"/>
                <a:gd name="connsiteX3" fmla="*/ 0 w 101440"/>
                <a:gd name="connsiteY3" fmla="*/ 166142 h 507200"/>
                <a:gd name="connsiteX4" fmla="*/ 0 w 101440"/>
                <a:gd name="connsiteY4" fmla="*/ 216862 h 507200"/>
                <a:gd name="connsiteX5" fmla="*/ 35504 w 101440"/>
                <a:gd name="connsiteY5" fmla="*/ 282798 h 507200"/>
                <a:gd name="connsiteX6" fmla="*/ 35504 w 101440"/>
                <a:gd name="connsiteY6" fmla="*/ 358878 h 507200"/>
                <a:gd name="connsiteX7" fmla="*/ 111584 w 101440"/>
                <a:gd name="connsiteY7" fmla="*/ 495822 h 507200"/>
                <a:gd name="connsiteX8" fmla="*/ 142016 w 101440"/>
                <a:gd name="connsiteY8" fmla="*/ 511038 h 507200"/>
                <a:gd name="connsiteX9" fmla="*/ 142016 w 101440"/>
                <a:gd name="connsiteY9" fmla="*/ 460318 h 507200"/>
                <a:gd name="connsiteX10" fmla="*/ 126800 w 101440"/>
                <a:gd name="connsiteY10" fmla="*/ 455246 h 507200"/>
                <a:gd name="connsiteX11" fmla="*/ 101440 w 101440"/>
                <a:gd name="connsiteY11" fmla="*/ 399454 h 507200"/>
                <a:gd name="connsiteX12" fmla="*/ 101440 w 101440"/>
                <a:gd name="connsiteY12" fmla="*/ 328446 h 507200"/>
                <a:gd name="connsiteX13" fmla="*/ 65936 w 101440"/>
                <a:gd name="connsiteY13" fmla="*/ 237150 h 507200"/>
                <a:gd name="connsiteX14" fmla="*/ 101440 w 101440"/>
                <a:gd name="connsiteY14" fmla="*/ 186430 h 507200"/>
                <a:gd name="connsiteX15" fmla="*/ 101440 w 101440"/>
                <a:gd name="connsiteY15" fmla="*/ 115421 h 507200"/>
                <a:gd name="connsiteX16" fmla="*/ 126800 w 101440"/>
                <a:gd name="connsiteY16" fmla="*/ 84990 h 507200"/>
                <a:gd name="connsiteX17" fmla="*/ 142016 w 101440"/>
                <a:gd name="connsiteY17" fmla="*/ 95134 h 507200"/>
                <a:gd name="connsiteX18" fmla="*/ 142016 w 101440"/>
                <a:gd name="connsiteY18" fmla="*/ 44414 h 507200"/>
                <a:gd name="connsiteX19" fmla="*/ 111584 w 101440"/>
                <a:gd name="connsiteY19" fmla="*/ 13981 h 50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1440" h="507200">
                  <a:moveTo>
                    <a:pt x="111584" y="13981"/>
                  </a:moveTo>
                  <a:cubicBezTo>
                    <a:pt x="60864" y="-16451"/>
                    <a:pt x="35504" y="3837"/>
                    <a:pt x="35504" y="64701"/>
                  </a:cubicBezTo>
                  <a:lnTo>
                    <a:pt x="35504" y="140782"/>
                  </a:lnTo>
                  <a:cubicBezTo>
                    <a:pt x="35504" y="161070"/>
                    <a:pt x="30432" y="186430"/>
                    <a:pt x="0" y="166142"/>
                  </a:cubicBezTo>
                  <a:lnTo>
                    <a:pt x="0" y="216862"/>
                  </a:lnTo>
                  <a:cubicBezTo>
                    <a:pt x="30432" y="232078"/>
                    <a:pt x="35504" y="262510"/>
                    <a:pt x="35504" y="282798"/>
                  </a:cubicBezTo>
                  <a:lnTo>
                    <a:pt x="35504" y="358878"/>
                  </a:lnTo>
                  <a:cubicBezTo>
                    <a:pt x="35504" y="419742"/>
                    <a:pt x="60864" y="465390"/>
                    <a:pt x="111584" y="495822"/>
                  </a:cubicBezTo>
                  <a:cubicBezTo>
                    <a:pt x="121728" y="500894"/>
                    <a:pt x="131872" y="505966"/>
                    <a:pt x="142016" y="511038"/>
                  </a:cubicBezTo>
                  <a:lnTo>
                    <a:pt x="142016" y="460318"/>
                  </a:lnTo>
                  <a:cubicBezTo>
                    <a:pt x="136944" y="455246"/>
                    <a:pt x="131872" y="455246"/>
                    <a:pt x="126800" y="455246"/>
                  </a:cubicBezTo>
                  <a:cubicBezTo>
                    <a:pt x="106512" y="440030"/>
                    <a:pt x="101440" y="429886"/>
                    <a:pt x="101440" y="399454"/>
                  </a:cubicBezTo>
                  <a:lnTo>
                    <a:pt x="101440" y="328446"/>
                  </a:lnTo>
                  <a:cubicBezTo>
                    <a:pt x="101440" y="298014"/>
                    <a:pt x="101440" y="272654"/>
                    <a:pt x="65936" y="237150"/>
                  </a:cubicBezTo>
                  <a:cubicBezTo>
                    <a:pt x="101440" y="247294"/>
                    <a:pt x="101440" y="216862"/>
                    <a:pt x="101440" y="186430"/>
                  </a:cubicBezTo>
                  <a:lnTo>
                    <a:pt x="101440" y="115421"/>
                  </a:lnTo>
                  <a:cubicBezTo>
                    <a:pt x="101440" y="84990"/>
                    <a:pt x="106512" y="74845"/>
                    <a:pt x="126800" y="84990"/>
                  </a:cubicBezTo>
                  <a:cubicBezTo>
                    <a:pt x="131872" y="90061"/>
                    <a:pt x="136944" y="90061"/>
                    <a:pt x="142016" y="95134"/>
                  </a:cubicBezTo>
                  <a:lnTo>
                    <a:pt x="142016" y="44414"/>
                  </a:lnTo>
                  <a:cubicBezTo>
                    <a:pt x="126800" y="29197"/>
                    <a:pt x="116656" y="19054"/>
                    <a:pt x="111584" y="13981"/>
                  </a:cubicBezTo>
                </a:path>
              </a:pathLst>
            </a:custGeom>
            <a:solidFill>
              <a:srgbClr val="232A4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8BA3AB55-4CAE-4D3B-8639-8B3E03AFFDDA}"/>
                </a:ext>
              </a:extLst>
            </p:cNvPr>
            <p:cNvSpPr/>
            <p:nvPr/>
          </p:nvSpPr>
          <p:spPr>
            <a:xfrm>
              <a:off x="9220359" y="3474648"/>
              <a:ext cx="101440" cy="456480"/>
            </a:xfrm>
            <a:custGeom>
              <a:avLst/>
              <a:gdLst>
                <a:gd name="connsiteX0" fmla="*/ 35504 w 101440"/>
                <a:gd name="connsiteY0" fmla="*/ 15216 h 456480"/>
                <a:gd name="connsiteX1" fmla="*/ 5072 w 101440"/>
                <a:gd name="connsiteY1" fmla="*/ 0 h 456480"/>
                <a:gd name="connsiteX2" fmla="*/ 5072 w 101440"/>
                <a:gd name="connsiteY2" fmla="*/ 50720 h 456480"/>
                <a:gd name="connsiteX3" fmla="*/ 20288 w 101440"/>
                <a:gd name="connsiteY3" fmla="*/ 55792 h 456480"/>
                <a:gd name="connsiteX4" fmla="*/ 45648 w 101440"/>
                <a:gd name="connsiteY4" fmla="*/ 116656 h 456480"/>
                <a:gd name="connsiteX5" fmla="*/ 45648 w 101440"/>
                <a:gd name="connsiteY5" fmla="*/ 187664 h 456480"/>
                <a:gd name="connsiteX6" fmla="*/ 76080 w 101440"/>
                <a:gd name="connsiteY6" fmla="*/ 278960 h 456480"/>
                <a:gd name="connsiteX7" fmla="*/ 40575 w 101440"/>
                <a:gd name="connsiteY7" fmla="*/ 329680 h 456480"/>
                <a:gd name="connsiteX8" fmla="*/ 40575 w 101440"/>
                <a:gd name="connsiteY8" fmla="*/ 400688 h 456480"/>
                <a:gd name="connsiteX9" fmla="*/ 15215 w 101440"/>
                <a:gd name="connsiteY9" fmla="*/ 426048 h 456480"/>
                <a:gd name="connsiteX10" fmla="*/ 0 w 101440"/>
                <a:gd name="connsiteY10" fmla="*/ 415904 h 456480"/>
                <a:gd name="connsiteX11" fmla="*/ 0 w 101440"/>
                <a:gd name="connsiteY11" fmla="*/ 466624 h 456480"/>
                <a:gd name="connsiteX12" fmla="*/ 30432 w 101440"/>
                <a:gd name="connsiteY12" fmla="*/ 486912 h 456480"/>
                <a:gd name="connsiteX13" fmla="*/ 106512 w 101440"/>
                <a:gd name="connsiteY13" fmla="*/ 436192 h 456480"/>
                <a:gd name="connsiteX14" fmla="*/ 106512 w 101440"/>
                <a:gd name="connsiteY14" fmla="*/ 360112 h 456480"/>
                <a:gd name="connsiteX15" fmla="*/ 142016 w 101440"/>
                <a:gd name="connsiteY15" fmla="*/ 334752 h 456480"/>
                <a:gd name="connsiteX16" fmla="*/ 142016 w 101440"/>
                <a:gd name="connsiteY16" fmla="*/ 284032 h 456480"/>
                <a:gd name="connsiteX17" fmla="*/ 106512 w 101440"/>
                <a:gd name="connsiteY17" fmla="*/ 218096 h 456480"/>
                <a:gd name="connsiteX18" fmla="*/ 106512 w 101440"/>
                <a:gd name="connsiteY18" fmla="*/ 142016 h 456480"/>
                <a:gd name="connsiteX19" fmla="*/ 35504 w 101440"/>
                <a:gd name="connsiteY19" fmla="*/ 15216 h 456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1440" h="456480">
                  <a:moveTo>
                    <a:pt x="35504" y="15216"/>
                  </a:moveTo>
                  <a:cubicBezTo>
                    <a:pt x="25360" y="10144"/>
                    <a:pt x="15215" y="5072"/>
                    <a:pt x="5072" y="0"/>
                  </a:cubicBezTo>
                  <a:lnTo>
                    <a:pt x="5072" y="50720"/>
                  </a:lnTo>
                  <a:cubicBezTo>
                    <a:pt x="10144" y="50720"/>
                    <a:pt x="15215" y="55792"/>
                    <a:pt x="20288" y="55792"/>
                  </a:cubicBezTo>
                  <a:cubicBezTo>
                    <a:pt x="40575" y="65936"/>
                    <a:pt x="45648" y="86224"/>
                    <a:pt x="45648" y="116656"/>
                  </a:cubicBezTo>
                  <a:lnTo>
                    <a:pt x="45648" y="187664"/>
                  </a:lnTo>
                  <a:cubicBezTo>
                    <a:pt x="45648" y="218096"/>
                    <a:pt x="40575" y="243456"/>
                    <a:pt x="76080" y="278960"/>
                  </a:cubicBezTo>
                  <a:cubicBezTo>
                    <a:pt x="40575" y="268816"/>
                    <a:pt x="40575" y="299248"/>
                    <a:pt x="40575" y="329680"/>
                  </a:cubicBezTo>
                  <a:lnTo>
                    <a:pt x="40575" y="400688"/>
                  </a:lnTo>
                  <a:cubicBezTo>
                    <a:pt x="40575" y="431120"/>
                    <a:pt x="35504" y="441264"/>
                    <a:pt x="15215" y="426048"/>
                  </a:cubicBezTo>
                  <a:cubicBezTo>
                    <a:pt x="10144" y="426048"/>
                    <a:pt x="5072" y="420976"/>
                    <a:pt x="0" y="415904"/>
                  </a:cubicBezTo>
                  <a:lnTo>
                    <a:pt x="0" y="466624"/>
                  </a:lnTo>
                  <a:cubicBezTo>
                    <a:pt x="10144" y="476768"/>
                    <a:pt x="20288" y="481840"/>
                    <a:pt x="30432" y="486912"/>
                  </a:cubicBezTo>
                  <a:cubicBezTo>
                    <a:pt x="81152" y="517344"/>
                    <a:pt x="106512" y="497056"/>
                    <a:pt x="106512" y="436192"/>
                  </a:cubicBezTo>
                  <a:lnTo>
                    <a:pt x="106512" y="360112"/>
                  </a:lnTo>
                  <a:cubicBezTo>
                    <a:pt x="106512" y="339824"/>
                    <a:pt x="111584" y="314464"/>
                    <a:pt x="142016" y="334752"/>
                  </a:cubicBezTo>
                  <a:lnTo>
                    <a:pt x="142016" y="284032"/>
                  </a:lnTo>
                  <a:cubicBezTo>
                    <a:pt x="111584" y="268816"/>
                    <a:pt x="106512" y="238384"/>
                    <a:pt x="106512" y="218096"/>
                  </a:cubicBezTo>
                  <a:lnTo>
                    <a:pt x="106512" y="142016"/>
                  </a:lnTo>
                  <a:cubicBezTo>
                    <a:pt x="106512" y="91296"/>
                    <a:pt x="81152" y="45648"/>
                    <a:pt x="35504" y="15216"/>
                  </a:cubicBezTo>
                </a:path>
              </a:pathLst>
            </a:custGeom>
            <a:solidFill>
              <a:srgbClr val="232A4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8552CD50-B855-4004-9976-EB3790741172}"/>
                </a:ext>
              </a:extLst>
            </p:cNvPr>
            <p:cNvSpPr/>
            <p:nvPr/>
          </p:nvSpPr>
          <p:spPr>
            <a:xfrm>
              <a:off x="3174522" y="2864972"/>
              <a:ext cx="101440" cy="202880"/>
            </a:xfrm>
            <a:custGeom>
              <a:avLst/>
              <a:gdLst>
                <a:gd name="connsiteX0" fmla="*/ 71008 w 101440"/>
                <a:gd name="connsiteY0" fmla="*/ 11179 h 202880"/>
                <a:gd name="connsiteX1" fmla="*/ 5072 w 101440"/>
                <a:gd name="connsiteY1" fmla="*/ 31467 h 202880"/>
                <a:gd name="connsiteX2" fmla="*/ 71008 w 101440"/>
                <a:gd name="connsiteY2" fmla="*/ 127835 h 202880"/>
                <a:gd name="connsiteX3" fmla="*/ 111584 w 101440"/>
                <a:gd name="connsiteY3" fmla="*/ 178555 h 202880"/>
                <a:gd name="connsiteX4" fmla="*/ 71008 w 101440"/>
                <a:gd name="connsiteY4" fmla="*/ 183627 h 202880"/>
                <a:gd name="connsiteX5" fmla="*/ 25360 w 101440"/>
                <a:gd name="connsiteY5" fmla="*/ 127835 h 202880"/>
                <a:gd name="connsiteX6" fmla="*/ 0 w 101440"/>
                <a:gd name="connsiteY6" fmla="*/ 127835 h 202880"/>
                <a:gd name="connsiteX7" fmla="*/ 71008 w 101440"/>
                <a:gd name="connsiteY7" fmla="*/ 219131 h 202880"/>
                <a:gd name="connsiteX8" fmla="*/ 142016 w 101440"/>
                <a:gd name="connsiteY8" fmla="*/ 198843 h 202880"/>
                <a:gd name="connsiteX9" fmla="*/ 76080 w 101440"/>
                <a:gd name="connsiteY9" fmla="*/ 97403 h 202880"/>
                <a:gd name="connsiteX10" fmla="*/ 40576 w 101440"/>
                <a:gd name="connsiteY10" fmla="*/ 51755 h 202880"/>
                <a:gd name="connsiteX11" fmla="*/ 76080 w 101440"/>
                <a:gd name="connsiteY11" fmla="*/ 46683 h 202880"/>
                <a:gd name="connsiteX12" fmla="*/ 116656 w 101440"/>
                <a:gd name="connsiteY12" fmla="*/ 92331 h 202880"/>
                <a:gd name="connsiteX13" fmla="*/ 142016 w 101440"/>
                <a:gd name="connsiteY13" fmla="*/ 92331 h 202880"/>
                <a:gd name="connsiteX14" fmla="*/ 71008 w 101440"/>
                <a:gd name="connsiteY14" fmla="*/ 11179 h 20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1440" h="202880">
                  <a:moveTo>
                    <a:pt x="71008" y="11179"/>
                  </a:moveTo>
                  <a:cubicBezTo>
                    <a:pt x="40576" y="-4037"/>
                    <a:pt x="5072" y="-9109"/>
                    <a:pt x="5072" y="31467"/>
                  </a:cubicBezTo>
                  <a:cubicBezTo>
                    <a:pt x="5072" y="77115"/>
                    <a:pt x="35504" y="102475"/>
                    <a:pt x="71008" y="127835"/>
                  </a:cubicBezTo>
                  <a:cubicBezTo>
                    <a:pt x="91296" y="143051"/>
                    <a:pt x="111584" y="158267"/>
                    <a:pt x="111584" y="178555"/>
                  </a:cubicBezTo>
                  <a:cubicBezTo>
                    <a:pt x="111584" y="198843"/>
                    <a:pt x="91296" y="198843"/>
                    <a:pt x="71008" y="183627"/>
                  </a:cubicBezTo>
                  <a:cubicBezTo>
                    <a:pt x="50720" y="173483"/>
                    <a:pt x="30432" y="153195"/>
                    <a:pt x="25360" y="127835"/>
                  </a:cubicBezTo>
                  <a:lnTo>
                    <a:pt x="0" y="127835"/>
                  </a:lnTo>
                  <a:cubicBezTo>
                    <a:pt x="10144" y="168411"/>
                    <a:pt x="40576" y="198843"/>
                    <a:pt x="71008" y="219131"/>
                  </a:cubicBezTo>
                  <a:cubicBezTo>
                    <a:pt x="106512" y="239419"/>
                    <a:pt x="142016" y="239419"/>
                    <a:pt x="142016" y="198843"/>
                  </a:cubicBezTo>
                  <a:cubicBezTo>
                    <a:pt x="142016" y="153195"/>
                    <a:pt x="111584" y="122763"/>
                    <a:pt x="76080" y="97403"/>
                  </a:cubicBezTo>
                  <a:cubicBezTo>
                    <a:pt x="55792" y="82187"/>
                    <a:pt x="40576" y="66971"/>
                    <a:pt x="40576" y="51755"/>
                  </a:cubicBezTo>
                  <a:cubicBezTo>
                    <a:pt x="40576" y="36539"/>
                    <a:pt x="50720" y="31467"/>
                    <a:pt x="76080" y="46683"/>
                  </a:cubicBezTo>
                  <a:cubicBezTo>
                    <a:pt x="96368" y="56827"/>
                    <a:pt x="111584" y="77115"/>
                    <a:pt x="116656" y="92331"/>
                  </a:cubicBezTo>
                  <a:lnTo>
                    <a:pt x="142016" y="92331"/>
                  </a:lnTo>
                  <a:cubicBezTo>
                    <a:pt x="126800" y="51755"/>
                    <a:pt x="96368" y="26395"/>
                    <a:pt x="71008" y="11179"/>
                  </a:cubicBezTo>
                </a:path>
              </a:pathLst>
            </a:custGeom>
            <a:solidFill>
              <a:srgbClr val="232A4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BD24A000-EF9A-49E9-BE45-B7CFD2BE7AFB}"/>
                </a:ext>
              </a:extLst>
            </p:cNvPr>
            <p:cNvSpPr/>
            <p:nvPr/>
          </p:nvSpPr>
          <p:spPr>
            <a:xfrm>
              <a:off x="3336827" y="2963244"/>
              <a:ext cx="152160" cy="253600"/>
            </a:xfrm>
            <a:custGeom>
              <a:avLst/>
              <a:gdLst>
                <a:gd name="connsiteX0" fmla="*/ 81152 w 152160"/>
                <a:gd name="connsiteY0" fmla="*/ 181723 h 253600"/>
                <a:gd name="connsiteX1" fmla="*/ 25360 w 152160"/>
                <a:gd name="connsiteY1" fmla="*/ 85355 h 253600"/>
                <a:gd name="connsiteX2" fmla="*/ 81152 w 152160"/>
                <a:gd name="connsiteY2" fmla="*/ 49851 h 253600"/>
                <a:gd name="connsiteX3" fmla="*/ 136944 w 152160"/>
                <a:gd name="connsiteY3" fmla="*/ 146219 h 253600"/>
                <a:gd name="connsiteX4" fmla="*/ 81152 w 152160"/>
                <a:gd name="connsiteY4" fmla="*/ 181723 h 253600"/>
                <a:gd name="connsiteX5" fmla="*/ 86224 w 152160"/>
                <a:gd name="connsiteY5" fmla="*/ 14347 h 253600"/>
                <a:gd name="connsiteX6" fmla="*/ 0 w 152160"/>
                <a:gd name="connsiteY6" fmla="*/ 65067 h 253600"/>
                <a:gd name="connsiteX7" fmla="*/ 86224 w 152160"/>
                <a:gd name="connsiteY7" fmla="*/ 217227 h 253600"/>
                <a:gd name="connsiteX8" fmla="*/ 131872 w 152160"/>
                <a:gd name="connsiteY8" fmla="*/ 232443 h 253600"/>
                <a:gd name="connsiteX9" fmla="*/ 152160 w 152160"/>
                <a:gd name="connsiteY9" fmla="*/ 267947 h 253600"/>
                <a:gd name="connsiteX10" fmla="*/ 172448 w 152160"/>
                <a:gd name="connsiteY10" fmla="*/ 252731 h 253600"/>
                <a:gd name="connsiteX11" fmla="*/ 152160 w 152160"/>
                <a:gd name="connsiteY11" fmla="*/ 217227 h 253600"/>
                <a:gd name="connsiteX12" fmla="*/ 167376 w 152160"/>
                <a:gd name="connsiteY12" fmla="*/ 161435 h 253600"/>
                <a:gd name="connsiteX13" fmla="*/ 86224 w 152160"/>
                <a:gd name="connsiteY13" fmla="*/ 14347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2160" h="253600">
                  <a:moveTo>
                    <a:pt x="81152" y="181723"/>
                  </a:moveTo>
                  <a:cubicBezTo>
                    <a:pt x="45648" y="161435"/>
                    <a:pt x="25360" y="115787"/>
                    <a:pt x="25360" y="85355"/>
                  </a:cubicBezTo>
                  <a:cubicBezTo>
                    <a:pt x="25360" y="54923"/>
                    <a:pt x="40576" y="24491"/>
                    <a:pt x="81152" y="49851"/>
                  </a:cubicBezTo>
                  <a:cubicBezTo>
                    <a:pt x="121728" y="75211"/>
                    <a:pt x="136944" y="115787"/>
                    <a:pt x="136944" y="146219"/>
                  </a:cubicBezTo>
                  <a:cubicBezTo>
                    <a:pt x="142016" y="176651"/>
                    <a:pt x="121728" y="207083"/>
                    <a:pt x="81152" y="181723"/>
                  </a:cubicBezTo>
                  <a:moveTo>
                    <a:pt x="86224" y="14347"/>
                  </a:moveTo>
                  <a:cubicBezTo>
                    <a:pt x="25360" y="-21157"/>
                    <a:pt x="0" y="14347"/>
                    <a:pt x="0" y="65067"/>
                  </a:cubicBezTo>
                  <a:cubicBezTo>
                    <a:pt x="0" y="115787"/>
                    <a:pt x="25360" y="181723"/>
                    <a:pt x="86224" y="217227"/>
                  </a:cubicBezTo>
                  <a:cubicBezTo>
                    <a:pt x="106512" y="227371"/>
                    <a:pt x="121728" y="232443"/>
                    <a:pt x="131872" y="232443"/>
                  </a:cubicBezTo>
                  <a:lnTo>
                    <a:pt x="152160" y="267947"/>
                  </a:lnTo>
                  <a:lnTo>
                    <a:pt x="172448" y="252731"/>
                  </a:lnTo>
                  <a:lnTo>
                    <a:pt x="152160" y="217227"/>
                  </a:lnTo>
                  <a:cubicBezTo>
                    <a:pt x="162304" y="207083"/>
                    <a:pt x="167376" y="186795"/>
                    <a:pt x="167376" y="161435"/>
                  </a:cubicBezTo>
                  <a:cubicBezTo>
                    <a:pt x="167376" y="115787"/>
                    <a:pt x="142016" y="49851"/>
                    <a:pt x="86224" y="14347"/>
                  </a:cubicBezTo>
                </a:path>
              </a:pathLst>
            </a:custGeom>
            <a:solidFill>
              <a:srgbClr val="232A4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4A304BBB-CC6B-44F5-8E11-22FF25403F44}"/>
                </a:ext>
              </a:extLst>
            </p:cNvPr>
            <p:cNvSpPr/>
            <p:nvPr/>
          </p:nvSpPr>
          <p:spPr>
            <a:xfrm>
              <a:off x="3529563" y="3048600"/>
              <a:ext cx="101440" cy="253600"/>
            </a:xfrm>
            <a:custGeom>
              <a:avLst/>
              <a:gdLst>
                <a:gd name="connsiteX0" fmla="*/ 30432 w 101440"/>
                <a:gd name="connsiteY0" fmla="*/ 15216 h 253600"/>
                <a:gd name="connsiteX1" fmla="*/ 0 w 101440"/>
                <a:gd name="connsiteY1" fmla="*/ 0 h 253600"/>
                <a:gd name="connsiteX2" fmla="*/ 0 w 101440"/>
                <a:gd name="connsiteY2" fmla="*/ 192736 h 253600"/>
                <a:gd name="connsiteX3" fmla="*/ 116656 w 101440"/>
                <a:gd name="connsiteY3" fmla="*/ 258672 h 253600"/>
                <a:gd name="connsiteX4" fmla="*/ 116656 w 101440"/>
                <a:gd name="connsiteY4" fmla="*/ 228240 h 253600"/>
                <a:gd name="connsiteX5" fmla="*/ 30432 w 101440"/>
                <a:gd name="connsiteY5" fmla="*/ 177520 h 253600"/>
                <a:gd name="connsiteX6" fmla="*/ 30432 w 101440"/>
                <a:gd name="connsiteY6" fmla="*/ 15216 h 2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40" h="253600">
                  <a:moveTo>
                    <a:pt x="30432" y="15216"/>
                  </a:moveTo>
                  <a:lnTo>
                    <a:pt x="0" y="0"/>
                  </a:lnTo>
                  <a:lnTo>
                    <a:pt x="0" y="192736"/>
                  </a:lnTo>
                  <a:lnTo>
                    <a:pt x="116656" y="258672"/>
                  </a:lnTo>
                  <a:lnTo>
                    <a:pt x="116656" y="228240"/>
                  </a:lnTo>
                  <a:lnTo>
                    <a:pt x="30432" y="177520"/>
                  </a:lnTo>
                  <a:lnTo>
                    <a:pt x="30432" y="15216"/>
                  </a:lnTo>
                </a:path>
              </a:pathLst>
            </a:custGeom>
            <a:solidFill>
              <a:srgbClr val="232A4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37B6AA4-5F2E-41EB-A4C5-2CFCD48FBBE7}"/>
                </a:ext>
              </a:extLst>
            </p:cNvPr>
            <p:cNvSpPr/>
            <p:nvPr/>
          </p:nvSpPr>
          <p:spPr>
            <a:xfrm>
              <a:off x="3757381" y="2284024"/>
              <a:ext cx="202880" cy="304320"/>
            </a:xfrm>
            <a:custGeom>
              <a:avLst/>
              <a:gdLst>
                <a:gd name="connsiteX0" fmla="*/ 122151 w 202880"/>
                <a:gd name="connsiteY0" fmla="*/ 18991 h 304320"/>
                <a:gd name="connsiteX1" fmla="*/ 423 w 202880"/>
                <a:gd name="connsiteY1" fmla="*/ 232015 h 304320"/>
                <a:gd name="connsiteX2" fmla="*/ 127223 w 202880"/>
                <a:gd name="connsiteY2" fmla="*/ 297952 h 304320"/>
                <a:gd name="connsiteX3" fmla="*/ 218519 w 202880"/>
                <a:gd name="connsiteY3" fmla="*/ 206655 h 304320"/>
                <a:gd name="connsiteX4" fmla="*/ 188087 w 202880"/>
                <a:gd name="connsiteY4" fmla="*/ 191439 h 304320"/>
                <a:gd name="connsiteX5" fmla="*/ 127223 w 202880"/>
                <a:gd name="connsiteY5" fmla="*/ 252303 h 304320"/>
                <a:gd name="connsiteX6" fmla="*/ 46071 w 202880"/>
                <a:gd name="connsiteY6" fmla="*/ 206655 h 304320"/>
                <a:gd name="connsiteX7" fmla="*/ 127223 w 202880"/>
                <a:gd name="connsiteY7" fmla="*/ 64639 h 304320"/>
                <a:gd name="connsiteX8" fmla="*/ 183015 w 202880"/>
                <a:gd name="connsiteY8" fmla="*/ 59567 h 304320"/>
                <a:gd name="connsiteX9" fmla="*/ 213447 w 202880"/>
                <a:gd name="connsiteY9" fmla="*/ 8847 h 304320"/>
                <a:gd name="connsiteX10" fmla="*/ 122151 w 202880"/>
                <a:gd name="connsiteY10" fmla="*/ 18991 h 30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2880" h="304320">
                  <a:moveTo>
                    <a:pt x="122151" y="18991"/>
                  </a:moveTo>
                  <a:cubicBezTo>
                    <a:pt x="35927" y="69711"/>
                    <a:pt x="-4649" y="161007"/>
                    <a:pt x="423" y="232015"/>
                  </a:cubicBezTo>
                  <a:cubicBezTo>
                    <a:pt x="423" y="303024"/>
                    <a:pt x="35927" y="348672"/>
                    <a:pt x="127223" y="297952"/>
                  </a:cubicBezTo>
                  <a:cubicBezTo>
                    <a:pt x="162727" y="277664"/>
                    <a:pt x="193159" y="247231"/>
                    <a:pt x="218519" y="206655"/>
                  </a:cubicBezTo>
                  <a:lnTo>
                    <a:pt x="188087" y="191439"/>
                  </a:lnTo>
                  <a:cubicBezTo>
                    <a:pt x="172871" y="216800"/>
                    <a:pt x="147511" y="242160"/>
                    <a:pt x="127223" y="252303"/>
                  </a:cubicBezTo>
                  <a:cubicBezTo>
                    <a:pt x="71431" y="287808"/>
                    <a:pt x="46071" y="252303"/>
                    <a:pt x="46071" y="206655"/>
                  </a:cubicBezTo>
                  <a:cubicBezTo>
                    <a:pt x="46071" y="161007"/>
                    <a:pt x="71431" y="100143"/>
                    <a:pt x="127223" y="64639"/>
                  </a:cubicBezTo>
                  <a:cubicBezTo>
                    <a:pt x="147511" y="54495"/>
                    <a:pt x="167799" y="49423"/>
                    <a:pt x="183015" y="59567"/>
                  </a:cubicBezTo>
                  <a:lnTo>
                    <a:pt x="213447" y="8847"/>
                  </a:lnTo>
                  <a:cubicBezTo>
                    <a:pt x="183015" y="-6369"/>
                    <a:pt x="152583" y="-1297"/>
                    <a:pt x="122151" y="18991"/>
                  </a:cubicBezTo>
                </a:path>
              </a:pathLst>
            </a:custGeom>
            <a:solidFill>
              <a:srgbClr val="232A4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CC690D9-60B6-445E-90C1-65EDE9170925}"/>
                </a:ext>
              </a:extLst>
            </p:cNvPr>
            <p:cNvSpPr/>
            <p:nvPr/>
          </p:nvSpPr>
          <p:spPr>
            <a:xfrm>
              <a:off x="3970828" y="2257367"/>
              <a:ext cx="101440" cy="152160"/>
            </a:xfrm>
            <a:custGeom>
              <a:avLst/>
              <a:gdLst>
                <a:gd name="connsiteX0" fmla="*/ 91296 w 101440"/>
                <a:gd name="connsiteY0" fmla="*/ 0 h 152160"/>
                <a:gd name="connsiteX1" fmla="*/ 50720 w 101440"/>
                <a:gd name="connsiteY1" fmla="*/ 25360 h 152160"/>
                <a:gd name="connsiteX2" fmla="*/ 50720 w 101440"/>
                <a:gd name="connsiteY2" fmla="*/ 81152 h 152160"/>
                <a:gd name="connsiteX3" fmla="*/ 0 w 101440"/>
                <a:gd name="connsiteY3" fmla="*/ 111584 h 152160"/>
                <a:gd name="connsiteX4" fmla="*/ 0 w 101440"/>
                <a:gd name="connsiteY4" fmla="*/ 152160 h 152160"/>
                <a:gd name="connsiteX5" fmla="*/ 50720 w 101440"/>
                <a:gd name="connsiteY5" fmla="*/ 121728 h 152160"/>
                <a:gd name="connsiteX6" fmla="*/ 50720 w 101440"/>
                <a:gd name="connsiteY6" fmla="*/ 182592 h 152160"/>
                <a:gd name="connsiteX7" fmla="*/ 91296 w 101440"/>
                <a:gd name="connsiteY7" fmla="*/ 157232 h 152160"/>
                <a:gd name="connsiteX8" fmla="*/ 91296 w 101440"/>
                <a:gd name="connsiteY8" fmla="*/ 101440 h 152160"/>
                <a:gd name="connsiteX9" fmla="*/ 142016 w 101440"/>
                <a:gd name="connsiteY9" fmla="*/ 71008 h 152160"/>
                <a:gd name="connsiteX10" fmla="*/ 142016 w 101440"/>
                <a:gd name="connsiteY10" fmla="*/ 30432 h 152160"/>
                <a:gd name="connsiteX11" fmla="*/ 91296 w 101440"/>
                <a:gd name="connsiteY11" fmla="*/ 60864 h 152160"/>
                <a:gd name="connsiteX12" fmla="*/ 91296 w 101440"/>
                <a:gd name="connsiteY12" fmla="*/ 0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440" h="152160">
                  <a:moveTo>
                    <a:pt x="91296" y="0"/>
                  </a:moveTo>
                  <a:lnTo>
                    <a:pt x="50720" y="25360"/>
                  </a:lnTo>
                  <a:lnTo>
                    <a:pt x="50720" y="81152"/>
                  </a:lnTo>
                  <a:lnTo>
                    <a:pt x="0" y="111584"/>
                  </a:lnTo>
                  <a:lnTo>
                    <a:pt x="0" y="152160"/>
                  </a:lnTo>
                  <a:lnTo>
                    <a:pt x="50720" y="121728"/>
                  </a:lnTo>
                  <a:lnTo>
                    <a:pt x="50720" y="182592"/>
                  </a:lnTo>
                  <a:lnTo>
                    <a:pt x="91296" y="157232"/>
                  </a:lnTo>
                  <a:lnTo>
                    <a:pt x="91296" y="101440"/>
                  </a:lnTo>
                  <a:lnTo>
                    <a:pt x="142016" y="71008"/>
                  </a:lnTo>
                  <a:lnTo>
                    <a:pt x="142016" y="30432"/>
                  </a:lnTo>
                  <a:lnTo>
                    <a:pt x="91296" y="60864"/>
                  </a:lnTo>
                  <a:lnTo>
                    <a:pt x="91296" y="0"/>
                  </a:lnTo>
                </a:path>
              </a:pathLst>
            </a:custGeom>
            <a:solidFill>
              <a:srgbClr val="232A4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E8DB615-5608-49A1-9ED6-1D72DDE009E5}"/>
                </a:ext>
              </a:extLst>
            </p:cNvPr>
            <p:cNvSpPr/>
            <p:nvPr/>
          </p:nvSpPr>
          <p:spPr>
            <a:xfrm>
              <a:off x="4128060" y="2166071"/>
              <a:ext cx="101440" cy="152160"/>
            </a:xfrm>
            <a:custGeom>
              <a:avLst/>
              <a:gdLst>
                <a:gd name="connsiteX0" fmla="*/ 91296 w 101440"/>
                <a:gd name="connsiteY0" fmla="*/ 0 h 152160"/>
                <a:gd name="connsiteX1" fmla="*/ 50720 w 101440"/>
                <a:gd name="connsiteY1" fmla="*/ 25360 h 152160"/>
                <a:gd name="connsiteX2" fmla="*/ 50720 w 101440"/>
                <a:gd name="connsiteY2" fmla="*/ 81152 h 152160"/>
                <a:gd name="connsiteX3" fmla="*/ 0 w 101440"/>
                <a:gd name="connsiteY3" fmla="*/ 111584 h 152160"/>
                <a:gd name="connsiteX4" fmla="*/ 0 w 101440"/>
                <a:gd name="connsiteY4" fmla="*/ 152160 h 152160"/>
                <a:gd name="connsiteX5" fmla="*/ 50720 w 101440"/>
                <a:gd name="connsiteY5" fmla="*/ 126800 h 152160"/>
                <a:gd name="connsiteX6" fmla="*/ 50720 w 101440"/>
                <a:gd name="connsiteY6" fmla="*/ 182592 h 152160"/>
                <a:gd name="connsiteX7" fmla="*/ 91296 w 101440"/>
                <a:gd name="connsiteY7" fmla="*/ 157232 h 152160"/>
                <a:gd name="connsiteX8" fmla="*/ 91296 w 101440"/>
                <a:gd name="connsiteY8" fmla="*/ 101440 h 152160"/>
                <a:gd name="connsiteX9" fmla="*/ 142016 w 101440"/>
                <a:gd name="connsiteY9" fmla="*/ 71008 h 152160"/>
                <a:gd name="connsiteX10" fmla="*/ 136944 w 101440"/>
                <a:gd name="connsiteY10" fmla="*/ 30432 h 152160"/>
                <a:gd name="connsiteX11" fmla="*/ 91296 w 101440"/>
                <a:gd name="connsiteY11" fmla="*/ 60864 h 152160"/>
                <a:gd name="connsiteX12" fmla="*/ 91296 w 101440"/>
                <a:gd name="connsiteY12" fmla="*/ 0 h 15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440" h="152160">
                  <a:moveTo>
                    <a:pt x="91296" y="0"/>
                  </a:moveTo>
                  <a:lnTo>
                    <a:pt x="50720" y="25360"/>
                  </a:lnTo>
                  <a:lnTo>
                    <a:pt x="50720" y="81152"/>
                  </a:lnTo>
                  <a:lnTo>
                    <a:pt x="0" y="111584"/>
                  </a:lnTo>
                  <a:lnTo>
                    <a:pt x="0" y="152160"/>
                  </a:lnTo>
                  <a:lnTo>
                    <a:pt x="50720" y="126800"/>
                  </a:lnTo>
                  <a:lnTo>
                    <a:pt x="50720" y="182592"/>
                  </a:lnTo>
                  <a:lnTo>
                    <a:pt x="91296" y="157232"/>
                  </a:lnTo>
                  <a:lnTo>
                    <a:pt x="91296" y="101440"/>
                  </a:lnTo>
                  <a:lnTo>
                    <a:pt x="142016" y="71008"/>
                  </a:lnTo>
                  <a:lnTo>
                    <a:pt x="136944" y="30432"/>
                  </a:lnTo>
                  <a:lnTo>
                    <a:pt x="91296" y="60864"/>
                  </a:lnTo>
                  <a:lnTo>
                    <a:pt x="91296" y="0"/>
                  </a:lnTo>
                </a:path>
              </a:pathLst>
            </a:custGeom>
            <a:solidFill>
              <a:srgbClr val="232A4E"/>
            </a:solidFill>
            <a:ln w="506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66" name="Rectangle 465">
            <a:extLst>
              <a:ext uri="{FF2B5EF4-FFF2-40B4-BE49-F238E27FC236}">
                <a16:creationId xmlns:a16="http://schemas.microsoft.com/office/drawing/2014/main" id="{6FD7C46B-D260-44A7-B6A6-353B5F105945}"/>
              </a:ext>
            </a:extLst>
          </p:cNvPr>
          <p:cNvSpPr/>
          <p:nvPr/>
        </p:nvSpPr>
        <p:spPr>
          <a:xfrm>
            <a:off x="1523999" y="1791618"/>
            <a:ext cx="33909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Code </a:t>
            </a:r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Foundations</a:t>
            </a:r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AD6B6976-D836-41E0-8404-2C69E3D2A612}"/>
              </a:ext>
            </a:extLst>
          </p:cNvPr>
          <p:cNvSpPr/>
          <p:nvPr/>
        </p:nvSpPr>
        <p:spPr>
          <a:xfrm>
            <a:off x="1524000" y="3230665"/>
            <a:ext cx="2990850" cy="88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another.</a:t>
            </a:r>
          </a:p>
        </p:txBody>
      </p:sp>
      <p:sp>
        <p:nvSpPr>
          <p:cNvPr id="468" name="Rectangle: Rounded Corners 467">
            <a:extLst>
              <a:ext uri="{FF2B5EF4-FFF2-40B4-BE49-F238E27FC236}">
                <a16:creationId xmlns:a16="http://schemas.microsoft.com/office/drawing/2014/main" id="{F435D55A-167E-4D3F-909E-9EFD223C8791}"/>
              </a:ext>
            </a:extLst>
          </p:cNvPr>
          <p:cNvSpPr/>
          <p:nvPr/>
        </p:nvSpPr>
        <p:spPr>
          <a:xfrm>
            <a:off x="1619249" y="4500830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Ubuntu" panose="020B0504030602030204" pitchFamily="34" charset="0"/>
              </a:rPr>
              <a:t>MORE DETAILS</a:t>
            </a:r>
          </a:p>
        </p:txBody>
      </p:sp>
    </p:spTree>
    <p:extLst>
      <p:ext uri="{BB962C8B-B14F-4D97-AF65-F5344CB8AC3E}">
        <p14:creationId xmlns:p14="http://schemas.microsoft.com/office/powerpoint/2010/main" val="2856246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" grpId="0"/>
      <p:bldP spid="46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">
            <a:extLst>
              <a:ext uri="{FF2B5EF4-FFF2-40B4-BE49-F238E27FC236}">
                <a16:creationId xmlns:a16="http://schemas.microsoft.com/office/drawing/2014/main" id="{D94BAFEE-8E78-491D-A955-9BCC87D49155}"/>
              </a:ext>
            </a:extLst>
          </p:cNvPr>
          <p:cNvGrpSpPr/>
          <p:nvPr/>
        </p:nvGrpSpPr>
        <p:grpSpPr>
          <a:xfrm>
            <a:off x="3006689" y="344091"/>
            <a:ext cx="6178622" cy="5827087"/>
            <a:chOff x="5620060" y="379095"/>
            <a:chExt cx="6573845" cy="619982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3EF38D-F642-48AA-A61E-AB2BBEA5CE84}"/>
                </a:ext>
              </a:extLst>
            </p:cNvPr>
            <p:cNvSpPr/>
            <p:nvPr/>
          </p:nvSpPr>
          <p:spPr>
            <a:xfrm>
              <a:off x="9208770" y="5224463"/>
              <a:ext cx="1123950" cy="1123950"/>
            </a:xfrm>
            <a:custGeom>
              <a:avLst/>
              <a:gdLst>
                <a:gd name="connsiteX0" fmla="*/ 0 w 1123950"/>
                <a:gd name="connsiteY0" fmla="*/ 0 h 1123950"/>
                <a:gd name="connsiteX1" fmla="*/ 0 w 1123950"/>
                <a:gd name="connsiteY1" fmla="*/ 1128713 h 1123950"/>
                <a:gd name="connsiteX2" fmla="*/ 1128713 w 1123950"/>
                <a:gd name="connsiteY2" fmla="*/ 1128713 h 1123950"/>
                <a:gd name="connsiteX3" fmla="*/ 1128713 w 1123950"/>
                <a:gd name="connsiteY3" fmla="*/ 0 h 1123950"/>
                <a:gd name="connsiteX4" fmla="*/ 0 w 1123950"/>
                <a:gd name="connsiteY4" fmla="*/ 0 h 1123950"/>
                <a:gd name="connsiteX5" fmla="*/ 985838 w 1123950"/>
                <a:gd name="connsiteY5" fmla="*/ 985838 h 1123950"/>
                <a:gd name="connsiteX6" fmla="*/ 142875 w 1123950"/>
                <a:gd name="connsiteY6" fmla="*/ 985838 h 1123950"/>
                <a:gd name="connsiteX7" fmla="*/ 142875 w 1123950"/>
                <a:gd name="connsiteY7" fmla="*/ 142875 h 1123950"/>
                <a:gd name="connsiteX8" fmla="*/ 985838 w 1123950"/>
                <a:gd name="connsiteY8" fmla="*/ 142875 h 1123950"/>
                <a:gd name="connsiteX9" fmla="*/ 985838 w 1123950"/>
                <a:gd name="connsiteY9" fmla="*/ 985838 h 112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3950" h="1123950">
                  <a:moveTo>
                    <a:pt x="0" y="0"/>
                  </a:moveTo>
                  <a:lnTo>
                    <a:pt x="0" y="1128713"/>
                  </a:lnTo>
                  <a:lnTo>
                    <a:pt x="1128713" y="1128713"/>
                  </a:lnTo>
                  <a:lnTo>
                    <a:pt x="1128713" y="0"/>
                  </a:lnTo>
                  <a:lnTo>
                    <a:pt x="0" y="0"/>
                  </a:lnTo>
                  <a:close/>
                  <a:moveTo>
                    <a:pt x="985838" y="985838"/>
                  </a:moveTo>
                  <a:lnTo>
                    <a:pt x="142875" y="985838"/>
                  </a:lnTo>
                  <a:lnTo>
                    <a:pt x="142875" y="142875"/>
                  </a:lnTo>
                  <a:lnTo>
                    <a:pt x="985838" y="142875"/>
                  </a:lnTo>
                  <a:lnTo>
                    <a:pt x="985838" y="985838"/>
                  </a:lnTo>
                  <a:close/>
                </a:path>
              </a:pathLst>
            </a:custGeom>
            <a:solidFill>
              <a:srgbClr val="F0F1F1">
                <a:alpha val="14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31F5C26-BCA7-4F6A-8D52-2D59149DD561}"/>
                </a:ext>
              </a:extLst>
            </p:cNvPr>
            <p:cNvSpPr/>
            <p:nvPr/>
          </p:nvSpPr>
          <p:spPr>
            <a:xfrm>
              <a:off x="11427143" y="2330767"/>
              <a:ext cx="762000" cy="1123950"/>
            </a:xfrm>
            <a:custGeom>
              <a:avLst/>
              <a:gdLst>
                <a:gd name="connsiteX0" fmla="*/ 0 w 762000"/>
                <a:gd name="connsiteY0" fmla="*/ 1128713 h 1123950"/>
                <a:gd name="connsiteX1" fmla="*/ 766763 w 762000"/>
                <a:gd name="connsiteY1" fmla="*/ 1128713 h 1123950"/>
                <a:gd name="connsiteX2" fmla="*/ 766763 w 762000"/>
                <a:gd name="connsiteY2" fmla="*/ 985838 h 1123950"/>
                <a:gd name="connsiteX3" fmla="*/ 142875 w 762000"/>
                <a:gd name="connsiteY3" fmla="*/ 985838 h 1123950"/>
                <a:gd name="connsiteX4" fmla="*/ 142875 w 762000"/>
                <a:gd name="connsiteY4" fmla="*/ 142875 h 1123950"/>
                <a:gd name="connsiteX5" fmla="*/ 766763 w 762000"/>
                <a:gd name="connsiteY5" fmla="*/ 142875 h 1123950"/>
                <a:gd name="connsiteX6" fmla="*/ 766763 w 762000"/>
                <a:gd name="connsiteY6" fmla="*/ 0 h 1123950"/>
                <a:gd name="connsiteX7" fmla="*/ 0 w 762000"/>
                <a:gd name="connsiteY7" fmla="*/ 0 h 112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2000" h="1123950">
                  <a:moveTo>
                    <a:pt x="0" y="1128713"/>
                  </a:moveTo>
                  <a:lnTo>
                    <a:pt x="766763" y="1128713"/>
                  </a:lnTo>
                  <a:lnTo>
                    <a:pt x="766763" y="985838"/>
                  </a:lnTo>
                  <a:lnTo>
                    <a:pt x="142875" y="985838"/>
                  </a:lnTo>
                  <a:lnTo>
                    <a:pt x="142875" y="142875"/>
                  </a:lnTo>
                  <a:lnTo>
                    <a:pt x="766763" y="142875"/>
                  </a:lnTo>
                  <a:lnTo>
                    <a:pt x="766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F1F1">
                <a:alpha val="14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BB5C900-610E-47E6-9F66-7B8E4BEA5768}"/>
                </a:ext>
              </a:extLst>
            </p:cNvPr>
            <p:cNvSpPr/>
            <p:nvPr/>
          </p:nvSpPr>
          <p:spPr>
            <a:xfrm>
              <a:off x="5624513" y="3546157"/>
              <a:ext cx="933450" cy="1123950"/>
            </a:xfrm>
            <a:custGeom>
              <a:avLst/>
              <a:gdLst>
                <a:gd name="connsiteX0" fmla="*/ 0 w 933450"/>
                <a:gd name="connsiteY0" fmla="*/ 142875 h 1123950"/>
                <a:gd name="connsiteX1" fmla="*/ 791528 w 933450"/>
                <a:gd name="connsiteY1" fmla="*/ 142875 h 1123950"/>
                <a:gd name="connsiteX2" fmla="*/ 791528 w 933450"/>
                <a:gd name="connsiteY2" fmla="*/ 985838 h 1123950"/>
                <a:gd name="connsiteX3" fmla="*/ 124778 w 933450"/>
                <a:gd name="connsiteY3" fmla="*/ 985838 h 1123950"/>
                <a:gd name="connsiteX4" fmla="*/ 180975 w 933450"/>
                <a:gd name="connsiteY4" fmla="*/ 1128713 h 1123950"/>
                <a:gd name="connsiteX5" fmla="*/ 934403 w 933450"/>
                <a:gd name="connsiteY5" fmla="*/ 1128713 h 1123950"/>
                <a:gd name="connsiteX6" fmla="*/ 934403 w 933450"/>
                <a:gd name="connsiteY6" fmla="*/ 0 h 1123950"/>
                <a:gd name="connsiteX7" fmla="*/ 17145 w 933450"/>
                <a:gd name="connsiteY7" fmla="*/ 0 h 1123950"/>
                <a:gd name="connsiteX8" fmla="*/ 0 w 933450"/>
                <a:gd name="connsiteY8" fmla="*/ 142875 h 112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3450" h="1123950">
                  <a:moveTo>
                    <a:pt x="0" y="142875"/>
                  </a:moveTo>
                  <a:lnTo>
                    <a:pt x="791528" y="142875"/>
                  </a:lnTo>
                  <a:lnTo>
                    <a:pt x="791528" y="985838"/>
                  </a:lnTo>
                  <a:lnTo>
                    <a:pt x="124778" y="985838"/>
                  </a:lnTo>
                  <a:cubicBezTo>
                    <a:pt x="141923" y="1033463"/>
                    <a:pt x="160973" y="1081088"/>
                    <a:pt x="180975" y="1128713"/>
                  </a:cubicBezTo>
                  <a:lnTo>
                    <a:pt x="934403" y="1128713"/>
                  </a:lnTo>
                  <a:lnTo>
                    <a:pt x="934403" y="0"/>
                  </a:lnTo>
                  <a:lnTo>
                    <a:pt x="17145" y="0"/>
                  </a:lnTo>
                  <a:cubicBezTo>
                    <a:pt x="9525" y="47625"/>
                    <a:pt x="3810" y="95250"/>
                    <a:pt x="0" y="142875"/>
                  </a:cubicBezTo>
                  <a:close/>
                </a:path>
              </a:pathLst>
            </a:custGeom>
            <a:solidFill>
              <a:srgbClr val="F0F1F1">
                <a:alpha val="14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E0B3F2D-EDD0-4425-8529-99644A0947B0}"/>
                </a:ext>
              </a:extLst>
            </p:cNvPr>
            <p:cNvSpPr/>
            <p:nvPr/>
          </p:nvSpPr>
          <p:spPr>
            <a:xfrm>
              <a:off x="5620060" y="2211705"/>
              <a:ext cx="1628775" cy="2124075"/>
            </a:xfrm>
            <a:custGeom>
              <a:avLst/>
              <a:gdLst>
                <a:gd name="connsiteX0" fmla="*/ 1636085 w 1628775"/>
                <a:gd name="connsiteY0" fmla="*/ 612458 h 2124075"/>
                <a:gd name="connsiteX1" fmla="*/ 1507498 w 1628775"/>
                <a:gd name="connsiteY1" fmla="*/ 0 h 2124075"/>
                <a:gd name="connsiteX2" fmla="*/ 70175 w 1628775"/>
                <a:gd name="connsiteY2" fmla="*/ 2129790 h 2124075"/>
                <a:gd name="connsiteX3" fmla="*/ 117800 w 1628775"/>
                <a:gd name="connsiteY3" fmla="*/ 2130743 h 2124075"/>
                <a:gd name="connsiteX4" fmla="*/ 1636085 w 1628775"/>
                <a:gd name="connsiteY4" fmla="*/ 612458 h 2124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8775" h="2124075">
                  <a:moveTo>
                    <a:pt x="1636085" y="612458"/>
                  </a:moveTo>
                  <a:cubicBezTo>
                    <a:pt x="1636085" y="394335"/>
                    <a:pt x="1590365" y="187642"/>
                    <a:pt x="1507498" y="0"/>
                  </a:cubicBezTo>
                  <a:cubicBezTo>
                    <a:pt x="189238" y="251460"/>
                    <a:pt x="-171760" y="1216343"/>
                    <a:pt x="70175" y="2129790"/>
                  </a:cubicBezTo>
                  <a:cubicBezTo>
                    <a:pt x="86368" y="2130743"/>
                    <a:pt x="102560" y="2130743"/>
                    <a:pt x="117800" y="2130743"/>
                  </a:cubicBezTo>
                  <a:cubicBezTo>
                    <a:pt x="956953" y="2130743"/>
                    <a:pt x="1636085" y="1450658"/>
                    <a:pt x="1636085" y="612458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29CBA52-213D-4FDA-BE30-7B19DDB0357F}"/>
                </a:ext>
              </a:extLst>
            </p:cNvPr>
            <p:cNvSpPr/>
            <p:nvPr/>
          </p:nvSpPr>
          <p:spPr>
            <a:xfrm>
              <a:off x="11841480" y="3256597"/>
              <a:ext cx="352425" cy="3038475"/>
            </a:xfrm>
            <a:custGeom>
              <a:avLst/>
              <a:gdLst>
                <a:gd name="connsiteX0" fmla="*/ 352425 w 352425"/>
                <a:gd name="connsiteY0" fmla="*/ 0 h 3038475"/>
                <a:gd name="connsiteX1" fmla="*/ 0 w 352425"/>
                <a:gd name="connsiteY1" fmla="*/ 0 h 3038475"/>
                <a:gd name="connsiteX2" fmla="*/ 0 w 352425"/>
                <a:gd name="connsiteY2" fmla="*/ 3040380 h 3038475"/>
                <a:gd name="connsiteX3" fmla="*/ 352425 w 352425"/>
                <a:gd name="connsiteY3" fmla="*/ 2901315 h 3038475"/>
                <a:gd name="connsiteX4" fmla="*/ 352425 w 352425"/>
                <a:gd name="connsiteY4" fmla="*/ 0 h 3038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425" h="3038475">
                  <a:moveTo>
                    <a:pt x="352425" y="0"/>
                  </a:moveTo>
                  <a:lnTo>
                    <a:pt x="0" y="0"/>
                  </a:lnTo>
                  <a:lnTo>
                    <a:pt x="0" y="3040380"/>
                  </a:lnTo>
                  <a:cubicBezTo>
                    <a:pt x="120015" y="2998470"/>
                    <a:pt x="237172" y="2951798"/>
                    <a:pt x="352425" y="2901315"/>
                  </a:cubicBezTo>
                  <a:lnTo>
                    <a:pt x="352425" y="0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EC8929F-A367-429A-8E3B-9E43EEFE27FE}"/>
                </a:ext>
              </a:extLst>
            </p:cNvPr>
            <p:cNvSpPr/>
            <p:nvPr/>
          </p:nvSpPr>
          <p:spPr>
            <a:xfrm>
              <a:off x="6847522" y="873442"/>
              <a:ext cx="4267200" cy="2124075"/>
            </a:xfrm>
            <a:custGeom>
              <a:avLst/>
              <a:gdLst>
                <a:gd name="connsiteX0" fmla="*/ 4182428 w 4267200"/>
                <a:gd name="connsiteY0" fmla="*/ 2126933 h 2124075"/>
                <a:gd name="connsiteX1" fmla="*/ 92393 w 4267200"/>
                <a:gd name="connsiteY1" fmla="*/ 2126933 h 2124075"/>
                <a:gd name="connsiteX2" fmla="*/ 0 w 4267200"/>
                <a:gd name="connsiteY2" fmla="*/ 2034540 h 2124075"/>
                <a:gd name="connsiteX3" fmla="*/ 0 w 4267200"/>
                <a:gd name="connsiteY3" fmla="*/ 92393 h 2124075"/>
                <a:gd name="connsiteX4" fmla="*/ 92393 w 4267200"/>
                <a:gd name="connsiteY4" fmla="*/ 0 h 2124075"/>
                <a:gd name="connsiteX5" fmla="*/ 4182428 w 4267200"/>
                <a:gd name="connsiteY5" fmla="*/ 0 h 2124075"/>
                <a:gd name="connsiteX6" fmla="*/ 4274820 w 4267200"/>
                <a:gd name="connsiteY6" fmla="*/ 92393 h 2124075"/>
                <a:gd name="connsiteX7" fmla="*/ 4274820 w 4267200"/>
                <a:gd name="connsiteY7" fmla="*/ 2033588 h 2124075"/>
                <a:gd name="connsiteX8" fmla="*/ 4182428 w 4267200"/>
                <a:gd name="connsiteY8" fmla="*/ 2126933 h 2124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67200" h="2124075">
                  <a:moveTo>
                    <a:pt x="4182428" y="2126933"/>
                  </a:moveTo>
                  <a:lnTo>
                    <a:pt x="92393" y="2126933"/>
                  </a:lnTo>
                  <a:cubicBezTo>
                    <a:pt x="40958" y="2126933"/>
                    <a:pt x="0" y="2085023"/>
                    <a:pt x="0" y="2034540"/>
                  </a:cubicBezTo>
                  <a:lnTo>
                    <a:pt x="0" y="92393"/>
                  </a:lnTo>
                  <a:cubicBezTo>
                    <a:pt x="0" y="40958"/>
                    <a:pt x="41910" y="0"/>
                    <a:pt x="92393" y="0"/>
                  </a:cubicBezTo>
                  <a:lnTo>
                    <a:pt x="4182428" y="0"/>
                  </a:lnTo>
                  <a:cubicBezTo>
                    <a:pt x="4233863" y="0"/>
                    <a:pt x="4274820" y="41910"/>
                    <a:pt x="4274820" y="92393"/>
                  </a:cubicBezTo>
                  <a:lnTo>
                    <a:pt x="4274820" y="2033588"/>
                  </a:lnTo>
                  <a:cubicBezTo>
                    <a:pt x="4274820" y="2085023"/>
                    <a:pt x="4232910" y="2126933"/>
                    <a:pt x="4182428" y="2126933"/>
                  </a:cubicBezTo>
                  <a:close/>
                </a:path>
              </a:pathLst>
            </a:custGeom>
            <a:solidFill>
              <a:srgbClr val="F0F1F1">
                <a:alpha val="8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1187437-5D26-4327-BA31-6AD7F24DE629}"/>
                </a:ext>
              </a:extLst>
            </p:cNvPr>
            <p:cNvSpPr/>
            <p:nvPr/>
          </p:nvSpPr>
          <p:spPr>
            <a:xfrm>
              <a:off x="11529060" y="424815"/>
              <a:ext cx="495300" cy="1514475"/>
            </a:xfrm>
            <a:custGeom>
              <a:avLst/>
              <a:gdLst>
                <a:gd name="connsiteX0" fmla="*/ 502920 w 495300"/>
                <a:gd name="connsiteY0" fmla="*/ 0 h 1514475"/>
                <a:gd name="connsiteX1" fmla="*/ 0 w 495300"/>
                <a:gd name="connsiteY1" fmla="*/ 424815 h 1514475"/>
                <a:gd name="connsiteX2" fmla="*/ 0 w 495300"/>
                <a:gd name="connsiteY2" fmla="*/ 1519238 h 1514475"/>
                <a:gd name="connsiteX3" fmla="*/ 502920 w 495300"/>
                <a:gd name="connsiteY3" fmla="*/ 1519238 h 1514475"/>
                <a:gd name="connsiteX4" fmla="*/ 502920 w 495300"/>
                <a:gd name="connsiteY4" fmla="*/ 0 h 151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300" h="1514475">
                  <a:moveTo>
                    <a:pt x="502920" y="0"/>
                  </a:moveTo>
                  <a:cubicBezTo>
                    <a:pt x="360045" y="149542"/>
                    <a:pt x="190500" y="291465"/>
                    <a:pt x="0" y="424815"/>
                  </a:cubicBezTo>
                  <a:lnTo>
                    <a:pt x="0" y="1519238"/>
                  </a:lnTo>
                  <a:lnTo>
                    <a:pt x="502920" y="1519238"/>
                  </a:lnTo>
                  <a:lnTo>
                    <a:pt x="502920" y="0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0A508E-3EC8-4DCF-A984-65B4A036E90C}"/>
                </a:ext>
              </a:extLst>
            </p:cNvPr>
            <p:cNvSpPr/>
            <p:nvPr/>
          </p:nvSpPr>
          <p:spPr>
            <a:xfrm>
              <a:off x="7587615" y="5320665"/>
              <a:ext cx="200025" cy="200025"/>
            </a:xfrm>
            <a:custGeom>
              <a:avLst/>
              <a:gdLst>
                <a:gd name="connsiteX0" fmla="*/ 201930 w 200025"/>
                <a:gd name="connsiteY0" fmla="*/ 100965 h 200025"/>
                <a:gd name="connsiteX1" fmla="*/ 100965 w 200025"/>
                <a:gd name="connsiteY1" fmla="*/ 201930 h 200025"/>
                <a:gd name="connsiteX2" fmla="*/ 0 w 200025"/>
                <a:gd name="connsiteY2" fmla="*/ 100965 h 200025"/>
                <a:gd name="connsiteX3" fmla="*/ 100965 w 200025"/>
                <a:gd name="connsiteY3" fmla="*/ 0 h 200025"/>
                <a:gd name="connsiteX4" fmla="*/ 201930 w 200025"/>
                <a:gd name="connsiteY4" fmla="*/ 10096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00025">
                  <a:moveTo>
                    <a:pt x="201930" y="100965"/>
                  </a:moveTo>
                  <a:cubicBezTo>
                    <a:pt x="201930" y="156727"/>
                    <a:pt x="156726" y="201930"/>
                    <a:pt x="100965" y="201930"/>
                  </a:cubicBezTo>
                  <a:cubicBezTo>
                    <a:pt x="45204" y="201930"/>
                    <a:pt x="0" y="156726"/>
                    <a:pt x="0" y="100965"/>
                  </a:cubicBezTo>
                  <a:cubicBezTo>
                    <a:pt x="0" y="45203"/>
                    <a:pt x="45204" y="0"/>
                    <a:pt x="100965" y="0"/>
                  </a:cubicBezTo>
                  <a:cubicBezTo>
                    <a:pt x="156726" y="0"/>
                    <a:pt x="201930" y="45204"/>
                    <a:pt x="201930" y="100965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7A9676-83B7-472F-ACA4-8DAC6AA9D910}"/>
                </a:ext>
              </a:extLst>
            </p:cNvPr>
            <p:cNvSpPr/>
            <p:nvPr/>
          </p:nvSpPr>
          <p:spPr>
            <a:xfrm>
              <a:off x="11659628" y="5264623"/>
              <a:ext cx="238125" cy="238125"/>
            </a:xfrm>
            <a:custGeom>
              <a:avLst/>
              <a:gdLst>
                <a:gd name="connsiteX0" fmla="*/ 144663 w 238125"/>
                <a:gd name="connsiteY0" fmla="*/ 23202 h 238125"/>
                <a:gd name="connsiteX1" fmla="*/ 219720 w 238125"/>
                <a:gd name="connsiteY1" fmla="*/ 144662 h 238125"/>
                <a:gd name="connsiteX2" fmla="*/ 98260 w 238125"/>
                <a:gd name="connsiteY2" fmla="*/ 219719 h 238125"/>
                <a:gd name="connsiteX3" fmla="*/ 23202 w 238125"/>
                <a:gd name="connsiteY3" fmla="*/ 98259 h 238125"/>
                <a:gd name="connsiteX4" fmla="*/ 144663 w 238125"/>
                <a:gd name="connsiteY4" fmla="*/ 23202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25" h="238125">
                  <a:moveTo>
                    <a:pt x="144663" y="23202"/>
                  </a:moveTo>
                  <a:cubicBezTo>
                    <a:pt x="198930" y="36016"/>
                    <a:pt x="232534" y="90395"/>
                    <a:pt x="219720" y="144662"/>
                  </a:cubicBezTo>
                  <a:cubicBezTo>
                    <a:pt x="206906" y="198930"/>
                    <a:pt x="152526" y="232533"/>
                    <a:pt x="98260" y="219719"/>
                  </a:cubicBezTo>
                  <a:cubicBezTo>
                    <a:pt x="43992" y="206905"/>
                    <a:pt x="10388" y="152526"/>
                    <a:pt x="23202" y="98259"/>
                  </a:cubicBezTo>
                  <a:cubicBezTo>
                    <a:pt x="36016" y="43991"/>
                    <a:pt x="90396" y="10388"/>
                    <a:pt x="144663" y="23202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BD2CAD6-4A1F-4537-B2CE-4CA2CE1B041C}"/>
                </a:ext>
              </a:extLst>
            </p:cNvPr>
            <p:cNvSpPr/>
            <p:nvPr/>
          </p:nvSpPr>
          <p:spPr>
            <a:xfrm>
              <a:off x="8323521" y="4779645"/>
              <a:ext cx="1295400" cy="1352550"/>
            </a:xfrm>
            <a:custGeom>
              <a:avLst/>
              <a:gdLst>
                <a:gd name="connsiteX0" fmla="*/ 1291014 w 1295400"/>
                <a:gd name="connsiteY0" fmla="*/ 1304925 h 1352550"/>
                <a:gd name="connsiteX1" fmla="*/ 805239 w 1295400"/>
                <a:gd name="connsiteY1" fmla="*/ 970598 h 1352550"/>
                <a:gd name="connsiteX2" fmla="*/ 731897 w 1295400"/>
                <a:gd name="connsiteY2" fmla="*/ 820103 h 1352550"/>
                <a:gd name="connsiteX3" fmla="*/ 731897 w 1295400"/>
                <a:gd name="connsiteY3" fmla="*/ 68580 h 1352550"/>
                <a:gd name="connsiteX4" fmla="*/ 673794 w 1295400"/>
                <a:gd name="connsiteY4" fmla="*/ 0 h 1352550"/>
                <a:gd name="connsiteX5" fmla="*/ 628074 w 1295400"/>
                <a:gd name="connsiteY5" fmla="*/ 0 h 1352550"/>
                <a:gd name="connsiteX6" fmla="*/ 569972 w 1295400"/>
                <a:gd name="connsiteY6" fmla="*/ 68580 h 1352550"/>
                <a:gd name="connsiteX7" fmla="*/ 569972 w 1295400"/>
                <a:gd name="connsiteY7" fmla="*/ 820103 h 1352550"/>
                <a:gd name="connsiteX8" fmla="*/ 496629 w 1295400"/>
                <a:gd name="connsiteY8" fmla="*/ 970598 h 1352550"/>
                <a:gd name="connsiteX9" fmla="*/ 10854 w 1295400"/>
                <a:gd name="connsiteY9" fmla="*/ 1304925 h 1352550"/>
                <a:gd name="connsiteX10" fmla="*/ 21332 w 1295400"/>
                <a:gd name="connsiteY10" fmla="*/ 1352550 h 1352550"/>
                <a:gd name="connsiteX11" fmla="*/ 48002 w 1295400"/>
                <a:gd name="connsiteY11" fmla="*/ 1352550 h 1352550"/>
                <a:gd name="connsiteX12" fmla="*/ 241359 w 1295400"/>
                <a:gd name="connsiteY12" fmla="*/ 1295400 h 1352550"/>
                <a:gd name="connsiteX13" fmla="*/ 613787 w 1295400"/>
                <a:gd name="connsiteY13" fmla="*/ 1060132 h 1352550"/>
                <a:gd name="connsiteX14" fmla="*/ 687129 w 1295400"/>
                <a:gd name="connsiteY14" fmla="*/ 1060132 h 1352550"/>
                <a:gd name="connsiteX15" fmla="*/ 1059557 w 1295400"/>
                <a:gd name="connsiteY15" fmla="*/ 1295400 h 1352550"/>
                <a:gd name="connsiteX16" fmla="*/ 1252914 w 1295400"/>
                <a:gd name="connsiteY16" fmla="*/ 1352550 h 1352550"/>
                <a:gd name="connsiteX17" fmla="*/ 1279584 w 1295400"/>
                <a:gd name="connsiteY17" fmla="*/ 1352550 h 1352550"/>
                <a:gd name="connsiteX18" fmla="*/ 1291014 w 1295400"/>
                <a:gd name="connsiteY18" fmla="*/ 1304925 h 135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95400" h="1352550">
                  <a:moveTo>
                    <a:pt x="1291014" y="1304925"/>
                  </a:moveTo>
                  <a:lnTo>
                    <a:pt x="805239" y="970598"/>
                  </a:lnTo>
                  <a:cubicBezTo>
                    <a:pt x="760472" y="939165"/>
                    <a:pt x="731897" y="882015"/>
                    <a:pt x="731897" y="820103"/>
                  </a:cubicBezTo>
                  <a:lnTo>
                    <a:pt x="731897" y="68580"/>
                  </a:lnTo>
                  <a:cubicBezTo>
                    <a:pt x="731897" y="30480"/>
                    <a:pt x="706179" y="0"/>
                    <a:pt x="673794" y="0"/>
                  </a:cubicBezTo>
                  <a:lnTo>
                    <a:pt x="628074" y="0"/>
                  </a:lnTo>
                  <a:cubicBezTo>
                    <a:pt x="595689" y="0"/>
                    <a:pt x="569972" y="30480"/>
                    <a:pt x="569972" y="68580"/>
                  </a:cubicBezTo>
                  <a:lnTo>
                    <a:pt x="569972" y="820103"/>
                  </a:lnTo>
                  <a:cubicBezTo>
                    <a:pt x="569972" y="882015"/>
                    <a:pt x="542349" y="939165"/>
                    <a:pt x="496629" y="970598"/>
                  </a:cubicBezTo>
                  <a:lnTo>
                    <a:pt x="10854" y="1304925"/>
                  </a:lnTo>
                  <a:cubicBezTo>
                    <a:pt x="-8196" y="1318260"/>
                    <a:pt x="-576" y="1352550"/>
                    <a:pt x="21332" y="1352550"/>
                  </a:cubicBezTo>
                  <a:lnTo>
                    <a:pt x="48002" y="1352550"/>
                  </a:lnTo>
                  <a:cubicBezTo>
                    <a:pt x="115629" y="1352550"/>
                    <a:pt x="182304" y="1332548"/>
                    <a:pt x="241359" y="1295400"/>
                  </a:cubicBezTo>
                  <a:lnTo>
                    <a:pt x="613787" y="1060132"/>
                  </a:lnTo>
                  <a:cubicBezTo>
                    <a:pt x="636647" y="1045845"/>
                    <a:pt x="665222" y="1045845"/>
                    <a:pt x="687129" y="1060132"/>
                  </a:cubicBezTo>
                  <a:lnTo>
                    <a:pt x="1059557" y="1295400"/>
                  </a:lnTo>
                  <a:cubicBezTo>
                    <a:pt x="1119564" y="1333500"/>
                    <a:pt x="1185287" y="1352550"/>
                    <a:pt x="1252914" y="1352550"/>
                  </a:cubicBezTo>
                  <a:lnTo>
                    <a:pt x="1279584" y="1352550"/>
                  </a:lnTo>
                  <a:cubicBezTo>
                    <a:pt x="1301492" y="1352550"/>
                    <a:pt x="1310064" y="1318260"/>
                    <a:pt x="1291014" y="1304925"/>
                  </a:cubicBezTo>
                  <a:close/>
                </a:path>
              </a:pathLst>
            </a:custGeom>
            <a:solidFill>
              <a:srgbClr val="F0F1F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B6ED60F-B582-4E61-9CB8-9106FE1292E1}"/>
                </a:ext>
              </a:extLst>
            </p:cNvPr>
            <p:cNvSpPr/>
            <p:nvPr/>
          </p:nvSpPr>
          <p:spPr>
            <a:xfrm>
              <a:off x="7605713" y="3644482"/>
              <a:ext cx="257175" cy="142875"/>
            </a:xfrm>
            <a:custGeom>
              <a:avLst/>
              <a:gdLst>
                <a:gd name="connsiteX0" fmla="*/ 260985 w 257175"/>
                <a:gd name="connsiteY0" fmla="*/ 10260 h 142875"/>
                <a:gd name="connsiteX1" fmla="*/ 0 w 257175"/>
                <a:gd name="connsiteY1" fmla="*/ 124560 h 142875"/>
                <a:gd name="connsiteX2" fmla="*/ 55245 w 257175"/>
                <a:gd name="connsiteY2" fmla="*/ 107415 h 142875"/>
                <a:gd name="connsiteX3" fmla="*/ 260985 w 257175"/>
                <a:gd name="connsiteY3" fmla="*/ 151230 h 142875"/>
                <a:gd name="connsiteX4" fmla="*/ 260985 w 257175"/>
                <a:gd name="connsiteY4" fmla="*/ 1026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175" h="142875">
                  <a:moveTo>
                    <a:pt x="260985" y="10260"/>
                  </a:moveTo>
                  <a:cubicBezTo>
                    <a:pt x="260985" y="10260"/>
                    <a:pt x="26670" y="-50700"/>
                    <a:pt x="0" y="124560"/>
                  </a:cubicBezTo>
                  <a:cubicBezTo>
                    <a:pt x="0" y="124560"/>
                    <a:pt x="13335" y="155040"/>
                    <a:pt x="55245" y="107415"/>
                  </a:cubicBezTo>
                  <a:cubicBezTo>
                    <a:pt x="97155" y="59790"/>
                    <a:pt x="108585" y="151230"/>
                    <a:pt x="260985" y="151230"/>
                  </a:cubicBezTo>
                  <a:lnTo>
                    <a:pt x="260985" y="10260"/>
                  </a:lnTo>
                  <a:close/>
                </a:path>
              </a:pathLst>
            </a:custGeom>
            <a:solidFill>
              <a:srgbClr val="FFD7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BB2B56F-901D-43A1-A95A-82D2B3FA153F}"/>
                </a:ext>
              </a:extLst>
            </p:cNvPr>
            <p:cNvSpPr/>
            <p:nvPr/>
          </p:nvSpPr>
          <p:spPr>
            <a:xfrm>
              <a:off x="6848475" y="873442"/>
              <a:ext cx="2838450" cy="2124075"/>
            </a:xfrm>
            <a:custGeom>
              <a:avLst/>
              <a:gdLst>
                <a:gd name="connsiteX0" fmla="*/ 1710690 w 2838450"/>
                <a:gd name="connsiteY0" fmla="*/ 2126933 h 2124075"/>
                <a:gd name="connsiteX1" fmla="*/ 2845118 w 2838450"/>
                <a:gd name="connsiteY1" fmla="*/ 2126933 h 2124075"/>
                <a:gd name="connsiteX2" fmla="*/ 266700 w 2838450"/>
                <a:gd name="connsiteY2" fmla="*/ 0 h 2124075"/>
                <a:gd name="connsiteX3" fmla="*/ 83820 w 2838450"/>
                <a:gd name="connsiteY3" fmla="*/ 0 h 2124075"/>
                <a:gd name="connsiteX4" fmla="*/ 0 w 2838450"/>
                <a:gd name="connsiteY4" fmla="*/ 83820 h 2124075"/>
                <a:gd name="connsiteX5" fmla="*/ 0 w 2838450"/>
                <a:gd name="connsiteY5" fmla="*/ 714375 h 2124075"/>
                <a:gd name="connsiteX6" fmla="*/ 1710690 w 2838450"/>
                <a:gd name="connsiteY6" fmla="*/ 2126933 h 2124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38450" h="2124075">
                  <a:moveTo>
                    <a:pt x="1710690" y="2126933"/>
                  </a:moveTo>
                  <a:lnTo>
                    <a:pt x="2845118" y="2126933"/>
                  </a:lnTo>
                  <a:lnTo>
                    <a:pt x="266700" y="0"/>
                  </a:lnTo>
                  <a:lnTo>
                    <a:pt x="83820" y="0"/>
                  </a:lnTo>
                  <a:cubicBezTo>
                    <a:pt x="37147" y="0"/>
                    <a:pt x="0" y="38100"/>
                    <a:pt x="0" y="83820"/>
                  </a:cubicBezTo>
                  <a:lnTo>
                    <a:pt x="0" y="714375"/>
                  </a:lnTo>
                  <a:lnTo>
                    <a:pt x="1710690" y="2126933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84CA885-D47D-4EB4-B783-B94AF613DB5E}"/>
                </a:ext>
              </a:extLst>
            </p:cNvPr>
            <p:cNvSpPr/>
            <p:nvPr/>
          </p:nvSpPr>
          <p:spPr>
            <a:xfrm>
              <a:off x="10226040" y="873442"/>
              <a:ext cx="885825" cy="733425"/>
            </a:xfrm>
            <a:custGeom>
              <a:avLst/>
              <a:gdLst>
                <a:gd name="connsiteX0" fmla="*/ 807720 w 885825"/>
                <a:gd name="connsiteY0" fmla="*/ 0 h 733425"/>
                <a:gd name="connsiteX1" fmla="*/ 0 w 885825"/>
                <a:gd name="connsiteY1" fmla="*/ 0 h 733425"/>
                <a:gd name="connsiteX2" fmla="*/ 891540 w 885825"/>
                <a:gd name="connsiteY2" fmla="*/ 735330 h 733425"/>
                <a:gd name="connsiteX3" fmla="*/ 891540 w 885825"/>
                <a:gd name="connsiteY3" fmla="*/ 83820 h 733425"/>
                <a:gd name="connsiteX4" fmla="*/ 807720 w 885825"/>
                <a:gd name="connsiteY4" fmla="*/ 0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733425">
                  <a:moveTo>
                    <a:pt x="807720" y="0"/>
                  </a:moveTo>
                  <a:lnTo>
                    <a:pt x="0" y="0"/>
                  </a:lnTo>
                  <a:lnTo>
                    <a:pt x="891540" y="735330"/>
                  </a:lnTo>
                  <a:lnTo>
                    <a:pt x="891540" y="83820"/>
                  </a:lnTo>
                  <a:cubicBezTo>
                    <a:pt x="891540" y="37148"/>
                    <a:pt x="853440" y="0"/>
                    <a:pt x="807720" y="0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FF00DAD-3B2A-4746-BEC5-88089007E9E3}"/>
                </a:ext>
              </a:extLst>
            </p:cNvPr>
            <p:cNvSpPr/>
            <p:nvPr/>
          </p:nvSpPr>
          <p:spPr>
            <a:xfrm>
              <a:off x="7268528" y="3776663"/>
              <a:ext cx="1447800" cy="66675"/>
            </a:xfrm>
            <a:custGeom>
              <a:avLst/>
              <a:gdLst>
                <a:gd name="connsiteX0" fmla="*/ 1427798 w 1447800"/>
                <a:gd name="connsiteY0" fmla="*/ 69532 h 66675"/>
                <a:gd name="connsiteX1" fmla="*/ 21907 w 1447800"/>
                <a:gd name="connsiteY1" fmla="*/ 69532 h 66675"/>
                <a:gd name="connsiteX2" fmla="*/ 0 w 1447800"/>
                <a:gd name="connsiteY2" fmla="*/ 47625 h 66675"/>
                <a:gd name="connsiteX3" fmla="*/ 0 w 1447800"/>
                <a:gd name="connsiteY3" fmla="*/ 21907 h 66675"/>
                <a:gd name="connsiteX4" fmla="*/ 21907 w 1447800"/>
                <a:gd name="connsiteY4" fmla="*/ 0 h 66675"/>
                <a:gd name="connsiteX5" fmla="*/ 1427798 w 1447800"/>
                <a:gd name="connsiteY5" fmla="*/ 0 h 66675"/>
                <a:gd name="connsiteX6" fmla="*/ 1449705 w 1447800"/>
                <a:gd name="connsiteY6" fmla="*/ 21907 h 66675"/>
                <a:gd name="connsiteX7" fmla="*/ 1449705 w 1447800"/>
                <a:gd name="connsiteY7" fmla="*/ 47625 h 66675"/>
                <a:gd name="connsiteX8" fmla="*/ 1427798 w 1447800"/>
                <a:gd name="connsiteY8" fmla="*/ 6953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7800" h="66675">
                  <a:moveTo>
                    <a:pt x="1427798" y="69532"/>
                  </a:moveTo>
                  <a:lnTo>
                    <a:pt x="21907" y="69532"/>
                  </a:lnTo>
                  <a:cubicBezTo>
                    <a:pt x="10477" y="69532"/>
                    <a:pt x="0" y="60007"/>
                    <a:pt x="0" y="47625"/>
                  </a:cubicBezTo>
                  <a:lnTo>
                    <a:pt x="0" y="21907"/>
                  </a:lnTo>
                  <a:cubicBezTo>
                    <a:pt x="0" y="10478"/>
                    <a:pt x="9525" y="0"/>
                    <a:pt x="21907" y="0"/>
                  </a:cubicBezTo>
                  <a:lnTo>
                    <a:pt x="1427798" y="0"/>
                  </a:lnTo>
                  <a:cubicBezTo>
                    <a:pt x="1439228" y="0"/>
                    <a:pt x="1449705" y="9525"/>
                    <a:pt x="1449705" y="21907"/>
                  </a:cubicBezTo>
                  <a:lnTo>
                    <a:pt x="1449705" y="47625"/>
                  </a:lnTo>
                  <a:cubicBezTo>
                    <a:pt x="1449705" y="60007"/>
                    <a:pt x="1439228" y="69532"/>
                    <a:pt x="1427798" y="69532"/>
                  </a:cubicBezTo>
                  <a:close/>
                </a:path>
              </a:pathLst>
            </a:custGeom>
            <a:solidFill>
              <a:srgbClr val="3136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BC71319-9EF3-4804-9419-7993B229774D}"/>
                </a:ext>
              </a:extLst>
            </p:cNvPr>
            <p:cNvSpPr/>
            <p:nvPr/>
          </p:nvSpPr>
          <p:spPr>
            <a:xfrm>
              <a:off x="8895397" y="2532936"/>
              <a:ext cx="161925" cy="219075"/>
            </a:xfrm>
            <a:custGeom>
              <a:avLst/>
              <a:gdLst>
                <a:gd name="connsiteX0" fmla="*/ 168593 w 161925"/>
                <a:gd name="connsiteY0" fmla="*/ 224552 h 219075"/>
                <a:gd name="connsiteX1" fmla="*/ 0 w 161925"/>
                <a:gd name="connsiteY1" fmla="*/ 224552 h 219075"/>
                <a:gd name="connsiteX2" fmla="*/ 0 w 161925"/>
                <a:gd name="connsiteY2" fmla="*/ 35004 h 219075"/>
                <a:gd name="connsiteX3" fmla="*/ 2858 w 161925"/>
                <a:gd name="connsiteY3" fmla="*/ 32147 h 219075"/>
                <a:gd name="connsiteX4" fmla="*/ 164783 w 161925"/>
                <a:gd name="connsiteY4" fmla="*/ 32147 h 219075"/>
                <a:gd name="connsiteX5" fmla="*/ 167640 w 161925"/>
                <a:gd name="connsiteY5" fmla="*/ 35004 h 219075"/>
                <a:gd name="connsiteX6" fmla="*/ 167640 w 161925"/>
                <a:gd name="connsiteY6" fmla="*/ 224552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25" h="219075">
                  <a:moveTo>
                    <a:pt x="168593" y="224552"/>
                  </a:moveTo>
                  <a:lnTo>
                    <a:pt x="0" y="224552"/>
                  </a:lnTo>
                  <a:lnTo>
                    <a:pt x="0" y="35004"/>
                  </a:lnTo>
                  <a:lnTo>
                    <a:pt x="2858" y="32147"/>
                  </a:lnTo>
                  <a:cubicBezTo>
                    <a:pt x="50483" y="-10716"/>
                    <a:pt x="118110" y="-10716"/>
                    <a:pt x="164783" y="32147"/>
                  </a:cubicBezTo>
                  <a:lnTo>
                    <a:pt x="167640" y="35004"/>
                  </a:lnTo>
                  <a:lnTo>
                    <a:pt x="167640" y="224552"/>
                  </a:lnTo>
                  <a:close/>
                </a:path>
              </a:pathLst>
            </a:custGeom>
            <a:solidFill>
              <a:srgbClr val="FFD7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19DDA2B-5CF1-4967-86C7-BCF7B2C05DD8}"/>
                </a:ext>
              </a:extLst>
            </p:cNvPr>
            <p:cNvSpPr/>
            <p:nvPr/>
          </p:nvSpPr>
          <p:spPr>
            <a:xfrm>
              <a:off x="5991225" y="3846195"/>
              <a:ext cx="5953125" cy="85725"/>
            </a:xfrm>
            <a:custGeom>
              <a:avLst/>
              <a:gdLst>
                <a:gd name="connsiteX0" fmla="*/ 5935028 w 5953125"/>
                <a:gd name="connsiteY0" fmla="*/ 86678 h 85725"/>
                <a:gd name="connsiteX1" fmla="*/ 20955 w 5953125"/>
                <a:gd name="connsiteY1" fmla="*/ 86678 h 85725"/>
                <a:gd name="connsiteX2" fmla="*/ 0 w 5953125"/>
                <a:gd name="connsiteY2" fmla="*/ 65723 h 85725"/>
                <a:gd name="connsiteX3" fmla="*/ 0 w 5953125"/>
                <a:gd name="connsiteY3" fmla="*/ 20955 h 85725"/>
                <a:gd name="connsiteX4" fmla="*/ 20955 w 5953125"/>
                <a:gd name="connsiteY4" fmla="*/ 0 h 85725"/>
                <a:gd name="connsiteX5" fmla="*/ 5935028 w 5953125"/>
                <a:gd name="connsiteY5" fmla="*/ 0 h 85725"/>
                <a:gd name="connsiteX6" fmla="*/ 5955983 w 5953125"/>
                <a:gd name="connsiteY6" fmla="*/ 20955 h 85725"/>
                <a:gd name="connsiteX7" fmla="*/ 5955983 w 5953125"/>
                <a:gd name="connsiteY7" fmla="*/ 66675 h 85725"/>
                <a:gd name="connsiteX8" fmla="*/ 5935028 w 5953125"/>
                <a:gd name="connsiteY8" fmla="*/ 86678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53125" h="85725">
                  <a:moveTo>
                    <a:pt x="5935028" y="86678"/>
                  </a:moveTo>
                  <a:lnTo>
                    <a:pt x="20955" y="86678"/>
                  </a:lnTo>
                  <a:cubicBezTo>
                    <a:pt x="9525" y="86678"/>
                    <a:pt x="0" y="77153"/>
                    <a:pt x="0" y="65723"/>
                  </a:cubicBezTo>
                  <a:lnTo>
                    <a:pt x="0" y="20955"/>
                  </a:lnTo>
                  <a:cubicBezTo>
                    <a:pt x="0" y="9525"/>
                    <a:pt x="9525" y="0"/>
                    <a:pt x="20955" y="0"/>
                  </a:cubicBezTo>
                  <a:lnTo>
                    <a:pt x="5935028" y="0"/>
                  </a:lnTo>
                  <a:cubicBezTo>
                    <a:pt x="5946458" y="0"/>
                    <a:pt x="5955983" y="9525"/>
                    <a:pt x="5955983" y="20955"/>
                  </a:cubicBezTo>
                  <a:lnTo>
                    <a:pt x="5955983" y="66675"/>
                  </a:lnTo>
                  <a:cubicBezTo>
                    <a:pt x="5955030" y="77153"/>
                    <a:pt x="5946458" y="86678"/>
                    <a:pt x="5935028" y="86678"/>
                  </a:cubicBezTo>
                  <a:close/>
                </a:path>
              </a:pathLst>
            </a:custGeom>
            <a:solidFill>
              <a:srgbClr val="3B23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98B143F-1620-4528-B9E6-4A3807128E4B}"/>
                </a:ext>
              </a:extLst>
            </p:cNvPr>
            <p:cNvSpPr/>
            <p:nvPr/>
          </p:nvSpPr>
          <p:spPr>
            <a:xfrm>
              <a:off x="9986010" y="3696653"/>
              <a:ext cx="333375" cy="142875"/>
            </a:xfrm>
            <a:custGeom>
              <a:avLst/>
              <a:gdLst>
                <a:gd name="connsiteX0" fmla="*/ 338138 w 333375"/>
                <a:gd name="connsiteY0" fmla="*/ 115253 h 142875"/>
                <a:gd name="connsiteX1" fmla="*/ 339090 w 333375"/>
                <a:gd name="connsiteY1" fmla="*/ 117157 h 142875"/>
                <a:gd name="connsiteX2" fmla="*/ 317183 w 333375"/>
                <a:gd name="connsiteY2" fmla="*/ 149542 h 142875"/>
                <a:gd name="connsiteX3" fmla="*/ 75247 w 333375"/>
                <a:gd name="connsiteY3" fmla="*/ 149542 h 142875"/>
                <a:gd name="connsiteX4" fmla="*/ 41910 w 333375"/>
                <a:gd name="connsiteY4" fmla="*/ 125730 h 142875"/>
                <a:gd name="connsiteX5" fmla="*/ 0 w 333375"/>
                <a:gd name="connsiteY5" fmla="*/ 0 h 142875"/>
                <a:gd name="connsiteX6" fmla="*/ 268605 w 333375"/>
                <a:gd name="connsiteY6" fmla="*/ 13335 h 142875"/>
                <a:gd name="connsiteX7" fmla="*/ 332422 w 333375"/>
                <a:gd name="connsiteY7" fmla="*/ 70485 h 142875"/>
                <a:gd name="connsiteX8" fmla="*/ 338138 w 333375"/>
                <a:gd name="connsiteY8" fmla="*/ 115253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3375" h="142875">
                  <a:moveTo>
                    <a:pt x="338138" y="115253"/>
                  </a:moveTo>
                  <a:lnTo>
                    <a:pt x="339090" y="117157"/>
                  </a:lnTo>
                  <a:cubicBezTo>
                    <a:pt x="344805" y="132397"/>
                    <a:pt x="333375" y="149542"/>
                    <a:pt x="317183" y="149542"/>
                  </a:cubicBezTo>
                  <a:lnTo>
                    <a:pt x="75247" y="149542"/>
                  </a:lnTo>
                  <a:cubicBezTo>
                    <a:pt x="60008" y="149542"/>
                    <a:pt x="46672" y="140017"/>
                    <a:pt x="41910" y="125730"/>
                  </a:cubicBezTo>
                  <a:lnTo>
                    <a:pt x="0" y="0"/>
                  </a:lnTo>
                  <a:lnTo>
                    <a:pt x="268605" y="13335"/>
                  </a:lnTo>
                  <a:cubicBezTo>
                    <a:pt x="300990" y="15240"/>
                    <a:pt x="327660" y="39053"/>
                    <a:pt x="332422" y="70485"/>
                  </a:cubicBezTo>
                  <a:lnTo>
                    <a:pt x="338138" y="115253"/>
                  </a:lnTo>
                  <a:close/>
                </a:path>
              </a:pathLst>
            </a:custGeom>
            <a:solidFill>
              <a:srgbClr val="3136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31D3422-C87D-4D3B-8C20-7E229F239B29}"/>
                </a:ext>
              </a:extLst>
            </p:cNvPr>
            <p:cNvSpPr/>
            <p:nvPr/>
          </p:nvSpPr>
          <p:spPr>
            <a:xfrm>
              <a:off x="8311515" y="5453063"/>
              <a:ext cx="247650" cy="333375"/>
            </a:xfrm>
            <a:custGeom>
              <a:avLst/>
              <a:gdLst>
                <a:gd name="connsiteX0" fmla="*/ 207645 w 247650"/>
                <a:gd name="connsiteY0" fmla="*/ 104775 h 333375"/>
                <a:gd name="connsiteX1" fmla="*/ 249555 w 247650"/>
                <a:gd name="connsiteY1" fmla="*/ 333375 h 333375"/>
                <a:gd name="connsiteX2" fmla="*/ 83820 w 247650"/>
                <a:gd name="connsiteY2" fmla="*/ 333375 h 333375"/>
                <a:gd name="connsiteX3" fmla="*/ 0 w 247650"/>
                <a:gd name="connsiteY3" fmla="*/ 0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650" h="333375">
                  <a:moveTo>
                    <a:pt x="207645" y="104775"/>
                  </a:moveTo>
                  <a:lnTo>
                    <a:pt x="249555" y="333375"/>
                  </a:lnTo>
                  <a:lnTo>
                    <a:pt x="83820" y="333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0FFF4F3-BA29-4B9E-8454-EC57DA4C0EC6}"/>
                </a:ext>
              </a:extLst>
            </p:cNvPr>
            <p:cNvSpPr/>
            <p:nvPr/>
          </p:nvSpPr>
          <p:spPr>
            <a:xfrm>
              <a:off x="8189914" y="5686425"/>
              <a:ext cx="438150" cy="409575"/>
            </a:xfrm>
            <a:custGeom>
              <a:avLst/>
              <a:gdLst>
                <a:gd name="connsiteX0" fmla="*/ 193991 w 438150"/>
                <a:gd name="connsiteY0" fmla="*/ 56198 h 409575"/>
                <a:gd name="connsiteX1" fmla="*/ 352106 w 438150"/>
                <a:gd name="connsiteY1" fmla="*/ 0 h 409575"/>
                <a:gd name="connsiteX2" fmla="*/ 437831 w 438150"/>
                <a:gd name="connsiteY2" fmla="*/ 127635 h 409575"/>
                <a:gd name="connsiteX3" fmla="*/ 426401 w 438150"/>
                <a:gd name="connsiteY3" fmla="*/ 180975 h 409575"/>
                <a:gd name="connsiteX4" fmla="*/ 60641 w 438150"/>
                <a:gd name="connsiteY4" fmla="*/ 412432 h 409575"/>
                <a:gd name="connsiteX5" fmla="*/ 634 w 438150"/>
                <a:gd name="connsiteY5" fmla="*/ 383857 h 409575"/>
                <a:gd name="connsiteX6" fmla="*/ 193991 w 438150"/>
                <a:gd name="connsiteY6" fmla="*/ 56198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150" h="409575">
                  <a:moveTo>
                    <a:pt x="193991" y="56198"/>
                  </a:moveTo>
                  <a:cubicBezTo>
                    <a:pt x="193991" y="56198"/>
                    <a:pt x="316864" y="73343"/>
                    <a:pt x="352106" y="0"/>
                  </a:cubicBezTo>
                  <a:cubicBezTo>
                    <a:pt x="352106" y="0"/>
                    <a:pt x="389254" y="47625"/>
                    <a:pt x="437831" y="127635"/>
                  </a:cubicBezTo>
                  <a:cubicBezTo>
                    <a:pt x="448309" y="145732"/>
                    <a:pt x="443546" y="168593"/>
                    <a:pt x="426401" y="180975"/>
                  </a:cubicBezTo>
                  <a:cubicBezTo>
                    <a:pt x="373061" y="218123"/>
                    <a:pt x="248284" y="300990"/>
                    <a:pt x="60641" y="412432"/>
                  </a:cubicBezTo>
                  <a:cubicBezTo>
                    <a:pt x="35876" y="426720"/>
                    <a:pt x="4443" y="412432"/>
                    <a:pt x="634" y="383857"/>
                  </a:cubicBezTo>
                  <a:cubicBezTo>
                    <a:pt x="-5082" y="335280"/>
                    <a:pt x="25399" y="240030"/>
                    <a:pt x="193991" y="56198"/>
                  </a:cubicBezTo>
                  <a:close/>
                </a:path>
              </a:pathLst>
            </a:custGeom>
            <a:solidFill>
              <a:srgbClr val="3D42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CAD8177-CD03-4D4D-9E6A-3A3C477CD317}"/>
                </a:ext>
              </a:extLst>
            </p:cNvPr>
            <p:cNvSpPr/>
            <p:nvPr/>
          </p:nvSpPr>
          <p:spPr>
            <a:xfrm>
              <a:off x="9402128" y="5455920"/>
              <a:ext cx="247650" cy="333375"/>
            </a:xfrm>
            <a:custGeom>
              <a:avLst/>
              <a:gdLst>
                <a:gd name="connsiteX0" fmla="*/ 41910 w 247650"/>
                <a:gd name="connsiteY0" fmla="*/ 104775 h 333375"/>
                <a:gd name="connsiteX1" fmla="*/ 0 w 247650"/>
                <a:gd name="connsiteY1" fmla="*/ 333375 h 333375"/>
                <a:gd name="connsiteX2" fmla="*/ 165735 w 247650"/>
                <a:gd name="connsiteY2" fmla="*/ 333375 h 333375"/>
                <a:gd name="connsiteX3" fmla="*/ 249555 w 247650"/>
                <a:gd name="connsiteY3" fmla="*/ 0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650" h="333375">
                  <a:moveTo>
                    <a:pt x="41910" y="104775"/>
                  </a:moveTo>
                  <a:lnTo>
                    <a:pt x="0" y="333375"/>
                  </a:lnTo>
                  <a:lnTo>
                    <a:pt x="165735" y="333375"/>
                  </a:lnTo>
                  <a:lnTo>
                    <a:pt x="249555" y="0"/>
                  </a:lnTo>
                  <a:close/>
                </a:path>
              </a:pathLst>
            </a:custGeom>
            <a:solidFill>
              <a:srgbClr val="FFD7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78D56-6E51-43CC-9412-5840881723BA}"/>
                </a:ext>
              </a:extLst>
            </p:cNvPr>
            <p:cNvSpPr/>
            <p:nvPr/>
          </p:nvSpPr>
          <p:spPr>
            <a:xfrm>
              <a:off x="9328975" y="5688330"/>
              <a:ext cx="438150" cy="409575"/>
            </a:xfrm>
            <a:custGeom>
              <a:avLst/>
              <a:gdLst>
                <a:gd name="connsiteX0" fmla="*/ 249365 w 438150"/>
                <a:gd name="connsiteY0" fmla="*/ 56197 h 409575"/>
                <a:gd name="connsiteX1" fmla="*/ 91250 w 438150"/>
                <a:gd name="connsiteY1" fmla="*/ 0 h 409575"/>
                <a:gd name="connsiteX2" fmla="*/ 5525 w 438150"/>
                <a:gd name="connsiteY2" fmla="*/ 127635 h 409575"/>
                <a:gd name="connsiteX3" fmla="*/ 16955 w 438150"/>
                <a:gd name="connsiteY3" fmla="*/ 180975 h 409575"/>
                <a:gd name="connsiteX4" fmla="*/ 382715 w 438150"/>
                <a:gd name="connsiteY4" fmla="*/ 412432 h 409575"/>
                <a:gd name="connsiteX5" fmla="*/ 442722 w 438150"/>
                <a:gd name="connsiteY5" fmla="*/ 383857 h 409575"/>
                <a:gd name="connsiteX6" fmla="*/ 249365 w 438150"/>
                <a:gd name="connsiteY6" fmla="*/ 56197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150" h="409575">
                  <a:moveTo>
                    <a:pt x="249365" y="56197"/>
                  </a:moveTo>
                  <a:cubicBezTo>
                    <a:pt x="249365" y="56197"/>
                    <a:pt x="126492" y="73343"/>
                    <a:pt x="91250" y="0"/>
                  </a:cubicBezTo>
                  <a:cubicBezTo>
                    <a:pt x="91250" y="0"/>
                    <a:pt x="54102" y="47625"/>
                    <a:pt x="5525" y="127635"/>
                  </a:cubicBezTo>
                  <a:cubicBezTo>
                    <a:pt x="-4953" y="145732"/>
                    <a:pt x="-190" y="168593"/>
                    <a:pt x="16955" y="180975"/>
                  </a:cubicBezTo>
                  <a:cubicBezTo>
                    <a:pt x="70294" y="218122"/>
                    <a:pt x="195072" y="300990"/>
                    <a:pt x="382715" y="412432"/>
                  </a:cubicBezTo>
                  <a:cubicBezTo>
                    <a:pt x="407480" y="426720"/>
                    <a:pt x="438912" y="412432"/>
                    <a:pt x="442722" y="383857"/>
                  </a:cubicBezTo>
                  <a:cubicBezTo>
                    <a:pt x="449390" y="336232"/>
                    <a:pt x="418910" y="240982"/>
                    <a:pt x="249365" y="56197"/>
                  </a:cubicBezTo>
                  <a:close/>
                </a:path>
              </a:pathLst>
            </a:custGeom>
            <a:solidFill>
              <a:srgbClr val="3D42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14AA2AD-65EB-47F5-BD2E-48719EF40C51}"/>
                </a:ext>
              </a:extLst>
            </p:cNvPr>
            <p:cNvSpPr/>
            <p:nvPr/>
          </p:nvSpPr>
          <p:spPr>
            <a:xfrm>
              <a:off x="8130183" y="3998119"/>
              <a:ext cx="1695450" cy="1552575"/>
            </a:xfrm>
            <a:custGeom>
              <a:avLst/>
              <a:gdLst>
                <a:gd name="connsiteX0" fmla="*/ 1570077 w 1695450"/>
                <a:gd name="connsiteY0" fmla="*/ 326231 h 1552575"/>
                <a:gd name="connsiteX1" fmla="*/ 1560552 w 1695450"/>
                <a:gd name="connsiteY1" fmla="*/ 315754 h 1552575"/>
                <a:gd name="connsiteX2" fmla="*/ 139422 w 1695450"/>
                <a:gd name="connsiteY2" fmla="*/ 315754 h 1552575"/>
                <a:gd name="connsiteX3" fmla="*/ 129897 w 1695450"/>
                <a:gd name="connsiteY3" fmla="*/ 326231 h 1552575"/>
                <a:gd name="connsiteX4" fmla="*/ 357 w 1695450"/>
                <a:gd name="connsiteY4" fmla="*/ 661511 h 1552575"/>
                <a:gd name="connsiteX5" fmla="*/ 167997 w 1695450"/>
                <a:gd name="connsiteY5" fmla="*/ 1559719 h 1552575"/>
                <a:gd name="connsiteX6" fmla="*/ 390882 w 1695450"/>
                <a:gd name="connsiteY6" fmla="*/ 1559719 h 1552575"/>
                <a:gd name="connsiteX7" fmla="*/ 345162 w 1695450"/>
                <a:gd name="connsiteY7" fmla="*/ 751046 h 1552575"/>
                <a:gd name="connsiteX8" fmla="*/ 850939 w 1695450"/>
                <a:gd name="connsiteY8" fmla="*/ 751046 h 1552575"/>
                <a:gd name="connsiteX9" fmla="*/ 1356717 w 1695450"/>
                <a:gd name="connsiteY9" fmla="*/ 751046 h 1552575"/>
                <a:gd name="connsiteX10" fmla="*/ 1310997 w 1695450"/>
                <a:gd name="connsiteY10" fmla="*/ 1559719 h 1552575"/>
                <a:gd name="connsiteX11" fmla="*/ 1533882 w 1695450"/>
                <a:gd name="connsiteY11" fmla="*/ 1559719 h 1552575"/>
                <a:gd name="connsiteX12" fmla="*/ 1701522 w 1695450"/>
                <a:gd name="connsiteY12" fmla="*/ 661511 h 1552575"/>
                <a:gd name="connsiteX13" fmla="*/ 1570077 w 1695450"/>
                <a:gd name="connsiteY13" fmla="*/ 326231 h 1552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95450" h="1552575">
                  <a:moveTo>
                    <a:pt x="1570077" y="326231"/>
                  </a:moveTo>
                  <a:cubicBezTo>
                    <a:pt x="1567220" y="322421"/>
                    <a:pt x="1563410" y="319564"/>
                    <a:pt x="1560552" y="315754"/>
                  </a:cubicBezTo>
                  <a:cubicBezTo>
                    <a:pt x="1181457" y="-105251"/>
                    <a:pt x="518517" y="-105251"/>
                    <a:pt x="139422" y="315754"/>
                  </a:cubicBezTo>
                  <a:cubicBezTo>
                    <a:pt x="136564" y="319564"/>
                    <a:pt x="132755" y="322421"/>
                    <a:pt x="129897" y="326231"/>
                  </a:cubicBezTo>
                  <a:cubicBezTo>
                    <a:pt x="47982" y="419576"/>
                    <a:pt x="2262" y="537686"/>
                    <a:pt x="357" y="661511"/>
                  </a:cubicBezTo>
                  <a:cubicBezTo>
                    <a:pt x="-3453" y="837724"/>
                    <a:pt x="21312" y="1139666"/>
                    <a:pt x="167997" y="1559719"/>
                  </a:cubicBezTo>
                  <a:lnTo>
                    <a:pt x="390882" y="1559719"/>
                  </a:lnTo>
                  <a:cubicBezTo>
                    <a:pt x="390882" y="1559719"/>
                    <a:pt x="293727" y="953929"/>
                    <a:pt x="345162" y="751046"/>
                  </a:cubicBezTo>
                  <a:lnTo>
                    <a:pt x="850939" y="751046"/>
                  </a:lnTo>
                  <a:lnTo>
                    <a:pt x="1356717" y="751046"/>
                  </a:lnTo>
                  <a:cubicBezTo>
                    <a:pt x="1408152" y="953929"/>
                    <a:pt x="1310997" y="1559719"/>
                    <a:pt x="1310997" y="1559719"/>
                  </a:cubicBezTo>
                  <a:lnTo>
                    <a:pt x="1533882" y="1559719"/>
                  </a:lnTo>
                  <a:cubicBezTo>
                    <a:pt x="1679615" y="1138714"/>
                    <a:pt x="1704380" y="836771"/>
                    <a:pt x="1701522" y="661511"/>
                  </a:cubicBezTo>
                  <a:cubicBezTo>
                    <a:pt x="1697712" y="537686"/>
                    <a:pt x="1651992" y="418624"/>
                    <a:pt x="1570077" y="326231"/>
                  </a:cubicBezTo>
                  <a:close/>
                </a:path>
              </a:pathLst>
            </a:custGeom>
            <a:solidFill>
              <a:srgbClr val="3D42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B6516A-D3FE-4409-BD50-C8E68E93CA88}"/>
                </a:ext>
              </a:extLst>
            </p:cNvPr>
            <p:cNvSpPr/>
            <p:nvPr/>
          </p:nvSpPr>
          <p:spPr>
            <a:xfrm>
              <a:off x="8436293" y="4340543"/>
              <a:ext cx="1085850" cy="257175"/>
            </a:xfrm>
            <a:custGeom>
              <a:avLst/>
              <a:gdLst>
                <a:gd name="connsiteX0" fmla="*/ 0 w 1085850"/>
                <a:gd name="connsiteY0" fmla="*/ 241935 h 257175"/>
                <a:gd name="connsiteX1" fmla="*/ 539115 w 1085850"/>
                <a:gd name="connsiteY1" fmla="*/ 0 h 257175"/>
                <a:gd name="connsiteX2" fmla="*/ 1089660 w 1085850"/>
                <a:gd name="connsiteY2" fmla="*/ 263842 h 257175"/>
                <a:gd name="connsiteX3" fmla="*/ 0 w 1085850"/>
                <a:gd name="connsiteY3" fmla="*/ 241935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5850" h="257175">
                  <a:moveTo>
                    <a:pt x="0" y="241935"/>
                  </a:moveTo>
                  <a:cubicBezTo>
                    <a:pt x="0" y="241935"/>
                    <a:pt x="84772" y="0"/>
                    <a:pt x="539115" y="0"/>
                  </a:cubicBezTo>
                  <a:cubicBezTo>
                    <a:pt x="994410" y="0"/>
                    <a:pt x="1089660" y="263842"/>
                    <a:pt x="1089660" y="263842"/>
                  </a:cubicBezTo>
                  <a:lnTo>
                    <a:pt x="0" y="241935"/>
                  </a:lnTo>
                  <a:close/>
                </a:path>
              </a:pathLst>
            </a:custGeom>
            <a:solidFill>
              <a:srgbClr val="3136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20E7E22-CD75-4FC8-A9F2-311BCF802D8C}"/>
                </a:ext>
              </a:extLst>
            </p:cNvPr>
            <p:cNvSpPr/>
            <p:nvPr/>
          </p:nvSpPr>
          <p:spPr>
            <a:xfrm>
              <a:off x="8577679" y="2088833"/>
              <a:ext cx="219075" cy="276225"/>
            </a:xfrm>
            <a:custGeom>
              <a:avLst/>
              <a:gdLst>
                <a:gd name="connsiteX0" fmla="*/ 220564 w 219075"/>
                <a:gd name="connsiteY0" fmla="*/ 263842 h 276225"/>
                <a:gd name="connsiteX1" fmla="*/ 130076 w 219075"/>
                <a:gd name="connsiteY1" fmla="*/ 279083 h 276225"/>
                <a:gd name="connsiteX2" fmla="*/ 11966 w 219075"/>
                <a:gd name="connsiteY2" fmla="*/ 195263 h 276225"/>
                <a:gd name="connsiteX3" fmla="*/ 1489 w 219075"/>
                <a:gd name="connsiteY3" fmla="*/ 133350 h 276225"/>
                <a:gd name="connsiteX4" fmla="*/ 85309 w 219075"/>
                <a:gd name="connsiteY4" fmla="*/ 15240 h 276225"/>
                <a:gd name="connsiteX5" fmla="*/ 175796 w 219075"/>
                <a:gd name="connsiteY5" fmla="*/ 0 h 276225"/>
                <a:gd name="connsiteX6" fmla="*/ 220564 w 219075"/>
                <a:gd name="connsiteY6" fmla="*/ 263842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9075" h="276225">
                  <a:moveTo>
                    <a:pt x="220564" y="263842"/>
                  </a:moveTo>
                  <a:lnTo>
                    <a:pt x="130076" y="279083"/>
                  </a:lnTo>
                  <a:cubicBezTo>
                    <a:pt x="74831" y="288608"/>
                    <a:pt x="21491" y="251460"/>
                    <a:pt x="11966" y="195263"/>
                  </a:cubicBezTo>
                  <a:lnTo>
                    <a:pt x="1489" y="133350"/>
                  </a:lnTo>
                  <a:cubicBezTo>
                    <a:pt x="-8036" y="78105"/>
                    <a:pt x="29111" y="24765"/>
                    <a:pt x="85309" y="15240"/>
                  </a:cubicBezTo>
                  <a:lnTo>
                    <a:pt x="175796" y="0"/>
                  </a:lnTo>
                  <a:lnTo>
                    <a:pt x="220564" y="263842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3B19ACC-CD65-4F39-A1CF-ED6FED4F9C96}"/>
                </a:ext>
              </a:extLst>
            </p:cNvPr>
            <p:cNvSpPr/>
            <p:nvPr/>
          </p:nvSpPr>
          <p:spPr>
            <a:xfrm>
              <a:off x="9171622" y="2088833"/>
              <a:ext cx="219075" cy="276225"/>
            </a:xfrm>
            <a:custGeom>
              <a:avLst/>
              <a:gdLst>
                <a:gd name="connsiteX0" fmla="*/ 0 w 219075"/>
                <a:gd name="connsiteY0" fmla="*/ 263842 h 276225"/>
                <a:gd name="connsiteX1" fmla="*/ 90488 w 219075"/>
                <a:gd name="connsiteY1" fmla="*/ 279083 h 276225"/>
                <a:gd name="connsiteX2" fmla="*/ 208597 w 219075"/>
                <a:gd name="connsiteY2" fmla="*/ 195263 h 276225"/>
                <a:gd name="connsiteX3" fmla="*/ 219075 w 219075"/>
                <a:gd name="connsiteY3" fmla="*/ 133350 h 276225"/>
                <a:gd name="connsiteX4" fmla="*/ 135255 w 219075"/>
                <a:gd name="connsiteY4" fmla="*/ 15240 h 276225"/>
                <a:gd name="connsiteX5" fmla="*/ 44768 w 219075"/>
                <a:gd name="connsiteY5" fmla="*/ 0 h 276225"/>
                <a:gd name="connsiteX6" fmla="*/ 0 w 219075"/>
                <a:gd name="connsiteY6" fmla="*/ 263842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9075" h="276225">
                  <a:moveTo>
                    <a:pt x="0" y="263842"/>
                  </a:moveTo>
                  <a:lnTo>
                    <a:pt x="90488" y="279083"/>
                  </a:lnTo>
                  <a:cubicBezTo>
                    <a:pt x="145733" y="288608"/>
                    <a:pt x="199072" y="251460"/>
                    <a:pt x="208597" y="195263"/>
                  </a:cubicBezTo>
                  <a:lnTo>
                    <a:pt x="219075" y="133350"/>
                  </a:lnTo>
                  <a:cubicBezTo>
                    <a:pt x="228600" y="78105"/>
                    <a:pt x="191453" y="24765"/>
                    <a:pt x="135255" y="15240"/>
                  </a:cubicBezTo>
                  <a:lnTo>
                    <a:pt x="44768" y="0"/>
                  </a:lnTo>
                  <a:lnTo>
                    <a:pt x="0" y="263842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3403A35-7A6D-4378-9F4B-108906975EEA}"/>
                </a:ext>
              </a:extLst>
            </p:cNvPr>
            <p:cNvSpPr/>
            <p:nvPr/>
          </p:nvSpPr>
          <p:spPr>
            <a:xfrm>
              <a:off x="10076497" y="3643530"/>
              <a:ext cx="257175" cy="142875"/>
            </a:xfrm>
            <a:custGeom>
              <a:avLst/>
              <a:gdLst>
                <a:gd name="connsiteX0" fmla="*/ 0 w 257175"/>
                <a:gd name="connsiteY0" fmla="*/ 10260 h 142875"/>
                <a:gd name="connsiteX1" fmla="*/ 260985 w 257175"/>
                <a:gd name="connsiteY1" fmla="*/ 124560 h 142875"/>
                <a:gd name="connsiteX2" fmla="*/ 205740 w 257175"/>
                <a:gd name="connsiteY2" fmla="*/ 107415 h 142875"/>
                <a:gd name="connsiteX3" fmla="*/ 0 w 257175"/>
                <a:gd name="connsiteY3" fmla="*/ 151230 h 142875"/>
                <a:gd name="connsiteX4" fmla="*/ 0 w 257175"/>
                <a:gd name="connsiteY4" fmla="*/ 1026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175" h="142875">
                  <a:moveTo>
                    <a:pt x="0" y="10260"/>
                  </a:moveTo>
                  <a:cubicBezTo>
                    <a:pt x="0" y="10260"/>
                    <a:pt x="234315" y="-50700"/>
                    <a:pt x="260985" y="124560"/>
                  </a:cubicBezTo>
                  <a:cubicBezTo>
                    <a:pt x="260985" y="124560"/>
                    <a:pt x="247650" y="155040"/>
                    <a:pt x="205740" y="107415"/>
                  </a:cubicBezTo>
                  <a:cubicBezTo>
                    <a:pt x="163830" y="59790"/>
                    <a:pt x="152400" y="151230"/>
                    <a:pt x="0" y="151230"/>
                  </a:cubicBezTo>
                  <a:lnTo>
                    <a:pt x="0" y="10260"/>
                  </a:lnTo>
                  <a:close/>
                </a:path>
              </a:pathLst>
            </a:custGeom>
            <a:solidFill>
              <a:srgbClr val="FFD7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10AE5A6-A522-4096-A231-7598CAFF6316}"/>
                </a:ext>
              </a:extLst>
            </p:cNvPr>
            <p:cNvSpPr/>
            <p:nvPr/>
          </p:nvSpPr>
          <p:spPr>
            <a:xfrm>
              <a:off x="8671423" y="1673174"/>
              <a:ext cx="695325" cy="904875"/>
            </a:xfrm>
            <a:custGeom>
              <a:avLst/>
              <a:gdLst>
                <a:gd name="connsiteX0" fmla="*/ 483055 w 695325"/>
                <a:gd name="connsiteY0" fmla="*/ 15608 h 904875"/>
                <a:gd name="connsiteX1" fmla="*/ 181112 w 695325"/>
                <a:gd name="connsiteY1" fmla="*/ 139433 h 904875"/>
                <a:gd name="connsiteX2" fmla="*/ 12520 w 695325"/>
                <a:gd name="connsiteY2" fmla="*/ 547103 h 904875"/>
                <a:gd name="connsiteX3" fmla="*/ 300175 w 695325"/>
                <a:gd name="connsiteY3" fmla="*/ 909053 h 904875"/>
                <a:gd name="connsiteX4" fmla="*/ 612595 w 695325"/>
                <a:gd name="connsiteY4" fmla="*/ 518528 h 904875"/>
                <a:gd name="connsiteX5" fmla="*/ 698320 w 695325"/>
                <a:gd name="connsiteY5" fmla="*/ 145148 h 904875"/>
                <a:gd name="connsiteX6" fmla="*/ 610690 w 695325"/>
                <a:gd name="connsiteY6" fmla="*/ 84188 h 904875"/>
                <a:gd name="connsiteX7" fmla="*/ 483055 w 695325"/>
                <a:gd name="connsiteY7" fmla="*/ 15608 h 90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5325" h="904875">
                  <a:moveTo>
                    <a:pt x="483055" y="15608"/>
                  </a:moveTo>
                  <a:cubicBezTo>
                    <a:pt x="483055" y="15608"/>
                    <a:pt x="355420" y="93713"/>
                    <a:pt x="181112" y="139433"/>
                  </a:cubicBezTo>
                  <a:cubicBezTo>
                    <a:pt x="51572" y="172771"/>
                    <a:pt x="-33200" y="307073"/>
                    <a:pt x="12520" y="547103"/>
                  </a:cubicBezTo>
                  <a:cubicBezTo>
                    <a:pt x="58240" y="787133"/>
                    <a:pt x="157300" y="909053"/>
                    <a:pt x="300175" y="909053"/>
                  </a:cubicBezTo>
                  <a:cubicBezTo>
                    <a:pt x="443050" y="909053"/>
                    <a:pt x="566875" y="827138"/>
                    <a:pt x="612595" y="518528"/>
                  </a:cubicBezTo>
                  <a:cubicBezTo>
                    <a:pt x="658315" y="209918"/>
                    <a:pt x="686890" y="189916"/>
                    <a:pt x="698320" y="145148"/>
                  </a:cubicBezTo>
                  <a:cubicBezTo>
                    <a:pt x="715465" y="78473"/>
                    <a:pt x="674508" y="42278"/>
                    <a:pt x="610690" y="84188"/>
                  </a:cubicBezTo>
                  <a:cubicBezTo>
                    <a:pt x="526870" y="139433"/>
                    <a:pt x="643075" y="-54877"/>
                    <a:pt x="483055" y="15608"/>
                  </a:cubicBezTo>
                  <a:close/>
                </a:path>
              </a:pathLst>
            </a:custGeom>
            <a:solidFill>
              <a:srgbClr val="3B23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A7404F9-F447-46FF-A5B3-45A25808601C}"/>
                </a:ext>
              </a:extLst>
            </p:cNvPr>
            <p:cNvSpPr/>
            <p:nvPr/>
          </p:nvSpPr>
          <p:spPr>
            <a:xfrm>
              <a:off x="7844790" y="2671286"/>
              <a:ext cx="2266950" cy="1447800"/>
            </a:xfrm>
            <a:custGeom>
              <a:avLst/>
              <a:gdLst>
                <a:gd name="connsiteX0" fmla="*/ 2083117 w 2266950"/>
                <a:gd name="connsiteY0" fmla="*/ 920591 h 1447800"/>
                <a:gd name="connsiteX1" fmla="*/ 1611630 w 2266950"/>
                <a:gd name="connsiteY1" fmla="*/ 183356 h 1447800"/>
                <a:gd name="connsiteX2" fmla="*/ 1438275 w 2266950"/>
                <a:gd name="connsiteY2" fmla="*/ 61436 h 1447800"/>
                <a:gd name="connsiteX3" fmla="*/ 830580 w 2266950"/>
                <a:gd name="connsiteY3" fmla="*/ 61436 h 1447800"/>
                <a:gd name="connsiteX4" fmla="*/ 657225 w 2266950"/>
                <a:gd name="connsiteY4" fmla="*/ 183356 h 1447800"/>
                <a:gd name="connsiteX5" fmla="*/ 185738 w 2266950"/>
                <a:gd name="connsiteY5" fmla="*/ 920591 h 1447800"/>
                <a:gd name="connsiteX6" fmla="*/ 80963 w 2266950"/>
                <a:gd name="connsiteY6" fmla="*/ 949166 h 1447800"/>
                <a:gd name="connsiteX7" fmla="*/ 0 w 2266950"/>
                <a:gd name="connsiteY7" fmla="*/ 1034891 h 1447800"/>
                <a:gd name="connsiteX8" fmla="*/ 0 w 2266950"/>
                <a:gd name="connsiteY8" fmla="*/ 1072039 h 1447800"/>
                <a:gd name="connsiteX9" fmla="*/ 88582 w 2266950"/>
                <a:gd name="connsiteY9" fmla="*/ 1157764 h 1447800"/>
                <a:gd name="connsiteX10" fmla="*/ 714375 w 2266950"/>
                <a:gd name="connsiteY10" fmla="*/ 748189 h 1447800"/>
                <a:gd name="connsiteX11" fmla="*/ 654367 w 2266950"/>
                <a:gd name="connsiteY11" fmla="*/ 1374934 h 1447800"/>
                <a:gd name="connsiteX12" fmla="*/ 731520 w 2266950"/>
                <a:gd name="connsiteY12" fmla="*/ 1433989 h 1447800"/>
                <a:gd name="connsiteX13" fmla="*/ 1134428 w 2266950"/>
                <a:gd name="connsiteY13" fmla="*/ 1382554 h 1447800"/>
                <a:gd name="connsiteX14" fmla="*/ 1559242 w 2266950"/>
                <a:gd name="connsiteY14" fmla="*/ 1449229 h 1447800"/>
                <a:gd name="connsiteX15" fmla="*/ 1638300 w 2266950"/>
                <a:gd name="connsiteY15" fmla="*/ 1389221 h 1447800"/>
                <a:gd name="connsiteX16" fmla="*/ 1555432 w 2266950"/>
                <a:gd name="connsiteY16" fmla="*/ 791051 h 1447800"/>
                <a:gd name="connsiteX17" fmla="*/ 2188845 w 2266950"/>
                <a:gd name="connsiteY17" fmla="*/ 1166336 h 1447800"/>
                <a:gd name="connsiteX18" fmla="*/ 2268855 w 2266950"/>
                <a:gd name="connsiteY18" fmla="*/ 1080611 h 1447800"/>
                <a:gd name="connsiteX19" fmla="*/ 2268855 w 2266950"/>
                <a:gd name="connsiteY19" fmla="*/ 1034891 h 1447800"/>
                <a:gd name="connsiteX20" fmla="*/ 2187892 w 2266950"/>
                <a:gd name="connsiteY20" fmla="*/ 949166 h 1447800"/>
                <a:gd name="connsiteX21" fmla="*/ 2083117 w 2266950"/>
                <a:gd name="connsiteY21" fmla="*/ 920591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6950" h="1447800">
                  <a:moveTo>
                    <a:pt x="2083117" y="920591"/>
                  </a:moveTo>
                  <a:cubicBezTo>
                    <a:pt x="1913573" y="833914"/>
                    <a:pt x="1723073" y="340519"/>
                    <a:pt x="1611630" y="183356"/>
                  </a:cubicBezTo>
                  <a:cubicBezTo>
                    <a:pt x="1574482" y="130969"/>
                    <a:pt x="1508760" y="90964"/>
                    <a:pt x="1438275" y="61436"/>
                  </a:cubicBezTo>
                  <a:cubicBezTo>
                    <a:pt x="1244917" y="-20479"/>
                    <a:pt x="1024890" y="-20479"/>
                    <a:pt x="830580" y="61436"/>
                  </a:cubicBezTo>
                  <a:cubicBezTo>
                    <a:pt x="760095" y="90964"/>
                    <a:pt x="694372" y="130969"/>
                    <a:pt x="657225" y="183356"/>
                  </a:cubicBezTo>
                  <a:cubicBezTo>
                    <a:pt x="545782" y="340519"/>
                    <a:pt x="355282" y="833914"/>
                    <a:pt x="185738" y="920591"/>
                  </a:cubicBezTo>
                  <a:cubicBezTo>
                    <a:pt x="148590" y="939641"/>
                    <a:pt x="111442" y="947261"/>
                    <a:pt x="80963" y="949166"/>
                  </a:cubicBezTo>
                  <a:cubicBezTo>
                    <a:pt x="35242" y="952024"/>
                    <a:pt x="0" y="989171"/>
                    <a:pt x="0" y="1034891"/>
                  </a:cubicBezTo>
                  <a:lnTo>
                    <a:pt x="0" y="1072039"/>
                  </a:lnTo>
                  <a:cubicBezTo>
                    <a:pt x="0" y="1120616"/>
                    <a:pt x="40005" y="1159669"/>
                    <a:pt x="88582" y="1157764"/>
                  </a:cubicBezTo>
                  <a:cubicBezTo>
                    <a:pt x="227647" y="1152049"/>
                    <a:pt x="502920" y="1093946"/>
                    <a:pt x="714375" y="748189"/>
                  </a:cubicBezTo>
                  <a:cubicBezTo>
                    <a:pt x="714375" y="748189"/>
                    <a:pt x="639128" y="1154906"/>
                    <a:pt x="654367" y="1374934"/>
                  </a:cubicBezTo>
                  <a:cubicBezTo>
                    <a:pt x="657225" y="1413986"/>
                    <a:pt x="693420" y="1441609"/>
                    <a:pt x="731520" y="1433989"/>
                  </a:cubicBezTo>
                  <a:cubicBezTo>
                    <a:pt x="826770" y="1414939"/>
                    <a:pt x="1005840" y="1382554"/>
                    <a:pt x="1134428" y="1382554"/>
                  </a:cubicBezTo>
                  <a:cubicBezTo>
                    <a:pt x="1263967" y="1382554"/>
                    <a:pt x="1457325" y="1424464"/>
                    <a:pt x="1559242" y="1449229"/>
                  </a:cubicBezTo>
                  <a:cubicBezTo>
                    <a:pt x="1598295" y="1458754"/>
                    <a:pt x="1637348" y="1430179"/>
                    <a:pt x="1638300" y="1389221"/>
                  </a:cubicBezTo>
                  <a:cubicBezTo>
                    <a:pt x="1647825" y="1173004"/>
                    <a:pt x="1555432" y="791051"/>
                    <a:pt x="1555432" y="791051"/>
                  </a:cubicBezTo>
                  <a:cubicBezTo>
                    <a:pt x="1770698" y="1144429"/>
                    <a:pt x="2053590" y="1174909"/>
                    <a:pt x="2188845" y="1166336"/>
                  </a:cubicBezTo>
                  <a:cubicBezTo>
                    <a:pt x="2233613" y="1163479"/>
                    <a:pt x="2268855" y="1125379"/>
                    <a:pt x="2268855" y="1080611"/>
                  </a:cubicBezTo>
                  <a:lnTo>
                    <a:pt x="2268855" y="1034891"/>
                  </a:lnTo>
                  <a:cubicBezTo>
                    <a:pt x="2268855" y="989171"/>
                    <a:pt x="2233613" y="952024"/>
                    <a:pt x="2187892" y="949166"/>
                  </a:cubicBezTo>
                  <a:cubicBezTo>
                    <a:pt x="2157413" y="947261"/>
                    <a:pt x="2120265" y="939641"/>
                    <a:pt x="2083117" y="920591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BBE9A9D-9556-4E2C-AFCD-5635F7E73F6C}"/>
                </a:ext>
              </a:extLst>
            </p:cNvPr>
            <p:cNvSpPr/>
            <p:nvPr/>
          </p:nvSpPr>
          <p:spPr>
            <a:xfrm>
              <a:off x="8364882" y="2940364"/>
              <a:ext cx="1228725" cy="942975"/>
            </a:xfrm>
            <a:custGeom>
              <a:avLst/>
              <a:gdLst>
                <a:gd name="connsiteX0" fmla="*/ 615288 w 1228725"/>
                <a:gd name="connsiteY0" fmla="*/ 3 h 942975"/>
                <a:gd name="connsiteX1" fmla="*/ 925 w 1228725"/>
                <a:gd name="connsiteY1" fmla="*/ 457203 h 942975"/>
                <a:gd name="connsiteX2" fmla="*/ 615288 w 1228725"/>
                <a:gd name="connsiteY2" fmla="*/ 948693 h 942975"/>
                <a:gd name="connsiteX3" fmla="*/ 1229650 w 1228725"/>
                <a:gd name="connsiteY3" fmla="*/ 457203 h 942975"/>
                <a:gd name="connsiteX4" fmla="*/ 615288 w 1228725"/>
                <a:gd name="connsiteY4" fmla="*/ 3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8725" h="942975">
                  <a:moveTo>
                    <a:pt x="615288" y="3"/>
                  </a:moveTo>
                  <a:cubicBezTo>
                    <a:pt x="615288" y="3"/>
                    <a:pt x="-27650" y="-5712"/>
                    <a:pt x="925" y="457203"/>
                  </a:cubicBezTo>
                  <a:cubicBezTo>
                    <a:pt x="29500" y="920118"/>
                    <a:pt x="235240" y="948693"/>
                    <a:pt x="615288" y="948693"/>
                  </a:cubicBezTo>
                  <a:cubicBezTo>
                    <a:pt x="995335" y="948693"/>
                    <a:pt x="1201075" y="920118"/>
                    <a:pt x="1229650" y="457203"/>
                  </a:cubicBezTo>
                  <a:cubicBezTo>
                    <a:pt x="1258225" y="-5712"/>
                    <a:pt x="615288" y="3"/>
                    <a:pt x="615288" y="3"/>
                  </a:cubicBezTo>
                  <a:close/>
                </a:path>
              </a:pathLst>
            </a:custGeom>
            <a:solidFill>
              <a:srgbClr val="E5E6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89F8689-96F1-4901-958C-9206B3F61D25}"/>
                </a:ext>
              </a:extLst>
            </p:cNvPr>
            <p:cNvSpPr/>
            <p:nvPr/>
          </p:nvSpPr>
          <p:spPr>
            <a:xfrm>
              <a:off x="8357235" y="4534853"/>
              <a:ext cx="1238250" cy="428625"/>
            </a:xfrm>
            <a:custGeom>
              <a:avLst/>
              <a:gdLst>
                <a:gd name="connsiteX0" fmla="*/ 1082993 w 1238250"/>
                <a:gd name="connsiteY0" fmla="*/ 428625 h 428625"/>
                <a:gd name="connsiteX1" fmla="*/ 162878 w 1238250"/>
                <a:gd name="connsiteY1" fmla="*/ 428625 h 428625"/>
                <a:gd name="connsiteX2" fmla="*/ 0 w 1238250"/>
                <a:gd name="connsiteY2" fmla="*/ 265747 h 428625"/>
                <a:gd name="connsiteX3" fmla="*/ 0 w 1238250"/>
                <a:gd name="connsiteY3" fmla="*/ 162878 h 428625"/>
                <a:gd name="connsiteX4" fmla="*/ 360997 w 1238250"/>
                <a:gd name="connsiteY4" fmla="*/ 0 h 428625"/>
                <a:gd name="connsiteX5" fmla="*/ 849630 w 1238250"/>
                <a:gd name="connsiteY5" fmla="*/ 0 h 428625"/>
                <a:gd name="connsiteX6" fmla="*/ 1246823 w 1238250"/>
                <a:gd name="connsiteY6" fmla="*/ 162878 h 428625"/>
                <a:gd name="connsiteX7" fmla="*/ 1246823 w 1238250"/>
                <a:gd name="connsiteY7" fmla="*/ 265747 h 428625"/>
                <a:gd name="connsiteX8" fmla="*/ 1082993 w 1238250"/>
                <a:gd name="connsiteY8" fmla="*/ 428625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38250" h="428625">
                  <a:moveTo>
                    <a:pt x="1082993" y="428625"/>
                  </a:moveTo>
                  <a:lnTo>
                    <a:pt x="162878" y="428625"/>
                  </a:lnTo>
                  <a:cubicBezTo>
                    <a:pt x="73343" y="428625"/>
                    <a:pt x="0" y="355282"/>
                    <a:pt x="0" y="265747"/>
                  </a:cubicBezTo>
                  <a:lnTo>
                    <a:pt x="0" y="162878"/>
                  </a:lnTo>
                  <a:cubicBezTo>
                    <a:pt x="0" y="49530"/>
                    <a:pt x="140970" y="0"/>
                    <a:pt x="360997" y="0"/>
                  </a:cubicBezTo>
                  <a:lnTo>
                    <a:pt x="849630" y="0"/>
                  </a:lnTo>
                  <a:cubicBezTo>
                    <a:pt x="1119188" y="0"/>
                    <a:pt x="1246823" y="47625"/>
                    <a:pt x="1246823" y="162878"/>
                  </a:cubicBezTo>
                  <a:lnTo>
                    <a:pt x="1246823" y="265747"/>
                  </a:lnTo>
                  <a:cubicBezTo>
                    <a:pt x="1245870" y="356235"/>
                    <a:pt x="1172528" y="428625"/>
                    <a:pt x="1082993" y="428625"/>
                  </a:cubicBezTo>
                  <a:close/>
                </a:path>
              </a:pathLst>
            </a:custGeom>
            <a:solidFill>
              <a:srgbClr val="E5E6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0F0716F-2290-4D0E-B49D-04C2F02AF49B}"/>
                </a:ext>
              </a:extLst>
            </p:cNvPr>
            <p:cNvSpPr/>
            <p:nvPr/>
          </p:nvSpPr>
          <p:spPr>
            <a:xfrm>
              <a:off x="8597935" y="1716405"/>
              <a:ext cx="762000" cy="438150"/>
            </a:xfrm>
            <a:custGeom>
              <a:avLst/>
              <a:gdLst>
                <a:gd name="connsiteX0" fmla="*/ 728945 w 762000"/>
                <a:gd name="connsiteY0" fmla="*/ 437198 h 438150"/>
                <a:gd name="connsiteX1" fmla="*/ 728945 w 762000"/>
                <a:gd name="connsiteY1" fmla="*/ 437198 h 438150"/>
                <a:gd name="connsiteX2" fmla="*/ 714658 w 762000"/>
                <a:gd name="connsiteY2" fmla="*/ 410528 h 438150"/>
                <a:gd name="connsiteX3" fmla="*/ 685130 w 762000"/>
                <a:gd name="connsiteY3" fmla="*/ 161925 h 438150"/>
                <a:gd name="connsiteX4" fmla="*/ 369853 w 762000"/>
                <a:gd name="connsiteY4" fmla="*/ 45720 h 438150"/>
                <a:gd name="connsiteX5" fmla="*/ 102200 w 762000"/>
                <a:gd name="connsiteY5" fmla="*/ 147638 h 438150"/>
                <a:gd name="connsiteX6" fmla="*/ 50765 w 762000"/>
                <a:gd name="connsiteY6" fmla="*/ 406717 h 438150"/>
                <a:gd name="connsiteX7" fmla="*/ 33620 w 762000"/>
                <a:gd name="connsiteY7" fmla="*/ 431483 h 438150"/>
                <a:gd name="connsiteX8" fmla="*/ 33620 w 762000"/>
                <a:gd name="connsiteY8" fmla="*/ 431483 h 438150"/>
                <a:gd name="connsiteX9" fmla="*/ 5997 w 762000"/>
                <a:gd name="connsiteY9" fmla="*/ 413385 h 438150"/>
                <a:gd name="connsiteX10" fmla="*/ 66958 w 762000"/>
                <a:gd name="connsiteY10" fmla="*/ 119063 h 438150"/>
                <a:gd name="connsiteX11" fmla="*/ 368900 w 762000"/>
                <a:gd name="connsiteY11" fmla="*/ 0 h 438150"/>
                <a:gd name="connsiteX12" fmla="*/ 720372 w 762000"/>
                <a:gd name="connsiteY12" fmla="*/ 135255 h 438150"/>
                <a:gd name="connsiteX13" fmla="*/ 756568 w 762000"/>
                <a:gd name="connsiteY13" fmla="*/ 420053 h 438150"/>
                <a:gd name="connsiteX14" fmla="*/ 728945 w 762000"/>
                <a:gd name="connsiteY14" fmla="*/ 437198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2000" h="438150">
                  <a:moveTo>
                    <a:pt x="728945" y="437198"/>
                  </a:moveTo>
                  <a:lnTo>
                    <a:pt x="728945" y="437198"/>
                  </a:lnTo>
                  <a:cubicBezTo>
                    <a:pt x="718468" y="433388"/>
                    <a:pt x="711800" y="421958"/>
                    <a:pt x="714658" y="410528"/>
                  </a:cubicBezTo>
                  <a:cubicBezTo>
                    <a:pt x="726088" y="364808"/>
                    <a:pt x="747043" y="249555"/>
                    <a:pt x="685130" y="161925"/>
                  </a:cubicBezTo>
                  <a:cubicBezTo>
                    <a:pt x="630838" y="84773"/>
                    <a:pt x="525110" y="45720"/>
                    <a:pt x="369853" y="45720"/>
                  </a:cubicBezTo>
                  <a:cubicBezTo>
                    <a:pt x="246028" y="45720"/>
                    <a:pt x="155540" y="80010"/>
                    <a:pt x="102200" y="147638"/>
                  </a:cubicBezTo>
                  <a:cubicBezTo>
                    <a:pt x="32668" y="236220"/>
                    <a:pt x="43145" y="359092"/>
                    <a:pt x="50765" y="406717"/>
                  </a:cubicBezTo>
                  <a:cubicBezTo>
                    <a:pt x="52670" y="418148"/>
                    <a:pt x="45050" y="428625"/>
                    <a:pt x="33620" y="431483"/>
                  </a:cubicBezTo>
                  <a:lnTo>
                    <a:pt x="33620" y="431483"/>
                  </a:lnTo>
                  <a:cubicBezTo>
                    <a:pt x="21237" y="434340"/>
                    <a:pt x="8855" y="426720"/>
                    <a:pt x="5997" y="413385"/>
                  </a:cubicBezTo>
                  <a:cubicBezTo>
                    <a:pt x="-2575" y="359092"/>
                    <a:pt x="-14005" y="221933"/>
                    <a:pt x="66958" y="119063"/>
                  </a:cubicBezTo>
                  <a:cubicBezTo>
                    <a:pt x="128870" y="40005"/>
                    <a:pt x="230787" y="0"/>
                    <a:pt x="368900" y="0"/>
                  </a:cubicBezTo>
                  <a:cubicBezTo>
                    <a:pt x="539397" y="0"/>
                    <a:pt x="657508" y="45720"/>
                    <a:pt x="720372" y="135255"/>
                  </a:cubicBezTo>
                  <a:cubicBezTo>
                    <a:pt x="792763" y="238125"/>
                    <a:pt x="769903" y="367665"/>
                    <a:pt x="756568" y="420053"/>
                  </a:cubicBezTo>
                  <a:cubicBezTo>
                    <a:pt x="754663" y="434340"/>
                    <a:pt x="741328" y="441960"/>
                    <a:pt x="728945" y="437198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5913D07-8621-49E7-A015-F3522956410B}"/>
                </a:ext>
              </a:extLst>
            </p:cNvPr>
            <p:cNvSpPr/>
            <p:nvPr/>
          </p:nvSpPr>
          <p:spPr>
            <a:xfrm>
              <a:off x="8898255" y="3751897"/>
              <a:ext cx="152400" cy="990600"/>
            </a:xfrm>
            <a:custGeom>
              <a:avLst/>
              <a:gdLst>
                <a:gd name="connsiteX0" fmla="*/ 78105 w 152400"/>
                <a:gd name="connsiteY0" fmla="*/ 0 h 990600"/>
                <a:gd name="connsiteX1" fmla="*/ 3810 w 152400"/>
                <a:gd name="connsiteY1" fmla="*/ 73343 h 990600"/>
                <a:gd name="connsiteX2" fmla="*/ 0 w 152400"/>
                <a:gd name="connsiteY2" fmla="*/ 934403 h 990600"/>
                <a:gd name="connsiteX3" fmla="*/ 58102 w 152400"/>
                <a:gd name="connsiteY3" fmla="*/ 997268 h 990600"/>
                <a:gd name="connsiteX4" fmla="*/ 94297 w 152400"/>
                <a:gd name="connsiteY4" fmla="*/ 997268 h 990600"/>
                <a:gd name="connsiteX5" fmla="*/ 152400 w 152400"/>
                <a:gd name="connsiteY5" fmla="*/ 934403 h 990600"/>
                <a:gd name="connsiteX6" fmla="*/ 152400 w 152400"/>
                <a:gd name="connsiteY6" fmla="*/ 74295 h 990600"/>
                <a:gd name="connsiteX7" fmla="*/ 78105 w 152400"/>
                <a:gd name="connsiteY7" fmla="*/ 0 h 990600"/>
                <a:gd name="connsiteX8" fmla="*/ 78105 w 152400"/>
                <a:gd name="connsiteY8" fmla="*/ 0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400" h="990600">
                  <a:moveTo>
                    <a:pt x="78105" y="0"/>
                  </a:moveTo>
                  <a:cubicBezTo>
                    <a:pt x="37147" y="0"/>
                    <a:pt x="3810" y="33338"/>
                    <a:pt x="3810" y="73343"/>
                  </a:cubicBezTo>
                  <a:cubicBezTo>
                    <a:pt x="1905" y="340995"/>
                    <a:pt x="0" y="934403"/>
                    <a:pt x="0" y="934403"/>
                  </a:cubicBezTo>
                  <a:cubicBezTo>
                    <a:pt x="0" y="968693"/>
                    <a:pt x="25717" y="997268"/>
                    <a:pt x="58102" y="997268"/>
                  </a:cubicBezTo>
                  <a:lnTo>
                    <a:pt x="94297" y="997268"/>
                  </a:lnTo>
                  <a:cubicBezTo>
                    <a:pt x="126682" y="997268"/>
                    <a:pt x="152400" y="969645"/>
                    <a:pt x="152400" y="934403"/>
                  </a:cubicBezTo>
                  <a:lnTo>
                    <a:pt x="152400" y="74295"/>
                  </a:lnTo>
                  <a:cubicBezTo>
                    <a:pt x="152400" y="33338"/>
                    <a:pt x="119063" y="0"/>
                    <a:pt x="78105" y="0"/>
                  </a:cubicBezTo>
                  <a:lnTo>
                    <a:pt x="78105" y="0"/>
                  </a:lnTo>
                  <a:close/>
                </a:path>
              </a:pathLst>
            </a:custGeom>
            <a:solidFill>
              <a:srgbClr val="E5E6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515353E-DE8C-417A-AFD4-74CFB3F7D595}"/>
                </a:ext>
              </a:extLst>
            </p:cNvPr>
            <p:cNvSpPr/>
            <p:nvPr/>
          </p:nvSpPr>
          <p:spPr>
            <a:xfrm>
              <a:off x="8784908" y="2981325"/>
              <a:ext cx="1704975" cy="885825"/>
            </a:xfrm>
            <a:custGeom>
              <a:avLst/>
              <a:gdLst>
                <a:gd name="connsiteX0" fmla="*/ 1712595 w 1704975"/>
                <a:gd name="connsiteY0" fmla="*/ 891540 h 885825"/>
                <a:gd name="connsiteX1" fmla="*/ 0 w 1704975"/>
                <a:gd name="connsiteY1" fmla="*/ 0 h 88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04975" h="885825">
                  <a:moveTo>
                    <a:pt x="1712595" y="891540"/>
                  </a:moveTo>
                  <a:lnTo>
                    <a:pt x="0" y="0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F3AE42A-1DC4-40E2-BCD6-F2CD7778E15C}"/>
                </a:ext>
              </a:extLst>
            </p:cNvPr>
            <p:cNvSpPr/>
            <p:nvPr/>
          </p:nvSpPr>
          <p:spPr>
            <a:xfrm>
              <a:off x="7845742" y="2672715"/>
              <a:ext cx="2266950" cy="1038225"/>
            </a:xfrm>
            <a:custGeom>
              <a:avLst/>
              <a:gdLst>
                <a:gd name="connsiteX0" fmla="*/ 2187893 w 2266950"/>
                <a:gd name="connsiteY0" fmla="*/ 948690 h 1038225"/>
                <a:gd name="connsiteX1" fmla="*/ 2083118 w 2266950"/>
                <a:gd name="connsiteY1" fmla="*/ 920115 h 1038225"/>
                <a:gd name="connsiteX2" fmla="*/ 1611630 w 2266950"/>
                <a:gd name="connsiteY2" fmla="*/ 182880 h 1038225"/>
                <a:gd name="connsiteX3" fmla="*/ 1438275 w 2266950"/>
                <a:gd name="connsiteY3" fmla="*/ 60960 h 1038225"/>
                <a:gd name="connsiteX4" fmla="*/ 1149668 w 2266950"/>
                <a:gd name="connsiteY4" fmla="*/ 0 h 1038225"/>
                <a:gd name="connsiteX5" fmla="*/ 1149668 w 2266950"/>
                <a:gd name="connsiteY5" fmla="*/ 0 h 1038225"/>
                <a:gd name="connsiteX6" fmla="*/ 1144905 w 2266950"/>
                <a:gd name="connsiteY6" fmla="*/ 0 h 1038225"/>
                <a:gd name="connsiteX7" fmla="*/ 1134427 w 2266950"/>
                <a:gd name="connsiteY7" fmla="*/ 0 h 1038225"/>
                <a:gd name="connsiteX8" fmla="*/ 1123950 w 2266950"/>
                <a:gd name="connsiteY8" fmla="*/ 0 h 1038225"/>
                <a:gd name="connsiteX9" fmla="*/ 1119188 w 2266950"/>
                <a:gd name="connsiteY9" fmla="*/ 0 h 1038225"/>
                <a:gd name="connsiteX10" fmla="*/ 1119188 w 2266950"/>
                <a:gd name="connsiteY10" fmla="*/ 0 h 1038225"/>
                <a:gd name="connsiteX11" fmla="*/ 830580 w 2266950"/>
                <a:gd name="connsiteY11" fmla="*/ 60960 h 1038225"/>
                <a:gd name="connsiteX12" fmla="*/ 657225 w 2266950"/>
                <a:gd name="connsiteY12" fmla="*/ 182880 h 1038225"/>
                <a:gd name="connsiteX13" fmla="*/ 185738 w 2266950"/>
                <a:gd name="connsiteY13" fmla="*/ 920115 h 1038225"/>
                <a:gd name="connsiteX14" fmla="*/ 80963 w 2266950"/>
                <a:gd name="connsiteY14" fmla="*/ 948690 h 1038225"/>
                <a:gd name="connsiteX15" fmla="*/ 0 w 2266950"/>
                <a:gd name="connsiteY15" fmla="*/ 1034415 h 1038225"/>
                <a:gd name="connsiteX16" fmla="*/ 590550 w 2266950"/>
                <a:gd name="connsiteY16" fmla="*/ 434340 h 1038225"/>
                <a:gd name="connsiteX17" fmla="*/ 681990 w 2266950"/>
                <a:gd name="connsiteY17" fmla="*/ 267653 h 1038225"/>
                <a:gd name="connsiteX18" fmla="*/ 1134427 w 2266950"/>
                <a:gd name="connsiteY18" fmla="*/ 64770 h 1038225"/>
                <a:gd name="connsiteX19" fmla="*/ 1586865 w 2266950"/>
                <a:gd name="connsiteY19" fmla="*/ 267653 h 1038225"/>
                <a:gd name="connsiteX20" fmla="*/ 1678305 w 2266950"/>
                <a:gd name="connsiteY20" fmla="*/ 434340 h 1038225"/>
                <a:gd name="connsiteX21" fmla="*/ 2268855 w 2266950"/>
                <a:gd name="connsiteY21" fmla="*/ 1034415 h 1038225"/>
                <a:gd name="connsiteX22" fmla="*/ 2187893 w 2266950"/>
                <a:gd name="connsiteY22" fmla="*/ 948690 h 103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66950" h="1038225">
                  <a:moveTo>
                    <a:pt x="2187893" y="948690"/>
                  </a:moveTo>
                  <a:cubicBezTo>
                    <a:pt x="2156460" y="946785"/>
                    <a:pt x="2120265" y="939165"/>
                    <a:pt x="2083118" y="920115"/>
                  </a:cubicBezTo>
                  <a:cubicBezTo>
                    <a:pt x="1913573" y="833438"/>
                    <a:pt x="1723073" y="340042"/>
                    <a:pt x="1611630" y="182880"/>
                  </a:cubicBezTo>
                  <a:cubicBezTo>
                    <a:pt x="1574483" y="130492"/>
                    <a:pt x="1508760" y="90488"/>
                    <a:pt x="1438275" y="60960"/>
                  </a:cubicBezTo>
                  <a:cubicBezTo>
                    <a:pt x="1345883" y="21907"/>
                    <a:pt x="1247775" y="1905"/>
                    <a:pt x="1149668" y="0"/>
                  </a:cubicBezTo>
                  <a:lnTo>
                    <a:pt x="1149668" y="0"/>
                  </a:lnTo>
                  <a:cubicBezTo>
                    <a:pt x="1147763" y="0"/>
                    <a:pt x="1146810" y="0"/>
                    <a:pt x="1144905" y="0"/>
                  </a:cubicBezTo>
                  <a:cubicBezTo>
                    <a:pt x="1141095" y="0"/>
                    <a:pt x="1138238" y="0"/>
                    <a:pt x="1134427" y="0"/>
                  </a:cubicBezTo>
                  <a:cubicBezTo>
                    <a:pt x="1130618" y="0"/>
                    <a:pt x="1127760" y="0"/>
                    <a:pt x="1123950" y="0"/>
                  </a:cubicBezTo>
                  <a:cubicBezTo>
                    <a:pt x="1122045" y="0"/>
                    <a:pt x="1121093" y="0"/>
                    <a:pt x="1119188" y="0"/>
                  </a:cubicBezTo>
                  <a:lnTo>
                    <a:pt x="1119188" y="0"/>
                  </a:lnTo>
                  <a:cubicBezTo>
                    <a:pt x="1021080" y="1905"/>
                    <a:pt x="922973" y="21907"/>
                    <a:pt x="830580" y="60960"/>
                  </a:cubicBezTo>
                  <a:cubicBezTo>
                    <a:pt x="760095" y="90488"/>
                    <a:pt x="694373" y="130492"/>
                    <a:pt x="657225" y="182880"/>
                  </a:cubicBezTo>
                  <a:cubicBezTo>
                    <a:pt x="545783" y="340042"/>
                    <a:pt x="355283" y="833438"/>
                    <a:pt x="185738" y="920115"/>
                  </a:cubicBezTo>
                  <a:cubicBezTo>
                    <a:pt x="148590" y="939165"/>
                    <a:pt x="111442" y="946785"/>
                    <a:pt x="80963" y="948690"/>
                  </a:cubicBezTo>
                  <a:cubicBezTo>
                    <a:pt x="35242" y="951547"/>
                    <a:pt x="0" y="988695"/>
                    <a:pt x="0" y="1034415"/>
                  </a:cubicBezTo>
                  <a:cubicBezTo>
                    <a:pt x="0" y="1034415"/>
                    <a:pt x="290513" y="1143000"/>
                    <a:pt x="590550" y="434340"/>
                  </a:cubicBezTo>
                  <a:lnTo>
                    <a:pt x="681990" y="267653"/>
                  </a:lnTo>
                  <a:cubicBezTo>
                    <a:pt x="681990" y="267653"/>
                    <a:pt x="804863" y="73342"/>
                    <a:pt x="1134427" y="64770"/>
                  </a:cubicBezTo>
                  <a:cubicBezTo>
                    <a:pt x="1463993" y="74295"/>
                    <a:pt x="1586865" y="267653"/>
                    <a:pt x="1586865" y="267653"/>
                  </a:cubicBezTo>
                  <a:lnTo>
                    <a:pt x="1678305" y="434340"/>
                  </a:lnTo>
                  <a:cubicBezTo>
                    <a:pt x="1978343" y="1143000"/>
                    <a:pt x="2268855" y="1034415"/>
                    <a:pt x="2268855" y="1034415"/>
                  </a:cubicBezTo>
                  <a:cubicBezTo>
                    <a:pt x="2268855" y="988695"/>
                    <a:pt x="2233613" y="951547"/>
                    <a:pt x="2187893" y="94869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FF94BFF-FB1E-47C7-ACB8-760D579A5626}"/>
                </a:ext>
              </a:extLst>
            </p:cNvPr>
            <p:cNvSpPr/>
            <p:nvPr/>
          </p:nvSpPr>
          <p:spPr>
            <a:xfrm>
              <a:off x="9653588" y="2603183"/>
              <a:ext cx="228600" cy="133350"/>
            </a:xfrm>
            <a:custGeom>
              <a:avLst/>
              <a:gdLst>
                <a:gd name="connsiteX0" fmla="*/ 0 w 228600"/>
                <a:gd name="connsiteY0" fmla="*/ 0 h 133350"/>
                <a:gd name="connsiteX1" fmla="*/ 235268 w 228600"/>
                <a:gd name="connsiteY1" fmla="*/ 0 h 133350"/>
                <a:gd name="connsiteX2" fmla="*/ 235268 w 228600"/>
                <a:gd name="connsiteY2" fmla="*/ 136208 h 133350"/>
                <a:gd name="connsiteX3" fmla="*/ 0 w 228600"/>
                <a:gd name="connsiteY3" fmla="*/ 136208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" h="133350">
                  <a:moveTo>
                    <a:pt x="0" y="0"/>
                  </a:moveTo>
                  <a:lnTo>
                    <a:pt x="235268" y="0"/>
                  </a:lnTo>
                  <a:lnTo>
                    <a:pt x="235268" y="136208"/>
                  </a:lnTo>
                  <a:lnTo>
                    <a:pt x="0" y="136208"/>
                  </a:lnTo>
                  <a:close/>
                </a:path>
              </a:pathLst>
            </a:custGeom>
            <a:solidFill>
              <a:srgbClr val="3B23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8E9BD7E-C2E7-48DE-9131-C3FAF61907B9}"/>
                </a:ext>
              </a:extLst>
            </p:cNvPr>
            <p:cNvSpPr/>
            <p:nvPr/>
          </p:nvSpPr>
          <p:spPr>
            <a:xfrm>
              <a:off x="9951720" y="2489835"/>
              <a:ext cx="228600" cy="247650"/>
            </a:xfrm>
            <a:custGeom>
              <a:avLst/>
              <a:gdLst>
                <a:gd name="connsiteX0" fmla="*/ 0 w 228600"/>
                <a:gd name="connsiteY0" fmla="*/ 0 h 247650"/>
                <a:gd name="connsiteX1" fmla="*/ 235268 w 228600"/>
                <a:gd name="connsiteY1" fmla="*/ 0 h 247650"/>
                <a:gd name="connsiteX2" fmla="*/ 235268 w 228600"/>
                <a:gd name="connsiteY2" fmla="*/ 250507 h 247650"/>
                <a:gd name="connsiteX3" fmla="*/ 0 w 228600"/>
                <a:gd name="connsiteY3" fmla="*/ 250507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" h="247650">
                  <a:moveTo>
                    <a:pt x="0" y="0"/>
                  </a:moveTo>
                  <a:lnTo>
                    <a:pt x="235268" y="0"/>
                  </a:lnTo>
                  <a:lnTo>
                    <a:pt x="235268" y="250507"/>
                  </a:lnTo>
                  <a:lnTo>
                    <a:pt x="0" y="250507"/>
                  </a:lnTo>
                  <a:close/>
                </a:path>
              </a:pathLst>
            </a:custGeom>
            <a:solidFill>
              <a:srgbClr val="3B23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EBCD922-4C33-463F-B496-88B97C5781C4}"/>
                </a:ext>
              </a:extLst>
            </p:cNvPr>
            <p:cNvSpPr/>
            <p:nvPr/>
          </p:nvSpPr>
          <p:spPr>
            <a:xfrm>
              <a:off x="10242233" y="2374583"/>
              <a:ext cx="228600" cy="361950"/>
            </a:xfrm>
            <a:custGeom>
              <a:avLst/>
              <a:gdLst>
                <a:gd name="connsiteX0" fmla="*/ 0 w 228600"/>
                <a:gd name="connsiteY0" fmla="*/ 0 h 361950"/>
                <a:gd name="connsiteX1" fmla="*/ 235268 w 228600"/>
                <a:gd name="connsiteY1" fmla="*/ 0 h 361950"/>
                <a:gd name="connsiteX2" fmla="*/ 235268 w 228600"/>
                <a:gd name="connsiteY2" fmla="*/ 365760 h 361950"/>
                <a:gd name="connsiteX3" fmla="*/ 0 w 228600"/>
                <a:gd name="connsiteY3" fmla="*/ 36576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" h="361950">
                  <a:moveTo>
                    <a:pt x="0" y="0"/>
                  </a:moveTo>
                  <a:lnTo>
                    <a:pt x="235268" y="0"/>
                  </a:lnTo>
                  <a:lnTo>
                    <a:pt x="235268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3B23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D5D0E50-2B2F-4468-9C5F-D6927442A75E}"/>
                </a:ext>
              </a:extLst>
            </p:cNvPr>
            <p:cNvSpPr/>
            <p:nvPr/>
          </p:nvSpPr>
          <p:spPr>
            <a:xfrm>
              <a:off x="10540365" y="2277428"/>
              <a:ext cx="228600" cy="457200"/>
            </a:xfrm>
            <a:custGeom>
              <a:avLst/>
              <a:gdLst>
                <a:gd name="connsiteX0" fmla="*/ 0 w 228600"/>
                <a:gd name="connsiteY0" fmla="*/ 0 h 457200"/>
                <a:gd name="connsiteX1" fmla="*/ 235267 w 228600"/>
                <a:gd name="connsiteY1" fmla="*/ 0 h 457200"/>
                <a:gd name="connsiteX2" fmla="*/ 235267 w 228600"/>
                <a:gd name="connsiteY2" fmla="*/ 462915 h 457200"/>
                <a:gd name="connsiteX3" fmla="*/ 0 w 228600"/>
                <a:gd name="connsiteY3" fmla="*/ 462915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" h="457200">
                  <a:moveTo>
                    <a:pt x="0" y="0"/>
                  </a:moveTo>
                  <a:lnTo>
                    <a:pt x="235267" y="0"/>
                  </a:lnTo>
                  <a:lnTo>
                    <a:pt x="235267" y="462915"/>
                  </a:lnTo>
                  <a:lnTo>
                    <a:pt x="0" y="462915"/>
                  </a:lnTo>
                  <a:close/>
                </a:path>
              </a:pathLst>
            </a:custGeom>
            <a:solidFill>
              <a:srgbClr val="3B23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856DF18-EB1B-4B90-AA75-94FEA1F19650}"/>
                </a:ext>
              </a:extLst>
            </p:cNvPr>
            <p:cNvSpPr/>
            <p:nvPr/>
          </p:nvSpPr>
          <p:spPr>
            <a:xfrm>
              <a:off x="9526905" y="672465"/>
              <a:ext cx="1371600" cy="1257300"/>
            </a:xfrm>
            <a:custGeom>
              <a:avLst/>
              <a:gdLst>
                <a:gd name="connsiteX0" fmla="*/ 1262063 w 1371600"/>
                <a:gd name="connsiteY0" fmla="*/ 1263968 h 1257300"/>
                <a:gd name="connsiteX1" fmla="*/ 113347 w 1371600"/>
                <a:gd name="connsiteY1" fmla="*/ 1263968 h 1257300"/>
                <a:gd name="connsiteX2" fmla="*/ 0 w 1371600"/>
                <a:gd name="connsiteY2" fmla="*/ 1150620 h 1257300"/>
                <a:gd name="connsiteX3" fmla="*/ 0 w 1371600"/>
                <a:gd name="connsiteY3" fmla="*/ 113348 h 1257300"/>
                <a:gd name="connsiteX4" fmla="*/ 113347 w 1371600"/>
                <a:gd name="connsiteY4" fmla="*/ 0 h 1257300"/>
                <a:gd name="connsiteX5" fmla="*/ 1263015 w 1371600"/>
                <a:gd name="connsiteY5" fmla="*/ 0 h 1257300"/>
                <a:gd name="connsiteX6" fmla="*/ 1376363 w 1371600"/>
                <a:gd name="connsiteY6" fmla="*/ 113348 h 1257300"/>
                <a:gd name="connsiteX7" fmla="*/ 1376363 w 1371600"/>
                <a:gd name="connsiteY7" fmla="*/ 1150620 h 1257300"/>
                <a:gd name="connsiteX8" fmla="*/ 1262063 w 1371600"/>
                <a:gd name="connsiteY8" fmla="*/ 1263968 h 125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71600" h="1257300">
                  <a:moveTo>
                    <a:pt x="1262063" y="1263968"/>
                  </a:moveTo>
                  <a:lnTo>
                    <a:pt x="113347" y="1263968"/>
                  </a:lnTo>
                  <a:cubicBezTo>
                    <a:pt x="50482" y="1263968"/>
                    <a:pt x="0" y="1213485"/>
                    <a:pt x="0" y="1150620"/>
                  </a:cubicBezTo>
                  <a:lnTo>
                    <a:pt x="0" y="113348"/>
                  </a:lnTo>
                  <a:cubicBezTo>
                    <a:pt x="0" y="50483"/>
                    <a:pt x="50482" y="0"/>
                    <a:pt x="113347" y="0"/>
                  </a:cubicBezTo>
                  <a:lnTo>
                    <a:pt x="1263015" y="0"/>
                  </a:lnTo>
                  <a:cubicBezTo>
                    <a:pt x="1325880" y="0"/>
                    <a:pt x="1376363" y="50483"/>
                    <a:pt x="1376363" y="113348"/>
                  </a:cubicBezTo>
                  <a:lnTo>
                    <a:pt x="1376363" y="1150620"/>
                  </a:lnTo>
                  <a:cubicBezTo>
                    <a:pt x="1376363" y="1213485"/>
                    <a:pt x="1324927" y="1263968"/>
                    <a:pt x="1262063" y="1263968"/>
                  </a:cubicBezTo>
                  <a:close/>
                </a:path>
              </a:pathLst>
            </a:custGeom>
            <a:solidFill>
              <a:srgbClr val="232A4E">
                <a:alpha val="6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E0E636E-5253-4DA3-93A4-C37791B270E0}"/>
                </a:ext>
              </a:extLst>
            </p:cNvPr>
            <p:cNvSpPr/>
            <p:nvPr/>
          </p:nvSpPr>
          <p:spPr>
            <a:xfrm>
              <a:off x="10334625" y="907733"/>
              <a:ext cx="381000" cy="381000"/>
            </a:xfrm>
            <a:custGeom>
              <a:avLst/>
              <a:gdLst>
                <a:gd name="connsiteX0" fmla="*/ 386715 w 381000"/>
                <a:gd name="connsiteY0" fmla="*/ 193357 h 381000"/>
                <a:gd name="connsiteX1" fmla="*/ 193357 w 381000"/>
                <a:gd name="connsiteY1" fmla="*/ 386715 h 381000"/>
                <a:gd name="connsiteX2" fmla="*/ 193357 w 381000"/>
                <a:gd name="connsiteY2" fmla="*/ 193357 h 381000"/>
                <a:gd name="connsiteX3" fmla="*/ 0 w 381000"/>
                <a:gd name="connsiteY3" fmla="*/ 193357 h 381000"/>
                <a:gd name="connsiteX4" fmla="*/ 193357 w 381000"/>
                <a:gd name="connsiteY4" fmla="*/ 0 h 381000"/>
                <a:gd name="connsiteX5" fmla="*/ 386715 w 381000"/>
                <a:gd name="connsiteY5" fmla="*/ 193357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00" h="381000">
                  <a:moveTo>
                    <a:pt x="386715" y="193357"/>
                  </a:moveTo>
                  <a:cubicBezTo>
                    <a:pt x="386715" y="300038"/>
                    <a:pt x="300038" y="386715"/>
                    <a:pt x="193357" y="386715"/>
                  </a:cubicBezTo>
                  <a:lnTo>
                    <a:pt x="193357" y="193357"/>
                  </a:lnTo>
                  <a:lnTo>
                    <a:pt x="0" y="193357"/>
                  </a:lnTo>
                  <a:cubicBezTo>
                    <a:pt x="0" y="86677"/>
                    <a:pt x="86678" y="0"/>
                    <a:pt x="193357" y="0"/>
                  </a:cubicBezTo>
                  <a:cubicBezTo>
                    <a:pt x="300038" y="0"/>
                    <a:pt x="386715" y="86677"/>
                    <a:pt x="386715" y="193357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4FC4052-DD34-44C8-B0A1-9904A3B03B00}"/>
                </a:ext>
              </a:extLst>
            </p:cNvPr>
            <p:cNvSpPr/>
            <p:nvPr/>
          </p:nvSpPr>
          <p:spPr>
            <a:xfrm>
              <a:off x="9728835" y="933450"/>
              <a:ext cx="428625" cy="38100"/>
            </a:xfrm>
            <a:custGeom>
              <a:avLst/>
              <a:gdLst>
                <a:gd name="connsiteX0" fmla="*/ 0 w 428625"/>
                <a:gd name="connsiteY0" fmla="*/ 0 h 38100"/>
                <a:gd name="connsiteX1" fmla="*/ 436245 w 428625"/>
                <a:gd name="connsiteY1" fmla="*/ 0 h 38100"/>
                <a:gd name="connsiteX2" fmla="*/ 436245 w 428625"/>
                <a:gd name="connsiteY2" fmla="*/ 38100 h 38100"/>
                <a:gd name="connsiteX3" fmla="*/ 0 w 428625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25" h="38100">
                  <a:moveTo>
                    <a:pt x="0" y="0"/>
                  </a:moveTo>
                  <a:lnTo>
                    <a:pt x="436245" y="0"/>
                  </a:lnTo>
                  <a:lnTo>
                    <a:pt x="436245" y="38100"/>
                  </a:lnTo>
                  <a:lnTo>
                    <a:pt x="0" y="38100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51C6855-FE95-446A-8A2C-F8245D37CDCA}"/>
                </a:ext>
              </a:extLst>
            </p:cNvPr>
            <p:cNvSpPr/>
            <p:nvPr/>
          </p:nvSpPr>
          <p:spPr>
            <a:xfrm>
              <a:off x="9728835" y="1082040"/>
              <a:ext cx="428625" cy="38100"/>
            </a:xfrm>
            <a:custGeom>
              <a:avLst/>
              <a:gdLst>
                <a:gd name="connsiteX0" fmla="*/ 0 w 428625"/>
                <a:gd name="connsiteY0" fmla="*/ 0 h 38100"/>
                <a:gd name="connsiteX1" fmla="*/ 436245 w 428625"/>
                <a:gd name="connsiteY1" fmla="*/ 0 h 38100"/>
                <a:gd name="connsiteX2" fmla="*/ 436245 w 428625"/>
                <a:gd name="connsiteY2" fmla="*/ 38100 h 38100"/>
                <a:gd name="connsiteX3" fmla="*/ 0 w 428625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25" h="38100">
                  <a:moveTo>
                    <a:pt x="0" y="0"/>
                  </a:moveTo>
                  <a:lnTo>
                    <a:pt x="436245" y="0"/>
                  </a:lnTo>
                  <a:lnTo>
                    <a:pt x="436245" y="38100"/>
                  </a:lnTo>
                  <a:lnTo>
                    <a:pt x="0" y="38100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24A3C5-7AC5-4A1E-907C-D2F0F13791E1}"/>
                </a:ext>
              </a:extLst>
            </p:cNvPr>
            <p:cNvSpPr/>
            <p:nvPr/>
          </p:nvSpPr>
          <p:spPr>
            <a:xfrm>
              <a:off x="9728835" y="1254443"/>
              <a:ext cx="428625" cy="38100"/>
            </a:xfrm>
            <a:custGeom>
              <a:avLst/>
              <a:gdLst>
                <a:gd name="connsiteX0" fmla="*/ 0 w 428625"/>
                <a:gd name="connsiteY0" fmla="*/ 0 h 38100"/>
                <a:gd name="connsiteX1" fmla="*/ 436245 w 428625"/>
                <a:gd name="connsiteY1" fmla="*/ 0 h 38100"/>
                <a:gd name="connsiteX2" fmla="*/ 436245 w 428625"/>
                <a:gd name="connsiteY2" fmla="*/ 38100 h 38100"/>
                <a:gd name="connsiteX3" fmla="*/ 0 w 428625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25" h="38100">
                  <a:moveTo>
                    <a:pt x="0" y="0"/>
                  </a:moveTo>
                  <a:lnTo>
                    <a:pt x="436245" y="0"/>
                  </a:lnTo>
                  <a:lnTo>
                    <a:pt x="436245" y="38100"/>
                  </a:lnTo>
                  <a:lnTo>
                    <a:pt x="0" y="38100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F44218E-99B4-4102-94E9-71ACEA6E7D52}"/>
                </a:ext>
              </a:extLst>
            </p:cNvPr>
            <p:cNvSpPr/>
            <p:nvPr/>
          </p:nvSpPr>
          <p:spPr>
            <a:xfrm>
              <a:off x="9048391" y="379095"/>
              <a:ext cx="38100" cy="38100"/>
            </a:xfrm>
            <a:custGeom>
              <a:avLst/>
              <a:gdLst>
                <a:gd name="connsiteX0" fmla="*/ 23218 w 38100"/>
                <a:gd name="connsiteY0" fmla="*/ 47625 h 38100"/>
                <a:gd name="connsiteX1" fmla="*/ 23218 w 38100"/>
                <a:gd name="connsiteY1" fmla="*/ 0 h 38100"/>
                <a:gd name="connsiteX2" fmla="*/ 23218 w 38100"/>
                <a:gd name="connsiteY2" fmla="*/ 47625 h 38100"/>
                <a:gd name="connsiteX3" fmla="*/ 23218 w 38100"/>
                <a:gd name="connsiteY3" fmla="*/ 47625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38100">
                  <a:moveTo>
                    <a:pt x="23218" y="47625"/>
                  </a:moveTo>
                  <a:cubicBezTo>
                    <a:pt x="53699" y="47625"/>
                    <a:pt x="53699" y="0"/>
                    <a:pt x="23218" y="0"/>
                  </a:cubicBezTo>
                  <a:cubicBezTo>
                    <a:pt x="-7261" y="0"/>
                    <a:pt x="-8214" y="47625"/>
                    <a:pt x="23218" y="47625"/>
                  </a:cubicBezTo>
                  <a:lnTo>
                    <a:pt x="23218" y="4762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C4C02D5-215B-492D-B9C5-611B39A251A8}"/>
                </a:ext>
              </a:extLst>
            </p:cNvPr>
            <p:cNvSpPr/>
            <p:nvPr/>
          </p:nvSpPr>
          <p:spPr>
            <a:xfrm>
              <a:off x="6368415" y="1202055"/>
              <a:ext cx="2028825" cy="609600"/>
            </a:xfrm>
            <a:custGeom>
              <a:avLst/>
              <a:gdLst>
                <a:gd name="connsiteX0" fmla="*/ 1931670 w 2028825"/>
                <a:gd name="connsiteY0" fmla="*/ 610553 h 609600"/>
                <a:gd name="connsiteX1" fmla="*/ 98108 w 2028825"/>
                <a:gd name="connsiteY1" fmla="*/ 610553 h 609600"/>
                <a:gd name="connsiteX2" fmla="*/ 0 w 2028825"/>
                <a:gd name="connsiteY2" fmla="*/ 512445 h 609600"/>
                <a:gd name="connsiteX3" fmla="*/ 0 w 2028825"/>
                <a:gd name="connsiteY3" fmla="*/ 98108 h 609600"/>
                <a:gd name="connsiteX4" fmla="*/ 98108 w 2028825"/>
                <a:gd name="connsiteY4" fmla="*/ 0 h 609600"/>
                <a:gd name="connsiteX5" fmla="*/ 1932623 w 2028825"/>
                <a:gd name="connsiteY5" fmla="*/ 0 h 609600"/>
                <a:gd name="connsiteX6" fmla="*/ 2030730 w 2028825"/>
                <a:gd name="connsiteY6" fmla="*/ 98108 h 609600"/>
                <a:gd name="connsiteX7" fmla="*/ 2030730 w 2028825"/>
                <a:gd name="connsiteY7" fmla="*/ 512445 h 609600"/>
                <a:gd name="connsiteX8" fmla="*/ 1931670 w 2028825"/>
                <a:gd name="connsiteY8" fmla="*/ 610553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8825" h="609600">
                  <a:moveTo>
                    <a:pt x="1931670" y="610553"/>
                  </a:moveTo>
                  <a:lnTo>
                    <a:pt x="98108" y="610553"/>
                  </a:lnTo>
                  <a:cubicBezTo>
                    <a:pt x="43815" y="610553"/>
                    <a:pt x="0" y="566738"/>
                    <a:pt x="0" y="512445"/>
                  </a:cubicBezTo>
                  <a:lnTo>
                    <a:pt x="0" y="98108"/>
                  </a:lnTo>
                  <a:cubicBezTo>
                    <a:pt x="0" y="43815"/>
                    <a:pt x="43815" y="0"/>
                    <a:pt x="98108" y="0"/>
                  </a:cubicBezTo>
                  <a:lnTo>
                    <a:pt x="1932623" y="0"/>
                  </a:lnTo>
                  <a:cubicBezTo>
                    <a:pt x="1986915" y="0"/>
                    <a:pt x="2030730" y="43815"/>
                    <a:pt x="2030730" y="98108"/>
                  </a:cubicBezTo>
                  <a:lnTo>
                    <a:pt x="2030730" y="512445"/>
                  </a:lnTo>
                  <a:cubicBezTo>
                    <a:pt x="2029778" y="566738"/>
                    <a:pt x="1985963" y="610553"/>
                    <a:pt x="1931670" y="610553"/>
                  </a:cubicBezTo>
                  <a:close/>
                </a:path>
              </a:pathLst>
            </a:custGeom>
            <a:solidFill>
              <a:srgbClr val="F0F1F1">
                <a:alpha val="6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5AD4AA9-CE83-4B01-889F-FD397EFFE7DF}"/>
                </a:ext>
              </a:extLst>
            </p:cNvPr>
            <p:cNvSpPr/>
            <p:nvPr/>
          </p:nvSpPr>
          <p:spPr>
            <a:xfrm>
              <a:off x="6429375" y="1252538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33338 w 66675"/>
                <a:gd name="connsiteY1" fmla="*/ 66675 h 66675"/>
                <a:gd name="connsiteX2" fmla="*/ 0 w 66675"/>
                <a:gd name="connsiteY2" fmla="*/ 33338 h 66675"/>
                <a:gd name="connsiteX3" fmla="*/ 33338 w 66675"/>
                <a:gd name="connsiteY3" fmla="*/ 0 h 66675"/>
                <a:gd name="connsiteX4" fmla="*/ 66675 w 66675"/>
                <a:gd name="connsiteY4" fmla="*/ 3333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cubicBezTo>
                    <a:pt x="66675" y="51435"/>
                    <a:pt x="51435" y="66675"/>
                    <a:pt x="33338" y="66675"/>
                  </a:cubicBezTo>
                  <a:cubicBezTo>
                    <a:pt x="15240" y="66675"/>
                    <a:pt x="0" y="51435"/>
                    <a:pt x="0" y="33338"/>
                  </a:cubicBezTo>
                  <a:cubicBezTo>
                    <a:pt x="0" y="15240"/>
                    <a:pt x="15240" y="0"/>
                    <a:pt x="33338" y="0"/>
                  </a:cubicBezTo>
                  <a:cubicBezTo>
                    <a:pt x="52388" y="0"/>
                    <a:pt x="66675" y="15240"/>
                    <a:pt x="66675" y="33338"/>
                  </a:cubicBezTo>
                  <a:close/>
                </a:path>
              </a:pathLst>
            </a:custGeom>
            <a:solidFill>
              <a:srgbClr val="D0D2D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FE38B4A-905B-4053-A703-2D73DCFDB565}"/>
                </a:ext>
              </a:extLst>
            </p:cNvPr>
            <p:cNvSpPr/>
            <p:nvPr/>
          </p:nvSpPr>
          <p:spPr>
            <a:xfrm>
              <a:off x="6663690" y="1500188"/>
              <a:ext cx="200025" cy="209550"/>
            </a:xfrm>
            <a:custGeom>
              <a:avLst/>
              <a:gdLst>
                <a:gd name="connsiteX0" fmla="*/ 208598 w 200025"/>
                <a:gd name="connsiteY0" fmla="*/ 212408 h 209550"/>
                <a:gd name="connsiteX1" fmla="*/ 208598 w 200025"/>
                <a:gd name="connsiteY1" fmla="*/ 178117 h 209550"/>
                <a:gd name="connsiteX2" fmla="*/ 34290 w 200025"/>
                <a:gd name="connsiteY2" fmla="*/ 0 h 209550"/>
                <a:gd name="connsiteX3" fmla="*/ 0 w 200025"/>
                <a:gd name="connsiteY3" fmla="*/ 0 h 209550"/>
                <a:gd name="connsiteX4" fmla="*/ 208598 w 200025"/>
                <a:gd name="connsiteY4" fmla="*/ 212408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09550">
                  <a:moveTo>
                    <a:pt x="208598" y="212408"/>
                  </a:moveTo>
                  <a:lnTo>
                    <a:pt x="208598" y="178117"/>
                  </a:lnTo>
                  <a:cubicBezTo>
                    <a:pt x="112395" y="176213"/>
                    <a:pt x="34290" y="97155"/>
                    <a:pt x="34290" y="0"/>
                  </a:cubicBezTo>
                  <a:lnTo>
                    <a:pt x="0" y="0"/>
                  </a:lnTo>
                  <a:cubicBezTo>
                    <a:pt x="952" y="116205"/>
                    <a:pt x="93345" y="210503"/>
                    <a:pt x="208598" y="212408"/>
                  </a:cubicBezTo>
                  <a:close/>
                </a:path>
              </a:pathLst>
            </a:custGeom>
            <a:solidFill>
              <a:srgbClr val="FFFFFF">
                <a:alpha val="44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1B991D8-BC90-420E-901D-91E08A096975}"/>
                </a:ext>
              </a:extLst>
            </p:cNvPr>
            <p:cNvSpPr/>
            <p:nvPr/>
          </p:nvSpPr>
          <p:spPr>
            <a:xfrm>
              <a:off x="6663690" y="1287780"/>
              <a:ext cx="419100" cy="419100"/>
            </a:xfrm>
            <a:custGeom>
              <a:avLst/>
              <a:gdLst>
                <a:gd name="connsiteX0" fmla="*/ 212407 w 419100"/>
                <a:gd name="connsiteY0" fmla="*/ 0 h 419100"/>
                <a:gd name="connsiteX1" fmla="*/ 0 w 419100"/>
                <a:gd name="connsiteY1" fmla="*/ 212408 h 419100"/>
                <a:gd name="connsiteX2" fmla="*/ 34290 w 419100"/>
                <a:gd name="connsiteY2" fmla="*/ 212408 h 419100"/>
                <a:gd name="connsiteX3" fmla="*/ 212407 w 419100"/>
                <a:gd name="connsiteY3" fmla="*/ 34290 h 419100"/>
                <a:gd name="connsiteX4" fmla="*/ 390525 w 419100"/>
                <a:gd name="connsiteY4" fmla="*/ 212408 h 419100"/>
                <a:gd name="connsiteX5" fmla="*/ 212407 w 419100"/>
                <a:gd name="connsiteY5" fmla="*/ 390525 h 419100"/>
                <a:gd name="connsiteX6" fmla="*/ 208598 w 419100"/>
                <a:gd name="connsiteY6" fmla="*/ 390525 h 419100"/>
                <a:gd name="connsiteX7" fmla="*/ 208598 w 419100"/>
                <a:gd name="connsiteY7" fmla="*/ 424815 h 419100"/>
                <a:gd name="connsiteX8" fmla="*/ 212407 w 419100"/>
                <a:gd name="connsiteY8" fmla="*/ 424815 h 419100"/>
                <a:gd name="connsiteX9" fmla="*/ 424815 w 419100"/>
                <a:gd name="connsiteY9" fmla="*/ 212408 h 419100"/>
                <a:gd name="connsiteX10" fmla="*/ 212407 w 419100"/>
                <a:gd name="connsiteY10" fmla="*/ 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9100" h="419100">
                  <a:moveTo>
                    <a:pt x="212407" y="0"/>
                  </a:moveTo>
                  <a:cubicBezTo>
                    <a:pt x="95250" y="0"/>
                    <a:pt x="0" y="95250"/>
                    <a:pt x="0" y="212408"/>
                  </a:cubicBezTo>
                  <a:lnTo>
                    <a:pt x="34290" y="212408"/>
                  </a:lnTo>
                  <a:cubicBezTo>
                    <a:pt x="34290" y="114300"/>
                    <a:pt x="114300" y="34290"/>
                    <a:pt x="212407" y="34290"/>
                  </a:cubicBezTo>
                  <a:cubicBezTo>
                    <a:pt x="310515" y="34290"/>
                    <a:pt x="390525" y="114300"/>
                    <a:pt x="390525" y="212408"/>
                  </a:cubicBezTo>
                  <a:cubicBezTo>
                    <a:pt x="390525" y="310515"/>
                    <a:pt x="310515" y="390525"/>
                    <a:pt x="212407" y="390525"/>
                  </a:cubicBezTo>
                  <a:cubicBezTo>
                    <a:pt x="211455" y="390525"/>
                    <a:pt x="209550" y="390525"/>
                    <a:pt x="208598" y="390525"/>
                  </a:cubicBezTo>
                  <a:lnTo>
                    <a:pt x="208598" y="424815"/>
                  </a:lnTo>
                  <a:cubicBezTo>
                    <a:pt x="209550" y="424815"/>
                    <a:pt x="211455" y="424815"/>
                    <a:pt x="212407" y="424815"/>
                  </a:cubicBezTo>
                  <a:cubicBezTo>
                    <a:pt x="329565" y="424815"/>
                    <a:pt x="424815" y="329565"/>
                    <a:pt x="424815" y="212408"/>
                  </a:cubicBezTo>
                  <a:cubicBezTo>
                    <a:pt x="424815" y="95250"/>
                    <a:pt x="330518" y="0"/>
                    <a:pt x="212407" y="0"/>
                  </a:cubicBezTo>
                  <a:close/>
                </a:path>
              </a:pathLst>
            </a:custGeom>
            <a:solidFill>
              <a:srgbClr val="3B23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5D9C797-3B1D-4C11-8E86-73726CBFD65C}"/>
                </a:ext>
              </a:extLst>
            </p:cNvPr>
            <p:cNvSpPr/>
            <p:nvPr/>
          </p:nvSpPr>
          <p:spPr>
            <a:xfrm>
              <a:off x="7215188" y="1346835"/>
              <a:ext cx="942975" cy="28575"/>
            </a:xfrm>
            <a:custGeom>
              <a:avLst/>
              <a:gdLst>
                <a:gd name="connsiteX0" fmla="*/ 0 w 942975"/>
                <a:gd name="connsiteY0" fmla="*/ 0 h 28575"/>
                <a:gd name="connsiteX1" fmla="*/ 942975 w 942975"/>
                <a:gd name="connsiteY1" fmla="*/ 0 h 28575"/>
                <a:gd name="connsiteX2" fmla="*/ 942975 w 942975"/>
                <a:gd name="connsiteY2" fmla="*/ 33338 h 28575"/>
                <a:gd name="connsiteX3" fmla="*/ 0 w 942975"/>
                <a:gd name="connsiteY3" fmla="*/ 3333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2975" h="28575">
                  <a:moveTo>
                    <a:pt x="0" y="0"/>
                  </a:moveTo>
                  <a:lnTo>
                    <a:pt x="942975" y="0"/>
                  </a:lnTo>
                  <a:lnTo>
                    <a:pt x="942975" y="33338"/>
                  </a:lnTo>
                  <a:lnTo>
                    <a:pt x="0" y="33338"/>
                  </a:lnTo>
                  <a:close/>
                </a:path>
              </a:pathLst>
            </a:custGeom>
            <a:solidFill>
              <a:srgbClr val="3B23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7294B44-2559-4FEE-8DC0-CDA101E09770}"/>
                </a:ext>
              </a:extLst>
            </p:cNvPr>
            <p:cNvSpPr/>
            <p:nvPr/>
          </p:nvSpPr>
          <p:spPr>
            <a:xfrm>
              <a:off x="7215188" y="1466850"/>
              <a:ext cx="600075" cy="28575"/>
            </a:xfrm>
            <a:custGeom>
              <a:avLst/>
              <a:gdLst>
                <a:gd name="connsiteX0" fmla="*/ 0 w 600075"/>
                <a:gd name="connsiteY0" fmla="*/ 0 h 28575"/>
                <a:gd name="connsiteX1" fmla="*/ 605790 w 600075"/>
                <a:gd name="connsiteY1" fmla="*/ 0 h 28575"/>
                <a:gd name="connsiteX2" fmla="*/ 605790 w 600075"/>
                <a:gd name="connsiteY2" fmla="*/ 33338 h 28575"/>
                <a:gd name="connsiteX3" fmla="*/ 0 w 600075"/>
                <a:gd name="connsiteY3" fmla="*/ 3333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28575">
                  <a:moveTo>
                    <a:pt x="0" y="0"/>
                  </a:moveTo>
                  <a:lnTo>
                    <a:pt x="605790" y="0"/>
                  </a:lnTo>
                  <a:lnTo>
                    <a:pt x="605790" y="33338"/>
                  </a:lnTo>
                  <a:lnTo>
                    <a:pt x="0" y="33338"/>
                  </a:lnTo>
                  <a:close/>
                </a:path>
              </a:pathLst>
            </a:custGeom>
            <a:solidFill>
              <a:srgbClr val="3B23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436FAA2-BDF6-4A69-BDD3-F1F1B9795F5D}"/>
                </a:ext>
              </a:extLst>
            </p:cNvPr>
            <p:cNvSpPr/>
            <p:nvPr/>
          </p:nvSpPr>
          <p:spPr>
            <a:xfrm>
              <a:off x="7215188" y="1586865"/>
              <a:ext cx="600075" cy="28575"/>
            </a:xfrm>
            <a:custGeom>
              <a:avLst/>
              <a:gdLst>
                <a:gd name="connsiteX0" fmla="*/ 0 w 600075"/>
                <a:gd name="connsiteY0" fmla="*/ 0 h 28575"/>
                <a:gd name="connsiteX1" fmla="*/ 605790 w 600075"/>
                <a:gd name="connsiteY1" fmla="*/ 0 h 28575"/>
                <a:gd name="connsiteX2" fmla="*/ 605790 w 600075"/>
                <a:gd name="connsiteY2" fmla="*/ 33338 h 28575"/>
                <a:gd name="connsiteX3" fmla="*/ 0 w 600075"/>
                <a:gd name="connsiteY3" fmla="*/ 3333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28575">
                  <a:moveTo>
                    <a:pt x="0" y="0"/>
                  </a:moveTo>
                  <a:lnTo>
                    <a:pt x="605790" y="0"/>
                  </a:lnTo>
                  <a:lnTo>
                    <a:pt x="605790" y="33338"/>
                  </a:lnTo>
                  <a:lnTo>
                    <a:pt x="0" y="33338"/>
                  </a:lnTo>
                  <a:close/>
                </a:path>
              </a:pathLst>
            </a:custGeom>
            <a:solidFill>
              <a:srgbClr val="3B23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5AA18D9-BB1A-4433-9305-D413B3B0172C}"/>
                </a:ext>
              </a:extLst>
            </p:cNvPr>
            <p:cNvSpPr/>
            <p:nvPr/>
          </p:nvSpPr>
          <p:spPr>
            <a:xfrm>
              <a:off x="6557010" y="2424272"/>
              <a:ext cx="1457325" cy="371475"/>
            </a:xfrm>
            <a:custGeom>
              <a:avLst/>
              <a:gdLst>
                <a:gd name="connsiteX0" fmla="*/ 1082040 w 1457325"/>
                <a:gd name="connsiteY0" fmla="*/ 380841 h 371475"/>
                <a:gd name="connsiteX1" fmla="*/ 704850 w 1457325"/>
                <a:gd name="connsiteY1" fmla="*/ 199866 h 371475"/>
                <a:gd name="connsiteX2" fmla="*/ 333375 w 1457325"/>
                <a:gd name="connsiteY2" fmla="*/ 28416 h 371475"/>
                <a:gd name="connsiteX3" fmla="*/ 107632 w 1457325"/>
                <a:gd name="connsiteY3" fmla="*/ 117951 h 371475"/>
                <a:gd name="connsiteX4" fmla="*/ 21907 w 1457325"/>
                <a:gd name="connsiteY4" fmla="*/ 198913 h 371475"/>
                <a:gd name="connsiteX5" fmla="*/ 0 w 1457325"/>
                <a:gd name="connsiteY5" fmla="*/ 181768 h 371475"/>
                <a:gd name="connsiteX6" fmla="*/ 90488 w 1457325"/>
                <a:gd name="connsiteY6" fmla="*/ 96043 h 371475"/>
                <a:gd name="connsiteX7" fmla="*/ 332423 w 1457325"/>
                <a:gd name="connsiteY7" fmla="*/ 793 h 371475"/>
                <a:gd name="connsiteX8" fmla="*/ 725805 w 1457325"/>
                <a:gd name="connsiteY8" fmla="*/ 180816 h 371475"/>
                <a:gd name="connsiteX9" fmla="*/ 1098233 w 1457325"/>
                <a:gd name="connsiteY9" fmla="*/ 353218 h 371475"/>
                <a:gd name="connsiteX10" fmla="*/ 1343978 w 1457325"/>
                <a:gd name="connsiteY10" fmla="*/ 264636 h 371475"/>
                <a:gd name="connsiteX11" fmla="*/ 1439228 w 1457325"/>
                <a:gd name="connsiteY11" fmla="*/ 181768 h 371475"/>
                <a:gd name="connsiteX12" fmla="*/ 1461135 w 1457325"/>
                <a:gd name="connsiteY12" fmla="*/ 199866 h 371475"/>
                <a:gd name="connsiteX13" fmla="*/ 1361123 w 1457325"/>
                <a:gd name="connsiteY13" fmla="*/ 287496 h 371475"/>
                <a:gd name="connsiteX14" fmla="*/ 1100137 w 1457325"/>
                <a:gd name="connsiteY14" fmla="*/ 380841 h 371475"/>
                <a:gd name="connsiteX15" fmla="*/ 1082040 w 1457325"/>
                <a:gd name="connsiteY15" fmla="*/ 38084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7325" h="371475">
                  <a:moveTo>
                    <a:pt x="1082040" y="380841"/>
                  </a:moveTo>
                  <a:cubicBezTo>
                    <a:pt x="951548" y="380841"/>
                    <a:pt x="824865" y="319881"/>
                    <a:pt x="704850" y="199866"/>
                  </a:cubicBezTo>
                  <a:cubicBezTo>
                    <a:pt x="582930" y="77946"/>
                    <a:pt x="458153" y="20796"/>
                    <a:pt x="333375" y="28416"/>
                  </a:cubicBezTo>
                  <a:cubicBezTo>
                    <a:pt x="236220" y="34131"/>
                    <a:pt x="157163" y="79851"/>
                    <a:pt x="107632" y="117951"/>
                  </a:cubicBezTo>
                  <a:cubicBezTo>
                    <a:pt x="53340" y="158908"/>
                    <a:pt x="21907" y="198913"/>
                    <a:pt x="21907" y="198913"/>
                  </a:cubicBezTo>
                  <a:lnTo>
                    <a:pt x="0" y="181768"/>
                  </a:lnTo>
                  <a:cubicBezTo>
                    <a:pt x="952" y="179863"/>
                    <a:pt x="33338" y="138906"/>
                    <a:pt x="90488" y="96043"/>
                  </a:cubicBezTo>
                  <a:cubicBezTo>
                    <a:pt x="142875" y="56038"/>
                    <a:pt x="227648" y="7461"/>
                    <a:pt x="332423" y="793"/>
                  </a:cubicBezTo>
                  <a:cubicBezTo>
                    <a:pt x="465773" y="-7779"/>
                    <a:pt x="598170" y="53181"/>
                    <a:pt x="725805" y="180816"/>
                  </a:cubicBezTo>
                  <a:cubicBezTo>
                    <a:pt x="844868" y="299878"/>
                    <a:pt x="970598" y="357981"/>
                    <a:pt x="1098233" y="353218"/>
                  </a:cubicBezTo>
                  <a:cubicBezTo>
                    <a:pt x="1202055" y="349408"/>
                    <a:pt x="1289685" y="302736"/>
                    <a:pt x="1343978" y="264636"/>
                  </a:cubicBezTo>
                  <a:cubicBezTo>
                    <a:pt x="1403985" y="222726"/>
                    <a:pt x="1439228" y="181768"/>
                    <a:pt x="1439228" y="181768"/>
                  </a:cubicBezTo>
                  <a:lnTo>
                    <a:pt x="1461135" y="199866"/>
                  </a:lnTo>
                  <a:cubicBezTo>
                    <a:pt x="1459230" y="201771"/>
                    <a:pt x="1423987" y="243681"/>
                    <a:pt x="1361123" y="287496"/>
                  </a:cubicBezTo>
                  <a:cubicBezTo>
                    <a:pt x="1303020" y="327501"/>
                    <a:pt x="1210628" y="377031"/>
                    <a:pt x="1100137" y="380841"/>
                  </a:cubicBezTo>
                  <a:cubicBezTo>
                    <a:pt x="1092518" y="380841"/>
                    <a:pt x="1086803" y="380841"/>
                    <a:pt x="1082040" y="380841"/>
                  </a:cubicBezTo>
                  <a:close/>
                </a:path>
              </a:pathLst>
            </a:custGeom>
            <a:solidFill>
              <a:srgbClr val="3B23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3C79CC2-FF49-43C8-8510-6617FEAAEE44}"/>
                </a:ext>
              </a:extLst>
            </p:cNvPr>
            <p:cNvSpPr/>
            <p:nvPr/>
          </p:nvSpPr>
          <p:spPr>
            <a:xfrm>
              <a:off x="6243638" y="3932872"/>
              <a:ext cx="57150" cy="1495425"/>
            </a:xfrm>
            <a:custGeom>
              <a:avLst/>
              <a:gdLst>
                <a:gd name="connsiteX0" fmla="*/ 0 w 57150"/>
                <a:gd name="connsiteY0" fmla="*/ 1428750 h 1495425"/>
                <a:gd name="connsiteX1" fmla="*/ 65723 w 57150"/>
                <a:gd name="connsiteY1" fmla="*/ 1500188 h 1495425"/>
                <a:gd name="connsiteX2" fmla="*/ 65723 w 57150"/>
                <a:gd name="connsiteY2" fmla="*/ 0 h 1495425"/>
                <a:gd name="connsiteX3" fmla="*/ 0 w 57150"/>
                <a:gd name="connsiteY3" fmla="*/ 0 h 1495425"/>
                <a:gd name="connsiteX4" fmla="*/ 0 w 57150"/>
                <a:gd name="connsiteY4" fmla="*/ 1428750 h 149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1495425">
                  <a:moveTo>
                    <a:pt x="0" y="1428750"/>
                  </a:moveTo>
                  <a:cubicBezTo>
                    <a:pt x="21908" y="1452563"/>
                    <a:pt x="43815" y="1476375"/>
                    <a:pt x="65723" y="1500188"/>
                  </a:cubicBezTo>
                  <a:lnTo>
                    <a:pt x="65723" y="0"/>
                  </a:lnTo>
                  <a:lnTo>
                    <a:pt x="0" y="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E5E6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4844182-5CAD-4C15-99EA-5CD0E8EBC425}"/>
                </a:ext>
              </a:extLst>
            </p:cNvPr>
            <p:cNvSpPr/>
            <p:nvPr/>
          </p:nvSpPr>
          <p:spPr>
            <a:xfrm>
              <a:off x="11587163" y="3932873"/>
              <a:ext cx="57150" cy="2190750"/>
            </a:xfrm>
            <a:custGeom>
              <a:avLst/>
              <a:gdLst>
                <a:gd name="connsiteX0" fmla="*/ 0 w 57150"/>
                <a:gd name="connsiteY0" fmla="*/ 0 h 2190750"/>
                <a:gd name="connsiteX1" fmla="*/ 65723 w 57150"/>
                <a:gd name="connsiteY1" fmla="*/ 0 h 2190750"/>
                <a:gd name="connsiteX2" fmla="*/ 65723 w 57150"/>
                <a:gd name="connsiteY2" fmla="*/ 2191703 h 2190750"/>
                <a:gd name="connsiteX3" fmla="*/ 0 w 57150"/>
                <a:gd name="connsiteY3" fmla="*/ 2191703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2190750">
                  <a:moveTo>
                    <a:pt x="0" y="0"/>
                  </a:moveTo>
                  <a:lnTo>
                    <a:pt x="65723" y="0"/>
                  </a:lnTo>
                  <a:lnTo>
                    <a:pt x="65723" y="2191703"/>
                  </a:lnTo>
                  <a:lnTo>
                    <a:pt x="0" y="2191703"/>
                  </a:lnTo>
                  <a:close/>
                </a:path>
              </a:pathLst>
            </a:custGeom>
            <a:solidFill>
              <a:srgbClr val="E5E6E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A42D4F7-F891-4381-BE57-6B2514B6AB21}"/>
                </a:ext>
              </a:extLst>
            </p:cNvPr>
            <p:cNvSpPr/>
            <p:nvPr/>
          </p:nvSpPr>
          <p:spPr>
            <a:xfrm>
              <a:off x="10540365" y="4340543"/>
              <a:ext cx="476250" cy="2238375"/>
            </a:xfrm>
            <a:custGeom>
              <a:avLst/>
              <a:gdLst>
                <a:gd name="connsiteX0" fmla="*/ 483870 w 476250"/>
                <a:gd name="connsiteY0" fmla="*/ 2170747 h 2238375"/>
                <a:gd name="connsiteX1" fmla="*/ 483870 w 476250"/>
                <a:gd name="connsiteY1" fmla="*/ 0 h 2238375"/>
                <a:gd name="connsiteX2" fmla="*/ 0 w 476250"/>
                <a:gd name="connsiteY2" fmla="*/ 0 h 2238375"/>
                <a:gd name="connsiteX3" fmla="*/ 0 w 476250"/>
                <a:gd name="connsiteY3" fmla="*/ 2240280 h 2238375"/>
                <a:gd name="connsiteX4" fmla="*/ 483870 w 476250"/>
                <a:gd name="connsiteY4" fmla="*/ 2170747 h 223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" h="2238375">
                  <a:moveTo>
                    <a:pt x="483870" y="2170747"/>
                  </a:moveTo>
                  <a:lnTo>
                    <a:pt x="483870" y="0"/>
                  </a:lnTo>
                  <a:lnTo>
                    <a:pt x="0" y="0"/>
                  </a:lnTo>
                  <a:lnTo>
                    <a:pt x="0" y="2240280"/>
                  </a:lnTo>
                  <a:cubicBezTo>
                    <a:pt x="162878" y="2223135"/>
                    <a:pt x="324803" y="2200275"/>
                    <a:pt x="483870" y="2170747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40D6AB6-FA6D-4493-B5D1-28381D4146D3}"/>
                </a:ext>
              </a:extLst>
            </p:cNvPr>
            <p:cNvSpPr/>
            <p:nvPr/>
          </p:nvSpPr>
          <p:spPr>
            <a:xfrm>
              <a:off x="6973253" y="4465320"/>
              <a:ext cx="476250" cy="1704975"/>
            </a:xfrm>
            <a:custGeom>
              <a:avLst/>
              <a:gdLst>
                <a:gd name="connsiteX0" fmla="*/ 483870 w 476250"/>
                <a:gd name="connsiteY0" fmla="*/ 1707832 h 1704975"/>
                <a:gd name="connsiteX1" fmla="*/ 483870 w 476250"/>
                <a:gd name="connsiteY1" fmla="*/ 0 h 1704975"/>
                <a:gd name="connsiteX2" fmla="*/ 0 w 476250"/>
                <a:gd name="connsiteY2" fmla="*/ 0 h 1704975"/>
                <a:gd name="connsiteX3" fmla="*/ 0 w 476250"/>
                <a:gd name="connsiteY3" fmla="*/ 1473518 h 1704975"/>
                <a:gd name="connsiteX4" fmla="*/ 483870 w 476250"/>
                <a:gd name="connsiteY4" fmla="*/ 1707832 h 170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" h="1704975">
                  <a:moveTo>
                    <a:pt x="483870" y="1707832"/>
                  </a:moveTo>
                  <a:lnTo>
                    <a:pt x="483870" y="0"/>
                  </a:lnTo>
                  <a:lnTo>
                    <a:pt x="0" y="0"/>
                  </a:lnTo>
                  <a:lnTo>
                    <a:pt x="0" y="1473518"/>
                  </a:lnTo>
                  <a:cubicBezTo>
                    <a:pt x="150495" y="1558290"/>
                    <a:pt x="312420" y="1636395"/>
                    <a:pt x="483870" y="1707832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3E0144D2-FB19-4E23-97E0-D6C9F71A8319}"/>
              </a:ext>
            </a:extLst>
          </p:cNvPr>
          <p:cNvSpPr/>
          <p:nvPr/>
        </p:nvSpPr>
        <p:spPr>
          <a:xfrm>
            <a:off x="0" y="-47307"/>
            <a:ext cx="12192000" cy="6905307"/>
          </a:xfrm>
          <a:prstGeom prst="rect">
            <a:avLst/>
          </a:prstGeom>
          <a:gradFill>
            <a:gsLst>
              <a:gs pos="0">
                <a:schemeClr val="accent1"/>
              </a:gs>
              <a:gs pos="99000">
                <a:schemeClr val="accent1">
                  <a:lumMod val="60000"/>
                  <a:lumOff val="40000"/>
                  <a:alpha val="69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4B2504-3440-4B46-BCDB-334A8721E011}"/>
              </a:ext>
            </a:extLst>
          </p:cNvPr>
          <p:cNvSpPr/>
          <p:nvPr/>
        </p:nvSpPr>
        <p:spPr>
          <a:xfrm>
            <a:off x="1999785" y="2396147"/>
            <a:ext cx="8192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5400" b="1" dirty="0">
                <a:solidFill>
                  <a:schemeClr val="bg1"/>
                </a:solidFill>
                <a:effectLst>
                  <a:outerShdw dist="101600" dir="3600000" algn="t" rotWithShape="0">
                    <a:schemeClr val="accent4"/>
                  </a:outerShdw>
                </a:effectLst>
                <a:latin typeface="Ubuntu" panose="020B05040306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Ready to get started ?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ECE066F-15FD-4D74-886E-B2D8C58CEE5F}"/>
              </a:ext>
            </a:extLst>
          </p:cNvPr>
          <p:cNvGrpSpPr/>
          <p:nvPr/>
        </p:nvGrpSpPr>
        <p:grpSpPr>
          <a:xfrm>
            <a:off x="5081844" y="4428934"/>
            <a:ext cx="2028312" cy="450234"/>
            <a:chOff x="8233202" y="2927312"/>
            <a:chExt cx="3258831" cy="450234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05579128-24D1-4686-AEC6-6C28B34B11FE}"/>
                </a:ext>
              </a:extLst>
            </p:cNvPr>
            <p:cNvSpPr/>
            <p:nvPr/>
          </p:nvSpPr>
          <p:spPr>
            <a:xfrm>
              <a:off x="8233202" y="2927312"/>
              <a:ext cx="3258831" cy="450234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  <a:latin typeface="Ubuntu" panose="020B0504030602030204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6B0A2AF-64C7-41D8-BFA4-D3733867D2A9}"/>
                </a:ext>
              </a:extLst>
            </p:cNvPr>
            <p:cNvSpPr txBox="1"/>
            <p:nvPr/>
          </p:nvSpPr>
          <p:spPr>
            <a:xfrm>
              <a:off x="8593274" y="3013930"/>
              <a:ext cx="25386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Ubuntu" panose="020B0504030602030204" pitchFamily="34" charset="0"/>
                </a:rPr>
                <a:t>Learn more</a:t>
              </a:r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F11CB34D-5357-4D80-B233-7A4BF8462B62}"/>
              </a:ext>
            </a:extLst>
          </p:cNvPr>
          <p:cNvSpPr/>
          <p:nvPr/>
        </p:nvSpPr>
        <p:spPr>
          <a:xfrm>
            <a:off x="2844800" y="3533203"/>
            <a:ext cx="6502400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another, so don't get hung too up on choosing your first language. </a:t>
            </a:r>
          </a:p>
        </p:txBody>
      </p:sp>
      <p:sp>
        <p:nvSpPr>
          <p:cNvPr id="70" name="Freeform 147">
            <a:extLst>
              <a:ext uri="{FF2B5EF4-FFF2-40B4-BE49-F238E27FC236}">
                <a16:creationId xmlns:a16="http://schemas.microsoft.com/office/drawing/2014/main" id="{69F51BA0-D410-46BF-843B-4542EE1FEAF8}"/>
              </a:ext>
            </a:extLst>
          </p:cNvPr>
          <p:cNvSpPr>
            <a:spLocks noEditPoints="1"/>
          </p:cNvSpPr>
          <p:nvPr/>
        </p:nvSpPr>
        <p:spPr bwMode="auto">
          <a:xfrm rot="1801418">
            <a:off x="1691760" y="3564736"/>
            <a:ext cx="228663" cy="325061"/>
          </a:xfrm>
          <a:custGeom>
            <a:avLst/>
            <a:gdLst>
              <a:gd name="T0" fmla="*/ 151589 w 47"/>
              <a:gd name="T1" fmla="*/ 161475 h 67"/>
              <a:gd name="T2" fmla="*/ 93021 w 47"/>
              <a:gd name="T3" fmla="*/ 161475 h 67"/>
              <a:gd name="T4" fmla="*/ 86130 w 47"/>
              <a:gd name="T5" fmla="*/ 226752 h 67"/>
              <a:gd name="T6" fmla="*/ 82685 w 47"/>
              <a:gd name="T7" fmla="*/ 230188 h 67"/>
              <a:gd name="T8" fmla="*/ 82685 w 47"/>
              <a:gd name="T9" fmla="*/ 230188 h 67"/>
              <a:gd name="T10" fmla="*/ 75795 w 47"/>
              <a:gd name="T11" fmla="*/ 226752 h 67"/>
              <a:gd name="T12" fmla="*/ 65459 w 47"/>
              <a:gd name="T13" fmla="*/ 161475 h 67"/>
              <a:gd name="T14" fmla="*/ 10336 w 47"/>
              <a:gd name="T15" fmla="*/ 161475 h 67"/>
              <a:gd name="T16" fmla="*/ 0 w 47"/>
              <a:gd name="T17" fmla="*/ 151168 h 67"/>
              <a:gd name="T18" fmla="*/ 37897 w 47"/>
              <a:gd name="T19" fmla="*/ 106505 h 67"/>
              <a:gd name="T20" fmla="*/ 37897 w 47"/>
              <a:gd name="T21" fmla="*/ 37792 h 67"/>
              <a:gd name="T22" fmla="*/ 20671 w 47"/>
              <a:gd name="T23" fmla="*/ 20614 h 67"/>
              <a:gd name="T24" fmla="*/ 37897 w 47"/>
              <a:gd name="T25" fmla="*/ 0 h 67"/>
              <a:gd name="T26" fmla="*/ 124028 w 47"/>
              <a:gd name="T27" fmla="*/ 0 h 67"/>
              <a:gd name="T28" fmla="*/ 144699 w 47"/>
              <a:gd name="T29" fmla="*/ 20614 h 67"/>
              <a:gd name="T30" fmla="*/ 124028 w 47"/>
              <a:gd name="T31" fmla="*/ 37792 h 67"/>
              <a:gd name="T32" fmla="*/ 124028 w 47"/>
              <a:gd name="T33" fmla="*/ 106505 h 67"/>
              <a:gd name="T34" fmla="*/ 161925 w 47"/>
              <a:gd name="T35" fmla="*/ 151168 h 67"/>
              <a:gd name="T36" fmla="*/ 151589 w 47"/>
              <a:gd name="T37" fmla="*/ 161475 h 67"/>
              <a:gd name="T38" fmla="*/ 68904 w 47"/>
              <a:gd name="T39" fmla="*/ 41228 h 67"/>
              <a:gd name="T40" fmla="*/ 62014 w 47"/>
              <a:gd name="T41" fmla="*/ 37792 h 67"/>
              <a:gd name="T42" fmla="*/ 58569 w 47"/>
              <a:gd name="T43" fmla="*/ 41228 h 67"/>
              <a:gd name="T44" fmla="*/ 58569 w 47"/>
              <a:gd name="T45" fmla="*/ 103069 h 67"/>
              <a:gd name="T46" fmla="*/ 62014 w 47"/>
              <a:gd name="T47" fmla="*/ 106505 h 67"/>
              <a:gd name="T48" fmla="*/ 68904 w 47"/>
              <a:gd name="T49" fmla="*/ 103069 h 67"/>
              <a:gd name="T50" fmla="*/ 68904 w 47"/>
              <a:gd name="T51" fmla="*/ 41228 h 67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47" h="67">
                <a:moveTo>
                  <a:pt x="44" y="47"/>
                </a:moveTo>
                <a:cubicBezTo>
                  <a:pt x="27" y="47"/>
                  <a:pt x="27" y="47"/>
                  <a:pt x="27" y="47"/>
                </a:cubicBezTo>
                <a:cubicBezTo>
                  <a:pt x="25" y="66"/>
                  <a:pt x="25" y="66"/>
                  <a:pt x="25" y="66"/>
                </a:cubicBezTo>
                <a:cubicBezTo>
                  <a:pt x="25" y="67"/>
                  <a:pt x="24" y="67"/>
                  <a:pt x="24" y="67"/>
                </a:cubicBezTo>
                <a:cubicBezTo>
                  <a:pt x="24" y="67"/>
                  <a:pt x="24" y="67"/>
                  <a:pt x="24" y="67"/>
                </a:cubicBezTo>
                <a:cubicBezTo>
                  <a:pt x="23" y="67"/>
                  <a:pt x="22" y="67"/>
                  <a:pt x="22" y="66"/>
                </a:cubicBezTo>
                <a:cubicBezTo>
                  <a:pt x="19" y="47"/>
                  <a:pt x="19" y="47"/>
                  <a:pt x="19" y="47"/>
                </a:cubicBezTo>
                <a:cubicBezTo>
                  <a:pt x="3" y="47"/>
                  <a:pt x="3" y="47"/>
                  <a:pt x="3" y="47"/>
                </a:cubicBezTo>
                <a:cubicBezTo>
                  <a:pt x="2" y="47"/>
                  <a:pt x="0" y="46"/>
                  <a:pt x="0" y="44"/>
                </a:cubicBezTo>
                <a:cubicBezTo>
                  <a:pt x="0" y="38"/>
                  <a:pt x="5" y="31"/>
                  <a:pt x="11" y="31"/>
                </a:cubicBezTo>
                <a:cubicBezTo>
                  <a:pt x="11" y="11"/>
                  <a:pt x="11" y="11"/>
                  <a:pt x="11" y="11"/>
                </a:cubicBezTo>
                <a:cubicBezTo>
                  <a:pt x="8" y="11"/>
                  <a:pt x="6" y="8"/>
                  <a:pt x="6" y="6"/>
                </a:cubicBezTo>
                <a:cubicBezTo>
                  <a:pt x="6" y="3"/>
                  <a:pt x="8" y="0"/>
                  <a:pt x="11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9" y="0"/>
                  <a:pt x="42" y="3"/>
                  <a:pt x="42" y="6"/>
                </a:cubicBezTo>
                <a:cubicBezTo>
                  <a:pt x="42" y="8"/>
                  <a:pt x="39" y="11"/>
                  <a:pt x="36" y="11"/>
                </a:cubicBezTo>
                <a:cubicBezTo>
                  <a:pt x="36" y="31"/>
                  <a:pt x="36" y="31"/>
                  <a:pt x="36" y="31"/>
                </a:cubicBezTo>
                <a:cubicBezTo>
                  <a:pt x="42" y="31"/>
                  <a:pt x="47" y="38"/>
                  <a:pt x="47" y="44"/>
                </a:cubicBezTo>
                <a:cubicBezTo>
                  <a:pt x="47" y="46"/>
                  <a:pt x="46" y="47"/>
                  <a:pt x="44" y="47"/>
                </a:cubicBezTo>
                <a:close/>
                <a:moveTo>
                  <a:pt x="20" y="12"/>
                </a:moveTo>
                <a:cubicBezTo>
                  <a:pt x="20" y="11"/>
                  <a:pt x="19" y="11"/>
                  <a:pt x="18" y="11"/>
                </a:cubicBezTo>
                <a:cubicBezTo>
                  <a:pt x="18" y="11"/>
                  <a:pt x="17" y="11"/>
                  <a:pt x="17" y="12"/>
                </a:cubicBezTo>
                <a:cubicBezTo>
                  <a:pt x="17" y="30"/>
                  <a:pt x="17" y="30"/>
                  <a:pt x="17" y="30"/>
                </a:cubicBezTo>
                <a:cubicBezTo>
                  <a:pt x="17" y="31"/>
                  <a:pt x="18" y="31"/>
                  <a:pt x="18" y="31"/>
                </a:cubicBezTo>
                <a:cubicBezTo>
                  <a:pt x="19" y="31"/>
                  <a:pt x="20" y="31"/>
                  <a:pt x="20" y="30"/>
                </a:cubicBezTo>
                <a:lnTo>
                  <a:pt x="20" y="12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42915773-5762-48D5-AB2E-8FB7F30A8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92025">
            <a:off x="10110775" y="3315257"/>
            <a:ext cx="267571" cy="267571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376DA3D0-42D8-4821-8913-5DC4434FE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01418">
            <a:off x="1707945" y="866987"/>
            <a:ext cx="773324" cy="773324"/>
          </a:xfrm>
          <a:prstGeom prst="rect">
            <a:avLst/>
          </a:prstGeom>
        </p:spPr>
      </p:pic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41911171-B84A-4B93-B8E9-D424FEFA1F27}"/>
              </a:ext>
            </a:extLst>
          </p:cNvPr>
          <p:cNvSpPr/>
          <p:nvPr/>
        </p:nvSpPr>
        <p:spPr>
          <a:xfrm rot="19659532">
            <a:off x="9787025" y="1411421"/>
            <a:ext cx="449594" cy="363706"/>
          </a:xfrm>
          <a:custGeom>
            <a:avLst/>
            <a:gdLst>
              <a:gd name="connsiteX0" fmla="*/ 1602069 w 2550423"/>
              <a:gd name="connsiteY0" fmla="*/ 1574105 h 2063200"/>
              <a:gd name="connsiteX1" fmla="*/ 1543109 w 2550423"/>
              <a:gd name="connsiteY1" fmla="*/ 1588189 h 2063200"/>
              <a:gd name="connsiteX2" fmla="*/ 996205 w 2550423"/>
              <a:gd name="connsiteY2" fmla="*/ 1588189 h 2063200"/>
              <a:gd name="connsiteX3" fmla="*/ 885427 w 2550423"/>
              <a:gd name="connsiteY3" fmla="*/ 1605965 h 2063200"/>
              <a:gd name="connsiteX4" fmla="*/ 903202 w 2550423"/>
              <a:gd name="connsiteY4" fmla="*/ 1716742 h 2063200"/>
              <a:gd name="connsiteX5" fmla="*/ 1269657 w 2550423"/>
              <a:gd name="connsiteY5" fmla="*/ 1835614 h 2063200"/>
              <a:gd name="connsiteX6" fmla="*/ 1636112 w 2550423"/>
              <a:gd name="connsiteY6" fmla="*/ 1716742 h 2063200"/>
              <a:gd name="connsiteX7" fmla="*/ 1653887 w 2550423"/>
              <a:gd name="connsiteY7" fmla="*/ 1605965 h 2063200"/>
              <a:gd name="connsiteX8" fmla="*/ 1602069 w 2550423"/>
              <a:gd name="connsiteY8" fmla="*/ 1574105 h 2063200"/>
              <a:gd name="connsiteX9" fmla="*/ 1666425 w 2550423"/>
              <a:gd name="connsiteY9" fmla="*/ 1031604 h 2063200"/>
              <a:gd name="connsiteX10" fmla="*/ 1507718 w 2550423"/>
              <a:gd name="connsiteY10" fmla="*/ 1190311 h 2063200"/>
              <a:gd name="connsiteX11" fmla="*/ 1666425 w 2550423"/>
              <a:gd name="connsiteY11" fmla="*/ 1349018 h 2063200"/>
              <a:gd name="connsiteX12" fmla="*/ 1825132 w 2550423"/>
              <a:gd name="connsiteY12" fmla="*/ 1190311 h 2063200"/>
              <a:gd name="connsiteX13" fmla="*/ 1666425 w 2550423"/>
              <a:gd name="connsiteY13" fmla="*/ 1031604 h 2063200"/>
              <a:gd name="connsiteX14" fmla="*/ 872889 w 2550423"/>
              <a:gd name="connsiteY14" fmla="*/ 1031604 h 2063200"/>
              <a:gd name="connsiteX15" fmla="*/ 714182 w 2550423"/>
              <a:gd name="connsiteY15" fmla="*/ 1190311 h 2063200"/>
              <a:gd name="connsiteX16" fmla="*/ 872889 w 2550423"/>
              <a:gd name="connsiteY16" fmla="*/ 1349018 h 2063200"/>
              <a:gd name="connsiteX17" fmla="*/ 1031596 w 2550423"/>
              <a:gd name="connsiteY17" fmla="*/ 1190311 h 2063200"/>
              <a:gd name="connsiteX18" fmla="*/ 872889 w 2550423"/>
              <a:gd name="connsiteY18" fmla="*/ 1031604 h 2063200"/>
              <a:gd name="connsiteX19" fmla="*/ 2142546 w 2550423"/>
              <a:gd name="connsiteY19" fmla="*/ 158714 h 2063200"/>
              <a:gd name="connsiteX20" fmla="*/ 2063192 w 2550423"/>
              <a:gd name="connsiteY20" fmla="*/ 238068 h 2063200"/>
              <a:gd name="connsiteX21" fmla="*/ 2142546 w 2550423"/>
              <a:gd name="connsiteY21" fmla="*/ 317421 h 2063200"/>
              <a:gd name="connsiteX22" fmla="*/ 2221899 w 2550423"/>
              <a:gd name="connsiteY22" fmla="*/ 238068 h 2063200"/>
              <a:gd name="connsiteX23" fmla="*/ 2142546 w 2550423"/>
              <a:gd name="connsiteY23" fmla="*/ 158714 h 2063200"/>
              <a:gd name="connsiteX24" fmla="*/ 2142546 w 2550423"/>
              <a:gd name="connsiteY24" fmla="*/ 8 h 2063200"/>
              <a:gd name="connsiteX25" fmla="*/ 2380607 w 2550423"/>
              <a:gd name="connsiteY25" fmla="*/ 238068 h 2063200"/>
              <a:gd name="connsiteX26" fmla="*/ 2142546 w 2550423"/>
              <a:gd name="connsiteY26" fmla="*/ 476129 h 2063200"/>
              <a:gd name="connsiteX27" fmla="*/ 1906866 w 2550423"/>
              <a:gd name="connsiteY27" fmla="*/ 262351 h 2063200"/>
              <a:gd name="connsiteX28" fmla="*/ 1519462 w 2550423"/>
              <a:gd name="connsiteY28" fmla="*/ 171888 h 2063200"/>
              <a:gd name="connsiteX29" fmla="*/ 1386307 w 2550423"/>
              <a:gd name="connsiteY29" fmla="*/ 484223 h 2063200"/>
              <a:gd name="connsiteX30" fmla="*/ 2042243 w 2550423"/>
              <a:gd name="connsiteY30" fmla="*/ 699113 h 2063200"/>
              <a:gd name="connsiteX31" fmla="*/ 2233009 w 2550423"/>
              <a:gd name="connsiteY31" fmla="*/ 634836 h 2063200"/>
              <a:gd name="connsiteX32" fmla="*/ 2550423 w 2550423"/>
              <a:gd name="connsiteY32" fmla="*/ 952251 h 2063200"/>
              <a:gd name="connsiteX33" fmla="*/ 2379337 w 2550423"/>
              <a:gd name="connsiteY33" fmla="*/ 1232845 h 2063200"/>
              <a:gd name="connsiteX34" fmla="*/ 2380607 w 2550423"/>
              <a:gd name="connsiteY34" fmla="*/ 1269665 h 2063200"/>
              <a:gd name="connsiteX35" fmla="*/ 1269657 w 2550423"/>
              <a:gd name="connsiteY35" fmla="*/ 2063200 h 2063200"/>
              <a:gd name="connsiteX36" fmla="*/ 158707 w 2550423"/>
              <a:gd name="connsiteY36" fmla="*/ 1269665 h 2063200"/>
              <a:gd name="connsiteX37" fmla="*/ 160453 w 2550423"/>
              <a:gd name="connsiteY37" fmla="*/ 1226973 h 2063200"/>
              <a:gd name="connsiteX38" fmla="*/ 0 w 2550423"/>
              <a:gd name="connsiteY38" fmla="*/ 952251 h 2063200"/>
              <a:gd name="connsiteX39" fmla="*/ 317414 w 2550423"/>
              <a:gd name="connsiteY39" fmla="*/ 634836 h 2063200"/>
              <a:gd name="connsiteX40" fmla="*/ 503419 w 2550423"/>
              <a:gd name="connsiteY40" fmla="*/ 694986 h 2063200"/>
              <a:gd name="connsiteX41" fmla="*/ 1215538 w 2550423"/>
              <a:gd name="connsiteY41" fmla="*/ 479938 h 2063200"/>
              <a:gd name="connsiteX42" fmla="*/ 1399638 w 2550423"/>
              <a:gd name="connsiteY42" fmla="*/ 48255 h 2063200"/>
              <a:gd name="connsiteX43" fmla="*/ 1490895 w 2550423"/>
              <a:gd name="connsiteY43" fmla="*/ 2071 h 2063200"/>
              <a:gd name="connsiteX44" fmla="*/ 1943686 w 2550423"/>
              <a:gd name="connsiteY44" fmla="*/ 107929 h 2063200"/>
              <a:gd name="connsiteX45" fmla="*/ 2142546 w 2550423"/>
              <a:gd name="connsiteY45" fmla="*/ 8 h 206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550423" h="2063200">
                <a:moveTo>
                  <a:pt x="1602069" y="1574105"/>
                </a:moveTo>
                <a:cubicBezTo>
                  <a:pt x="1582032" y="1570930"/>
                  <a:pt x="1560805" y="1575414"/>
                  <a:pt x="1543109" y="1588189"/>
                </a:cubicBezTo>
                <a:cubicBezTo>
                  <a:pt x="1379482" y="1706744"/>
                  <a:pt x="1159832" y="1706426"/>
                  <a:pt x="996205" y="1588189"/>
                </a:cubicBezTo>
                <a:cubicBezTo>
                  <a:pt x="960813" y="1562638"/>
                  <a:pt x="911138" y="1570573"/>
                  <a:pt x="885427" y="1605965"/>
                </a:cubicBezTo>
                <a:cubicBezTo>
                  <a:pt x="859716" y="1641356"/>
                  <a:pt x="867652" y="1691032"/>
                  <a:pt x="903202" y="1716742"/>
                </a:cubicBezTo>
                <a:cubicBezTo>
                  <a:pt x="1012710" y="1795937"/>
                  <a:pt x="1141263" y="1835614"/>
                  <a:pt x="1269657" y="1835614"/>
                </a:cubicBezTo>
                <a:cubicBezTo>
                  <a:pt x="1398051" y="1835614"/>
                  <a:pt x="1526604" y="1795937"/>
                  <a:pt x="1636112" y="1716742"/>
                </a:cubicBezTo>
                <a:cubicBezTo>
                  <a:pt x="1671503" y="1691032"/>
                  <a:pt x="1679597" y="1641515"/>
                  <a:pt x="1653887" y="1605965"/>
                </a:cubicBezTo>
                <a:cubicBezTo>
                  <a:pt x="1640953" y="1588111"/>
                  <a:pt x="1622106" y="1577279"/>
                  <a:pt x="1602069" y="1574105"/>
                </a:cubicBezTo>
                <a:close/>
                <a:moveTo>
                  <a:pt x="1666425" y="1031604"/>
                </a:moveTo>
                <a:cubicBezTo>
                  <a:pt x="1578774" y="1031604"/>
                  <a:pt x="1507718" y="1102660"/>
                  <a:pt x="1507718" y="1190311"/>
                </a:cubicBezTo>
                <a:cubicBezTo>
                  <a:pt x="1507718" y="1277963"/>
                  <a:pt x="1578774" y="1349018"/>
                  <a:pt x="1666425" y="1349018"/>
                </a:cubicBezTo>
                <a:cubicBezTo>
                  <a:pt x="1754077" y="1349018"/>
                  <a:pt x="1825132" y="1277963"/>
                  <a:pt x="1825132" y="1190311"/>
                </a:cubicBezTo>
                <a:cubicBezTo>
                  <a:pt x="1825132" y="1102660"/>
                  <a:pt x="1754077" y="1031604"/>
                  <a:pt x="1666425" y="1031604"/>
                </a:cubicBezTo>
                <a:close/>
                <a:moveTo>
                  <a:pt x="872889" y="1031604"/>
                </a:moveTo>
                <a:cubicBezTo>
                  <a:pt x="785238" y="1031604"/>
                  <a:pt x="714182" y="1102660"/>
                  <a:pt x="714182" y="1190311"/>
                </a:cubicBezTo>
                <a:cubicBezTo>
                  <a:pt x="714182" y="1277963"/>
                  <a:pt x="785238" y="1349018"/>
                  <a:pt x="872889" y="1349018"/>
                </a:cubicBezTo>
                <a:cubicBezTo>
                  <a:pt x="960541" y="1349018"/>
                  <a:pt x="1031596" y="1277963"/>
                  <a:pt x="1031596" y="1190311"/>
                </a:cubicBezTo>
                <a:cubicBezTo>
                  <a:pt x="1031596" y="1102660"/>
                  <a:pt x="960541" y="1031604"/>
                  <a:pt x="872889" y="1031604"/>
                </a:cubicBezTo>
                <a:close/>
                <a:moveTo>
                  <a:pt x="2142546" y="158714"/>
                </a:moveTo>
                <a:cubicBezTo>
                  <a:pt x="2098720" y="158714"/>
                  <a:pt x="2063192" y="194242"/>
                  <a:pt x="2063192" y="238068"/>
                </a:cubicBezTo>
                <a:cubicBezTo>
                  <a:pt x="2063192" y="281893"/>
                  <a:pt x="2098720" y="317421"/>
                  <a:pt x="2142546" y="317421"/>
                </a:cubicBezTo>
                <a:cubicBezTo>
                  <a:pt x="2186371" y="317421"/>
                  <a:pt x="2221899" y="281893"/>
                  <a:pt x="2221899" y="238068"/>
                </a:cubicBezTo>
                <a:cubicBezTo>
                  <a:pt x="2221899" y="194242"/>
                  <a:pt x="2186371" y="158714"/>
                  <a:pt x="2142546" y="158714"/>
                </a:cubicBezTo>
                <a:close/>
                <a:moveTo>
                  <a:pt x="2142546" y="8"/>
                </a:moveTo>
                <a:cubicBezTo>
                  <a:pt x="2273797" y="8"/>
                  <a:pt x="2380607" y="106818"/>
                  <a:pt x="2380607" y="238068"/>
                </a:cubicBezTo>
                <a:cubicBezTo>
                  <a:pt x="2380607" y="369319"/>
                  <a:pt x="2273797" y="476129"/>
                  <a:pt x="2142546" y="476129"/>
                </a:cubicBezTo>
                <a:cubicBezTo>
                  <a:pt x="2019548" y="476129"/>
                  <a:pt x="1919245" y="382175"/>
                  <a:pt x="1906866" y="262351"/>
                </a:cubicBezTo>
                <a:lnTo>
                  <a:pt x="1519462" y="171888"/>
                </a:lnTo>
                <a:lnTo>
                  <a:pt x="1386307" y="484223"/>
                </a:lnTo>
                <a:cubicBezTo>
                  <a:pt x="1633096" y="502792"/>
                  <a:pt x="1865126" y="576115"/>
                  <a:pt x="2042243" y="699113"/>
                </a:cubicBezTo>
                <a:cubicBezTo>
                  <a:pt x="2096521" y="657690"/>
                  <a:pt x="2163019" y="634836"/>
                  <a:pt x="2233009" y="634836"/>
                </a:cubicBezTo>
                <a:cubicBezTo>
                  <a:pt x="2408063" y="634836"/>
                  <a:pt x="2550423" y="777197"/>
                  <a:pt x="2550423" y="952251"/>
                </a:cubicBezTo>
                <a:cubicBezTo>
                  <a:pt x="2550423" y="1072709"/>
                  <a:pt x="2482814" y="1180154"/>
                  <a:pt x="2379337" y="1232845"/>
                </a:cubicBezTo>
                <a:cubicBezTo>
                  <a:pt x="2380131" y="1245065"/>
                  <a:pt x="2380607" y="1257286"/>
                  <a:pt x="2380607" y="1269665"/>
                </a:cubicBezTo>
                <a:cubicBezTo>
                  <a:pt x="2380607" y="1707220"/>
                  <a:pt x="1882108" y="2063200"/>
                  <a:pt x="1269657" y="2063200"/>
                </a:cubicBezTo>
                <a:cubicBezTo>
                  <a:pt x="657047" y="2063200"/>
                  <a:pt x="158707" y="1707220"/>
                  <a:pt x="158707" y="1269665"/>
                </a:cubicBezTo>
                <a:cubicBezTo>
                  <a:pt x="158707" y="1255222"/>
                  <a:pt x="159183" y="1240939"/>
                  <a:pt x="160453" y="1226973"/>
                </a:cubicBezTo>
                <a:cubicBezTo>
                  <a:pt x="63324" y="1173171"/>
                  <a:pt x="0" y="1068265"/>
                  <a:pt x="0" y="952251"/>
                </a:cubicBezTo>
                <a:cubicBezTo>
                  <a:pt x="0" y="777197"/>
                  <a:pt x="142360" y="634836"/>
                  <a:pt x="317414" y="634836"/>
                </a:cubicBezTo>
                <a:cubicBezTo>
                  <a:pt x="386452" y="634836"/>
                  <a:pt x="451204" y="656262"/>
                  <a:pt x="503419" y="694986"/>
                </a:cubicBezTo>
                <a:cubicBezTo>
                  <a:pt x="695137" y="564212"/>
                  <a:pt x="949069" y="489143"/>
                  <a:pt x="1215538" y="479938"/>
                </a:cubicBezTo>
                <a:lnTo>
                  <a:pt x="1399638" y="48255"/>
                </a:lnTo>
                <a:cubicBezTo>
                  <a:pt x="1414874" y="12863"/>
                  <a:pt x="1452488" y="-6658"/>
                  <a:pt x="1490895" y="2071"/>
                </a:cubicBezTo>
                <a:lnTo>
                  <a:pt x="1943686" y="107929"/>
                </a:lnTo>
                <a:cubicBezTo>
                  <a:pt x="1986220" y="43017"/>
                  <a:pt x="2059384" y="8"/>
                  <a:pt x="2142546" y="8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494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4" name="Group 29">
            <a:extLst>
              <a:ext uri="{FF2B5EF4-FFF2-40B4-BE49-F238E27FC236}">
                <a16:creationId xmlns:a16="http://schemas.microsoft.com/office/drawing/2014/main" id="{E52A0079-8A85-4EB5-98E9-74173BA3F0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53196" y="4769620"/>
            <a:ext cx="674596" cy="686779"/>
            <a:chOff x="2789" y="1091"/>
            <a:chExt cx="2104" cy="2142"/>
          </a:xfrm>
          <a:solidFill>
            <a:schemeClr val="bg1">
              <a:alpha val="20000"/>
            </a:schemeClr>
          </a:solidFill>
        </p:grpSpPr>
        <p:sp>
          <p:nvSpPr>
            <p:cNvPr id="75" name="Freeform 30">
              <a:extLst>
                <a:ext uri="{FF2B5EF4-FFF2-40B4-BE49-F238E27FC236}">
                  <a16:creationId xmlns:a16="http://schemas.microsoft.com/office/drawing/2014/main" id="{5DD75562-35E7-4881-A8DE-2585745181A4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2789" y="1091"/>
              <a:ext cx="1547" cy="1576"/>
            </a:xfrm>
            <a:custGeom>
              <a:avLst/>
              <a:gdLst>
                <a:gd name="T0" fmla="*/ 3445 w 6804"/>
                <a:gd name="T1" fmla="*/ 6806 h 6935"/>
                <a:gd name="T2" fmla="*/ 5652 w 6804"/>
                <a:gd name="T3" fmla="*/ 6818 h 6935"/>
                <a:gd name="T4" fmla="*/ 6559 w 6804"/>
                <a:gd name="T5" fmla="*/ 6320 h 6935"/>
                <a:gd name="T6" fmla="*/ 6802 w 6804"/>
                <a:gd name="T7" fmla="*/ 5630 h 6935"/>
                <a:gd name="T8" fmla="*/ 6801 w 6804"/>
                <a:gd name="T9" fmla="*/ 3512 h 6935"/>
                <a:gd name="T10" fmla="*/ 6371 w 6804"/>
                <a:gd name="T11" fmla="*/ 2644 h 6935"/>
                <a:gd name="T12" fmla="*/ 5652 w 6804"/>
                <a:gd name="T13" fmla="*/ 2400 h 6935"/>
                <a:gd name="T14" fmla="*/ 3675 w 6804"/>
                <a:gd name="T15" fmla="*/ 2400 h 6935"/>
                <a:gd name="T16" fmla="*/ 3116 w 6804"/>
                <a:gd name="T17" fmla="*/ 2348 h 6935"/>
                <a:gd name="T18" fmla="*/ 2105 w 6804"/>
                <a:gd name="T19" fmla="*/ 1044 h 6935"/>
                <a:gd name="T20" fmla="*/ 2102 w 6804"/>
                <a:gd name="T21" fmla="*/ 3 h 6935"/>
                <a:gd name="T22" fmla="*/ 1314 w 6804"/>
                <a:gd name="T23" fmla="*/ 4 h 6935"/>
                <a:gd name="T24" fmla="*/ 632 w 6804"/>
                <a:gd name="T25" fmla="*/ 259 h 6935"/>
                <a:gd name="T26" fmla="*/ 164 w 6804"/>
                <a:gd name="T27" fmla="*/ 1120 h 6935"/>
                <a:gd name="T28" fmla="*/ 7 w 6804"/>
                <a:gd name="T29" fmla="*/ 2279 h 6935"/>
                <a:gd name="T30" fmla="*/ 154 w 6804"/>
                <a:gd name="T31" fmla="*/ 3373 h 6935"/>
                <a:gd name="T32" fmla="*/ 687 w 6804"/>
                <a:gd name="T33" fmla="*/ 4247 h 6935"/>
                <a:gd name="T34" fmla="*/ 1558 w 6804"/>
                <a:gd name="T35" fmla="*/ 4528 h 6935"/>
                <a:gd name="T36" fmla="*/ 4584 w 6804"/>
                <a:gd name="T37" fmla="*/ 4528 h 6935"/>
                <a:gd name="T38" fmla="*/ 4584 w 6804"/>
                <a:gd name="T39" fmla="*/ 4801 h 6935"/>
                <a:gd name="T40" fmla="*/ 2372 w 6804"/>
                <a:gd name="T41" fmla="*/ 4801 h 6935"/>
                <a:gd name="T42" fmla="*/ 2374 w 6804"/>
                <a:gd name="T43" fmla="*/ 5771 h 6935"/>
                <a:gd name="T44" fmla="*/ 2609 w 6804"/>
                <a:gd name="T45" fmla="*/ 6450 h 6935"/>
                <a:gd name="T46" fmla="*/ 3445 w 6804"/>
                <a:gd name="T47" fmla="*/ 6806 h 6935"/>
                <a:gd name="T48" fmla="*/ 3192 w 6804"/>
                <a:gd name="T49" fmla="*/ 6185 h 6935"/>
                <a:gd name="T50" fmla="*/ 2931 w 6804"/>
                <a:gd name="T51" fmla="*/ 5771 h 6935"/>
                <a:gd name="T52" fmla="*/ 3360 w 6804"/>
                <a:gd name="T53" fmla="*/ 5377 h 6935"/>
                <a:gd name="T54" fmla="*/ 3720 w 6804"/>
                <a:gd name="T55" fmla="*/ 5955 h 6935"/>
                <a:gd name="T56" fmla="*/ 3192 w 6804"/>
                <a:gd name="T57" fmla="*/ 6185 h 6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804" h="6935">
                  <a:moveTo>
                    <a:pt x="3445" y="6806"/>
                  </a:moveTo>
                  <a:cubicBezTo>
                    <a:pt x="4173" y="6935"/>
                    <a:pt x="4923" y="6931"/>
                    <a:pt x="5652" y="6818"/>
                  </a:cubicBezTo>
                  <a:cubicBezTo>
                    <a:pt x="6000" y="6765"/>
                    <a:pt x="6337" y="6598"/>
                    <a:pt x="6559" y="6320"/>
                  </a:cubicBezTo>
                  <a:cubicBezTo>
                    <a:pt x="6722" y="6130"/>
                    <a:pt x="6802" y="5879"/>
                    <a:pt x="6802" y="5630"/>
                  </a:cubicBezTo>
                  <a:cubicBezTo>
                    <a:pt x="6802" y="4924"/>
                    <a:pt x="6804" y="4218"/>
                    <a:pt x="6801" y="3512"/>
                  </a:cubicBezTo>
                  <a:cubicBezTo>
                    <a:pt x="6794" y="3177"/>
                    <a:pt x="6635" y="2851"/>
                    <a:pt x="6371" y="2644"/>
                  </a:cubicBezTo>
                  <a:cubicBezTo>
                    <a:pt x="6173" y="2475"/>
                    <a:pt x="5910" y="2398"/>
                    <a:pt x="5652" y="2400"/>
                  </a:cubicBezTo>
                  <a:cubicBezTo>
                    <a:pt x="4993" y="2400"/>
                    <a:pt x="4334" y="2400"/>
                    <a:pt x="3675" y="2400"/>
                  </a:cubicBezTo>
                  <a:cubicBezTo>
                    <a:pt x="3488" y="2400"/>
                    <a:pt x="3297" y="2406"/>
                    <a:pt x="3116" y="2348"/>
                  </a:cubicBezTo>
                  <a:cubicBezTo>
                    <a:pt x="2550" y="2187"/>
                    <a:pt x="2108" y="1638"/>
                    <a:pt x="2105" y="1044"/>
                  </a:cubicBezTo>
                  <a:cubicBezTo>
                    <a:pt x="2100" y="697"/>
                    <a:pt x="2106" y="350"/>
                    <a:pt x="2102" y="3"/>
                  </a:cubicBezTo>
                  <a:cubicBezTo>
                    <a:pt x="1839" y="3"/>
                    <a:pt x="1577" y="0"/>
                    <a:pt x="1314" y="4"/>
                  </a:cubicBezTo>
                  <a:cubicBezTo>
                    <a:pt x="1066" y="9"/>
                    <a:pt x="818" y="93"/>
                    <a:pt x="632" y="259"/>
                  </a:cubicBezTo>
                  <a:cubicBezTo>
                    <a:pt x="384" y="484"/>
                    <a:pt x="243" y="800"/>
                    <a:pt x="164" y="1120"/>
                  </a:cubicBezTo>
                  <a:cubicBezTo>
                    <a:pt x="72" y="1499"/>
                    <a:pt x="0" y="1888"/>
                    <a:pt x="7" y="2279"/>
                  </a:cubicBezTo>
                  <a:cubicBezTo>
                    <a:pt x="2" y="2649"/>
                    <a:pt x="71" y="3015"/>
                    <a:pt x="154" y="3373"/>
                  </a:cubicBezTo>
                  <a:cubicBezTo>
                    <a:pt x="231" y="3710"/>
                    <a:pt x="407" y="4036"/>
                    <a:pt x="687" y="4247"/>
                  </a:cubicBezTo>
                  <a:cubicBezTo>
                    <a:pt x="933" y="4438"/>
                    <a:pt x="1248" y="4528"/>
                    <a:pt x="1558" y="4528"/>
                  </a:cubicBezTo>
                  <a:cubicBezTo>
                    <a:pt x="2567" y="4528"/>
                    <a:pt x="3575" y="4529"/>
                    <a:pt x="4584" y="4528"/>
                  </a:cubicBezTo>
                  <a:cubicBezTo>
                    <a:pt x="4584" y="4619"/>
                    <a:pt x="4584" y="4710"/>
                    <a:pt x="4584" y="4801"/>
                  </a:cubicBezTo>
                  <a:cubicBezTo>
                    <a:pt x="3847" y="4801"/>
                    <a:pt x="3109" y="4799"/>
                    <a:pt x="2372" y="4801"/>
                  </a:cubicBezTo>
                  <a:cubicBezTo>
                    <a:pt x="2373" y="5125"/>
                    <a:pt x="2370" y="5448"/>
                    <a:pt x="2374" y="5771"/>
                  </a:cubicBezTo>
                  <a:cubicBezTo>
                    <a:pt x="2384" y="6012"/>
                    <a:pt x="2430" y="6273"/>
                    <a:pt x="2609" y="6450"/>
                  </a:cubicBezTo>
                  <a:cubicBezTo>
                    <a:pt x="2831" y="6669"/>
                    <a:pt x="3148" y="6747"/>
                    <a:pt x="3445" y="6806"/>
                  </a:cubicBezTo>
                  <a:moveTo>
                    <a:pt x="3192" y="6185"/>
                  </a:moveTo>
                  <a:cubicBezTo>
                    <a:pt x="3030" y="6121"/>
                    <a:pt x="2920" y="5946"/>
                    <a:pt x="2931" y="5771"/>
                  </a:cubicBezTo>
                  <a:cubicBezTo>
                    <a:pt x="2938" y="5553"/>
                    <a:pt x="3139" y="5359"/>
                    <a:pt x="3360" y="5377"/>
                  </a:cubicBezTo>
                  <a:cubicBezTo>
                    <a:pt x="3638" y="5378"/>
                    <a:pt x="3837" y="5706"/>
                    <a:pt x="3720" y="5955"/>
                  </a:cubicBezTo>
                  <a:cubicBezTo>
                    <a:pt x="3643" y="6159"/>
                    <a:pt x="3394" y="6268"/>
                    <a:pt x="3192" y="618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31">
              <a:extLst>
                <a:ext uri="{FF2B5EF4-FFF2-40B4-BE49-F238E27FC236}">
                  <a16:creationId xmlns:a16="http://schemas.microsoft.com/office/drawing/2014/main" id="{EDD63085-4DDF-4262-887C-F93CB8580A5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3329" y="1638"/>
              <a:ext cx="1564" cy="1595"/>
            </a:xfrm>
            <a:custGeom>
              <a:avLst/>
              <a:gdLst>
                <a:gd name="T0" fmla="*/ 4700 w 6881"/>
                <a:gd name="T1" fmla="*/ 7012 h 7015"/>
                <a:gd name="T2" fmla="*/ 5571 w 6881"/>
                <a:gd name="T3" fmla="*/ 7011 h 7015"/>
                <a:gd name="T4" fmla="*/ 6227 w 6881"/>
                <a:gd name="T5" fmla="*/ 6729 h 7015"/>
                <a:gd name="T6" fmla="*/ 6641 w 6881"/>
                <a:gd name="T7" fmla="*/ 5860 h 7015"/>
                <a:gd name="T8" fmla="*/ 6688 w 6881"/>
                <a:gd name="T9" fmla="*/ 3802 h 7015"/>
                <a:gd name="T10" fmla="*/ 6233 w 6881"/>
                <a:gd name="T11" fmla="*/ 2800 h 7015"/>
                <a:gd name="T12" fmla="*/ 5534 w 6881"/>
                <a:gd name="T13" fmla="*/ 2497 h 7015"/>
                <a:gd name="T14" fmla="*/ 2214 w 6881"/>
                <a:gd name="T15" fmla="*/ 2496 h 7015"/>
                <a:gd name="T16" fmla="*/ 2214 w 6881"/>
                <a:gd name="T17" fmla="*/ 2214 h 7015"/>
                <a:gd name="T18" fmla="*/ 4424 w 6881"/>
                <a:gd name="T19" fmla="*/ 2214 h 7015"/>
                <a:gd name="T20" fmla="*/ 4423 w 6881"/>
                <a:gd name="T21" fmla="*/ 1348 h 7015"/>
                <a:gd name="T22" fmla="*/ 4130 w 6881"/>
                <a:gd name="T23" fmla="*/ 673 h 7015"/>
                <a:gd name="T24" fmla="*/ 2923 w 6881"/>
                <a:gd name="T25" fmla="*/ 141 h 7015"/>
                <a:gd name="T26" fmla="*/ 899 w 6881"/>
                <a:gd name="T27" fmla="*/ 309 h 7015"/>
                <a:gd name="T28" fmla="*/ 148 w 6881"/>
                <a:gd name="T29" fmla="*/ 862 h 7015"/>
                <a:gd name="T30" fmla="*/ 2 w 6881"/>
                <a:gd name="T31" fmla="*/ 1379 h 7015"/>
                <a:gd name="T32" fmla="*/ 2 w 6881"/>
                <a:gd name="T33" fmla="*/ 3497 h 7015"/>
                <a:gd name="T34" fmla="*/ 852 w 6881"/>
                <a:gd name="T35" fmla="*/ 4582 h 7015"/>
                <a:gd name="T36" fmla="*/ 1373 w 6881"/>
                <a:gd name="T37" fmla="*/ 4615 h 7015"/>
                <a:gd name="T38" fmla="*/ 3349 w 6881"/>
                <a:gd name="T39" fmla="*/ 4616 h 7015"/>
                <a:gd name="T40" fmla="*/ 4695 w 6881"/>
                <a:gd name="T41" fmla="*/ 5934 h 7015"/>
                <a:gd name="T42" fmla="*/ 4700 w 6881"/>
                <a:gd name="T43" fmla="*/ 7012 h 7015"/>
                <a:gd name="T44" fmla="*/ 3292 w 6881"/>
                <a:gd name="T45" fmla="*/ 1613 h 7015"/>
                <a:gd name="T46" fmla="*/ 3046 w 6881"/>
                <a:gd name="T47" fmla="*/ 1176 h 7015"/>
                <a:gd name="T48" fmla="*/ 3525 w 6881"/>
                <a:gd name="T49" fmla="*/ 808 h 7015"/>
                <a:gd name="T50" fmla="*/ 3857 w 6881"/>
                <a:gd name="T51" fmla="*/ 1333 h 7015"/>
                <a:gd name="T52" fmla="*/ 3292 w 6881"/>
                <a:gd name="T53" fmla="*/ 1613 h 7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81" h="7015">
                  <a:moveTo>
                    <a:pt x="4700" y="7012"/>
                  </a:moveTo>
                  <a:cubicBezTo>
                    <a:pt x="4990" y="7011"/>
                    <a:pt x="5281" y="7015"/>
                    <a:pt x="5571" y="7011"/>
                  </a:cubicBezTo>
                  <a:cubicBezTo>
                    <a:pt x="5816" y="7007"/>
                    <a:pt x="6059" y="6909"/>
                    <a:pt x="6227" y="6729"/>
                  </a:cubicBezTo>
                  <a:cubicBezTo>
                    <a:pt x="6450" y="6489"/>
                    <a:pt x="6565" y="6173"/>
                    <a:pt x="6641" y="5860"/>
                  </a:cubicBezTo>
                  <a:cubicBezTo>
                    <a:pt x="6809" y="5190"/>
                    <a:pt x="6881" y="4475"/>
                    <a:pt x="6688" y="3802"/>
                  </a:cubicBezTo>
                  <a:cubicBezTo>
                    <a:pt x="6583" y="3451"/>
                    <a:pt x="6468" y="3088"/>
                    <a:pt x="6233" y="2800"/>
                  </a:cubicBezTo>
                  <a:cubicBezTo>
                    <a:pt x="6066" y="2593"/>
                    <a:pt x="5796" y="2492"/>
                    <a:pt x="5534" y="2497"/>
                  </a:cubicBezTo>
                  <a:cubicBezTo>
                    <a:pt x="4428" y="2496"/>
                    <a:pt x="3321" y="2497"/>
                    <a:pt x="2214" y="2496"/>
                  </a:cubicBezTo>
                  <a:cubicBezTo>
                    <a:pt x="2214" y="2402"/>
                    <a:pt x="2214" y="2308"/>
                    <a:pt x="2214" y="2214"/>
                  </a:cubicBezTo>
                  <a:cubicBezTo>
                    <a:pt x="2951" y="2214"/>
                    <a:pt x="3687" y="2215"/>
                    <a:pt x="4424" y="2214"/>
                  </a:cubicBezTo>
                  <a:cubicBezTo>
                    <a:pt x="4423" y="1925"/>
                    <a:pt x="4426" y="1637"/>
                    <a:pt x="4423" y="1348"/>
                  </a:cubicBezTo>
                  <a:cubicBezTo>
                    <a:pt x="4422" y="1095"/>
                    <a:pt x="4315" y="845"/>
                    <a:pt x="4130" y="673"/>
                  </a:cubicBezTo>
                  <a:cubicBezTo>
                    <a:pt x="3806" y="357"/>
                    <a:pt x="3354" y="231"/>
                    <a:pt x="2923" y="141"/>
                  </a:cubicBezTo>
                  <a:cubicBezTo>
                    <a:pt x="2250" y="0"/>
                    <a:pt x="1542" y="70"/>
                    <a:pt x="899" y="309"/>
                  </a:cubicBezTo>
                  <a:cubicBezTo>
                    <a:pt x="607" y="422"/>
                    <a:pt x="324" y="596"/>
                    <a:pt x="148" y="862"/>
                  </a:cubicBezTo>
                  <a:cubicBezTo>
                    <a:pt x="49" y="1015"/>
                    <a:pt x="0" y="1198"/>
                    <a:pt x="2" y="1379"/>
                  </a:cubicBezTo>
                  <a:cubicBezTo>
                    <a:pt x="2" y="2085"/>
                    <a:pt x="0" y="2791"/>
                    <a:pt x="2" y="3497"/>
                  </a:cubicBezTo>
                  <a:cubicBezTo>
                    <a:pt x="2" y="3994"/>
                    <a:pt x="371" y="4463"/>
                    <a:pt x="852" y="4582"/>
                  </a:cubicBezTo>
                  <a:cubicBezTo>
                    <a:pt x="1022" y="4627"/>
                    <a:pt x="1199" y="4613"/>
                    <a:pt x="1373" y="4615"/>
                  </a:cubicBezTo>
                  <a:cubicBezTo>
                    <a:pt x="2031" y="4616"/>
                    <a:pt x="2690" y="4613"/>
                    <a:pt x="3349" y="4616"/>
                  </a:cubicBezTo>
                  <a:cubicBezTo>
                    <a:pt x="4047" y="4628"/>
                    <a:pt x="4658" y="5242"/>
                    <a:pt x="4695" y="5934"/>
                  </a:cubicBezTo>
                  <a:cubicBezTo>
                    <a:pt x="4705" y="6293"/>
                    <a:pt x="4697" y="6653"/>
                    <a:pt x="4700" y="7012"/>
                  </a:cubicBezTo>
                  <a:moveTo>
                    <a:pt x="3292" y="1613"/>
                  </a:moveTo>
                  <a:cubicBezTo>
                    <a:pt x="3126" y="1541"/>
                    <a:pt x="3022" y="1355"/>
                    <a:pt x="3046" y="1176"/>
                  </a:cubicBezTo>
                  <a:cubicBezTo>
                    <a:pt x="3066" y="948"/>
                    <a:pt x="3297" y="763"/>
                    <a:pt x="3525" y="808"/>
                  </a:cubicBezTo>
                  <a:cubicBezTo>
                    <a:pt x="3761" y="843"/>
                    <a:pt x="3923" y="1105"/>
                    <a:pt x="3857" y="1333"/>
                  </a:cubicBezTo>
                  <a:cubicBezTo>
                    <a:pt x="3805" y="1573"/>
                    <a:pt x="3515" y="1721"/>
                    <a:pt x="3292" y="161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7" name="Freeform 35">
            <a:extLst>
              <a:ext uri="{FF2B5EF4-FFF2-40B4-BE49-F238E27FC236}">
                <a16:creationId xmlns:a16="http://schemas.microsoft.com/office/drawing/2014/main" id="{8B60589E-89C9-4626-B59E-C14FCE59D672}"/>
              </a:ext>
            </a:extLst>
          </p:cNvPr>
          <p:cNvSpPr>
            <a:spLocks/>
          </p:cNvSpPr>
          <p:nvPr/>
        </p:nvSpPr>
        <p:spPr bwMode="auto">
          <a:xfrm rot="20279762" flipV="1">
            <a:off x="7303733" y="5615387"/>
            <a:ext cx="309340" cy="331691"/>
          </a:xfrm>
          <a:custGeom>
            <a:avLst/>
            <a:gdLst>
              <a:gd name="T0" fmla="*/ 4938 w 10645"/>
              <a:gd name="T1" fmla="*/ 11333 h 11405"/>
              <a:gd name="T2" fmla="*/ 5641 w 10645"/>
              <a:gd name="T3" fmla="*/ 11385 h 11405"/>
              <a:gd name="T4" fmla="*/ 6064 w 10645"/>
              <a:gd name="T5" fmla="*/ 11365 h 11405"/>
              <a:gd name="T6" fmla="*/ 7523 w 10645"/>
              <a:gd name="T7" fmla="*/ 11102 h 11405"/>
              <a:gd name="T8" fmla="*/ 8320 w 10645"/>
              <a:gd name="T9" fmla="*/ 10752 h 11405"/>
              <a:gd name="T10" fmla="*/ 9006 w 10645"/>
              <a:gd name="T11" fmla="*/ 10340 h 11405"/>
              <a:gd name="T12" fmla="*/ 10399 w 10645"/>
              <a:gd name="T13" fmla="*/ 8939 h 11405"/>
              <a:gd name="T14" fmla="*/ 10609 w 10645"/>
              <a:gd name="T15" fmla="*/ 8590 h 11405"/>
              <a:gd name="T16" fmla="*/ 9859 w 10645"/>
              <a:gd name="T17" fmla="*/ 8154 h 11405"/>
              <a:gd name="T18" fmla="*/ 8805 w 10645"/>
              <a:gd name="T19" fmla="*/ 7551 h 11405"/>
              <a:gd name="T20" fmla="*/ 8176 w 10645"/>
              <a:gd name="T21" fmla="*/ 7193 h 11405"/>
              <a:gd name="T22" fmla="*/ 7846 w 10645"/>
              <a:gd name="T23" fmla="*/ 7587 h 11405"/>
              <a:gd name="T24" fmla="*/ 6065 w 10645"/>
              <a:gd name="T25" fmla="*/ 8506 h 11405"/>
              <a:gd name="T26" fmla="*/ 4855 w 10645"/>
              <a:gd name="T27" fmla="*/ 8395 h 11405"/>
              <a:gd name="T28" fmla="*/ 3702 w 10645"/>
              <a:gd name="T29" fmla="*/ 7675 h 11405"/>
              <a:gd name="T30" fmla="*/ 3187 w 10645"/>
              <a:gd name="T31" fmla="*/ 6957 h 11405"/>
              <a:gd name="T32" fmla="*/ 3200 w 10645"/>
              <a:gd name="T33" fmla="*/ 4415 h 11405"/>
              <a:gd name="T34" fmla="*/ 5641 w 10645"/>
              <a:gd name="T35" fmla="*/ 2864 h 11405"/>
              <a:gd name="T36" fmla="*/ 7366 w 10645"/>
              <a:gd name="T37" fmla="*/ 3379 h 11405"/>
              <a:gd name="T38" fmla="*/ 8121 w 10645"/>
              <a:gd name="T39" fmla="*/ 4176 h 11405"/>
              <a:gd name="T40" fmla="*/ 8241 w 10645"/>
              <a:gd name="T41" fmla="*/ 4237 h 11405"/>
              <a:gd name="T42" fmla="*/ 10645 w 10645"/>
              <a:gd name="T43" fmla="*/ 2923 h 11405"/>
              <a:gd name="T44" fmla="*/ 10359 w 10645"/>
              <a:gd name="T45" fmla="*/ 2432 h 11405"/>
              <a:gd name="T46" fmla="*/ 7042 w 10645"/>
              <a:gd name="T47" fmla="*/ 196 h 11405"/>
              <a:gd name="T48" fmla="*/ 5959 w 10645"/>
              <a:gd name="T49" fmla="*/ 46 h 11405"/>
              <a:gd name="T50" fmla="*/ 2673 w 10645"/>
              <a:gd name="T51" fmla="*/ 936 h 11405"/>
              <a:gd name="T52" fmla="*/ 2008 w 10645"/>
              <a:gd name="T53" fmla="*/ 1432 h 11405"/>
              <a:gd name="T54" fmla="*/ 1115 w 10645"/>
              <a:gd name="T55" fmla="*/ 2406 h 11405"/>
              <a:gd name="T56" fmla="*/ 522 w 10645"/>
              <a:gd name="T57" fmla="*/ 3438 h 11405"/>
              <a:gd name="T58" fmla="*/ 171 w 10645"/>
              <a:gd name="T59" fmla="*/ 4493 h 11405"/>
              <a:gd name="T60" fmla="*/ 50 w 10645"/>
              <a:gd name="T61" fmla="*/ 5594 h 11405"/>
              <a:gd name="T62" fmla="*/ 1444 w 10645"/>
              <a:gd name="T63" fmla="*/ 9439 h 11405"/>
              <a:gd name="T64" fmla="*/ 2342 w 10645"/>
              <a:gd name="T65" fmla="*/ 10266 h 11405"/>
              <a:gd name="T66" fmla="*/ 4938 w 10645"/>
              <a:gd name="T67" fmla="*/ 11333 h 11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645" h="11405">
                <a:moveTo>
                  <a:pt x="4938" y="11333"/>
                </a:moveTo>
                <a:cubicBezTo>
                  <a:pt x="5170" y="11380"/>
                  <a:pt x="5408" y="11347"/>
                  <a:pt x="5641" y="11385"/>
                </a:cubicBezTo>
                <a:cubicBezTo>
                  <a:pt x="5783" y="11405"/>
                  <a:pt x="5922" y="11363"/>
                  <a:pt x="6064" y="11365"/>
                </a:cubicBezTo>
                <a:cubicBezTo>
                  <a:pt x="6562" y="11370"/>
                  <a:pt x="7049" y="11245"/>
                  <a:pt x="7523" y="11102"/>
                </a:cubicBezTo>
                <a:cubicBezTo>
                  <a:pt x="7795" y="11002"/>
                  <a:pt x="8071" y="10903"/>
                  <a:pt x="8320" y="10752"/>
                </a:cubicBezTo>
                <a:cubicBezTo>
                  <a:pt x="8561" y="10636"/>
                  <a:pt x="8797" y="10507"/>
                  <a:pt x="9006" y="10340"/>
                </a:cubicBezTo>
                <a:cubicBezTo>
                  <a:pt x="9550" y="9963"/>
                  <a:pt x="10032" y="9491"/>
                  <a:pt x="10399" y="8939"/>
                </a:cubicBezTo>
                <a:cubicBezTo>
                  <a:pt x="10480" y="8830"/>
                  <a:pt x="10562" y="8719"/>
                  <a:pt x="10609" y="8590"/>
                </a:cubicBezTo>
                <a:cubicBezTo>
                  <a:pt x="10359" y="8444"/>
                  <a:pt x="10106" y="8305"/>
                  <a:pt x="9859" y="8154"/>
                </a:cubicBezTo>
                <a:cubicBezTo>
                  <a:pt x="9511" y="7948"/>
                  <a:pt x="9146" y="7771"/>
                  <a:pt x="8805" y="7551"/>
                </a:cubicBezTo>
                <a:cubicBezTo>
                  <a:pt x="8595" y="7433"/>
                  <a:pt x="8387" y="7311"/>
                  <a:pt x="8176" y="7193"/>
                </a:cubicBezTo>
                <a:cubicBezTo>
                  <a:pt x="8051" y="7312"/>
                  <a:pt x="7970" y="7467"/>
                  <a:pt x="7846" y="7587"/>
                </a:cubicBezTo>
                <a:cubicBezTo>
                  <a:pt x="7384" y="8085"/>
                  <a:pt x="6754" y="8462"/>
                  <a:pt x="6065" y="8506"/>
                </a:cubicBezTo>
                <a:cubicBezTo>
                  <a:pt x="5660" y="8515"/>
                  <a:pt x="5242" y="8540"/>
                  <a:pt x="4855" y="8395"/>
                </a:cubicBezTo>
                <a:cubicBezTo>
                  <a:pt x="4410" y="8272"/>
                  <a:pt x="4029" y="7992"/>
                  <a:pt x="3702" y="7675"/>
                </a:cubicBezTo>
                <a:cubicBezTo>
                  <a:pt x="3481" y="7475"/>
                  <a:pt x="3338" y="7210"/>
                  <a:pt x="3187" y="6957"/>
                </a:cubicBezTo>
                <a:cubicBezTo>
                  <a:pt x="2803" y="6168"/>
                  <a:pt x="2815" y="5202"/>
                  <a:pt x="3200" y="4415"/>
                </a:cubicBezTo>
                <a:cubicBezTo>
                  <a:pt x="3661" y="3516"/>
                  <a:pt x="4624" y="2883"/>
                  <a:pt x="5641" y="2864"/>
                </a:cubicBezTo>
                <a:cubicBezTo>
                  <a:pt x="6253" y="2835"/>
                  <a:pt x="6863" y="3037"/>
                  <a:pt x="7366" y="3379"/>
                </a:cubicBezTo>
                <a:cubicBezTo>
                  <a:pt x="7665" y="3593"/>
                  <a:pt x="7918" y="3870"/>
                  <a:pt x="8121" y="4176"/>
                </a:cubicBezTo>
                <a:cubicBezTo>
                  <a:pt x="8145" y="4218"/>
                  <a:pt x="8187" y="4265"/>
                  <a:pt x="8241" y="4237"/>
                </a:cubicBezTo>
                <a:cubicBezTo>
                  <a:pt x="9044" y="3804"/>
                  <a:pt x="9839" y="3351"/>
                  <a:pt x="10645" y="2923"/>
                </a:cubicBezTo>
                <a:cubicBezTo>
                  <a:pt x="10607" y="2731"/>
                  <a:pt x="10466" y="2587"/>
                  <a:pt x="10359" y="2432"/>
                </a:cubicBezTo>
                <a:cubicBezTo>
                  <a:pt x="9584" y="1307"/>
                  <a:pt x="8364" y="515"/>
                  <a:pt x="7042" y="196"/>
                </a:cubicBezTo>
                <a:cubicBezTo>
                  <a:pt x="6688" y="103"/>
                  <a:pt x="6322" y="75"/>
                  <a:pt x="5959" y="46"/>
                </a:cubicBezTo>
                <a:cubicBezTo>
                  <a:pt x="4807" y="0"/>
                  <a:pt x="3645" y="316"/>
                  <a:pt x="2673" y="936"/>
                </a:cubicBezTo>
                <a:cubicBezTo>
                  <a:pt x="2446" y="1093"/>
                  <a:pt x="2208" y="1239"/>
                  <a:pt x="2008" y="1432"/>
                </a:cubicBezTo>
                <a:cubicBezTo>
                  <a:pt x="1689" y="1736"/>
                  <a:pt x="1367" y="2043"/>
                  <a:pt x="1115" y="2406"/>
                </a:cubicBezTo>
                <a:cubicBezTo>
                  <a:pt x="881" y="2727"/>
                  <a:pt x="693" y="3080"/>
                  <a:pt x="522" y="3438"/>
                </a:cubicBezTo>
                <a:cubicBezTo>
                  <a:pt x="359" y="3774"/>
                  <a:pt x="279" y="4139"/>
                  <a:pt x="171" y="4493"/>
                </a:cubicBezTo>
                <a:cubicBezTo>
                  <a:pt x="96" y="4855"/>
                  <a:pt x="41" y="5224"/>
                  <a:pt x="50" y="5594"/>
                </a:cubicBezTo>
                <a:cubicBezTo>
                  <a:pt x="0" y="6992"/>
                  <a:pt x="527" y="8389"/>
                  <a:pt x="1444" y="9439"/>
                </a:cubicBezTo>
                <a:cubicBezTo>
                  <a:pt x="1727" y="9732"/>
                  <a:pt x="2007" y="10032"/>
                  <a:pt x="2342" y="10266"/>
                </a:cubicBezTo>
                <a:cubicBezTo>
                  <a:pt x="3109" y="10816"/>
                  <a:pt x="3997" y="11212"/>
                  <a:pt x="4938" y="11333"/>
                </a:cubicBezTo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48A492E-C952-48E9-B378-20B5ED0B7265}"/>
              </a:ext>
            </a:extLst>
          </p:cNvPr>
          <p:cNvGrpSpPr/>
          <p:nvPr/>
        </p:nvGrpSpPr>
        <p:grpSpPr>
          <a:xfrm rot="19013325">
            <a:off x="10010731" y="4510999"/>
            <a:ext cx="744031" cy="760338"/>
            <a:chOff x="-4856996" y="-3670989"/>
            <a:chExt cx="2825750" cy="2887663"/>
          </a:xfrm>
          <a:solidFill>
            <a:schemeClr val="bg1">
              <a:alpha val="40000"/>
            </a:schemeClr>
          </a:solidFill>
        </p:grpSpPr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36E6C864-289F-44BE-BBDD-BAC2A2A149E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-4856996" y="-3670989"/>
              <a:ext cx="2684463" cy="2887663"/>
            </a:xfrm>
            <a:custGeom>
              <a:avLst/>
              <a:gdLst>
                <a:gd name="T0" fmla="*/ 2443 w 9935"/>
                <a:gd name="T1" fmla="*/ 9783 h 10668"/>
                <a:gd name="T2" fmla="*/ 5460 w 9935"/>
                <a:gd name="T3" fmla="*/ 10659 h 10668"/>
                <a:gd name="T4" fmla="*/ 6924 w 9935"/>
                <a:gd name="T5" fmla="*/ 10410 h 10668"/>
                <a:gd name="T6" fmla="*/ 7613 w 9935"/>
                <a:gd name="T7" fmla="*/ 10125 h 10668"/>
                <a:gd name="T8" fmla="*/ 9755 w 9935"/>
                <a:gd name="T9" fmla="*/ 8300 h 10668"/>
                <a:gd name="T10" fmla="*/ 9935 w 9935"/>
                <a:gd name="T11" fmla="*/ 8000 h 10668"/>
                <a:gd name="T12" fmla="*/ 9817 w 9935"/>
                <a:gd name="T13" fmla="*/ 7903 h 10668"/>
                <a:gd name="T14" fmla="*/ 7916 w 9935"/>
                <a:gd name="T15" fmla="*/ 6806 h 10668"/>
                <a:gd name="T16" fmla="*/ 7645 w 9935"/>
                <a:gd name="T17" fmla="*/ 6664 h 10668"/>
                <a:gd name="T18" fmla="*/ 7405 w 9935"/>
                <a:gd name="T19" fmla="*/ 6979 h 10668"/>
                <a:gd name="T20" fmla="*/ 6670 w 9935"/>
                <a:gd name="T21" fmla="*/ 7609 h 10668"/>
                <a:gd name="T22" fmla="*/ 4794 w 9935"/>
                <a:gd name="T23" fmla="*/ 7885 h 10668"/>
                <a:gd name="T24" fmla="*/ 3675 w 9935"/>
                <a:gd name="T25" fmla="*/ 7347 h 10668"/>
                <a:gd name="T26" fmla="*/ 3207 w 9935"/>
                <a:gd name="T27" fmla="*/ 6872 h 10668"/>
                <a:gd name="T28" fmla="*/ 2723 w 9935"/>
                <a:gd name="T29" fmla="*/ 5315 h 10668"/>
                <a:gd name="T30" fmla="*/ 2827 w 9935"/>
                <a:gd name="T31" fmla="*/ 4588 h 10668"/>
                <a:gd name="T32" fmla="*/ 5354 w 9935"/>
                <a:gd name="T33" fmla="*/ 2682 h 10668"/>
                <a:gd name="T34" fmla="*/ 7344 w 9935"/>
                <a:gd name="T35" fmla="*/ 3571 h 10668"/>
                <a:gd name="T36" fmla="*/ 7674 w 9935"/>
                <a:gd name="T37" fmla="*/ 3990 h 10668"/>
                <a:gd name="T38" fmla="*/ 9935 w 9935"/>
                <a:gd name="T39" fmla="*/ 2672 h 10668"/>
                <a:gd name="T40" fmla="*/ 6183 w 9935"/>
                <a:gd name="T41" fmla="*/ 102 h 10668"/>
                <a:gd name="T42" fmla="*/ 3943 w 9935"/>
                <a:gd name="T43" fmla="*/ 226 h 10668"/>
                <a:gd name="T44" fmla="*/ 1023 w 9935"/>
                <a:gd name="T45" fmla="*/ 2246 h 10668"/>
                <a:gd name="T46" fmla="*/ 739 w 9935"/>
                <a:gd name="T47" fmla="*/ 2676 h 10668"/>
                <a:gd name="T48" fmla="*/ 352 w 9935"/>
                <a:gd name="T49" fmla="*/ 3455 h 10668"/>
                <a:gd name="T50" fmla="*/ 16 w 9935"/>
                <a:gd name="T51" fmla="*/ 4855 h 10668"/>
                <a:gd name="T52" fmla="*/ 8 w 9935"/>
                <a:gd name="T53" fmla="*/ 5598 h 10668"/>
                <a:gd name="T54" fmla="*/ 137 w 9935"/>
                <a:gd name="T55" fmla="*/ 6507 h 10668"/>
                <a:gd name="T56" fmla="*/ 380 w 9935"/>
                <a:gd name="T57" fmla="*/ 7284 h 10668"/>
                <a:gd name="T58" fmla="*/ 1271 w 9935"/>
                <a:gd name="T59" fmla="*/ 8763 h 10668"/>
                <a:gd name="T60" fmla="*/ 2443 w 9935"/>
                <a:gd name="T61" fmla="*/ 9783 h 10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935" h="10668">
                  <a:moveTo>
                    <a:pt x="2443" y="9783"/>
                  </a:moveTo>
                  <a:cubicBezTo>
                    <a:pt x="3325" y="10380"/>
                    <a:pt x="4399" y="10668"/>
                    <a:pt x="5460" y="10659"/>
                  </a:cubicBezTo>
                  <a:cubicBezTo>
                    <a:pt x="5954" y="10631"/>
                    <a:pt x="6453" y="10571"/>
                    <a:pt x="6924" y="10410"/>
                  </a:cubicBezTo>
                  <a:cubicBezTo>
                    <a:pt x="7150" y="10306"/>
                    <a:pt x="7395" y="10248"/>
                    <a:pt x="7613" y="10125"/>
                  </a:cubicBezTo>
                  <a:cubicBezTo>
                    <a:pt x="8476" y="9727"/>
                    <a:pt x="9221" y="9084"/>
                    <a:pt x="9755" y="8300"/>
                  </a:cubicBezTo>
                  <a:cubicBezTo>
                    <a:pt x="9818" y="8203"/>
                    <a:pt x="9907" y="8115"/>
                    <a:pt x="9935" y="8000"/>
                  </a:cubicBezTo>
                  <a:cubicBezTo>
                    <a:pt x="9913" y="7952"/>
                    <a:pt x="9859" y="7931"/>
                    <a:pt x="9817" y="7903"/>
                  </a:cubicBezTo>
                  <a:cubicBezTo>
                    <a:pt x="9180" y="7544"/>
                    <a:pt x="8551" y="7170"/>
                    <a:pt x="7916" y="6806"/>
                  </a:cubicBezTo>
                  <a:cubicBezTo>
                    <a:pt x="7827" y="6755"/>
                    <a:pt x="7742" y="6696"/>
                    <a:pt x="7645" y="6664"/>
                  </a:cubicBezTo>
                  <a:cubicBezTo>
                    <a:pt x="7540" y="6746"/>
                    <a:pt x="7497" y="6884"/>
                    <a:pt x="7405" y="6979"/>
                  </a:cubicBezTo>
                  <a:cubicBezTo>
                    <a:pt x="7187" y="7218"/>
                    <a:pt x="6939" y="7430"/>
                    <a:pt x="6670" y="7609"/>
                  </a:cubicBezTo>
                  <a:cubicBezTo>
                    <a:pt x="6101" y="7904"/>
                    <a:pt x="5426" y="8033"/>
                    <a:pt x="4794" y="7885"/>
                  </a:cubicBezTo>
                  <a:cubicBezTo>
                    <a:pt x="4389" y="7793"/>
                    <a:pt x="3977" y="7644"/>
                    <a:pt x="3675" y="7347"/>
                  </a:cubicBezTo>
                  <a:cubicBezTo>
                    <a:pt x="3516" y="7192"/>
                    <a:pt x="3343" y="7048"/>
                    <a:pt x="3207" y="6872"/>
                  </a:cubicBezTo>
                  <a:cubicBezTo>
                    <a:pt x="2910" y="6410"/>
                    <a:pt x="2703" y="5871"/>
                    <a:pt x="2723" y="5315"/>
                  </a:cubicBezTo>
                  <a:cubicBezTo>
                    <a:pt x="2714" y="5069"/>
                    <a:pt x="2751" y="4823"/>
                    <a:pt x="2827" y="4588"/>
                  </a:cubicBezTo>
                  <a:cubicBezTo>
                    <a:pt x="3087" y="3469"/>
                    <a:pt x="4212" y="2638"/>
                    <a:pt x="5354" y="2682"/>
                  </a:cubicBezTo>
                  <a:cubicBezTo>
                    <a:pt x="6106" y="2657"/>
                    <a:pt x="6848" y="3014"/>
                    <a:pt x="7344" y="3571"/>
                  </a:cubicBezTo>
                  <a:cubicBezTo>
                    <a:pt x="7466" y="3701"/>
                    <a:pt x="7550" y="3862"/>
                    <a:pt x="7674" y="3990"/>
                  </a:cubicBezTo>
                  <a:cubicBezTo>
                    <a:pt x="8418" y="3535"/>
                    <a:pt x="9187" y="3122"/>
                    <a:pt x="9935" y="2672"/>
                  </a:cubicBezTo>
                  <a:cubicBezTo>
                    <a:pt x="9161" y="1302"/>
                    <a:pt x="7728" y="353"/>
                    <a:pt x="6183" y="102"/>
                  </a:cubicBezTo>
                  <a:cubicBezTo>
                    <a:pt x="5438" y="0"/>
                    <a:pt x="4669" y="20"/>
                    <a:pt x="3943" y="226"/>
                  </a:cubicBezTo>
                  <a:cubicBezTo>
                    <a:pt x="2783" y="549"/>
                    <a:pt x="1721" y="1259"/>
                    <a:pt x="1023" y="2246"/>
                  </a:cubicBezTo>
                  <a:cubicBezTo>
                    <a:pt x="927" y="2388"/>
                    <a:pt x="843" y="2539"/>
                    <a:pt x="739" y="2676"/>
                  </a:cubicBezTo>
                  <a:cubicBezTo>
                    <a:pt x="563" y="2910"/>
                    <a:pt x="472" y="3192"/>
                    <a:pt x="352" y="3455"/>
                  </a:cubicBezTo>
                  <a:cubicBezTo>
                    <a:pt x="174" y="3903"/>
                    <a:pt x="79" y="4379"/>
                    <a:pt x="16" y="4855"/>
                  </a:cubicBezTo>
                  <a:cubicBezTo>
                    <a:pt x="0" y="5102"/>
                    <a:pt x="9" y="5350"/>
                    <a:pt x="8" y="5598"/>
                  </a:cubicBezTo>
                  <a:cubicBezTo>
                    <a:pt x="2" y="5906"/>
                    <a:pt x="85" y="6206"/>
                    <a:pt x="137" y="6507"/>
                  </a:cubicBezTo>
                  <a:cubicBezTo>
                    <a:pt x="173" y="6779"/>
                    <a:pt x="322" y="7017"/>
                    <a:pt x="380" y="7284"/>
                  </a:cubicBezTo>
                  <a:cubicBezTo>
                    <a:pt x="617" y="7809"/>
                    <a:pt x="889" y="8327"/>
                    <a:pt x="1271" y="8763"/>
                  </a:cubicBezTo>
                  <a:cubicBezTo>
                    <a:pt x="1630" y="9137"/>
                    <a:pt x="2007" y="9500"/>
                    <a:pt x="2443" y="978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F8F7DBCC-199D-4F93-8893-3603EBB312DF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-2644021" y="-2631177"/>
              <a:ext cx="612775" cy="782638"/>
            </a:xfrm>
            <a:custGeom>
              <a:avLst/>
              <a:gdLst>
                <a:gd name="T0" fmla="*/ 606 w 2269"/>
                <a:gd name="T1" fmla="*/ 2887 h 2890"/>
                <a:gd name="T2" fmla="*/ 1007 w 2269"/>
                <a:gd name="T3" fmla="*/ 2882 h 2890"/>
                <a:gd name="T4" fmla="*/ 947 w 2269"/>
                <a:gd name="T5" fmla="*/ 2207 h 2890"/>
                <a:gd name="T6" fmla="*/ 1477 w 2269"/>
                <a:gd name="T7" fmla="*/ 2216 h 2890"/>
                <a:gd name="T8" fmla="*/ 1524 w 2269"/>
                <a:gd name="T9" fmla="*/ 2883 h 2890"/>
                <a:gd name="T10" fmla="*/ 1945 w 2269"/>
                <a:gd name="T11" fmla="*/ 2885 h 2890"/>
                <a:gd name="T12" fmla="*/ 1891 w 2269"/>
                <a:gd name="T13" fmla="*/ 2194 h 2890"/>
                <a:gd name="T14" fmla="*/ 2269 w 2269"/>
                <a:gd name="T15" fmla="*/ 2185 h 2890"/>
                <a:gd name="T16" fmla="*/ 2268 w 2269"/>
                <a:gd name="T17" fmla="*/ 1816 h 2890"/>
                <a:gd name="T18" fmla="*/ 1865 w 2269"/>
                <a:gd name="T19" fmla="*/ 1818 h 2890"/>
                <a:gd name="T20" fmla="*/ 1765 w 2269"/>
                <a:gd name="T21" fmla="*/ 1190 h 2890"/>
                <a:gd name="T22" fmla="*/ 2155 w 2269"/>
                <a:gd name="T23" fmla="*/ 1182 h 2890"/>
                <a:gd name="T24" fmla="*/ 2156 w 2269"/>
                <a:gd name="T25" fmla="*/ 796 h 2890"/>
                <a:gd name="T26" fmla="*/ 1761 w 2269"/>
                <a:gd name="T27" fmla="*/ 796 h 2890"/>
                <a:gd name="T28" fmla="*/ 1655 w 2269"/>
                <a:gd name="T29" fmla="*/ 30 h 2890"/>
                <a:gd name="T30" fmla="*/ 1236 w 2269"/>
                <a:gd name="T31" fmla="*/ 31 h 2890"/>
                <a:gd name="T32" fmla="*/ 1312 w 2269"/>
                <a:gd name="T33" fmla="*/ 794 h 2890"/>
                <a:gd name="T34" fmla="*/ 808 w 2269"/>
                <a:gd name="T35" fmla="*/ 795 h 2890"/>
                <a:gd name="T36" fmla="*/ 720 w 2269"/>
                <a:gd name="T37" fmla="*/ 49 h 2890"/>
                <a:gd name="T38" fmla="*/ 317 w 2269"/>
                <a:gd name="T39" fmla="*/ 30 h 2890"/>
                <a:gd name="T40" fmla="*/ 361 w 2269"/>
                <a:gd name="T41" fmla="*/ 794 h 2890"/>
                <a:gd name="T42" fmla="*/ 3 w 2269"/>
                <a:gd name="T43" fmla="*/ 795 h 2890"/>
                <a:gd name="T44" fmla="*/ 4 w 2269"/>
                <a:gd name="T45" fmla="*/ 1182 h 2890"/>
                <a:gd name="T46" fmla="*/ 423 w 2269"/>
                <a:gd name="T47" fmla="*/ 1187 h 2890"/>
                <a:gd name="T48" fmla="*/ 471 w 2269"/>
                <a:gd name="T49" fmla="*/ 1793 h 2890"/>
                <a:gd name="T50" fmla="*/ 110 w 2269"/>
                <a:gd name="T51" fmla="*/ 1815 h 2890"/>
                <a:gd name="T52" fmla="*/ 109 w 2269"/>
                <a:gd name="T53" fmla="*/ 2196 h 2890"/>
                <a:gd name="T54" fmla="*/ 523 w 2269"/>
                <a:gd name="T55" fmla="*/ 2212 h 2890"/>
                <a:gd name="T56" fmla="*/ 606 w 2269"/>
                <a:gd name="T57" fmla="*/ 2887 h 2890"/>
                <a:gd name="T58" fmla="*/ 913 w 2269"/>
                <a:gd name="T59" fmla="*/ 1817 h 2890"/>
                <a:gd name="T60" fmla="*/ 843 w 2269"/>
                <a:gd name="T61" fmla="*/ 1187 h 2890"/>
                <a:gd name="T62" fmla="*/ 1354 w 2269"/>
                <a:gd name="T63" fmla="*/ 1186 h 2890"/>
                <a:gd name="T64" fmla="*/ 1414 w 2269"/>
                <a:gd name="T65" fmla="*/ 1812 h 2890"/>
                <a:gd name="T66" fmla="*/ 913 w 2269"/>
                <a:gd name="T67" fmla="*/ 1817 h 2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69" h="2890">
                  <a:moveTo>
                    <a:pt x="606" y="2887"/>
                  </a:moveTo>
                  <a:cubicBezTo>
                    <a:pt x="740" y="2889"/>
                    <a:pt x="874" y="2890"/>
                    <a:pt x="1007" y="2882"/>
                  </a:cubicBezTo>
                  <a:cubicBezTo>
                    <a:pt x="1010" y="2655"/>
                    <a:pt x="952" y="2433"/>
                    <a:pt x="947" y="2207"/>
                  </a:cubicBezTo>
                  <a:cubicBezTo>
                    <a:pt x="1124" y="2208"/>
                    <a:pt x="1301" y="2201"/>
                    <a:pt x="1477" y="2216"/>
                  </a:cubicBezTo>
                  <a:cubicBezTo>
                    <a:pt x="1477" y="2439"/>
                    <a:pt x="1513" y="2660"/>
                    <a:pt x="1524" y="2883"/>
                  </a:cubicBezTo>
                  <a:cubicBezTo>
                    <a:pt x="1664" y="2890"/>
                    <a:pt x="1805" y="2890"/>
                    <a:pt x="1945" y="2885"/>
                  </a:cubicBezTo>
                  <a:cubicBezTo>
                    <a:pt x="1937" y="2654"/>
                    <a:pt x="1859" y="2425"/>
                    <a:pt x="1891" y="2194"/>
                  </a:cubicBezTo>
                  <a:cubicBezTo>
                    <a:pt x="2016" y="2177"/>
                    <a:pt x="2143" y="2190"/>
                    <a:pt x="2269" y="2185"/>
                  </a:cubicBezTo>
                  <a:cubicBezTo>
                    <a:pt x="2269" y="2062"/>
                    <a:pt x="2269" y="1939"/>
                    <a:pt x="2268" y="1816"/>
                  </a:cubicBezTo>
                  <a:cubicBezTo>
                    <a:pt x="2134" y="1812"/>
                    <a:pt x="1999" y="1812"/>
                    <a:pt x="1865" y="1818"/>
                  </a:cubicBezTo>
                  <a:cubicBezTo>
                    <a:pt x="1806" y="1613"/>
                    <a:pt x="1807" y="1398"/>
                    <a:pt x="1765" y="1190"/>
                  </a:cubicBezTo>
                  <a:cubicBezTo>
                    <a:pt x="1895" y="1187"/>
                    <a:pt x="2025" y="1181"/>
                    <a:pt x="2155" y="1182"/>
                  </a:cubicBezTo>
                  <a:cubicBezTo>
                    <a:pt x="2158" y="1053"/>
                    <a:pt x="2157" y="925"/>
                    <a:pt x="2156" y="796"/>
                  </a:cubicBezTo>
                  <a:cubicBezTo>
                    <a:pt x="2024" y="790"/>
                    <a:pt x="1893" y="790"/>
                    <a:pt x="1761" y="796"/>
                  </a:cubicBezTo>
                  <a:cubicBezTo>
                    <a:pt x="1685" y="547"/>
                    <a:pt x="1703" y="283"/>
                    <a:pt x="1655" y="30"/>
                  </a:cubicBezTo>
                  <a:cubicBezTo>
                    <a:pt x="1515" y="26"/>
                    <a:pt x="1375" y="26"/>
                    <a:pt x="1236" y="31"/>
                  </a:cubicBezTo>
                  <a:cubicBezTo>
                    <a:pt x="1271" y="284"/>
                    <a:pt x="1315" y="538"/>
                    <a:pt x="1312" y="794"/>
                  </a:cubicBezTo>
                  <a:cubicBezTo>
                    <a:pt x="1144" y="790"/>
                    <a:pt x="976" y="789"/>
                    <a:pt x="808" y="795"/>
                  </a:cubicBezTo>
                  <a:cubicBezTo>
                    <a:pt x="753" y="550"/>
                    <a:pt x="771" y="293"/>
                    <a:pt x="720" y="49"/>
                  </a:cubicBezTo>
                  <a:cubicBezTo>
                    <a:pt x="595" y="0"/>
                    <a:pt x="449" y="37"/>
                    <a:pt x="317" y="30"/>
                  </a:cubicBezTo>
                  <a:cubicBezTo>
                    <a:pt x="337" y="284"/>
                    <a:pt x="369" y="538"/>
                    <a:pt x="361" y="794"/>
                  </a:cubicBezTo>
                  <a:cubicBezTo>
                    <a:pt x="241" y="792"/>
                    <a:pt x="122" y="789"/>
                    <a:pt x="3" y="795"/>
                  </a:cubicBezTo>
                  <a:cubicBezTo>
                    <a:pt x="1" y="924"/>
                    <a:pt x="0" y="1053"/>
                    <a:pt x="4" y="1182"/>
                  </a:cubicBezTo>
                  <a:cubicBezTo>
                    <a:pt x="143" y="1185"/>
                    <a:pt x="283" y="1184"/>
                    <a:pt x="423" y="1187"/>
                  </a:cubicBezTo>
                  <a:cubicBezTo>
                    <a:pt x="454" y="1388"/>
                    <a:pt x="469" y="1590"/>
                    <a:pt x="471" y="1793"/>
                  </a:cubicBezTo>
                  <a:cubicBezTo>
                    <a:pt x="350" y="1794"/>
                    <a:pt x="229" y="1796"/>
                    <a:pt x="110" y="1815"/>
                  </a:cubicBezTo>
                  <a:cubicBezTo>
                    <a:pt x="112" y="1942"/>
                    <a:pt x="112" y="2069"/>
                    <a:pt x="109" y="2196"/>
                  </a:cubicBezTo>
                  <a:cubicBezTo>
                    <a:pt x="246" y="2210"/>
                    <a:pt x="385" y="2207"/>
                    <a:pt x="523" y="2212"/>
                  </a:cubicBezTo>
                  <a:cubicBezTo>
                    <a:pt x="553" y="2437"/>
                    <a:pt x="563" y="2664"/>
                    <a:pt x="606" y="2887"/>
                  </a:cubicBezTo>
                  <a:moveTo>
                    <a:pt x="913" y="1817"/>
                  </a:moveTo>
                  <a:cubicBezTo>
                    <a:pt x="875" y="1609"/>
                    <a:pt x="875" y="1396"/>
                    <a:pt x="843" y="1187"/>
                  </a:cubicBezTo>
                  <a:cubicBezTo>
                    <a:pt x="1013" y="1183"/>
                    <a:pt x="1184" y="1183"/>
                    <a:pt x="1354" y="1186"/>
                  </a:cubicBezTo>
                  <a:cubicBezTo>
                    <a:pt x="1384" y="1393"/>
                    <a:pt x="1403" y="1603"/>
                    <a:pt x="1414" y="1812"/>
                  </a:cubicBezTo>
                  <a:cubicBezTo>
                    <a:pt x="1247" y="1814"/>
                    <a:pt x="1080" y="1811"/>
                    <a:pt x="913" y="18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D90340E4-BB7D-406F-B54A-E4C4B10972BB}"/>
              </a:ext>
            </a:extLst>
          </p:cNvPr>
          <p:cNvSpPr>
            <a:spLocks/>
          </p:cNvSpPr>
          <p:nvPr/>
        </p:nvSpPr>
        <p:spPr bwMode="auto">
          <a:xfrm rot="1801418" flipV="1">
            <a:off x="1018866" y="5017346"/>
            <a:ext cx="831105" cy="727944"/>
          </a:xfrm>
          <a:custGeom>
            <a:avLst/>
            <a:gdLst>
              <a:gd name="connsiteX0" fmla="*/ 2401648 w 3499977"/>
              <a:gd name="connsiteY0" fmla="*/ 1861829 h 3065543"/>
              <a:gd name="connsiteX1" fmla="*/ 2504093 w 3499977"/>
              <a:gd name="connsiteY1" fmla="*/ 1860168 h 3065543"/>
              <a:gd name="connsiteX2" fmla="*/ 2510032 w 3499977"/>
              <a:gd name="connsiteY2" fmla="*/ 1854205 h 3065543"/>
              <a:gd name="connsiteX3" fmla="*/ 2517321 w 3499977"/>
              <a:gd name="connsiteY3" fmla="*/ 1641429 h 3065543"/>
              <a:gd name="connsiteX4" fmla="*/ 2728689 w 3499977"/>
              <a:gd name="connsiteY4" fmla="*/ 1641158 h 3065543"/>
              <a:gd name="connsiteX5" fmla="*/ 2728959 w 3499977"/>
              <a:gd name="connsiteY5" fmla="*/ 1428924 h 3065543"/>
              <a:gd name="connsiteX6" fmla="*/ 2511922 w 3499977"/>
              <a:gd name="connsiteY6" fmla="*/ 1428111 h 3065543"/>
              <a:gd name="connsiteX7" fmla="*/ 2510032 w 3499977"/>
              <a:gd name="connsiteY7" fmla="*/ 1214792 h 3065543"/>
              <a:gd name="connsiteX8" fmla="*/ 2466840 w 3499977"/>
              <a:gd name="connsiteY8" fmla="*/ 1202053 h 3065543"/>
              <a:gd name="connsiteX9" fmla="*/ 2297853 w 3499977"/>
              <a:gd name="connsiteY9" fmla="*/ 1205034 h 3065543"/>
              <a:gd name="connsiteX10" fmla="*/ 2292454 w 3499977"/>
              <a:gd name="connsiteY10" fmla="*/ 1422419 h 3065543"/>
              <a:gd name="connsiteX11" fmla="*/ 2081355 w 3499977"/>
              <a:gd name="connsiteY11" fmla="*/ 1422690 h 3065543"/>
              <a:gd name="connsiteX12" fmla="*/ 2080276 w 3499977"/>
              <a:gd name="connsiteY12" fmla="*/ 1641429 h 3065543"/>
              <a:gd name="connsiteX13" fmla="*/ 2298663 w 3499977"/>
              <a:gd name="connsiteY13" fmla="*/ 1642513 h 3065543"/>
              <a:gd name="connsiteX14" fmla="*/ 2299203 w 3499977"/>
              <a:gd name="connsiteY14" fmla="*/ 1861253 h 3065543"/>
              <a:gd name="connsiteX15" fmla="*/ 2401648 w 3499977"/>
              <a:gd name="connsiteY15" fmla="*/ 1861829 h 3065543"/>
              <a:gd name="connsiteX16" fmla="*/ 3274944 w 3499977"/>
              <a:gd name="connsiteY16" fmla="*/ 1862104 h 3065543"/>
              <a:gd name="connsiteX17" fmla="*/ 3279542 w 3499977"/>
              <a:gd name="connsiteY17" fmla="*/ 1646303 h 3065543"/>
              <a:gd name="connsiteX18" fmla="*/ 3499977 w 3499977"/>
              <a:gd name="connsiteY18" fmla="*/ 1641700 h 3065543"/>
              <a:gd name="connsiteX19" fmla="*/ 3499166 w 3499977"/>
              <a:gd name="connsiteY19" fmla="*/ 1423191 h 3065543"/>
              <a:gd name="connsiteX20" fmla="*/ 3280894 w 3499977"/>
              <a:gd name="connsiteY20" fmla="*/ 1422108 h 3065543"/>
              <a:gd name="connsiteX21" fmla="*/ 3280353 w 3499977"/>
              <a:gd name="connsiteY21" fmla="*/ 1203329 h 3065543"/>
              <a:gd name="connsiteX22" fmla="*/ 3055320 w 3499977"/>
              <a:gd name="connsiteY22" fmla="*/ 1204141 h 3065543"/>
              <a:gd name="connsiteX23" fmla="*/ 3054238 w 3499977"/>
              <a:gd name="connsiteY23" fmla="*/ 1422379 h 3065543"/>
              <a:gd name="connsiteX24" fmla="*/ 2841376 w 3499977"/>
              <a:gd name="connsiteY24" fmla="*/ 1422379 h 3065543"/>
              <a:gd name="connsiteX25" fmla="*/ 2837319 w 3499977"/>
              <a:gd name="connsiteY25" fmla="*/ 1637909 h 3065543"/>
              <a:gd name="connsiteX26" fmla="*/ 3047476 w 3499977"/>
              <a:gd name="connsiteY26" fmla="*/ 1643595 h 3065543"/>
              <a:gd name="connsiteX27" fmla="*/ 3061541 w 3499977"/>
              <a:gd name="connsiteY27" fmla="*/ 1693687 h 3065543"/>
              <a:gd name="connsiteX28" fmla="*/ 3061541 w 3499977"/>
              <a:gd name="connsiteY28" fmla="*/ 1861563 h 3065543"/>
              <a:gd name="connsiteX29" fmla="*/ 3274944 w 3499977"/>
              <a:gd name="connsiteY29" fmla="*/ 1862104 h 3065543"/>
              <a:gd name="connsiteX30" fmla="*/ 1469867 w 3499977"/>
              <a:gd name="connsiteY30" fmla="*/ 3064588 h 3065543"/>
              <a:gd name="connsiteX31" fmla="*/ 1855948 w 3499977"/>
              <a:gd name="connsiteY31" fmla="*/ 3032278 h 3065543"/>
              <a:gd name="connsiteX32" fmla="*/ 2034628 w 3499977"/>
              <a:gd name="connsiteY32" fmla="*/ 2981664 h 3065543"/>
              <a:gd name="connsiteX33" fmla="*/ 2765027 w 3499977"/>
              <a:gd name="connsiteY33" fmla="*/ 2441150 h 3065543"/>
              <a:gd name="connsiteX34" fmla="*/ 2842338 w 3499977"/>
              <a:gd name="connsiteY34" fmla="*/ 2313397 h 3065543"/>
              <a:gd name="connsiteX35" fmla="*/ 2534717 w 3499977"/>
              <a:gd name="connsiteY35" fmla="*/ 2133406 h 3065543"/>
              <a:gd name="connsiteX36" fmla="*/ 2202766 w 3499977"/>
              <a:gd name="connsiteY36" fmla="*/ 1946919 h 3065543"/>
              <a:gd name="connsiteX37" fmla="*/ 2168166 w 3499977"/>
              <a:gd name="connsiteY37" fmla="*/ 1957205 h 3065543"/>
              <a:gd name="connsiteX38" fmla="*/ 1608067 w 3499977"/>
              <a:gd name="connsiteY38" fmla="*/ 2297969 h 3065543"/>
              <a:gd name="connsiteX39" fmla="*/ 1312339 w 3499977"/>
              <a:gd name="connsiteY39" fmla="*/ 2269550 h 3065543"/>
              <a:gd name="connsiteX40" fmla="*/ 1158528 w 3499977"/>
              <a:gd name="connsiteY40" fmla="*/ 2202967 h 3065543"/>
              <a:gd name="connsiteX41" fmla="*/ 818468 w 3499977"/>
              <a:gd name="connsiteY41" fmla="*/ 1813483 h 3065543"/>
              <a:gd name="connsiteX42" fmla="*/ 1013368 w 3499977"/>
              <a:gd name="connsiteY42" fmla="*/ 964142 h 3065543"/>
              <a:gd name="connsiteX43" fmla="*/ 1260168 w 3499977"/>
              <a:gd name="connsiteY43" fmla="*/ 815548 h 3065543"/>
              <a:gd name="connsiteX44" fmla="*/ 1808102 w 3499977"/>
              <a:gd name="connsiteY44" fmla="*/ 817172 h 3065543"/>
              <a:gd name="connsiteX45" fmla="*/ 2193305 w 3499977"/>
              <a:gd name="connsiteY45" fmla="*/ 1144945 h 3065543"/>
              <a:gd name="connsiteX46" fmla="*/ 2386042 w 3499977"/>
              <a:gd name="connsiteY46" fmla="*/ 1037491 h 3065543"/>
              <a:gd name="connsiteX47" fmla="*/ 2828552 w 3499977"/>
              <a:gd name="connsiteY47" fmla="*/ 794165 h 3065543"/>
              <a:gd name="connsiteX48" fmla="*/ 2850718 w 3499977"/>
              <a:gd name="connsiteY48" fmla="*/ 762227 h 3065543"/>
              <a:gd name="connsiteX49" fmla="*/ 2703125 w 3499977"/>
              <a:gd name="connsiteY49" fmla="*/ 549486 h 3065543"/>
              <a:gd name="connsiteX50" fmla="*/ 2353874 w 3499977"/>
              <a:gd name="connsiteY50" fmla="*/ 241201 h 3065543"/>
              <a:gd name="connsiteX51" fmla="*/ 2020842 w 3499977"/>
              <a:gd name="connsiteY51" fmla="*/ 79886 h 3065543"/>
              <a:gd name="connsiteX52" fmla="*/ 1618339 w 3499977"/>
              <a:gd name="connsiteY52" fmla="*/ 5453 h 3065543"/>
              <a:gd name="connsiteX53" fmla="*/ 1426954 w 3499977"/>
              <a:gd name="connsiteY53" fmla="*/ 6265 h 3065543"/>
              <a:gd name="connsiteX54" fmla="*/ 1036885 w 3499977"/>
              <a:gd name="connsiteY54" fmla="*/ 80968 h 3065543"/>
              <a:gd name="connsiteX55" fmla="*/ 590861 w 3499977"/>
              <a:gd name="connsiteY55" fmla="*/ 322129 h 3065543"/>
              <a:gd name="connsiteX56" fmla="*/ 287564 w 3499977"/>
              <a:gd name="connsiteY56" fmla="*/ 636639 h 3065543"/>
              <a:gd name="connsiteX57" fmla="*/ 80501 w 3499977"/>
              <a:gd name="connsiteY57" fmla="*/ 1035597 h 3065543"/>
              <a:gd name="connsiteX58" fmla="*/ 18328 w 3499977"/>
              <a:gd name="connsiteY58" fmla="*/ 1302200 h 3065543"/>
              <a:gd name="connsiteX59" fmla="*/ 7785 w 3499977"/>
              <a:gd name="connsiteY59" fmla="*/ 1673820 h 3065543"/>
              <a:gd name="connsiteX60" fmla="*/ 56442 w 3499977"/>
              <a:gd name="connsiteY60" fmla="*/ 1946107 h 3065543"/>
              <a:gd name="connsiteX61" fmla="*/ 368660 w 3499977"/>
              <a:gd name="connsiteY61" fmla="*/ 2533717 h 3065543"/>
              <a:gd name="connsiteX62" fmla="*/ 611135 w 3499977"/>
              <a:gd name="connsiteY62" fmla="*/ 2759450 h 3065543"/>
              <a:gd name="connsiteX63" fmla="*/ 1088246 w 3499977"/>
              <a:gd name="connsiteY63" fmla="*/ 3000881 h 3065543"/>
              <a:gd name="connsiteX64" fmla="*/ 1469867 w 3499977"/>
              <a:gd name="connsiteY64" fmla="*/ 3064588 h 306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3499977" h="3065543">
                <a:moveTo>
                  <a:pt x="2401648" y="1861829"/>
                </a:moveTo>
                <a:cubicBezTo>
                  <a:pt x="2435796" y="1862066"/>
                  <a:pt x="2469945" y="1861930"/>
                  <a:pt x="2504093" y="1860168"/>
                </a:cubicBezTo>
                <a:lnTo>
                  <a:pt x="2510032" y="1854205"/>
                </a:lnTo>
                <a:cubicBezTo>
                  <a:pt x="2515701" y="1783461"/>
                  <a:pt x="2503553" y="1711632"/>
                  <a:pt x="2517321" y="1641429"/>
                </a:cubicBezTo>
                <a:cubicBezTo>
                  <a:pt x="2587777" y="1642242"/>
                  <a:pt x="2658233" y="1642242"/>
                  <a:pt x="2728689" y="1641158"/>
                </a:cubicBezTo>
                <a:cubicBezTo>
                  <a:pt x="2730039" y="1570413"/>
                  <a:pt x="2729769" y="1499669"/>
                  <a:pt x="2728959" y="1428924"/>
                </a:cubicBezTo>
                <a:cubicBezTo>
                  <a:pt x="2656613" y="1427026"/>
                  <a:pt x="2584268" y="1428382"/>
                  <a:pt x="2511922" y="1428111"/>
                </a:cubicBezTo>
                <a:cubicBezTo>
                  <a:pt x="2508952" y="1357095"/>
                  <a:pt x="2513271" y="1285808"/>
                  <a:pt x="2510032" y="1214792"/>
                </a:cubicBezTo>
                <a:cubicBezTo>
                  <a:pt x="2502203" y="1198529"/>
                  <a:pt x="2481148" y="1203950"/>
                  <a:pt x="2466840" y="1202053"/>
                </a:cubicBezTo>
                <a:cubicBezTo>
                  <a:pt x="2410691" y="1202866"/>
                  <a:pt x="2354002" y="1200155"/>
                  <a:pt x="2297853" y="1205034"/>
                </a:cubicBezTo>
                <a:cubicBezTo>
                  <a:pt x="2287325" y="1277134"/>
                  <a:pt x="2294614" y="1350047"/>
                  <a:pt x="2292454" y="1422419"/>
                </a:cubicBezTo>
                <a:cubicBezTo>
                  <a:pt x="2221998" y="1422148"/>
                  <a:pt x="2151542" y="1422148"/>
                  <a:pt x="2081355" y="1422690"/>
                </a:cubicBezTo>
                <a:cubicBezTo>
                  <a:pt x="2077576" y="1495332"/>
                  <a:pt x="2079196" y="1568516"/>
                  <a:pt x="2080276" y="1641429"/>
                </a:cubicBezTo>
                <a:cubicBezTo>
                  <a:pt x="2153161" y="1642513"/>
                  <a:pt x="2225777" y="1641429"/>
                  <a:pt x="2298663" y="1642513"/>
                </a:cubicBezTo>
                <a:cubicBezTo>
                  <a:pt x="2297583" y="1715426"/>
                  <a:pt x="2297313" y="1788340"/>
                  <a:pt x="2299203" y="1861253"/>
                </a:cubicBezTo>
                <a:cubicBezTo>
                  <a:pt x="2333351" y="1860982"/>
                  <a:pt x="2367500" y="1861591"/>
                  <a:pt x="2401648" y="1861829"/>
                </a:cubicBezTo>
                <a:close/>
                <a:moveTo>
                  <a:pt x="3274944" y="1862104"/>
                </a:moveTo>
                <a:cubicBezTo>
                  <a:pt x="3284410" y="1790622"/>
                  <a:pt x="3278190" y="1718056"/>
                  <a:pt x="3279542" y="1646303"/>
                </a:cubicBezTo>
                <a:cubicBezTo>
                  <a:pt x="3352570" y="1637368"/>
                  <a:pt x="3426679" y="1644949"/>
                  <a:pt x="3499977" y="1641700"/>
                </a:cubicBezTo>
                <a:cubicBezTo>
                  <a:pt x="3498625" y="1568864"/>
                  <a:pt x="3499707" y="1496028"/>
                  <a:pt x="3499166" y="1423191"/>
                </a:cubicBezTo>
                <a:cubicBezTo>
                  <a:pt x="3426409" y="1421837"/>
                  <a:pt x="3353651" y="1423462"/>
                  <a:pt x="3280894" y="1422108"/>
                </a:cubicBezTo>
                <a:cubicBezTo>
                  <a:pt x="3279271" y="1349272"/>
                  <a:pt x="3279271" y="1276165"/>
                  <a:pt x="3280353" y="1203329"/>
                </a:cubicBezTo>
                <a:cubicBezTo>
                  <a:pt x="3205432" y="1203599"/>
                  <a:pt x="3130241" y="1201704"/>
                  <a:pt x="3055320" y="1204141"/>
                </a:cubicBezTo>
                <a:cubicBezTo>
                  <a:pt x="3054779" y="1276977"/>
                  <a:pt x="3056402" y="1349813"/>
                  <a:pt x="3054238" y="1422379"/>
                </a:cubicBezTo>
                <a:cubicBezTo>
                  <a:pt x="2983374" y="1422921"/>
                  <a:pt x="2912240" y="1422921"/>
                  <a:pt x="2841376" y="1422379"/>
                </a:cubicBezTo>
                <a:cubicBezTo>
                  <a:pt x="2831639" y="1493591"/>
                  <a:pt x="2836508" y="1566156"/>
                  <a:pt x="2837319" y="1637909"/>
                </a:cubicBezTo>
                <a:cubicBezTo>
                  <a:pt x="2906560" y="1649552"/>
                  <a:pt x="2977694" y="1636826"/>
                  <a:pt x="3047476" y="1643595"/>
                </a:cubicBezTo>
                <a:cubicBezTo>
                  <a:pt x="3065598" y="1654155"/>
                  <a:pt x="3059918" y="1676358"/>
                  <a:pt x="3061541" y="1693687"/>
                </a:cubicBezTo>
                <a:cubicBezTo>
                  <a:pt x="3061000" y="1749736"/>
                  <a:pt x="3060729" y="1805514"/>
                  <a:pt x="3061541" y="1861563"/>
                </a:cubicBezTo>
                <a:cubicBezTo>
                  <a:pt x="3132675" y="1861833"/>
                  <a:pt x="3203810" y="1861292"/>
                  <a:pt x="3274944" y="1862104"/>
                </a:cubicBezTo>
                <a:close/>
                <a:moveTo>
                  <a:pt x="1469867" y="3064588"/>
                </a:moveTo>
                <a:cubicBezTo>
                  <a:pt x="1599214" y="3069088"/>
                  <a:pt x="1729304" y="3057585"/>
                  <a:pt x="1855948" y="3032278"/>
                </a:cubicBezTo>
                <a:cubicBezTo>
                  <a:pt x="1915688" y="3016580"/>
                  <a:pt x="1975429" y="3000069"/>
                  <a:pt x="2034628" y="2981664"/>
                </a:cubicBezTo>
                <a:cubicBezTo>
                  <a:pt x="2325491" y="2881519"/>
                  <a:pt x="2582292" y="2688536"/>
                  <a:pt x="2765027" y="2441150"/>
                </a:cubicBezTo>
                <a:cubicBezTo>
                  <a:pt x="2793411" y="2400280"/>
                  <a:pt x="2822335" y="2359139"/>
                  <a:pt x="2842338" y="2313397"/>
                </a:cubicBezTo>
                <a:cubicBezTo>
                  <a:pt x="2741510" y="2250333"/>
                  <a:pt x="2635275" y="2196471"/>
                  <a:pt x="2534717" y="2133406"/>
                </a:cubicBezTo>
                <a:cubicBezTo>
                  <a:pt x="2422264" y="2074402"/>
                  <a:pt x="2315759" y="2004841"/>
                  <a:pt x="2202766" y="1946919"/>
                </a:cubicBezTo>
                <a:cubicBezTo>
                  <a:pt x="2190602" y="1939070"/>
                  <a:pt x="2174383" y="1944483"/>
                  <a:pt x="2168166" y="1957205"/>
                </a:cubicBezTo>
                <a:cubicBezTo>
                  <a:pt x="2040846" y="2142609"/>
                  <a:pt x="1833782" y="2277128"/>
                  <a:pt x="1608067" y="2297969"/>
                </a:cubicBezTo>
                <a:cubicBezTo>
                  <a:pt x="1509130" y="2302029"/>
                  <a:pt x="1406950" y="2303653"/>
                  <a:pt x="1312339" y="2269550"/>
                </a:cubicBezTo>
                <a:cubicBezTo>
                  <a:pt x="1260438" y="2249250"/>
                  <a:pt x="1206915" y="2231116"/>
                  <a:pt x="1158528" y="2202967"/>
                </a:cubicBezTo>
                <a:cubicBezTo>
                  <a:pt x="1002555" y="2120414"/>
                  <a:pt x="880642" y="1978316"/>
                  <a:pt x="818468" y="1813483"/>
                </a:cubicBezTo>
                <a:cubicBezTo>
                  <a:pt x="698177" y="1526580"/>
                  <a:pt x="782516" y="1170928"/>
                  <a:pt x="1013368" y="964142"/>
                </a:cubicBezTo>
                <a:cubicBezTo>
                  <a:pt x="1086624" y="901618"/>
                  <a:pt x="1169071" y="848298"/>
                  <a:pt x="1260168" y="815548"/>
                </a:cubicBezTo>
                <a:cubicBezTo>
                  <a:pt x="1433171" y="742198"/>
                  <a:pt x="1634828" y="746799"/>
                  <a:pt x="1808102" y="817172"/>
                </a:cubicBezTo>
                <a:cubicBezTo>
                  <a:pt x="1969482" y="878071"/>
                  <a:pt x="2102478" y="999869"/>
                  <a:pt x="2193305" y="1144945"/>
                </a:cubicBezTo>
                <a:cubicBezTo>
                  <a:pt x="2254397" y="1104074"/>
                  <a:pt x="2320895" y="1071866"/>
                  <a:pt x="2386042" y="1037491"/>
                </a:cubicBezTo>
                <a:cubicBezTo>
                  <a:pt x="2533095" y="955751"/>
                  <a:pt x="2680688" y="874823"/>
                  <a:pt x="2828552" y="794165"/>
                </a:cubicBezTo>
                <a:cubicBezTo>
                  <a:pt x="2839365" y="786857"/>
                  <a:pt x="2861801" y="779279"/>
                  <a:pt x="2850718" y="762227"/>
                </a:cubicBezTo>
                <a:cubicBezTo>
                  <a:pt x="2811792" y="684817"/>
                  <a:pt x="2756107" y="617422"/>
                  <a:pt x="2703125" y="549486"/>
                </a:cubicBezTo>
                <a:cubicBezTo>
                  <a:pt x="2600674" y="432289"/>
                  <a:pt x="2484708" y="326189"/>
                  <a:pt x="2353874" y="241201"/>
                </a:cubicBezTo>
                <a:cubicBezTo>
                  <a:pt x="2248180" y="177595"/>
                  <a:pt x="2137890" y="120214"/>
                  <a:pt x="2020842" y="79886"/>
                </a:cubicBezTo>
                <a:cubicBezTo>
                  <a:pt x="1890279" y="39557"/>
                  <a:pt x="1755390" y="10054"/>
                  <a:pt x="1618339" y="5453"/>
                </a:cubicBezTo>
                <a:cubicBezTo>
                  <a:pt x="1554814" y="-3208"/>
                  <a:pt x="1490749" y="-501"/>
                  <a:pt x="1426954" y="6265"/>
                </a:cubicBezTo>
                <a:cubicBezTo>
                  <a:pt x="1293687" y="10325"/>
                  <a:pt x="1163935" y="43617"/>
                  <a:pt x="1036885" y="80968"/>
                </a:cubicBezTo>
                <a:cubicBezTo>
                  <a:pt x="877668" y="138890"/>
                  <a:pt x="723317" y="215217"/>
                  <a:pt x="590861" y="322129"/>
                </a:cubicBezTo>
                <a:cubicBezTo>
                  <a:pt x="474354" y="410636"/>
                  <a:pt x="376228" y="520796"/>
                  <a:pt x="287564" y="636639"/>
                </a:cubicBezTo>
                <a:cubicBezTo>
                  <a:pt x="199711" y="758438"/>
                  <a:pt x="131861" y="894581"/>
                  <a:pt x="80501" y="1035597"/>
                </a:cubicBezTo>
                <a:cubicBezTo>
                  <a:pt x="57524" y="1123833"/>
                  <a:pt x="24004" y="1210445"/>
                  <a:pt x="18328" y="1302200"/>
                </a:cubicBezTo>
                <a:cubicBezTo>
                  <a:pt x="487" y="1425081"/>
                  <a:pt x="-6812" y="1550127"/>
                  <a:pt x="7785" y="1673820"/>
                </a:cubicBezTo>
                <a:cubicBezTo>
                  <a:pt x="13462" y="1765846"/>
                  <a:pt x="27789" y="1858142"/>
                  <a:pt x="56442" y="1946107"/>
                </a:cubicBezTo>
                <a:cubicBezTo>
                  <a:pt x="113480" y="2162638"/>
                  <a:pt x="224040" y="2363470"/>
                  <a:pt x="368660" y="2533717"/>
                </a:cubicBezTo>
                <a:cubicBezTo>
                  <a:pt x="445700" y="2613021"/>
                  <a:pt x="520038" y="2696115"/>
                  <a:pt x="611135" y="2759450"/>
                </a:cubicBezTo>
                <a:cubicBezTo>
                  <a:pt x="753863" y="2868256"/>
                  <a:pt x="915242" y="2952703"/>
                  <a:pt x="1088246" y="3000881"/>
                </a:cubicBezTo>
                <a:cubicBezTo>
                  <a:pt x="1211916" y="3039586"/>
                  <a:pt x="1340520" y="3060089"/>
                  <a:pt x="1469867" y="3064588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8B334DA-FFF7-4E1E-BE87-7013FA140977}"/>
              </a:ext>
            </a:extLst>
          </p:cNvPr>
          <p:cNvGrpSpPr/>
          <p:nvPr/>
        </p:nvGrpSpPr>
        <p:grpSpPr>
          <a:xfrm>
            <a:off x="5191669" y="1802853"/>
            <a:ext cx="1707210" cy="533344"/>
            <a:chOff x="5191669" y="1575146"/>
            <a:chExt cx="1707210" cy="533344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7AD0B638-E700-4A3D-AF57-5034D3032DB6}"/>
                </a:ext>
              </a:extLst>
            </p:cNvPr>
            <p:cNvSpPr/>
            <p:nvPr/>
          </p:nvSpPr>
          <p:spPr>
            <a:xfrm>
              <a:off x="5191669" y="1575146"/>
              <a:ext cx="1707210" cy="533344"/>
            </a:xfrm>
            <a:prstGeom prst="roundRect">
              <a:avLst>
                <a:gd name="adj" fmla="val 50000"/>
              </a:avLst>
            </a:prstGeom>
            <a:solidFill>
              <a:srgbClr val="232A4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6A6603B-9FD9-488B-A78C-225D16CA4956}"/>
                </a:ext>
              </a:extLst>
            </p:cNvPr>
            <p:cNvSpPr txBox="1"/>
            <p:nvPr/>
          </p:nvSpPr>
          <p:spPr>
            <a:xfrm>
              <a:off x="5419943" y="1610986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Ubuntu" panose="020B050403060203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coder</a:t>
              </a:r>
              <a:r>
                <a:rPr lang="en-US" sz="2400" b="1" spc="-300" dirty="0">
                  <a:solidFill>
                    <a:schemeClr val="bg1"/>
                  </a:solidFill>
                  <a:latin typeface="Ubuntu" panose="020B050403060203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:</a:t>
              </a:r>
              <a:r>
                <a:rPr lang="en-US" sz="2400" b="1" spc="-300" dirty="0">
                  <a:solidFill>
                    <a:schemeClr val="accent4"/>
                  </a:solidFill>
                  <a:latin typeface="Ubuntu" panose="020B050403060203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//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647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8" grpId="0"/>
      <p:bldP spid="70" grpId="0" animBg="1"/>
      <p:bldP spid="73" grpId="0" animBg="1"/>
      <p:bldP spid="77" grpId="0" animBg="1"/>
      <p:bldP spid="8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458130B7-1ACC-414A-87B5-F6D8620905A0}"/>
              </a:ext>
            </a:extLst>
          </p:cNvPr>
          <p:cNvSpPr/>
          <p:nvPr/>
        </p:nvSpPr>
        <p:spPr>
          <a:xfrm>
            <a:off x="2438400" y="802074"/>
            <a:ext cx="7315200" cy="1709458"/>
          </a:xfrm>
          <a:prstGeom prst="round2SameRect">
            <a:avLst>
              <a:gd name="adj1" fmla="val 12115"/>
              <a:gd name="adj2" fmla="val 0"/>
            </a:avLst>
          </a:prstGeom>
          <a:gradFill>
            <a:gsLst>
              <a:gs pos="0">
                <a:schemeClr val="accent1"/>
              </a:gs>
              <a:gs pos="99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C367F28-68F6-4C0F-BEE3-9B3C98AD3060}"/>
              </a:ext>
            </a:extLst>
          </p:cNvPr>
          <p:cNvSpPr/>
          <p:nvPr/>
        </p:nvSpPr>
        <p:spPr>
          <a:xfrm>
            <a:off x="725969" y="2064470"/>
            <a:ext cx="10740063" cy="3541306"/>
          </a:xfrm>
          <a:prstGeom prst="roundRect">
            <a:avLst>
              <a:gd name="adj" fmla="val 7461"/>
            </a:avLst>
          </a:prstGeom>
          <a:solidFill>
            <a:schemeClr val="bg1"/>
          </a:solidFill>
          <a:ln>
            <a:noFill/>
          </a:ln>
          <a:effectLst>
            <a:outerShdw blurRad="355600" dist="228600" dir="5400000" sx="97000" sy="9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34F3E0-FDCB-4DB2-8886-5AB16BB70FC2}"/>
              </a:ext>
            </a:extLst>
          </p:cNvPr>
          <p:cNvSpPr txBox="1"/>
          <p:nvPr/>
        </p:nvSpPr>
        <p:spPr>
          <a:xfrm>
            <a:off x="1320240" y="4412977"/>
            <a:ext cx="1761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Ubuntu" panose="020B0504030602030204" pitchFamily="34" charset="0"/>
              </a:rPr>
              <a:t>Position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456697-305A-4F13-8113-E3D9F15CFB8C}"/>
              </a:ext>
            </a:extLst>
          </p:cNvPr>
          <p:cNvSpPr txBox="1"/>
          <p:nvPr/>
        </p:nvSpPr>
        <p:spPr>
          <a:xfrm>
            <a:off x="1320240" y="4674986"/>
            <a:ext cx="1761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Simo Aldric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1FF9E4-0C2E-47C3-9FDB-A4DD6A75B499}"/>
              </a:ext>
            </a:extLst>
          </p:cNvPr>
          <p:cNvSpPr txBox="1"/>
          <p:nvPr/>
        </p:nvSpPr>
        <p:spPr>
          <a:xfrm>
            <a:off x="3908558" y="4412977"/>
            <a:ext cx="1761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Ubuntu" panose="020B0504030602030204" pitchFamily="34" charset="0"/>
              </a:rPr>
              <a:t>Position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1057A5-9EBB-4B5E-B1D6-5AE9A34E0DC1}"/>
              </a:ext>
            </a:extLst>
          </p:cNvPr>
          <p:cNvSpPr txBox="1"/>
          <p:nvPr/>
        </p:nvSpPr>
        <p:spPr>
          <a:xfrm>
            <a:off x="3908558" y="4674986"/>
            <a:ext cx="1761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Tor </a:t>
            </a:r>
            <a:r>
              <a:rPr lang="en-US" sz="1400" b="1" dirty="0" err="1">
                <a:solidFill>
                  <a:srgbClr val="232A4E"/>
                </a:solidFill>
                <a:latin typeface="Ubuntu" panose="020B0504030602030204" pitchFamily="34" charset="0"/>
              </a:rPr>
              <a:t>Hildræd</a:t>
            </a:r>
            <a:endParaRPr lang="en-US" sz="1400" b="1" dirty="0">
              <a:solidFill>
                <a:srgbClr val="232A4E"/>
              </a:solidFill>
              <a:latin typeface="Ubuntu" panose="020B0504030602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27C755-AE74-42CF-B29D-9A7FC42BD084}"/>
              </a:ext>
            </a:extLst>
          </p:cNvPr>
          <p:cNvSpPr txBox="1"/>
          <p:nvPr/>
        </p:nvSpPr>
        <p:spPr>
          <a:xfrm>
            <a:off x="6471476" y="4412977"/>
            <a:ext cx="1761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Ubuntu" panose="020B0504030602030204" pitchFamily="34" charset="0"/>
              </a:rPr>
              <a:t>Position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FD9E6F-B9DA-4C8C-842F-FDFD1EAD08A0}"/>
              </a:ext>
            </a:extLst>
          </p:cNvPr>
          <p:cNvSpPr txBox="1"/>
          <p:nvPr/>
        </p:nvSpPr>
        <p:spPr>
          <a:xfrm>
            <a:off x="6471476" y="4674986"/>
            <a:ext cx="1761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Felix Artemisia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56757A-2354-49E0-A695-CA9F40786356}"/>
              </a:ext>
            </a:extLst>
          </p:cNvPr>
          <p:cNvSpPr txBox="1"/>
          <p:nvPr/>
        </p:nvSpPr>
        <p:spPr>
          <a:xfrm>
            <a:off x="9110662" y="4412977"/>
            <a:ext cx="1761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Ubuntu" panose="020B0504030602030204" pitchFamily="34" charset="0"/>
              </a:rPr>
              <a:t>Position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829F53-7745-47FB-8FD4-9FA82520F582}"/>
              </a:ext>
            </a:extLst>
          </p:cNvPr>
          <p:cNvSpPr txBox="1"/>
          <p:nvPr/>
        </p:nvSpPr>
        <p:spPr>
          <a:xfrm>
            <a:off x="9110662" y="4674986"/>
            <a:ext cx="1761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Pia Elian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14C06BA-3C2A-4378-80C0-F5A754B6C639}"/>
              </a:ext>
            </a:extLst>
          </p:cNvPr>
          <p:cNvGrpSpPr/>
          <p:nvPr/>
        </p:nvGrpSpPr>
        <p:grpSpPr>
          <a:xfrm>
            <a:off x="609600" y="3722429"/>
            <a:ext cx="225389" cy="225389"/>
            <a:chOff x="6671787" y="3333796"/>
            <a:chExt cx="416940" cy="41694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C63D8B3-F18E-4892-AA46-688BD6F3AE84}"/>
                </a:ext>
              </a:extLst>
            </p:cNvPr>
            <p:cNvSpPr/>
            <p:nvPr/>
          </p:nvSpPr>
          <p:spPr>
            <a:xfrm>
              <a:off x="6671787" y="3333796"/>
              <a:ext cx="416940" cy="416940"/>
            </a:xfrm>
            <a:custGeom>
              <a:avLst/>
              <a:gdLst>
                <a:gd name="connsiteX0" fmla="*/ 256994 w 659990"/>
                <a:gd name="connsiteY0" fmla="*/ 0 h 659990"/>
                <a:gd name="connsiteX1" fmla="*/ 402996 w 659990"/>
                <a:gd name="connsiteY1" fmla="*/ 0 h 659990"/>
                <a:gd name="connsiteX2" fmla="*/ 659990 w 659990"/>
                <a:gd name="connsiteY2" fmla="*/ 256994 h 659990"/>
                <a:gd name="connsiteX3" fmla="*/ 659990 w 659990"/>
                <a:gd name="connsiteY3" fmla="*/ 402996 h 659990"/>
                <a:gd name="connsiteX4" fmla="*/ 402996 w 659990"/>
                <a:gd name="connsiteY4" fmla="*/ 659990 h 659990"/>
                <a:gd name="connsiteX5" fmla="*/ 256994 w 659990"/>
                <a:gd name="connsiteY5" fmla="*/ 659990 h 659990"/>
                <a:gd name="connsiteX6" fmla="*/ 0 w 659990"/>
                <a:gd name="connsiteY6" fmla="*/ 402996 h 659990"/>
                <a:gd name="connsiteX7" fmla="*/ 0 w 659990"/>
                <a:gd name="connsiteY7" fmla="*/ 256994 h 659990"/>
                <a:gd name="connsiteX8" fmla="*/ 256994 w 659990"/>
                <a:gd name="connsiteY8" fmla="*/ 0 h 6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9990" h="659990">
                  <a:moveTo>
                    <a:pt x="256994" y="0"/>
                  </a:moveTo>
                  <a:lnTo>
                    <a:pt x="402996" y="0"/>
                  </a:lnTo>
                  <a:cubicBezTo>
                    <a:pt x="544930" y="0"/>
                    <a:pt x="659990" y="115060"/>
                    <a:pt x="659990" y="256994"/>
                  </a:cubicBezTo>
                  <a:lnTo>
                    <a:pt x="659990" y="402996"/>
                  </a:lnTo>
                  <a:cubicBezTo>
                    <a:pt x="659990" y="544930"/>
                    <a:pt x="544930" y="659990"/>
                    <a:pt x="402996" y="659990"/>
                  </a:cubicBezTo>
                  <a:lnTo>
                    <a:pt x="256994" y="659990"/>
                  </a:lnTo>
                  <a:cubicBezTo>
                    <a:pt x="115060" y="659990"/>
                    <a:pt x="0" y="544930"/>
                    <a:pt x="0" y="402996"/>
                  </a:cubicBezTo>
                  <a:lnTo>
                    <a:pt x="0" y="256994"/>
                  </a:lnTo>
                  <a:cubicBezTo>
                    <a:pt x="0" y="115060"/>
                    <a:pt x="115060" y="0"/>
                    <a:pt x="256994" y="0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accent2"/>
                </a:gs>
              </a:gsLst>
              <a:lin ang="8100000" scaled="1"/>
            </a:gradFill>
            <a:ln>
              <a:noFill/>
            </a:ln>
            <a:effectLst>
              <a:outerShdw blurRad="419100" dist="304800" dir="318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BC6DB09-E43F-41ED-8D91-835675E767E9}"/>
                </a:ext>
              </a:extLst>
            </p:cNvPr>
            <p:cNvSpPr/>
            <p:nvPr/>
          </p:nvSpPr>
          <p:spPr>
            <a:xfrm>
              <a:off x="6839909" y="3481801"/>
              <a:ext cx="80696" cy="120930"/>
            </a:xfrm>
            <a:custGeom>
              <a:avLst/>
              <a:gdLst/>
              <a:ahLst/>
              <a:cxnLst/>
              <a:rect l="l" t="t" r="r" b="b"/>
              <a:pathLst>
                <a:path w="80696" h="120930">
                  <a:moveTo>
                    <a:pt x="58750" y="0"/>
                  </a:moveTo>
                  <a:cubicBezTo>
                    <a:pt x="62713" y="0"/>
                    <a:pt x="67361" y="2667"/>
                    <a:pt x="72695" y="8001"/>
                  </a:cubicBezTo>
                  <a:cubicBezTo>
                    <a:pt x="78029" y="13335"/>
                    <a:pt x="80696" y="18060"/>
                    <a:pt x="80696" y="22175"/>
                  </a:cubicBezTo>
                  <a:cubicBezTo>
                    <a:pt x="80696" y="24918"/>
                    <a:pt x="78715" y="28423"/>
                    <a:pt x="74752" y="32690"/>
                  </a:cubicBezTo>
                  <a:lnTo>
                    <a:pt x="47092" y="60579"/>
                  </a:lnTo>
                  <a:lnTo>
                    <a:pt x="74524" y="87783"/>
                  </a:lnTo>
                  <a:cubicBezTo>
                    <a:pt x="78639" y="92202"/>
                    <a:pt x="80696" y="95936"/>
                    <a:pt x="80696" y="98984"/>
                  </a:cubicBezTo>
                  <a:cubicBezTo>
                    <a:pt x="80696" y="103099"/>
                    <a:pt x="78029" y="107823"/>
                    <a:pt x="72695" y="113157"/>
                  </a:cubicBezTo>
                  <a:cubicBezTo>
                    <a:pt x="67513" y="118339"/>
                    <a:pt x="62941" y="120930"/>
                    <a:pt x="58979" y="120930"/>
                  </a:cubicBezTo>
                  <a:cubicBezTo>
                    <a:pt x="55779" y="120930"/>
                    <a:pt x="51816" y="118568"/>
                    <a:pt x="47092" y="113843"/>
                  </a:cubicBezTo>
                  <a:lnTo>
                    <a:pt x="6172" y="73152"/>
                  </a:lnTo>
                  <a:cubicBezTo>
                    <a:pt x="2058" y="68733"/>
                    <a:pt x="0" y="65075"/>
                    <a:pt x="0" y="62180"/>
                  </a:cubicBezTo>
                  <a:cubicBezTo>
                    <a:pt x="0" y="62027"/>
                    <a:pt x="38" y="61799"/>
                    <a:pt x="115" y="61494"/>
                  </a:cubicBezTo>
                  <a:cubicBezTo>
                    <a:pt x="191" y="61189"/>
                    <a:pt x="229" y="60884"/>
                    <a:pt x="229" y="60579"/>
                  </a:cubicBezTo>
                  <a:cubicBezTo>
                    <a:pt x="229" y="60275"/>
                    <a:pt x="191" y="59970"/>
                    <a:pt x="115" y="59665"/>
                  </a:cubicBezTo>
                  <a:cubicBezTo>
                    <a:pt x="38" y="59360"/>
                    <a:pt x="0" y="59132"/>
                    <a:pt x="0" y="58979"/>
                  </a:cubicBezTo>
                  <a:cubicBezTo>
                    <a:pt x="0" y="55779"/>
                    <a:pt x="2286" y="51893"/>
                    <a:pt x="6858" y="47321"/>
                  </a:cubicBezTo>
                  <a:lnTo>
                    <a:pt x="47092" y="7087"/>
                  </a:lnTo>
                  <a:cubicBezTo>
                    <a:pt x="51816" y="2363"/>
                    <a:pt x="55702" y="0"/>
                    <a:pt x="587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B28E7D3-9B01-44D0-BAE4-BCE783CD9438}"/>
              </a:ext>
            </a:extLst>
          </p:cNvPr>
          <p:cNvGrpSpPr/>
          <p:nvPr/>
        </p:nvGrpSpPr>
        <p:grpSpPr>
          <a:xfrm>
            <a:off x="11336163" y="3722429"/>
            <a:ext cx="225389" cy="225389"/>
            <a:chOff x="6920974" y="3130838"/>
            <a:chExt cx="416940" cy="41694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4313044-D353-43BA-9FCC-27E740FC95A3}"/>
                </a:ext>
              </a:extLst>
            </p:cNvPr>
            <p:cNvSpPr/>
            <p:nvPr/>
          </p:nvSpPr>
          <p:spPr>
            <a:xfrm>
              <a:off x="6920974" y="3130838"/>
              <a:ext cx="416940" cy="416940"/>
            </a:xfrm>
            <a:custGeom>
              <a:avLst/>
              <a:gdLst>
                <a:gd name="connsiteX0" fmla="*/ 256994 w 659990"/>
                <a:gd name="connsiteY0" fmla="*/ 0 h 659990"/>
                <a:gd name="connsiteX1" fmla="*/ 402996 w 659990"/>
                <a:gd name="connsiteY1" fmla="*/ 0 h 659990"/>
                <a:gd name="connsiteX2" fmla="*/ 659990 w 659990"/>
                <a:gd name="connsiteY2" fmla="*/ 256994 h 659990"/>
                <a:gd name="connsiteX3" fmla="*/ 659990 w 659990"/>
                <a:gd name="connsiteY3" fmla="*/ 402996 h 659990"/>
                <a:gd name="connsiteX4" fmla="*/ 402996 w 659990"/>
                <a:gd name="connsiteY4" fmla="*/ 659990 h 659990"/>
                <a:gd name="connsiteX5" fmla="*/ 256994 w 659990"/>
                <a:gd name="connsiteY5" fmla="*/ 659990 h 659990"/>
                <a:gd name="connsiteX6" fmla="*/ 0 w 659990"/>
                <a:gd name="connsiteY6" fmla="*/ 402996 h 659990"/>
                <a:gd name="connsiteX7" fmla="*/ 0 w 659990"/>
                <a:gd name="connsiteY7" fmla="*/ 256994 h 659990"/>
                <a:gd name="connsiteX8" fmla="*/ 256994 w 659990"/>
                <a:gd name="connsiteY8" fmla="*/ 0 h 6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9990" h="659990">
                  <a:moveTo>
                    <a:pt x="256994" y="0"/>
                  </a:moveTo>
                  <a:lnTo>
                    <a:pt x="402996" y="0"/>
                  </a:lnTo>
                  <a:cubicBezTo>
                    <a:pt x="544930" y="0"/>
                    <a:pt x="659990" y="115060"/>
                    <a:pt x="659990" y="256994"/>
                  </a:cubicBezTo>
                  <a:lnTo>
                    <a:pt x="659990" y="402996"/>
                  </a:lnTo>
                  <a:cubicBezTo>
                    <a:pt x="659990" y="544930"/>
                    <a:pt x="544930" y="659990"/>
                    <a:pt x="402996" y="659990"/>
                  </a:cubicBezTo>
                  <a:lnTo>
                    <a:pt x="256994" y="659990"/>
                  </a:lnTo>
                  <a:cubicBezTo>
                    <a:pt x="115060" y="659990"/>
                    <a:pt x="0" y="544930"/>
                    <a:pt x="0" y="402996"/>
                  </a:cubicBezTo>
                  <a:lnTo>
                    <a:pt x="0" y="256994"/>
                  </a:lnTo>
                  <a:cubicBezTo>
                    <a:pt x="0" y="115060"/>
                    <a:pt x="115060" y="0"/>
                    <a:pt x="256994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8100000" scaled="1"/>
            </a:gradFill>
            <a:ln>
              <a:noFill/>
            </a:ln>
            <a:effectLst>
              <a:outerShdw blurRad="419100" dist="304800" dir="318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D7649CD-DE32-4014-BB6D-570622D6CCD4}"/>
                </a:ext>
              </a:extLst>
            </p:cNvPr>
            <p:cNvSpPr/>
            <p:nvPr/>
          </p:nvSpPr>
          <p:spPr>
            <a:xfrm>
              <a:off x="7089096" y="3278729"/>
              <a:ext cx="80696" cy="121158"/>
            </a:xfrm>
            <a:custGeom>
              <a:avLst/>
              <a:gdLst/>
              <a:ahLst/>
              <a:cxnLst/>
              <a:rect l="l" t="t" r="r" b="b"/>
              <a:pathLst>
                <a:path w="80696" h="121158">
                  <a:moveTo>
                    <a:pt x="21946" y="0"/>
                  </a:moveTo>
                  <a:cubicBezTo>
                    <a:pt x="24994" y="0"/>
                    <a:pt x="28880" y="2363"/>
                    <a:pt x="33604" y="7087"/>
                  </a:cubicBezTo>
                  <a:lnTo>
                    <a:pt x="73838" y="47321"/>
                  </a:lnTo>
                  <a:cubicBezTo>
                    <a:pt x="78410" y="51588"/>
                    <a:pt x="80696" y="55322"/>
                    <a:pt x="80696" y="58522"/>
                  </a:cubicBezTo>
                  <a:cubicBezTo>
                    <a:pt x="80696" y="59436"/>
                    <a:pt x="80620" y="60122"/>
                    <a:pt x="80467" y="60579"/>
                  </a:cubicBezTo>
                  <a:cubicBezTo>
                    <a:pt x="80620" y="61037"/>
                    <a:pt x="80696" y="61722"/>
                    <a:pt x="80696" y="62637"/>
                  </a:cubicBezTo>
                  <a:cubicBezTo>
                    <a:pt x="80696" y="65837"/>
                    <a:pt x="78410" y="69571"/>
                    <a:pt x="73838" y="73838"/>
                  </a:cubicBezTo>
                  <a:lnTo>
                    <a:pt x="33147" y="114300"/>
                  </a:lnTo>
                  <a:cubicBezTo>
                    <a:pt x="28575" y="118872"/>
                    <a:pt x="24841" y="121158"/>
                    <a:pt x="21946" y="121158"/>
                  </a:cubicBezTo>
                  <a:cubicBezTo>
                    <a:pt x="18136" y="121158"/>
                    <a:pt x="13488" y="118491"/>
                    <a:pt x="8001" y="113157"/>
                  </a:cubicBezTo>
                  <a:cubicBezTo>
                    <a:pt x="2667" y="107823"/>
                    <a:pt x="0" y="103099"/>
                    <a:pt x="0" y="98984"/>
                  </a:cubicBezTo>
                  <a:cubicBezTo>
                    <a:pt x="0" y="95784"/>
                    <a:pt x="2286" y="91898"/>
                    <a:pt x="6858" y="87326"/>
                  </a:cubicBezTo>
                  <a:lnTo>
                    <a:pt x="33604" y="60579"/>
                  </a:lnTo>
                  <a:lnTo>
                    <a:pt x="6401" y="33147"/>
                  </a:lnTo>
                  <a:cubicBezTo>
                    <a:pt x="2134" y="28880"/>
                    <a:pt x="0" y="25223"/>
                    <a:pt x="0" y="22175"/>
                  </a:cubicBezTo>
                  <a:cubicBezTo>
                    <a:pt x="0" y="18060"/>
                    <a:pt x="2667" y="13335"/>
                    <a:pt x="8001" y="8001"/>
                  </a:cubicBezTo>
                  <a:cubicBezTo>
                    <a:pt x="13335" y="2667"/>
                    <a:pt x="17983" y="0"/>
                    <a:pt x="2194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6B83175D-A032-4E47-B403-F620BE0B7052}"/>
              </a:ext>
            </a:extLst>
          </p:cNvPr>
          <p:cNvSpPr/>
          <p:nvPr/>
        </p:nvSpPr>
        <p:spPr>
          <a:xfrm>
            <a:off x="2251588" y="948695"/>
            <a:ext cx="76888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Meet our </a:t>
            </a:r>
            <a:r>
              <a:rPr lang="en-US" sz="3600" b="1" dirty="0">
                <a:solidFill>
                  <a:schemeClr val="bg1"/>
                </a:solidFill>
                <a:latin typeface="Ubuntu" panose="020B0504030602030204" pitchFamily="34" charset="0"/>
              </a:rPr>
              <a:t>team</a:t>
            </a:r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 </a:t>
            </a:r>
            <a:endParaRPr lang="en-US" sz="3600" b="0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35BCD5-0D7B-422B-9FEE-B20EB1ABFE91}"/>
              </a:ext>
            </a:extLst>
          </p:cNvPr>
          <p:cNvSpPr txBox="1"/>
          <p:nvPr/>
        </p:nvSpPr>
        <p:spPr>
          <a:xfrm>
            <a:off x="4884586" y="1593210"/>
            <a:ext cx="2422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Ubuntu" panose="020B0504030602030204" pitchFamily="34" charset="0"/>
              </a:rPr>
              <a:t>Subtitle here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BDF9E47-AE7F-4DB1-B6C3-0682B6463378}"/>
              </a:ext>
            </a:extLst>
          </p:cNvPr>
          <p:cNvSpPr/>
          <p:nvPr/>
        </p:nvSpPr>
        <p:spPr>
          <a:xfrm>
            <a:off x="5447907" y="5454023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Ubuntu" panose="020B0504030602030204" pitchFamily="34" charset="0"/>
              </a:rPr>
              <a:t>MORE DETAILS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12A8D4B-FB63-414F-84AA-A31D3F67E7D6}"/>
              </a:ext>
            </a:extLst>
          </p:cNvPr>
          <p:cNvGrpSpPr/>
          <p:nvPr/>
        </p:nvGrpSpPr>
        <p:grpSpPr>
          <a:xfrm>
            <a:off x="1966583" y="5053725"/>
            <a:ext cx="468412" cy="98268"/>
            <a:chOff x="5168900" y="3238500"/>
            <a:chExt cx="1816102" cy="381000"/>
          </a:xfrm>
        </p:grpSpPr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3AD78F9F-7292-4958-B20E-50E684792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2" y="3238500"/>
              <a:ext cx="381000" cy="381000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891EB41A-763E-4BF9-AE50-D76242544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900" y="3238500"/>
              <a:ext cx="381000" cy="381000"/>
            </a:xfrm>
            <a:prstGeom prst="rect">
              <a:avLst/>
            </a:prstGeom>
          </p:spPr>
        </p:pic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5706029-8CEA-4B49-A194-5A7452777072}"/>
                </a:ext>
              </a:extLst>
            </p:cNvPr>
            <p:cNvSpPr/>
            <p:nvPr/>
          </p:nvSpPr>
          <p:spPr>
            <a:xfrm>
              <a:off x="5885617" y="3274545"/>
              <a:ext cx="382668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solidFill>
              <a:srgbClr val="FF9800"/>
            </a:solidFill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AC6C612-A75C-41A2-95C8-BDBA63059B47}"/>
              </a:ext>
            </a:extLst>
          </p:cNvPr>
          <p:cNvGrpSpPr/>
          <p:nvPr/>
        </p:nvGrpSpPr>
        <p:grpSpPr>
          <a:xfrm>
            <a:off x="4554901" y="5053725"/>
            <a:ext cx="468412" cy="98268"/>
            <a:chOff x="5168900" y="3238500"/>
            <a:chExt cx="1816102" cy="381000"/>
          </a:xfrm>
        </p:grpSpPr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153DB266-781F-4BEE-9770-97998B348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2" y="3238500"/>
              <a:ext cx="381000" cy="3810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B3CFD9F8-9795-4710-8712-C97F48E81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900" y="3238500"/>
              <a:ext cx="381000" cy="381000"/>
            </a:xfrm>
            <a:prstGeom prst="rect">
              <a:avLst/>
            </a:prstGeom>
          </p:spPr>
        </p:pic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12CD709-E2BD-4CBB-9FE5-D5973FAECFE6}"/>
                </a:ext>
              </a:extLst>
            </p:cNvPr>
            <p:cNvSpPr/>
            <p:nvPr/>
          </p:nvSpPr>
          <p:spPr>
            <a:xfrm>
              <a:off x="5885617" y="3274545"/>
              <a:ext cx="382668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solidFill>
              <a:srgbClr val="FF9800"/>
            </a:solidFill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4D348EC-6987-45A7-BB0E-4AD8FC55459D}"/>
              </a:ext>
            </a:extLst>
          </p:cNvPr>
          <p:cNvGrpSpPr/>
          <p:nvPr/>
        </p:nvGrpSpPr>
        <p:grpSpPr>
          <a:xfrm>
            <a:off x="7117819" y="5053725"/>
            <a:ext cx="468412" cy="98268"/>
            <a:chOff x="5168900" y="3238500"/>
            <a:chExt cx="1816102" cy="381000"/>
          </a:xfrm>
        </p:grpSpPr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19E58D85-7C55-4308-AA84-45FEBEAA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2" y="3238500"/>
              <a:ext cx="381000" cy="381000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B1AAB467-5DCD-4497-8FBB-DDD576D62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900" y="3238500"/>
              <a:ext cx="381000" cy="381000"/>
            </a:xfrm>
            <a:prstGeom prst="rect">
              <a:avLst/>
            </a:prstGeom>
          </p:spPr>
        </p:pic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BDE6F1F-7031-4261-8A4F-BAA49CE0EC56}"/>
                </a:ext>
              </a:extLst>
            </p:cNvPr>
            <p:cNvSpPr/>
            <p:nvPr/>
          </p:nvSpPr>
          <p:spPr>
            <a:xfrm>
              <a:off x="5885617" y="3274545"/>
              <a:ext cx="382668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solidFill>
              <a:srgbClr val="FF9800"/>
            </a:solidFill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592F181-4F09-4458-B9A1-4390D8A316F9}"/>
              </a:ext>
            </a:extLst>
          </p:cNvPr>
          <p:cNvGrpSpPr/>
          <p:nvPr/>
        </p:nvGrpSpPr>
        <p:grpSpPr>
          <a:xfrm>
            <a:off x="9757005" y="5053725"/>
            <a:ext cx="468412" cy="98268"/>
            <a:chOff x="5168900" y="3238500"/>
            <a:chExt cx="1816102" cy="381000"/>
          </a:xfrm>
        </p:grpSpPr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3073044B-807A-47A9-8BBA-BB4BF67C2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2" y="3238500"/>
              <a:ext cx="381000" cy="381000"/>
            </a:xfrm>
            <a:prstGeom prst="rect">
              <a:avLst/>
            </a:prstGeom>
          </p:spPr>
        </p:pic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454FA009-A36A-4771-9C28-8580EA3BF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900" y="3238500"/>
              <a:ext cx="381000" cy="381000"/>
            </a:xfrm>
            <a:prstGeom prst="rect">
              <a:avLst/>
            </a:prstGeom>
          </p:spPr>
        </p:pic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B399423-4B8A-4BC8-8D38-F819595AA683}"/>
                </a:ext>
              </a:extLst>
            </p:cNvPr>
            <p:cNvSpPr/>
            <p:nvPr/>
          </p:nvSpPr>
          <p:spPr>
            <a:xfrm>
              <a:off x="5885617" y="3274545"/>
              <a:ext cx="382668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solidFill>
              <a:srgbClr val="FF9800"/>
            </a:solidFill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A20C57-7967-4223-8BD5-8966ACD859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27D0B2C-9484-457C-B184-3916B12E0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17AE6B-591D-4212-ACE7-4FDFFB6737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AAAED5-9883-4CE6-907E-32BD3EC068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0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3" grpId="0" animBg="1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31" grpId="0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9520AE9-F5B3-456E-8E9F-C231EB9F0720}"/>
              </a:ext>
            </a:extLst>
          </p:cNvPr>
          <p:cNvSpPr/>
          <p:nvPr/>
        </p:nvSpPr>
        <p:spPr>
          <a:xfrm>
            <a:off x="3947066" y="3912535"/>
            <a:ext cx="6708101" cy="2035756"/>
          </a:xfrm>
          <a:prstGeom prst="roundRect">
            <a:avLst>
              <a:gd name="adj" fmla="val 4445"/>
            </a:avLst>
          </a:prstGeom>
          <a:solidFill>
            <a:schemeClr val="bg1"/>
          </a:solidFill>
          <a:ln>
            <a:noFill/>
          </a:ln>
          <a:effectLst>
            <a:outerShdw blurRad="342900" dist="812800" dir="5400000" sx="74000" sy="74000" algn="t" rotWithShape="0">
              <a:schemeClr val="bg1">
                <a:lumMod val="7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EA16915-04EB-4AF1-AEC8-0C20098C5725}"/>
              </a:ext>
            </a:extLst>
          </p:cNvPr>
          <p:cNvSpPr/>
          <p:nvPr/>
        </p:nvSpPr>
        <p:spPr>
          <a:xfrm>
            <a:off x="3947066" y="1653293"/>
            <a:ext cx="6708101" cy="2035756"/>
          </a:xfrm>
          <a:prstGeom prst="roundRect">
            <a:avLst>
              <a:gd name="adj" fmla="val 4445"/>
            </a:avLst>
          </a:prstGeom>
          <a:solidFill>
            <a:schemeClr val="bg1"/>
          </a:solidFill>
          <a:ln>
            <a:noFill/>
          </a:ln>
          <a:effectLst>
            <a:outerShdw blurRad="342900" dist="812800" dir="5400000" sx="74000" sy="74000" algn="t" rotWithShape="0">
              <a:schemeClr val="bg1">
                <a:lumMod val="7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7F5B764-0AA9-43BB-A9E2-DC4452FD2D9E}"/>
              </a:ext>
            </a:extLst>
          </p:cNvPr>
          <p:cNvSpPr/>
          <p:nvPr/>
        </p:nvSpPr>
        <p:spPr>
          <a:xfrm>
            <a:off x="4395008" y="2759723"/>
            <a:ext cx="1607166" cy="303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solidFill>
                  <a:srgbClr val="232A4E"/>
                </a:solidFill>
                <a:latin typeface="Ubuntu" panose="020B0504030602030204" pitchFamily="34" charset="0"/>
              </a:rPr>
              <a:t>Szonja</a:t>
            </a:r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 </a:t>
            </a:r>
            <a:r>
              <a:rPr lang="en-US" sz="1400" b="1" dirty="0" err="1">
                <a:solidFill>
                  <a:srgbClr val="232A4E"/>
                </a:solidFill>
                <a:latin typeface="Ubuntu" panose="020B0504030602030204" pitchFamily="34" charset="0"/>
              </a:rPr>
              <a:t>Odilo</a:t>
            </a:r>
            <a:endParaRPr lang="en-US" sz="1400" b="1" dirty="0">
              <a:solidFill>
                <a:srgbClr val="232A4E"/>
              </a:solidFill>
              <a:latin typeface="Ubuntu" panose="020B0504030602030204" pitchFamily="34" charset="0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EF98785B-8407-4AA7-A9C6-6B92B041F776}"/>
              </a:ext>
            </a:extLst>
          </p:cNvPr>
          <p:cNvSpPr/>
          <p:nvPr/>
        </p:nvSpPr>
        <p:spPr>
          <a:xfrm>
            <a:off x="4582976" y="3150013"/>
            <a:ext cx="1231230" cy="20574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Ubuntu" panose="020B0504030602030204" pitchFamily="34" charset="0"/>
              </a:rPr>
              <a:t>Job position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E6E2939-1221-4BA9-8A3B-B0725D3D6943}"/>
              </a:ext>
            </a:extLst>
          </p:cNvPr>
          <p:cNvSpPr/>
          <p:nvPr/>
        </p:nvSpPr>
        <p:spPr>
          <a:xfrm>
            <a:off x="6505602" y="2759723"/>
            <a:ext cx="1607166" cy="303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solidFill>
                  <a:srgbClr val="232A4E"/>
                </a:solidFill>
                <a:latin typeface="Ubuntu" panose="020B0504030602030204" pitchFamily="34" charset="0"/>
              </a:rPr>
              <a:t>Maïa</a:t>
            </a:r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 </a:t>
            </a:r>
            <a:r>
              <a:rPr lang="en-US" sz="1400" b="1" dirty="0" err="1">
                <a:solidFill>
                  <a:srgbClr val="232A4E"/>
                </a:solidFill>
                <a:latin typeface="Ubuntu" panose="020B0504030602030204" pitchFamily="34" charset="0"/>
              </a:rPr>
              <a:t>Eliisa</a:t>
            </a:r>
            <a:endParaRPr lang="en-US" sz="1400" b="1" dirty="0">
              <a:solidFill>
                <a:srgbClr val="232A4E"/>
              </a:solidFill>
              <a:latin typeface="Ubuntu" panose="020B0504030602030204" pitchFamily="34" charset="0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314EBBA-729B-4393-8296-9622F55526B3}"/>
              </a:ext>
            </a:extLst>
          </p:cNvPr>
          <p:cNvSpPr/>
          <p:nvPr/>
        </p:nvSpPr>
        <p:spPr>
          <a:xfrm>
            <a:off x="6693570" y="3150013"/>
            <a:ext cx="1231230" cy="20574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Ubuntu" panose="020B0504030602030204" pitchFamily="34" charset="0"/>
              </a:rPr>
              <a:t>Job position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55DB620-7725-49F4-B4C3-75E0E9843A30}"/>
              </a:ext>
            </a:extLst>
          </p:cNvPr>
          <p:cNvSpPr/>
          <p:nvPr/>
        </p:nvSpPr>
        <p:spPr>
          <a:xfrm>
            <a:off x="8572820" y="2759723"/>
            <a:ext cx="1607166" cy="303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solidFill>
                  <a:srgbClr val="232A4E"/>
                </a:solidFill>
                <a:latin typeface="Ubuntu" panose="020B0504030602030204" pitchFamily="34" charset="0"/>
              </a:rPr>
              <a:t>Dubhghlas</a:t>
            </a:r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 Tera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32D79224-58F2-4F13-BDDE-CA918255FBAF}"/>
              </a:ext>
            </a:extLst>
          </p:cNvPr>
          <p:cNvSpPr/>
          <p:nvPr/>
        </p:nvSpPr>
        <p:spPr>
          <a:xfrm>
            <a:off x="8760788" y="3150013"/>
            <a:ext cx="1231230" cy="20574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Ubuntu" panose="020B0504030602030204" pitchFamily="34" charset="0"/>
              </a:rPr>
              <a:t>Job position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353933C-A97B-45F8-BF0D-A1AD39C8D076}"/>
              </a:ext>
            </a:extLst>
          </p:cNvPr>
          <p:cNvSpPr/>
          <p:nvPr/>
        </p:nvSpPr>
        <p:spPr>
          <a:xfrm>
            <a:off x="4395008" y="5027735"/>
            <a:ext cx="1607166" cy="303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Irene Marianne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3A5709C6-FA55-4FCB-898B-1BAF4E60CFEB}"/>
              </a:ext>
            </a:extLst>
          </p:cNvPr>
          <p:cNvSpPr/>
          <p:nvPr/>
        </p:nvSpPr>
        <p:spPr>
          <a:xfrm>
            <a:off x="4582976" y="5418024"/>
            <a:ext cx="1231230" cy="20574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Ubuntu" panose="020B0504030602030204" pitchFamily="34" charset="0"/>
              </a:rPr>
              <a:t>Job position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F0813DF-E684-4481-AAEC-F5E1CDC7644D}"/>
              </a:ext>
            </a:extLst>
          </p:cNvPr>
          <p:cNvSpPr/>
          <p:nvPr/>
        </p:nvSpPr>
        <p:spPr>
          <a:xfrm>
            <a:off x="6505602" y="5027735"/>
            <a:ext cx="1607166" cy="303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Andrey Lore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636C61E7-E6C7-4ABC-A452-5432698F6704}"/>
              </a:ext>
            </a:extLst>
          </p:cNvPr>
          <p:cNvSpPr/>
          <p:nvPr/>
        </p:nvSpPr>
        <p:spPr>
          <a:xfrm>
            <a:off x="6693570" y="5418024"/>
            <a:ext cx="1231230" cy="20574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Ubuntu" panose="020B0504030602030204" pitchFamily="34" charset="0"/>
              </a:rPr>
              <a:t>Job position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2400FA1-ABD8-4F4D-8916-E77BC02A337E}"/>
              </a:ext>
            </a:extLst>
          </p:cNvPr>
          <p:cNvSpPr/>
          <p:nvPr/>
        </p:nvSpPr>
        <p:spPr>
          <a:xfrm>
            <a:off x="8572820" y="5027735"/>
            <a:ext cx="1607166" cy="303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Lucy Bharat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10835136-B55C-4B57-A2D9-7AEC8085B3AC}"/>
              </a:ext>
            </a:extLst>
          </p:cNvPr>
          <p:cNvSpPr/>
          <p:nvPr/>
        </p:nvSpPr>
        <p:spPr>
          <a:xfrm>
            <a:off x="8760788" y="5418024"/>
            <a:ext cx="1231230" cy="20574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Ubuntu" panose="020B0504030602030204" pitchFamily="34" charset="0"/>
              </a:rPr>
              <a:t>Job position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CD9985-151A-4AF8-BE2F-C0D242268CB0}"/>
              </a:ext>
            </a:extLst>
          </p:cNvPr>
          <p:cNvGrpSpPr/>
          <p:nvPr/>
        </p:nvGrpSpPr>
        <p:grpSpPr>
          <a:xfrm>
            <a:off x="1536833" y="1653293"/>
            <a:ext cx="2371715" cy="2030401"/>
            <a:chOff x="1536833" y="1653293"/>
            <a:chExt cx="2371715" cy="2030401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656611D3-7C70-42F1-9477-EB0F8BEDA5BB}"/>
                </a:ext>
              </a:extLst>
            </p:cNvPr>
            <p:cNvSpPr/>
            <p:nvPr/>
          </p:nvSpPr>
          <p:spPr>
            <a:xfrm>
              <a:off x="1536833" y="1653293"/>
              <a:ext cx="2206711" cy="2030401"/>
            </a:xfrm>
            <a:prstGeom prst="roundRect">
              <a:avLst>
                <a:gd name="adj" fmla="val 1158"/>
              </a:avLst>
            </a:pr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B6A4373-17A3-43AE-B640-6BB114C69C51}"/>
                </a:ext>
              </a:extLst>
            </p:cNvPr>
            <p:cNvSpPr/>
            <p:nvPr/>
          </p:nvSpPr>
          <p:spPr>
            <a:xfrm>
              <a:off x="3578547" y="2503493"/>
              <a:ext cx="330001" cy="3300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98500" dist="165100" dir="10800000" sx="80000" sy="8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25"/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50497EF7-0941-4CE9-AEFE-C5F9759F12B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09918" y="2594065"/>
              <a:ext cx="67259" cy="148856"/>
            </a:xfrm>
            <a:custGeom>
              <a:avLst/>
              <a:gdLst>
                <a:gd name="T0" fmla="*/ 147571 w 96"/>
                <a:gd name="T1" fmla="*/ 33734 h 168"/>
                <a:gd name="T2" fmla="*/ 46517 w 96"/>
                <a:gd name="T3" fmla="*/ 134938 h 168"/>
                <a:gd name="T4" fmla="*/ 149175 w 96"/>
                <a:gd name="T5" fmla="*/ 237747 h 168"/>
                <a:gd name="T6" fmla="*/ 149175 w 96"/>
                <a:gd name="T7" fmla="*/ 237747 h 168"/>
                <a:gd name="T8" fmla="*/ 153987 w 96"/>
                <a:gd name="T9" fmla="*/ 250598 h 168"/>
                <a:gd name="T10" fmla="*/ 134739 w 96"/>
                <a:gd name="T11" fmla="*/ 269875 h 168"/>
                <a:gd name="T12" fmla="*/ 121906 w 96"/>
                <a:gd name="T13" fmla="*/ 265056 h 168"/>
                <a:gd name="T14" fmla="*/ 121906 w 96"/>
                <a:gd name="T15" fmla="*/ 265056 h 168"/>
                <a:gd name="T16" fmla="*/ 6416 w 96"/>
                <a:gd name="T17" fmla="*/ 149395 h 168"/>
                <a:gd name="T18" fmla="*/ 6416 w 96"/>
                <a:gd name="T19" fmla="*/ 149395 h 168"/>
                <a:gd name="T20" fmla="*/ 0 w 96"/>
                <a:gd name="T21" fmla="*/ 134938 h 168"/>
                <a:gd name="T22" fmla="*/ 0 w 96"/>
                <a:gd name="T23" fmla="*/ 134938 h 168"/>
                <a:gd name="T24" fmla="*/ 0 w 96"/>
                <a:gd name="T25" fmla="*/ 134938 h 168"/>
                <a:gd name="T26" fmla="*/ 6416 w 96"/>
                <a:gd name="T27" fmla="*/ 120480 h 168"/>
                <a:gd name="T28" fmla="*/ 6416 w 96"/>
                <a:gd name="T29" fmla="*/ 120480 h 168"/>
                <a:gd name="T30" fmla="*/ 121906 w 96"/>
                <a:gd name="T31" fmla="*/ 4819 h 168"/>
                <a:gd name="T32" fmla="*/ 121906 w 96"/>
                <a:gd name="T33" fmla="*/ 4819 h 168"/>
                <a:gd name="T34" fmla="*/ 134739 w 96"/>
                <a:gd name="T35" fmla="*/ 0 h 168"/>
                <a:gd name="T36" fmla="*/ 153987 w 96"/>
                <a:gd name="T37" fmla="*/ 19277 h 168"/>
                <a:gd name="T38" fmla="*/ 147571 w 96"/>
                <a:gd name="T39" fmla="*/ 33734 h 1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" h="168">
                  <a:moveTo>
                    <a:pt x="92" y="21"/>
                  </a:moveTo>
                  <a:cubicBezTo>
                    <a:pt x="29" y="84"/>
                    <a:pt x="29" y="84"/>
                    <a:pt x="29" y="84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5" y="150"/>
                    <a:pt x="96" y="153"/>
                    <a:pt x="96" y="156"/>
                  </a:cubicBezTo>
                  <a:cubicBezTo>
                    <a:pt x="96" y="163"/>
                    <a:pt x="91" y="168"/>
                    <a:pt x="84" y="168"/>
                  </a:cubicBezTo>
                  <a:cubicBezTo>
                    <a:pt x="81" y="168"/>
                    <a:pt x="78" y="167"/>
                    <a:pt x="76" y="165"/>
                  </a:cubicBezTo>
                  <a:cubicBezTo>
                    <a:pt x="76" y="165"/>
                    <a:pt x="76" y="165"/>
                    <a:pt x="76" y="165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1" y="90"/>
                    <a:pt x="0" y="87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1"/>
                    <a:pt x="1" y="77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8" y="1"/>
                    <a:pt x="81" y="0"/>
                    <a:pt x="84" y="0"/>
                  </a:cubicBezTo>
                  <a:cubicBezTo>
                    <a:pt x="91" y="0"/>
                    <a:pt x="96" y="5"/>
                    <a:pt x="96" y="12"/>
                  </a:cubicBezTo>
                  <a:cubicBezTo>
                    <a:pt x="96" y="16"/>
                    <a:pt x="94" y="19"/>
                    <a:pt x="92" y="2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 sz="1125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789211C-CBC9-4C3A-BBF3-A8D52DADC585}"/>
                </a:ext>
              </a:extLst>
            </p:cNvPr>
            <p:cNvSpPr txBox="1"/>
            <p:nvPr/>
          </p:nvSpPr>
          <p:spPr>
            <a:xfrm>
              <a:off x="1730164" y="1993329"/>
              <a:ext cx="18483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75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Web Mentor 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4C1B2C1-15C9-4CEE-A090-45127099C136}"/>
                </a:ext>
              </a:extLst>
            </p:cNvPr>
            <p:cNvSpPr/>
            <p:nvPr/>
          </p:nvSpPr>
          <p:spPr>
            <a:xfrm flipH="1">
              <a:off x="1730164" y="2428859"/>
              <a:ext cx="1771800" cy="8888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“A wonderful serenity has taken possession of my entire soul, 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72FF914-1C7B-4C9C-BE92-68DCB5FE7BBE}"/>
              </a:ext>
            </a:extLst>
          </p:cNvPr>
          <p:cNvGrpSpPr/>
          <p:nvPr/>
        </p:nvGrpSpPr>
        <p:grpSpPr>
          <a:xfrm>
            <a:off x="1536833" y="3912536"/>
            <a:ext cx="2371715" cy="2035756"/>
            <a:chOff x="1536833" y="3912536"/>
            <a:chExt cx="2371715" cy="2035756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5D17D023-35D8-4E65-A427-F48615CFE9D5}"/>
                </a:ext>
              </a:extLst>
            </p:cNvPr>
            <p:cNvSpPr/>
            <p:nvPr/>
          </p:nvSpPr>
          <p:spPr>
            <a:xfrm>
              <a:off x="1536833" y="3912536"/>
              <a:ext cx="2206711" cy="2035756"/>
            </a:xfrm>
            <a:prstGeom prst="roundRect">
              <a:avLst>
                <a:gd name="adj" fmla="val 1158"/>
              </a:avLst>
            </a:prstGeom>
            <a:gradFill>
              <a:gsLst>
                <a:gs pos="0">
                  <a:schemeClr val="accent2"/>
                </a:gs>
                <a:gs pos="99000">
                  <a:schemeClr val="accent2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DCC5B9A-5E8A-4A9E-BC74-11D2EBF357A4}"/>
                </a:ext>
              </a:extLst>
            </p:cNvPr>
            <p:cNvSpPr/>
            <p:nvPr/>
          </p:nvSpPr>
          <p:spPr>
            <a:xfrm>
              <a:off x="3578547" y="4765413"/>
              <a:ext cx="330001" cy="3300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98500" dist="165100" dir="10800000" sx="80000" sy="8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25"/>
            </a:p>
          </p:txBody>
        </p:sp>
        <p:sp>
          <p:nvSpPr>
            <p:cNvPr id="69" name="Freeform 46">
              <a:extLst>
                <a:ext uri="{FF2B5EF4-FFF2-40B4-BE49-F238E27FC236}">
                  <a16:creationId xmlns:a16="http://schemas.microsoft.com/office/drawing/2014/main" id="{40ADE655-73AC-4478-97D1-314AB5A9042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09918" y="4855985"/>
              <a:ext cx="67259" cy="148856"/>
            </a:xfrm>
            <a:custGeom>
              <a:avLst/>
              <a:gdLst>
                <a:gd name="T0" fmla="*/ 147571 w 96"/>
                <a:gd name="T1" fmla="*/ 33734 h 168"/>
                <a:gd name="T2" fmla="*/ 46517 w 96"/>
                <a:gd name="T3" fmla="*/ 134938 h 168"/>
                <a:gd name="T4" fmla="*/ 149175 w 96"/>
                <a:gd name="T5" fmla="*/ 237747 h 168"/>
                <a:gd name="T6" fmla="*/ 149175 w 96"/>
                <a:gd name="T7" fmla="*/ 237747 h 168"/>
                <a:gd name="T8" fmla="*/ 153987 w 96"/>
                <a:gd name="T9" fmla="*/ 250598 h 168"/>
                <a:gd name="T10" fmla="*/ 134739 w 96"/>
                <a:gd name="T11" fmla="*/ 269875 h 168"/>
                <a:gd name="T12" fmla="*/ 121906 w 96"/>
                <a:gd name="T13" fmla="*/ 265056 h 168"/>
                <a:gd name="T14" fmla="*/ 121906 w 96"/>
                <a:gd name="T15" fmla="*/ 265056 h 168"/>
                <a:gd name="T16" fmla="*/ 6416 w 96"/>
                <a:gd name="T17" fmla="*/ 149395 h 168"/>
                <a:gd name="T18" fmla="*/ 6416 w 96"/>
                <a:gd name="T19" fmla="*/ 149395 h 168"/>
                <a:gd name="T20" fmla="*/ 0 w 96"/>
                <a:gd name="T21" fmla="*/ 134938 h 168"/>
                <a:gd name="T22" fmla="*/ 0 w 96"/>
                <a:gd name="T23" fmla="*/ 134938 h 168"/>
                <a:gd name="T24" fmla="*/ 0 w 96"/>
                <a:gd name="T25" fmla="*/ 134938 h 168"/>
                <a:gd name="T26" fmla="*/ 6416 w 96"/>
                <a:gd name="T27" fmla="*/ 120480 h 168"/>
                <a:gd name="T28" fmla="*/ 6416 w 96"/>
                <a:gd name="T29" fmla="*/ 120480 h 168"/>
                <a:gd name="T30" fmla="*/ 121906 w 96"/>
                <a:gd name="T31" fmla="*/ 4819 h 168"/>
                <a:gd name="T32" fmla="*/ 121906 w 96"/>
                <a:gd name="T33" fmla="*/ 4819 h 168"/>
                <a:gd name="T34" fmla="*/ 134739 w 96"/>
                <a:gd name="T35" fmla="*/ 0 h 168"/>
                <a:gd name="T36" fmla="*/ 153987 w 96"/>
                <a:gd name="T37" fmla="*/ 19277 h 168"/>
                <a:gd name="T38" fmla="*/ 147571 w 96"/>
                <a:gd name="T39" fmla="*/ 33734 h 1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" h="168">
                  <a:moveTo>
                    <a:pt x="92" y="21"/>
                  </a:moveTo>
                  <a:cubicBezTo>
                    <a:pt x="29" y="84"/>
                    <a:pt x="29" y="84"/>
                    <a:pt x="29" y="84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5" y="150"/>
                    <a:pt x="96" y="153"/>
                    <a:pt x="96" y="156"/>
                  </a:cubicBezTo>
                  <a:cubicBezTo>
                    <a:pt x="96" y="163"/>
                    <a:pt x="91" y="168"/>
                    <a:pt x="84" y="168"/>
                  </a:cubicBezTo>
                  <a:cubicBezTo>
                    <a:pt x="81" y="168"/>
                    <a:pt x="78" y="167"/>
                    <a:pt x="76" y="165"/>
                  </a:cubicBezTo>
                  <a:cubicBezTo>
                    <a:pt x="76" y="165"/>
                    <a:pt x="76" y="165"/>
                    <a:pt x="76" y="165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1" y="90"/>
                    <a:pt x="0" y="87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1"/>
                    <a:pt x="1" y="77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8" y="1"/>
                    <a:pt x="81" y="0"/>
                    <a:pt x="84" y="0"/>
                  </a:cubicBezTo>
                  <a:cubicBezTo>
                    <a:pt x="91" y="0"/>
                    <a:pt x="96" y="5"/>
                    <a:pt x="96" y="12"/>
                  </a:cubicBezTo>
                  <a:cubicBezTo>
                    <a:pt x="96" y="16"/>
                    <a:pt x="94" y="19"/>
                    <a:pt x="92" y="2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US" sz="1125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2E926EA-DAD0-4BA2-B00D-E8B784AC4747}"/>
                </a:ext>
              </a:extLst>
            </p:cNvPr>
            <p:cNvSpPr txBox="1"/>
            <p:nvPr/>
          </p:nvSpPr>
          <p:spPr>
            <a:xfrm>
              <a:off x="1730164" y="4255248"/>
              <a:ext cx="18483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75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Mobile Mentor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722CB1A-B75D-4EF2-ABF0-AE9C2C53D754}"/>
                </a:ext>
              </a:extLst>
            </p:cNvPr>
            <p:cNvSpPr/>
            <p:nvPr/>
          </p:nvSpPr>
          <p:spPr>
            <a:xfrm flipH="1">
              <a:off x="1730164" y="4690778"/>
              <a:ext cx="1771800" cy="8888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“A wonderful serenity has taken possession of my entire soul, 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1E60D04E-7FE9-4E63-89D4-C26E79DB515D}"/>
              </a:ext>
            </a:extLst>
          </p:cNvPr>
          <p:cNvSpPr/>
          <p:nvPr/>
        </p:nvSpPr>
        <p:spPr>
          <a:xfrm>
            <a:off x="2251588" y="711738"/>
            <a:ext cx="76888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Meet our </a:t>
            </a:r>
            <a:r>
              <a:rPr lang="en-US" sz="3600" b="1" dirty="0">
                <a:solidFill>
                  <a:schemeClr val="accent1"/>
                </a:solidFill>
                <a:latin typeface="Ubuntu" panose="020B0504030602030204" pitchFamily="34" charset="0"/>
              </a:rPr>
              <a:t>team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3F19002-228F-4F67-A47E-3C82CAC9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367061-47CB-488E-B207-C3E2BDE5537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45E999D-3CDB-4FB6-B830-DCADD637A38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936A91-9F59-4F49-92E3-CDACEC0DEF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DEB913D-16AD-4338-8941-24D486D1C0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D93EB4-8E7E-4151-A931-74929EE44B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4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76" grpId="0"/>
      <p:bldP spid="78" grpId="0" animBg="1"/>
      <p:bldP spid="81" grpId="0"/>
      <p:bldP spid="82" grpId="0" animBg="1"/>
      <p:bldP spid="85" grpId="0"/>
      <p:bldP spid="86" grpId="0" animBg="1"/>
      <p:bldP spid="89" grpId="0"/>
      <p:bldP spid="90" grpId="0" animBg="1"/>
      <p:bldP spid="93" grpId="0"/>
      <p:bldP spid="94" grpId="0" animBg="1"/>
      <p:bldP spid="97" grpId="0"/>
      <p:bldP spid="9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10C5629-7B71-4063-B918-0F4B1B5DB581}"/>
              </a:ext>
            </a:extLst>
          </p:cNvPr>
          <p:cNvSpPr/>
          <p:nvPr/>
        </p:nvSpPr>
        <p:spPr>
          <a:xfrm>
            <a:off x="8695657" y="-1"/>
            <a:ext cx="3484131" cy="5268687"/>
          </a:xfrm>
          <a:custGeom>
            <a:avLst/>
            <a:gdLst>
              <a:gd name="connsiteX0" fmla="*/ 272225 w 1752283"/>
              <a:gd name="connsiteY0" fmla="*/ 0 h 2649794"/>
              <a:gd name="connsiteX1" fmla="*/ 950806 w 1752283"/>
              <a:gd name="connsiteY1" fmla="*/ 0 h 2649794"/>
              <a:gd name="connsiteX2" fmla="*/ 889449 w 1752283"/>
              <a:gd name="connsiteY2" fmla="*/ 56741 h 2649794"/>
              <a:gd name="connsiteX3" fmla="*/ 519699 w 1752283"/>
              <a:gd name="connsiteY3" fmla="*/ 203672 h 2649794"/>
              <a:gd name="connsiteX4" fmla="*/ 519699 w 1752283"/>
              <a:gd name="connsiteY4" fmla="*/ 236322 h 2649794"/>
              <a:gd name="connsiteX5" fmla="*/ 1126469 w 1752283"/>
              <a:gd name="connsiteY5" fmla="*/ 927440 h 2649794"/>
              <a:gd name="connsiteX6" fmla="*/ 1126469 w 1752283"/>
              <a:gd name="connsiteY6" fmla="*/ 1735559 h 2649794"/>
              <a:gd name="connsiteX7" fmla="*/ 1285643 w 1752283"/>
              <a:gd name="connsiteY7" fmla="*/ 2138257 h 2649794"/>
              <a:gd name="connsiteX8" fmla="*/ 1752283 w 1752283"/>
              <a:gd name="connsiteY8" fmla="*/ 2268863 h 2649794"/>
              <a:gd name="connsiteX9" fmla="*/ 1752283 w 1752283"/>
              <a:gd name="connsiteY9" fmla="*/ 2649794 h 2649794"/>
              <a:gd name="connsiteX10" fmla="*/ 952328 w 1752283"/>
              <a:gd name="connsiteY10" fmla="*/ 2413072 h 2649794"/>
              <a:gd name="connsiteX11" fmla="*/ 669351 w 1752283"/>
              <a:gd name="connsiteY11" fmla="*/ 1762768 h 2649794"/>
              <a:gd name="connsiteX12" fmla="*/ 669351 w 1752283"/>
              <a:gd name="connsiteY12" fmla="*/ 938325 h 2649794"/>
              <a:gd name="connsiteX13" fmla="*/ 497932 w 1752283"/>
              <a:gd name="connsiteY13" fmla="*/ 534265 h 2649794"/>
              <a:gd name="connsiteX14" fmla="*/ 0 w 1752283"/>
              <a:gd name="connsiteY14" fmla="*/ 413183 h 2649794"/>
              <a:gd name="connsiteX15" fmla="*/ 0 w 1752283"/>
              <a:gd name="connsiteY15" fmla="*/ 29531 h 2649794"/>
              <a:gd name="connsiteX16" fmla="*/ 164617 w 1752283"/>
              <a:gd name="connsiteY16" fmla="*/ 19328 h 264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52283" h="2649794">
                <a:moveTo>
                  <a:pt x="272225" y="0"/>
                </a:moveTo>
                <a:lnTo>
                  <a:pt x="950806" y="0"/>
                </a:lnTo>
                <a:lnTo>
                  <a:pt x="889449" y="56741"/>
                </a:lnTo>
                <a:cubicBezTo>
                  <a:pt x="794641" y="128166"/>
                  <a:pt x="671391" y="177143"/>
                  <a:pt x="519699" y="203672"/>
                </a:cubicBezTo>
                <a:lnTo>
                  <a:pt x="519699" y="236322"/>
                </a:lnTo>
                <a:cubicBezTo>
                  <a:pt x="924211" y="307066"/>
                  <a:pt x="1126469" y="537440"/>
                  <a:pt x="1126469" y="927440"/>
                </a:cubicBezTo>
                <a:lnTo>
                  <a:pt x="1126469" y="1735559"/>
                </a:lnTo>
                <a:cubicBezTo>
                  <a:pt x="1126469" y="1920583"/>
                  <a:pt x="1179526" y="2054816"/>
                  <a:pt x="1285643" y="2138257"/>
                </a:cubicBezTo>
                <a:cubicBezTo>
                  <a:pt x="1391759" y="2221700"/>
                  <a:pt x="1547307" y="2265235"/>
                  <a:pt x="1752283" y="2268863"/>
                </a:cubicBezTo>
                <a:lnTo>
                  <a:pt x="1752283" y="2649794"/>
                </a:lnTo>
                <a:cubicBezTo>
                  <a:pt x="1407632" y="2646166"/>
                  <a:pt x="1140980" y="2567259"/>
                  <a:pt x="952328" y="2413072"/>
                </a:cubicBezTo>
                <a:cubicBezTo>
                  <a:pt x="763677" y="2258886"/>
                  <a:pt x="669351" y="2042118"/>
                  <a:pt x="669351" y="1762768"/>
                </a:cubicBezTo>
                <a:lnTo>
                  <a:pt x="669351" y="938325"/>
                </a:lnTo>
                <a:cubicBezTo>
                  <a:pt x="669351" y="749673"/>
                  <a:pt x="612210" y="614986"/>
                  <a:pt x="497932" y="534265"/>
                </a:cubicBezTo>
                <a:cubicBezTo>
                  <a:pt x="383652" y="453545"/>
                  <a:pt x="217675" y="413183"/>
                  <a:pt x="0" y="413183"/>
                </a:cubicBezTo>
                <a:lnTo>
                  <a:pt x="0" y="29531"/>
                </a:lnTo>
                <a:cubicBezTo>
                  <a:pt x="58954" y="28624"/>
                  <a:pt x="113826" y="25223"/>
                  <a:pt x="164617" y="19328"/>
                </a:cubicBez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FF0D7E4-2040-456F-9008-7825A8FFBA4B}"/>
              </a:ext>
            </a:extLst>
          </p:cNvPr>
          <p:cNvSpPr/>
          <p:nvPr/>
        </p:nvSpPr>
        <p:spPr>
          <a:xfrm flipV="1">
            <a:off x="-15238" y="-12950"/>
            <a:ext cx="4398792" cy="4407969"/>
          </a:xfrm>
          <a:custGeom>
            <a:avLst/>
            <a:gdLst>
              <a:gd name="connsiteX0" fmla="*/ 0 w 4615373"/>
              <a:gd name="connsiteY0" fmla="*/ 0 h 4625981"/>
              <a:gd name="connsiteX1" fmla="*/ 3267310 w 4615373"/>
              <a:gd name="connsiteY1" fmla="*/ 1355564 h 4625981"/>
              <a:gd name="connsiteX2" fmla="*/ 4615361 w 4615373"/>
              <a:gd name="connsiteY2" fmla="*/ 4625981 h 4625981"/>
              <a:gd name="connsiteX3" fmla="*/ 0 w 4615373"/>
              <a:gd name="connsiteY3" fmla="*/ 4615373 h 4625981"/>
              <a:gd name="connsiteX4" fmla="*/ 0 w 4615373"/>
              <a:gd name="connsiteY4" fmla="*/ 0 h 4625981"/>
              <a:gd name="connsiteX0" fmla="*/ 0 w 4615373"/>
              <a:gd name="connsiteY0" fmla="*/ 0 h 4625981"/>
              <a:gd name="connsiteX1" fmla="*/ 3267310 w 4615373"/>
              <a:gd name="connsiteY1" fmla="*/ 1355564 h 4625981"/>
              <a:gd name="connsiteX2" fmla="*/ 4615361 w 4615373"/>
              <a:gd name="connsiteY2" fmla="*/ 4625981 h 4625981"/>
              <a:gd name="connsiteX3" fmla="*/ 3214 w 4615373"/>
              <a:gd name="connsiteY3" fmla="*/ 4621801 h 4625981"/>
              <a:gd name="connsiteX4" fmla="*/ 0 w 4615373"/>
              <a:gd name="connsiteY4" fmla="*/ 0 h 4625981"/>
              <a:gd name="connsiteX0" fmla="*/ 6428 w 4621801"/>
              <a:gd name="connsiteY0" fmla="*/ 0 h 4631443"/>
              <a:gd name="connsiteX1" fmla="*/ 3273738 w 4621801"/>
              <a:gd name="connsiteY1" fmla="*/ 1355564 h 4631443"/>
              <a:gd name="connsiteX2" fmla="*/ 4621789 w 4621801"/>
              <a:gd name="connsiteY2" fmla="*/ 4625981 h 4631443"/>
              <a:gd name="connsiteX3" fmla="*/ 0 w 4621801"/>
              <a:gd name="connsiteY3" fmla="*/ 4631443 h 4631443"/>
              <a:gd name="connsiteX4" fmla="*/ 6428 w 4621801"/>
              <a:gd name="connsiteY4" fmla="*/ 0 h 4631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1801" h="4631443">
                <a:moveTo>
                  <a:pt x="6428" y="0"/>
                </a:moveTo>
                <a:cubicBezTo>
                  <a:pt x="1232339" y="0"/>
                  <a:pt x="2407885" y="487718"/>
                  <a:pt x="3273738" y="1355564"/>
                </a:cubicBezTo>
                <a:cubicBezTo>
                  <a:pt x="4139592" y="2223409"/>
                  <a:pt x="4624607" y="3400073"/>
                  <a:pt x="4621789" y="4625981"/>
                </a:cubicBezTo>
                <a:lnTo>
                  <a:pt x="0" y="4631443"/>
                </a:lnTo>
                <a:cubicBezTo>
                  <a:pt x="0" y="3092985"/>
                  <a:pt x="6428" y="1538458"/>
                  <a:pt x="6428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1000">
                <a:schemeClr val="accent1">
                  <a:lumMod val="60000"/>
                  <a:lumOff val="40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41998D-0D37-45D2-B708-F50B0C6CEB63}"/>
              </a:ext>
            </a:extLst>
          </p:cNvPr>
          <p:cNvSpPr/>
          <p:nvPr/>
        </p:nvSpPr>
        <p:spPr>
          <a:xfrm>
            <a:off x="1374316" y="1354964"/>
            <a:ext cx="2702384" cy="41729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55600" dist="228600" dir="5400000" sx="97000" sy="9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A0DB66-9168-4FD4-B005-F330781D610D}"/>
              </a:ext>
            </a:extLst>
          </p:cNvPr>
          <p:cNvGrpSpPr/>
          <p:nvPr/>
        </p:nvGrpSpPr>
        <p:grpSpPr>
          <a:xfrm>
            <a:off x="1837866" y="5268686"/>
            <a:ext cx="1775284" cy="379284"/>
            <a:chOff x="1588403" y="782137"/>
            <a:chExt cx="3140074" cy="58744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5EA4676-026D-439A-BAB2-982A50E21FB8}"/>
                </a:ext>
              </a:extLst>
            </p:cNvPr>
            <p:cNvSpPr/>
            <p:nvPr/>
          </p:nvSpPr>
          <p:spPr>
            <a:xfrm>
              <a:off x="1588403" y="782137"/>
              <a:ext cx="3140074" cy="587448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1270000" dist="431800" dir="5400000" sx="77000" sy="77000" algn="t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latin typeface="Ubuntu" panose="020B050403060203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4AB9DA-08D6-4B51-9669-315D0630A9FE}"/>
                </a:ext>
              </a:extLst>
            </p:cNvPr>
            <p:cNvSpPr txBox="1"/>
            <p:nvPr/>
          </p:nvSpPr>
          <p:spPr>
            <a:xfrm>
              <a:off x="1904510" y="814872"/>
              <a:ext cx="2507860" cy="521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Ubuntu" panose="020B0504030602030204" pitchFamily="34" charset="0"/>
                </a:rPr>
                <a:t>Hello! world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8CCB2A5-431C-4E95-8789-898E356A326B}"/>
              </a:ext>
            </a:extLst>
          </p:cNvPr>
          <p:cNvSpPr txBox="1"/>
          <p:nvPr/>
        </p:nvSpPr>
        <p:spPr>
          <a:xfrm>
            <a:off x="5056131" y="1439710"/>
            <a:ext cx="6102382" cy="110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6600" b="1" dirty="0" err="1">
                <a:solidFill>
                  <a:srgbClr val="232A4E"/>
                </a:solidFill>
                <a:latin typeface="Ubuntu" panose="020B0504030602030204" pitchFamily="34" charset="0"/>
              </a:rPr>
              <a:t>Eino</a:t>
            </a:r>
            <a:r>
              <a:rPr lang="en-US" sz="6600" b="1" dirty="0">
                <a:solidFill>
                  <a:srgbClr val="232A4E"/>
                </a:solidFill>
                <a:latin typeface="Ubuntu" panose="020B0504030602030204" pitchFamily="34" charset="0"/>
              </a:rPr>
              <a:t> </a:t>
            </a:r>
            <a:r>
              <a:rPr lang="en-US" sz="6600" b="1" dirty="0" err="1">
                <a:solidFill>
                  <a:schemeClr val="accent4"/>
                </a:solidFill>
                <a:latin typeface="Ubuntu" panose="020B0504030602030204" pitchFamily="34" charset="0"/>
              </a:rPr>
              <a:t>Williric</a:t>
            </a:r>
            <a:endParaRPr lang="en-US" sz="6600" b="1" dirty="0">
              <a:solidFill>
                <a:schemeClr val="accent4"/>
              </a:solidFill>
              <a:latin typeface="Ubuntu" panose="020B0504030602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65D551-D948-4B5B-A9D4-5E73C6147193}"/>
              </a:ext>
            </a:extLst>
          </p:cNvPr>
          <p:cNvSpPr/>
          <p:nvPr/>
        </p:nvSpPr>
        <p:spPr>
          <a:xfrm>
            <a:off x="5056130" y="2615070"/>
            <a:ext cx="4873351" cy="88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another, so don't get hung too up on choosing your first language. 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F180BED-0292-42ED-90A4-3D2A2B0DAB7E}"/>
              </a:ext>
            </a:extLst>
          </p:cNvPr>
          <p:cNvGrpSpPr/>
          <p:nvPr/>
        </p:nvGrpSpPr>
        <p:grpSpPr>
          <a:xfrm>
            <a:off x="5158477" y="4050203"/>
            <a:ext cx="2766323" cy="130659"/>
            <a:chOff x="1588417" y="6754680"/>
            <a:chExt cx="4426117" cy="209054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78EDB81-20EA-48CC-9963-008764BCE2B1}"/>
                </a:ext>
              </a:extLst>
            </p:cNvPr>
            <p:cNvSpPr/>
            <p:nvPr/>
          </p:nvSpPr>
          <p:spPr>
            <a:xfrm>
              <a:off x="1588417" y="6802559"/>
              <a:ext cx="4426117" cy="11329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>
                <a:latin typeface="Ubuntu" panose="020B0504030602030204" pitchFamily="34" charset="0"/>
              </a:endParaRP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4F3F942-E95B-467A-B946-8B86DDA66504}"/>
                </a:ext>
              </a:extLst>
            </p:cNvPr>
            <p:cNvSpPr/>
            <p:nvPr/>
          </p:nvSpPr>
          <p:spPr>
            <a:xfrm>
              <a:off x="1588417" y="6802559"/>
              <a:ext cx="3593183" cy="113296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>
                <a:latin typeface="Ubuntu" panose="020B0504030602030204" pitchFamily="34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84927E5-E90E-4380-A171-5B78FE2E6D4C}"/>
                </a:ext>
              </a:extLst>
            </p:cNvPr>
            <p:cNvSpPr/>
            <p:nvPr/>
          </p:nvSpPr>
          <p:spPr>
            <a:xfrm>
              <a:off x="5077073" y="6754680"/>
              <a:ext cx="209054" cy="209054"/>
            </a:xfrm>
            <a:prstGeom prst="ellipse">
              <a:avLst/>
            </a:prstGeom>
            <a:solidFill>
              <a:schemeClr val="accent1"/>
            </a:solidFill>
            <a:ln w="63500">
              <a:solidFill>
                <a:schemeClr val="bg1"/>
              </a:solidFill>
            </a:ln>
            <a:effectLst>
              <a:outerShdw blurRad="1270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>
                <a:latin typeface="Ubuntu" panose="020B050403060203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FFA1531-0C96-4830-B78A-9664A6A556CD}"/>
              </a:ext>
            </a:extLst>
          </p:cNvPr>
          <p:cNvGrpSpPr/>
          <p:nvPr/>
        </p:nvGrpSpPr>
        <p:grpSpPr>
          <a:xfrm>
            <a:off x="5109287" y="3799684"/>
            <a:ext cx="2815513" cy="276229"/>
            <a:chOff x="1509714" y="6353854"/>
            <a:chExt cx="4504820" cy="441967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CBFE0FF-3D3F-421B-8858-847F065C25F9}"/>
                </a:ext>
              </a:extLst>
            </p:cNvPr>
            <p:cNvSpPr txBox="1"/>
            <p:nvPr/>
          </p:nvSpPr>
          <p:spPr>
            <a:xfrm>
              <a:off x="1509714" y="6353854"/>
              <a:ext cx="2738436" cy="441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750"/>
                </a:spcBef>
              </a:pPr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  <a:latin typeface="Ubuntu" panose="020B0504030602030204" pitchFamily="34" charset="0"/>
                </a:rPr>
                <a:t>C# Language 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1282086-0B3B-4DE2-AFC7-ED421F7301F0}"/>
                </a:ext>
              </a:extLst>
            </p:cNvPr>
            <p:cNvSpPr txBox="1"/>
            <p:nvPr/>
          </p:nvSpPr>
          <p:spPr>
            <a:xfrm>
              <a:off x="5286128" y="6353854"/>
              <a:ext cx="728406" cy="441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  <a:spcBef>
                  <a:spcPts val="750"/>
                </a:spcBef>
              </a:pPr>
              <a:r>
                <a:rPr lang="en-US" sz="1000" b="1" dirty="0">
                  <a:solidFill>
                    <a:schemeClr val="bg1">
                      <a:lumMod val="65000"/>
                    </a:schemeClr>
                  </a:solidFill>
                  <a:latin typeface="Ubuntu" panose="020B0504030602030204" pitchFamily="34" charset="0"/>
                </a:rPr>
                <a:t>85%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AA274D7-06E0-4B71-BE3A-38AC54842D2B}"/>
              </a:ext>
            </a:extLst>
          </p:cNvPr>
          <p:cNvGrpSpPr/>
          <p:nvPr/>
        </p:nvGrpSpPr>
        <p:grpSpPr>
          <a:xfrm>
            <a:off x="5158477" y="4549136"/>
            <a:ext cx="2766323" cy="130659"/>
            <a:chOff x="1588417" y="7552973"/>
            <a:chExt cx="4426117" cy="209054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BDBA2A7B-B907-4ECF-8398-2BE4058C54E3}"/>
                </a:ext>
              </a:extLst>
            </p:cNvPr>
            <p:cNvSpPr/>
            <p:nvPr/>
          </p:nvSpPr>
          <p:spPr>
            <a:xfrm>
              <a:off x="1588417" y="7600852"/>
              <a:ext cx="4426117" cy="11329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>
                <a:latin typeface="Ubuntu" panose="020B050403060203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4ABF7D2A-1B5E-4B65-A45A-7CB0F042982E}"/>
                </a:ext>
              </a:extLst>
            </p:cNvPr>
            <p:cNvSpPr/>
            <p:nvPr/>
          </p:nvSpPr>
          <p:spPr>
            <a:xfrm>
              <a:off x="1588417" y="7600852"/>
              <a:ext cx="2511143" cy="113296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>
                <a:latin typeface="Ubuntu" panose="020B0504030602030204" pitchFamily="34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15A1BB0-21E5-4CB7-9A45-1D8382EE9E77}"/>
                </a:ext>
              </a:extLst>
            </p:cNvPr>
            <p:cNvSpPr/>
            <p:nvPr/>
          </p:nvSpPr>
          <p:spPr>
            <a:xfrm>
              <a:off x="3995033" y="7552973"/>
              <a:ext cx="209054" cy="209054"/>
            </a:xfrm>
            <a:prstGeom prst="ellipse">
              <a:avLst/>
            </a:prstGeom>
            <a:solidFill>
              <a:schemeClr val="accent2"/>
            </a:solidFill>
            <a:ln w="63500">
              <a:solidFill>
                <a:schemeClr val="bg1"/>
              </a:solidFill>
            </a:ln>
            <a:effectLst>
              <a:outerShdw blurRad="1270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>
                <a:latin typeface="Ubuntu" panose="020B0504030602030204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8018E0F-502A-44EE-BFDD-5DF4803AED16}"/>
              </a:ext>
            </a:extLst>
          </p:cNvPr>
          <p:cNvGrpSpPr/>
          <p:nvPr/>
        </p:nvGrpSpPr>
        <p:grpSpPr>
          <a:xfrm>
            <a:off x="5109287" y="4298617"/>
            <a:ext cx="2815513" cy="276229"/>
            <a:chOff x="1509714" y="7152147"/>
            <a:chExt cx="4504820" cy="441967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5D1EB3B-CCFF-4F1E-A586-7340317A4EE2}"/>
                </a:ext>
              </a:extLst>
            </p:cNvPr>
            <p:cNvSpPr txBox="1"/>
            <p:nvPr/>
          </p:nvSpPr>
          <p:spPr>
            <a:xfrm>
              <a:off x="1509714" y="7152147"/>
              <a:ext cx="2738436" cy="441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750"/>
                </a:spcBef>
              </a:pPr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  <a:latin typeface="Ubuntu" panose="020B0504030602030204" pitchFamily="34" charset="0"/>
                </a:rPr>
                <a:t>Golang Language 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93CA436-1A98-4AED-8442-BEE9BFF9C414}"/>
                </a:ext>
              </a:extLst>
            </p:cNvPr>
            <p:cNvSpPr txBox="1"/>
            <p:nvPr/>
          </p:nvSpPr>
          <p:spPr>
            <a:xfrm>
              <a:off x="5286128" y="7152147"/>
              <a:ext cx="728406" cy="441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  <a:spcBef>
                  <a:spcPts val="750"/>
                </a:spcBef>
              </a:pPr>
              <a:r>
                <a:rPr lang="en-US" sz="1000" b="1" dirty="0">
                  <a:solidFill>
                    <a:schemeClr val="bg1">
                      <a:lumMod val="65000"/>
                    </a:schemeClr>
                  </a:solidFill>
                  <a:latin typeface="Ubuntu" panose="020B0504030602030204" pitchFamily="34" charset="0"/>
                </a:rPr>
                <a:t>60%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F279858-9A5F-4617-B86A-AC074E5EA25F}"/>
              </a:ext>
            </a:extLst>
          </p:cNvPr>
          <p:cNvGrpSpPr/>
          <p:nvPr/>
        </p:nvGrpSpPr>
        <p:grpSpPr>
          <a:xfrm>
            <a:off x="5158477" y="5048069"/>
            <a:ext cx="2766323" cy="130659"/>
            <a:chOff x="1588417" y="8351266"/>
            <a:chExt cx="4426117" cy="209054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DF23A0F3-2CCF-4161-B54E-DB66887FC556}"/>
                </a:ext>
              </a:extLst>
            </p:cNvPr>
            <p:cNvSpPr/>
            <p:nvPr/>
          </p:nvSpPr>
          <p:spPr>
            <a:xfrm>
              <a:off x="1588417" y="8399145"/>
              <a:ext cx="4426117" cy="11329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>
                <a:latin typeface="Ubuntu" panose="020B0504030602030204" pitchFamily="34" charset="0"/>
              </a:endParaRP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752080F4-F307-4C54-AEE8-29ADE939C6D7}"/>
                </a:ext>
              </a:extLst>
            </p:cNvPr>
            <p:cNvSpPr/>
            <p:nvPr/>
          </p:nvSpPr>
          <p:spPr>
            <a:xfrm>
              <a:off x="1588418" y="8399145"/>
              <a:ext cx="3059782" cy="113296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>
                <a:latin typeface="Ubuntu" panose="020B0504030602030204" pitchFamily="34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465233B-5A3A-4100-B6B4-B09F466FAFB7}"/>
                </a:ext>
              </a:extLst>
            </p:cNvPr>
            <p:cNvSpPr/>
            <p:nvPr/>
          </p:nvSpPr>
          <p:spPr>
            <a:xfrm>
              <a:off x="4543674" y="8351266"/>
              <a:ext cx="209054" cy="209054"/>
            </a:xfrm>
            <a:prstGeom prst="ellipse">
              <a:avLst/>
            </a:prstGeom>
            <a:solidFill>
              <a:schemeClr val="accent3"/>
            </a:solidFill>
            <a:ln w="63500">
              <a:solidFill>
                <a:schemeClr val="bg1"/>
              </a:solidFill>
            </a:ln>
            <a:effectLst>
              <a:outerShdw blurRad="1270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>
                <a:latin typeface="Ubuntu" panose="020B0504030602030204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5CD40C1-451B-4F99-93FB-34D846B8F853}"/>
              </a:ext>
            </a:extLst>
          </p:cNvPr>
          <p:cNvGrpSpPr/>
          <p:nvPr/>
        </p:nvGrpSpPr>
        <p:grpSpPr>
          <a:xfrm>
            <a:off x="5109287" y="4797550"/>
            <a:ext cx="2815513" cy="276229"/>
            <a:chOff x="1509714" y="7950440"/>
            <a:chExt cx="4504820" cy="44196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A106D8B-3CB1-4B73-BEC3-2F06D408BF77}"/>
                </a:ext>
              </a:extLst>
            </p:cNvPr>
            <p:cNvSpPr txBox="1"/>
            <p:nvPr/>
          </p:nvSpPr>
          <p:spPr>
            <a:xfrm>
              <a:off x="1509714" y="7950440"/>
              <a:ext cx="2738436" cy="441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750"/>
                </a:spcBef>
              </a:pPr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  <a:latin typeface="Ubuntu" panose="020B0504030602030204" pitchFamily="34" charset="0"/>
                </a:rPr>
                <a:t>Python Language 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C7FE3BC-95AB-48BC-9AC9-602676BFE9DD}"/>
                </a:ext>
              </a:extLst>
            </p:cNvPr>
            <p:cNvSpPr txBox="1"/>
            <p:nvPr/>
          </p:nvSpPr>
          <p:spPr>
            <a:xfrm>
              <a:off x="5286128" y="7950440"/>
              <a:ext cx="728406" cy="441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  <a:spcBef>
                  <a:spcPts val="750"/>
                </a:spcBef>
              </a:pPr>
              <a:r>
                <a:rPr lang="en-US" sz="1000" b="1" dirty="0">
                  <a:solidFill>
                    <a:schemeClr val="bg1">
                      <a:lumMod val="65000"/>
                    </a:schemeClr>
                  </a:solidFill>
                  <a:latin typeface="Ubuntu" panose="020B0504030602030204" pitchFamily="34" charset="0"/>
                </a:rPr>
                <a:t>72%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B72558E-AE5D-408F-A21A-341B4074DD17}"/>
              </a:ext>
            </a:extLst>
          </p:cNvPr>
          <p:cNvGrpSpPr/>
          <p:nvPr/>
        </p:nvGrpSpPr>
        <p:grpSpPr>
          <a:xfrm>
            <a:off x="3765398" y="1510765"/>
            <a:ext cx="407470" cy="407470"/>
            <a:chOff x="11622505" y="2117558"/>
            <a:chExt cx="995746" cy="995746"/>
          </a:xfrm>
          <a:effectLst>
            <a:outerShdw blurRad="368300" dist="38100" dir="5400000" algn="t" rotWithShape="0">
              <a:schemeClr val="accent3">
                <a:alpha val="40000"/>
              </a:schemeClr>
            </a:outerShdw>
          </a:effectLst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20819A6-91BE-4D49-9079-9540D5E6E176}"/>
                </a:ext>
              </a:extLst>
            </p:cNvPr>
            <p:cNvSpPr/>
            <p:nvPr/>
          </p:nvSpPr>
          <p:spPr>
            <a:xfrm>
              <a:off x="11622505" y="2117558"/>
              <a:ext cx="995746" cy="99574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46">
              <a:extLst>
                <a:ext uri="{FF2B5EF4-FFF2-40B4-BE49-F238E27FC236}">
                  <a16:creationId xmlns:a16="http://schemas.microsoft.com/office/drawing/2014/main" id="{85953235-6A0D-4453-A12B-E64EA8958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3074" y="2398538"/>
              <a:ext cx="454608" cy="433786"/>
            </a:xfrm>
            <a:custGeom>
              <a:avLst/>
              <a:gdLst>
                <a:gd name="T0" fmla="*/ 163754 w 461"/>
                <a:gd name="T1" fmla="*/ 150508 h 443"/>
                <a:gd name="T2" fmla="*/ 163754 w 461"/>
                <a:gd name="T3" fmla="*/ 150508 h 443"/>
                <a:gd name="T4" fmla="*/ 128116 w 461"/>
                <a:gd name="T5" fmla="*/ 111089 h 443"/>
                <a:gd name="T6" fmla="*/ 139845 w 461"/>
                <a:gd name="T7" fmla="*/ 87349 h 443"/>
                <a:gd name="T8" fmla="*/ 147965 w 461"/>
                <a:gd name="T9" fmla="*/ 67639 h 443"/>
                <a:gd name="T10" fmla="*/ 143905 w 461"/>
                <a:gd name="T11" fmla="*/ 59128 h 443"/>
                <a:gd name="T12" fmla="*/ 147965 w 461"/>
                <a:gd name="T13" fmla="*/ 39419 h 443"/>
                <a:gd name="T14" fmla="*/ 103756 w 461"/>
                <a:gd name="T15" fmla="*/ 0 h 443"/>
                <a:gd name="T16" fmla="*/ 59547 w 461"/>
                <a:gd name="T17" fmla="*/ 39419 h 443"/>
                <a:gd name="T18" fmla="*/ 63607 w 461"/>
                <a:gd name="T19" fmla="*/ 59128 h 443"/>
                <a:gd name="T20" fmla="*/ 59547 w 461"/>
                <a:gd name="T21" fmla="*/ 67639 h 443"/>
                <a:gd name="T22" fmla="*/ 67667 w 461"/>
                <a:gd name="T23" fmla="*/ 87349 h 443"/>
                <a:gd name="T24" fmla="*/ 79847 w 461"/>
                <a:gd name="T25" fmla="*/ 111089 h 443"/>
                <a:gd name="T26" fmla="*/ 43758 w 461"/>
                <a:gd name="T27" fmla="*/ 150508 h 443"/>
                <a:gd name="T28" fmla="*/ 0 w 461"/>
                <a:gd name="T29" fmla="*/ 178281 h 443"/>
                <a:gd name="T30" fmla="*/ 0 w 461"/>
                <a:gd name="T31" fmla="*/ 197990 h 443"/>
                <a:gd name="T32" fmla="*/ 103756 w 461"/>
                <a:gd name="T33" fmla="*/ 197990 h 443"/>
                <a:gd name="T34" fmla="*/ 207512 w 461"/>
                <a:gd name="T35" fmla="*/ 197990 h 443"/>
                <a:gd name="T36" fmla="*/ 207512 w 461"/>
                <a:gd name="T37" fmla="*/ 178281 h 443"/>
                <a:gd name="T38" fmla="*/ 163754 w 461"/>
                <a:gd name="T39" fmla="*/ 150508 h 44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461" h="443">
                  <a:moveTo>
                    <a:pt x="363" y="336"/>
                  </a:moveTo>
                  <a:lnTo>
                    <a:pt x="363" y="336"/>
                  </a:lnTo>
                  <a:cubicBezTo>
                    <a:pt x="301" y="310"/>
                    <a:pt x="284" y="292"/>
                    <a:pt x="284" y="248"/>
                  </a:cubicBezTo>
                  <a:cubicBezTo>
                    <a:pt x="284" y="230"/>
                    <a:pt x="301" y="239"/>
                    <a:pt x="310" y="195"/>
                  </a:cubicBezTo>
                  <a:cubicBezTo>
                    <a:pt x="310" y="176"/>
                    <a:pt x="328" y="195"/>
                    <a:pt x="328" y="151"/>
                  </a:cubicBezTo>
                  <a:cubicBezTo>
                    <a:pt x="328" y="132"/>
                    <a:pt x="319" y="132"/>
                    <a:pt x="319" y="132"/>
                  </a:cubicBezTo>
                  <a:cubicBezTo>
                    <a:pt x="319" y="132"/>
                    <a:pt x="328" y="106"/>
                    <a:pt x="328" y="88"/>
                  </a:cubicBezTo>
                  <a:cubicBezTo>
                    <a:pt x="328" y="61"/>
                    <a:pt x="319" y="0"/>
                    <a:pt x="230" y="0"/>
                  </a:cubicBezTo>
                  <a:cubicBezTo>
                    <a:pt x="141" y="0"/>
                    <a:pt x="132" y="61"/>
                    <a:pt x="132" y="88"/>
                  </a:cubicBezTo>
                  <a:cubicBezTo>
                    <a:pt x="132" y="106"/>
                    <a:pt x="141" y="132"/>
                    <a:pt x="141" y="132"/>
                  </a:cubicBezTo>
                  <a:cubicBezTo>
                    <a:pt x="141" y="132"/>
                    <a:pt x="132" y="132"/>
                    <a:pt x="132" y="151"/>
                  </a:cubicBezTo>
                  <a:cubicBezTo>
                    <a:pt x="132" y="195"/>
                    <a:pt x="150" y="176"/>
                    <a:pt x="150" y="195"/>
                  </a:cubicBezTo>
                  <a:cubicBezTo>
                    <a:pt x="159" y="239"/>
                    <a:pt x="177" y="230"/>
                    <a:pt x="177" y="248"/>
                  </a:cubicBezTo>
                  <a:cubicBezTo>
                    <a:pt x="177" y="292"/>
                    <a:pt x="159" y="310"/>
                    <a:pt x="97" y="336"/>
                  </a:cubicBezTo>
                  <a:cubicBezTo>
                    <a:pt x="35" y="354"/>
                    <a:pt x="0" y="380"/>
                    <a:pt x="0" y="398"/>
                  </a:cubicBezTo>
                  <a:cubicBezTo>
                    <a:pt x="0" y="407"/>
                    <a:pt x="0" y="442"/>
                    <a:pt x="0" y="442"/>
                  </a:cubicBezTo>
                  <a:cubicBezTo>
                    <a:pt x="230" y="442"/>
                    <a:pt x="230" y="442"/>
                    <a:pt x="230" y="442"/>
                  </a:cubicBezTo>
                  <a:cubicBezTo>
                    <a:pt x="460" y="442"/>
                    <a:pt x="460" y="442"/>
                    <a:pt x="460" y="442"/>
                  </a:cubicBezTo>
                  <a:cubicBezTo>
                    <a:pt x="460" y="442"/>
                    <a:pt x="460" y="407"/>
                    <a:pt x="460" y="398"/>
                  </a:cubicBezTo>
                  <a:cubicBezTo>
                    <a:pt x="460" y="380"/>
                    <a:pt x="425" y="354"/>
                    <a:pt x="363" y="336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ABF7E3-482C-4200-96BD-3654ED130B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04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8" presetClass="entr" presetSubtype="3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8" presetClass="entr" presetSubtype="3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0" grpId="0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2D5A5FC-ED42-45CF-970F-7C9DBD86BF54}"/>
              </a:ext>
            </a:extLst>
          </p:cNvPr>
          <p:cNvSpPr/>
          <p:nvPr/>
        </p:nvSpPr>
        <p:spPr>
          <a:xfrm>
            <a:off x="6100365" y="4381513"/>
            <a:ext cx="3044842" cy="1371588"/>
          </a:xfrm>
          <a:prstGeom prst="roundRect">
            <a:avLst>
              <a:gd name="adj" fmla="val 6993"/>
            </a:avLst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6C478A1-B2CF-4DF5-9230-A84E00634192}"/>
              </a:ext>
            </a:extLst>
          </p:cNvPr>
          <p:cNvSpPr/>
          <p:nvPr/>
        </p:nvSpPr>
        <p:spPr>
          <a:xfrm rot="10800000">
            <a:off x="8981768" y="1981200"/>
            <a:ext cx="3224980" cy="4876800"/>
          </a:xfrm>
          <a:custGeom>
            <a:avLst/>
            <a:gdLst>
              <a:gd name="connsiteX0" fmla="*/ 272225 w 1752283"/>
              <a:gd name="connsiteY0" fmla="*/ 0 h 2649794"/>
              <a:gd name="connsiteX1" fmla="*/ 950806 w 1752283"/>
              <a:gd name="connsiteY1" fmla="*/ 0 h 2649794"/>
              <a:gd name="connsiteX2" fmla="*/ 889449 w 1752283"/>
              <a:gd name="connsiteY2" fmla="*/ 56741 h 2649794"/>
              <a:gd name="connsiteX3" fmla="*/ 519699 w 1752283"/>
              <a:gd name="connsiteY3" fmla="*/ 203672 h 2649794"/>
              <a:gd name="connsiteX4" fmla="*/ 519699 w 1752283"/>
              <a:gd name="connsiteY4" fmla="*/ 236322 h 2649794"/>
              <a:gd name="connsiteX5" fmla="*/ 1126469 w 1752283"/>
              <a:gd name="connsiteY5" fmla="*/ 927440 h 2649794"/>
              <a:gd name="connsiteX6" fmla="*/ 1126469 w 1752283"/>
              <a:gd name="connsiteY6" fmla="*/ 1735559 h 2649794"/>
              <a:gd name="connsiteX7" fmla="*/ 1285643 w 1752283"/>
              <a:gd name="connsiteY7" fmla="*/ 2138257 h 2649794"/>
              <a:gd name="connsiteX8" fmla="*/ 1752283 w 1752283"/>
              <a:gd name="connsiteY8" fmla="*/ 2268863 h 2649794"/>
              <a:gd name="connsiteX9" fmla="*/ 1752283 w 1752283"/>
              <a:gd name="connsiteY9" fmla="*/ 2649794 h 2649794"/>
              <a:gd name="connsiteX10" fmla="*/ 952328 w 1752283"/>
              <a:gd name="connsiteY10" fmla="*/ 2413072 h 2649794"/>
              <a:gd name="connsiteX11" fmla="*/ 669351 w 1752283"/>
              <a:gd name="connsiteY11" fmla="*/ 1762768 h 2649794"/>
              <a:gd name="connsiteX12" fmla="*/ 669351 w 1752283"/>
              <a:gd name="connsiteY12" fmla="*/ 938325 h 2649794"/>
              <a:gd name="connsiteX13" fmla="*/ 497932 w 1752283"/>
              <a:gd name="connsiteY13" fmla="*/ 534265 h 2649794"/>
              <a:gd name="connsiteX14" fmla="*/ 0 w 1752283"/>
              <a:gd name="connsiteY14" fmla="*/ 413183 h 2649794"/>
              <a:gd name="connsiteX15" fmla="*/ 0 w 1752283"/>
              <a:gd name="connsiteY15" fmla="*/ 29531 h 2649794"/>
              <a:gd name="connsiteX16" fmla="*/ 164617 w 1752283"/>
              <a:gd name="connsiteY16" fmla="*/ 19328 h 264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52283" h="2649794">
                <a:moveTo>
                  <a:pt x="272225" y="0"/>
                </a:moveTo>
                <a:lnTo>
                  <a:pt x="950806" y="0"/>
                </a:lnTo>
                <a:lnTo>
                  <a:pt x="889449" y="56741"/>
                </a:lnTo>
                <a:cubicBezTo>
                  <a:pt x="794641" y="128166"/>
                  <a:pt x="671391" y="177143"/>
                  <a:pt x="519699" y="203672"/>
                </a:cubicBezTo>
                <a:lnTo>
                  <a:pt x="519699" y="236322"/>
                </a:lnTo>
                <a:cubicBezTo>
                  <a:pt x="924211" y="307066"/>
                  <a:pt x="1126469" y="537440"/>
                  <a:pt x="1126469" y="927440"/>
                </a:cubicBezTo>
                <a:lnTo>
                  <a:pt x="1126469" y="1735559"/>
                </a:lnTo>
                <a:cubicBezTo>
                  <a:pt x="1126469" y="1920583"/>
                  <a:pt x="1179526" y="2054816"/>
                  <a:pt x="1285643" y="2138257"/>
                </a:cubicBezTo>
                <a:cubicBezTo>
                  <a:pt x="1391759" y="2221700"/>
                  <a:pt x="1547307" y="2265235"/>
                  <a:pt x="1752283" y="2268863"/>
                </a:cubicBezTo>
                <a:lnTo>
                  <a:pt x="1752283" y="2649794"/>
                </a:lnTo>
                <a:cubicBezTo>
                  <a:pt x="1407632" y="2646166"/>
                  <a:pt x="1140980" y="2567259"/>
                  <a:pt x="952328" y="2413072"/>
                </a:cubicBezTo>
                <a:cubicBezTo>
                  <a:pt x="763677" y="2258886"/>
                  <a:pt x="669351" y="2042118"/>
                  <a:pt x="669351" y="1762768"/>
                </a:cubicBezTo>
                <a:lnTo>
                  <a:pt x="669351" y="938325"/>
                </a:lnTo>
                <a:cubicBezTo>
                  <a:pt x="669351" y="749673"/>
                  <a:pt x="612210" y="614986"/>
                  <a:pt x="497932" y="534265"/>
                </a:cubicBezTo>
                <a:cubicBezTo>
                  <a:pt x="383652" y="453545"/>
                  <a:pt x="217675" y="413183"/>
                  <a:pt x="0" y="413183"/>
                </a:cubicBezTo>
                <a:lnTo>
                  <a:pt x="0" y="29531"/>
                </a:lnTo>
                <a:cubicBezTo>
                  <a:pt x="58954" y="28624"/>
                  <a:pt x="113826" y="25223"/>
                  <a:pt x="164617" y="193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3DE33A-0017-4CF3-850A-912F54B45DFD}"/>
              </a:ext>
            </a:extLst>
          </p:cNvPr>
          <p:cNvSpPr/>
          <p:nvPr/>
        </p:nvSpPr>
        <p:spPr>
          <a:xfrm>
            <a:off x="2903439" y="1393042"/>
            <a:ext cx="51090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Frequently Asked Questions </a:t>
            </a:r>
            <a:r>
              <a:rPr lang="en-US" sz="3600" b="1" dirty="0">
                <a:solidFill>
                  <a:schemeClr val="accent4"/>
                </a:solidFill>
                <a:latin typeface="Ubuntu" panose="020B0504030602030204" pitchFamily="34" charset="0"/>
              </a:rPr>
              <a:t>(FAQ)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F6C20E-D7CF-446B-B7C0-891692CD77F3}"/>
              </a:ext>
            </a:extLst>
          </p:cNvPr>
          <p:cNvSpPr/>
          <p:nvPr/>
        </p:nvSpPr>
        <p:spPr>
          <a:xfrm>
            <a:off x="2903439" y="3030424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a-DK" sz="1400" b="1" dirty="0">
                <a:solidFill>
                  <a:schemeClr val="bg1"/>
                </a:solidFill>
                <a:latin typeface="Ubuntu" panose="020B0504030602030204" pitchFamily="34" charset="0"/>
              </a:rPr>
              <a:t>General</a:t>
            </a:r>
            <a:endParaRPr lang="en-US" sz="1400" b="1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0DDF1A-949C-4111-A5F0-66941E1F249F}"/>
              </a:ext>
            </a:extLst>
          </p:cNvPr>
          <p:cNvSpPr/>
          <p:nvPr/>
        </p:nvSpPr>
        <p:spPr>
          <a:xfrm>
            <a:off x="2903439" y="3463952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BA71DD-17D8-4417-86B4-3469F328D253}"/>
              </a:ext>
            </a:extLst>
          </p:cNvPr>
          <p:cNvSpPr/>
          <p:nvPr/>
        </p:nvSpPr>
        <p:spPr>
          <a:xfrm>
            <a:off x="6244687" y="3030424"/>
            <a:ext cx="2192477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bg1"/>
                </a:solidFill>
                <a:latin typeface="Ubuntu" panose="020B0504030602030204" pitchFamily="34" charset="0"/>
              </a:rPr>
              <a:t>How do I get started?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428CFE-E086-4585-A0F3-4B32A5E97CB6}"/>
              </a:ext>
            </a:extLst>
          </p:cNvPr>
          <p:cNvSpPr/>
          <p:nvPr/>
        </p:nvSpPr>
        <p:spPr>
          <a:xfrm>
            <a:off x="6244688" y="3463952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6D9DB8-BF30-47E4-8863-9F700BCE6764}"/>
              </a:ext>
            </a:extLst>
          </p:cNvPr>
          <p:cNvSpPr/>
          <p:nvPr/>
        </p:nvSpPr>
        <p:spPr>
          <a:xfrm>
            <a:off x="2903439" y="4510684"/>
            <a:ext cx="2629074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bg1"/>
                </a:solidFill>
                <a:latin typeface="Ubuntu" panose="020B0504030602030204" pitchFamily="34" charset="0"/>
              </a:rPr>
              <a:t>What time should I arrive?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FC950E-AF0B-48CB-B243-DB53F1CA30F5}"/>
              </a:ext>
            </a:extLst>
          </p:cNvPr>
          <p:cNvSpPr/>
          <p:nvPr/>
        </p:nvSpPr>
        <p:spPr>
          <a:xfrm>
            <a:off x="2903439" y="4944212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8FAA12-46D8-4EC3-8C78-3B5C4919297C}"/>
              </a:ext>
            </a:extLst>
          </p:cNvPr>
          <p:cNvSpPr/>
          <p:nvPr/>
        </p:nvSpPr>
        <p:spPr>
          <a:xfrm>
            <a:off x="6244687" y="4510684"/>
            <a:ext cx="2741212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bg1"/>
                </a:solidFill>
                <a:latin typeface="Ubuntu" panose="020B0504030602030204" pitchFamily="34" charset="0"/>
              </a:rPr>
              <a:t>Do I have to reserve my spot?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174C57-2FFC-47FF-A529-07597D5439FD}"/>
              </a:ext>
            </a:extLst>
          </p:cNvPr>
          <p:cNvSpPr/>
          <p:nvPr/>
        </p:nvSpPr>
        <p:spPr>
          <a:xfrm>
            <a:off x="6244688" y="4944212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3CFEAAD-E030-43D9-8324-BA251211A155}"/>
              </a:ext>
            </a:extLst>
          </p:cNvPr>
          <p:cNvSpPr/>
          <p:nvPr/>
        </p:nvSpPr>
        <p:spPr>
          <a:xfrm>
            <a:off x="687639" y="0"/>
            <a:ext cx="1625088" cy="2457450"/>
          </a:xfrm>
          <a:custGeom>
            <a:avLst/>
            <a:gdLst>
              <a:gd name="connsiteX0" fmla="*/ 272225 w 1752283"/>
              <a:gd name="connsiteY0" fmla="*/ 0 h 2649794"/>
              <a:gd name="connsiteX1" fmla="*/ 950806 w 1752283"/>
              <a:gd name="connsiteY1" fmla="*/ 0 h 2649794"/>
              <a:gd name="connsiteX2" fmla="*/ 889449 w 1752283"/>
              <a:gd name="connsiteY2" fmla="*/ 56741 h 2649794"/>
              <a:gd name="connsiteX3" fmla="*/ 519699 w 1752283"/>
              <a:gd name="connsiteY3" fmla="*/ 203672 h 2649794"/>
              <a:gd name="connsiteX4" fmla="*/ 519699 w 1752283"/>
              <a:gd name="connsiteY4" fmla="*/ 236322 h 2649794"/>
              <a:gd name="connsiteX5" fmla="*/ 1126469 w 1752283"/>
              <a:gd name="connsiteY5" fmla="*/ 927440 h 2649794"/>
              <a:gd name="connsiteX6" fmla="*/ 1126469 w 1752283"/>
              <a:gd name="connsiteY6" fmla="*/ 1735559 h 2649794"/>
              <a:gd name="connsiteX7" fmla="*/ 1285643 w 1752283"/>
              <a:gd name="connsiteY7" fmla="*/ 2138257 h 2649794"/>
              <a:gd name="connsiteX8" fmla="*/ 1752283 w 1752283"/>
              <a:gd name="connsiteY8" fmla="*/ 2268863 h 2649794"/>
              <a:gd name="connsiteX9" fmla="*/ 1752283 w 1752283"/>
              <a:gd name="connsiteY9" fmla="*/ 2649794 h 2649794"/>
              <a:gd name="connsiteX10" fmla="*/ 952328 w 1752283"/>
              <a:gd name="connsiteY10" fmla="*/ 2413072 h 2649794"/>
              <a:gd name="connsiteX11" fmla="*/ 669351 w 1752283"/>
              <a:gd name="connsiteY11" fmla="*/ 1762768 h 2649794"/>
              <a:gd name="connsiteX12" fmla="*/ 669351 w 1752283"/>
              <a:gd name="connsiteY12" fmla="*/ 938325 h 2649794"/>
              <a:gd name="connsiteX13" fmla="*/ 497932 w 1752283"/>
              <a:gd name="connsiteY13" fmla="*/ 534265 h 2649794"/>
              <a:gd name="connsiteX14" fmla="*/ 0 w 1752283"/>
              <a:gd name="connsiteY14" fmla="*/ 413183 h 2649794"/>
              <a:gd name="connsiteX15" fmla="*/ 0 w 1752283"/>
              <a:gd name="connsiteY15" fmla="*/ 29531 h 2649794"/>
              <a:gd name="connsiteX16" fmla="*/ 164617 w 1752283"/>
              <a:gd name="connsiteY16" fmla="*/ 19328 h 264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52283" h="2649794">
                <a:moveTo>
                  <a:pt x="272225" y="0"/>
                </a:moveTo>
                <a:lnTo>
                  <a:pt x="950806" y="0"/>
                </a:lnTo>
                <a:lnTo>
                  <a:pt x="889449" y="56741"/>
                </a:lnTo>
                <a:cubicBezTo>
                  <a:pt x="794641" y="128166"/>
                  <a:pt x="671391" y="177143"/>
                  <a:pt x="519699" y="203672"/>
                </a:cubicBezTo>
                <a:lnTo>
                  <a:pt x="519699" y="236322"/>
                </a:lnTo>
                <a:cubicBezTo>
                  <a:pt x="924211" y="307066"/>
                  <a:pt x="1126469" y="537440"/>
                  <a:pt x="1126469" y="927440"/>
                </a:cubicBezTo>
                <a:lnTo>
                  <a:pt x="1126469" y="1735559"/>
                </a:lnTo>
                <a:cubicBezTo>
                  <a:pt x="1126469" y="1920583"/>
                  <a:pt x="1179526" y="2054816"/>
                  <a:pt x="1285643" y="2138257"/>
                </a:cubicBezTo>
                <a:cubicBezTo>
                  <a:pt x="1391759" y="2221700"/>
                  <a:pt x="1547307" y="2265235"/>
                  <a:pt x="1752283" y="2268863"/>
                </a:cubicBezTo>
                <a:lnTo>
                  <a:pt x="1752283" y="2649794"/>
                </a:lnTo>
                <a:cubicBezTo>
                  <a:pt x="1407632" y="2646166"/>
                  <a:pt x="1140980" y="2567259"/>
                  <a:pt x="952328" y="2413072"/>
                </a:cubicBezTo>
                <a:cubicBezTo>
                  <a:pt x="763677" y="2258886"/>
                  <a:pt x="669351" y="2042118"/>
                  <a:pt x="669351" y="1762768"/>
                </a:cubicBezTo>
                <a:lnTo>
                  <a:pt x="669351" y="938325"/>
                </a:lnTo>
                <a:cubicBezTo>
                  <a:pt x="669351" y="749673"/>
                  <a:pt x="612210" y="614986"/>
                  <a:pt x="497932" y="534265"/>
                </a:cubicBezTo>
                <a:cubicBezTo>
                  <a:pt x="383652" y="453545"/>
                  <a:pt x="217675" y="413183"/>
                  <a:pt x="0" y="413183"/>
                </a:cubicBezTo>
                <a:lnTo>
                  <a:pt x="0" y="29531"/>
                </a:lnTo>
                <a:cubicBezTo>
                  <a:pt x="58954" y="28624"/>
                  <a:pt x="113826" y="25223"/>
                  <a:pt x="164617" y="193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4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2" presetClass="entr" presetSubtype="8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8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8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2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3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2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6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7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3" grpId="0" animBg="1"/>
          <p:bldP spid="8" grpId="0"/>
          <p:bldP spid="9" grpId="0"/>
          <p:bldP spid="10" grpId="0"/>
          <p:bldP spid="11" grpId="0"/>
          <p:bldP spid="12" grpId="0"/>
          <p:bldP spid="13" grpId="0"/>
          <p:bldP spid="14" grpId="0"/>
          <p:bldP spid="15" grpId="0"/>
          <p:bldP spid="17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2" presetClass="entr" presetSubtype="8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8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8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2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3" grpId="0" animBg="1"/>
          <p:bldP spid="8" grpId="0"/>
          <p:bldP spid="9" grpId="0"/>
          <p:bldP spid="10" grpId="0"/>
          <p:bldP spid="11" grpId="0"/>
          <p:bldP spid="12" grpId="0"/>
          <p:bldP spid="13" grpId="0"/>
          <p:bldP spid="14" grpId="0"/>
          <p:bldP spid="15" grpId="0"/>
          <p:bldP spid="17" grpId="0" animBg="1"/>
        </p:bldLst>
      </p:timing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498070-B9D9-4830-88A8-C7F370F01C12}"/>
              </a:ext>
            </a:extLst>
          </p:cNvPr>
          <p:cNvSpPr/>
          <p:nvPr/>
        </p:nvSpPr>
        <p:spPr>
          <a:xfrm>
            <a:off x="0" y="-47307"/>
            <a:ext cx="12192000" cy="6905307"/>
          </a:xfrm>
          <a:prstGeom prst="rect">
            <a:avLst/>
          </a:prstGeom>
          <a:gradFill>
            <a:gsLst>
              <a:gs pos="0">
                <a:schemeClr val="accent2"/>
              </a:gs>
              <a:gs pos="99000">
                <a:schemeClr val="accent2">
                  <a:lumMod val="60000"/>
                  <a:lumOff val="40000"/>
                  <a:alpha val="69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438CF56-ABA7-44F3-A6F1-3F6BF9A4B282}"/>
              </a:ext>
            </a:extLst>
          </p:cNvPr>
          <p:cNvGrpSpPr/>
          <p:nvPr/>
        </p:nvGrpSpPr>
        <p:grpSpPr>
          <a:xfrm>
            <a:off x="609600" y="-47306"/>
            <a:ext cx="11217337" cy="6905308"/>
            <a:chOff x="3512828" y="1479894"/>
            <a:chExt cx="4207545" cy="2590133"/>
          </a:xfrm>
          <a:solidFill>
            <a:schemeClr val="bg1">
              <a:alpha val="18000"/>
            </a:schemeClr>
          </a:solidFill>
        </p:grpSpPr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EBB187D9-08BF-4D38-AF48-7B4623F0D26F}"/>
                </a:ext>
              </a:extLst>
            </p:cNvPr>
            <p:cNvSpPr/>
            <p:nvPr/>
          </p:nvSpPr>
          <p:spPr>
            <a:xfrm>
              <a:off x="5371012" y="1479894"/>
              <a:ext cx="2349361" cy="2590133"/>
            </a:xfrm>
            <a:custGeom>
              <a:avLst/>
              <a:gdLst/>
              <a:ahLst/>
              <a:cxnLst/>
              <a:rect l="l" t="t" r="r" b="b"/>
              <a:pathLst>
                <a:path w="2349361" h="2590133">
                  <a:moveTo>
                    <a:pt x="1805798" y="0"/>
                  </a:moveTo>
                  <a:lnTo>
                    <a:pt x="2349361" y="0"/>
                  </a:lnTo>
                  <a:lnTo>
                    <a:pt x="539915" y="2590133"/>
                  </a:lnTo>
                  <a:lnTo>
                    <a:pt x="0" y="2590133"/>
                  </a:lnTo>
                  <a:lnTo>
                    <a:pt x="180579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04BEF2F3-37F3-40F8-B4FE-4B6CB0B944B6}"/>
                </a:ext>
              </a:extLst>
            </p:cNvPr>
            <p:cNvSpPr/>
            <p:nvPr/>
          </p:nvSpPr>
          <p:spPr>
            <a:xfrm>
              <a:off x="3512828" y="1961901"/>
              <a:ext cx="1539487" cy="2079403"/>
            </a:xfrm>
            <a:custGeom>
              <a:avLst/>
              <a:gdLst/>
              <a:ahLst/>
              <a:cxnLst/>
              <a:rect l="l" t="t" r="r" b="b"/>
              <a:pathLst>
                <a:path w="1539487" h="2079403">
                  <a:moveTo>
                    <a:pt x="1539487" y="0"/>
                  </a:moveTo>
                  <a:lnTo>
                    <a:pt x="1539487" y="518027"/>
                  </a:lnTo>
                  <a:lnTo>
                    <a:pt x="711374" y="1036054"/>
                  </a:lnTo>
                  <a:lnTo>
                    <a:pt x="1539487" y="1532192"/>
                  </a:lnTo>
                  <a:lnTo>
                    <a:pt x="1539487" y="2079403"/>
                  </a:lnTo>
                  <a:lnTo>
                    <a:pt x="0" y="1167384"/>
                  </a:lnTo>
                  <a:lnTo>
                    <a:pt x="0" y="930260"/>
                  </a:lnTo>
                  <a:lnTo>
                    <a:pt x="153948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31B9CEE-F6F4-4904-A185-AAA4D2B20CBC}"/>
              </a:ext>
            </a:extLst>
          </p:cNvPr>
          <p:cNvSpPr/>
          <p:nvPr/>
        </p:nvSpPr>
        <p:spPr>
          <a:xfrm>
            <a:off x="1615990" y="2087732"/>
            <a:ext cx="86327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5400" b="1" dirty="0">
                <a:solidFill>
                  <a:schemeClr val="bg1"/>
                </a:solidFill>
                <a:effectLst>
                  <a:outerShdw dist="101600" dir="3600000" algn="t" rotWithShape="0">
                    <a:schemeClr val="accent4"/>
                  </a:outerShdw>
                </a:effectLst>
                <a:latin typeface="Ubuntu" panose="020B05040306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“First, solve the problem.</a:t>
            </a:r>
          </a:p>
          <a:p>
            <a:pPr algn="ctr" defTabSz="457200"/>
            <a:r>
              <a:rPr lang="en-US" sz="5400" b="1" dirty="0">
                <a:solidFill>
                  <a:schemeClr val="bg1"/>
                </a:solidFill>
                <a:effectLst>
                  <a:outerShdw dist="101600" dir="3600000" algn="t" rotWithShape="0">
                    <a:schemeClr val="accent4"/>
                  </a:outerShdw>
                </a:effectLst>
                <a:latin typeface="Ubuntu" panose="020B0504030602030204" pitchFamily="34" charset="0"/>
                <a:ea typeface="Lato" panose="020F0502020204030203" pitchFamily="34" charset="0"/>
                <a:cs typeface="Lato" panose="020F0502020204030203" pitchFamily="34" charset="0"/>
              </a:rPr>
              <a:t>Then, write the code”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51CBC1-D501-4ABF-B6B6-61B399CA3023}"/>
              </a:ext>
            </a:extLst>
          </p:cNvPr>
          <p:cNvGrpSpPr/>
          <p:nvPr/>
        </p:nvGrpSpPr>
        <p:grpSpPr>
          <a:xfrm>
            <a:off x="4422911" y="4261173"/>
            <a:ext cx="3018881" cy="533344"/>
            <a:chOff x="5191668" y="1575146"/>
            <a:chExt cx="3018881" cy="533344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0BA2C91-1BCD-483F-9E36-69711607D21D}"/>
                </a:ext>
              </a:extLst>
            </p:cNvPr>
            <p:cNvSpPr/>
            <p:nvPr/>
          </p:nvSpPr>
          <p:spPr>
            <a:xfrm>
              <a:off x="5191668" y="1575146"/>
              <a:ext cx="3018881" cy="533344"/>
            </a:xfrm>
            <a:prstGeom prst="roundRect">
              <a:avLst>
                <a:gd name="adj" fmla="val 50000"/>
              </a:avLst>
            </a:prstGeom>
            <a:solidFill>
              <a:srgbClr val="232A4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8454A4B-1B1B-4F8D-AE7F-5011812E403C}"/>
                </a:ext>
              </a:extLst>
            </p:cNvPr>
            <p:cNvSpPr txBox="1"/>
            <p:nvPr/>
          </p:nvSpPr>
          <p:spPr>
            <a:xfrm>
              <a:off x="5465834" y="1610986"/>
              <a:ext cx="24705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Ubuntu" panose="020B050403060203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John Johnson:</a:t>
              </a:r>
              <a:r>
                <a:rPr lang="en-US" sz="2400" b="1" spc="-300" dirty="0">
                  <a:solidFill>
                    <a:schemeClr val="accent4"/>
                  </a:solidFill>
                  <a:latin typeface="Ubuntu" panose="020B050403060203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//</a:t>
              </a:r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DA9207-B93B-4CDD-82BE-49D286E855C5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794294" y="207034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9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2" accel="50000" fill="hold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0" dur="1000" fill="hold"/>
                                            <p:tgtEl>
                                              <p:spTgt spid="2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1" dur="1000" fill="hold"/>
                                            <p:tgtEl>
                                              <p:spTgt spid="2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42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5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9" presetClass="entr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75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2" ac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1000" fill="hold"/>
                                            <p:tgtEl>
                                              <p:spTgt spid="2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2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42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5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9" presetClass="entr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75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9" grpId="0"/>
        </p:bldLst>
      </p:timing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2A2070B-A097-464C-81E3-EEE47EAC231C}"/>
              </a:ext>
            </a:extLst>
          </p:cNvPr>
          <p:cNvSpPr/>
          <p:nvPr/>
        </p:nvSpPr>
        <p:spPr>
          <a:xfrm rot="5400000">
            <a:off x="4550168" y="-783832"/>
            <a:ext cx="6083788" cy="9199876"/>
          </a:xfrm>
          <a:custGeom>
            <a:avLst/>
            <a:gdLst>
              <a:gd name="connsiteX0" fmla="*/ 272225 w 1752283"/>
              <a:gd name="connsiteY0" fmla="*/ 0 h 2649794"/>
              <a:gd name="connsiteX1" fmla="*/ 950806 w 1752283"/>
              <a:gd name="connsiteY1" fmla="*/ 0 h 2649794"/>
              <a:gd name="connsiteX2" fmla="*/ 889449 w 1752283"/>
              <a:gd name="connsiteY2" fmla="*/ 56741 h 2649794"/>
              <a:gd name="connsiteX3" fmla="*/ 519699 w 1752283"/>
              <a:gd name="connsiteY3" fmla="*/ 203672 h 2649794"/>
              <a:gd name="connsiteX4" fmla="*/ 519699 w 1752283"/>
              <a:gd name="connsiteY4" fmla="*/ 236322 h 2649794"/>
              <a:gd name="connsiteX5" fmla="*/ 1126469 w 1752283"/>
              <a:gd name="connsiteY5" fmla="*/ 927440 h 2649794"/>
              <a:gd name="connsiteX6" fmla="*/ 1126469 w 1752283"/>
              <a:gd name="connsiteY6" fmla="*/ 1735559 h 2649794"/>
              <a:gd name="connsiteX7" fmla="*/ 1285643 w 1752283"/>
              <a:gd name="connsiteY7" fmla="*/ 2138257 h 2649794"/>
              <a:gd name="connsiteX8" fmla="*/ 1752283 w 1752283"/>
              <a:gd name="connsiteY8" fmla="*/ 2268863 h 2649794"/>
              <a:gd name="connsiteX9" fmla="*/ 1752283 w 1752283"/>
              <a:gd name="connsiteY9" fmla="*/ 2649794 h 2649794"/>
              <a:gd name="connsiteX10" fmla="*/ 952328 w 1752283"/>
              <a:gd name="connsiteY10" fmla="*/ 2413072 h 2649794"/>
              <a:gd name="connsiteX11" fmla="*/ 669351 w 1752283"/>
              <a:gd name="connsiteY11" fmla="*/ 1762768 h 2649794"/>
              <a:gd name="connsiteX12" fmla="*/ 669351 w 1752283"/>
              <a:gd name="connsiteY12" fmla="*/ 938325 h 2649794"/>
              <a:gd name="connsiteX13" fmla="*/ 497932 w 1752283"/>
              <a:gd name="connsiteY13" fmla="*/ 534265 h 2649794"/>
              <a:gd name="connsiteX14" fmla="*/ 0 w 1752283"/>
              <a:gd name="connsiteY14" fmla="*/ 413183 h 2649794"/>
              <a:gd name="connsiteX15" fmla="*/ 0 w 1752283"/>
              <a:gd name="connsiteY15" fmla="*/ 29531 h 2649794"/>
              <a:gd name="connsiteX16" fmla="*/ 164617 w 1752283"/>
              <a:gd name="connsiteY16" fmla="*/ 19328 h 264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52283" h="2649794">
                <a:moveTo>
                  <a:pt x="272225" y="0"/>
                </a:moveTo>
                <a:lnTo>
                  <a:pt x="950806" y="0"/>
                </a:lnTo>
                <a:lnTo>
                  <a:pt x="889449" y="56741"/>
                </a:lnTo>
                <a:cubicBezTo>
                  <a:pt x="794641" y="128166"/>
                  <a:pt x="671391" y="177143"/>
                  <a:pt x="519699" y="203672"/>
                </a:cubicBezTo>
                <a:lnTo>
                  <a:pt x="519699" y="236322"/>
                </a:lnTo>
                <a:cubicBezTo>
                  <a:pt x="924211" y="307066"/>
                  <a:pt x="1126469" y="537440"/>
                  <a:pt x="1126469" y="927440"/>
                </a:cubicBezTo>
                <a:lnTo>
                  <a:pt x="1126469" y="1735559"/>
                </a:lnTo>
                <a:cubicBezTo>
                  <a:pt x="1126469" y="1920583"/>
                  <a:pt x="1179526" y="2054816"/>
                  <a:pt x="1285643" y="2138257"/>
                </a:cubicBezTo>
                <a:cubicBezTo>
                  <a:pt x="1391759" y="2221700"/>
                  <a:pt x="1547307" y="2265235"/>
                  <a:pt x="1752283" y="2268863"/>
                </a:cubicBezTo>
                <a:lnTo>
                  <a:pt x="1752283" y="2649794"/>
                </a:lnTo>
                <a:cubicBezTo>
                  <a:pt x="1407632" y="2646166"/>
                  <a:pt x="1140980" y="2567259"/>
                  <a:pt x="952328" y="2413072"/>
                </a:cubicBezTo>
                <a:cubicBezTo>
                  <a:pt x="763677" y="2258886"/>
                  <a:pt x="669351" y="2042118"/>
                  <a:pt x="669351" y="1762768"/>
                </a:cubicBezTo>
                <a:lnTo>
                  <a:pt x="669351" y="938325"/>
                </a:lnTo>
                <a:cubicBezTo>
                  <a:pt x="669351" y="749673"/>
                  <a:pt x="612210" y="614986"/>
                  <a:pt x="497932" y="534265"/>
                </a:cubicBezTo>
                <a:cubicBezTo>
                  <a:pt x="383652" y="453545"/>
                  <a:pt x="217675" y="413183"/>
                  <a:pt x="0" y="413183"/>
                </a:cubicBezTo>
                <a:lnTo>
                  <a:pt x="0" y="29531"/>
                </a:lnTo>
                <a:cubicBezTo>
                  <a:pt x="58954" y="28624"/>
                  <a:pt x="113826" y="25223"/>
                  <a:pt x="164617" y="19328"/>
                </a:cubicBez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817BDA3-21C4-4637-8A9C-677316E3DE56}"/>
              </a:ext>
            </a:extLst>
          </p:cNvPr>
          <p:cNvSpPr/>
          <p:nvPr/>
        </p:nvSpPr>
        <p:spPr>
          <a:xfrm>
            <a:off x="6005752" y="3429000"/>
            <a:ext cx="4662247" cy="1919048"/>
          </a:xfrm>
          <a:prstGeom prst="roundRect">
            <a:avLst>
              <a:gd name="adj" fmla="val 15911"/>
            </a:avLst>
          </a:prstGeom>
          <a:gradFill>
            <a:gsLst>
              <a:gs pos="0">
                <a:schemeClr val="accent1"/>
              </a:gs>
              <a:gs pos="99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3AF6E1-1942-4FB6-8B45-5EC92462166E}"/>
              </a:ext>
            </a:extLst>
          </p:cNvPr>
          <p:cNvSpPr/>
          <p:nvPr/>
        </p:nvSpPr>
        <p:spPr>
          <a:xfrm>
            <a:off x="1523999" y="1194956"/>
            <a:ext cx="73877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Gallery slide</a:t>
            </a:r>
            <a:endParaRPr lang="en-US" sz="3600" b="0" i="0" dirty="0">
              <a:solidFill>
                <a:srgbClr val="232A4E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B75195-03AC-421F-AA5A-34A0C048A8E1}"/>
              </a:ext>
            </a:extLst>
          </p:cNvPr>
          <p:cNvSpPr/>
          <p:nvPr/>
        </p:nvSpPr>
        <p:spPr>
          <a:xfrm>
            <a:off x="1523999" y="1944950"/>
            <a:ext cx="4159925" cy="88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another, so don't get hung too up on choosing your first language.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C84F26-0430-4461-BCD9-71B53F8A22F3}"/>
              </a:ext>
            </a:extLst>
          </p:cNvPr>
          <p:cNvGrpSpPr/>
          <p:nvPr/>
        </p:nvGrpSpPr>
        <p:grpSpPr>
          <a:xfrm>
            <a:off x="10502998" y="4223524"/>
            <a:ext cx="330001" cy="330001"/>
            <a:chOff x="10502998" y="4223524"/>
            <a:chExt cx="330001" cy="33000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880F9B7-F664-447F-AC83-6E1D539368FC}"/>
                </a:ext>
              </a:extLst>
            </p:cNvPr>
            <p:cNvSpPr/>
            <p:nvPr/>
          </p:nvSpPr>
          <p:spPr>
            <a:xfrm>
              <a:off x="10502998" y="4223524"/>
              <a:ext cx="330001" cy="3300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98500" dist="165100" dir="10800000" sx="80000" sy="8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25"/>
            </a:p>
          </p:txBody>
        </p:sp>
        <p:sp>
          <p:nvSpPr>
            <p:cNvPr id="21" name="Freeform 46">
              <a:extLst>
                <a:ext uri="{FF2B5EF4-FFF2-40B4-BE49-F238E27FC236}">
                  <a16:creationId xmlns:a16="http://schemas.microsoft.com/office/drawing/2014/main" id="{EE986A9B-E8A1-433D-A5E7-2B56E8E6585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634369" y="4314096"/>
              <a:ext cx="67259" cy="148856"/>
            </a:xfrm>
            <a:custGeom>
              <a:avLst/>
              <a:gdLst>
                <a:gd name="T0" fmla="*/ 147571 w 96"/>
                <a:gd name="T1" fmla="*/ 33734 h 168"/>
                <a:gd name="T2" fmla="*/ 46517 w 96"/>
                <a:gd name="T3" fmla="*/ 134938 h 168"/>
                <a:gd name="T4" fmla="*/ 149175 w 96"/>
                <a:gd name="T5" fmla="*/ 237747 h 168"/>
                <a:gd name="T6" fmla="*/ 149175 w 96"/>
                <a:gd name="T7" fmla="*/ 237747 h 168"/>
                <a:gd name="T8" fmla="*/ 153987 w 96"/>
                <a:gd name="T9" fmla="*/ 250598 h 168"/>
                <a:gd name="T10" fmla="*/ 134739 w 96"/>
                <a:gd name="T11" fmla="*/ 269875 h 168"/>
                <a:gd name="T12" fmla="*/ 121906 w 96"/>
                <a:gd name="T13" fmla="*/ 265056 h 168"/>
                <a:gd name="T14" fmla="*/ 121906 w 96"/>
                <a:gd name="T15" fmla="*/ 265056 h 168"/>
                <a:gd name="T16" fmla="*/ 6416 w 96"/>
                <a:gd name="T17" fmla="*/ 149395 h 168"/>
                <a:gd name="T18" fmla="*/ 6416 w 96"/>
                <a:gd name="T19" fmla="*/ 149395 h 168"/>
                <a:gd name="T20" fmla="*/ 0 w 96"/>
                <a:gd name="T21" fmla="*/ 134938 h 168"/>
                <a:gd name="T22" fmla="*/ 0 w 96"/>
                <a:gd name="T23" fmla="*/ 134938 h 168"/>
                <a:gd name="T24" fmla="*/ 0 w 96"/>
                <a:gd name="T25" fmla="*/ 134938 h 168"/>
                <a:gd name="T26" fmla="*/ 6416 w 96"/>
                <a:gd name="T27" fmla="*/ 120480 h 168"/>
                <a:gd name="T28" fmla="*/ 6416 w 96"/>
                <a:gd name="T29" fmla="*/ 120480 h 168"/>
                <a:gd name="T30" fmla="*/ 121906 w 96"/>
                <a:gd name="T31" fmla="*/ 4819 h 168"/>
                <a:gd name="T32" fmla="*/ 121906 w 96"/>
                <a:gd name="T33" fmla="*/ 4819 h 168"/>
                <a:gd name="T34" fmla="*/ 134739 w 96"/>
                <a:gd name="T35" fmla="*/ 0 h 168"/>
                <a:gd name="T36" fmla="*/ 153987 w 96"/>
                <a:gd name="T37" fmla="*/ 19277 h 168"/>
                <a:gd name="T38" fmla="*/ 147571 w 96"/>
                <a:gd name="T39" fmla="*/ 33734 h 1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" h="168">
                  <a:moveTo>
                    <a:pt x="92" y="21"/>
                  </a:moveTo>
                  <a:cubicBezTo>
                    <a:pt x="29" y="84"/>
                    <a:pt x="29" y="84"/>
                    <a:pt x="29" y="84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5" y="150"/>
                    <a:pt x="96" y="153"/>
                    <a:pt x="96" y="156"/>
                  </a:cubicBezTo>
                  <a:cubicBezTo>
                    <a:pt x="96" y="163"/>
                    <a:pt x="91" y="168"/>
                    <a:pt x="84" y="168"/>
                  </a:cubicBezTo>
                  <a:cubicBezTo>
                    <a:pt x="81" y="168"/>
                    <a:pt x="78" y="167"/>
                    <a:pt x="76" y="165"/>
                  </a:cubicBezTo>
                  <a:cubicBezTo>
                    <a:pt x="76" y="165"/>
                    <a:pt x="76" y="165"/>
                    <a:pt x="76" y="165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1" y="90"/>
                    <a:pt x="0" y="87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1"/>
                    <a:pt x="1" y="77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8" y="1"/>
                    <a:pt x="81" y="0"/>
                    <a:pt x="84" y="0"/>
                  </a:cubicBezTo>
                  <a:cubicBezTo>
                    <a:pt x="91" y="0"/>
                    <a:pt x="96" y="5"/>
                    <a:pt x="96" y="12"/>
                  </a:cubicBezTo>
                  <a:cubicBezTo>
                    <a:pt x="96" y="16"/>
                    <a:pt x="94" y="19"/>
                    <a:pt x="92" y="2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 sz="1125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DF4C6A6-DFF7-4DB4-BE7A-776C7AF62B47}"/>
              </a:ext>
            </a:extLst>
          </p:cNvPr>
          <p:cNvSpPr txBox="1"/>
          <p:nvPr/>
        </p:nvSpPr>
        <p:spPr>
          <a:xfrm>
            <a:off x="8196093" y="4553525"/>
            <a:ext cx="2460554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bg1"/>
                </a:solidFill>
                <a:latin typeface="Ubuntu" panose="020B0504030602030204" pitchFamily="34" charset="0"/>
              </a:rPr>
              <a:t>Build your website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9FD240-4ECC-4FC5-B8BD-651CCE977C7E}"/>
              </a:ext>
            </a:extLst>
          </p:cNvPr>
          <p:cNvSpPr txBox="1"/>
          <p:nvPr/>
        </p:nvSpPr>
        <p:spPr>
          <a:xfrm>
            <a:off x="8196093" y="3755832"/>
            <a:ext cx="652322" cy="486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bg1"/>
                </a:solidFill>
                <a:latin typeface="Ubuntu" panose="020B0504030602030204" pitchFamily="34" charset="0"/>
              </a:rPr>
              <a:t>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A12E28-7A65-4AB9-9518-FE922E6A4643}"/>
              </a:ext>
            </a:extLst>
          </p:cNvPr>
          <p:cNvSpPr txBox="1"/>
          <p:nvPr/>
        </p:nvSpPr>
        <p:spPr>
          <a:xfrm>
            <a:off x="8196093" y="4308079"/>
            <a:ext cx="2422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Ubuntu" panose="020B0504030602030204" pitchFamily="34" charset="0"/>
              </a:rPr>
              <a:t>text paragraph text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E638BB-6A84-4C75-BBD9-E69180B66AF3}"/>
              </a:ext>
            </a:extLst>
          </p:cNvPr>
          <p:cNvSpPr/>
          <p:nvPr/>
        </p:nvSpPr>
        <p:spPr>
          <a:xfrm>
            <a:off x="4258694" y="5194159"/>
            <a:ext cx="931413" cy="30777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Ubuntu" panose="020B0504030602030204" pitchFamily="34" charset="0"/>
              </a:rPr>
              <a:t>Coder://</a:t>
            </a:r>
            <a:endParaRPr lang="en-US" sz="14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F1FE18-799A-45E4-8214-92C3D5FEB6C6}"/>
              </a:ext>
            </a:extLst>
          </p:cNvPr>
          <p:cNvSpPr/>
          <p:nvPr/>
        </p:nvSpPr>
        <p:spPr>
          <a:xfrm>
            <a:off x="2017818" y="5194159"/>
            <a:ext cx="931413" cy="30777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Ubuntu" panose="020B0504030602030204" pitchFamily="34" charset="0"/>
              </a:rPr>
              <a:t>Play://</a:t>
            </a:r>
            <a:endParaRPr lang="en-US" sz="14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9EC967C-64C1-4624-B608-8307CB35B5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0DA34FF-9B81-4A90-976D-E71198E324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6486A88-098E-445A-B82A-A5885AFE24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4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8" grpId="0"/>
      <p:bldP spid="22" grpId="0"/>
      <p:bldP spid="23" grpId="0"/>
      <p:bldP spid="24" grpId="0"/>
      <p:bldP spid="25" grpId="0" animBg="1"/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6853BD-A903-4FCC-A01B-935260FEC126}"/>
              </a:ext>
            </a:extLst>
          </p:cNvPr>
          <p:cNvSpPr/>
          <p:nvPr/>
        </p:nvSpPr>
        <p:spPr>
          <a:xfrm flipH="1">
            <a:off x="10160531" y="3927150"/>
            <a:ext cx="434930" cy="1206188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9490AA-4E27-4E28-B72A-2F772EB1581E}"/>
              </a:ext>
            </a:extLst>
          </p:cNvPr>
          <p:cNvSpPr/>
          <p:nvPr/>
        </p:nvSpPr>
        <p:spPr>
          <a:xfrm>
            <a:off x="4267199" y="4597502"/>
            <a:ext cx="4924371" cy="88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another, so don't get hung too up on choosing your first language.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702E16B-175C-4D4A-BCC1-6493E115E736}"/>
              </a:ext>
            </a:extLst>
          </p:cNvPr>
          <p:cNvGrpSpPr/>
          <p:nvPr/>
        </p:nvGrpSpPr>
        <p:grpSpPr>
          <a:xfrm>
            <a:off x="1092895" y="3808227"/>
            <a:ext cx="844918" cy="1211734"/>
            <a:chOff x="1092895" y="3808227"/>
            <a:chExt cx="844918" cy="1211734"/>
          </a:xfrm>
        </p:grpSpPr>
        <p:sp>
          <p:nvSpPr>
            <p:cNvPr id="25" name="Freeform 181">
              <a:extLst>
                <a:ext uri="{FF2B5EF4-FFF2-40B4-BE49-F238E27FC236}">
                  <a16:creationId xmlns:a16="http://schemas.microsoft.com/office/drawing/2014/main" id="{52EA9AFE-DFCA-46D6-B6B7-D7D04D25C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2895" y="4175043"/>
              <a:ext cx="844918" cy="844918"/>
            </a:xfrm>
            <a:custGeom>
              <a:avLst/>
              <a:gdLst>
                <a:gd name="T0" fmla="*/ 0 w 189"/>
                <a:gd name="T1" fmla="*/ 0 h 189"/>
                <a:gd name="T2" fmla="*/ 39687 w 189"/>
                <a:gd name="T3" fmla="*/ 260350 h 189"/>
                <a:gd name="T4" fmla="*/ 149225 w 189"/>
                <a:gd name="T5" fmla="*/ 300037 h 189"/>
                <a:gd name="T6" fmla="*/ 261937 w 189"/>
                <a:gd name="T7" fmla="*/ 260350 h 189"/>
                <a:gd name="T8" fmla="*/ 300037 w 189"/>
                <a:gd name="T9" fmla="*/ 0 h 189"/>
                <a:gd name="T10" fmla="*/ 0 w 189"/>
                <a:gd name="T11" fmla="*/ 0 h 189"/>
                <a:gd name="T12" fmla="*/ 238125 w 189"/>
                <a:gd name="T13" fmla="*/ 76200 h 189"/>
                <a:gd name="T14" fmla="*/ 111125 w 189"/>
                <a:gd name="T15" fmla="*/ 76200 h 189"/>
                <a:gd name="T16" fmla="*/ 112712 w 189"/>
                <a:gd name="T17" fmla="*/ 112712 h 189"/>
                <a:gd name="T18" fmla="*/ 236537 w 189"/>
                <a:gd name="T19" fmla="*/ 112712 h 189"/>
                <a:gd name="T20" fmla="*/ 225425 w 189"/>
                <a:gd name="T21" fmla="*/ 225425 h 189"/>
                <a:gd name="T22" fmla="*/ 149225 w 189"/>
                <a:gd name="T23" fmla="*/ 242887 h 189"/>
                <a:gd name="T24" fmla="*/ 74612 w 189"/>
                <a:gd name="T25" fmla="*/ 225425 h 189"/>
                <a:gd name="T26" fmla="*/ 69850 w 189"/>
                <a:gd name="T27" fmla="*/ 168275 h 189"/>
                <a:gd name="T28" fmla="*/ 112712 w 189"/>
                <a:gd name="T29" fmla="*/ 168275 h 189"/>
                <a:gd name="T30" fmla="*/ 115887 w 189"/>
                <a:gd name="T31" fmla="*/ 196850 h 189"/>
                <a:gd name="T32" fmla="*/ 149225 w 189"/>
                <a:gd name="T33" fmla="*/ 204787 h 189"/>
                <a:gd name="T34" fmla="*/ 187325 w 189"/>
                <a:gd name="T35" fmla="*/ 196850 h 189"/>
                <a:gd name="T36" fmla="*/ 192087 w 189"/>
                <a:gd name="T37" fmla="*/ 150812 h 189"/>
                <a:gd name="T38" fmla="*/ 69850 w 189"/>
                <a:gd name="T39" fmla="*/ 150812 h 189"/>
                <a:gd name="T40" fmla="*/ 57150 w 189"/>
                <a:gd name="T41" fmla="*/ 38100 h 189"/>
                <a:gd name="T42" fmla="*/ 242887 w 189"/>
                <a:gd name="T43" fmla="*/ 38100 h 189"/>
                <a:gd name="T44" fmla="*/ 238125 w 189"/>
                <a:gd name="T45" fmla="*/ 76200 h 18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89">
                  <a:moveTo>
                    <a:pt x="0" y="0"/>
                  </a:moveTo>
                  <a:lnTo>
                    <a:pt x="25" y="164"/>
                  </a:lnTo>
                  <a:lnTo>
                    <a:pt x="94" y="189"/>
                  </a:lnTo>
                  <a:lnTo>
                    <a:pt x="165" y="164"/>
                  </a:lnTo>
                  <a:lnTo>
                    <a:pt x="189" y="0"/>
                  </a:lnTo>
                  <a:lnTo>
                    <a:pt x="0" y="0"/>
                  </a:lnTo>
                  <a:close/>
                  <a:moveTo>
                    <a:pt x="150" y="48"/>
                  </a:moveTo>
                  <a:lnTo>
                    <a:pt x="70" y="48"/>
                  </a:lnTo>
                  <a:lnTo>
                    <a:pt x="71" y="71"/>
                  </a:lnTo>
                  <a:lnTo>
                    <a:pt x="149" y="71"/>
                  </a:lnTo>
                  <a:lnTo>
                    <a:pt x="142" y="142"/>
                  </a:lnTo>
                  <a:lnTo>
                    <a:pt x="94" y="153"/>
                  </a:lnTo>
                  <a:lnTo>
                    <a:pt x="47" y="142"/>
                  </a:lnTo>
                  <a:lnTo>
                    <a:pt x="44" y="106"/>
                  </a:lnTo>
                  <a:lnTo>
                    <a:pt x="71" y="106"/>
                  </a:lnTo>
                  <a:lnTo>
                    <a:pt x="73" y="124"/>
                  </a:lnTo>
                  <a:lnTo>
                    <a:pt x="94" y="129"/>
                  </a:lnTo>
                  <a:lnTo>
                    <a:pt x="118" y="124"/>
                  </a:lnTo>
                  <a:lnTo>
                    <a:pt x="121" y="95"/>
                  </a:lnTo>
                  <a:lnTo>
                    <a:pt x="44" y="95"/>
                  </a:lnTo>
                  <a:lnTo>
                    <a:pt x="36" y="24"/>
                  </a:lnTo>
                  <a:lnTo>
                    <a:pt x="153" y="24"/>
                  </a:lnTo>
                  <a:lnTo>
                    <a:pt x="150" y="4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48541D0-E300-4FE2-A0E9-C012A8A5325B}"/>
                </a:ext>
              </a:extLst>
            </p:cNvPr>
            <p:cNvSpPr txBox="1"/>
            <p:nvPr/>
          </p:nvSpPr>
          <p:spPr>
            <a:xfrm>
              <a:off x="1175864" y="3808227"/>
              <a:ext cx="678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Ubuntu" panose="020B0504030602030204" pitchFamily="34" charset="0"/>
                </a:rPr>
                <a:t>HTML5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67D4E15-3BED-4FCF-8E4D-B69123DBF3A2}"/>
              </a:ext>
            </a:extLst>
          </p:cNvPr>
          <p:cNvGrpSpPr/>
          <p:nvPr/>
        </p:nvGrpSpPr>
        <p:grpSpPr>
          <a:xfrm>
            <a:off x="2934813" y="3808227"/>
            <a:ext cx="835974" cy="1211734"/>
            <a:chOff x="2934813" y="3808227"/>
            <a:chExt cx="835974" cy="1211734"/>
          </a:xfrm>
        </p:grpSpPr>
        <p:sp>
          <p:nvSpPr>
            <p:cNvPr id="26" name="Freeform 190">
              <a:extLst>
                <a:ext uri="{FF2B5EF4-FFF2-40B4-BE49-F238E27FC236}">
                  <a16:creationId xmlns:a16="http://schemas.microsoft.com/office/drawing/2014/main" id="{832D82BF-AD3B-42AA-9D8B-5DA882086E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34813" y="4175043"/>
              <a:ext cx="835974" cy="844918"/>
            </a:xfrm>
            <a:custGeom>
              <a:avLst/>
              <a:gdLst>
                <a:gd name="T0" fmla="*/ 0 w 187"/>
                <a:gd name="T1" fmla="*/ 0 h 189"/>
                <a:gd name="T2" fmla="*/ 34925 w 187"/>
                <a:gd name="T3" fmla="*/ 260350 h 189"/>
                <a:gd name="T4" fmla="*/ 147637 w 187"/>
                <a:gd name="T5" fmla="*/ 300037 h 189"/>
                <a:gd name="T6" fmla="*/ 258762 w 187"/>
                <a:gd name="T7" fmla="*/ 260350 h 189"/>
                <a:gd name="T8" fmla="*/ 296862 w 187"/>
                <a:gd name="T9" fmla="*/ 0 h 189"/>
                <a:gd name="T10" fmla="*/ 0 w 187"/>
                <a:gd name="T11" fmla="*/ 0 h 189"/>
                <a:gd name="T12" fmla="*/ 239712 w 187"/>
                <a:gd name="T13" fmla="*/ 76200 h 189"/>
                <a:gd name="T14" fmla="*/ 166687 w 187"/>
                <a:gd name="T15" fmla="*/ 112712 h 189"/>
                <a:gd name="T16" fmla="*/ 231775 w 187"/>
                <a:gd name="T17" fmla="*/ 112712 h 189"/>
                <a:gd name="T18" fmla="*/ 222250 w 187"/>
                <a:gd name="T19" fmla="*/ 225425 h 189"/>
                <a:gd name="T20" fmla="*/ 147637 w 187"/>
                <a:gd name="T21" fmla="*/ 242887 h 189"/>
                <a:gd name="T22" fmla="*/ 74612 w 187"/>
                <a:gd name="T23" fmla="*/ 225425 h 189"/>
                <a:gd name="T24" fmla="*/ 68262 w 187"/>
                <a:gd name="T25" fmla="*/ 168275 h 189"/>
                <a:gd name="T26" fmla="*/ 109537 w 187"/>
                <a:gd name="T27" fmla="*/ 168275 h 189"/>
                <a:gd name="T28" fmla="*/ 114300 w 187"/>
                <a:gd name="T29" fmla="*/ 196850 h 189"/>
                <a:gd name="T30" fmla="*/ 147637 w 187"/>
                <a:gd name="T31" fmla="*/ 204787 h 189"/>
                <a:gd name="T32" fmla="*/ 184150 w 187"/>
                <a:gd name="T33" fmla="*/ 196850 h 189"/>
                <a:gd name="T34" fmla="*/ 188912 w 187"/>
                <a:gd name="T35" fmla="*/ 150812 h 189"/>
                <a:gd name="T36" fmla="*/ 66675 w 187"/>
                <a:gd name="T37" fmla="*/ 150812 h 189"/>
                <a:gd name="T38" fmla="*/ 63500 w 187"/>
                <a:gd name="T39" fmla="*/ 122237 h 189"/>
                <a:gd name="T40" fmla="*/ 84137 w 187"/>
                <a:gd name="T41" fmla="*/ 112712 h 189"/>
                <a:gd name="T42" fmla="*/ 160337 w 187"/>
                <a:gd name="T43" fmla="*/ 76200 h 189"/>
                <a:gd name="T44" fmla="*/ 58737 w 187"/>
                <a:gd name="T45" fmla="*/ 76200 h 189"/>
                <a:gd name="T46" fmla="*/ 53975 w 187"/>
                <a:gd name="T47" fmla="*/ 38100 h 189"/>
                <a:gd name="T48" fmla="*/ 239712 w 187"/>
                <a:gd name="T49" fmla="*/ 38100 h 189"/>
                <a:gd name="T50" fmla="*/ 239712 w 187"/>
                <a:gd name="T51" fmla="*/ 76200 h 189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87" h="189">
                  <a:moveTo>
                    <a:pt x="0" y="0"/>
                  </a:moveTo>
                  <a:lnTo>
                    <a:pt x="22" y="164"/>
                  </a:lnTo>
                  <a:lnTo>
                    <a:pt x="93" y="189"/>
                  </a:lnTo>
                  <a:lnTo>
                    <a:pt x="163" y="164"/>
                  </a:lnTo>
                  <a:lnTo>
                    <a:pt x="187" y="0"/>
                  </a:lnTo>
                  <a:lnTo>
                    <a:pt x="0" y="0"/>
                  </a:lnTo>
                  <a:close/>
                  <a:moveTo>
                    <a:pt x="151" y="48"/>
                  </a:moveTo>
                  <a:lnTo>
                    <a:pt x="105" y="71"/>
                  </a:lnTo>
                  <a:lnTo>
                    <a:pt x="146" y="71"/>
                  </a:lnTo>
                  <a:lnTo>
                    <a:pt x="140" y="142"/>
                  </a:lnTo>
                  <a:lnTo>
                    <a:pt x="93" y="153"/>
                  </a:lnTo>
                  <a:lnTo>
                    <a:pt x="47" y="142"/>
                  </a:lnTo>
                  <a:lnTo>
                    <a:pt x="43" y="106"/>
                  </a:lnTo>
                  <a:lnTo>
                    <a:pt x="69" y="106"/>
                  </a:lnTo>
                  <a:lnTo>
                    <a:pt x="72" y="124"/>
                  </a:lnTo>
                  <a:lnTo>
                    <a:pt x="93" y="129"/>
                  </a:lnTo>
                  <a:lnTo>
                    <a:pt x="116" y="124"/>
                  </a:lnTo>
                  <a:lnTo>
                    <a:pt x="119" y="95"/>
                  </a:lnTo>
                  <a:lnTo>
                    <a:pt x="42" y="95"/>
                  </a:lnTo>
                  <a:lnTo>
                    <a:pt x="40" y="77"/>
                  </a:lnTo>
                  <a:lnTo>
                    <a:pt x="53" y="71"/>
                  </a:lnTo>
                  <a:lnTo>
                    <a:pt x="101" y="48"/>
                  </a:lnTo>
                  <a:lnTo>
                    <a:pt x="37" y="48"/>
                  </a:lnTo>
                  <a:lnTo>
                    <a:pt x="34" y="24"/>
                  </a:lnTo>
                  <a:lnTo>
                    <a:pt x="151" y="24"/>
                  </a:lnTo>
                  <a:lnTo>
                    <a:pt x="151" y="48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5547EEB-4BD3-4CF4-826E-79ADD4635821}"/>
                </a:ext>
              </a:extLst>
            </p:cNvPr>
            <p:cNvSpPr txBox="1"/>
            <p:nvPr/>
          </p:nvSpPr>
          <p:spPr>
            <a:xfrm>
              <a:off x="3013310" y="3808227"/>
              <a:ext cx="678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Ubuntu" panose="020B0504030602030204" pitchFamily="34" charset="0"/>
                </a:rPr>
                <a:t>CSS3</a:t>
              </a:r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32A4C4-BA41-4401-A2FB-BC54F5A3DA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0630DC-9AF5-4C79-8E62-320CF68CC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87843D-E7D9-4E05-8111-DB8E07E30F9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E4EB8F-DA95-4C34-A960-4B16EA51B54A}"/>
              </a:ext>
            </a:extLst>
          </p:cNvPr>
          <p:cNvSpPr/>
          <p:nvPr/>
        </p:nvSpPr>
        <p:spPr>
          <a:xfrm>
            <a:off x="2438400" y="2598003"/>
            <a:ext cx="3657600" cy="83099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Build web </a:t>
            </a:r>
            <a:endParaRPr lang="en-US" sz="48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83A094-52E9-4ADF-A5AA-7259BA02043E}"/>
              </a:ext>
            </a:extLst>
          </p:cNvPr>
          <p:cNvSpPr/>
          <p:nvPr/>
        </p:nvSpPr>
        <p:spPr>
          <a:xfrm>
            <a:off x="4267199" y="3429000"/>
            <a:ext cx="5470526" cy="83099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Pages and site.</a:t>
            </a:r>
            <a:endParaRPr lang="en-US" sz="48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86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8" presetClass="entr" presetSubtype="3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10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8" presetClass="entr" presetSubtype="3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13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2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2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29" grpId="0"/>
          <p:bldP spid="16" grpId="0" animBg="1"/>
          <p:bldP spid="17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18" presetClass="entr" presetSubtype="3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10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18" presetClass="entr" presetSubtype="3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13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2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2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42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6" grpId="0" animBg="1"/>
          <p:bldP spid="17" grpId="0" animBg="1"/>
          <p:bldP spid="29" grpId="0"/>
        </p:bldLst>
      </p:timing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0B85E96-DB7A-46D8-977C-AB1F58636DEA}"/>
              </a:ext>
            </a:extLst>
          </p:cNvPr>
          <p:cNvSpPr/>
          <p:nvPr/>
        </p:nvSpPr>
        <p:spPr>
          <a:xfrm>
            <a:off x="6211102" y="3544926"/>
            <a:ext cx="2544273" cy="2544273"/>
          </a:xfrm>
          <a:prstGeom prst="roundRect">
            <a:avLst>
              <a:gd name="adj" fmla="val 7972"/>
            </a:avLst>
          </a:prstGeom>
          <a:gradFill>
            <a:gsLst>
              <a:gs pos="0">
                <a:schemeClr val="accent4"/>
              </a:gs>
              <a:gs pos="99000">
                <a:schemeClr val="accent4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B3E8698-8FED-4D7C-A992-3C2CC1B777C7}"/>
              </a:ext>
            </a:extLst>
          </p:cNvPr>
          <p:cNvSpPr/>
          <p:nvPr/>
        </p:nvSpPr>
        <p:spPr>
          <a:xfrm>
            <a:off x="9000429" y="768801"/>
            <a:ext cx="2544273" cy="2544273"/>
          </a:xfrm>
          <a:prstGeom prst="roundRect">
            <a:avLst>
              <a:gd name="adj" fmla="val 7972"/>
            </a:avLst>
          </a:prstGeom>
          <a:gradFill>
            <a:gsLst>
              <a:gs pos="0">
                <a:schemeClr val="accent1"/>
              </a:gs>
              <a:gs pos="99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256F21E-B0C5-4E2F-95BA-20BAF4E854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014782" y="1043970"/>
            <a:ext cx="515566" cy="524876"/>
            <a:chOff x="2789" y="1091"/>
            <a:chExt cx="2104" cy="2142"/>
          </a:xfrm>
          <a:solidFill>
            <a:schemeClr val="bg1"/>
          </a:solidFill>
        </p:grpSpPr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7FBA3EF9-CE0E-4C4F-83B2-A6BB9A1540C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2789" y="1091"/>
              <a:ext cx="1547" cy="1576"/>
            </a:xfrm>
            <a:custGeom>
              <a:avLst/>
              <a:gdLst>
                <a:gd name="T0" fmla="*/ 3445 w 6804"/>
                <a:gd name="T1" fmla="*/ 6806 h 6935"/>
                <a:gd name="T2" fmla="*/ 5652 w 6804"/>
                <a:gd name="T3" fmla="*/ 6818 h 6935"/>
                <a:gd name="T4" fmla="*/ 6559 w 6804"/>
                <a:gd name="T5" fmla="*/ 6320 h 6935"/>
                <a:gd name="T6" fmla="*/ 6802 w 6804"/>
                <a:gd name="T7" fmla="*/ 5630 h 6935"/>
                <a:gd name="T8" fmla="*/ 6801 w 6804"/>
                <a:gd name="T9" fmla="*/ 3512 h 6935"/>
                <a:gd name="T10" fmla="*/ 6371 w 6804"/>
                <a:gd name="T11" fmla="*/ 2644 h 6935"/>
                <a:gd name="T12" fmla="*/ 5652 w 6804"/>
                <a:gd name="T13" fmla="*/ 2400 h 6935"/>
                <a:gd name="T14" fmla="*/ 3675 w 6804"/>
                <a:gd name="T15" fmla="*/ 2400 h 6935"/>
                <a:gd name="T16" fmla="*/ 3116 w 6804"/>
                <a:gd name="T17" fmla="*/ 2348 h 6935"/>
                <a:gd name="T18" fmla="*/ 2105 w 6804"/>
                <a:gd name="T19" fmla="*/ 1044 h 6935"/>
                <a:gd name="T20" fmla="*/ 2102 w 6804"/>
                <a:gd name="T21" fmla="*/ 3 h 6935"/>
                <a:gd name="T22" fmla="*/ 1314 w 6804"/>
                <a:gd name="T23" fmla="*/ 4 h 6935"/>
                <a:gd name="T24" fmla="*/ 632 w 6804"/>
                <a:gd name="T25" fmla="*/ 259 h 6935"/>
                <a:gd name="T26" fmla="*/ 164 w 6804"/>
                <a:gd name="T27" fmla="*/ 1120 h 6935"/>
                <a:gd name="T28" fmla="*/ 7 w 6804"/>
                <a:gd name="T29" fmla="*/ 2279 h 6935"/>
                <a:gd name="T30" fmla="*/ 154 w 6804"/>
                <a:gd name="T31" fmla="*/ 3373 h 6935"/>
                <a:gd name="T32" fmla="*/ 687 w 6804"/>
                <a:gd name="T33" fmla="*/ 4247 h 6935"/>
                <a:gd name="T34" fmla="*/ 1558 w 6804"/>
                <a:gd name="T35" fmla="*/ 4528 h 6935"/>
                <a:gd name="T36" fmla="*/ 4584 w 6804"/>
                <a:gd name="T37" fmla="*/ 4528 h 6935"/>
                <a:gd name="T38" fmla="*/ 4584 w 6804"/>
                <a:gd name="T39" fmla="*/ 4801 h 6935"/>
                <a:gd name="T40" fmla="*/ 2372 w 6804"/>
                <a:gd name="T41" fmla="*/ 4801 h 6935"/>
                <a:gd name="T42" fmla="*/ 2374 w 6804"/>
                <a:gd name="T43" fmla="*/ 5771 h 6935"/>
                <a:gd name="T44" fmla="*/ 2609 w 6804"/>
                <a:gd name="T45" fmla="*/ 6450 h 6935"/>
                <a:gd name="T46" fmla="*/ 3445 w 6804"/>
                <a:gd name="T47" fmla="*/ 6806 h 6935"/>
                <a:gd name="T48" fmla="*/ 3192 w 6804"/>
                <a:gd name="T49" fmla="*/ 6185 h 6935"/>
                <a:gd name="T50" fmla="*/ 2931 w 6804"/>
                <a:gd name="T51" fmla="*/ 5771 h 6935"/>
                <a:gd name="T52" fmla="*/ 3360 w 6804"/>
                <a:gd name="T53" fmla="*/ 5377 h 6935"/>
                <a:gd name="T54" fmla="*/ 3720 w 6804"/>
                <a:gd name="T55" fmla="*/ 5955 h 6935"/>
                <a:gd name="T56" fmla="*/ 3192 w 6804"/>
                <a:gd name="T57" fmla="*/ 6185 h 6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804" h="6935">
                  <a:moveTo>
                    <a:pt x="3445" y="6806"/>
                  </a:moveTo>
                  <a:cubicBezTo>
                    <a:pt x="4173" y="6935"/>
                    <a:pt x="4923" y="6931"/>
                    <a:pt x="5652" y="6818"/>
                  </a:cubicBezTo>
                  <a:cubicBezTo>
                    <a:pt x="6000" y="6765"/>
                    <a:pt x="6337" y="6598"/>
                    <a:pt x="6559" y="6320"/>
                  </a:cubicBezTo>
                  <a:cubicBezTo>
                    <a:pt x="6722" y="6130"/>
                    <a:pt x="6802" y="5879"/>
                    <a:pt x="6802" y="5630"/>
                  </a:cubicBezTo>
                  <a:cubicBezTo>
                    <a:pt x="6802" y="4924"/>
                    <a:pt x="6804" y="4218"/>
                    <a:pt x="6801" y="3512"/>
                  </a:cubicBezTo>
                  <a:cubicBezTo>
                    <a:pt x="6794" y="3177"/>
                    <a:pt x="6635" y="2851"/>
                    <a:pt x="6371" y="2644"/>
                  </a:cubicBezTo>
                  <a:cubicBezTo>
                    <a:pt x="6173" y="2475"/>
                    <a:pt x="5910" y="2398"/>
                    <a:pt x="5652" y="2400"/>
                  </a:cubicBezTo>
                  <a:cubicBezTo>
                    <a:pt x="4993" y="2400"/>
                    <a:pt x="4334" y="2400"/>
                    <a:pt x="3675" y="2400"/>
                  </a:cubicBezTo>
                  <a:cubicBezTo>
                    <a:pt x="3488" y="2400"/>
                    <a:pt x="3297" y="2406"/>
                    <a:pt x="3116" y="2348"/>
                  </a:cubicBezTo>
                  <a:cubicBezTo>
                    <a:pt x="2550" y="2187"/>
                    <a:pt x="2108" y="1638"/>
                    <a:pt x="2105" y="1044"/>
                  </a:cubicBezTo>
                  <a:cubicBezTo>
                    <a:pt x="2100" y="697"/>
                    <a:pt x="2106" y="350"/>
                    <a:pt x="2102" y="3"/>
                  </a:cubicBezTo>
                  <a:cubicBezTo>
                    <a:pt x="1839" y="3"/>
                    <a:pt x="1577" y="0"/>
                    <a:pt x="1314" y="4"/>
                  </a:cubicBezTo>
                  <a:cubicBezTo>
                    <a:pt x="1066" y="9"/>
                    <a:pt x="818" y="93"/>
                    <a:pt x="632" y="259"/>
                  </a:cubicBezTo>
                  <a:cubicBezTo>
                    <a:pt x="384" y="484"/>
                    <a:pt x="243" y="800"/>
                    <a:pt x="164" y="1120"/>
                  </a:cubicBezTo>
                  <a:cubicBezTo>
                    <a:pt x="72" y="1499"/>
                    <a:pt x="0" y="1888"/>
                    <a:pt x="7" y="2279"/>
                  </a:cubicBezTo>
                  <a:cubicBezTo>
                    <a:pt x="2" y="2649"/>
                    <a:pt x="71" y="3015"/>
                    <a:pt x="154" y="3373"/>
                  </a:cubicBezTo>
                  <a:cubicBezTo>
                    <a:pt x="231" y="3710"/>
                    <a:pt x="407" y="4036"/>
                    <a:pt x="687" y="4247"/>
                  </a:cubicBezTo>
                  <a:cubicBezTo>
                    <a:pt x="933" y="4438"/>
                    <a:pt x="1248" y="4528"/>
                    <a:pt x="1558" y="4528"/>
                  </a:cubicBezTo>
                  <a:cubicBezTo>
                    <a:pt x="2567" y="4528"/>
                    <a:pt x="3575" y="4529"/>
                    <a:pt x="4584" y="4528"/>
                  </a:cubicBezTo>
                  <a:cubicBezTo>
                    <a:pt x="4584" y="4619"/>
                    <a:pt x="4584" y="4710"/>
                    <a:pt x="4584" y="4801"/>
                  </a:cubicBezTo>
                  <a:cubicBezTo>
                    <a:pt x="3847" y="4801"/>
                    <a:pt x="3109" y="4799"/>
                    <a:pt x="2372" y="4801"/>
                  </a:cubicBezTo>
                  <a:cubicBezTo>
                    <a:pt x="2373" y="5125"/>
                    <a:pt x="2370" y="5448"/>
                    <a:pt x="2374" y="5771"/>
                  </a:cubicBezTo>
                  <a:cubicBezTo>
                    <a:pt x="2384" y="6012"/>
                    <a:pt x="2430" y="6273"/>
                    <a:pt x="2609" y="6450"/>
                  </a:cubicBezTo>
                  <a:cubicBezTo>
                    <a:pt x="2831" y="6669"/>
                    <a:pt x="3148" y="6747"/>
                    <a:pt x="3445" y="6806"/>
                  </a:cubicBezTo>
                  <a:moveTo>
                    <a:pt x="3192" y="6185"/>
                  </a:moveTo>
                  <a:cubicBezTo>
                    <a:pt x="3030" y="6121"/>
                    <a:pt x="2920" y="5946"/>
                    <a:pt x="2931" y="5771"/>
                  </a:cubicBezTo>
                  <a:cubicBezTo>
                    <a:pt x="2938" y="5553"/>
                    <a:pt x="3139" y="5359"/>
                    <a:pt x="3360" y="5377"/>
                  </a:cubicBezTo>
                  <a:cubicBezTo>
                    <a:pt x="3638" y="5378"/>
                    <a:pt x="3837" y="5706"/>
                    <a:pt x="3720" y="5955"/>
                  </a:cubicBezTo>
                  <a:cubicBezTo>
                    <a:pt x="3643" y="6159"/>
                    <a:pt x="3394" y="6268"/>
                    <a:pt x="3192" y="618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A8D8E4C6-1657-4F73-AB7A-2E8EF9D2C036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3329" y="1638"/>
              <a:ext cx="1564" cy="1595"/>
            </a:xfrm>
            <a:custGeom>
              <a:avLst/>
              <a:gdLst>
                <a:gd name="T0" fmla="*/ 4700 w 6881"/>
                <a:gd name="T1" fmla="*/ 7012 h 7015"/>
                <a:gd name="T2" fmla="*/ 5571 w 6881"/>
                <a:gd name="T3" fmla="*/ 7011 h 7015"/>
                <a:gd name="T4" fmla="*/ 6227 w 6881"/>
                <a:gd name="T5" fmla="*/ 6729 h 7015"/>
                <a:gd name="T6" fmla="*/ 6641 w 6881"/>
                <a:gd name="T7" fmla="*/ 5860 h 7015"/>
                <a:gd name="T8" fmla="*/ 6688 w 6881"/>
                <a:gd name="T9" fmla="*/ 3802 h 7015"/>
                <a:gd name="T10" fmla="*/ 6233 w 6881"/>
                <a:gd name="T11" fmla="*/ 2800 h 7015"/>
                <a:gd name="T12" fmla="*/ 5534 w 6881"/>
                <a:gd name="T13" fmla="*/ 2497 h 7015"/>
                <a:gd name="T14" fmla="*/ 2214 w 6881"/>
                <a:gd name="T15" fmla="*/ 2496 h 7015"/>
                <a:gd name="T16" fmla="*/ 2214 w 6881"/>
                <a:gd name="T17" fmla="*/ 2214 h 7015"/>
                <a:gd name="T18" fmla="*/ 4424 w 6881"/>
                <a:gd name="T19" fmla="*/ 2214 h 7015"/>
                <a:gd name="T20" fmla="*/ 4423 w 6881"/>
                <a:gd name="T21" fmla="*/ 1348 h 7015"/>
                <a:gd name="T22" fmla="*/ 4130 w 6881"/>
                <a:gd name="T23" fmla="*/ 673 h 7015"/>
                <a:gd name="T24" fmla="*/ 2923 w 6881"/>
                <a:gd name="T25" fmla="*/ 141 h 7015"/>
                <a:gd name="T26" fmla="*/ 899 w 6881"/>
                <a:gd name="T27" fmla="*/ 309 h 7015"/>
                <a:gd name="T28" fmla="*/ 148 w 6881"/>
                <a:gd name="T29" fmla="*/ 862 h 7015"/>
                <a:gd name="T30" fmla="*/ 2 w 6881"/>
                <a:gd name="T31" fmla="*/ 1379 h 7015"/>
                <a:gd name="T32" fmla="*/ 2 w 6881"/>
                <a:gd name="T33" fmla="*/ 3497 h 7015"/>
                <a:gd name="T34" fmla="*/ 852 w 6881"/>
                <a:gd name="T35" fmla="*/ 4582 h 7015"/>
                <a:gd name="T36" fmla="*/ 1373 w 6881"/>
                <a:gd name="T37" fmla="*/ 4615 h 7015"/>
                <a:gd name="T38" fmla="*/ 3349 w 6881"/>
                <a:gd name="T39" fmla="*/ 4616 h 7015"/>
                <a:gd name="T40" fmla="*/ 4695 w 6881"/>
                <a:gd name="T41" fmla="*/ 5934 h 7015"/>
                <a:gd name="T42" fmla="*/ 4700 w 6881"/>
                <a:gd name="T43" fmla="*/ 7012 h 7015"/>
                <a:gd name="T44" fmla="*/ 3292 w 6881"/>
                <a:gd name="T45" fmla="*/ 1613 h 7015"/>
                <a:gd name="T46" fmla="*/ 3046 w 6881"/>
                <a:gd name="T47" fmla="*/ 1176 h 7015"/>
                <a:gd name="T48" fmla="*/ 3525 w 6881"/>
                <a:gd name="T49" fmla="*/ 808 h 7015"/>
                <a:gd name="T50" fmla="*/ 3857 w 6881"/>
                <a:gd name="T51" fmla="*/ 1333 h 7015"/>
                <a:gd name="T52" fmla="*/ 3292 w 6881"/>
                <a:gd name="T53" fmla="*/ 1613 h 7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81" h="7015">
                  <a:moveTo>
                    <a:pt x="4700" y="7012"/>
                  </a:moveTo>
                  <a:cubicBezTo>
                    <a:pt x="4990" y="7011"/>
                    <a:pt x="5281" y="7015"/>
                    <a:pt x="5571" y="7011"/>
                  </a:cubicBezTo>
                  <a:cubicBezTo>
                    <a:pt x="5816" y="7007"/>
                    <a:pt x="6059" y="6909"/>
                    <a:pt x="6227" y="6729"/>
                  </a:cubicBezTo>
                  <a:cubicBezTo>
                    <a:pt x="6450" y="6489"/>
                    <a:pt x="6565" y="6173"/>
                    <a:pt x="6641" y="5860"/>
                  </a:cubicBezTo>
                  <a:cubicBezTo>
                    <a:pt x="6809" y="5190"/>
                    <a:pt x="6881" y="4475"/>
                    <a:pt x="6688" y="3802"/>
                  </a:cubicBezTo>
                  <a:cubicBezTo>
                    <a:pt x="6583" y="3451"/>
                    <a:pt x="6468" y="3088"/>
                    <a:pt x="6233" y="2800"/>
                  </a:cubicBezTo>
                  <a:cubicBezTo>
                    <a:pt x="6066" y="2593"/>
                    <a:pt x="5796" y="2492"/>
                    <a:pt x="5534" y="2497"/>
                  </a:cubicBezTo>
                  <a:cubicBezTo>
                    <a:pt x="4428" y="2496"/>
                    <a:pt x="3321" y="2497"/>
                    <a:pt x="2214" y="2496"/>
                  </a:cubicBezTo>
                  <a:cubicBezTo>
                    <a:pt x="2214" y="2402"/>
                    <a:pt x="2214" y="2308"/>
                    <a:pt x="2214" y="2214"/>
                  </a:cubicBezTo>
                  <a:cubicBezTo>
                    <a:pt x="2951" y="2214"/>
                    <a:pt x="3687" y="2215"/>
                    <a:pt x="4424" y="2214"/>
                  </a:cubicBezTo>
                  <a:cubicBezTo>
                    <a:pt x="4423" y="1925"/>
                    <a:pt x="4426" y="1637"/>
                    <a:pt x="4423" y="1348"/>
                  </a:cubicBezTo>
                  <a:cubicBezTo>
                    <a:pt x="4422" y="1095"/>
                    <a:pt x="4315" y="845"/>
                    <a:pt x="4130" y="673"/>
                  </a:cubicBezTo>
                  <a:cubicBezTo>
                    <a:pt x="3806" y="357"/>
                    <a:pt x="3354" y="231"/>
                    <a:pt x="2923" y="141"/>
                  </a:cubicBezTo>
                  <a:cubicBezTo>
                    <a:pt x="2250" y="0"/>
                    <a:pt x="1542" y="70"/>
                    <a:pt x="899" y="309"/>
                  </a:cubicBezTo>
                  <a:cubicBezTo>
                    <a:pt x="607" y="422"/>
                    <a:pt x="324" y="596"/>
                    <a:pt x="148" y="862"/>
                  </a:cubicBezTo>
                  <a:cubicBezTo>
                    <a:pt x="49" y="1015"/>
                    <a:pt x="0" y="1198"/>
                    <a:pt x="2" y="1379"/>
                  </a:cubicBezTo>
                  <a:cubicBezTo>
                    <a:pt x="2" y="2085"/>
                    <a:pt x="0" y="2791"/>
                    <a:pt x="2" y="3497"/>
                  </a:cubicBezTo>
                  <a:cubicBezTo>
                    <a:pt x="2" y="3994"/>
                    <a:pt x="371" y="4463"/>
                    <a:pt x="852" y="4582"/>
                  </a:cubicBezTo>
                  <a:cubicBezTo>
                    <a:pt x="1022" y="4627"/>
                    <a:pt x="1199" y="4613"/>
                    <a:pt x="1373" y="4615"/>
                  </a:cubicBezTo>
                  <a:cubicBezTo>
                    <a:pt x="2031" y="4616"/>
                    <a:pt x="2690" y="4613"/>
                    <a:pt x="3349" y="4616"/>
                  </a:cubicBezTo>
                  <a:cubicBezTo>
                    <a:pt x="4047" y="4628"/>
                    <a:pt x="4658" y="5242"/>
                    <a:pt x="4695" y="5934"/>
                  </a:cubicBezTo>
                  <a:cubicBezTo>
                    <a:pt x="4705" y="6293"/>
                    <a:pt x="4697" y="6653"/>
                    <a:pt x="4700" y="7012"/>
                  </a:cubicBezTo>
                  <a:moveTo>
                    <a:pt x="3292" y="1613"/>
                  </a:moveTo>
                  <a:cubicBezTo>
                    <a:pt x="3126" y="1541"/>
                    <a:pt x="3022" y="1355"/>
                    <a:pt x="3046" y="1176"/>
                  </a:cubicBezTo>
                  <a:cubicBezTo>
                    <a:pt x="3066" y="948"/>
                    <a:pt x="3297" y="763"/>
                    <a:pt x="3525" y="808"/>
                  </a:cubicBezTo>
                  <a:cubicBezTo>
                    <a:pt x="3761" y="843"/>
                    <a:pt x="3923" y="1105"/>
                    <a:pt x="3857" y="1333"/>
                  </a:cubicBezTo>
                  <a:cubicBezTo>
                    <a:pt x="3805" y="1573"/>
                    <a:pt x="3515" y="1721"/>
                    <a:pt x="3292" y="161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0DE100F6-B8AB-47E3-B07E-3B5C244FD374}"/>
              </a:ext>
            </a:extLst>
          </p:cNvPr>
          <p:cNvSpPr>
            <a:spLocks/>
          </p:cNvSpPr>
          <p:nvPr/>
        </p:nvSpPr>
        <p:spPr bwMode="auto">
          <a:xfrm flipV="1">
            <a:off x="7223574" y="3883269"/>
            <a:ext cx="519328" cy="454864"/>
          </a:xfrm>
          <a:custGeom>
            <a:avLst/>
            <a:gdLst>
              <a:gd name="connsiteX0" fmla="*/ 2401648 w 3499977"/>
              <a:gd name="connsiteY0" fmla="*/ 1861829 h 3065543"/>
              <a:gd name="connsiteX1" fmla="*/ 2504093 w 3499977"/>
              <a:gd name="connsiteY1" fmla="*/ 1860168 h 3065543"/>
              <a:gd name="connsiteX2" fmla="*/ 2510032 w 3499977"/>
              <a:gd name="connsiteY2" fmla="*/ 1854205 h 3065543"/>
              <a:gd name="connsiteX3" fmla="*/ 2517321 w 3499977"/>
              <a:gd name="connsiteY3" fmla="*/ 1641429 h 3065543"/>
              <a:gd name="connsiteX4" fmla="*/ 2728689 w 3499977"/>
              <a:gd name="connsiteY4" fmla="*/ 1641158 h 3065543"/>
              <a:gd name="connsiteX5" fmla="*/ 2728959 w 3499977"/>
              <a:gd name="connsiteY5" fmla="*/ 1428924 h 3065543"/>
              <a:gd name="connsiteX6" fmla="*/ 2511922 w 3499977"/>
              <a:gd name="connsiteY6" fmla="*/ 1428111 h 3065543"/>
              <a:gd name="connsiteX7" fmla="*/ 2510032 w 3499977"/>
              <a:gd name="connsiteY7" fmla="*/ 1214792 h 3065543"/>
              <a:gd name="connsiteX8" fmla="*/ 2466840 w 3499977"/>
              <a:gd name="connsiteY8" fmla="*/ 1202053 h 3065543"/>
              <a:gd name="connsiteX9" fmla="*/ 2297853 w 3499977"/>
              <a:gd name="connsiteY9" fmla="*/ 1205034 h 3065543"/>
              <a:gd name="connsiteX10" fmla="*/ 2292454 w 3499977"/>
              <a:gd name="connsiteY10" fmla="*/ 1422419 h 3065543"/>
              <a:gd name="connsiteX11" fmla="*/ 2081355 w 3499977"/>
              <a:gd name="connsiteY11" fmla="*/ 1422690 h 3065543"/>
              <a:gd name="connsiteX12" fmla="*/ 2080276 w 3499977"/>
              <a:gd name="connsiteY12" fmla="*/ 1641429 h 3065543"/>
              <a:gd name="connsiteX13" fmla="*/ 2298663 w 3499977"/>
              <a:gd name="connsiteY13" fmla="*/ 1642513 h 3065543"/>
              <a:gd name="connsiteX14" fmla="*/ 2299203 w 3499977"/>
              <a:gd name="connsiteY14" fmla="*/ 1861253 h 3065543"/>
              <a:gd name="connsiteX15" fmla="*/ 2401648 w 3499977"/>
              <a:gd name="connsiteY15" fmla="*/ 1861829 h 3065543"/>
              <a:gd name="connsiteX16" fmla="*/ 3274944 w 3499977"/>
              <a:gd name="connsiteY16" fmla="*/ 1862104 h 3065543"/>
              <a:gd name="connsiteX17" fmla="*/ 3279542 w 3499977"/>
              <a:gd name="connsiteY17" fmla="*/ 1646303 h 3065543"/>
              <a:gd name="connsiteX18" fmla="*/ 3499977 w 3499977"/>
              <a:gd name="connsiteY18" fmla="*/ 1641700 h 3065543"/>
              <a:gd name="connsiteX19" fmla="*/ 3499166 w 3499977"/>
              <a:gd name="connsiteY19" fmla="*/ 1423191 h 3065543"/>
              <a:gd name="connsiteX20" fmla="*/ 3280894 w 3499977"/>
              <a:gd name="connsiteY20" fmla="*/ 1422108 h 3065543"/>
              <a:gd name="connsiteX21" fmla="*/ 3280353 w 3499977"/>
              <a:gd name="connsiteY21" fmla="*/ 1203329 h 3065543"/>
              <a:gd name="connsiteX22" fmla="*/ 3055320 w 3499977"/>
              <a:gd name="connsiteY22" fmla="*/ 1204141 h 3065543"/>
              <a:gd name="connsiteX23" fmla="*/ 3054238 w 3499977"/>
              <a:gd name="connsiteY23" fmla="*/ 1422379 h 3065543"/>
              <a:gd name="connsiteX24" fmla="*/ 2841376 w 3499977"/>
              <a:gd name="connsiteY24" fmla="*/ 1422379 h 3065543"/>
              <a:gd name="connsiteX25" fmla="*/ 2837319 w 3499977"/>
              <a:gd name="connsiteY25" fmla="*/ 1637909 h 3065543"/>
              <a:gd name="connsiteX26" fmla="*/ 3047476 w 3499977"/>
              <a:gd name="connsiteY26" fmla="*/ 1643595 h 3065543"/>
              <a:gd name="connsiteX27" fmla="*/ 3061541 w 3499977"/>
              <a:gd name="connsiteY27" fmla="*/ 1693687 h 3065543"/>
              <a:gd name="connsiteX28" fmla="*/ 3061541 w 3499977"/>
              <a:gd name="connsiteY28" fmla="*/ 1861563 h 3065543"/>
              <a:gd name="connsiteX29" fmla="*/ 3274944 w 3499977"/>
              <a:gd name="connsiteY29" fmla="*/ 1862104 h 3065543"/>
              <a:gd name="connsiteX30" fmla="*/ 1469867 w 3499977"/>
              <a:gd name="connsiteY30" fmla="*/ 3064588 h 3065543"/>
              <a:gd name="connsiteX31" fmla="*/ 1855948 w 3499977"/>
              <a:gd name="connsiteY31" fmla="*/ 3032278 h 3065543"/>
              <a:gd name="connsiteX32" fmla="*/ 2034628 w 3499977"/>
              <a:gd name="connsiteY32" fmla="*/ 2981664 h 3065543"/>
              <a:gd name="connsiteX33" fmla="*/ 2765027 w 3499977"/>
              <a:gd name="connsiteY33" fmla="*/ 2441150 h 3065543"/>
              <a:gd name="connsiteX34" fmla="*/ 2842338 w 3499977"/>
              <a:gd name="connsiteY34" fmla="*/ 2313397 h 3065543"/>
              <a:gd name="connsiteX35" fmla="*/ 2534717 w 3499977"/>
              <a:gd name="connsiteY35" fmla="*/ 2133406 h 3065543"/>
              <a:gd name="connsiteX36" fmla="*/ 2202766 w 3499977"/>
              <a:gd name="connsiteY36" fmla="*/ 1946919 h 3065543"/>
              <a:gd name="connsiteX37" fmla="*/ 2168166 w 3499977"/>
              <a:gd name="connsiteY37" fmla="*/ 1957205 h 3065543"/>
              <a:gd name="connsiteX38" fmla="*/ 1608067 w 3499977"/>
              <a:gd name="connsiteY38" fmla="*/ 2297969 h 3065543"/>
              <a:gd name="connsiteX39" fmla="*/ 1312339 w 3499977"/>
              <a:gd name="connsiteY39" fmla="*/ 2269550 h 3065543"/>
              <a:gd name="connsiteX40" fmla="*/ 1158528 w 3499977"/>
              <a:gd name="connsiteY40" fmla="*/ 2202967 h 3065543"/>
              <a:gd name="connsiteX41" fmla="*/ 818468 w 3499977"/>
              <a:gd name="connsiteY41" fmla="*/ 1813483 h 3065543"/>
              <a:gd name="connsiteX42" fmla="*/ 1013368 w 3499977"/>
              <a:gd name="connsiteY42" fmla="*/ 964142 h 3065543"/>
              <a:gd name="connsiteX43" fmla="*/ 1260168 w 3499977"/>
              <a:gd name="connsiteY43" fmla="*/ 815548 h 3065543"/>
              <a:gd name="connsiteX44" fmla="*/ 1808102 w 3499977"/>
              <a:gd name="connsiteY44" fmla="*/ 817172 h 3065543"/>
              <a:gd name="connsiteX45" fmla="*/ 2193305 w 3499977"/>
              <a:gd name="connsiteY45" fmla="*/ 1144945 h 3065543"/>
              <a:gd name="connsiteX46" fmla="*/ 2386042 w 3499977"/>
              <a:gd name="connsiteY46" fmla="*/ 1037491 h 3065543"/>
              <a:gd name="connsiteX47" fmla="*/ 2828552 w 3499977"/>
              <a:gd name="connsiteY47" fmla="*/ 794165 h 3065543"/>
              <a:gd name="connsiteX48" fmla="*/ 2850718 w 3499977"/>
              <a:gd name="connsiteY48" fmla="*/ 762227 h 3065543"/>
              <a:gd name="connsiteX49" fmla="*/ 2703125 w 3499977"/>
              <a:gd name="connsiteY49" fmla="*/ 549486 h 3065543"/>
              <a:gd name="connsiteX50" fmla="*/ 2353874 w 3499977"/>
              <a:gd name="connsiteY50" fmla="*/ 241201 h 3065543"/>
              <a:gd name="connsiteX51" fmla="*/ 2020842 w 3499977"/>
              <a:gd name="connsiteY51" fmla="*/ 79886 h 3065543"/>
              <a:gd name="connsiteX52" fmla="*/ 1618339 w 3499977"/>
              <a:gd name="connsiteY52" fmla="*/ 5453 h 3065543"/>
              <a:gd name="connsiteX53" fmla="*/ 1426954 w 3499977"/>
              <a:gd name="connsiteY53" fmla="*/ 6265 h 3065543"/>
              <a:gd name="connsiteX54" fmla="*/ 1036885 w 3499977"/>
              <a:gd name="connsiteY54" fmla="*/ 80968 h 3065543"/>
              <a:gd name="connsiteX55" fmla="*/ 590861 w 3499977"/>
              <a:gd name="connsiteY55" fmla="*/ 322129 h 3065543"/>
              <a:gd name="connsiteX56" fmla="*/ 287564 w 3499977"/>
              <a:gd name="connsiteY56" fmla="*/ 636639 h 3065543"/>
              <a:gd name="connsiteX57" fmla="*/ 80501 w 3499977"/>
              <a:gd name="connsiteY57" fmla="*/ 1035597 h 3065543"/>
              <a:gd name="connsiteX58" fmla="*/ 18328 w 3499977"/>
              <a:gd name="connsiteY58" fmla="*/ 1302200 h 3065543"/>
              <a:gd name="connsiteX59" fmla="*/ 7785 w 3499977"/>
              <a:gd name="connsiteY59" fmla="*/ 1673820 h 3065543"/>
              <a:gd name="connsiteX60" fmla="*/ 56442 w 3499977"/>
              <a:gd name="connsiteY60" fmla="*/ 1946107 h 3065543"/>
              <a:gd name="connsiteX61" fmla="*/ 368660 w 3499977"/>
              <a:gd name="connsiteY61" fmla="*/ 2533717 h 3065543"/>
              <a:gd name="connsiteX62" fmla="*/ 611135 w 3499977"/>
              <a:gd name="connsiteY62" fmla="*/ 2759450 h 3065543"/>
              <a:gd name="connsiteX63" fmla="*/ 1088246 w 3499977"/>
              <a:gd name="connsiteY63" fmla="*/ 3000881 h 3065543"/>
              <a:gd name="connsiteX64" fmla="*/ 1469867 w 3499977"/>
              <a:gd name="connsiteY64" fmla="*/ 3064588 h 306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3499977" h="3065543">
                <a:moveTo>
                  <a:pt x="2401648" y="1861829"/>
                </a:moveTo>
                <a:cubicBezTo>
                  <a:pt x="2435796" y="1862066"/>
                  <a:pt x="2469945" y="1861930"/>
                  <a:pt x="2504093" y="1860168"/>
                </a:cubicBezTo>
                <a:lnTo>
                  <a:pt x="2510032" y="1854205"/>
                </a:lnTo>
                <a:cubicBezTo>
                  <a:pt x="2515701" y="1783461"/>
                  <a:pt x="2503553" y="1711632"/>
                  <a:pt x="2517321" y="1641429"/>
                </a:cubicBezTo>
                <a:cubicBezTo>
                  <a:pt x="2587777" y="1642242"/>
                  <a:pt x="2658233" y="1642242"/>
                  <a:pt x="2728689" y="1641158"/>
                </a:cubicBezTo>
                <a:cubicBezTo>
                  <a:pt x="2730039" y="1570413"/>
                  <a:pt x="2729769" y="1499669"/>
                  <a:pt x="2728959" y="1428924"/>
                </a:cubicBezTo>
                <a:cubicBezTo>
                  <a:pt x="2656613" y="1427026"/>
                  <a:pt x="2584268" y="1428382"/>
                  <a:pt x="2511922" y="1428111"/>
                </a:cubicBezTo>
                <a:cubicBezTo>
                  <a:pt x="2508952" y="1357095"/>
                  <a:pt x="2513271" y="1285808"/>
                  <a:pt x="2510032" y="1214792"/>
                </a:cubicBezTo>
                <a:cubicBezTo>
                  <a:pt x="2502203" y="1198529"/>
                  <a:pt x="2481148" y="1203950"/>
                  <a:pt x="2466840" y="1202053"/>
                </a:cubicBezTo>
                <a:cubicBezTo>
                  <a:pt x="2410691" y="1202866"/>
                  <a:pt x="2354002" y="1200155"/>
                  <a:pt x="2297853" y="1205034"/>
                </a:cubicBezTo>
                <a:cubicBezTo>
                  <a:pt x="2287325" y="1277134"/>
                  <a:pt x="2294614" y="1350047"/>
                  <a:pt x="2292454" y="1422419"/>
                </a:cubicBezTo>
                <a:cubicBezTo>
                  <a:pt x="2221998" y="1422148"/>
                  <a:pt x="2151542" y="1422148"/>
                  <a:pt x="2081355" y="1422690"/>
                </a:cubicBezTo>
                <a:cubicBezTo>
                  <a:pt x="2077576" y="1495332"/>
                  <a:pt x="2079196" y="1568516"/>
                  <a:pt x="2080276" y="1641429"/>
                </a:cubicBezTo>
                <a:cubicBezTo>
                  <a:pt x="2153161" y="1642513"/>
                  <a:pt x="2225777" y="1641429"/>
                  <a:pt x="2298663" y="1642513"/>
                </a:cubicBezTo>
                <a:cubicBezTo>
                  <a:pt x="2297583" y="1715426"/>
                  <a:pt x="2297313" y="1788340"/>
                  <a:pt x="2299203" y="1861253"/>
                </a:cubicBezTo>
                <a:cubicBezTo>
                  <a:pt x="2333351" y="1860982"/>
                  <a:pt x="2367500" y="1861591"/>
                  <a:pt x="2401648" y="1861829"/>
                </a:cubicBezTo>
                <a:close/>
                <a:moveTo>
                  <a:pt x="3274944" y="1862104"/>
                </a:moveTo>
                <a:cubicBezTo>
                  <a:pt x="3284410" y="1790622"/>
                  <a:pt x="3278190" y="1718056"/>
                  <a:pt x="3279542" y="1646303"/>
                </a:cubicBezTo>
                <a:cubicBezTo>
                  <a:pt x="3352570" y="1637368"/>
                  <a:pt x="3426679" y="1644949"/>
                  <a:pt x="3499977" y="1641700"/>
                </a:cubicBezTo>
                <a:cubicBezTo>
                  <a:pt x="3498625" y="1568864"/>
                  <a:pt x="3499707" y="1496028"/>
                  <a:pt x="3499166" y="1423191"/>
                </a:cubicBezTo>
                <a:cubicBezTo>
                  <a:pt x="3426409" y="1421837"/>
                  <a:pt x="3353651" y="1423462"/>
                  <a:pt x="3280894" y="1422108"/>
                </a:cubicBezTo>
                <a:cubicBezTo>
                  <a:pt x="3279271" y="1349272"/>
                  <a:pt x="3279271" y="1276165"/>
                  <a:pt x="3280353" y="1203329"/>
                </a:cubicBezTo>
                <a:cubicBezTo>
                  <a:pt x="3205432" y="1203599"/>
                  <a:pt x="3130241" y="1201704"/>
                  <a:pt x="3055320" y="1204141"/>
                </a:cubicBezTo>
                <a:cubicBezTo>
                  <a:pt x="3054779" y="1276977"/>
                  <a:pt x="3056402" y="1349813"/>
                  <a:pt x="3054238" y="1422379"/>
                </a:cubicBezTo>
                <a:cubicBezTo>
                  <a:pt x="2983374" y="1422921"/>
                  <a:pt x="2912240" y="1422921"/>
                  <a:pt x="2841376" y="1422379"/>
                </a:cubicBezTo>
                <a:cubicBezTo>
                  <a:pt x="2831639" y="1493591"/>
                  <a:pt x="2836508" y="1566156"/>
                  <a:pt x="2837319" y="1637909"/>
                </a:cubicBezTo>
                <a:cubicBezTo>
                  <a:pt x="2906560" y="1649552"/>
                  <a:pt x="2977694" y="1636826"/>
                  <a:pt x="3047476" y="1643595"/>
                </a:cubicBezTo>
                <a:cubicBezTo>
                  <a:pt x="3065598" y="1654155"/>
                  <a:pt x="3059918" y="1676358"/>
                  <a:pt x="3061541" y="1693687"/>
                </a:cubicBezTo>
                <a:cubicBezTo>
                  <a:pt x="3061000" y="1749736"/>
                  <a:pt x="3060729" y="1805514"/>
                  <a:pt x="3061541" y="1861563"/>
                </a:cubicBezTo>
                <a:cubicBezTo>
                  <a:pt x="3132675" y="1861833"/>
                  <a:pt x="3203810" y="1861292"/>
                  <a:pt x="3274944" y="1862104"/>
                </a:cubicBezTo>
                <a:close/>
                <a:moveTo>
                  <a:pt x="1469867" y="3064588"/>
                </a:moveTo>
                <a:cubicBezTo>
                  <a:pt x="1599214" y="3069088"/>
                  <a:pt x="1729304" y="3057585"/>
                  <a:pt x="1855948" y="3032278"/>
                </a:cubicBezTo>
                <a:cubicBezTo>
                  <a:pt x="1915688" y="3016580"/>
                  <a:pt x="1975429" y="3000069"/>
                  <a:pt x="2034628" y="2981664"/>
                </a:cubicBezTo>
                <a:cubicBezTo>
                  <a:pt x="2325491" y="2881519"/>
                  <a:pt x="2582292" y="2688536"/>
                  <a:pt x="2765027" y="2441150"/>
                </a:cubicBezTo>
                <a:cubicBezTo>
                  <a:pt x="2793411" y="2400280"/>
                  <a:pt x="2822335" y="2359139"/>
                  <a:pt x="2842338" y="2313397"/>
                </a:cubicBezTo>
                <a:cubicBezTo>
                  <a:pt x="2741510" y="2250333"/>
                  <a:pt x="2635275" y="2196471"/>
                  <a:pt x="2534717" y="2133406"/>
                </a:cubicBezTo>
                <a:cubicBezTo>
                  <a:pt x="2422264" y="2074402"/>
                  <a:pt x="2315759" y="2004841"/>
                  <a:pt x="2202766" y="1946919"/>
                </a:cubicBezTo>
                <a:cubicBezTo>
                  <a:pt x="2190602" y="1939070"/>
                  <a:pt x="2174383" y="1944483"/>
                  <a:pt x="2168166" y="1957205"/>
                </a:cubicBezTo>
                <a:cubicBezTo>
                  <a:pt x="2040846" y="2142609"/>
                  <a:pt x="1833782" y="2277128"/>
                  <a:pt x="1608067" y="2297969"/>
                </a:cubicBezTo>
                <a:cubicBezTo>
                  <a:pt x="1509130" y="2302029"/>
                  <a:pt x="1406950" y="2303653"/>
                  <a:pt x="1312339" y="2269550"/>
                </a:cubicBezTo>
                <a:cubicBezTo>
                  <a:pt x="1260438" y="2249250"/>
                  <a:pt x="1206915" y="2231116"/>
                  <a:pt x="1158528" y="2202967"/>
                </a:cubicBezTo>
                <a:cubicBezTo>
                  <a:pt x="1002555" y="2120414"/>
                  <a:pt x="880642" y="1978316"/>
                  <a:pt x="818468" y="1813483"/>
                </a:cubicBezTo>
                <a:cubicBezTo>
                  <a:pt x="698177" y="1526580"/>
                  <a:pt x="782516" y="1170928"/>
                  <a:pt x="1013368" y="964142"/>
                </a:cubicBezTo>
                <a:cubicBezTo>
                  <a:pt x="1086624" y="901618"/>
                  <a:pt x="1169071" y="848298"/>
                  <a:pt x="1260168" y="815548"/>
                </a:cubicBezTo>
                <a:cubicBezTo>
                  <a:pt x="1433171" y="742198"/>
                  <a:pt x="1634828" y="746799"/>
                  <a:pt x="1808102" y="817172"/>
                </a:cubicBezTo>
                <a:cubicBezTo>
                  <a:pt x="1969482" y="878071"/>
                  <a:pt x="2102478" y="999869"/>
                  <a:pt x="2193305" y="1144945"/>
                </a:cubicBezTo>
                <a:cubicBezTo>
                  <a:pt x="2254397" y="1104074"/>
                  <a:pt x="2320895" y="1071866"/>
                  <a:pt x="2386042" y="1037491"/>
                </a:cubicBezTo>
                <a:cubicBezTo>
                  <a:pt x="2533095" y="955751"/>
                  <a:pt x="2680688" y="874823"/>
                  <a:pt x="2828552" y="794165"/>
                </a:cubicBezTo>
                <a:cubicBezTo>
                  <a:pt x="2839365" y="786857"/>
                  <a:pt x="2861801" y="779279"/>
                  <a:pt x="2850718" y="762227"/>
                </a:cubicBezTo>
                <a:cubicBezTo>
                  <a:pt x="2811792" y="684817"/>
                  <a:pt x="2756107" y="617422"/>
                  <a:pt x="2703125" y="549486"/>
                </a:cubicBezTo>
                <a:cubicBezTo>
                  <a:pt x="2600674" y="432289"/>
                  <a:pt x="2484708" y="326189"/>
                  <a:pt x="2353874" y="241201"/>
                </a:cubicBezTo>
                <a:cubicBezTo>
                  <a:pt x="2248180" y="177595"/>
                  <a:pt x="2137890" y="120214"/>
                  <a:pt x="2020842" y="79886"/>
                </a:cubicBezTo>
                <a:cubicBezTo>
                  <a:pt x="1890279" y="39557"/>
                  <a:pt x="1755390" y="10054"/>
                  <a:pt x="1618339" y="5453"/>
                </a:cubicBezTo>
                <a:cubicBezTo>
                  <a:pt x="1554814" y="-3208"/>
                  <a:pt x="1490749" y="-501"/>
                  <a:pt x="1426954" y="6265"/>
                </a:cubicBezTo>
                <a:cubicBezTo>
                  <a:pt x="1293687" y="10325"/>
                  <a:pt x="1163935" y="43617"/>
                  <a:pt x="1036885" y="80968"/>
                </a:cubicBezTo>
                <a:cubicBezTo>
                  <a:pt x="877668" y="138890"/>
                  <a:pt x="723317" y="215217"/>
                  <a:pt x="590861" y="322129"/>
                </a:cubicBezTo>
                <a:cubicBezTo>
                  <a:pt x="474354" y="410636"/>
                  <a:pt x="376228" y="520796"/>
                  <a:pt x="287564" y="636639"/>
                </a:cubicBezTo>
                <a:cubicBezTo>
                  <a:pt x="199711" y="758438"/>
                  <a:pt x="131861" y="894581"/>
                  <a:pt x="80501" y="1035597"/>
                </a:cubicBezTo>
                <a:cubicBezTo>
                  <a:pt x="57524" y="1123833"/>
                  <a:pt x="24004" y="1210445"/>
                  <a:pt x="18328" y="1302200"/>
                </a:cubicBezTo>
                <a:cubicBezTo>
                  <a:pt x="487" y="1425081"/>
                  <a:pt x="-6812" y="1550127"/>
                  <a:pt x="7785" y="1673820"/>
                </a:cubicBezTo>
                <a:cubicBezTo>
                  <a:pt x="13462" y="1765846"/>
                  <a:pt x="27789" y="1858142"/>
                  <a:pt x="56442" y="1946107"/>
                </a:cubicBezTo>
                <a:cubicBezTo>
                  <a:pt x="113480" y="2162638"/>
                  <a:pt x="224040" y="2363470"/>
                  <a:pt x="368660" y="2533717"/>
                </a:cubicBezTo>
                <a:cubicBezTo>
                  <a:pt x="445700" y="2613021"/>
                  <a:pt x="520038" y="2696115"/>
                  <a:pt x="611135" y="2759450"/>
                </a:cubicBezTo>
                <a:cubicBezTo>
                  <a:pt x="753863" y="2868256"/>
                  <a:pt x="915242" y="2952703"/>
                  <a:pt x="1088246" y="3000881"/>
                </a:cubicBezTo>
                <a:cubicBezTo>
                  <a:pt x="1211916" y="3039586"/>
                  <a:pt x="1340520" y="3060089"/>
                  <a:pt x="1469867" y="30645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1A9571F-A260-4FC1-BADB-59C15C02781B}"/>
              </a:ext>
            </a:extLst>
          </p:cNvPr>
          <p:cNvSpPr/>
          <p:nvPr/>
        </p:nvSpPr>
        <p:spPr>
          <a:xfrm>
            <a:off x="9555061" y="1745601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da-DK" sz="1400" b="1" dirty="0">
                <a:solidFill>
                  <a:schemeClr val="bg1"/>
                </a:solidFill>
                <a:latin typeface="Ubuntu" panose="020B0504030602030204" pitchFamily="34" charset="0"/>
              </a:rPr>
              <a:t>Development</a:t>
            </a:r>
            <a:endParaRPr lang="en-US" sz="1400" b="1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308C5D-DB97-4DED-9C75-793EAA443EA4}"/>
              </a:ext>
            </a:extLst>
          </p:cNvPr>
          <p:cNvSpPr/>
          <p:nvPr/>
        </p:nvSpPr>
        <p:spPr>
          <a:xfrm>
            <a:off x="9116015" y="2179129"/>
            <a:ext cx="2313100" cy="88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64E50D9-137F-44AC-8219-28844BE77B15}"/>
              </a:ext>
            </a:extLst>
          </p:cNvPr>
          <p:cNvSpPr/>
          <p:nvPr/>
        </p:nvSpPr>
        <p:spPr>
          <a:xfrm>
            <a:off x="6765734" y="4465746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da-DK" sz="1400" b="1" dirty="0">
                <a:solidFill>
                  <a:schemeClr val="bg1"/>
                </a:solidFill>
                <a:latin typeface="Ubuntu" panose="020B0504030602030204" pitchFamily="34" charset="0"/>
              </a:rPr>
              <a:t>Development</a:t>
            </a:r>
            <a:endParaRPr lang="en-US" sz="1400" b="1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0C42B03-F8B5-4C8F-A180-B4ED6A8375F6}"/>
              </a:ext>
            </a:extLst>
          </p:cNvPr>
          <p:cNvSpPr/>
          <p:nvPr/>
        </p:nvSpPr>
        <p:spPr>
          <a:xfrm>
            <a:off x="6326688" y="4899274"/>
            <a:ext cx="2313100" cy="88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4DECF45-78ED-4BB0-AB37-5875B0651245}"/>
              </a:ext>
            </a:extLst>
          </p:cNvPr>
          <p:cNvSpPr/>
          <p:nvPr/>
        </p:nvSpPr>
        <p:spPr>
          <a:xfrm>
            <a:off x="1102509" y="3378942"/>
            <a:ext cx="3218482" cy="830997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Build your </a:t>
            </a:r>
            <a:endParaRPr lang="en-US" sz="48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6F6A260-96B1-4784-BD5B-5625A62BCC5E}"/>
              </a:ext>
            </a:extLst>
          </p:cNvPr>
          <p:cNvSpPr/>
          <p:nvPr/>
        </p:nvSpPr>
        <p:spPr>
          <a:xfrm>
            <a:off x="2711750" y="4209939"/>
            <a:ext cx="2304082" cy="830997"/>
          </a:xfrm>
          <a:prstGeom prst="rect">
            <a:avLst/>
          </a:prstGeom>
          <a:solidFill>
            <a:srgbClr val="232A4E"/>
          </a:solidFill>
        </p:spPr>
        <p:txBody>
          <a:bodyPr wrap="square">
            <a:spAutoFit/>
          </a:bodyPr>
          <a:lstStyle/>
          <a:p>
            <a:r>
              <a:rPr lang="en-US" sz="4800" b="1" i="0" dirty="0">
                <a:solidFill>
                  <a:schemeClr val="bg1"/>
                </a:solidFill>
                <a:effectLst/>
                <a:latin typeface="Ubuntu" panose="020B0504030602030204" pitchFamily="34" charset="0"/>
              </a:rPr>
              <a:t>app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56489-A27D-4A95-9FA9-1D9B615B9C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3CA4ECD-633B-4336-A506-9CCA13B67C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F319BC-A240-4A56-8BAA-CE60E69B5E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4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9" presetClass="entr" presetSubtype="0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9" presetClass="entr" presetSubtype="0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entr" presetSubtype="3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3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4" grpId="0" animBg="1"/>
      <p:bldP spid="49" grpId="0" animBg="1"/>
      <p:bldP spid="50" grpId="0"/>
      <p:bldP spid="51" grpId="0"/>
      <p:bldP spid="52" grpId="0"/>
      <p:bldP spid="53" grpId="0"/>
      <p:bldP spid="54" grpId="0" animBg="1"/>
      <p:bldP spid="5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6744F91-A328-4594-8093-E1C30F639186}"/>
              </a:ext>
            </a:extLst>
          </p:cNvPr>
          <p:cNvSpPr/>
          <p:nvPr/>
        </p:nvSpPr>
        <p:spPr>
          <a:xfrm>
            <a:off x="635995" y="854116"/>
            <a:ext cx="2743206" cy="2533011"/>
          </a:xfrm>
          <a:custGeom>
            <a:avLst/>
            <a:gdLst>
              <a:gd name="connsiteX0" fmla="*/ 422177 w 2743206"/>
              <a:gd name="connsiteY0" fmla="*/ 0 h 2533011"/>
              <a:gd name="connsiteX1" fmla="*/ 2321029 w 2743206"/>
              <a:gd name="connsiteY1" fmla="*/ 0 h 2533011"/>
              <a:gd name="connsiteX2" fmla="*/ 2743206 w 2743206"/>
              <a:gd name="connsiteY2" fmla="*/ 422177 h 2533011"/>
              <a:gd name="connsiteX3" fmla="*/ 2743206 w 2743206"/>
              <a:gd name="connsiteY3" fmla="*/ 2110834 h 2533011"/>
              <a:gd name="connsiteX4" fmla="*/ 2321029 w 2743206"/>
              <a:gd name="connsiteY4" fmla="*/ 2533011 h 2533011"/>
              <a:gd name="connsiteX5" fmla="*/ 422177 w 2743206"/>
              <a:gd name="connsiteY5" fmla="*/ 2533011 h 2533011"/>
              <a:gd name="connsiteX6" fmla="*/ 0 w 2743206"/>
              <a:gd name="connsiteY6" fmla="*/ 2110834 h 2533011"/>
              <a:gd name="connsiteX7" fmla="*/ 0 w 2743206"/>
              <a:gd name="connsiteY7" fmla="*/ 422177 h 2533011"/>
              <a:gd name="connsiteX8" fmla="*/ 422177 w 2743206"/>
              <a:gd name="connsiteY8" fmla="*/ 0 h 2533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3206" h="2533011">
                <a:moveTo>
                  <a:pt x="422177" y="0"/>
                </a:moveTo>
                <a:lnTo>
                  <a:pt x="2321029" y="0"/>
                </a:lnTo>
                <a:cubicBezTo>
                  <a:pt x="2554191" y="0"/>
                  <a:pt x="2743206" y="189015"/>
                  <a:pt x="2743206" y="422177"/>
                </a:cubicBezTo>
                <a:lnTo>
                  <a:pt x="2743206" y="2110834"/>
                </a:lnTo>
                <a:cubicBezTo>
                  <a:pt x="2743206" y="2343996"/>
                  <a:pt x="2554191" y="2533011"/>
                  <a:pt x="2321029" y="2533011"/>
                </a:cubicBezTo>
                <a:lnTo>
                  <a:pt x="422177" y="2533011"/>
                </a:lnTo>
                <a:cubicBezTo>
                  <a:pt x="189015" y="2533011"/>
                  <a:pt x="0" y="2343996"/>
                  <a:pt x="0" y="2110834"/>
                </a:cubicBezTo>
                <a:lnTo>
                  <a:pt x="0" y="422177"/>
                </a:lnTo>
                <a:cubicBezTo>
                  <a:pt x="0" y="189015"/>
                  <a:pt x="189015" y="0"/>
                  <a:pt x="422177" y="0"/>
                </a:cubicBezTo>
                <a:close/>
              </a:path>
            </a:pathLst>
          </a:custGeom>
          <a:solidFill>
            <a:schemeClr val="accent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67028BB-FAB4-4153-9B7E-6CDCF5180691}"/>
              </a:ext>
            </a:extLst>
          </p:cNvPr>
          <p:cNvSpPr/>
          <p:nvPr/>
        </p:nvSpPr>
        <p:spPr>
          <a:xfrm>
            <a:off x="5531412" y="3704095"/>
            <a:ext cx="2743206" cy="2533011"/>
          </a:xfrm>
          <a:custGeom>
            <a:avLst/>
            <a:gdLst>
              <a:gd name="connsiteX0" fmla="*/ 422177 w 2743206"/>
              <a:gd name="connsiteY0" fmla="*/ 0 h 2533011"/>
              <a:gd name="connsiteX1" fmla="*/ 2321029 w 2743206"/>
              <a:gd name="connsiteY1" fmla="*/ 0 h 2533011"/>
              <a:gd name="connsiteX2" fmla="*/ 2743206 w 2743206"/>
              <a:gd name="connsiteY2" fmla="*/ 422177 h 2533011"/>
              <a:gd name="connsiteX3" fmla="*/ 2743206 w 2743206"/>
              <a:gd name="connsiteY3" fmla="*/ 2110834 h 2533011"/>
              <a:gd name="connsiteX4" fmla="*/ 2321029 w 2743206"/>
              <a:gd name="connsiteY4" fmla="*/ 2533011 h 2533011"/>
              <a:gd name="connsiteX5" fmla="*/ 422177 w 2743206"/>
              <a:gd name="connsiteY5" fmla="*/ 2533011 h 2533011"/>
              <a:gd name="connsiteX6" fmla="*/ 0 w 2743206"/>
              <a:gd name="connsiteY6" fmla="*/ 2110834 h 2533011"/>
              <a:gd name="connsiteX7" fmla="*/ 0 w 2743206"/>
              <a:gd name="connsiteY7" fmla="*/ 422177 h 2533011"/>
              <a:gd name="connsiteX8" fmla="*/ 422177 w 2743206"/>
              <a:gd name="connsiteY8" fmla="*/ 0 h 2533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3206" h="2533011">
                <a:moveTo>
                  <a:pt x="422177" y="0"/>
                </a:moveTo>
                <a:lnTo>
                  <a:pt x="2321029" y="0"/>
                </a:lnTo>
                <a:cubicBezTo>
                  <a:pt x="2554191" y="0"/>
                  <a:pt x="2743206" y="189015"/>
                  <a:pt x="2743206" y="422177"/>
                </a:cubicBezTo>
                <a:lnTo>
                  <a:pt x="2743206" y="2110834"/>
                </a:lnTo>
                <a:cubicBezTo>
                  <a:pt x="2743206" y="2343996"/>
                  <a:pt x="2554191" y="2533011"/>
                  <a:pt x="2321029" y="2533011"/>
                </a:cubicBezTo>
                <a:lnTo>
                  <a:pt x="422177" y="2533011"/>
                </a:lnTo>
                <a:cubicBezTo>
                  <a:pt x="189015" y="2533011"/>
                  <a:pt x="0" y="2343996"/>
                  <a:pt x="0" y="2110834"/>
                </a:cubicBezTo>
                <a:lnTo>
                  <a:pt x="0" y="422177"/>
                </a:lnTo>
                <a:cubicBezTo>
                  <a:pt x="0" y="189015"/>
                  <a:pt x="189015" y="0"/>
                  <a:pt x="422177" y="0"/>
                </a:cubicBezTo>
                <a:close/>
              </a:path>
            </a:pathLst>
          </a:custGeom>
          <a:solidFill>
            <a:schemeClr val="accent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037CFBC-B2B2-4F18-894A-DD0A1C2AF0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04CDBA2-F9A2-48EE-B586-E3515238B4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D2B354-9575-43D2-B89C-AC52ED66BE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034136-B05B-402F-A5B8-CD42CC2F18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2121D07-165E-4D56-98C0-86CE13522A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B41BB23-A990-40FC-B8EF-10C899B43FD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0" name="Group 23">
            <a:extLst>
              <a:ext uri="{FF2B5EF4-FFF2-40B4-BE49-F238E27FC236}">
                <a16:creationId xmlns:a16="http://schemas.microsoft.com/office/drawing/2014/main" id="{9E33A8F0-46BE-4960-BEDE-D5157BC4862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23188" y="1840942"/>
            <a:ext cx="1168820" cy="559358"/>
            <a:chOff x="2557" y="1548"/>
            <a:chExt cx="2566" cy="1228"/>
          </a:xfrm>
          <a:solidFill>
            <a:schemeClr val="bg1"/>
          </a:solidFill>
        </p:grpSpPr>
        <p:sp>
          <p:nvSpPr>
            <p:cNvPr id="51" name="Freeform 24">
              <a:extLst>
                <a:ext uri="{FF2B5EF4-FFF2-40B4-BE49-F238E27FC236}">
                  <a16:creationId xmlns:a16="http://schemas.microsoft.com/office/drawing/2014/main" id="{65A3A168-D19C-4F43-81BC-C436B2F8C49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34" y="1548"/>
              <a:ext cx="829" cy="971"/>
            </a:xfrm>
            <a:custGeom>
              <a:avLst/>
              <a:gdLst>
                <a:gd name="T0" fmla="*/ 826 w 3651"/>
                <a:gd name="T1" fmla="*/ 4264 h 4265"/>
                <a:gd name="T2" fmla="*/ 1746 w 3651"/>
                <a:gd name="T3" fmla="*/ 4264 h 4265"/>
                <a:gd name="T4" fmla="*/ 1529 w 3651"/>
                <a:gd name="T5" fmla="*/ 3132 h 4265"/>
                <a:gd name="T6" fmla="*/ 2847 w 3651"/>
                <a:gd name="T7" fmla="*/ 3094 h 4265"/>
                <a:gd name="T8" fmla="*/ 3515 w 3651"/>
                <a:gd name="T9" fmla="*/ 2738 h 4265"/>
                <a:gd name="T10" fmla="*/ 3593 w 3651"/>
                <a:gd name="T11" fmla="*/ 1997 h 4265"/>
                <a:gd name="T12" fmla="*/ 3207 w 3651"/>
                <a:gd name="T13" fmla="*/ 2 h 4265"/>
                <a:gd name="T14" fmla="*/ 2272 w 3651"/>
                <a:gd name="T15" fmla="*/ 3 h 4265"/>
                <a:gd name="T16" fmla="*/ 2641 w 3651"/>
                <a:gd name="T17" fmla="*/ 1902 h 4265"/>
                <a:gd name="T18" fmla="*/ 2580 w 3651"/>
                <a:gd name="T19" fmla="*/ 2333 h 4265"/>
                <a:gd name="T20" fmla="*/ 2205 w 3651"/>
                <a:gd name="T21" fmla="*/ 2437 h 4265"/>
                <a:gd name="T22" fmla="*/ 1395 w 3651"/>
                <a:gd name="T23" fmla="*/ 2440 h 4265"/>
                <a:gd name="T24" fmla="*/ 916 w 3651"/>
                <a:gd name="T25" fmla="*/ 0 h 4265"/>
                <a:gd name="T26" fmla="*/ 0 w 3651"/>
                <a:gd name="T27" fmla="*/ 2 h 4265"/>
                <a:gd name="T28" fmla="*/ 826 w 3651"/>
                <a:gd name="T29" fmla="*/ 4264 h 4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51" h="4265">
                  <a:moveTo>
                    <a:pt x="826" y="4264"/>
                  </a:moveTo>
                  <a:cubicBezTo>
                    <a:pt x="1132" y="4265"/>
                    <a:pt x="1439" y="4264"/>
                    <a:pt x="1746" y="4264"/>
                  </a:cubicBezTo>
                  <a:cubicBezTo>
                    <a:pt x="1675" y="3886"/>
                    <a:pt x="1599" y="3510"/>
                    <a:pt x="1529" y="3132"/>
                  </a:cubicBezTo>
                  <a:cubicBezTo>
                    <a:pt x="1968" y="3120"/>
                    <a:pt x="2411" y="3159"/>
                    <a:pt x="2847" y="3094"/>
                  </a:cubicBezTo>
                  <a:cubicBezTo>
                    <a:pt x="3097" y="3052"/>
                    <a:pt x="3371" y="2963"/>
                    <a:pt x="3515" y="2738"/>
                  </a:cubicBezTo>
                  <a:cubicBezTo>
                    <a:pt x="3651" y="2517"/>
                    <a:pt x="3637" y="2243"/>
                    <a:pt x="3593" y="1997"/>
                  </a:cubicBezTo>
                  <a:cubicBezTo>
                    <a:pt x="3465" y="1332"/>
                    <a:pt x="3336" y="667"/>
                    <a:pt x="3207" y="2"/>
                  </a:cubicBezTo>
                  <a:cubicBezTo>
                    <a:pt x="2895" y="2"/>
                    <a:pt x="2584" y="1"/>
                    <a:pt x="2272" y="3"/>
                  </a:cubicBezTo>
                  <a:cubicBezTo>
                    <a:pt x="2394" y="636"/>
                    <a:pt x="2520" y="1269"/>
                    <a:pt x="2641" y="1902"/>
                  </a:cubicBezTo>
                  <a:cubicBezTo>
                    <a:pt x="2662" y="2045"/>
                    <a:pt x="2689" y="2219"/>
                    <a:pt x="2580" y="2333"/>
                  </a:cubicBezTo>
                  <a:cubicBezTo>
                    <a:pt x="2476" y="2419"/>
                    <a:pt x="2334" y="2430"/>
                    <a:pt x="2205" y="2437"/>
                  </a:cubicBezTo>
                  <a:cubicBezTo>
                    <a:pt x="1935" y="2444"/>
                    <a:pt x="1665" y="2439"/>
                    <a:pt x="1395" y="2440"/>
                  </a:cubicBezTo>
                  <a:cubicBezTo>
                    <a:pt x="1232" y="1627"/>
                    <a:pt x="1084" y="812"/>
                    <a:pt x="916" y="0"/>
                  </a:cubicBezTo>
                  <a:cubicBezTo>
                    <a:pt x="611" y="5"/>
                    <a:pt x="306" y="0"/>
                    <a:pt x="0" y="2"/>
                  </a:cubicBezTo>
                  <a:cubicBezTo>
                    <a:pt x="275" y="1423"/>
                    <a:pt x="550" y="2843"/>
                    <a:pt x="826" y="42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601B3693-A48B-46E8-A641-77DBC0D429C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2557" y="1806"/>
              <a:ext cx="920" cy="970"/>
            </a:xfrm>
            <a:custGeom>
              <a:avLst/>
              <a:gdLst>
                <a:gd name="T0" fmla="*/ 821 w 4052"/>
                <a:gd name="T1" fmla="*/ 4258 h 4260"/>
                <a:gd name="T2" fmla="*/ 2575 w 4052"/>
                <a:gd name="T3" fmla="*/ 4258 h 4260"/>
                <a:gd name="T4" fmla="*/ 3673 w 4052"/>
                <a:gd name="T5" fmla="*/ 3938 h 4260"/>
                <a:gd name="T6" fmla="*/ 4043 w 4052"/>
                <a:gd name="T7" fmla="*/ 3120 h 4260"/>
                <a:gd name="T8" fmla="*/ 3665 w 4052"/>
                <a:gd name="T9" fmla="*/ 1883 h 4260"/>
                <a:gd name="T10" fmla="*/ 2750 w 4052"/>
                <a:gd name="T11" fmla="*/ 1227 h 4260"/>
                <a:gd name="T12" fmla="*/ 1146 w 4052"/>
                <a:gd name="T13" fmla="*/ 1132 h 4260"/>
                <a:gd name="T14" fmla="*/ 926 w 4052"/>
                <a:gd name="T15" fmla="*/ 1 h 4260"/>
                <a:gd name="T16" fmla="*/ 0 w 4052"/>
                <a:gd name="T17" fmla="*/ 0 h 4260"/>
                <a:gd name="T18" fmla="*/ 821 w 4052"/>
                <a:gd name="T19" fmla="*/ 4258 h 4260"/>
                <a:gd name="T20" fmla="*/ 1626 w 4052"/>
                <a:gd name="T21" fmla="*/ 3587 h 4260"/>
                <a:gd name="T22" fmla="*/ 1280 w 4052"/>
                <a:gd name="T23" fmla="*/ 1807 h 4260"/>
                <a:gd name="T24" fmla="*/ 2554 w 4052"/>
                <a:gd name="T25" fmla="*/ 1940 h 4260"/>
                <a:gd name="T26" fmla="*/ 3034 w 4052"/>
                <a:gd name="T27" fmla="*/ 2658 h 4260"/>
                <a:gd name="T28" fmla="*/ 3017 w 4052"/>
                <a:gd name="T29" fmla="*/ 3319 h 4260"/>
                <a:gd name="T30" fmla="*/ 2544 w 4052"/>
                <a:gd name="T31" fmla="*/ 3570 h 4260"/>
                <a:gd name="T32" fmla="*/ 1626 w 4052"/>
                <a:gd name="T33" fmla="*/ 3587 h 4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52" h="4260">
                  <a:moveTo>
                    <a:pt x="821" y="4258"/>
                  </a:moveTo>
                  <a:cubicBezTo>
                    <a:pt x="1406" y="4259"/>
                    <a:pt x="1990" y="4258"/>
                    <a:pt x="2575" y="4258"/>
                  </a:cubicBezTo>
                  <a:cubicBezTo>
                    <a:pt x="2959" y="4260"/>
                    <a:pt x="3372" y="4195"/>
                    <a:pt x="3673" y="3938"/>
                  </a:cubicBezTo>
                  <a:cubicBezTo>
                    <a:pt x="3915" y="3740"/>
                    <a:pt x="4038" y="3427"/>
                    <a:pt x="4043" y="3120"/>
                  </a:cubicBezTo>
                  <a:cubicBezTo>
                    <a:pt x="4052" y="2683"/>
                    <a:pt x="3932" y="2234"/>
                    <a:pt x="3665" y="1883"/>
                  </a:cubicBezTo>
                  <a:cubicBezTo>
                    <a:pt x="3435" y="1580"/>
                    <a:pt x="3120" y="1331"/>
                    <a:pt x="2750" y="1227"/>
                  </a:cubicBezTo>
                  <a:cubicBezTo>
                    <a:pt x="2227" y="1085"/>
                    <a:pt x="1680" y="1148"/>
                    <a:pt x="1146" y="1132"/>
                  </a:cubicBezTo>
                  <a:cubicBezTo>
                    <a:pt x="1072" y="755"/>
                    <a:pt x="1001" y="378"/>
                    <a:pt x="926" y="1"/>
                  </a:cubicBezTo>
                  <a:cubicBezTo>
                    <a:pt x="617" y="0"/>
                    <a:pt x="308" y="0"/>
                    <a:pt x="0" y="0"/>
                  </a:cubicBezTo>
                  <a:cubicBezTo>
                    <a:pt x="272" y="1420"/>
                    <a:pt x="547" y="2838"/>
                    <a:pt x="821" y="4258"/>
                  </a:cubicBezTo>
                  <a:moveTo>
                    <a:pt x="1626" y="3587"/>
                  </a:moveTo>
                  <a:cubicBezTo>
                    <a:pt x="1510" y="2994"/>
                    <a:pt x="1395" y="2400"/>
                    <a:pt x="1280" y="1807"/>
                  </a:cubicBezTo>
                  <a:cubicBezTo>
                    <a:pt x="1705" y="1820"/>
                    <a:pt x="2156" y="1751"/>
                    <a:pt x="2554" y="1940"/>
                  </a:cubicBezTo>
                  <a:cubicBezTo>
                    <a:pt x="2831" y="2072"/>
                    <a:pt x="2971" y="2372"/>
                    <a:pt x="3034" y="2658"/>
                  </a:cubicBezTo>
                  <a:cubicBezTo>
                    <a:pt x="3079" y="2873"/>
                    <a:pt x="3119" y="3113"/>
                    <a:pt x="3017" y="3319"/>
                  </a:cubicBezTo>
                  <a:cubicBezTo>
                    <a:pt x="2926" y="3489"/>
                    <a:pt x="2722" y="3547"/>
                    <a:pt x="2544" y="3570"/>
                  </a:cubicBezTo>
                  <a:cubicBezTo>
                    <a:pt x="2239" y="3601"/>
                    <a:pt x="1932" y="3584"/>
                    <a:pt x="1626" y="358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6">
              <a:extLst>
                <a:ext uri="{FF2B5EF4-FFF2-40B4-BE49-F238E27FC236}">
                  <a16:creationId xmlns:a16="http://schemas.microsoft.com/office/drawing/2014/main" id="{07D3D65A-962E-488C-96BB-8B8B161DDF61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4201" y="1806"/>
              <a:ext cx="922" cy="970"/>
            </a:xfrm>
            <a:custGeom>
              <a:avLst/>
              <a:gdLst>
                <a:gd name="T0" fmla="*/ 0 w 4060"/>
                <a:gd name="T1" fmla="*/ 0 h 4260"/>
                <a:gd name="T2" fmla="*/ 826 w 4060"/>
                <a:gd name="T3" fmla="*/ 4260 h 4260"/>
                <a:gd name="T4" fmla="*/ 2567 w 4060"/>
                <a:gd name="T5" fmla="*/ 4258 h 4260"/>
                <a:gd name="T6" fmla="*/ 3671 w 4060"/>
                <a:gd name="T7" fmla="*/ 3941 h 4260"/>
                <a:gd name="T8" fmla="*/ 4041 w 4060"/>
                <a:gd name="T9" fmla="*/ 3158 h 4260"/>
                <a:gd name="T10" fmla="*/ 3615 w 4060"/>
                <a:gd name="T11" fmla="*/ 1820 h 4260"/>
                <a:gd name="T12" fmla="*/ 2637 w 4060"/>
                <a:gd name="T13" fmla="*/ 1199 h 4260"/>
                <a:gd name="T14" fmla="*/ 1145 w 4060"/>
                <a:gd name="T15" fmla="*/ 1131 h 4260"/>
                <a:gd name="T16" fmla="*/ 926 w 4060"/>
                <a:gd name="T17" fmla="*/ 0 h 4260"/>
                <a:gd name="T18" fmla="*/ 0 w 4060"/>
                <a:gd name="T19" fmla="*/ 0 h 4260"/>
                <a:gd name="T20" fmla="*/ 1625 w 4060"/>
                <a:gd name="T21" fmla="*/ 3588 h 4260"/>
                <a:gd name="T22" fmla="*/ 1280 w 4060"/>
                <a:gd name="T23" fmla="*/ 1807 h 4260"/>
                <a:gd name="T24" fmla="*/ 2547 w 4060"/>
                <a:gd name="T25" fmla="*/ 1937 h 4260"/>
                <a:gd name="T26" fmla="*/ 3039 w 4060"/>
                <a:gd name="T27" fmla="*/ 2678 h 4260"/>
                <a:gd name="T28" fmla="*/ 3016 w 4060"/>
                <a:gd name="T29" fmla="*/ 3321 h 4260"/>
                <a:gd name="T30" fmla="*/ 2570 w 4060"/>
                <a:gd name="T31" fmla="*/ 3567 h 4260"/>
                <a:gd name="T32" fmla="*/ 1625 w 4060"/>
                <a:gd name="T33" fmla="*/ 3588 h 4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60" h="4260">
                  <a:moveTo>
                    <a:pt x="0" y="0"/>
                  </a:moveTo>
                  <a:cubicBezTo>
                    <a:pt x="275" y="1420"/>
                    <a:pt x="542" y="2842"/>
                    <a:pt x="826" y="4260"/>
                  </a:cubicBezTo>
                  <a:cubicBezTo>
                    <a:pt x="1406" y="4256"/>
                    <a:pt x="1987" y="4260"/>
                    <a:pt x="2567" y="4258"/>
                  </a:cubicBezTo>
                  <a:cubicBezTo>
                    <a:pt x="2953" y="4260"/>
                    <a:pt x="3368" y="4199"/>
                    <a:pt x="3671" y="3941"/>
                  </a:cubicBezTo>
                  <a:cubicBezTo>
                    <a:pt x="3903" y="3751"/>
                    <a:pt x="4028" y="3454"/>
                    <a:pt x="4041" y="3158"/>
                  </a:cubicBezTo>
                  <a:cubicBezTo>
                    <a:pt x="4060" y="2682"/>
                    <a:pt x="3924" y="2189"/>
                    <a:pt x="3615" y="1820"/>
                  </a:cubicBezTo>
                  <a:cubicBezTo>
                    <a:pt x="3367" y="1516"/>
                    <a:pt x="3025" y="1278"/>
                    <a:pt x="2637" y="1199"/>
                  </a:cubicBezTo>
                  <a:cubicBezTo>
                    <a:pt x="2146" y="1095"/>
                    <a:pt x="1642" y="1148"/>
                    <a:pt x="1145" y="1131"/>
                  </a:cubicBezTo>
                  <a:cubicBezTo>
                    <a:pt x="1073" y="754"/>
                    <a:pt x="1000" y="377"/>
                    <a:pt x="926" y="0"/>
                  </a:cubicBezTo>
                  <a:cubicBezTo>
                    <a:pt x="618" y="0"/>
                    <a:pt x="309" y="0"/>
                    <a:pt x="0" y="0"/>
                  </a:cubicBezTo>
                  <a:moveTo>
                    <a:pt x="1625" y="3588"/>
                  </a:moveTo>
                  <a:cubicBezTo>
                    <a:pt x="1510" y="2994"/>
                    <a:pt x="1394" y="2401"/>
                    <a:pt x="1280" y="1807"/>
                  </a:cubicBezTo>
                  <a:cubicBezTo>
                    <a:pt x="1703" y="1820"/>
                    <a:pt x="2151" y="1752"/>
                    <a:pt x="2547" y="1937"/>
                  </a:cubicBezTo>
                  <a:cubicBezTo>
                    <a:pt x="2836" y="2070"/>
                    <a:pt x="2976" y="2384"/>
                    <a:pt x="3039" y="2678"/>
                  </a:cubicBezTo>
                  <a:cubicBezTo>
                    <a:pt x="3079" y="2888"/>
                    <a:pt x="3117" y="3121"/>
                    <a:pt x="3016" y="3321"/>
                  </a:cubicBezTo>
                  <a:cubicBezTo>
                    <a:pt x="2930" y="3482"/>
                    <a:pt x="2739" y="3541"/>
                    <a:pt x="2570" y="3567"/>
                  </a:cubicBezTo>
                  <a:cubicBezTo>
                    <a:pt x="2256" y="3603"/>
                    <a:pt x="1940" y="3583"/>
                    <a:pt x="1625" y="358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556D97DC-BFC4-4012-B62E-F0B1537F6DFD}"/>
              </a:ext>
            </a:extLst>
          </p:cNvPr>
          <p:cNvSpPr/>
          <p:nvPr/>
        </p:nvSpPr>
        <p:spPr>
          <a:xfrm>
            <a:off x="3983639" y="3100249"/>
            <a:ext cx="890726" cy="89072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30200" dist="38100" dir="5400000" algn="t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Freeform 56">
            <a:extLst>
              <a:ext uri="{FF2B5EF4-FFF2-40B4-BE49-F238E27FC236}">
                <a16:creationId xmlns:a16="http://schemas.microsoft.com/office/drawing/2014/main" id="{7ADE0053-BA46-496B-860F-E8098D6BE5B9}"/>
              </a:ext>
            </a:extLst>
          </p:cNvPr>
          <p:cNvSpPr>
            <a:spLocks noEditPoints="1"/>
          </p:cNvSpPr>
          <p:nvPr/>
        </p:nvSpPr>
        <p:spPr bwMode="auto">
          <a:xfrm>
            <a:off x="4219329" y="3364749"/>
            <a:ext cx="419346" cy="361726"/>
          </a:xfrm>
          <a:custGeom>
            <a:avLst/>
            <a:gdLst>
              <a:gd name="T0" fmla="*/ 396429 w 256"/>
              <a:gd name="T1" fmla="*/ 358775 h 220"/>
              <a:gd name="T2" fmla="*/ 19496 w 256"/>
              <a:gd name="T3" fmla="*/ 358775 h 220"/>
              <a:gd name="T4" fmla="*/ 0 w 256"/>
              <a:gd name="T5" fmla="*/ 339205 h 220"/>
              <a:gd name="T6" fmla="*/ 0 w 256"/>
              <a:gd name="T7" fmla="*/ 215265 h 220"/>
              <a:gd name="T8" fmla="*/ 0 w 256"/>
              <a:gd name="T9" fmla="*/ 215265 h 220"/>
              <a:gd name="T10" fmla="*/ 1625 w 256"/>
              <a:gd name="T11" fmla="*/ 208742 h 220"/>
              <a:gd name="T12" fmla="*/ 53615 w 256"/>
              <a:gd name="T13" fmla="*/ 71755 h 220"/>
              <a:gd name="T14" fmla="*/ 71487 w 256"/>
              <a:gd name="T15" fmla="*/ 58709 h 220"/>
              <a:gd name="T16" fmla="*/ 103981 w 256"/>
              <a:gd name="T17" fmla="*/ 58709 h 220"/>
              <a:gd name="T18" fmla="*/ 168970 w 256"/>
              <a:gd name="T19" fmla="*/ 58709 h 220"/>
              <a:gd name="T20" fmla="*/ 168970 w 256"/>
              <a:gd name="T21" fmla="*/ 71755 h 220"/>
              <a:gd name="T22" fmla="*/ 168970 w 256"/>
              <a:gd name="T23" fmla="*/ 97848 h 220"/>
              <a:gd name="T24" fmla="*/ 103981 w 256"/>
              <a:gd name="T25" fmla="*/ 97848 h 220"/>
              <a:gd name="T26" fmla="*/ 84485 w 256"/>
              <a:gd name="T27" fmla="*/ 97848 h 220"/>
              <a:gd name="T28" fmla="*/ 47117 w 256"/>
              <a:gd name="T29" fmla="*/ 195695 h 220"/>
              <a:gd name="T30" fmla="*/ 90984 w 256"/>
              <a:gd name="T31" fmla="*/ 195695 h 220"/>
              <a:gd name="T32" fmla="*/ 110480 w 256"/>
              <a:gd name="T33" fmla="*/ 195695 h 220"/>
              <a:gd name="T34" fmla="*/ 129977 w 256"/>
              <a:gd name="T35" fmla="*/ 215265 h 220"/>
              <a:gd name="T36" fmla="*/ 129977 w 256"/>
              <a:gd name="T37" fmla="*/ 234835 h 220"/>
              <a:gd name="T38" fmla="*/ 285948 w 256"/>
              <a:gd name="T39" fmla="*/ 234835 h 220"/>
              <a:gd name="T40" fmla="*/ 285948 w 256"/>
              <a:gd name="T41" fmla="*/ 215265 h 220"/>
              <a:gd name="T42" fmla="*/ 305445 w 256"/>
              <a:gd name="T43" fmla="*/ 195695 h 220"/>
              <a:gd name="T44" fmla="*/ 324941 w 256"/>
              <a:gd name="T45" fmla="*/ 195695 h 220"/>
              <a:gd name="T46" fmla="*/ 368808 w 256"/>
              <a:gd name="T47" fmla="*/ 195695 h 220"/>
              <a:gd name="T48" fmla="*/ 331440 w 256"/>
              <a:gd name="T49" fmla="*/ 97848 h 220"/>
              <a:gd name="T50" fmla="*/ 311944 w 256"/>
              <a:gd name="T51" fmla="*/ 97848 h 220"/>
              <a:gd name="T52" fmla="*/ 246955 w 256"/>
              <a:gd name="T53" fmla="*/ 97848 h 220"/>
              <a:gd name="T54" fmla="*/ 246955 w 256"/>
              <a:gd name="T55" fmla="*/ 71755 h 220"/>
              <a:gd name="T56" fmla="*/ 246955 w 256"/>
              <a:gd name="T57" fmla="*/ 58709 h 220"/>
              <a:gd name="T58" fmla="*/ 311944 w 256"/>
              <a:gd name="T59" fmla="*/ 58709 h 220"/>
              <a:gd name="T60" fmla="*/ 344438 w 256"/>
              <a:gd name="T61" fmla="*/ 58709 h 220"/>
              <a:gd name="T62" fmla="*/ 362310 w 256"/>
              <a:gd name="T63" fmla="*/ 71755 h 220"/>
              <a:gd name="T64" fmla="*/ 414300 w 256"/>
              <a:gd name="T65" fmla="*/ 208742 h 220"/>
              <a:gd name="T66" fmla="*/ 415925 w 256"/>
              <a:gd name="T67" fmla="*/ 215265 h 220"/>
              <a:gd name="T68" fmla="*/ 415925 w 256"/>
              <a:gd name="T69" fmla="*/ 339205 h 220"/>
              <a:gd name="T70" fmla="*/ 396429 w 256"/>
              <a:gd name="T71" fmla="*/ 358775 h 220"/>
              <a:gd name="T72" fmla="*/ 272951 w 256"/>
              <a:gd name="T73" fmla="*/ 143510 h 220"/>
              <a:gd name="T74" fmla="*/ 266452 w 256"/>
              <a:gd name="T75" fmla="*/ 156556 h 220"/>
              <a:gd name="T76" fmla="*/ 220960 w 256"/>
              <a:gd name="T77" fmla="*/ 202219 h 220"/>
              <a:gd name="T78" fmla="*/ 207963 w 256"/>
              <a:gd name="T79" fmla="*/ 208742 h 220"/>
              <a:gd name="T80" fmla="*/ 194965 w 256"/>
              <a:gd name="T81" fmla="*/ 202219 h 220"/>
              <a:gd name="T82" fmla="*/ 149473 w 256"/>
              <a:gd name="T83" fmla="*/ 156556 h 220"/>
              <a:gd name="T84" fmla="*/ 142974 w 256"/>
              <a:gd name="T85" fmla="*/ 143510 h 220"/>
              <a:gd name="T86" fmla="*/ 162471 w 256"/>
              <a:gd name="T87" fmla="*/ 123940 h 220"/>
              <a:gd name="T88" fmla="*/ 175468 w 256"/>
              <a:gd name="T89" fmla="*/ 130464 h 220"/>
              <a:gd name="T90" fmla="*/ 188466 w 256"/>
              <a:gd name="T91" fmla="*/ 141879 h 220"/>
              <a:gd name="T92" fmla="*/ 188466 w 256"/>
              <a:gd name="T93" fmla="*/ 71755 h 220"/>
              <a:gd name="T94" fmla="*/ 188466 w 256"/>
              <a:gd name="T95" fmla="*/ 52185 h 220"/>
              <a:gd name="T96" fmla="*/ 188466 w 256"/>
              <a:gd name="T97" fmla="*/ 19570 h 220"/>
              <a:gd name="T98" fmla="*/ 207963 w 256"/>
              <a:gd name="T99" fmla="*/ 0 h 220"/>
              <a:gd name="T100" fmla="*/ 227459 w 256"/>
              <a:gd name="T101" fmla="*/ 19570 h 220"/>
              <a:gd name="T102" fmla="*/ 227459 w 256"/>
              <a:gd name="T103" fmla="*/ 58709 h 220"/>
              <a:gd name="T104" fmla="*/ 227459 w 256"/>
              <a:gd name="T105" fmla="*/ 65232 h 220"/>
              <a:gd name="T106" fmla="*/ 227459 w 256"/>
              <a:gd name="T107" fmla="*/ 141879 h 220"/>
              <a:gd name="T108" fmla="*/ 240457 w 256"/>
              <a:gd name="T109" fmla="*/ 130464 h 220"/>
              <a:gd name="T110" fmla="*/ 253454 w 256"/>
              <a:gd name="T111" fmla="*/ 123940 h 220"/>
              <a:gd name="T112" fmla="*/ 272951 w 256"/>
              <a:gd name="T113" fmla="*/ 143510 h 220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256" h="220">
                <a:moveTo>
                  <a:pt x="244" y="220"/>
                </a:moveTo>
                <a:cubicBezTo>
                  <a:pt x="12" y="220"/>
                  <a:pt x="12" y="220"/>
                  <a:pt x="12" y="220"/>
                </a:cubicBezTo>
                <a:cubicBezTo>
                  <a:pt x="5" y="220"/>
                  <a:pt x="0" y="215"/>
                  <a:pt x="0" y="208"/>
                </a:cubicBezTo>
                <a:cubicBezTo>
                  <a:pt x="0" y="132"/>
                  <a:pt x="0" y="132"/>
                  <a:pt x="0" y="132"/>
                </a:cubicBezTo>
                <a:cubicBezTo>
                  <a:pt x="0" y="132"/>
                  <a:pt x="0" y="132"/>
                  <a:pt x="0" y="132"/>
                </a:cubicBezTo>
                <a:cubicBezTo>
                  <a:pt x="0" y="130"/>
                  <a:pt x="0" y="129"/>
                  <a:pt x="1" y="128"/>
                </a:cubicBezTo>
                <a:cubicBezTo>
                  <a:pt x="33" y="44"/>
                  <a:pt x="33" y="44"/>
                  <a:pt x="33" y="44"/>
                </a:cubicBezTo>
                <a:cubicBezTo>
                  <a:pt x="34" y="39"/>
                  <a:pt x="39" y="36"/>
                  <a:pt x="44" y="36"/>
                </a:cubicBezTo>
                <a:cubicBezTo>
                  <a:pt x="64" y="36"/>
                  <a:pt x="64" y="36"/>
                  <a:pt x="64" y="36"/>
                </a:cubicBezTo>
                <a:cubicBezTo>
                  <a:pt x="104" y="36"/>
                  <a:pt x="104" y="36"/>
                  <a:pt x="104" y="36"/>
                </a:cubicBezTo>
                <a:cubicBezTo>
                  <a:pt x="104" y="44"/>
                  <a:pt x="104" y="44"/>
                  <a:pt x="104" y="44"/>
                </a:cubicBezTo>
                <a:cubicBezTo>
                  <a:pt x="104" y="60"/>
                  <a:pt x="104" y="60"/>
                  <a:pt x="10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52" y="60"/>
                  <a:pt x="52" y="60"/>
                  <a:pt x="52" y="6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56" y="120"/>
                  <a:pt x="56" y="120"/>
                  <a:pt x="56" y="120"/>
                </a:cubicBezTo>
                <a:cubicBezTo>
                  <a:pt x="68" y="120"/>
                  <a:pt x="68" y="120"/>
                  <a:pt x="68" y="120"/>
                </a:cubicBezTo>
                <a:cubicBezTo>
                  <a:pt x="75" y="120"/>
                  <a:pt x="80" y="125"/>
                  <a:pt x="80" y="132"/>
                </a:cubicBezTo>
                <a:cubicBezTo>
                  <a:pt x="80" y="144"/>
                  <a:pt x="80" y="144"/>
                  <a:pt x="80" y="144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6" y="132"/>
                  <a:pt x="176" y="132"/>
                  <a:pt x="176" y="132"/>
                </a:cubicBezTo>
                <a:cubicBezTo>
                  <a:pt x="176" y="125"/>
                  <a:pt x="181" y="120"/>
                  <a:pt x="188" y="120"/>
                </a:cubicBezTo>
                <a:cubicBezTo>
                  <a:pt x="200" y="120"/>
                  <a:pt x="200" y="120"/>
                  <a:pt x="200" y="120"/>
                </a:cubicBezTo>
                <a:cubicBezTo>
                  <a:pt x="227" y="120"/>
                  <a:pt x="227" y="120"/>
                  <a:pt x="227" y="120"/>
                </a:cubicBezTo>
                <a:cubicBezTo>
                  <a:pt x="204" y="60"/>
                  <a:pt x="204" y="60"/>
                  <a:pt x="204" y="60"/>
                </a:cubicBezTo>
                <a:cubicBezTo>
                  <a:pt x="192" y="60"/>
                  <a:pt x="192" y="60"/>
                  <a:pt x="192" y="60"/>
                </a:cubicBezTo>
                <a:cubicBezTo>
                  <a:pt x="152" y="60"/>
                  <a:pt x="152" y="60"/>
                  <a:pt x="152" y="60"/>
                </a:cubicBezTo>
                <a:cubicBezTo>
                  <a:pt x="152" y="44"/>
                  <a:pt x="152" y="44"/>
                  <a:pt x="152" y="44"/>
                </a:cubicBezTo>
                <a:cubicBezTo>
                  <a:pt x="152" y="36"/>
                  <a:pt x="152" y="36"/>
                  <a:pt x="152" y="36"/>
                </a:cubicBezTo>
                <a:cubicBezTo>
                  <a:pt x="192" y="36"/>
                  <a:pt x="192" y="36"/>
                  <a:pt x="192" y="36"/>
                </a:cubicBezTo>
                <a:cubicBezTo>
                  <a:pt x="212" y="36"/>
                  <a:pt x="212" y="36"/>
                  <a:pt x="212" y="36"/>
                </a:cubicBezTo>
                <a:cubicBezTo>
                  <a:pt x="217" y="36"/>
                  <a:pt x="222" y="39"/>
                  <a:pt x="223" y="44"/>
                </a:cubicBezTo>
                <a:cubicBezTo>
                  <a:pt x="255" y="128"/>
                  <a:pt x="255" y="128"/>
                  <a:pt x="255" y="128"/>
                </a:cubicBezTo>
                <a:cubicBezTo>
                  <a:pt x="256" y="129"/>
                  <a:pt x="256" y="130"/>
                  <a:pt x="256" y="132"/>
                </a:cubicBezTo>
                <a:cubicBezTo>
                  <a:pt x="256" y="208"/>
                  <a:pt x="256" y="208"/>
                  <a:pt x="256" y="208"/>
                </a:cubicBezTo>
                <a:cubicBezTo>
                  <a:pt x="256" y="215"/>
                  <a:pt x="251" y="220"/>
                  <a:pt x="244" y="220"/>
                </a:cubicBezTo>
                <a:moveTo>
                  <a:pt x="168" y="88"/>
                </a:moveTo>
                <a:cubicBezTo>
                  <a:pt x="168" y="91"/>
                  <a:pt x="167" y="94"/>
                  <a:pt x="164" y="96"/>
                </a:cubicBezTo>
                <a:cubicBezTo>
                  <a:pt x="136" y="124"/>
                  <a:pt x="136" y="124"/>
                  <a:pt x="136" y="124"/>
                </a:cubicBezTo>
                <a:cubicBezTo>
                  <a:pt x="134" y="127"/>
                  <a:pt x="131" y="128"/>
                  <a:pt x="128" y="128"/>
                </a:cubicBezTo>
                <a:cubicBezTo>
                  <a:pt x="125" y="128"/>
                  <a:pt x="122" y="127"/>
                  <a:pt x="120" y="124"/>
                </a:cubicBezTo>
                <a:cubicBezTo>
                  <a:pt x="92" y="96"/>
                  <a:pt x="92" y="96"/>
                  <a:pt x="92" y="96"/>
                </a:cubicBezTo>
                <a:cubicBezTo>
                  <a:pt x="89" y="94"/>
                  <a:pt x="88" y="91"/>
                  <a:pt x="88" y="88"/>
                </a:cubicBezTo>
                <a:cubicBezTo>
                  <a:pt x="88" y="81"/>
                  <a:pt x="93" y="76"/>
                  <a:pt x="100" y="76"/>
                </a:cubicBezTo>
                <a:cubicBezTo>
                  <a:pt x="103" y="76"/>
                  <a:pt x="106" y="77"/>
                  <a:pt x="108" y="80"/>
                </a:cubicBezTo>
                <a:cubicBezTo>
                  <a:pt x="116" y="87"/>
                  <a:pt x="116" y="87"/>
                  <a:pt x="116" y="87"/>
                </a:cubicBezTo>
                <a:cubicBezTo>
                  <a:pt x="116" y="44"/>
                  <a:pt x="116" y="44"/>
                  <a:pt x="116" y="44"/>
                </a:cubicBezTo>
                <a:cubicBezTo>
                  <a:pt x="116" y="32"/>
                  <a:pt x="116" y="32"/>
                  <a:pt x="116" y="32"/>
                </a:cubicBezTo>
                <a:cubicBezTo>
                  <a:pt x="116" y="12"/>
                  <a:pt x="116" y="12"/>
                  <a:pt x="116" y="12"/>
                </a:cubicBezTo>
                <a:cubicBezTo>
                  <a:pt x="116" y="5"/>
                  <a:pt x="121" y="0"/>
                  <a:pt x="128" y="0"/>
                </a:cubicBezTo>
                <a:cubicBezTo>
                  <a:pt x="135" y="0"/>
                  <a:pt x="140" y="5"/>
                  <a:pt x="140" y="12"/>
                </a:cubicBezTo>
                <a:cubicBezTo>
                  <a:pt x="140" y="36"/>
                  <a:pt x="140" y="36"/>
                  <a:pt x="140" y="36"/>
                </a:cubicBezTo>
                <a:cubicBezTo>
                  <a:pt x="140" y="40"/>
                  <a:pt x="140" y="40"/>
                  <a:pt x="140" y="40"/>
                </a:cubicBezTo>
                <a:cubicBezTo>
                  <a:pt x="140" y="87"/>
                  <a:pt x="140" y="87"/>
                  <a:pt x="140" y="87"/>
                </a:cubicBezTo>
                <a:cubicBezTo>
                  <a:pt x="148" y="80"/>
                  <a:pt x="148" y="80"/>
                  <a:pt x="148" y="80"/>
                </a:cubicBezTo>
                <a:cubicBezTo>
                  <a:pt x="150" y="77"/>
                  <a:pt x="153" y="76"/>
                  <a:pt x="156" y="76"/>
                </a:cubicBezTo>
                <a:cubicBezTo>
                  <a:pt x="163" y="76"/>
                  <a:pt x="168" y="81"/>
                  <a:pt x="168" y="88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11EA213-563D-4648-8DAD-77E28AED118C}"/>
              </a:ext>
            </a:extLst>
          </p:cNvPr>
          <p:cNvSpPr>
            <a:spLocks/>
          </p:cNvSpPr>
          <p:nvPr/>
        </p:nvSpPr>
        <p:spPr bwMode="auto">
          <a:xfrm flipV="1">
            <a:off x="6462255" y="4582824"/>
            <a:ext cx="881520" cy="772100"/>
          </a:xfrm>
          <a:custGeom>
            <a:avLst/>
            <a:gdLst>
              <a:gd name="connsiteX0" fmla="*/ 2401648 w 3499977"/>
              <a:gd name="connsiteY0" fmla="*/ 1861829 h 3065543"/>
              <a:gd name="connsiteX1" fmla="*/ 2504093 w 3499977"/>
              <a:gd name="connsiteY1" fmla="*/ 1860168 h 3065543"/>
              <a:gd name="connsiteX2" fmla="*/ 2510032 w 3499977"/>
              <a:gd name="connsiteY2" fmla="*/ 1854205 h 3065543"/>
              <a:gd name="connsiteX3" fmla="*/ 2517321 w 3499977"/>
              <a:gd name="connsiteY3" fmla="*/ 1641429 h 3065543"/>
              <a:gd name="connsiteX4" fmla="*/ 2728689 w 3499977"/>
              <a:gd name="connsiteY4" fmla="*/ 1641158 h 3065543"/>
              <a:gd name="connsiteX5" fmla="*/ 2728959 w 3499977"/>
              <a:gd name="connsiteY5" fmla="*/ 1428924 h 3065543"/>
              <a:gd name="connsiteX6" fmla="*/ 2511922 w 3499977"/>
              <a:gd name="connsiteY6" fmla="*/ 1428111 h 3065543"/>
              <a:gd name="connsiteX7" fmla="*/ 2510032 w 3499977"/>
              <a:gd name="connsiteY7" fmla="*/ 1214792 h 3065543"/>
              <a:gd name="connsiteX8" fmla="*/ 2466840 w 3499977"/>
              <a:gd name="connsiteY8" fmla="*/ 1202053 h 3065543"/>
              <a:gd name="connsiteX9" fmla="*/ 2297853 w 3499977"/>
              <a:gd name="connsiteY9" fmla="*/ 1205034 h 3065543"/>
              <a:gd name="connsiteX10" fmla="*/ 2292454 w 3499977"/>
              <a:gd name="connsiteY10" fmla="*/ 1422419 h 3065543"/>
              <a:gd name="connsiteX11" fmla="*/ 2081355 w 3499977"/>
              <a:gd name="connsiteY11" fmla="*/ 1422690 h 3065543"/>
              <a:gd name="connsiteX12" fmla="*/ 2080276 w 3499977"/>
              <a:gd name="connsiteY12" fmla="*/ 1641429 h 3065543"/>
              <a:gd name="connsiteX13" fmla="*/ 2298663 w 3499977"/>
              <a:gd name="connsiteY13" fmla="*/ 1642513 h 3065543"/>
              <a:gd name="connsiteX14" fmla="*/ 2299203 w 3499977"/>
              <a:gd name="connsiteY14" fmla="*/ 1861253 h 3065543"/>
              <a:gd name="connsiteX15" fmla="*/ 2401648 w 3499977"/>
              <a:gd name="connsiteY15" fmla="*/ 1861829 h 3065543"/>
              <a:gd name="connsiteX16" fmla="*/ 3274944 w 3499977"/>
              <a:gd name="connsiteY16" fmla="*/ 1862104 h 3065543"/>
              <a:gd name="connsiteX17" fmla="*/ 3279542 w 3499977"/>
              <a:gd name="connsiteY17" fmla="*/ 1646303 h 3065543"/>
              <a:gd name="connsiteX18" fmla="*/ 3499977 w 3499977"/>
              <a:gd name="connsiteY18" fmla="*/ 1641700 h 3065543"/>
              <a:gd name="connsiteX19" fmla="*/ 3499166 w 3499977"/>
              <a:gd name="connsiteY19" fmla="*/ 1423191 h 3065543"/>
              <a:gd name="connsiteX20" fmla="*/ 3280894 w 3499977"/>
              <a:gd name="connsiteY20" fmla="*/ 1422108 h 3065543"/>
              <a:gd name="connsiteX21" fmla="*/ 3280353 w 3499977"/>
              <a:gd name="connsiteY21" fmla="*/ 1203329 h 3065543"/>
              <a:gd name="connsiteX22" fmla="*/ 3055320 w 3499977"/>
              <a:gd name="connsiteY22" fmla="*/ 1204141 h 3065543"/>
              <a:gd name="connsiteX23" fmla="*/ 3054238 w 3499977"/>
              <a:gd name="connsiteY23" fmla="*/ 1422379 h 3065543"/>
              <a:gd name="connsiteX24" fmla="*/ 2841376 w 3499977"/>
              <a:gd name="connsiteY24" fmla="*/ 1422379 h 3065543"/>
              <a:gd name="connsiteX25" fmla="*/ 2837319 w 3499977"/>
              <a:gd name="connsiteY25" fmla="*/ 1637909 h 3065543"/>
              <a:gd name="connsiteX26" fmla="*/ 3047476 w 3499977"/>
              <a:gd name="connsiteY26" fmla="*/ 1643595 h 3065543"/>
              <a:gd name="connsiteX27" fmla="*/ 3061541 w 3499977"/>
              <a:gd name="connsiteY27" fmla="*/ 1693687 h 3065543"/>
              <a:gd name="connsiteX28" fmla="*/ 3061541 w 3499977"/>
              <a:gd name="connsiteY28" fmla="*/ 1861563 h 3065543"/>
              <a:gd name="connsiteX29" fmla="*/ 3274944 w 3499977"/>
              <a:gd name="connsiteY29" fmla="*/ 1862104 h 3065543"/>
              <a:gd name="connsiteX30" fmla="*/ 1469867 w 3499977"/>
              <a:gd name="connsiteY30" fmla="*/ 3064588 h 3065543"/>
              <a:gd name="connsiteX31" fmla="*/ 1855948 w 3499977"/>
              <a:gd name="connsiteY31" fmla="*/ 3032278 h 3065543"/>
              <a:gd name="connsiteX32" fmla="*/ 2034628 w 3499977"/>
              <a:gd name="connsiteY32" fmla="*/ 2981664 h 3065543"/>
              <a:gd name="connsiteX33" fmla="*/ 2765027 w 3499977"/>
              <a:gd name="connsiteY33" fmla="*/ 2441150 h 3065543"/>
              <a:gd name="connsiteX34" fmla="*/ 2842338 w 3499977"/>
              <a:gd name="connsiteY34" fmla="*/ 2313397 h 3065543"/>
              <a:gd name="connsiteX35" fmla="*/ 2534717 w 3499977"/>
              <a:gd name="connsiteY35" fmla="*/ 2133406 h 3065543"/>
              <a:gd name="connsiteX36" fmla="*/ 2202766 w 3499977"/>
              <a:gd name="connsiteY36" fmla="*/ 1946919 h 3065543"/>
              <a:gd name="connsiteX37" fmla="*/ 2168166 w 3499977"/>
              <a:gd name="connsiteY37" fmla="*/ 1957205 h 3065543"/>
              <a:gd name="connsiteX38" fmla="*/ 1608067 w 3499977"/>
              <a:gd name="connsiteY38" fmla="*/ 2297969 h 3065543"/>
              <a:gd name="connsiteX39" fmla="*/ 1312339 w 3499977"/>
              <a:gd name="connsiteY39" fmla="*/ 2269550 h 3065543"/>
              <a:gd name="connsiteX40" fmla="*/ 1158528 w 3499977"/>
              <a:gd name="connsiteY40" fmla="*/ 2202967 h 3065543"/>
              <a:gd name="connsiteX41" fmla="*/ 818468 w 3499977"/>
              <a:gd name="connsiteY41" fmla="*/ 1813483 h 3065543"/>
              <a:gd name="connsiteX42" fmla="*/ 1013368 w 3499977"/>
              <a:gd name="connsiteY42" fmla="*/ 964142 h 3065543"/>
              <a:gd name="connsiteX43" fmla="*/ 1260168 w 3499977"/>
              <a:gd name="connsiteY43" fmla="*/ 815548 h 3065543"/>
              <a:gd name="connsiteX44" fmla="*/ 1808102 w 3499977"/>
              <a:gd name="connsiteY44" fmla="*/ 817172 h 3065543"/>
              <a:gd name="connsiteX45" fmla="*/ 2193305 w 3499977"/>
              <a:gd name="connsiteY45" fmla="*/ 1144945 h 3065543"/>
              <a:gd name="connsiteX46" fmla="*/ 2386042 w 3499977"/>
              <a:gd name="connsiteY46" fmla="*/ 1037491 h 3065543"/>
              <a:gd name="connsiteX47" fmla="*/ 2828552 w 3499977"/>
              <a:gd name="connsiteY47" fmla="*/ 794165 h 3065543"/>
              <a:gd name="connsiteX48" fmla="*/ 2850718 w 3499977"/>
              <a:gd name="connsiteY48" fmla="*/ 762227 h 3065543"/>
              <a:gd name="connsiteX49" fmla="*/ 2703125 w 3499977"/>
              <a:gd name="connsiteY49" fmla="*/ 549486 h 3065543"/>
              <a:gd name="connsiteX50" fmla="*/ 2353874 w 3499977"/>
              <a:gd name="connsiteY50" fmla="*/ 241201 h 3065543"/>
              <a:gd name="connsiteX51" fmla="*/ 2020842 w 3499977"/>
              <a:gd name="connsiteY51" fmla="*/ 79886 h 3065543"/>
              <a:gd name="connsiteX52" fmla="*/ 1618339 w 3499977"/>
              <a:gd name="connsiteY52" fmla="*/ 5453 h 3065543"/>
              <a:gd name="connsiteX53" fmla="*/ 1426954 w 3499977"/>
              <a:gd name="connsiteY53" fmla="*/ 6265 h 3065543"/>
              <a:gd name="connsiteX54" fmla="*/ 1036885 w 3499977"/>
              <a:gd name="connsiteY54" fmla="*/ 80968 h 3065543"/>
              <a:gd name="connsiteX55" fmla="*/ 590861 w 3499977"/>
              <a:gd name="connsiteY55" fmla="*/ 322129 h 3065543"/>
              <a:gd name="connsiteX56" fmla="*/ 287564 w 3499977"/>
              <a:gd name="connsiteY56" fmla="*/ 636639 h 3065543"/>
              <a:gd name="connsiteX57" fmla="*/ 80501 w 3499977"/>
              <a:gd name="connsiteY57" fmla="*/ 1035597 h 3065543"/>
              <a:gd name="connsiteX58" fmla="*/ 18328 w 3499977"/>
              <a:gd name="connsiteY58" fmla="*/ 1302200 h 3065543"/>
              <a:gd name="connsiteX59" fmla="*/ 7785 w 3499977"/>
              <a:gd name="connsiteY59" fmla="*/ 1673820 h 3065543"/>
              <a:gd name="connsiteX60" fmla="*/ 56442 w 3499977"/>
              <a:gd name="connsiteY60" fmla="*/ 1946107 h 3065543"/>
              <a:gd name="connsiteX61" fmla="*/ 368660 w 3499977"/>
              <a:gd name="connsiteY61" fmla="*/ 2533717 h 3065543"/>
              <a:gd name="connsiteX62" fmla="*/ 611135 w 3499977"/>
              <a:gd name="connsiteY62" fmla="*/ 2759450 h 3065543"/>
              <a:gd name="connsiteX63" fmla="*/ 1088246 w 3499977"/>
              <a:gd name="connsiteY63" fmla="*/ 3000881 h 3065543"/>
              <a:gd name="connsiteX64" fmla="*/ 1469867 w 3499977"/>
              <a:gd name="connsiteY64" fmla="*/ 3064588 h 306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3499977" h="3065543">
                <a:moveTo>
                  <a:pt x="2401648" y="1861829"/>
                </a:moveTo>
                <a:cubicBezTo>
                  <a:pt x="2435796" y="1862066"/>
                  <a:pt x="2469945" y="1861930"/>
                  <a:pt x="2504093" y="1860168"/>
                </a:cubicBezTo>
                <a:lnTo>
                  <a:pt x="2510032" y="1854205"/>
                </a:lnTo>
                <a:cubicBezTo>
                  <a:pt x="2515701" y="1783461"/>
                  <a:pt x="2503553" y="1711632"/>
                  <a:pt x="2517321" y="1641429"/>
                </a:cubicBezTo>
                <a:cubicBezTo>
                  <a:pt x="2587777" y="1642242"/>
                  <a:pt x="2658233" y="1642242"/>
                  <a:pt x="2728689" y="1641158"/>
                </a:cubicBezTo>
                <a:cubicBezTo>
                  <a:pt x="2730039" y="1570413"/>
                  <a:pt x="2729769" y="1499669"/>
                  <a:pt x="2728959" y="1428924"/>
                </a:cubicBezTo>
                <a:cubicBezTo>
                  <a:pt x="2656613" y="1427026"/>
                  <a:pt x="2584268" y="1428382"/>
                  <a:pt x="2511922" y="1428111"/>
                </a:cubicBezTo>
                <a:cubicBezTo>
                  <a:pt x="2508952" y="1357095"/>
                  <a:pt x="2513271" y="1285808"/>
                  <a:pt x="2510032" y="1214792"/>
                </a:cubicBezTo>
                <a:cubicBezTo>
                  <a:pt x="2502203" y="1198529"/>
                  <a:pt x="2481148" y="1203950"/>
                  <a:pt x="2466840" y="1202053"/>
                </a:cubicBezTo>
                <a:cubicBezTo>
                  <a:pt x="2410691" y="1202866"/>
                  <a:pt x="2354002" y="1200155"/>
                  <a:pt x="2297853" y="1205034"/>
                </a:cubicBezTo>
                <a:cubicBezTo>
                  <a:pt x="2287325" y="1277134"/>
                  <a:pt x="2294614" y="1350047"/>
                  <a:pt x="2292454" y="1422419"/>
                </a:cubicBezTo>
                <a:cubicBezTo>
                  <a:pt x="2221998" y="1422148"/>
                  <a:pt x="2151542" y="1422148"/>
                  <a:pt x="2081355" y="1422690"/>
                </a:cubicBezTo>
                <a:cubicBezTo>
                  <a:pt x="2077576" y="1495332"/>
                  <a:pt x="2079196" y="1568516"/>
                  <a:pt x="2080276" y="1641429"/>
                </a:cubicBezTo>
                <a:cubicBezTo>
                  <a:pt x="2153161" y="1642513"/>
                  <a:pt x="2225777" y="1641429"/>
                  <a:pt x="2298663" y="1642513"/>
                </a:cubicBezTo>
                <a:cubicBezTo>
                  <a:pt x="2297583" y="1715426"/>
                  <a:pt x="2297313" y="1788340"/>
                  <a:pt x="2299203" y="1861253"/>
                </a:cubicBezTo>
                <a:cubicBezTo>
                  <a:pt x="2333351" y="1860982"/>
                  <a:pt x="2367500" y="1861591"/>
                  <a:pt x="2401648" y="1861829"/>
                </a:cubicBezTo>
                <a:close/>
                <a:moveTo>
                  <a:pt x="3274944" y="1862104"/>
                </a:moveTo>
                <a:cubicBezTo>
                  <a:pt x="3284410" y="1790622"/>
                  <a:pt x="3278190" y="1718056"/>
                  <a:pt x="3279542" y="1646303"/>
                </a:cubicBezTo>
                <a:cubicBezTo>
                  <a:pt x="3352570" y="1637368"/>
                  <a:pt x="3426679" y="1644949"/>
                  <a:pt x="3499977" y="1641700"/>
                </a:cubicBezTo>
                <a:cubicBezTo>
                  <a:pt x="3498625" y="1568864"/>
                  <a:pt x="3499707" y="1496028"/>
                  <a:pt x="3499166" y="1423191"/>
                </a:cubicBezTo>
                <a:cubicBezTo>
                  <a:pt x="3426409" y="1421837"/>
                  <a:pt x="3353651" y="1423462"/>
                  <a:pt x="3280894" y="1422108"/>
                </a:cubicBezTo>
                <a:cubicBezTo>
                  <a:pt x="3279271" y="1349272"/>
                  <a:pt x="3279271" y="1276165"/>
                  <a:pt x="3280353" y="1203329"/>
                </a:cubicBezTo>
                <a:cubicBezTo>
                  <a:pt x="3205432" y="1203599"/>
                  <a:pt x="3130241" y="1201704"/>
                  <a:pt x="3055320" y="1204141"/>
                </a:cubicBezTo>
                <a:cubicBezTo>
                  <a:pt x="3054779" y="1276977"/>
                  <a:pt x="3056402" y="1349813"/>
                  <a:pt x="3054238" y="1422379"/>
                </a:cubicBezTo>
                <a:cubicBezTo>
                  <a:pt x="2983374" y="1422921"/>
                  <a:pt x="2912240" y="1422921"/>
                  <a:pt x="2841376" y="1422379"/>
                </a:cubicBezTo>
                <a:cubicBezTo>
                  <a:pt x="2831639" y="1493591"/>
                  <a:pt x="2836508" y="1566156"/>
                  <a:pt x="2837319" y="1637909"/>
                </a:cubicBezTo>
                <a:cubicBezTo>
                  <a:pt x="2906560" y="1649552"/>
                  <a:pt x="2977694" y="1636826"/>
                  <a:pt x="3047476" y="1643595"/>
                </a:cubicBezTo>
                <a:cubicBezTo>
                  <a:pt x="3065598" y="1654155"/>
                  <a:pt x="3059918" y="1676358"/>
                  <a:pt x="3061541" y="1693687"/>
                </a:cubicBezTo>
                <a:cubicBezTo>
                  <a:pt x="3061000" y="1749736"/>
                  <a:pt x="3060729" y="1805514"/>
                  <a:pt x="3061541" y="1861563"/>
                </a:cubicBezTo>
                <a:cubicBezTo>
                  <a:pt x="3132675" y="1861833"/>
                  <a:pt x="3203810" y="1861292"/>
                  <a:pt x="3274944" y="1862104"/>
                </a:cubicBezTo>
                <a:close/>
                <a:moveTo>
                  <a:pt x="1469867" y="3064588"/>
                </a:moveTo>
                <a:cubicBezTo>
                  <a:pt x="1599214" y="3069088"/>
                  <a:pt x="1729304" y="3057585"/>
                  <a:pt x="1855948" y="3032278"/>
                </a:cubicBezTo>
                <a:cubicBezTo>
                  <a:pt x="1915688" y="3016580"/>
                  <a:pt x="1975429" y="3000069"/>
                  <a:pt x="2034628" y="2981664"/>
                </a:cubicBezTo>
                <a:cubicBezTo>
                  <a:pt x="2325491" y="2881519"/>
                  <a:pt x="2582292" y="2688536"/>
                  <a:pt x="2765027" y="2441150"/>
                </a:cubicBezTo>
                <a:cubicBezTo>
                  <a:pt x="2793411" y="2400280"/>
                  <a:pt x="2822335" y="2359139"/>
                  <a:pt x="2842338" y="2313397"/>
                </a:cubicBezTo>
                <a:cubicBezTo>
                  <a:pt x="2741510" y="2250333"/>
                  <a:pt x="2635275" y="2196471"/>
                  <a:pt x="2534717" y="2133406"/>
                </a:cubicBezTo>
                <a:cubicBezTo>
                  <a:pt x="2422264" y="2074402"/>
                  <a:pt x="2315759" y="2004841"/>
                  <a:pt x="2202766" y="1946919"/>
                </a:cubicBezTo>
                <a:cubicBezTo>
                  <a:pt x="2190602" y="1939070"/>
                  <a:pt x="2174383" y="1944483"/>
                  <a:pt x="2168166" y="1957205"/>
                </a:cubicBezTo>
                <a:cubicBezTo>
                  <a:pt x="2040846" y="2142609"/>
                  <a:pt x="1833782" y="2277128"/>
                  <a:pt x="1608067" y="2297969"/>
                </a:cubicBezTo>
                <a:cubicBezTo>
                  <a:pt x="1509130" y="2302029"/>
                  <a:pt x="1406950" y="2303653"/>
                  <a:pt x="1312339" y="2269550"/>
                </a:cubicBezTo>
                <a:cubicBezTo>
                  <a:pt x="1260438" y="2249250"/>
                  <a:pt x="1206915" y="2231116"/>
                  <a:pt x="1158528" y="2202967"/>
                </a:cubicBezTo>
                <a:cubicBezTo>
                  <a:pt x="1002555" y="2120414"/>
                  <a:pt x="880642" y="1978316"/>
                  <a:pt x="818468" y="1813483"/>
                </a:cubicBezTo>
                <a:cubicBezTo>
                  <a:pt x="698177" y="1526580"/>
                  <a:pt x="782516" y="1170928"/>
                  <a:pt x="1013368" y="964142"/>
                </a:cubicBezTo>
                <a:cubicBezTo>
                  <a:pt x="1086624" y="901618"/>
                  <a:pt x="1169071" y="848298"/>
                  <a:pt x="1260168" y="815548"/>
                </a:cubicBezTo>
                <a:cubicBezTo>
                  <a:pt x="1433171" y="742198"/>
                  <a:pt x="1634828" y="746799"/>
                  <a:pt x="1808102" y="817172"/>
                </a:cubicBezTo>
                <a:cubicBezTo>
                  <a:pt x="1969482" y="878071"/>
                  <a:pt x="2102478" y="999869"/>
                  <a:pt x="2193305" y="1144945"/>
                </a:cubicBezTo>
                <a:cubicBezTo>
                  <a:pt x="2254397" y="1104074"/>
                  <a:pt x="2320895" y="1071866"/>
                  <a:pt x="2386042" y="1037491"/>
                </a:cubicBezTo>
                <a:cubicBezTo>
                  <a:pt x="2533095" y="955751"/>
                  <a:pt x="2680688" y="874823"/>
                  <a:pt x="2828552" y="794165"/>
                </a:cubicBezTo>
                <a:cubicBezTo>
                  <a:pt x="2839365" y="786857"/>
                  <a:pt x="2861801" y="779279"/>
                  <a:pt x="2850718" y="762227"/>
                </a:cubicBezTo>
                <a:cubicBezTo>
                  <a:pt x="2811792" y="684817"/>
                  <a:pt x="2756107" y="617422"/>
                  <a:pt x="2703125" y="549486"/>
                </a:cubicBezTo>
                <a:cubicBezTo>
                  <a:pt x="2600674" y="432289"/>
                  <a:pt x="2484708" y="326189"/>
                  <a:pt x="2353874" y="241201"/>
                </a:cubicBezTo>
                <a:cubicBezTo>
                  <a:pt x="2248180" y="177595"/>
                  <a:pt x="2137890" y="120214"/>
                  <a:pt x="2020842" y="79886"/>
                </a:cubicBezTo>
                <a:cubicBezTo>
                  <a:pt x="1890279" y="39557"/>
                  <a:pt x="1755390" y="10054"/>
                  <a:pt x="1618339" y="5453"/>
                </a:cubicBezTo>
                <a:cubicBezTo>
                  <a:pt x="1554814" y="-3208"/>
                  <a:pt x="1490749" y="-501"/>
                  <a:pt x="1426954" y="6265"/>
                </a:cubicBezTo>
                <a:cubicBezTo>
                  <a:pt x="1293687" y="10325"/>
                  <a:pt x="1163935" y="43617"/>
                  <a:pt x="1036885" y="80968"/>
                </a:cubicBezTo>
                <a:cubicBezTo>
                  <a:pt x="877668" y="138890"/>
                  <a:pt x="723317" y="215217"/>
                  <a:pt x="590861" y="322129"/>
                </a:cubicBezTo>
                <a:cubicBezTo>
                  <a:pt x="474354" y="410636"/>
                  <a:pt x="376228" y="520796"/>
                  <a:pt x="287564" y="636639"/>
                </a:cubicBezTo>
                <a:cubicBezTo>
                  <a:pt x="199711" y="758438"/>
                  <a:pt x="131861" y="894581"/>
                  <a:pt x="80501" y="1035597"/>
                </a:cubicBezTo>
                <a:cubicBezTo>
                  <a:pt x="57524" y="1123833"/>
                  <a:pt x="24004" y="1210445"/>
                  <a:pt x="18328" y="1302200"/>
                </a:cubicBezTo>
                <a:cubicBezTo>
                  <a:pt x="487" y="1425081"/>
                  <a:pt x="-6812" y="1550127"/>
                  <a:pt x="7785" y="1673820"/>
                </a:cubicBezTo>
                <a:cubicBezTo>
                  <a:pt x="13462" y="1765846"/>
                  <a:pt x="27789" y="1858142"/>
                  <a:pt x="56442" y="1946107"/>
                </a:cubicBezTo>
                <a:cubicBezTo>
                  <a:pt x="113480" y="2162638"/>
                  <a:pt x="224040" y="2363470"/>
                  <a:pt x="368660" y="2533717"/>
                </a:cubicBezTo>
                <a:cubicBezTo>
                  <a:pt x="445700" y="2613021"/>
                  <a:pt x="520038" y="2696115"/>
                  <a:pt x="611135" y="2759450"/>
                </a:cubicBezTo>
                <a:cubicBezTo>
                  <a:pt x="753863" y="2868256"/>
                  <a:pt x="915242" y="2952703"/>
                  <a:pt x="1088246" y="3000881"/>
                </a:cubicBezTo>
                <a:cubicBezTo>
                  <a:pt x="1211916" y="3039586"/>
                  <a:pt x="1340520" y="3060089"/>
                  <a:pt x="1469867" y="30645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9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9" presetClass="entr" presetSubtype="0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9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7" grpId="0" animBg="1"/>
      <p:bldP spid="55" grpId="0" animBg="1"/>
      <p:bldP spid="56" grpId="0" animBg="1"/>
      <p:bldP spid="5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722744F-D77D-44F0-87C8-8BF54540E170}"/>
              </a:ext>
            </a:extLst>
          </p:cNvPr>
          <p:cNvSpPr/>
          <p:nvPr/>
        </p:nvSpPr>
        <p:spPr>
          <a:xfrm>
            <a:off x="4261202" y="1138977"/>
            <a:ext cx="7321198" cy="4390842"/>
          </a:xfrm>
          <a:prstGeom prst="roundRect">
            <a:avLst>
              <a:gd name="adj" fmla="val 797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7A2BBD-8327-4951-AA6E-574147DDF34B}"/>
              </a:ext>
            </a:extLst>
          </p:cNvPr>
          <p:cNvGrpSpPr/>
          <p:nvPr/>
        </p:nvGrpSpPr>
        <p:grpSpPr>
          <a:xfrm rot="5400000">
            <a:off x="1120909" y="2242779"/>
            <a:ext cx="5018312" cy="4212130"/>
            <a:chOff x="1799303" y="1268361"/>
            <a:chExt cx="1273136" cy="914401"/>
          </a:xfrm>
          <a:solidFill>
            <a:srgbClr val="232A4E"/>
          </a:solidFill>
          <a:effectLst>
            <a:outerShdw blurRad="609600" dist="114300" dir="5400000" algn="t" rotWithShape="0">
              <a:prstClr val="black">
                <a:alpha val="12000"/>
              </a:prstClr>
            </a:outerShdw>
          </a:effectLst>
        </p:grpSpPr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D0908E34-8282-4F76-BA8C-B9CCC865C528}"/>
                </a:ext>
              </a:extLst>
            </p:cNvPr>
            <p:cNvSpPr/>
            <p:nvPr/>
          </p:nvSpPr>
          <p:spPr>
            <a:xfrm rot="16200000">
              <a:off x="1408586" y="1659078"/>
              <a:ext cx="914400" cy="132966"/>
            </a:xfrm>
            <a:prstGeom prst="round2SameRect">
              <a:avLst>
                <a:gd name="adj1" fmla="val 22155"/>
                <a:gd name="adj2" fmla="val 0"/>
              </a:avLst>
            </a:prstGeom>
            <a:solidFill>
              <a:srgbClr val="232A4E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EE15E132-EF1E-4241-9915-0F694C705E63}"/>
                </a:ext>
              </a:extLst>
            </p:cNvPr>
            <p:cNvSpPr/>
            <p:nvPr/>
          </p:nvSpPr>
          <p:spPr>
            <a:xfrm rot="5400000">
              <a:off x="2045154" y="1155477"/>
              <a:ext cx="914400" cy="114017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F907741-5703-4282-B0FE-21DC5AB8E282}"/>
              </a:ext>
            </a:extLst>
          </p:cNvPr>
          <p:cNvGrpSpPr/>
          <p:nvPr/>
        </p:nvGrpSpPr>
        <p:grpSpPr>
          <a:xfrm>
            <a:off x="2126061" y="2693866"/>
            <a:ext cx="678980" cy="1304276"/>
            <a:chOff x="2126061" y="2693866"/>
            <a:chExt cx="678980" cy="130427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77F8369-3585-4EBC-8833-27EB339A854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138669" y="2693866"/>
              <a:ext cx="653764" cy="883074"/>
            </a:xfrm>
            <a:custGeom>
              <a:avLst/>
              <a:gdLst>
                <a:gd name="connsiteX0" fmla="*/ 4385106 w 4388197"/>
                <a:gd name="connsiteY0" fmla="*/ 558456 h 5927380"/>
                <a:gd name="connsiteX1" fmla="*/ 4113435 w 4388197"/>
                <a:gd name="connsiteY1" fmla="*/ 295861 h 5927380"/>
                <a:gd name="connsiteX2" fmla="*/ 3363997 w 4388197"/>
                <a:gd name="connsiteY2" fmla="*/ 82390 h 5927380"/>
                <a:gd name="connsiteX3" fmla="*/ 1853593 w 4388197"/>
                <a:gd name="connsiteY3" fmla="*/ 9427 h 5927380"/>
                <a:gd name="connsiteX4" fmla="*/ 953547 w 4388197"/>
                <a:gd name="connsiteY4" fmla="*/ 139099 h 5927380"/>
                <a:gd name="connsiteX5" fmla="*/ 822756 w 4388197"/>
                <a:gd name="connsiteY5" fmla="*/ 179554 h 5927380"/>
                <a:gd name="connsiteX6" fmla="*/ 1472749 w 4388197"/>
                <a:gd name="connsiteY6" fmla="*/ 129708 h 5927380"/>
                <a:gd name="connsiteX7" fmla="*/ 3187807 w 4388197"/>
                <a:gd name="connsiteY7" fmla="*/ 161855 h 5927380"/>
                <a:gd name="connsiteX8" fmla="*/ 4057587 w 4388197"/>
                <a:gd name="connsiteY8" fmla="*/ 371353 h 5927380"/>
                <a:gd name="connsiteX9" fmla="*/ 4385106 w 4388197"/>
                <a:gd name="connsiteY9" fmla="*/ 558456 h 5927380"/>
                <a:gd name="connsiteX10" fmla="*/ 827301 w 4388197"/>
                <a:gd name="connsiteY10" fmla="*/ 909092 h 5927380"/>
                <a:gd name="connsiteX11" fmla="*/ 925716 w 4388197"/>
                <a:gd name="connsiteY11" fmla="*/ 905687 h 5927380"/>
                <a:gd name="connsiteX12" fmla="*/ 523475 w 4388197"/>
                <a:gd name="connsiteY12" fmla="*/ 808284 h 5927380"/>
                <a:gd name="connsiteX13" fmla="*/ 373537 w 4388197"/>
                <a:gd name="connsiteY13" fmla="*/ 698615 h 5927380"/>
                <a:gd name="connsiteX14" fmla="*/ 414626 w 4388197"/>
                <a:gd name="connsiteY14" fmla="*/ 629350 h 5927380"/>
                <a:gd name="connsiteX15" fmla="*/ 618989 w 4388197"/>
                <a:gd name="connsiteY15" fmla="*/ 564414 h 5927380"/>
                <a:gd name="connsiteX16" fmla="*/ 1496637 w 4388197"/>
                <a:gd name="connsiteY16" fmla="*/ 467372 h 5927380"/>
                <a:gd name="connsiteX17" fmla="*/ 2360588 w 4388197"/>
                <a:gd name="connsiteY17" fmla="*/ 477112 h 5927380"/>
                <a:gd name="connsiteX18" fmla="*/ 3466027 w 4388197"/>
                <a:gd name="connsiteY18" fmla="*/ 562971 h 5927380"/>
                <a:gd name="connsiteX19" fmla="*/ 3934947 w 4388197"/>
                <a:gd name="connsiteY19" fmla="*/ 673362 h 5927380"/>
                <a:gd name="connsiteX20" fmla="*/ 4057493 w 4388197"/>
                <a:gd name="connsiteY20" fmla="*/ 772569 h 5927380"/>
                <a:gd name="connsiteX21" fmla="*/ 4043797 w 4388197"/>
                <a:gd name="connsiteY21" fmla="*/ 854821 h 5927380"/>
                <a:gd name="connsiteX22" fmla="*/ 4115162 w 4388197"/>
                <a:gd name="connsiteY22" fmla="*/ 761025 h 5927380"/>
                <a:gd name="connsiteX23" fmla="*/ 4075155 w 4388197"/>
                <a:gd name="connsiteY23" fmla="*/ 687792 h 5927380"/>
                <a:gd name="connsiteX24" fmla="*/ 3826457 w 4388197"/>
                <a:gd name="connsiteY24" fmla="*/ 543851 h 5927380"/>
                <a:gd name="connsiteX25" fmla="*/ 3124339 w 4388197"/>
                <a:gd name="connsiteY25" fmla="*/ 377544 h 5927380"/>
                <a:gd name="connsiteX26" fmla="*/ 1500962 w 4388197"/>
                <a:gd name="connsiteY26" fmla="*/ 308640 h 5927380"/>
                <a:gd name="connsiteX27" fmla="*/ 718108 w 4388197"/>
                <a:gd name="connsiteY27" fmla="*/ 351209 h 5927380"/>
                <a:gd name="connsiteX28" fmla="*/ 204855 w 4388197"/>
                <a:gd name="connsiteY28" fmla="*/ 437068 h 5927380"/>
                <a:gd name="connsiteX29" fmla="*/ 18513 w 4388197"/>
                <a:gd name="connsiteY29" fmla="*/ 529421 h 5927380"/>
                <a:gd name="connsiteX30" fmla="*/ 18873 w 4388197"/>
                <a:gd name="connsiteY30" fmla="*/ 640173 h 5927380"/>
                <a:gd name="connsiteX31" fmla="*/ 148628 w 4388197"/>
                <a:gd name="connsiteY31" fmla="*/ 749842 h 5927380"/>
                <a:gd name="connsiteX32" fmla="*/ 534288 w 4388197"/>
                <a:gd name="connsiteY32" fmla="*/ 873580 h 5927380"/>
                <a:gd name="connsiteX33" fmla="*/ 827301 w 4388197"/>
                <a:gd name="connsiteY33" fmla="*/ 909092 h 5927380"/>
                <a:gd name="connsiteX34" fmla="*/ 1370321 w 4388197"/>
                <a:gd name="connsiteY34" fmla="*/ 1345856 h 5927380"/>
                <a:gd name="connsiteX35" fmla="*/ 1369239 w 4388197"/>
                <a:gd name="connsiteY35" fmla="*/ 1231740 h 5927380"/>
                <a:gd name="connsiteX36" fmla="*/ 1611510 w 4388197"/>
                <a:gd name="connsiteY36" fmla="*/ 1166738 h 5927380"/>
                <a:gd name="connsiteX37" fmla="*/ 2221515 w 4388197"/>
                <a:gd name="connsiteY37" fmla="*/ 1164932 h 5927380"/>
                <a:gd name="connsiteX38" fmla="*/ 2766986 w 4388197"/>
                <a:gd name="connsiteY38" fmla="*/ 1232463 h 5927380"/>
                <a:gd name="connsiteX39" fmla="*/ 2888482 w 4388197"/>
                <a:gd name="connsiteY39" fmla="*/ 1188044 h 5927380"/>
                <a:gd name="connsiteX40" fmla="*/ 3116693 w 4388197"/>
                <a:gd name="connsiteY40" fmla="*/ 1065623 h 5927380"/>
                <a:gd name="connsiteX41" fmla="*/ 2450807 w 4388197"/>
                <a:gd name="connsiteY41" fmla="*/ 902032 h 5927380"/>
                <a:gd name="connsiteX42" fmla="*/ 1852340 w 4388197"/>
                <a:gd name="connsiteY42" fmla="*/ 889032 h 5927380"/>
                <a:gd name="connsiteX43" fmla="*/ 1288122 w 4388197"/>
                <a:gd name="connsiteY43" fmla="*/ 997370 h 5927380"/>
                <a:gd name="connsiteX44" fmla="*/ 1132736 w 4388197"/>
                <a:gd name="connsiteY44" fmla="*/ 1123764 h 5927380"/>
                <a:gd name="connsiteX45" fmla="*/ 1172394 w 4388197"/>
                <a:gd name="connsiteY45" fmla="*/ 1251241 h 5927380"/>
                <a:gd name="connsiteX46" fmla="*/ 1370321 w 4388197"/>
                <a:gd name="connsiteY46" fmla="*/ 1345856 h 5927380"/>
                <a:gd name="connsiteX47" fmla="*/ 1243547 w 4388197"/>
                <a:gd name="connsiteY47" fmla="*/ 1991968 h 5927380"/>
                <a:gd name="connsiteX48" fmla="*/ 1187297 w 4388197"/>
                <a:gd name="connsiteY48" fmla="*/ 1867588 h 5927380"/>
                <a:gd name="connsiteX49" fmla="*/ 1321072 w 4388197"/>
                <a:gd name="connsiteY49" fmla="*/ 1784788 h 5927380"/>
                <a:gd name="connsiteX50" fmla="*/ 1979848 w 4388197"/>
                <a:gd name="connsiteY50" fmla="*/ 1750078 h 5927380"/>
                <a:gd name="connsiteX51" fmla="*/ 2937183 w 4388197"/>
                <a:gd name="connsiteY51" fmla="*/ 1846978 h 5927380"/>
                <a:gd name="connsiteX52" fmla="*/ 3049684 w 4388197"/>
                <a:gd name="connsiteY52" fmla="*/ 1794551 h 5927380"/>
                <a:gd name="connsiteX53" fmla="*/ 3211944 w 4388197"/>
                <a:gd name="connsiteY53" fmla="*/ 1705966 h 5927380"/>
                <a:gd name="connsiteX54" fmla="*/ 2069632 w 4388197"/>
                <a:gd name="connsiteY54" fmla="*/ 1528073 h 5927380"/>
                <a:gd name="connsiteX55" fmla="*/ 1203884 w 4388197"/>
                <a:gd name="connsiteY55" fmla="*/ 1605449 h 5927380"/>
                <a:gd name="connsiteX56" fmla="*/ 988619 w 4388197"/>
                <a:gd name="connsiteY56" fmla="*/ 1690780 h 5927380"/>
                <a:gd name="connsiteX57" fmla="*/ 978883 w 4388197"/>
                <a:gd name="connsiteY57" fmla="*/ 1851679 h 5927380"/>
                <a:gd name="connsiteX58" fmla="*/ 1243547 w 4388197"/>
                <a:gd name="connsiteY58" fmla="*/ 1991968 h 5927380"/>
                <a:gd name="connsiteX59" fmla="*/ 1461814 w 4388197"/>
                <a:gd name="connsiteY59" fmla="*/ 2674738 h 5927380"/>
                <a:gd name="connsiteX60" fmla="*/ 1009858 w 4388197"/>
                <a:gd name="connsiteY60" fmla="*/ 2520318 h 5927380"/>
                <a:gd name="connsiteX61" fmla="*/ 910385 w 4388197"/>
                <a:gd name="connsiteY61" fmla="*/ 2438056 h 5927380"/>
                <a:gd name="connsiteX62" fmla="*/ 951832 w 4388197"/>
                <a:gd name="connsiteY62" fmla="*/ 2376721 h 5927380"/>
                <a:gd name="connsiteX63" fmla="*/ 1180333 w 4388197"/>
                <a:gd name="connsiteY63" fmla="*/ 2333425 h 5927380"/>
                <a:gd name="connsiteX64" fmla="*/ 1929268 w 4388197"/>
                <a:gd name="connsiteY64" fmla="*/ 2309974 h 5927380"/>
                <a:gd name="connsiteX65" fmla="*/ 3443718 w 4388197"/>
                <a:gd name="connsiteY65" fmla="*/ 2460786 h 5927380"/>
                <a:gd name="connsiteX66" fmla="*/ 3242248 w 4388197"/>
                <a:gd name="connsiteY66" fmla="*/ 2334508 h 5927380"/>
                <a:gd name="connsiteX67" fmla="*/ 3020234 w 4388197"/>
                <a:gd name="connsiteY67" fmla="*/ 2281471 h 5927380"/>
                <a:gd name="connsiteX68" fmla="*/ 1510470 w 4388197"/>
                <a:gd name="connsiteY68" fmla="*/ 2169264 h 5927380"/>
                <a:gd name="connsiteX69" fmla="*/ 835059 w 4388197"/>
                <a:gd name="connsiteY69" fmla="*/ 2221579 h 5927380"/>
                <a:gd name="connsiteX70" fmla="*/ 525105 w 4388197"/>
                <a:gd name="connsiteY70" fmla="*/ 2295181 h 5927380"/>
                <a:gd name="connsiteX71" fmla="*/ 476089 w 4388197"/>
                <a:gd name="connsiteY71" fmla="*/ 2361928 h 5927380"/>
                <a:gd name="connsiteX72" fmla="*/ 652330 w 4388197"/>
                <a:gd name="connsiteY72" fmla="*/ 2484960 h 5927380"/>
                <a:gd name="connsiteX73" fmla="*/ 1343239 w 4388197"/>
                <a:gd name="connsiteY73" fmla="*/ 2671130 h 5927380"/>
                <a:gd name="connsiteX74" fmla="*/ 1461814 w 4388197"/>
                <a:gd name="connsiteY74" fmla="*/ 2674738 h 5927380"/>
                <a:gd name="connsiteX75" fmla="*/ 3887622 w 4388197"/>
                <a:gd name="connsiteY75" fmla="*/ 2739577 h 5927380"/>
                <a:gd name="connsiteX76" fmla="*/ 4309754 w 4388197"/>
                <a:gd name="connsiteY76" fmla="*/ 2545171 h 5927380"/>
                <a:gd name="connsiteX77" fmla="*/ 4370335 w 4388197"/>
                <a:gd name="connsiteY77" fmla="*/ 2201036 h 5927380"/>
                <a:gd name="connsiteX78" fmla="*/ 4141353 w 4388197"/>
                <a:gd name="connsiteY78" fmla="*/ 1893658 h 5927380"/>
                <a:gd name="connsiteX79" fmla="*/ 3473881 w 4388197"/>
                <a:gd name="connsiteY79" fmla="*/ 1577631 h 5927380"/>
                <a:gd name="connsiteX80" fmla="*/ 3637954 w 4388197"/>
                <a:gd name="connsiteY80" fmla="*/ 1685376 h 5927380"/>
                <a:gd name="connsiteX81" fmla="*/ 3999637 w 4388197"/>
                <a:gd name="connsiteY81" fmla="*/ 1997078 h 5927380"/>
                <a:gd name="connsiteX82" fmla="*/ 4147844 w 4388197"/>
                <a:gd name="connsiteY82" fmla="*/ 2301574 h 5927380"/>
                <a:gd name="connsiteX83" fmla="*/ 3978362 w 4388197"/>
                <a:gd name="connsiteY83" fmla="*/ 2621204 h 5927380"/>
                <a:gd name="connsiteX84" fmla="*/ 3615597 w 4388197"/>
                <a:gd name="connsiteY84" fmla="*/ 2658321 h 5927380"/>
                <a:gd name="connsiteX85" fmla="*/ 3887622 w 4388197"/>
                <a:gd name="connsiteY85" fmla="*/ 2739577 h 5927380"/>
                <a:gd name="connsiteX86" fmla="*/ 3497694 w 4388197"/>
                <a:gd name="connsiteY86" fmla="*/ 4725642 h 5927380"/>
                <a:gd name="connsiteX87" fmla="*/ 3338011 w 4388197"/>
                <a:gd name="connsiteY87" fmla="*/ 4620052 h 5927380"/>
                <a:gd name="connsiteX88" fmla="*/ 2751547 w 4388197"/>
                <a:gd name="connsiteY88" fmla="*/ 4173546 h 5927380"/>
                <a:gd name="connsiteX89" fmla="*/ 2561226 w 4388197"/>
                <a:gd name="connsiteY89" fmla="*/ 3902543 h 5927380"/>
                <a:gd name="connsiteX90" fmla="*/ 2571318 w 4388197"/>
                <a:gd name="connsiteY90" fmla="*/ 3668659 h 5927380"/>
                <a:gd name="connsiteX91" fmla="*/ 2772814 w 4388197"/>
                <a:gd name="connsiteY91" fmla="*/ 3335311 h 5927380"/>
                <a:gd name="connsiteX92" fmla="*/ 2865091 w 4388197"/>
                <a:gd name="connsiteY92" fmla="*/ 2998359 h 5927380"/>
                <a:gd name="connsiteX93" fmla="*/ 2754070 w 4388197"/>
                <a:gd name="connsiteY93" fmla="*/ 2773124 h 5927380"/>
                <a:gd name="connsiteX94" fmla="*/ 2414880 w 4388197"/>
                <a:gd name="connsiteY94" fmla="*/ 2492030 h 5927380"/>
                <a:gd name="connsiteX95" fmla="*/ 2574202 w 4388197"/>
                <a:gd name="connsiteY95" fmla="*/ 2765916 h 5927380"/>
                <a:gd name="connsiteX96" fmla="*/ 2536354 w 4388197"/>
                <a:gd name="connsiteY96" fmla="*/ 3009530 h 5927380"/>
                <a:gd name="connsiteX97" fmla="*/ 2253035 w 4388197"/>
                <a:gd name="connsiteY97" fmla="*/ 3463605 h 5927380"/>
                <a:gd name="connsiteX98" fmla="*/ 2278627 w 4388197"/>
                <a:gd name="connsiteY98" fmla="*/ 3971014 h 5927380"/>
                <a:gd name="connsiteX99" fmla="*/ 2765245 w 4388197"/>
                <a:gd name="connsiteY99" fmla="*/ 4426530 h 5927380"/>
                <a:gd name="connsiteX100" fmla="*/ 3497694 w 4388197"/>
                <a:gd name="connsiteY100" fmla="*/ 4725642 h 5927380"/>
                <a:gd name="connsiteX101" fmla="*/ 2810103 w 4388197"/>
                <a:gd name="connsiteY101" fmla="*/ 5927380 h 5927380"/>
                <a:gd name="connsiteX102" fmla="*/ 2880016 w 4388197"/>
                <a:gd name="connsiteY102" fmla="*/ 5803705 h 5927380"/>
                <a:gd name="connsiteX103" fmla="*/ 2882899 w 4388197"/>
                <a:gd name="connsiteY103" fmla="*/ 5199032 h 5927380"/>
                <a:gd name="connsiteX104" fmla="*/ 2714243 w 4388197"/>
                <a:gd name="connsiteY104" fmla="*/ 4884616 h 5927380"/>
                <a:gd name="connsiteX105" fmla="*/ 2521082 w 4388197"/>
                <a:gd name="connsiteY105" fmla="*/ 4684501 h 5927380"/>
                <a:gd name="connsiteX106" fmla="*/ 2024484 w 4388197"/>
                <a:gd name="connsiteY106" fmla="*/ 4199176 h 5927380"/>
                <a:gd name="connsiteX107" fmla="*/ 1733661 w 4388197"/>
                <a:gd name="connsiteY107" fmla="*/ 3770821 h 5927380"/>
                <a:gd name="connsiteX108" fmla="*/ 1784114 w 4388197"/>
                <a:gd name="connsiteY108" fmla="*/ 3376720 h 5927380"/>
                <a:gd name="connsiteX109" fmla="*/ 2172599 w 4388197"/>
                <a:gd name="connsiteY109" fmla="*/ 2719043 h 5927380"/>
                <a:gd name="connsiteX110" fmla="*/ 1741950 w 4388197"/>
                <a:gd name="connsiteY110" fmla="*/ 3181652 h 5927380"/>
                <a:gd name="connsiteX111" fmla="*/ 1428423 w 4388197"/>
                <a:gd name="connsiteY111" fmla="*/ 3663011 h 5927380"/>
                <a:gd name="connsiteX112" fmla="*/ 1444640 w 4388197"/>
                <a:gd name="connsiteY112" fmla="*/ 3939567 h 5927380"/>
                <a:gd name="connsiteX113" fmla="*/ 1739427 w 4388197"/>
                <a:gd name="connsiteY113" fmla="*/ 4320327 h 5927380"/>
                <a:gd name="connsiteX114" fmla="*/ 2427745 w 4388197"/>
                <a:gd name="connsiteY114" fmla="*/ 4904808 h 5927380"/>
                <a:gd name="connsiteX115" fmla="*/ 2825239 w 4388197"/>
                <a:gd name="connsiteY115" fmla="*/ 5695895 h 5927380"/>
                <a:gd name="connsiteX116" fmla="*/ 2810103 w 4388197"/>
                <a:gd name="connsiteY116" fmla="*/ 5927380 h 5927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4388197" h="5927380">
                  <a:moveTo>
                    <a:pt x="4385106" y="558456"/>
                  </a:moveTo>
                  <a:cubicBezTo>
                    <a:pt x="4344031" y="432035"/>
                    <a:pt x="4224409" y="355460"/>
                    <a:pt x="4113435" y="295861"/>
                  </a:cubicBezTo>
                  <a:cubicBezTo>
                    <a:pt x="3882479" y="170162"/>
                    <a:pt x="3620536" y="123567"/>
                    <a:pt x="3363997" y="82390"/>
                  </a:cubicBezTo>
                  <a:cubicBezTo>
                    <a:pt x="2864252" y="11233"/>
                    <a:pt x="2357661" y="-16219"/>
                    <a:pt x="1853593" y="9427"/>
                  </a:cubicBezTo>
                  <a:cubicBezTo>
                    <a:pt x="1550215" y="24597"/>
                    <a:pt x="1247557" y="62885"/>
                    <a:pt x="953547" y="139099"/>
                  </a:cubicBezTo>
                  <a:cubicBezTo>
                    <a:pt x="909230" y="150657"/>
                    <a:pt x="865632" y="163661"/>
                    <a:pt x="822756" y="179554"/>
                  </a:cubicBezTo>
                  <a:cubicBezTo>
                    <a:pt x="1039660" y="165467"/>
                    <a:pt x="1255844" y="139099"/>
                    <a:pt x="1472749" y="129708"/>
                  </a:cubicBezTo>
                  <a:cubicBezTo>
                    <a:pt x="2043835" y="95393"/>
                    <a:pt x="2618884" y="94671"/>
                    <a:pt x="3187807" y="161855"/>
                  </a:cubicBezTo>
                  <a:cubicBezTo>
                    <a:pt x="3483619" y="201226"/>
                    <a:pt x="3780872" y="255406"/>
                    <a:pt x="4057587" y="371353"/>
                  </a:cubicBezTo>
                  <a:cubicBezTo>
                    <a:pt x="4174327" y="420115"/>
                    <a:pt x="4280977" y="487660"/>
                    <a:pt x="4385106" y="558456"/>
                  </a:cubicBezTo>
                  <a:close/>
                  <a:moveTo>
                    <a:pt x="827301" y="909092"/>
                  </a:moveTo>
                  <a:cubicBezTo>
                    <a:pt x="860095" y="909588"/>
                    <a:pt x="892917" y="908573"/>
                    <a:pt x="925716" y="905687"/>
                  </a:cubicBezTo>
                  <a:cubicBezTo>
                    <a:pt x="790554" y="878631"/>
                    <a:pt x="652509" y="858068"/>
                    <a:pt x="523475" y="808284"/>
                  </a:cubicBezTo>
                  <a:cubicBezTo>
                    <a:pt x="466888" y="783752"/>
                    <a:pt x="401650" y="758139"/>
                    <a:pt x="373537" y="698615"/>
                  </a:cubicBezTo>
                  <a:cubicBezTo>
                    <a:pt x="362724" y="667229"/>
                    <a:pt x="390477" y="643419"/>
                    <a:pt x="414626" y="629350"/>
                  </a:cubicBezTo>
                  <a:cubicBezTo>
                    <a:pt x="477340" y="593275"/>
                    <a:pt x="549427" y="579566"/>
                    <a:pt x="618989" y="564414"/>
                  </a:cubicBezTo>
                  <a:cubicBezTo>
                    <a:pt x="908055" y="505972"/>
                    <a:pt x="1202886" y="487213"/>
                    <a:pt x="1496637" y="467372"/>
                  </a:cubicBezTo>
                  <a:cubicBezTo>
                    <a:pt x="1784621" y="455467"/>
                    <a:pt x="2072604" y="472062"/>
                    <a:pt x="2360588" y="477112"/>
                  </a:cubicBezTo>
                  <a:cubicBezTo>
                    <a:pt x="2730029" y="493346"/>
                    <a:pt x="3099470" y="513548"/>
                    <a:pt x="3466027" y="562971"/>
                  </a:cubicBezTo>
                  <a:cubicBezTo>
                    <a:pt x="3624617" y="588224"/>
                    <a:pt x="3785729" y="612395"/>
                    <a:pt x="3934947" y="673362"/>
                  </a:cubicBezTo>
                  <a:cubicBezTo>
                    <a:pt x="3982163" y="695368"/>
                    <a:pt x="4037309" y="720621"/>
                    <a:pt x="4057493" y="772569"/>
                  </a:cubicBezTo>
                  <a:cubicBezTo>
                    <a:pt x="4059656" y="800708"/>
                    <a:pt x="4049203" y="827764"/>
                    <a:pt x="4043797" y="854821"/>
                  </a:cubicBezTo>
                  <a:cubicBezTo>
                    <a:pt x="4075155" y="831011"/>
                    <a:pt x="4115162" y="805037"/>
                    <a:pt x="4115162" y="761025"/>
                  </a:cubicBezTo>
                  <a:cubicBezTo>
                    <a:pt x="4118406" y="730361"/>
                    <a:pt x="4094257" y="707994"/>
                    <a:pt x="4075155" y="687792"/>
                  </a:cubicBezTo>
                  <a:cubicBezTo>
                    <a:pt x="4005231" y="620331"/>
                    <a:pt x="3914403" y="581370"/>
                    <a:pt x="3826457" y="543851"/>
                  </a:cubicBezTo>
                  <a:cubicBezTo>
                    <a:pt x="3601549" y="455467"/>
                    <a:pt x="3362223" y="411816"/>
                    <a:pt x="3124339" y="377544"/>
                  </a:cubicBezTo>
                  <a:cubicBezTo>
                    <a:pt x="2585857" y="312969"/>
                    <a:pt x="2042689" y="302868"/>
                    <a:pt x="1500962" y="308640"/>
                  </a:cubicBezTo>
                  <a:cubicBezTo>
                    <a:pt x="1239650" y="312248"/>
                    <a:pt x="978699" y="329203"/>
                    <a:pt x="718108" y="351209"/>
                  </a:cubicBezTo>
                  <a:cubicBezTo>
                    <a:pt x="545462" y="368165"/>
                    <a:pt x="372816" y="393778"/>
                    <a:pt x="204855" y="437068"/>
                  </a:cubicBezTo>
                  <a:cubicBezTo>
                    <a:pt x="138897" y="457992"/>
                    <a:pt x="67892" y="478194"/>
                    <a:pt x="18513" y="529421"/>
                  </a:cubicBezTo>
                  <a:cubicBezTo>
                    <a:pt x="-10682" y="559725"/>
                    <a:pt x="-1311" y="608066"/>
                    <a:pt x="18873" y="640173"/>
                  </a:cubicBezTo>
                  <a:cubicBezTo>
                    <a:pt x="49510" y="689235"/>
                    <a:pt x="98889" y="722424"/>
                    <a:pt x="148628" y="749842"/>
                  </a:cubicBezTo>
                  <a:cubicBezTo>
                    <a:pt x="269012" y="812974"/>
                    <a:pt x="402371" y="844720"/>
                    <a:pt x="534288" y="873580"/>
                  </a:cubicBezTo>
                  <a:cubicBezTo>
                    <a:pt x="630794" y="892520"/>
                    <a:pt x="728921" y="907604"/>
                    <a:pt x="827301" y="909092"/>
                  </a:cubicBezTo>
                  <a:close/>
                  <a:moveTo>
                    <a:pt x="1370321" y="1345856"/>
                  </a:moveTo>
                  <a:cubicBezTo>
                    <a:pt x="1357702" y="1310105"/>
                    <a:pt x="1331024" y="1261714"/>
                    <a:pt x="1369239" y="1231740"/>
                  </a:cubicBezTo>
                  <a:cubicBezTo>
                    <a:pt x="1437378" y="1179377"/>
                    <a:pt x="1528951" y="1173960"/>
                    <a:pt x="1611510" y="1166738"/>
                  </a:cubicBezTo>
                  <a:cubicBezTo>
                    <a:pt x="1814485" y="1159154"/>
                    <a:pt x="2018180" y="1156265"/>
                    <a:pt x="2221515" y="1164932"/>
                  </a:cubicBezTo>
                  <a:cubicBezTo>
                    <a:pt x="2403939" y="1178655"/>
                    <a:pt x="2588888" y="1186600"/>
                    <a:pt x="2766986" y="1232463"/>
                  </a:cubicBezTo>
                  <a:cubicBezTo>
                    <a:pt x="2813493" y="1248352"/>
                    <a:pt x="2850267" y="1207184"/>
                    <a:pt x="2888482" y="1188044"/>
                  </a:cubicBezTo>
                  <a:cubicBezTo>
                    <a:pt x="2960587" y="1140014"/>
                    <a:pt x="3043146" y="1110763"/>
                    <a:pt x="3116693" y="1065623"/>
                  </a:cubicBezTo>
                  <a:cubicBezTo>
                    <a:pt x="2900019" y="992675"/>
                    <a:pt x="2677937" y="932367"/>
                    <a:pt x="2450807" y="902032"/>
                  </a:cubicBezTo>
                  <a:cubicBezTo>
                    <a:pt x="2252881" y="872781"/>
                    <a:pt x="2051709" y="874587"/>
                    <a:pt x="1852340" y="889032"/>
                  </a:cubicBezTo>
                  <a:cubicBezTo>
                    <a:pt x="1660902" y="900949"/>
                    <a:pt x="1467662" y="927311"/>
                    <a:pt x="1288122" y="997370"/>
                  </a:cubicBezTo>
                  <a:cubicBezTo>
                    <a:pt x="1226833" y="1023732"/>
                    <a:pt x="1158333" y="1057678"/>
                    <a:pt x="1132736" y="1123764"/>
                  </a:cubicBezTo>
                  <a:cubicBezTo>
                    <a:pt x="1113268" y="1169266"/>
                    <a:pt x="1137784" y="1220546"/>
                    <a:pt x="1172394" y="1251241"/>
                  </a:cubicBezTo>
                  <a:cubicBezTo>
                    <a:pt x="1228996" y="1299271"/>
                    <a:pt x="1298577" y="1329244"/>
                    <a:pt x="1370321" y="1345856"/>
                  </a:cubicBezTo>
                  <a:close/>
                  <a:moveTo>
                    <a:pt x="1243547" y="1991968"/>
                  </a:moveTo>
                  <a:cubicBezTo>
                    <a:pt x="1217586" y="1955088"/>
                    <a:pt x="1174316" y="1917846"/>
                    <a:pt x="1187297" y="1867588"/>
                  </a:cubicBezTo>
                  <a:cubicBezTo>
                    <a:pt x="1210374" y="1815522"/>
                    <a:pt x="1270951" y="1798528"/>
                    <a:pt x="1321072" y="1784788"/>
                  </a:cubicBezTo>
                  <a:cubicBezTo>
                    <a:pt x="1537058" y="1737061"/>
                    <a:pt x="1760256" y="1747185"/>
                    <a:pt x="1979848" y="1750078"/>
                  </a:cubicBezTo>
                  <a:cubicBezTo>
                    <a:pt x="2300402" y="1763817"/>
                    <a:pt x="2621317" y="1788766"/>
                    <a:pt x="2937183" y="1846978"/>
                  </a:cubicBezTo>
                  <a:cubicBezTo>
                    <a:pt x="2983698" y="1860718"/>
                    <a:pt x="3016150" y="1819138"/>
                    <a:pt x="3049684" y="1794551"/>
                  </a:cubicBezTo>
                  <a:cubicBezTo>
                    <a:pt x="3097641" y="1754416"/>
                    <a:pt x="3154973" y="1729106"/>
                    <a:pt x="3211944" y="1705966"/>
                  </a:cubicBezTo>
                  <a:cubicBezTo>
                    <a:pt x="2843794" y="1585925"/>
                    <a:pt x="2457254" y="1520480"/>
                    <a:pt x="2069632" y="1528073"/>
                  </a:cubicBezTo>
                  <a:cubicBezTo>
                    <a:pt x="1780088" y="1536028"/>
                    <a:pt x="1488019" y="1542536"/>
                    <a:pt x="1203884" y="1605449"/>
                  </a:cubicBezTo>
                  <a:cubicBezTo>
                    <a:pt x="1129244" y="1624251"/>
                    <a:pt x="1052441" y="1645945"/>
                    <a:pt x="988619" y="1690780"/>
                  </a:cubicBezTo>
                  <a:cubicBezTo>
                    <a:pt x="937056" y="1727299"/>
                    <a:pt x="944268" y="1805759"/>
                    <a:pt x="978883" y="1851679"/>
                  </a:cubicBezTo>
                  <a:cubicBezTo>
                    <a:pt x="1039821" y="1936286"/>
                    <a:pt x="1145110" y="1972805"/>
                    <a:pt x="1243547" y="1991968"/>
                  </a:cubicBezTo>
                  <a:close/>
                  <a:moveTo>
                    <a:pt x="1461814" y="2674738"/>
                  </a:moveTo>
                  <a:cubicBezTo>
                    <a:pt x="1309000" y="2631443"/>
                    <a:pt x="1153663" y="2590673"/>
                    <a:pt x="1009858" y="2520318"/>
                  </a:cubicBezTo>
                  <a:cubicBezTo>
                    <a:pt x="972015" y="2500474"/>
                    <a:pt x="930568" y="2478104"/>
                    <a:pt x="910385" y="2438056"/>
                  </a:cubicBezTo>
                  <a:cubicBezTo>
                    <a:pt x="893806" y="2408110"/>
                    <a:pt x="927684" y="2386102"/>
                    <a:pt x="951832" y="2376721"/>
                  </a:cubicBezTo>
                  <a:cubicBezTo>
                    <a:pt x="1024635" y="2348218"/>
                    <a:pt x="1103205" y="2342445"/>
                    <a:pt x="1180333" y="2333425"/>
                  </a:cubicBezTo>
                  <a:cubicBezTo>
                    <a:pt x="1429017" y="2311056"/>
                    <a:pt x="1679503" y="2306727"/>
                    <a:pt x="1929268" y="2309974"/>
                  </a:cubicBezTo>
                  <a:cubicBezTo>
                    <a:pt x="2436728" y="2328374"/>
                    <a:pt x="2941665" y="2384658"/>
                    <a:pt x="3443718" y="2460786"/>
                  </a:cubicBezTo>
                  <a:cubicBezTo>
                    <a:pt x="3377763" y="2417130"/>
                    <a:pt x="3309285" y="2376721"/>
                    <a:pt x="3242248" y="2334508"/>
                  </a:cubicBezTo>
                  <a:cubicBezTo>
                    <a:pt x="3177013" y="2290852"/>
                    <a:pt x="3094479" y="2297346"/>
                    <a:pt x="3020234" y="2281471"/>
                  </a:cubicBezTo>
                  <a:cubicBezTo>
                    <a:pt x="2519983" y="2213281"/>
                    <a:pt x="2016127" y="2152306"/>
                    <a:pt x="1510470" y="2169264"/>
                  </a:cubicBezTo>
                  <a:cubicBezTo>
                    <a:pt x="1284852" y="2180448"/>
                    <a:pt x="1059235" y="2192715"/>
                    <a:pt x="835059" y="2221579"/>
                  </a:cubicBezTo>
                  <a:cubicBezTo>
                    <a:pt x="730179" y="2237093"/>
                    <a:pt x="623137" y="2252968"/>
                    <a:pt x="525105" y="2295181"/>
                  </a:cubicBezTo>
                  <a:cubicBezTo>
                    <a:pt x="499876" y="2307448"/>
                    <a:pt x="462393" y="2328014"/>
                    <a:pt x="476089" y="2361928"/>
                  </a:cubicBezTo>
                  <a:cubicBezTo>
                    <a:pt x="514292" y="2426150"/>
                    <a:pt x="589258" y="2452488"/>
                    <a:pt x="652330" y="2484960"/>
                  </a:cubicBezTo>
                  <a:cubicBezTo>
                    <a:pt x="872541" y="2579488"/>
                    <a:pt x="1106449" y="2638658"/>
                    <a:pt x="1343239" y="2671130"/>
                  </a:cubicBezTo>
                  <a:cubicBezTo>
                    <a:pt x="1382524" y="2676181"/>
                    <a:pt x="1422530" y="2676181"/>
                    <a:pt x="1461814" y="2674738"/>
                  </a:cubicBezTo>
                  <a:close/>
                  <a:moveTo>
                    <a:pt x="3887622" y="2739577"/>
                  </a:moveTo>
                  <a:cubicBezTo>
                    <a:pt x="4047642" y="2740886"/>
                    <a:pt x="4209687" y="2671743"/>
                    <a:pt x="4309754" y="2545171"/>
                  </a:cubicBezTo>
                  <a:cubicBezTo>
                    <a:pt x="4383316" y="2448957"/>
                    <a:pt x="4408919" y="2316709"/>
                    <a:pt x="4370335" y="2201036"/>
                  </a:cubicBezTo>
                  <a:cubicBezTo>
                    <a:pt x="4329587" y="2077076"/>
                    <a:pt x="4239076" y="1976899"/>
                    <a:pt x="4141353" y="1893658"/>
                  </a:cubicBezTo>
                  <a:cubicBezTo>
                    <a:pt x="3948432" y="1736906"/>
                    <a:pt x="3712959" y="1640332"/>
                    <a:pt x="3473881" y="1577631"/>
                  </a:cubicBezTo>
                  <a:cubicBezTo>
                    <a:pt x="3525808" y="1617630"/>
                    <a:pt x="3583864" y="1648260"/>
                    <a:pt x="3637954" y="1685376"/>
                  </a:cubicBezTo>
                  <a:cubicBezTo>
                    <a:pt x="3770295" y="1774382"/>
                    <a:pt x="3894342" y="1877082"/>
                    <a:pt x="3999637" y="1997078"/>
                  </a:cubicBezTo>
                  <a:cubicBezTo>
                    <a:pt x="4072478" y="2084283"/>
                    <a:pt x="4135584" y="2186622"/>
                    <a:pt x="4147844" y="2301574"/>
                  </a:cubicBezTo>
                  <a:cubicBezTo>
                    <a:pt x="4158662" y="2427336"/>
                    <a:pt x="4098802" y="2567873"/>
                    <a:pt x="3978362" y="2621204"/>
                  </a:cubicBezTo>
                  <a:cubicBezTo>
                    <a:pt x="3865133" y="2674536"/>
                    <a:pt x="3737120" y="2667690"/>
                    <a:pt x="3615597" y="2658321"/>
                  </a:cubicBezTo>
                  <a:cubicBezTo>
                    <a:pt x="3696327" y="2712643"/>
                    <a:pt x="3791610" y="2738791"/>
                    <a:pt x="3887622" y="2739577"/>
                  </a:cubicBezTo>
                  <a:close/>
                  <a:moveTo>
                    <a:pt x="3497694" y="4725642"/>
                  </a:moveTo>
                  <a:cubicBezTo>
                    <a:pt x="3448311" y="4684560"/>
                    <a:pt x="3391359" y="4655009"/>
                    <a:pt x="3338011" y="4620052"/>
                  </a:cubicBezTo>
                  <a:cubicBezTo>
                    <a:pt x="3131830" y="4485992"/>
                    <a:pt x="2927811" y="4345806"/>
                    <a:pt x="2751547" y="4173546"/>
                  </a:cubicBezTo>
                  <a:cubicBezTo>
                    <a:pt x="2675130" y="4093542"/>
                    <a:pt x="2600876" y="4007412"/>
                    <a:pt x="2561226" y="3902543"/>
                  </a:cubicBezTo>
                  <a:cubicBezTo>
                    <a:pt x="2531308" y="3827585"/>
                    <a:pt x="2536715" y="3741095"/>
                    <a:pt x="2571318" y="3668659"/>
                  </a:cubicBezTo>
                  <a:cubicBezTo>
                    <a:pt x="2625747" y="3550095"/>
                    <a:pt x="2710455" y="3449189"/>
                    <a:pt x="2772814" y="3335311"/>
                  </a:cubicBezTo>
                  <a:cubicBezTo>
                    <a:pt x="2830487" y="3233324"/>
                    <a:pt x="2880951" y="3118004"/>
                    <a:pt x="2865091" y="2998359"/>
                  </a:cubicBezTo>
                  <a:cubicBezTo>
                    <a:pt x="2852475" y="2914031"/>
                    <a:pt x="2807418" y="2838352"/>
                    <a:pt x="2754070" y="2773124"/>
                  </a:cubicBezTo>
                  <a:cubicBezTo>
                    <a:pt x="2658549" y="2660326"/>
                    <a:pt x="2541400" y="2567709"/>
                    <a:pt x="2414880" y="2492030"/>
                  </a:cubicBezTo>
                  <a:cubicBezTo>
                    <a:pt x="2471111" y="2581043"/>
                    <a:pt x="2538877" y="2665371"/>
                    <a:pt x="2574202" y="2765916"/>
                  </a:cubicBezTo>
                  <a:cubicBezTo>
                    <a:pt x="2601597" y="2848082"/>
                    <a:pt x="2578167" y="2937095"/>
                    <a:pt x="2536354" y="3009530"/>
                  </a:cubicBezTo>
                  <a:cubicBezTo>
                    <a:pt x="2447682" y="3164493"/>
                    <a:pt x="2314673" y="3293507"/>
                    <a:pt x="2253035" y="3463605"/>
                  </a:cubicBezTo>
                  <a:cubicBezTo>
                    <a:pt x="2189594" y="3626135"/>
                    <a:pt x="2194640" y="3816774"/>
                    <a:pt x="2278627" y="3971014"/>
                  </a:cubicBezTo>
                  <a:cubicBezTo>
                    <a:pt x="2384962" y="4172465"/>
                    <a:pt x="2574202" y="4311210"/>
                    <a:pt x="2765245" y="4426530"/>
                  </a:cubicBezTo>
                  <a:cubicBezTo>
                    <a:pt x="2995937" y="4555184"/>
                    <a:pt x="3241409" y="4660054"/>
                    <a:pt x="3497694" y="4725642"/>
                  </a:cubicBezTo>
                  <a:close/>
                  <a:moveTo>
                    <a:pt x="2810103" y="5927380"/>
                  </a:moveTo>
                  <a:cubicBezTo>
                    <a:pt x="2841456" y="5891324"/>
                    <a:pt x="2868124" y="5850579"/>
                    <a:pt x="2880016" y="5803705"/>
                  </a:cubicBezTo>
                  <a:cubicBezTo>
                    <a:pt x="2933352" y="5607556"/>
                    <a:pt x="2945244" y="5394821"/>
                    <a:pt x="2882899" y="5199032"/>
                  </a:cubicBezTo>
                  <a:cubicBezTo>
                    <a:pt x="2845420" y="5085453"/>
                    <a:pt x="2789201" y="4977643"/>
                    <a:pt x="2714243" y="4884616"/>
                  </a:cubicBezTo>
                  <a:cubicBezTo>
                    <a:pt x="2656943" y="4811421"/>
                    <a:pt x="2587031" y="4749403"/>
                    <a:pt x="2521082" y="4684501"/>
                  </a:cubicBezTo>
                  <a:cubicBezTo>
                    <a:pt x="2353507" y="4525130"/>
                    <a:pt x="2183410" y="4367562"/>
                    <a:pt x="2024484" y="4199176"/>
                  </a:cubicBezTo>
                  <a:cubicBezTo>
                    <a:pt x="1907362" y="4072256"/>
                    <a:pt x="1791682" y="3936322"/>
                    <a:pt x="1733661" y="3770821"/>
                  </a:cubicBezTo>
                  <a:cubicBezTo>
                    <a:pt x="1688614" y="3639213"/>
                    <a:pt x="1736905" y="3500756"/>
                    <a:pt x="1784114" y="3376720"/>
                  </a:cubicBezTo>
                  <a:cubicBezTo>
                    <a:pt x="1883938" y="3141629"/>
                    <a:pt x="2023764" y="2925649"/>
                    <a:pt x="2172599" y="2719043"/>
                  </a:cubicBezTo>
                  <a:cubicBezTo>
                    <a:pt x="2018358" y="2862910"/>
                    <a:pt x="1877451" y="3020118"/>
                    <a:pt x="1741950" y="3181652"/>
                  </a:cubicBezTo>
                  <a:cubicBezTo>
                    <a:pt x="1621945" y="3330927"/>
                    <a:pt x="1500138" y="3483448"/>
                    <a:pt x="1428423" y="3663011"/>
                  </a:cubicBezTo>
                  <a:cubicBezTo>
                    <a:pt x="1397431" y="3752432"/>
                    <a:pt x="1404999" y="3854112"/>
                    <a:pt x="1444640" y="3939567"/>
                  </a:cubicBezTo>
                  <a:cubicBezTo>
                    <a:pt x="1509868" y="4088481"/>
                    <a:pt x="1624468" y="4208190"/>
                    <a:pt x="1739427" y="4320327"/>
                  </a:cubicBezTo>
                  <a:cubicBezTo>
                    <a:pt x="1958896" y="4526932"/>
                    <a:pt x="2196744" y="4712265"/>
                    <a:pt x="2427745" y="4904808"/>
                  </a:cubicBezTo>
                  <a:cubicBezTo>
                    <a:pt x="2659106" y="5100236"/>
                    <a:pt x="2821275" y="5389052"/>
                    <a:pt x="2825239" y="5695895"/>
                  </a:cubicBezTo>
                  <a:cubicBezTo>
                    <a:pt x="2829203" y="5773778"/>
                    <a:pt x="2810463" y="5849858"/>
                    <a:pt x="2810103" y="592738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DC1EBD-517B-4208-A00A-947D3BA0E0FB}"/>
                </a:ext>
              </a:extLst>
            </p:cNvPr>
            <p:cNvSpPr txBox="1"/>
            <p:nvPr/>
          </p:nvSpPr>
          <p:spPr>
            <a:xfrm>
              <a:off x="2126061" y="3721143"/>
              <a:ext cx="678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232A4E"/>
                  </a:solidFill>
                  <a:latin typeface="Ubuntu" panose="020B0504030602030204" pitchFamily="34" charset="0"/>
                </a:rPr>
                <a:t>JAVA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BAA027-9844-4A67-8E9A-EECDA59FA49B}"/>
              </a:ext>
            </a:extLst>
          </p:cNvPr>
          <p:cNvGrpSpPr/>
          <p:nvPr/>
        </p:nvGrpSpPr>
        <p:grpSpPr>
          <a:xfrm>
            <a:off x="3358903" y="3113566"/>
            <a:ext cx="678980" cy="884576"/>
            <a:chOff x="3358903" y="3113566"/>
            <a:chExt cx="678980" cy="884576"/>
          </a:xfrm>
        </p:grpSpPr>
        <p:grpSp>
          <p:nvGrpSpPr>
            <p:cNvPr id="7" name="Group 23">
              <a:extLst>
                <a:ext uri="{FF2B5EF4-FFF2-40B4-BE49-F238E27FC236}">
                  <a16:creationId xmlns:a16="http://schemas.microsoft.com/office/drawing/2014/main" id="{9B832700-AFEB-4919-8746-CB829EAB0D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12579" y="3113566"/>
              <a:ext cx="571628" cy="273562"/>
              <a:chOff x="2557" y="1548"/>
              <a:chExt cx="2566" cy="1228"/>
            </a:xfrm>
            <a:solidFill>
              <a:schemeClr val="bg1">
                <a:lumMod val="85000"/>
              </a:schemeClr>
            </a:solidFill>
          </p:grpSpPr>
          <p:sp>
            <p:nvSpPr>
              <p:cNvPr id="8" name="Freeform 24">
                <a:extLst>
                  <a:ext uri="{FF2B5EF4-FFF2-40B4-BE49-F238E27FC236}">
                    <a16:creationId xmlns:a16="http://schemas.microsoft.com/office/drawing/2014/main" id="{3968E343-859E-450F-94E4-E61A38317D6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434" y="1548"/>
                <a:ext cx="829" cy="971"/>
              </a:xfrm>
              <a:custGeom>
                <a:avLst/>
                <a:gdLst>
                  <a:gd name="T0" fmla="*/ 826 w 3651"/>
                  <a:gd name="T1" fmla="*/ 4264 h 4265"/>
                  <a:gd name="T2" fmla="*/ 1746 w 3651"/>
                  <a:gd name="T3" fmla="*/ 4264 h 4265"/>
                  <a:gd name="T4" fmla="*/ 1529 w 3651"/>
                  <a:gd name="T5" fmla="*/ 3132 h 4265"/>
                  <a:gd name="T6" fmla="*/ 2847 w 3651"/>
                  <a:gd name="T7" fmla="*/ 3094 h 4265"/>
                  <a:gd name="T8" fmla="*/ 3515 w 3651"/>
                  <a:gd name="T9" fmla="*/ 2738 h 4265"/>
                  <a:gd name="T10" fmla="*/ 3593 w 3651"/>
                  <a:gd name="T11" fmla="*/ 1997 h 4265"/>
                  <a:gd name="T12" fmla="*/ 3207 w 3651"/>
                  <a:gd name="T13" fmla="*/ 2 h 4265"/>
                  <a:gd name="T14" fmla="*/ 2272 w 3651"/>
                  <a:gd name="T15" fmla="*/ 3 h 4265"/>
                  <a:gd name="T16" fmla="*/ 2641 w 3651"/>
                  <a:gd name="T17" fmla="*/ 1902 h 4265"/>
                  <a:gd name="T18" fmla="*/ 2580 w 3651"/>
                  <a:gd name="T19" fmla="*/ 2333 h 4265"/>
                  <a:gd name="T20" fmla="*/ 2205 w 3651"/>
                  <a:gd name="T21" fmla="*/ 2437 h 4265"/>
                  <a:gd name="T22" fmla="*/ 1395 w 3651"/>
                  <a:gd name="T23" fmla="*/ 2440 h 4265"/>
                  <a:gd name="T24" fmla="*/ 916 w 3651"/>
                  <a:gd name="T25" fmla="*/ 0 h 4265"/>
                  <a:gd name="T26" fmla="*/ 0 w 3651"/>
                  <a:gd name="T27" fmla="*/ 2 h 4265"/>
                  <a:gd name="T28" fmla="*/ 826 w 3651"/>
                  <a:gd name="T29" fmla="*/ 4264 h 4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51" h="4265">
                    <a:moveTo>
                      <a:pt x="826" y="4264"/>
                    </a:moveTo>
                    <a:cubicBezTo>
                      <a:pt x="1132" y="4265"/>
                      <a:pt x="1439" y="4264"/>
                      <a:pt x="1746" y="4264"/>
                    </a:cubicBezTo>
                    <a:cubicBezTo>
                      <a:pt x="1675" y="3886"/>
                      <a:pt x="1599" y="3510"/>
                      <a:pt x="1529" y="3132"/>
                    </a:cubicBezTo>
                    <a:cubicBezTo>
                      <a:pt x="1968" y="3120"/>
                      <a:pt x="2411" y="3159"/>
                      <a:pt x="2847" y="3094"/>
                    </a:cubicBezTo>
                    <a:cubicBezTo>
                      <a:pt x="3097" y="3052"/>
                      <a:pt x="3371" y="2963"/>
                      <a:pt x="3515" y="2738"/>
                    </a:cubicBezTo>
                    <a:cubicBezTo>
                      <a:pt x="3651" y="2517"/>
                      <a:pt x="3637" y="2243"/>
                      <a:pt x="3593" y="1997"/>
                    </a:cubicBezTo>
                    <a:cubicBezTo>
                      <a:pt x="3465" y="1332"/>
                      <a:pt x="3336" y="667"/>
                      <a:pt x="3207" y="2"/>
                    </a:cubicBezTo>
                    <a:cubicBezTo>
                      <a:pt x="2895" y="2"/>
                      <a:pt x="2584" y="1"/>
                      <a:pt x="2272" y="3"/>
                    </a:cubicBezTo>
                    <a:cubicBezTo>
                      <a:pt x="2394" y="636"/>
                      <a:pt x="2520" y="1269"/>
                      <a:pt x="2641" y="1902"/>
                    </a:cubicBezTo>
                    <a:cubicBezTo>
                      <a:pt x="2662" y="2045"/>
                      <a:pt x="2689" y="2219"/>
                      <a:pt x="2580" y="2333"/>
                    </a:cubicBezTo>
                    <a:cubicBezTo>
                      <a:pt x="2476" y="2419"/>
                      <a:pt x="2334" y="2430"/>
                      <a:pt x="2205" y="2437"/>
                    </a:cubicBezTo>
                    <a:cubicBezTo>
                      <a:pt x="1935" y="2444"/>
                      <a:pt x="1665" y="2439"/>
                      <a:pt x="1395" y="2440"/>
                    </a:cubicBezTo>
                    <a:cubicBezTo>
                      <a:pt x="1232" y="1627"/>
                      <a:pt x="1084" y="812"/>
                      <a:pt x="916" y="0"/>
                    </a:cubicBezTo>
                    <a:cubicBezTo>
                      <a:pt x="611" y="5"/>
                      <a:pt x="306" y="0"/>
                      <a:pt x="0" y="2"/>
                    </a:cubicBezTo>
                    <a:cubicBezTo>
                      <a:pt x="275" y="1423"/>
                      <a:pt x="550" y="2843"/>
                      <a:pt x="826" y="426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25">
                <a:extLst>
                  <a:ext uri="{FF2B5EF4-FFF2-40B4-BE49-F238E27FC236}">
                    <a16:creationId xmlns:a16="http://schemas.microsoft.com/office/drawing/2014/main" id="{34E9CBA1-D8BB-474A-AE59-C847FF5DF2E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flipV="1">
                <a:off x="2557" y="1806"/>
                <a:ext cx="920" cy="970"/>
              </a:xfrm>
              <a:custGeom>
                <a:avLst/>
                <a:gdLst>
                  <a:gd name="T0" fmla="*/ 821 w 4052"/>
                  <a:gd name="T1" fmla="*/ 4258 h 4260"/>
                  <a:gd name="T2" fmla="*/ 2575 w 4052"/>
                  <a:gd name="T3" fmla="*/ 4258 h 4260"/>
                  <a:gd name="T4" fmla="*/ 3673 w 4052"/>
                  <a:gd name="T5" fmla="*/ 3938 h 4260"/>
                  <a:gd name="T6" fmla="*/ 4043 w 4052"/>
                  <a:gd name="T7" fmla="*/ 3120 h 4260"/>
                  <a:gd name="T8" fmla="*/ 3665 w 4052"/>
                  <a:gd name="T9" fmla="*/ 1883 h 4260"/>
                  <a:gd name="T10" fmla="*/ 2750 w 4052"/>
                  <a:gd name="T11" fmla="*/ 1227 h 4260"/>
                  <a:gd name="T12" fmla="*/ 1146 w 4052"/>
                  <a:gd name="T13" fmla="*/ 1132 h 4260"/>
                  <a:gd name="T14" fmla="*/ 926 w 4052"/>
                  <a:gd name="T15" fmla="*/ 1 h 4260"/>
                  <a:gd name="T16" fmla="*/ 0 w 4052"/>
                  <a:gd name="T17" fmla="*/ 0 h 4260"/>
                  <a:gd name="T18" fmla="*/ 821 w 4052"/>
                  <a:gd name="T19" fmla="*/ 4258 h 4260"/>
                  <a:gd name="T20" fmla="*/ 1626 w 4052"/>
                  <a:gd name="T21" fmla="*/ 3587 h 4260"/>
                  <a:gd name="T22" fmla="*/ 1280 w 4052"/>
                  <a:gd name="T23" fmla="*/ 1807 h 4260"/>
                  <a:gd name="T24" fmla="*/ 2554 w 4052"/>
                  <a:gd name="T25" fmla="*/ 1940 h 4260"/>
                  <a:gd name="T26" fmla="*/ 3034 w 4052"/>
                  <a:gd name="T27" fmla="*/ 2658 h 4260"/>
                  <a:gd name="T28" fmla="*/ 3017 w 4052"/>
                  <a:gd name="T29" fmla="*/ 3319 h 4260"/>
                  <a:gd name="T30" fmla="*/ 2544 w 4052"/>
                  <a:gd name="T31" fmla="*/ 3570 h 4260"/>
                  <a:gd name="T32" fmla="*/ 1626 w 4052"/>
                  <a:gd name="T33" fmla="*/ 3587 h 4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52" h="4260">
                    <a:moveTo>
                      <a:pt x="821" y="4258"/>
                    </a:moveTo>
                    <a:cubicBezTo>
                      <a:pt x="1406" y="4259"/>
                      <a:pt x="1990" y="4258"/>
                      <a:pt x="2575" y="4258"/>
                    </a:cubicBezTo>
                    <a:cubicBezTo>
                      <a:pt x="2959" y="4260"/>
                      <a:pt x="3372" y="4195"/>
                      <a:pt x="3673" y="3938"/>
                    </a:cubicBezTo>
                    <a:cubicBezTo>
                      <a:pt x="3915" y="3740"/>
                      <a:pt x="4038" y="3427"/>
                      <a:pt x="4043" y="3120"/>
                    </a:cubicBezTo>
                    <a:cubicBezTo>
                      <a:pt x="4052" y="2683"/>
                      <a:pt x="3932" y="2234"/>
                      <a:pt x="3665" y="1883"/>
                    </a:cubicBezTo>
                    <a:cubicBezTo>
                      <a:pt x="3435" y="1580"/>
                      <a:pt x="3120" y="1331"/>
                      <a:pt x="2750" y="1227"/>
                    </a:cubicBezTo>
                    <a:cubicBezTo>
                      <a:pt x="2227" y="1085"/>
                      <a:pt x="1680" y="1148"/>
                      <a:pt x="1146" y="1132"/>
                    </a:cubicBezTo>
                    <a:cubicBezTo>
                      <a:pt x="1072" y="755"/>
                      <a:pt x="1001" y="378"/>
                      <a:pt x="926" y="1"/>
                    </a:cubicBezTo>
                    <a:cubicBezTo>
                      <a:pt x="617" y="0"/>
                      <a:pt x="308" y="0"/>
                      <a:pt x="0" y="0"/>
                    </a:cubicBezTo>
                    <a:cubicBezTo>
                      <a:pt x="272" y="1420"/>
                      <a:pt x="547" y="2838"/>
                      <a:pt x="821" y="4258"/>
                    </a:cubicBezTo>
                    <a:moveTo>
                      <a:pt x="1626" y="3587"/>
                    </a:moveTo>
                    <a:cubicBezTo>
                      <a:pt x="1510" y="2994"/>
                      <a:pt x="1395" y="2400"/>
                      <a:pt x="1280" y="1807"/>
                    </a:cubicBezTo>
                    <a:cubicBezTo>
                      <a:pt x="1705" y="1820"/>
                      <a:pt x="2156" y="1751"/>
                      <a:pt x="2554" y="1940"/>
                    </a:cubicBezTo>
                    <a:cubicBezTo>
                      <a:pt x="2831" y="2072"/>
                      <a:pt x="2971" y="2372"/>
                      <a:pt x="3034" y="2658"/>
                    </a:cubicBezTo>
                    <a:cubicBezTo>
                      <a:pt x="3079" y="2873"/>
                      <a:pt x="3119" y="3113"/>
                      <a:pt x="3017" y="3319"/>
                    </a:cubicBezTo>
                    <a:cubicBezTo>
                      <a:pt x="2926" y="3489"/>
                      <a:pt x="2722" y="3547"/>
                      <a:pt x="2544" y="3570"/>
                    </a:cubicBezTo>
                    <a:cubicBezTo>
                      <a:pt x="2239" y="3601"/>
                      <a:pt x="1932" y="3584"/>
                      <a:pt x="1626" y="358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26">
                <a:extLst>
                  <a:ext uri="{FF2B5EF4-FFF2-40B4-BE49-F238E27FC236}">
                    <a16:creationId xmlns:a16="http://schemas.microsoft.com/office/drawing/2014/main" id="{B1C6C094-9127-4127-924E-0BF3093DAC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flipV="1">
                <a:off x="4201" y="1806"/>
                <a:ext cx="922" cy="970"/>
              </a:xfrm>
              <a:custGeom>
                <a:avLst/>
                <a:gdLst>
                  <a:gd name="T0" fmla="*/ 0 w 4060"/>
                  <a:gd name="T1" fmla="*/ 0 h 4260"/>
                  <a:gd name="T2" fmla="*/ 826 w 4060"/>
                  <a:gd name="T3" fmla="*/ 4260 h 4260"/>
                  <a:gd name="T4" fmla="*/ 2567 w 4060"/>
                  <a:gd name="T5" fmla="*/ 4258 h 4260"/>
                  <a:gd name="T6" fmla="*/ 3671 w 4060"/>
                  <a:gd name="T7" fmla="*/ 3941 h 4260"/>
                  <a:gd name="T8" fmla="*/ 4041 w 4060"/>
                  <a:gd name="T9" fmla="*/ 3158 h 4260"/>
                  <a:gd name="T10" fmla="*/ 3615 w 4060"/>
                  <a:gd name="T11" fmla="*/ 1820 h 4260"/>
                  <a:gd name="T12" fmla="*/ 2637 w 4060"/>
                  <a:gd name="T13" fmla="*/ 1199 h 4260"/>
                  <a:gd name="T14" fmla="*/ 1145 w 4060"/>
                  <a:gd name="T15" fmla="*/ 1131 h 4260"/>
                  <a:gd name="T16" fmla="*/ 926 w 4060"/>
                  <a:gd name="T17" fmla="*/ 0 h 4260"/>
                  <a:gd name="T18" fmla="*/ 0 w 4060"/>
                  <a:gd name="T19" fmla="*/ 0 h 4260"/>
                  <a:gd name="T20" fmla="*/ 1625 w 4060"/>
                  <a:gd name="T21" fmla="*/ 3588 h 4260"/>
                  <a:gd name="T22" fmla="*/ 1280 w 4060"/>
                  <a:gd name="T23" fmla="*/ 1807 h 4260"/>
                  <a:gd name="T24" fmla="*/ 2547 w 4060"/>
                  <a:gd name="T25" fmla="*/ 1937 h 4260"/>
                  <a:gd name="T26" fmla="*/ 3039 w 4060"/>
                  <a:gd name="T27" fmla="*/ 2678 h 4260"/>
                  <a:gd name="T28" fmla="*/ 3016 w 4060"/>
                  <a:gd name="T29" fmla="*/ 3321 h 4260"/>
                  <a:gd name="T30" fmla="*/ 2570 w 4060"/>
                  <a:gd name="T31" fmla="*/ 3567 h 4260"/>
                  <a:gd name="T32" fmla="*/ 1625 w 4060"/>
                  <a:gd name="T33" fmla="*/ 3588 h 4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60" h="4260">
                    <a:moveTo>
                      <a:pt x="0" y="0"/>
                    </a:moveTo>
                    <a:cubicBezTo>
                      <a:pt x="275" y="1420"/>
                      <a:pt x="542" y="2842"/>
                      <a:pt x="826" y="4260"/>
                    </a:cubicBezTo>
                    <a:cubicBezTo>
                      <a:pt x="1406" y="4256"/>
                      <a:pt x="1987" y="4260"/>
                      <a:pt x="2567" y="4258"/>
                    </a:cubicBezTo>
                    <a:cubicBezTo>
                      <a:pt x="2953" y="4260"/>
                      <a:pt x="3368" y="4199"/>
                      <a:pt x="3671" y="3941"/>
                    </a:cubicBezTo>
                    <a:cubicBezTo>
                      <a:pt x="3903" y="3751"/>
                      <a:pt x="4028" y="3454"/>
                      <a:pt x="4041" y="3158"/>
                    </a:cubicBezTo>
                    <a:cubicBezTo>
                      <a:pt x="4060" y="2682"/>
                      <a:pt x="3924" y="2189"/>
                      <a:pt x="3615" y="1820"/>
                    </a:cubicBezTo>
                    <a:cubicBezTo>
                      <a:pt x="3367" y="1516"/>
                      <a:pt x="3025" y="1278"/>
                      <a:pt x="2637" y="1199"/>
                    </a:cubicBezTo>
                    <a:cubicBezTo>
                      <a:pt x="2146" y="1095"/>
                      <a:pt x="1642" y="1148"/>
                      <a:pt x="1145" y="1131"/>
                    </a:cubicBezTo>
                    <a:cubicBezTo>
                      <a:pt x="1073" y="754"/>
                      <a:pt x="1000" y="377"/>
                      <a:pt x="926" y="0"/>
                    </a:cubicBezTo>
                    <a:cubicBezTo>
                      <a:pt x="618" y="0"/>
                      <a:pt x="309" y="0"/>
                      <a:pt x="0" y="0"/>
                    </a:cubicBezTo>
                    <a:moveTo>
                      <a:pt x="1625" y="3588"/>
                    </a:moveTo>
                    <a:cubicBezTo>
                      <a:pt x="1510" y="2994"/>
                      <a:pt x="1394" y="2401"/>
                      <a:pt x="1280" y="1807"/>
                    </a:cubicBezTo>
                    <a:cubicBezTo>
                      <a:pt x="1703" y="1820"/>
                      <a:pt x="2151" y="1752"/>
                      <a:pt x="2547" y="1937"/>
                    </a:cubicBezTo>
                    <a:cubicBezTo>
                      <a:pt x="2836" y="2070"/>
                      <a:pt x="2976" y="2384"/>
                      <a:pt x="3039" y="2678"/>
                    </a:cubicBezTo>
                    <a:cubicBezTo>
                      <a:pt x="3079" y="2888"/>
                      <a:pt x="3117" y="3121"/>
                      <a:pt x="3016" y="3321"/>
                    </a:cubicBezTo>
                    <a:cubicBezTo>
                      <a:pt x="2930" y="3482"/>
                      <a:pt x="2739" y="3541"/>
                      <a:pt x="2570" y="3567"/>
                    </a:cubicBezTo>
                    <a:cubicBezTo>
                      <a:pt x="2256" y="3603"/>
                      <a:pt x="1940" y="3583"/>
                      <a:pt x="1625" y="358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5F45F2D-3E99-4AF7-8693-2A5BFAF1639F}"/>
                </a:ext>
              </a:extLst>
            </p:cNvPr>
            <p:cNvSpPr txBox="1"/>
            <p:nvPr/>
          </p:nvSpPr>
          <p:spPr>
            <a:xfrm>
              <a:off x="3358903" y="3721143"/>
              <a:ext cx="678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232A4E"/>
                  </a:solidFill>
                  <a:latin typeface="Ubuntu" panose="020B0504030602030204" pitchFamily="34" charset="0"/>
                </a:rPr>
                <a:t>PHP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31B9FC-A67F-4B9A-A2AB-9B310EF0BE29}"/>
              </a:ext>
            </a:extLst>
          </p:cNvPr>
          <p:cNvGrpSpPr/>
          <p:nvPr/>
        </p:nvGrpSpPr>
        <p:grpSpPr>
          <a:xfrm>
            <a:off x="4547514" y="3061988"/>
            <a:ext cx="678980" cy="936154"/>
            <a:chOff x="4547514" y="3061988"/>
            <a:chExt cx="678980" cy="936154"/>
          </a:xfrm>
        </p:grpSpPr>
        <p:grpSp>
          <p:nvGrpSpPr>
            <p:cNvPr id="11" name="Group 29">
              <a:extLst>
                <a:ext uri="{FF2B5EF4-FFF2-40B4-BE49-F238E27FC236}">
                  <a16:creationId xmlns:a16="http://schemas.microsoft.com/office/drawing/2014/main" id="{ED9C8151-D8CA-4252-BFD0-0328F55C65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684859" y="3061988"/>
              <a:ext cx="404290" cy="411590"/>
              <a:chOff x="2789" y="1091"/>
              <a:chExt cx="2104" cy="2142"/>
            </a:xfrm>
            <a:solidFill>
              <a:schemeClr val="bg1">
                <a:lumMod val="85000"/>
              </a:schemeClr>
            </a:solidFill>
          </p:grpSpPr>
          <p:sp>
            <p:nvSpPr>
              <p:cNvPr id="12" name="Freeform 30">
                <a:extLst>
                  <a:ext uri="{FF2B5EF4-FFF2-40B4-BE49-F238E27FC236}">
                    <a16:creationId xmlns:a16="http://schemas.microsoft.com/office/drawing/2014/main" id="{FC0A1F9B-E7E8-470B-9B77-C5FC03040E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flipV="1">
                <a:off x="2789" y="1091"/>
                <a:ext cx="1547" cy="1576"/>
              </a:xfrm>
              <a:custGeom>
                <a:avLst/>
                <a:gdLst>
                  <a:gd name="T0" fmla="*/ 3445 w 6804"/>
                  <a:gd name="T1" fmla="*/ 6806 h 6935"/>
                  <a:gd name="T2" fmla="*/ 5652 w 6804"/>
                  <a:gd name="T3" fmla="*/ 6818 h 6935"/>
                  <a:gd name="T4" fmla="*/ 6559 w 6804"/>
                  <a:gd name="T5" fmla="*/ 6320 h 6935"/>
                  <a:gd name="T6" fmla="*/ 6802 w 6804"/>
                  <a:gd name="T7" fmla="*/ 5630 h 6935"/>
                  <a:gd name="T8" fmla="*/ 6801 w 6804"/>
                  <a:gd name="T9" fmla="*/ 3512 h 6935"/>
                  <a:gd name="T10" fmla="*/ 6371 w 6804"/>
                  <a:gd name="T11" fmla="*/ 2644 h 6935"/>
                  <a:gd name="T12" fmla="*/ 5652 w 6804"/>
                  <a:gd name="T13" fmla="*/ 2400 h 6935"/>
                  <a:gd name="T14" fmla="*/ 3675 w 6804"/>
                  <a:gd name="T15" fmla="*/ 2400 h 6935"/>
                  <a:gd name="T16" fmla="*/ 3116 w 6804"/>
                  <a:gd name="T17" fmla="*/ 2348 h 6935"/>
                  <a:gd name="T18" fmla="*/ 2105 w 6804"/>
                  <a:gd name="T19" fmla="*/ 1044 h 6935"/>
                  <a:gd name="T20" fmla="*/ 2102 w 6804"/>
                  <a:gd name="T21" fmla="*/ 3 h 6935"/>
                  <a:gd name="T22" fmla="*/ 1314 w 6804"/>
                  <a:gd name="T23" fmla="*/ 4 h 6935"/>
                  <a:gd name="T24" fmla="*/ 632 w 6804"/>
                  <a:gd name="T25" fmla="*/ 259 h 6935"/>
                  <a:gd name="T26" fmla="*/ 164 w 6804"/>
                  <a:gd name="T27" fmla="*/ 1120 h 6935"/>
                  <a:gd name="T28" fmla="*/ 7 w 6804"/>
                  <a:gd name="T29" fmla="*/ 2279 h 6935"/>
                  <a:gd name="T30" fmla="*/ 154 w 6804"/>
                  <a:gd name="T31" fmla="*/ 3373 h 6935"/>
                  <a:gd name="T32" fmla="*/ 687 w 6804"/>
                  <a:gd name="T33" fmla="*/ 4247 h 6935"/>
                  <a:gd name="T34" fmla="*/ 1558 w 6804"/>
                  <a:gd name="T35" fmla="*/ 4528 h 6935"/>
                  <a:gd name="T36" fmla="*/ 4584 w 6804"/>
                  <a:gd name="T37" fmla="*/ 4528 h 6935"/>
                  <a:gd name="T38" fmla="*/ 4584 w 6804"/>
                  <a:gd name="T39" fmla="*/ 4801 h 6935"/>
                  <a:gd name="T40" fmla="*/ 2372 w 6804"/>
                  <a:gd name="T41" fmla="*/ 4801 h 6935"/>
                  <a:gd name="T42" fmla="*/ 2374 w 6804"/>
                  <a:gd name="T43" fmla="*/ 5771 h 6935"/>
                  <a:gd name="T44" fmla="*/ 2609 w 6804"/>
                  <a:gd name="T45" fmla="*/ 6450 h 6935"/>
                  <a:gd name="T46" fmla="*/ 3445 w 6804"/>
                  <a:gd name="T47" fmla="*/ 6806 h 6935"/>
                  <a:gd name="T48" fmla="*/ 3192 w 6804"/>
                  <a:gd name="T49" fmla="*/ 6185 h 6935"/>
                  <a:gd name="T50" fmla="*/ 2931 w 6804"/>
                  <a:gd name="T51" fmla="*/ 5771 h 6935"/>
                  <a:gd name="T52" fmla="*/ 3360 w 6804"/>
                  <a:gd name="T53" fmla="*/ 5377 h 6935"/>
                  <a:gd name="T54" fmla="*/ 3720 w 6804"/>
                  <a:gd name="T55" fmla="*/ 5955 h 6935"/>
                  <a:gd name="T56" fmla="*/ 3192 w 6804"/>
                  <a:gd name="T57" fmla="*/ 6185 h 69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804" h="6935">
                    <a:moveTo>
                      <a:pt x="3445" y="6806"/>
                    </a:moveTo>
                    <a:cubicBezTo>
                      <a:pt x="4173" y="6935"/>
                      <a:pt x="4923" y="6931"/>
                      <a:pt x="5652" y="6818"/>
                    </a:cubicBezTo>
                    <a:cubicBezTo>
                      <a:pt x="6000" y="6765"/>
                      <a:pt x="6337" y="6598"/>
                      <a:pt x="6559" y="6320"/>
                    </a:cubicBezTo>
                    <a:cubicBezTo>
                      <a:pt x="6722" y="6130"/>
                      <a:pt x="6802" y="5879"/>
                      <a:pt x="6802" y="5630"/>
                    </a:cubicBezTo>
                    <a:cubicBezTo>
                      <a:pt x="6802" y="4924"/>
                      <a:pt x="6804" y="4218"/>
                      <a:pt x="6801" y="3512"/>
                    </a:cubicBezTo>
                    <a:cubicBezTo>
                      <a:pt x="6794" y="3177"/>
                      <a:pt x="6635" y="2851"/>
                      <a:pt x="6371" y="2644"/>
                    </a:cubicBezTo>
                    <a:cubicBezTo>
                      <a:pt x="6173" y="2475"/>
                      <a:pt x="5910" y="2398"/>
                      <a:pt x="5652" y="2400"/>
                    </a:cubicBezTo>
                    <a:cubicBezTo>
                      <a:pt x="4993" y="2400"/>
                      <a:pt x="4334" y="2400"/>
                      <a:pt x="3675" y="2400"/>
                    </a:cubicBezTo>
                    <a:cubicBezTo>
                      <a:pt x="3488" y="2400"/>
                      <a:pt x="3297" y="2406"/>
                      <a:pt x="3116" y="2348"/>
                    </a:cubicBezTo>
                    <a:cubicBezTo>
                      <a:pt x="2550" y="2187"/>
                      <a:pt x="2108" y="1638"/>
                      <a:pt x="2105" y="1044"/>
                    </a:cubicBezTo>
                    <a:cubicBezTo>
                      <a:pt x="2100" y="697"/>
                      <a:pt x="2106" y="350"/>
                      <a:pt x="2102" y="3"/>
                    </a:cubicBezTo>
                    <a:cubicBezTo>
                      <a:pt x="1839" y="3"/>
                      <a:pt x="1577" y="0"/>
                      <a:pt x="1314" y="4"/>
                    </a:cubicBezTo>
                    <a:cubicBezTo>
                      <a:pt x="1066" y="9"/>
                      <a:pt x="818" y="93"/>
                      <a:pt x="632" y="259"/>
                    </a:cubicBezTo>
                    <a:cubicBezTo>
                      <a:pt x="384" y="484"/>
                      <a:pt x="243" y="800"/>
                      <a:pt x="164" y="1120"/>
                    </a:cubicBezTo>
                    <a:cubicBezTo>
                      <a:pt x="72" y="1499"/>
                      <a:pt x="0" y="1888"/>
                      <a:pt x="7" y="2279"/>
                    </a:cubicBezTo>
                    <a:cubicBezTo>
                      <a:pt x="2" y="2649"/>
                      <a:pt x="71" y="3015"/>
                      <a:pt x="154" y="3373"/>
                    </a:cubicBezTo>
                    <a:cubicBezTo>
                      <a:pt x="231" y="3710"/>
                      <a:pt x="407" y="4036"/>
                      <a:pt x="687" y="4247"/>
                    </a:cubicBezTo>
                    <a:cubicBezTo>
                      <a:pt x="933" y="4438"/>
                      <a:pt x="1248" y="4528"/>
                      <a:pt x="1558" y="4528"/>
                    </a:cubicBezTo>
                    <a:cubicBezTo>
                      <a:pt x="2567" y="4528"/>
                      <a:pt x="3575" y="4529"/>
                      <a:pt x="4584" y="4528"/>
                    </a:cubicBezTo>
                    <a:cubicBezTo>
                      <a:pt x="4584" y="4619"/>
                      <a:pt x="4584" y="4710"/>
                      <a:pt x="4584" y="4801"/>
                    </a:cubicBezTo>
                    <a:cubicBezTo>
                      <a:pt x="3847" y="4801"/>
                      <a:pt x="3109" y="4799"/>
                      <a:pt x="2372" y="4801"/>
                    </a:cubicBezTo>
                    <a:cubicBezTo>
                      <a:pt x="2373" y="5125"/>
                      <a:pt x="2370" y="5448"/>
                      <a:pt x="2374" y="5771"/>
                    </a:cubicBezTo>
                    <a:cubicBezTo>
                      <a:pt x="2384" y="6012"/>
                      <a:pt x="2430" y="6273"/>
                      <a:pt x="2609" y="6450"/>
                    </a:cubicBezTo>
                    <a:cubicBezTo>
                      <a:pt x="2831" y="6669"/>
                      <a:pt x="3148" y="6747"/>
                      <a:pt x="3445" y="6806"/>
                    </a:cubicBezTo>
                    <a:moveTo>
                      <a:pt x="3192" y="6185"/>
                    </a:moveTo>
                    <a:cubicBezTo>
                      <a:pt x="3030" y="6121"/>
                      <a:pt x="2920" y="5946"/>
                      <a:pt x="2931" y="5771"/>
                    </a:cubicBezTo>
                    <a:cubicBezTo>
                      <a:pt x="2938" y="5553"/>
                      <a:pt x="3139" y="5359"/>
                      <a:pt x="3360" y="5377"/>
                    </a:cubicBezTo>
                    <a:cubicBezTo>
                      <a:pt x="3638" y="5378"/>
                      <a:pt x="3837" y="5706"/>
                      <a:pt x="3720" y="5955"/>
                    </a:cubicBezTo>
                    <a:cubicBezTo>
                      <a:pt x="3643" y="6159"/>
                      <a:pt x="3394" y="6268"/>
                      <a:pt x="3192" y="618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31">
                <a:extLst>
                  <a:ext uri="{FF2B5EF4-FFF2-40B4-BE49-F238E27FC236}">
                    <a16:creationId xmlns:a16="http://schemas.microsoft.com/office/drawing/2014/main" id="{3FFEEFB3-FE48-4314-9116-560A607806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flipV="1">
                <a:off x="3329" y="1638"/>
                <a:ext cx="1564" cy="1595"/>
              </a:xfrm>
              <a:custGeom>
                <a:avLst/>
                <a:gdLst>
                  <a:gd name="T0" fmla="*/ 4700 w 6881"/>
                  <a:gd name="T1" fmla="*/ 7012 h 7015"/>
                  <a:gd name="T2" fmla="*/ 5571 w 6881"/>
                  <a:gd name="T3" fmla="*/ 7011 h 7015"/>
                  <a:gd name="T4" fmla="*/ 6227 w 6881"/>
                  <a:gd name="T5" fmla="*/ 6729 h 7015"/>
                  <a:gd name="T6" fmla="*/ 6641 w 6881"/>
                  <a:gd name="T7" fmla="*/ 5860 h 7015"/>
                  <a:gd name="T8" fmla="*/ 6688 w 6881"/>
                  <a:gd name="T9" fmla="*/ 3802 h 7015"/>
                  <a:gd name="T10" fmla="*/ 6233 w 6881"/>
                  <a:gd name="T11" fmla="*/ 2800 h 7015"/>
                  <a:gd name="T12" fmla="*/ 5534 w 6881"/>
                  <a:gd name="T13" fmla="*/ 2497 h 7015"/>
                  <a:gd name="T14" fmla="*/ 2214 w 6881"/>
                  <a:gd name="T15" fmla="*/ 2496 h 7015"/>
                  <a:gd name="T16" fmla="*/ 2214 w 6881"/>
                  <a:gd name="T17" fmla="*/ 2214 h 7015"/>
                  <a:gd name="T18" fmla="*/ 4424 w 6881"/>
                  <a:gd name="T19" fmla="*/ 2214 h 7015"/>
                  <a:gd name="T20" fmla="*/ 4423 w 6881"/>
                  <a:gd name="T21" fmla="*/ 1348 h 7015"/>
                  <a:gd name="T22" fmla="*/ 4130 w 6881"/>
                  <a:gd name="T23" fmla="*/ 673 h 7015"/>
                  <a:gd name="T24" fmla="*/ 2923 w 6881"/>
                  <a:gd name="T25" fmla="*/ 141 h 7015"/>
                  <a:gd name="T26" fmla="*/ 899 w 6881"/>
                  <a:gd name="T27" fmla="*/ 309 h 7015"/>
                  <a:gd name="T28" fmla="*/ 148 w 6881"/>
                  <a:gd name="T29" fmla="*/ 862 h 7015"/>
                  <a:gd name="T30" fmla="*/ 2 w 6881"/>
                  <a:gd name="T31" fmla="*/ 1379 h 7015"/>
                  <a:gd name="T32" fmla="*/ 2 w 6881"/>
                  <a:gd name="T33" fmla="*/ 3497 h 7015"/>
                  <a:gd name="T34" fmla="*/ 852 w 6881"/>
                  <a:gd name="T35" fmla="*/ 4582 h 7015"/>
                  <a:gd name="T36" fmla="*/ 1373 w 6881"/>
                  <a:gd name="T37" fmla="*/ 4615 h 7015"/>
                  <a:gd name="T38" fmla="*/ 3349 w 6881"/>
                  <a:gd name="T39" fmla="*/ 4616 h 7015"/>
                  <a:gd name="T40" fmla="*/ 4695 w 6881"/>
                  <a:gd name="T41" fmla="*/ 5934 h 7015"/>
                  <a:gd name="T42" fmla="*/ 4700 w 6881"/>
                  <a:gd name="T43" fmla="*/ 7012 h 7015"/>
                  <a:gd name="T44" fmla="*/ 3292 w 6881"/>
                  <a:gd name="T45" fmla="*/ 1613 h 7015"/>
                  <a:gd name="T46" fmla="*/ 3046 w 6881"/>
                  <a:gd name="T47" fmla="*/ 1176 h 7015"/>
                  <a:gd name="T48" fmla="*/ 3525 w 6881"/>
                  <a:gd name="T49" fmla="*/ 808 h 7015"/>
                  <a:gd name="T50" fmla="*/ 3857 w 6881"/>
                  <a:gd name="T51" fmla="*/ 1333 h 7015"/>
                  <a:gd name="T52" fmla="*/ 3292 w 6881"/>
                  <a:gd name="T53" fmla="*/ 1613 h 70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881" h="7015">
                    <a:moveTo>
                      <a:pt x="4700" y="7012"/>
                    </a:moveTo>
                    <a:cubicBezTo>
                      <a:pt x="4990" y="7011"/>
                      <a:pt x="5281" y="7015"/>
                      <a:pt x="5571" y="7011"/>
                    </a:cubicBezTo>
                    <a:cubicBezTo>
                      <a:pt x="5816" y="7007"/>
                      <a:pt x="6059" y="6909"/>
                      <a:pt x="6227" y="6729"/>
                    </a:cubicBezTo>
                    <a:cubicBezTo>
                      <a:pt x="6450" y="6489"/>
                      <a:pt x="6565" y="6173"/>
                      <a:pt x="6641" y="5860"/>
                    </a:cubicBezTo>
                    <a:cubicBezTo>
                      <a:pt x="6809" y="5190"/>
                      <a:pt x="6881" y="4475"/>
                      <a:pt x="6688" y="3802"/>
                    </a:cubicBezTo>
                    <a:cubicBezTo>
                      <a:pt x="6583" y="3451"/>
                      <a:pt x="6468" y="3088"/>
                      <a:pt x="6233" y="2800"/>
                    </a:cubicBezTo>
                    <a:cubicBezTo>
                      <a:pt x="6066" y="2593"/>
                      <a:pt x="5796" y="2492"/>
                      <a:pt x="5534" y="2497"/>
                    </a:cubicBezTo>
                    <a:cubicBezTo>
                      <a:pt x="4428" y="2496"/>
                      <a:pt x="3321" y="2497"/>
                      <a:pt x="2214" y="2496"/>
                    </a:cubicBezTo>
                    <a:cubicBezTo>
                      <a:pt x="2214" y="2402"/>
                      <a:pt x="2214" y="2308"/>
                      <a:pt x="2214" y="2214"/>
                    </a:cubicBezTo>
                    <a:cubicBezTo>
                      <a:pt x="2951" y="2214"/>
                      <a:pt x="3687" y="2215"/>
                      <a:pt x="4424" y="2214"/>
                    </a:cubicBezTo>
                    <a:cubicBezTo>
                      <a:pt x="4423" y="1925"/>
                      <a:pt x="4426" y="1637"/>
                      <a:pt x="4423" y="1348"/>
                    </a:cubicBezTo>
                    <a:cubicBezTo>
                      <a:pt x="4422" y="1095"/>
                      <a:pt x="4315" y="845"/>
                      <a:pt x="4130" y="673"/>
                    </a:cubicBezTo>
                    <a:cubicBezTo>
                      <a:pt x="3806" y="357"/>
                      <a:pt x="3354" y="231"/>
                      <a:pt x="2923" y="141"/>
                    </a:cubicBezTo>
                    <a:cubicBezTo>
                      <a:pt x="2250" y="0"/>
                      <a:pt x="1542" y="70"/>
                      <a:pt x="899" y="309"/>
                    </a:cubicBezTo>
                    <a:cubicBezTo>
                      <a:pt x="607" y="422"/>
                      <a:pt x="324" y="596"/>
                      <a:pt x="148" y="862"/>
                    </a:cubicBezTo>
                    <a:cubicBezTo>
                      <a:pt x="49" y="1015"/>
                      <a:pt x="0" y="1198"/>
                      <a:pt x="2" y="1379"/>
                    </a:cubicBezTo>
                    <a:cubicBezTo>
                      <a:pt x="2" y="2085"/>
                      <a:pt x="0" y="2791"/>
                      <a:pt x="2" y="3497"/>
                    </a:cubicBezTo>
                    <a:cubicBezTo>
                      <a:pt x="2" y="3994"/>
                      <a:pt x="371" y="4463"/>
                      <a:pt x="852" y="4582"/>
                    </a:cubicBezTo>
                    <a:cubicBezTo>
                      <a:pt x="1022" y="4627"/>
                      <a:pt x="1199" y="4613"/>
                      <a:pt x="1373" y="4615"/>
                    </a:cubicBezTo>
                    <a:cubicBezTo>
                      <a:pt x="2031" y="4616"/>
                      <a:pt x="2690" y="4613"/>
                      <a:pt x="3349" y="4616"/>
                    </a:cubicBezTo>
                    <a:cubicBezTo>
                      <a:pt x="4047" y="4628"/>
                      <a:pt x="4658" y="5242"/>
                      <a:pt x="4695" y="5934"/>
                    </a:cubicBezTo>
                    <a:cubicBezTo>
                      <a:pt x="4705" y="6293"/>
                      <a:pt x="4697" y="6653"/>
                      <a:pt x="4700" y="7012"/>
                    </a:cubicBezTo>
                    <a:moveTo>
                      <a:pt x="3292" y="1613"/>
                    </a:moveTo>
                    <a:cubicBezTo>
                      <a:pt x="3126" y="1541"/>
                      <a:pt x="3022" y="1355"/>
                      <a:pt x="3046" y="1176"/>
                    </a:cubicBezTo>
                    <a:cubicBezTo>
                      <a:pt x="3066" y="948"/>
                      <a:pt x="3297" y="763"/>
                      <a:pt x="3525" y="808"/>
                    </a:cubicBezTo>
                    <a:cubicBezTo>
                      <a:pt x="3761" y="843"/>
                      <a:pt x="3923" y="1105"/>
                      <a:pt x="3857" y="1333"/>
                    </a:cubicBezTo>
                    <a:cubicBezTo>
                      <a:pt x="3805" y="1573"/>
                      <a:pt x="3515" y="1721"/>
                      <a:pt x="3292" y="161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C5A764A-BC53-4FC5-A6E8-F0E0A31493C1}"/>
                </a:ext>
              </a:extLst>
            </p:cNvPr>
            <p:cNvSpPr txBox="1"/>
            <p:nvPr/>
          </p:nvSpPr>
          <p:spPr>
            <a:xfrm>
              <a:off x="4547514" y="3721143"/>
              <a:ext cx="678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232A4E"/>
                  </a:solidFill>
                  <a:latin typeface="Ubuntu" panose="020B0504030602030204" pitchFamily="34" charset="0"/>
                </a:rPr>
                <a:t>Python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9ADFA3-808A-4217-A5C1-7527FCCA064A}"/>
              </a:ext>
            </a:extLst>
          </p:cNvPr>
          <p:cNvGrpSpPr/>
          <p:nvPr/>
        </p:nvGrpSpPr>
        <p:grpSpPr>
          <a:xfrm>
            <a:off x="2126061" y="4510371"/>
            <a:ext cx="678980" cy="1070698"/>
            <a:chOff x="2126061" y="4510371"/>
            <a:chExt cx="678980" cy="1070698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1B15EB7-3676-4786-82A2-0E44F53B022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184597" y="4510371"/>
              <a:ext cx="561908" cy="492160"/>
            </a:xfrm>
            <a:custGeom>
              <a:avLst/>
              <a:gdLst>
                <a:gd name="connsiteX0" fmla="*/ 2401648 w 3499977"/>
                <a:gd name="connsiteY0" fmla="*/ 1861829 h 3065543"/>
                <a:gd name="connsiteX1" fmla="*/ 2504093 w 3499977"/>
                <a:gd name="connsiteY1" fmla="*/ 1860168 h 3065543"/>
                <a:gd name="connsiteX2" fmla="*/ 2510032 w 3499977"/>
                <a:gd name="connsiteY2" fmla="*/ 1854205 h 3065543"/>
                <a:gd name="connsiteX3" fmla="*/ 2517321 w 3499977"/>
                <a:gd name="connsiteY3" fmla="*/ 1641429 h 3065543"/>
                <a:gd name="connsiteX4" fmla="*/ 2728689 w 3499977"/>
                <a:gd name="connsiteY4" fmla="*/ 1641158 h 3065543"/>
                <a:gd name="connsiteX5" fmla="*/ 2728959 w 3499977"/>
                <a:gd name="connsiteY5" fmla="*/ 1428924 h 3065543"/>
                <a:gd name="connsiteX6" fmla="*/ 2511922 w 3499977"/>
                <a:gd name="connsiteY6" fmla="*/ 1428111 h 3065543"/>
                <a:gd name="connsiteX7" fmla="*/ 2510032 w 3499977"/>
                <a:gd name="connsiteY7" fmla="*/ 1214792 h 3065543"/>
                <a:gd name="connsiteX8" fmla="*/ 2466840 w 3499977"/>
                <a:gd name="connsiteY8" fmla="*/ 1202053 h 3065543"/>
                <a:gd name="connsiteX9" fmla="*/ 2297853 w 3499977"/>
                <a:gd name="connsiteY9" fmla="*/ 1205034 h 3065543"/>
                <a:gd name="connsiteX10" fmla="*/ 2292454 w 3499977"/>
                <a:gd name="connsiteY10" fmla="*/ 1422419 h 3065543"/>
                <a:gd name="connsiteX11" fmla="*/ 2081355 w 3499977"/>
                <a:gd name="connsiteY11" fmla="*/ 1422690 h 3065543"/>
                <a:gd name="connsiteX12" fmla="*/ 2080276 w 3499977"/>
                <a:gd name="connsiteY12" fmla="*/ 1641429 h 3065543"/>
                <a:gd name="connsiteX13" fmla="*/ 2298663 w 3499977"/>
                <a:gd name="connsiteY13" fmla="*/ 1642513 h 3065543"/>
                <a:gd name="connsiteX14" fmla="*/ 2299203 w 3499977"/>
                <a:gd name="connsiteY14" fmla="*/ 1861253 h 3065543"/>
                <a:gd name="connsiteX15" fmla="*/ 2401648 w 3499977"/>
                <a:gd name="connsiteY15" fmla="*/ 1861829 h 3065543"/>
                <a:gd name="connsiteX16" fmla="*/ 3274944 w 3499977"/>
                <a:gd name="connsiteY16" fmla="*/ 1862104 h 3065543"/>
                <a:gd name="connsiteX17" fmla="*/ 3279542 w 3499977"/>
                <a:gd name="connsiteY17" fmla="*/ 1646303 h 3065543"/>
                <a:gd name="connsiteX18" fmla="*/ 3499977 w 3499977"/>
                <a:gd name="connsiteY18" fmla="*/ 1641700 h 3065543"/>
                <a:gd name="connsiteX19" fmla="*/ 3499166 w 3499977"/>
                <a:gd name="connsiteY19" fmla="*/ 1423191 h 3065543"/>
                <a:gd name="connsiteX20" fmla="*/ 3280894 w 3499977"/>
                <a:gd name="connsiteY20" fmla="*/ 1422108 h 3065543"/>
                <a:gd name="connsiteX21" fmla="*/ 3280353 w 3499977"/>
                <a:gd name="connsiteY21" fmla="*/ 1203329 h 3065543"/>
                <a:gd name="connsiteX22" fmla="*/ 3055320 w 3499977"/>
                <a:gd name="connsiteY22" fmla="*/ 1204141 h 3065543"/>
                <a:gd name="connsiteX23" fmla="*/ 3054238 w 3499977"/>
                <a:gd name="connsiteY23" fmla="*/ 1422379 h 3065543"/>
                <a:gd name="connsiteX24" fmla="*/ 2841376 w 3499977"/>
                <a:gd name="connsiteY24" fmla="*/ 1422379 h 3065543"/>
                <a:gd name="connsiteX25" fmla="*/ 2837319 w 3499977"/>
                <a:gd name="connsiteY25" fmla="*/ 1637909 h 3065543"/>
                <a:gd name="connsiteX26" fmla="*/ 3047476 w 3499977"/>
                <a:gd name="connsiteY26" fmla="*/ 1643595 h 3065543"/>
                <a:gd name="connsiteX27" fmla="*/ 3061541 w 3499977"/>
                <a:gd name="connsiteY27" fmla="*/ 1693687 h 3065543"/>
                <a:gd name="connsiteX28" fmla="*/ 3061541 w 3499977"/>
                <a:gd name="connsiteY28" fmla="*/ 1861563 h 3065543"/>
                <a:gd name="connsiteX29" fmla="*/ 3274944 w 3499977"/>
                <a:gd name="connsiteY29" fmla="*/ 1862104 h 3065543"/>
                <a:gd name="connsiteX30" fmla="*/ 1469867 w 3499977"/>
                <a:gd name="connsiteY30" fmla="*/ 3064588 h 3065543"/>
                <a:gd name="connsiteX31" fmla="*/ 1855948 w 3499977"/>
                <a:gd name="connsiteY31" fmla="*/ 3032278 h 3065543"/>
                <a:gd name="connsiteX32" fmla="*/ 2034628 w 3499977"/>
                <a:gd name="connsiteY32" fmla="*/ 2981664 h 3065543"/>
                <a:gd name="connsiteX33" fmla="*/ 2765027 w 3499977"/>
                <a:gd name="connsiteY33" fmla="*/ 2441150 h 3065543"/>
                <a:gd name="connsiteX34" fmla="*/ 2842338 w 3499977"/>
                <a:gd name="connsiteY34" fmla="*/ 2313397 h 3065543"/>
                <a:gd name="connsiteX35" fmla="*/ 2534717 w 3499977"/>
                <a:gd name="connsiteY35" fmla="*/ 2133406 h 3065543"/>
                <a:gd name="connsiteX36" fmla="*/ 2202766 w 3499977"/>
                <a:gd name="connsiteY36" fmla="*/ 1946919 h 3065543"/>
                <a:gd name="connsiteX37" fmla="*/ 2168166 w 3499977"/>
                <a:gd name="connsiteY37" fmla="*/ 1957205 h 3065543"/>
                <a:gd name="connsiteX38" fmla="*/ 1608067 w 3499977"/>
                <a:gd name="connsiteY38" fmla="*/ 2297969 h 3065543"/>
                <a:gd name="connsiteX39" fmla="*/ 1312339 w 3499977"/>
                <a:gd name="connsiteY39" fmla="*/ 2269550 h 3065543"/>
                <a:gd name="connsiteX40" fmla="*/ 1158528 w 3499977"/>
                <a:gd name="connsiteY40" fmla="*/ 2202967 h 3065543"/>
                <a:gd name="connsiteX41" fmla="*/ 818468 w 3499977"/>
                <a:gd name="connsiteY41" fmla="*/ 1813483 h 3065543"/>
                <a:gd name="connsiteX42" fmla="*/ 1013368 w 3499977"/>
                <a:gd name="connsiteY42" fmla="*/ 964142 h 3065543"/>
                <a:gd name="connsiteX43" fmla="*/ 1260168 w 3499977"/>
                <a:gd name="connsiteY43" fmla="*/ 815548 h 3065543"/>
                <a:gd name="connsiteX44" fmla="*/ 1808102 w 3499977"/>
                <a:gd name="connsiteY44" fmla="*/ 817172 h 3065543"/>
                <a:gd name="connsiteX45" fmla="*/ 2193305 w 3499977"/>
                <a:gd name="connsiteY45" fmla="*/ 1144945 h 3065543"/>
                <a:gd name="connsiteX46" fmla="*/ 2386042 w 3499977"/>
                <a:gd name="connsiteY46" fmla="*/ 1037491 h 3065543"/>
                <a:gd name="connsiteX47" fmla="*/ 2828552 w 3499977"/>
                <a:gd name="connsiteY47" fmla="*/ 794165 h 3065543"/>
                <a:gd name="connsiteX48" fmla="*/ 2850718 w 3499977"/>
                <a:gd name="connsiteY48" fmla="*/ 762227 h 3065543"/>
                <a:gd name="connsiteX49" fmla="*/ 2703125 w 3499977"/>
                <a:gd name="connsiteY49" fmla="*/ 549486 h 3065543"/>
                <a:gd name="connsiteX50" fmla="*/ 2353874 w 3499977"/>
                <a:gd name="connsiteY50" fmla="*/ 241201 h 3065543"/>
                <a:gd name="connsiteX51" fmla="*/ 2020842 w 3499977"/>
                <a:gd name="connsiteY51" fmla="*/ 79886 h 3065543"/>
                <a:gd name="connsiteX52" fmla="*/ 1618339 w 3499977"/>
                <a:gd name="connsiteY52" fmla="*/ 5453 h 3065543"/>
                <a:gd name="connsiteX53" fmla="*/ 1426954 w 3499977"/>
                <a:gd name="connsiteY53" fmla="*/ 6265 h 3065543"/>
                <a:gd name="connsiteX54" fmla="*/ 1036885 w 3499977"/>
                <a:gd name="connsiteY54" fmla="*/ 80968 h 3065543"/>
                <a:gd name="connsiteX55" fmla="*/ 590861 w 3499977"/>
                <a:gd name="connsiteY55" fmla="*/ 322129 h 3065543"/>
                <a:gd name="connsiteX56" fmla="*/ 287564 w 3499977"/>
                <a:gd name="connsiteY56" fmla="*/ 636639 h 3065543"/>
                <a:gd name="connsiteX57" fmla="*/ 80501 w 3499977"/>
                <a:gd name="connsiteY57" fmla="*/ 1035597 h 3065543"/>
                <a:gd name="connsiteX58" fmla="*/ 18328 w 3499977"/>
                <a:gd name="connsiteY58" fmla="*/ 1302200 h 3065543"/>
                <a:gd name="connsiteX59" fmla="*/ 7785 w 3499977"/>
                <a:gd name="connsiteY59" fmla="*/ 1673820 h 3065543"/>
                <a:gd name="connsiteX60" fmla="*/ 56442 w 3499977"/>
                <a:gd name="connsiteY60" fmla="*/ 1946107 h 3065543"/>
                <a:gd name="connsiteX61" fmla="*/ 368660 w 3499977"/>
                <a:gd name="connsiteY61" fmla="*/ 2533717 h 3065543"/>
                <a:gd name="connsiteX62" fmla="*/ 611135 w 3499977"/>
                <a:gd name="connsiteY62" fmla="*/ 2759450 h 3065543"/>
                <a:gd name="connsiteX63" fmla="*/ 1088246 w 3499977"/>
                <a:gd name="connsiteY63" fmla="*/ 3000881 h 3065543"/>
                <a:gd name="connsiteX64" fmla="*/ 1469867 w 3499977"/>
                <a:gd name="connsiteY64" fmla="*/ 3064588 h 306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499977" h="3065543">
                  <a:moveTo>
                    <a:pt x="2401648" y="1861829"/>
                  </a:moveTo>
                  <a:cubicBezTo>
                    <a:pt x="2435796" y="1862066"/>
                    <a:pt x="2469945" y="1861930"/>
                    <a:pt x="2504093" y="1860168"/>
                  </a:cubicBezTo>
                  <a:lnTo>
                    <a:pt x="2510032" y="1854205"/>
                  </a:lnTo>
                  <a:cubicBezTo>
                    <a:pt x="2515701" y="1783461"/>
                    <a:pt x="2503553" y="1711632"/>
                    <a:pt x="2517321" y="1641429"/>
                  </a:cubicBezTo>
                  <a:cubicBezTo>
                    <a:pt x="2587777" y="1642242"/>
                    <a:pt x="2658233" y="1642242"/>
                    <a:pt x="2728689" y="1641158"/>
                  </a:cubicBezTo>
                  <a:cubicBezTo>
                    <a:pt x="2730039" y="1570413"/>
                    <a:pt x="2729769" y="1499669"/>
                    <a:pt x="2728959" y="1428924"/>
                  </a:cubicBezTo>
                  <a:cubicBezTo>
                    <a:pt x="2656613" y="1427026"/>
                    <a:pt x="2584268" y="1428382"/>
                    <a:pt x="2511922" y="1428111"/>
                  </a:cubicBezTo>
                  <a:cubicBezTo>
                    <a:pt x="2508952" y="1357095"/>
                    <a:pt x="2513271" y="1285808"/>
                    <a:pt x="2510032" y="1214792"/>
                  </a:cubicBezTo>
                  <a:cubicBezTo>
                    <a:pt x="2502203" y="1198529"/>
                    <a:pt x="2481148" y="1203950"/>
                    <a:pt x="2466840" y="1202053"/>
                  </a:cubicBezTo>
                  <a:cubicBezTo>
                    <a:pt x="2410691" y="1202866"/>
                    <a:pt x="2354002" y="1200155"/>
                    <a:pt x="2297853" y="1205034"/>
                  </a:cubicBezTo>
                  <a:cubicBezTo>
                    <a:pt x="2287325" y="1277134"/>
                    <a:pt x="2294614" y="1350047"/>
                    <a:pt x="2292454" y="1422419"/>
                  </a:cubicBezTo>
                  <a:cubicBezTo>
                    <a:pt x="2221998" y="1422148"/>
                    <a:pt x="2151542" y="1422148"/>
                    <a:pt x="2081355" y="1422690"/>
                  </a:cubicBezTo>
                  <a:cubicBezTo>
                    <a:pt x="2077576" y="1495332"/>
                    <a:pt x="2079196" y="1568516"/>
                    <a:pt x="2080276" y="1641429"/>
                  </a:cubicBezTo>
                  <a:cubicBezTo>
                    <a:pt x="2153161" y="1642513"/>
                    <a:pt x="2225777" y="1641429"/>
                    <a:pt x="2298663" y="1642513"/>
                  </a:cubicBezTo>
                  <a:cubicBezTo>
                    <a:pt x="2297583" y="1715426"/>
                    <a:pt x="2297313" y="1788340"/>
                    <a:pt x="2299203" y="1861253"/>
                  </a:cubicBezTo>
                  <a:cubicBezTo>
                    <a:pt x="2333351" y="1860982"/>
                    <a:pt x="2367500" y="1861591"/>
                    <a:pt x="2401648" y="1861829"/>
                  </a:cubicBezTo>
                  <a:close/>
                  <a:moveTo>
                    <a:pt x="3274944" y="1862104"/>
                  </a:moveTo>
                  <a:cubicBezTo>
                    <a:pt x="3284410" y="1790622"/>
                    <a:pt x="3278190" y="1718056"/>
                    <a:pt x="3279542" y="1646303"/>
                  </a:cubicBezTo>
                  <a:cubicBezTo>
                    <a:pt x="3352570" y="1637368"/>
                    <a:pt x="3426679" y="1644949"/>
                    <a:pt x="3499977" y="1641700"/>
                  </a:cubicBezTo>
                  <a:cubicBezTo>
                    <a:pt x="3498625" y="1568864"/>
                    <a:pt x="3499707" y="1496028"/>
                    <a:pt x="3499166" y="1423191"/>
                  </a:cubicBezTo>
                  <a:cubicBezTo>
                    <a:pt x="3426409" y="1421837"/>
                    <a:pt x="3353651" y="1423462"/>
                    <a:pt x="3280894" y="1422108"/>
                  </a:cubicBezTo>
                  <a:cubicBezTo>
                    <a:pt x="3279271" y="1349272"/>
                    <a:pt x="3279271" y="1276165"/>
                    <a:pt x="3280353" y="1203329"/>
                  </a:cubicBezTo>
                  <a:cubicBezTo>
                    <a:pt x="3205432" y="1203599"/>
                    <a:pt x="3130241" y="1201704"/>
                    <a:pt x="3055320" y="1204141"/>
                  </a:cubicBezTo>
                  <a:cubicBezTo>
                    <a:pt x="3054779" y="1276977"/>
                    <a:pt x="3056402" y="1349813"/>
                    <a:pt x="3054238" y="1422379"/>
                  </a:cubicBezTo>
                  <a:cubicBezTo>
                    <a:pt x="2983374" y="1422921"/>
                    <a:pt x="2912240" y="1422921"/>
                    <a:pt x="2841376" y="1422379"/>
                  </a:cubicBezTo>
                  <a:cubicBezTo>
                    <a:pt x="2831639" y="1493591"/>
                    <a:pt x="2836508" y="1566156"/>
                    <a:pt x="2837319" y="1637909"/>
                  </a:cubicBezTo>
                  <a:cubicBezTo>
                    <a:pt x="2906560" y="1649552"/>
                    <a:pt x="2977694" y="1636826"/>
                    <a:pt x="3047476" y="1643595"/>
                  </a:cubicBezTo>
                  <a:cubicBezTo>
                    <a:pt x="3065598" y="1654155"/>
                    <a:pt x="3059918" y="1676358"/>
                    <a:pt x="3061541" y="1693687"/>
                  </a:cubicBezTo>
                  <a:cubicBezTo>
                    <a:pt x="3061000" y="1749736"/>
                    <a:pt x="3060729" y="1805514"/>
                    <a:pt x="3061541" y="1861563"/>
                  </a:cubicBezTo>
                  <a:cubicBezTo>
                    <a:pt x="3132675" y="1861833"/>
                    <a:pt x="3203810" y="1861292"/>
                    <a:pt x="3274944" y="1862104"/>
                  </a:cubicBezTo>
                  <a:close/>
                  <a:moveTo>
                    <a:pt x="1469867" y="3064588"/>
                  </a:moveTo>
                  <a:cubicBezTo>
                    <a:pt x="1599214" y="3069088"/>
                    <a:pt x="1729304" y="3057585"/>
                    <a:pt x="1855948" y="3032278"/>
                  </a:cubicBezTo>
                  <a:cubicBezTo>
                    <a:pt x="1915688" y="3016580"/>
                    <a:pt x="1975429" y="3000069"/>
                    <a:pt x="2034628" y="2981664"/>
                  </a:cubicBezTo>
                  <a:cubicBezTo>
                    <a:pt x="2325491" y="2881519"/>
                    <a:pt x="2582292" y="2688536"/>
                    <a:pt x="2765027" y="2441150"/>
                  </a:cubicBezTo>
                  <a:cubicBezTo>
                    <a:pt x="2793411" y="2400280"/>
                    <a:pt x="2822335" y="2359139"/>
                    <a:pt x="2842338" y="2313397"/>
                  </a:cubicBezTo>
                  <a:cubicBezTo>
                    <a:pt x="2741510" y="2250333"/>
                    <a:pt x="2635275" y="2196471"/>
                    <a:pt x="2534717" y="2133406"/>
                  </a:cubicBezTo>
                  <a:cubicBezTo>
                    <a:pt x="2422264" y="2074402"/>
                    <a:pt x="2315759" y="2004841"/>
                    <a:pt x="2202766" y="1946919"/>
                  </a:cubicBezTo>
                  <a:cubicBezTo>
                    <a:pt x="2190602" y="1939070"/>
                    <a:pt x="2174383" y="1944483"/>
                    <a:pt x="2168166" y="1957205"/>
                  </a:cubicBezTo>
                  <a:cubicBezTo>
                    <a:pt x="2040846" y="2142609"/>
                    <a:pt x="1833782" y="2277128"/>
                    <a:pt x="1608067" y="2297969"/>
                  </a:cubicBezTo>
                  <a:cubicBezTo>
                    <a:pt x="1509130" y="2302029"/>
                    <a:pt x="1406950" y="2303653"/>
                    <a:pt x="1312339" y="2269550"/>
                  </a:cubicBezTo>
                  <a:cubicBezTo>
                    <a:pt x="1260438" y="2249250"/>
                    <a:pt x="1206915" y="2231116"/>
                    <a:pt x="1158528" y="2202967"/>
                  </a:cubicBezTo>
                  <a:cubicBezTo>
                    <a:pt x="1002555" y="2120414"/>
                    <a:pt x="880642" y="1978316"/>
                    <a:pt x="818468" y="1813483"/>
                  </a:cubicBezTo>
                  <a:cubicBezTo>
                    <a:pt x="698177" y="1526580"/>
                    <a:pt x="782516" y="1170928"/>
                    <a:pt x="1013368" y="964142"/>
                  </a:cubicBezTo>
                  <a:cubicBezTo>
                    <a:pt x="1086624" y="901618"/>
                    <a:pt x="1169071" y="848298"/>
                    <a:pt x="1260168" y="815548"/>
                  </a:cubicBezTo>
                  <a:cubicBezTo>
                    <a:pt x="1433171" y="742198"/>
                    <a:pt x="1634828" y="746799"/>
                    <a:pt x="1808102" y="817172"/>
                  </a:cubicBezTo>
                  <a:cubicBezTo>
                    <a:pt x="1969482" y="878071"/>
                    <a:pt x="2102478" y="999869"/>
                    <a:pt x="2193305" y="1144945"/>
                  </a:cubicBezTo>
                  <a:cubicBezTo>
                    <a:pt x="2254397" y="1104074"/>
                    <a:pt x="2320895" y="1071866"/>
                    <a:pt x="2386042" y="1037491"/>
                  </a:cubicBezTo>
                  <a:cubicBezTo>
                    <a:pt x="2533095" y="955751"/>
                    <a:pt x="2680688" y="874823"/>
                    <a:pt x="2828552" y="794165"/>
                  </a:cubicBezTo>
                  <a:cubicBezTo>
                    <a:pt x="2839365" y="786857"/>
                    <a:pt x="2861801" y="779279"/>
                    <a:pt x="2850718" y="762227"/>
                  </a:cubicBezTo>
                  <a:cubicBezTo>
                    <a:pt x="2811792" y="684817"/>
                    <a:pt x="2756107" y="617422"/>
                    <a:pt x="2703125" y="549486"/>
                  </a:cubicBezTo>
                  <a:cubicBezTo>
                    <a:pt x="2600674" y="432289"/>
                    <a:pt x="2484708" y="326189"/>
                    <a:pt x="2353874" y="241201"/>
                  </a:cubicBezTo>
                  <a:cubicBezTo>
                    <a:pt x="2248180" y="177595"/>
                    <a:pt x="2137890" y="120214"/>
                    <a:pt x="2020842" y="79886"/>
                  </a:cubicBezTo>
                  <a:cubicBezTo>
                    <a:pt x="1890279" y="39557"/>
                    <a:pt x="1755390" y="10054"/>
                    <a:pt x="1618339" y="5453"/>
                  </a:cubicBezTo>
                  <a:cubicBezTo>
                    <a:pt x="1554814" y="-3208"/>
                    <a:pt x="1490749" y="-501"/>
                    <a:pt x="1426954" y="6265"/>
                  </a:cubicBezTo>
                  <a:cubicBezTo>
                    <a:pt x="1293687" y="10325"/>
                    <a:pt x="1163935" y="43617"/>
                    <a:pt x="1036885" y="80968"/>
                  </a:cubicBezTo>
                  <a:cubicBezTo>
                    <a:pt x="877668" y="138890"/>
                    <a:pt x="723317" y="215217"/>
                    <a:pt x="590861" y="322129"/>
                  </a:cubicBezTo>
                  <a:cubicBezTo>
                    <a:pt x="474354" y="410636"/>
                    <a:pt x="376228" y="520796"/>
                    <a:pt x="287564" y="636639"/>
                  </a:cubicBezTo>
                  <a:cubicBezTo>
                    <a:pt x="199711" y="758438"/>
                    <a:pt x="131861" y="894581"/>
                    <a:pt x="80501" y="1035597"/>
                  </a:cubicBezTo>
                  <a:cubicBezTo>
                    <a:pt x="57524" y="1123833"/>
                    <a:pt x="24004" y="1210445"/>
                    <a:pt x="18328" y="1302200"/>
                  </a:cubicBezTo>
                  <a:cubicBezTo>
                    <a:pt x="487" y="1425081"/>
                    <a:pt x="-6812" y="1550127"/>
                    <a:pt x="7785" y="1673820"/>
                  </a:cubicBezTo>
                  <a:cubicBezTo>
                    <a:pt x="13462" y="1765846"/>
                    <a:pt x="27789" y="1858142"/>
                    <a:pt x="56442" y="1946107"/>
                  </a:cubicBezTo>
                  <a:cubicBezTo>
                    <a:pt x="113480" y="2162638"/>
                    <a:pt x="224040" y="2363470"/>
                    <a:pt x="368660" y="2533717"/>
                  </a:cubicBezTo>
                  <a:cubicBezTo>
                    <a:pt x="445700" y="2613021"/>
                    <a:pt x="520038" y="2696115"/>
                    <a:pt x="611135" y="2759450"/>
                  </a:cubicBezTo>
                  <a:cubicBezTo>
                    <a:pt x="753863" y="2868256"/>
                    <a:pt x="915242" y="2952703"/>
                    <a:pt x="1088246" y="3000881"/>
                  </a:cubicBezTo>
                  <a:cubicBezTo>
                    <a:pt x="1211916" y="3039586"/>
                    <a:pt x="1340520" y="3060089"/>
                    <a:pt x="1469867" y="306458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59CC0DB-FC5C-49F2-BACC-E7FC97462668}"/>
                </a:ext>
              </a:extLst>
            </p:cNvPr>
            <p:cNvSpPr txBox="1"/>
            <p:nvPr/>
          </p:nvSpPr>
          <p:spPr>
            <a:xfrm>
              <a:off x="2126061" y="5304070"/>
              <a:ext cx="678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232A4E"/>
                  </a:solidFill>
                  <a:latin typeface="Ubuntu" panose="020B0504030602030204" pitchFamily="34" charset="0"/>
                </a:rPr>
                <a:t>C++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E68583-130E-4C75-B5F3-4E8775E99303}"/>
              </a:ext>
            </a:extLst>
          </p:cNvPr>
          <p:cNvGrpSpPr/>
          <p:nvPr/>
        </p:nvGrpSpPr>
        <p:grpSpPr>
          <a:xfrm>
            <a:off x="3358903" y="4507616"/>
            <a:ext cx="678980" cy="1073453"/>
            <a:chOff x="3358903" y="4507616"/>
            <a:chExt cx="678980" cy="107345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8989467-0CB9-44D5-A6B7-CB3E00F9CC0F}"/>
                </a:ext>
              </a:extLst>
            </p:cNvPr>
            <p:cNvGrpSpPr/>
            <p:nvPr/>
          </p:nvGrpSpPr>
          <p:grpSpPr>
            <a:xfrm>
              <a:off x="3455975" y="4507616"/>
              <a:ext cx="484836" cy="495464"/>
              <a:chOff x="-4856996" y="-3670989"/>
              <a:chExt cx="2825750" cy="2887663"/>
            </a:xfrm>
            <a:solidFill>
              <a:schemeClr val="bg1">
                <a:lumMod val="85000"/>
              </a:schemeClr>
            </a:solidFill>
          </p:grpSpPr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905A77C7-6255-44F2-AFEA-B575DBFAB77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-4856996" y="-3670989"/>
                <a:ext cx="2684463" cy="2887663"/>
              </a:xfrm>
              <a:custGeom>
                <a:avLst/>
                <a:gdLst>
                  <a:gd name="T0" fmla="*/ 2443 w 9935"/>
                  <a:gd name="T1" fmla="*/ 9783 h 10668"/>
                  <a:gd name="T2" fmla="*/ 5460 w 9935"/>
                  <a:gd name="T3" fmla="*/ 10659 h 10668"/>
                  <a:gd name="T4" fmla="*/ 6924 w 9935"/>
                  <a:gd name="T5" fmla="*/ 10410 h 10668"/>
                  <a:gd name="T6" fmla="*/ 7613 w 9935"/>
                  <a:gd name="T7" fmla="*/ 10125 h 10668"/>
                  <a:gd name="T8" fmla="*/ 9755 w 9935"/>
                  <a:gd name="T9" fmla="*/ 8300 h 10668"/>
                  <a:gd name="T10" fmla="*/ 9935 w 9935"/>
                  <a:gd name="T11" fmla="*/ 8000 h 10668"/>
                  <a:gd name="T12" fmla="*/ 9817 w 9935"/>
                  <a:gd name="T13" fmla="*/ 7903 h 10668"/>
                  <a:gd name="T14" fmla="*/ 7916 w 9935"/>
                  <a:gd name="T15" fmla="*/ 6806 h 10668"/>
                  <a:gd name="T16" fmla="*/ 7645 w 9935"/>
                  <a:gd name="T17" fmla="*/ 6664 h 10668"/>
                  <a:gd name="T18" fmla="*/ 7405 w 9935"/>
                  <a:gd name="T19" fmla="*/ 6979 h 10668"/>
                  <a:gd name="T20" fmla="*/ 6670 w 9935"/>
                  <a:gd name="T21" fmla="*/ 7609 h 10668"/>
                  <a:gd name="T22" fmla="*/ 4794 w 9935"/>
                  <a:gd name="T23" fmla="*/ 7885 h 10668"/>
                  <a:gd name="T24" fmla="*/ 3675 w 9935"/>
                  <a:gd name="T25" fmla="*/ 7347 h 10668"/>
                  <a:gd name="T26" fmla="*/ 3207 w 9935"/>
                  <a:gd name="T27" fmla="*/ 6872 h 10668"/>
                  <a:gd name="T28" fmla="*/ 2723 w 9935"/>
                  <a:gd name="T29" fmla="*/ 5315 h 10668"/>
                  <a:gd name="T30" fmla="*/ 2827 w 9935"/>
                  <a:gd name="T31" fmla="*/ 4588 h 10668"/>
                  <a:gd name="T32" fmla="*/ 5354 w 9935"/>
                  <a:gd name="T33" fmla="*/ 2682 h 10668"/>
                  <a:gd name="T34" fmla="*/ 7344 w 9935"/>
                  <a:gd name="T35" fmla="*/ 3571 h 10668"/>
                  <a:gd name="T36" fmla="*/ 7674 w 9935"/>
                  <a:gd name="T37" fmla="*/ 3990 h 10668"/>
                  <a:gd name="T38" fmla="*/ 9935 w 9935"/>
                  <a:gd name="T39" fmla="*/ 2672 h 10668"/>
                  <a:gd name="T40" fmla="*/ 6183 w 9935"/>
                  <a:gd name="T41" fmla="*/ 102 h 10668"/>
                  <a:gd name="T42" fmla="*/ 3943 w 9935"/>
                  <a:gd name="T43" fmla="*/ 226 h 10668"/>
                  <a:gd name="T44" fmla="*/ 1023 w 9935"/>
                  <a:gd name="T45" fmla="*/ 2246 h 10668"/>
                  <a:gd name="T46" fmla="*/ 739 w 9935"/>
                  <a:gd name="T47" fmla="*/ 2676 h 10668"/>
                  <a:gd name="T48" fmla="*/ 352 w 9935"/>
                  <a:gd name="T49" fmla="*/ 3455 h 10668"/>
                  <a:gd name="T50" fmla="*/ 16 w 9935"/>
                  <a:gd name="T51" fmla="*/ 4855 h 10668"/>
                  <a:gd name="T52" fmla="*/ 8 w 9935"/>
                  <a:gd name="T53" fmla="*/ 5598 h 10668"/>
                  <a:gd name="T54" fmla="*/ 137 w 9935"/>
                  <a:gd name="T55" fmla="*/ 6507 h 10668"/>
                  <a:gd name="T56" fmla="*/ 380 w 9935"/>
                  <a:gd name="T57" fmla="*/ 7284 h 10668"/>
                  <a:gd name="T58" fmla="*/ 1271 w 9935"/>
                  <a:gd name="T59" fmla="*/ 8763 h 10668"/>
                  <a:gd name="T60" fmla="*/ 2443 w 9935"/>
                  <a:gd name="T61" fmla="*/ 9783 h 10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935" h="10668">
                    <a:moveTo>
                      <a:pt x="2443" y="9783"/>
                    </a:moveTo>
                    <a:cubicBezTo>
                      <a:pt x="3325" y="10380"/>
                      <a:pt x="4399" y="10668"/>
                      <a:pt x="5460" y="10659"/>
                    </a:cubicBezTo>
                    <a:cubicBezTo>
                      <a:pt x="5954" y="10631"/>
                      <a:pt x="6453" y="10571"/>
                      <a:pt x="6924" y="10410"/>
                    </a:cubicBezTo>
                    <a:cubicBezTo>
                      <a:pt x="7150" y="10306"/>
                      <a:pt x="7395" y="10248"/>
                      <a:pt x="7613" y="10125"/>
                    </a:cubicBezTo>
                    <a:cubicBezTo>
                      <a:pt x="8476" y="9727"/>
                      <a:pt x="9221" y="9084"/>
                      <a:pt x="9755" y="8300"/>
                    </a:cubicBezTo>
                    <a:cubicBezTo>
                      <a:pt x="9818" y="8203"/>
                      <a:pt x="9907" y="8115"/>
                      <a:pt x="9935" y="8000"/>
                    </a:cubicBezTo>
                    <a:cubicBezTo>
                      <a:pt x="9913" y="7952"/>
                      <a:pt x="9859" y="7931"/>
                      <a:pt x="9817" y="7903"/>
                    </a:cubicBezTo>
                    <a:cubicBezTo>
                      <a:pt x="9180" y="7544"/>
                      <a:pt x="8551" y="7170"/>
                      <a:pt x="7916" y="6806"/>
                    </a:cubicBezTo>
                    <a:cubicBezTo>
                      <a:pt x="7827" y="6755"/>
                      <a:pt x="7742" y="6696"/>
                      <a:pt x="7645" y="6664"/>
                    </a:cubicBezTo>
                    <a:cubicBezTo>
                      <a:pt x="7540" y="6746"/>
                      <a:pt x="7497" y="6884"/>
                      <a:pt x="7405" y="6979"/>
                    </a:cubicBezTo>
                    <a:cubicBezTo>
                      <a:pt x="7187" y="7218"/>
                      <a:pt x="6939" y="7430"/>
                      <a:pt x="6670" y="7609"/>
                    </a:cubicBezTo>
                    <a:cubicBezTo>
                      <a:pt x="6101" y="7904"/>
                      <a:pt x="5426" y="8033"/>
                      <a:pt x="4794" y="7885"/>
                    </a:cubicBezTo>
                    <a:cubicBezTo>
                      <a:pt x="4389" y="7793"/>
                      <a:pt x="3977" y="7644"/>
                      <a:pt x="3675" y="7347"/>
                    </a:cubicBezTo>
                    <a:cubicBezTo>
                      <a:pt x="3516" y="7192"/>
                      <a:pt x="3343" y="7048"/>
                      <a:pt x="3207" y="6872"/>
                    </a:cubicBezTo>
                    <a:cubicBezTo>
                      <a:pt x="2910" y="6410"/>
                      <a:pt x="2703" y="5871"/>
                      <a:pt x="2723" y="5315"/>
                    </a:cubicBezTo>
                    <a:cubicBezTo>
                      <a:pt x="2714" y="5069"/>
                      <a:pt x="2751" y="4823"/>
                      <a:pt x="2827" y="4588"/>
                    </a:cubicBezTo>
                    <a:cubicBezTo>
                      <a:pt x="3087" y="3469"/>
                      <a:pt x="4212" y="2638"/>
                      <a:pt x="5354" y="2682"/>
                    </a:cubicBezTo>
                    <a:cubicBezTo>
                      <a:pt x="6106" y="2657"/>
                      <a:pt x="6848" y="3014"/>
                      <a:pt x="7344" y="3571"/>
                    </a:cubicBezTo>
                    <a:cubicBezTo>
                      <a:pt x="7466" y="3701"/>
                      <a:pt x="7550" y="3862"/>
                      <a:pt x="7674" y="3990"/>
                    </a:cubicBezTo>
                    <a:cubicBezTo>
                      <a:pt x="8418" y="3535"/>
                      <a:pt x="9187" y="3122"/>
                      <a:pt x="9935" y="2672"/>
                    </a:cubicBezTo>
                    <a:cubicBezTo>
                      <a:pt x="9161" y="1302"/>
                      <a:pt x="7728" y="353"/>
                      <a:pt x="6183" y="102"/>
                    </a:cubicBezTo>
                    <a:cubicBezTo>
                      <a:pt x="5438" y="0"/>
                      <a:pt x="4669" y="20"/>
                      <a:pt x="3943" y="226"/>
                    </a:cubicBezTo>
                    <a:cubicBezTo>
                      <a:pt x="2783" y="549"/>
                      <a:pt x="1721" y="1259"/>
                      <a:pt x="1023" y="2246"/>
                    </a:cubicBezTo>
                    <a:cubicBezTo>
                      <a:pt x="927" y="2388"/>
                      <a:pt x="843" y="2539"/>
                      <a:pt x="739" y="2676"/>
                    </a:cubicBezTo>
                    <a:cubicBezTo>
                      <a:pt x="563" y="2910"/>
                      <a:pt x="472" y="3192"/>
                      <a:pt x="352" y="3455"/>
                    </a:cubicBezTo>
                    <a:cubicBezTo>
                      <a:pt x="174" y="3903"/>
                      <a:pt x="79" y="4379"/>
                      <a:pt x="16" y="4855"/>
                    </a:cubicBezTo>
                    <a:cubicBezTo>
                      <a:pt x="0" y="5102"/>
                      <a:pt x="9" y="5350"/>
                      <a:pt x="8" y="5598"/>
                    </a:cubicBezTo>
                    <a:cubicBezTo>
                      <a:pt x="2" y="5906"/>
                      <a:pt x="85" y="6206"/>
                      <a:pt x="137" y="6507"/>
                    </a:cubicBezTo>
                    <a:cubicBezTo>
                      <a:pt x="173" y="6779"/>
                      <a:pt x="322" y="7017"/>
                      <a:pt x="380" y="7284"/>
                    </a:cubicBezTo>
                    <a:cubicBezTo>
                      <a:pt x="617" y="7809"/>
                      <a:pt x="889" y="8327"/>
                      <a:pt x="1271" y="8763"/>
                    </a:cubicBezTo>
                    <a:cubicBezTo>
                      <a:pt x="1630" y="9137"/>
                      <a:pt x="2007" y="9500"/>
                      <a:pt x="2443" y="978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780D40B5-80F6-48FC-8252-9BDCA4632B7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flipV="1">
                <a:off x="-2644021" y="-2631177"/>
                <a:ext cx="612775" cy="782638"/>
              </a:xfrm>
              <a:custGeom>
                <a:avLst/>
                <a:gdLst>
                  <a:gd name="T0" fmla="*/ 606 w 2269"/>
                  <a:gd name="T1" fmla="*/ 2887 h 2890"/>
                  <a:gd name="T2" fmla="*/ 1007 w 2269"/>
                  <a:gd name="T3" fmla="*/ 2882 h 2890"/>
                  <a:gd name="T4" fmla="*/ 947 w 2269"/>
                  <a:gd name="T5" fmla="*/ 2207 h 2890"/>
                  <a:gd name="T6" fmla="*/ 1477 w 2269"/>
                  <a:gd name="T7" fmla="*/ 2216 h 2890"/>
                  <a:gd name="T8" fmla="*/ 1524 w 2269"/>
                  <a:gd name="T9" fmla="*/ 2883 h 2890"/>
                  <a:gd name="T10" fmla="*/ 1945 w 2269"/>
                  <a:gd name="T11" fmla="*/ 2885 h 2890"/>
                  <a:gd name="T12" fmla="*/ 1891 w 2269"/>
                  <a:gd name="T13" fmla="*/ 2194 h 2890"/>
                  <a:gd name="T14" fmla="*/ 2269 w 2269"/>
                  <a:gd name="T15" fmla="*/ 2185 h 2890"/>
                  <a:gd name="T16" fmla="*/ 2268 w 2269"/>
                  <a:gd name="T17" fmla="*/ 1816 h 2890"/>
                  <a:gd name="T18" fmla="*/ 1865 w 2269"/>
                  <a:gd name="T19" fmla="*/ 1818 h 2890"/>
                  <a:gd name="T20" fmla="*/ 1765 w 2269"/>
                  <a:gd name="T21" fmla="*/ 1190 h 2890"/>
                  <a:gd name="T22" fmla="*/ 2155 w 2269"/>
                  <a:gd name="T23" fmla="*/ 1182 h 2890"/>
                  <a:gd name="T24" fmla="*/ 2156 w 2269"/>
                  <a:gd name="T25" fmla="*/ 796 h 2890"/>
                  <a:gd name="T26" fmla="*/ 1761 w 2269"/>
                  <a:gd name="T27" fmla="*/ 796 h 2890"/>
                  <a:gd name="T28" fmla="*/ 1655 w 2269"/>
                  <a:gd name="T29" fmla="*/ 30 h 2890"/>
                  <a:gd name="T30" fmla="*/ 1236 w 2269"/>
                  <a:gd name="T31" fmla="*/ 31 h 2890"/>
                  <a:gd name="T32" fmla="*/ 1312 w 2269"/>
                  <a:gd name="T33" fmla="*/ 794 h 2890"/>
                  <a:gd name="T34" fmla="*/ 808 w 2269"/>
                  <a:gd name="T35" fmla="*/ 795 h 2890"/>
                  <a:gd name="T36" fmla="*/ 720 w 2269"/>
                  <a:gd name="T37" fmla="*/ 49 h 2890"/>
                  <a:gd name="T38" fmla="*/ 317 w 2269"/>
                  <a:gd name="T39" fmla="*/ 30 h 2890"/>
                  <a:gd name="T40" fmla="*/ 361 w 2269"/>
                  <a:gd name="T41" fmla="*/ 794 h 2890"/>
                  <a:gd name="T42" fmla="*/ 3 w 2269"/>
                  <a:gd name="T43" fmla="*/ 795 h 2890"/>
                  <a:gd name="T44" fmla="*/ 4 w 2269"/>
                  <a:gd name="T45" fmla="*/ 1182 h 2890"/>
                  <a:gd name="T46" fmla="*/ 423 w 2269"/>
                  <a:gd name="T47" fmla="*/ 1187 h 2890"/>
                  <a:gd name="T48" fmla="*/ 471 w 2269"/>
                  <a:gd name="T49" fmla="*/ 1793 h 2890"/>
                  <a:gd name="T50" fmla="*/ 110 w 2269"/>
                  <a:gd name="T51" fmla="*/ 1815 h 2890"/>
                  <a:gd name="T52" fmla="*/ 109 w 2269"/>
                  <a:gd name="T53" fmla="*/ 2196 h 2890"/>
                  <a:gd name="T54" fmla="*/ 523 w 2269"/>
                  <a:gd name="T55" fmla="*/ 2212 h 2890"/>
                  <a:gd name="T56" fmla="*/ 606 w 2269"/>
                  <a:gd name="T57" fmla="*/ 2887 h 2890"/>
                  <a:gd name="T58" fmla="*/ 913 w 2269"/>
                  <a:gd name="T59" fmla="*/ 1817 h 2890"/>
                  <a:gd name="T60" fmla="*/ 843 w 2269"/>
                  <a:gd name="T61" fmla="*/ 1187 h 2890"/>
                  <a:gd name="T62" fmla="*/ 1354 w 2269"/>
                  <a:gd name="T63" fmla="*/ 1186 h 2890"/>
                  <a:gd name="T64" fmla="*/ 1414 w 2269"/>
                  <a:gd name="T65" fmla="*/ 1812 h 2890"/>
                  <a:gd name="T66" fmla="*/ 913 w 2269"/>
                  <a:gd name="T67" fmla="*/ 1817 h 2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269" h="2890">
                    <a:moveTo>
                      <a:pt x="606" y="2887"/>
                    </a:moveTo>
                    <a:cubicBezTo>
                      <a:pt x="740" y="2889"/>
                      <a:pt x="874" y="2890"/>
                      <a:pt x="1007" y="2882"/>
                    </a:cubicBezTo>
                    <a:cubicBezTo>
                      <a:pt x="1010" y="2655"/>
                      <a:pt x="952" y="2433"/>
                      <a:pt x="947" y="2207"/>
                    </a:cubicBezTo>
                    <a:cubicBezTo>
                      <a:pt x="1124" y="2208"/>
                      <a:pt x="1301" y="2201"/>
                      <a:pt x="1477" y="2216"/>
                    </a:cubicBezTo>
                    <a:cubicBezTo>
                      <a:pt x="1477" y="2439"/>
                      <a:pt x="1513" y="2660"/>
                      <a:pt x="1524" y="2883"/>
                    </a:cubicBezTo>
                    <a:cubicBezTo>
                      <a:pt x="1664" y="2890"/>
                      <a:pt x="1805" y="2890"/>
                      <a:pt x="1945" y="2885"/>
                    </a:cubicBezTo>
                    <a:cubicBezTo>
                      <a:pt x="1937" y="2654"/>
                      <a:pt x="1859" y="2425"/>
                      <a:pt x="1891" y="2194"/>
                    </a:cubicBezTo>
                    <a:cubicBezTo>
                      <a:pt x="2016" y="2177"/>
                      <a:pt x="2143" y="2190"/>
                      <a:pt x="2269" y="2185"/>
                    </a:cubicBezTo>
                    <a:cubicBezTo>
                      <a:pt x="2269" y="2062"/>
                      <a:pt x="2269" y="1939"/>
                      <a:pt x="2268" y="1816"/>
                    </a:cubicBezTo>
                    <a:cubicBezTo>
                      <a:pt x="2134" y="1812"/>
                      <a:pt x="1999" y="1812"/>
                      <a:pt x="1865" y="1818"/>
                    </a:cubicBezTo>
                    <a:cubicBezTo>
                      <a:pt x="1806" y="1613"/>
                      <a:pt x="1807" y="1398"/>
                      <a:pt x="1765" y="1190"/>
                    </a:cubicBezTo>
                    <a:cubicBezTo>
                      <a:pt x="1895" y="1187"/>
                      <a:pt x="2025" y="1181"/>
                      <a:pt x="2155" y="1182"/>
                    </a:cubicBezTo>
                    <a:cubicBezTo>
                      <a:pt x="2158" y="1053"/>
                      <a:pt x="2157" y="925"/>
                      <a:pt x="2156" y="796"/>
                    </a:cubicBezTo>
                    <a:cubicBezTo>
                      <a:pt x="2024" y="790"/>
                      <a:pt x="1893" y="790"/>
                      <a:pt x="1761" y="796"/>
                    </a:cubicBezTo>
                    <a:cubicBezTo>
                      <a:pt x="1685" y="547"/>
                      <a:pt x="1703" y="283"/>
                      <a:pt x="1655" y="30"/>
                    </a:cubicBezTo>
                    <a:cubicBezTo>
                      <a:pt x="1515" y="26"/>
                      <a:pt x="1375" y="26"/>
                      <a:pt x="1236" y="31"/>
                    </a:cubicBezTo>
                    <a:cubicBezTo>
                      <a:pt x="1271" y="284"/>
                      <a:pt x="1315" y="538"/>
                      <a:pt x="1312" y="794"/>
                    </a:cubicBezTo>
                    <a:cubicBezTo>
                      <a:pt x="1144" y="790"/>
                      <a:pt x="976" y="789"/>
                      <a:pt x="808" y="795"/>
                    </a:cubicBezTo>
                    <a:cubicBezTo>
                      <a:pt x="753" y="550"/>
                      <a:pt x="771" y="293"/>
                      <a:pt x="720" y="49"/>
                    </a:cubicBezTo>
                    <a:cubicBezTo>
                      <a:pt x="595" y="0"/>
                      <a:pt x="449" y="37"/>
                      <a:pt x="317" y="30"/>
                    </a:cubicBezTo>
                    <a:cubicBezTo>
                      <a:pt x="337" y="284"/>
                      <a:pt x="369" y="538"/>
                      <a:pt x="361" y="794"/>
                    </a:cubicBezTo>
                    <a:cubicBezTo>
                      <a:pt x="241" y="792"/>
                      <a:pt x="122" y="789"/>
                      <a:pt x="3" y="795"/>
                    </a:cubicBezTo>
                    <a:cubicBezTo>
                      <a:pt x="1" y="924"/>
                      <a:pt x="0" y="1053"/>
                      <a:pt x="4" y="1182"/>
                    </a:cubicBezTo>
                    <a:cubicBezTo>
                      <a:pt x="143" y="1185"/>
                      <a:pt x="283" y="1184"/>
                      <a:pt x="423" y="1187"/>
                    </a:cubicBezTo>
                    <a:cubicBezTo>
                      <a:pt x="454" y="1388"/>
                      <a:pt x="469" y="1590"/>
                      <a:pt x="471" y="1793"/>
                    </a:cubicBezTo>
                    <a:cubicBezTo>
                      <a:pt x="350" y="1794"/>
                      <a:pt x="229" y="1796"/>
                      <a:pt x="110" y="1815"/>
                    </a:cubicBezTo>
                    <a:cubicBezTo>
                      <a:pt x="112" y="1942"/>
                      <a:pt x="112" y="2069"/>
                      <a:pt x="109" y="2196"/>
                    </a:cubicBezTo>
                    <a:cubicBezTo>
                      <a:pt x="246" y="2210"/>
                      <a:pt x="385" y="2207"/>
                      <a:pt x="523" y="2212"/>
                    </a:cubicBezTo>
                    <a:cubicBezTo>
                      <a:pt x="553" y="2437"/>
                      <a:pt x="563" y="2664"/>
                      <a:pt x="606" y="2887"/>
                    </a:cubicBezTo>
                    <a:moveTo>
                      <a:pt x="913" y="1817"/>
                    </a:moveTo>
                    <a:cubicBezTo>
                      <a:pt x="875" y="1609"/>
                      <a:pt x="875" y="1396"/>
                      <a:pt x="843" y="1187"/>
                    </a:cubicBezTo>
                    <a:cubicBezTo>
                      <a:pt x="1013" y="1183"/>
                      <a:pt x="1184" y="1183"/>
                      <a:pt x="1354" y="1186"/>
                    </a:cubicBezTo>
                    <a:cubicBezTo>
                      <a:pt x="1384" y="1393"/>
                      <a:pt x="1403" y="1603"/>
                      <a:pt x="1414" y="1812"/>
                    </a:cubicBezTo>
                    <a:cubicBezTo>
                      <a:pt x="1247" y="1814"/>
                      <a:pt x="1080" y="1811"/>
                      <a:pt x="913" y="181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E328666-6562-4284-B25A-3819EA43B810}"/>
                </a:ext>
              </a:extLst>
            </p:cNvPr>
            <p:cNvSpPr txBox="1"/>
            <p:nvPr/>
          </p:nvSpPr>
          <p:spPr>
            <a:xfrm>
              <a:off x="3358903" y="5304070"/>
              <a:ext cx="678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232A4E"/>
                  </a:solidFill>
                  <a:latin typeface="Ubuntu" panose="020B0504030602030204" pitchFamily="34" charset="0"/>
                </a:rPr>
                <a:t>C#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265DAC7-7F57-47D7-9C35-AFA83AA60CBF}"/>
              </a:ext>
            </a:extLst>
          </p:cNvPr>
          <p:cNvGrpSpPr/>
          <p:nvPr/>
        </p:nvGrpSpPr>
        <p:grpSpPr>
          <a:xfrm>
            <a:off x="4547514" y="4507618"/>
            <a:ext cx="678980" cy="1073451"/>
            <a:chOff x="4547514" y="4507618"/>
            <a:chExt cx="678980" cy="1073451"/>
          </a:xfrm>
        </p:grpSpPr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6177E16C-5292-4E1D-9855-14C59D38D81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655967" y="4507618"/>
              <a:ext cx="462074" cy="495458"/>
            </a:xfrm>
            <a:custGeom>
              <a:avLst/>
              <a:gdLst>
                <a:gd name="T0" fmla="*/ 4938 w 10645"/>
                <a:gd name="T1" fmla="*/ 11333 h 11405"/>
                <a:gd name="T2" fmla="*/ 5641 w 10645"/>
                <a:gd name="T3" fmla="*/ 11385 h 11405"/>
                <a:gd name="T4" fmla="*/ 6064 w 10645"/>
                <a:gd name="T5" fmla="*/ 11365 h 11405"/>
                <a:gd name="T6" fmla="*/ 7523 w 10645"/>
                <a:gd name="T7" fmla="*/ 11102 h 11405"/>
                <a:gd name="T8" fmla="*/ 8320 w 10645"/>
                <a:gd name="T9" fmla="*/ 10752 h 11405"/>
                <a:gd name="T10" fmla="*/ 9006 w 10645"/>
                <a:gd name="T11" fmla="*/ 10340 h 11405"/>
                <a:gd name="T12" fmla="*/ 10399 w 10645"/>
                <a:gd name="T13" fmla="*/ 8939 h 11405"/>
                <a:gd name="T14" fmla="*/ 10609 w 10645"/>
                <a:gd name="T15" fmla="*/ 8590 h 11405"/>
                <a:gd name="T16" fmla="*/ 9859 w 10645"/>
                <a:gd name="T17" fmla="*/ 8154 h 11405"/>
                <a:gd name="T18" fmla="*/ 8805 w 10645"/>
                <a:gd name="T19" fmla="*/ 7551 h 11405"/>
                <a:gd name="T20" fmla="*/ 8176 w 10645"/>
                <a:gd name="T21" fmla="*/ 7193 h 11405"/>
                <a:gd name="T22" fmla="*/ 7846 w 10645"/>
                <a:gd name="T23" fmla="*/ 7587 h 11405"/>
                <a:gd name="T24" fmla="*/ 6065 w 10645"/>
                <a:gd name="T25" fmla="*/ 8506 h 11405"/>
                <a:gd name="T26" fmla="*/ 4855 w 10645"/>
                <a:gd name="T27" fmla="*/ 8395 h 11405"/>
                <a:gd name="T28" fmla="*/ 3702 w 10645"/>
                <a:gd name="T29" fmla="*/ 7675 h 11405"/>
                <a:gd name="T30" fmla="*/ 3187 w 10645"/>
                <a:gd name="T31" fmla="*/ 6957 h 11405"/>
                <a:gd name="T32" fmla="*/ 3200 w 10645"/>
                <a:gd name="T33" fmla="*/ 4415 h 11405"/>
                <a:gd name="T34" fmla="*/ 5641 w 10645"/>
                <a:gd name="T35" fmla="*/ 2864 h 11405"/>
                <a:gd name="T36" fmla="*/ 7366 w 10645"/>
                <a:gd name="T37" fmla="*/ 3379 h 11405"/>
                <a:gd name="T38" fmla="*/ 8121 w 10645"/>
                <a:gd name="T39" fmla="*/ 4176 h 11405"/>
                <a:gd name="T40" fmla="*/ 8241 w 10645"/>
                <a:gd name="T41" fmla="*/ 4237 h 11405"/>
                <a:gd name="T42" fmla="*/ 10645 w 10645"/>
                <a:gd name="T43" fmla="*/ 2923 h 11405"/>
                <a:gd name="T44" fmla="*/ 10359 w 10645"/>
                <a:gd name="T45" fmla="*/ 2432 h 11405"/>
                <a:gd name="T46" fmla="*/ 7042 w 10645"/>
                <a:gd name="T47" fmla="*/ 196 h 11405"/>
                <a:gd name="T48" fmla="*/ 5959 w 10645"/>
                <a:gd name="T49" fmla="*/ 46 h 11405"/>
                <a:gd name="T50" fmla="*/ 2673 w 10645"/>
                <a:gd name="T51" fmla="*/ 936 h 11405"/>
                <a:gd name="T52" fmla="*/ 2008 w 10645"/>
                <a:gd name="T53" fmla="*/ 1432 h 11405"/>
                <a:gd name="T54" fmla="*/ 1115 w 10645"/>
                <a:gd name="T55" fmla="*/ 2406 h 11405"/>
                <a:gd name="T56" fmla="*/ 522 w 10645"/>
                <a:gd name="T57" fmla="*/ 3438 h 11405"/>
                <a:gd name="T58" fmla="*/ 171 w 10645"/>
                <a:gd name="T59" fmla="*/ 4493 h 11405"/>
                <a:gd name="T60" fmla="*/ 50 w 10645"/>
                <a:gd name="T61" fmla="*/ 5594 h 11405"/>
                <a:gd name="T62" fmla="*/ 1444 w 10645"/>
                <a:gd name="T63" fmla="*/ 9439 h 11405"/>
                <a:gd name="T64" fmla="*/ 2342 w 10645"/>
                <a:gd name="T65" fmla="*/ 10266 h 11405"/>
                <a:gd name="T66" fmla="*/ 4938 w 10645"/>
                <a:gd name="T67" fmla="*/ 11333 h 11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645" h="11405">
                  <a:moveTo>
                    <a:pt x="4938" y="11333"/>
                  </a:moveTo>
                  <a:cubicBezTo>
                    <a:pt x="5170" y="11380"/>
                    <a:pt x="5408" y="11347"/>
                    <a:pt x="5641" y="11385"/>
                  </a:cubicBezTo>
                  <a:cubicBezTo>
                    <a:pt x="5783" y="11405"/>
                    <a:pt x="5922" y="11363"/>
                    <a:pt x="6064" y="11365"/>
                  </a:cubicBezTo>
                  <a:cubicBezTo>
                    <a:pt x="6562" y="11370"/>
                    <a:pt x="7049" y="11245"/>
                    <a:pt x="7523" y="11102"/>
                  </a:cubicBezTo>
                  <a:cubicBezTo>
                    <a:pt x="7795" y="11002"/>
                    <a:pt x="8071" y="10903"/>
                    <a:pt x="8320" y="10752"/>
                  </a:cubicBezTo>
                  <a:cubicBezTo>
                    <a:pt x="8561" y="10636"/>
                    <a:pt x="8797" y="10507"/>
                    <a:pt x="9006" y="10340"/>
                  </a:cubicBezTo>
                  <a:cubicBezTo>
                    <a:pt x="9550" y="9963"/>
                    <a:pt x="10032" y="9491"/>
                    <a:pt x="10399" y="8939"/>
                  </a:cubicBezTo>
                  <a:cubicBezTo>
                    <a:pt x="10480" y="8830"/>
                    <a:pt x="10562" y="8719"/>
                    <a:pt x="10609" y="8590"/>
                  </a:cubicBezTo>
                  <a:cubicBezTo>
                    <a:pt x="10359" y="8444"/>
                    <a:pt x="10106" y="8305"/>
                    <a:pt x="9859" y="8154"/>
                  </a:cubicBezTo>
                  <a:cubicBezTo>
                    <a:pt x="9511" y="7948"/>
                    <a:pt x="9146" y="7771"/>
                    <a:pt x="8805" y="7551"/>
                  </a:cubicBezTo>
                  <a:cubicBezTo>
                    <a:pt x="8595" y="7433"/>
                    <a:pt x="8387" y="7311"/>
                    <a:pt x="8176" y="7193"/>
                  </a:cubicBezTo>
                  <a:cubicBezTo>
                    <a:pt x="8051" y="7312"/>
                    <a:pt x="7970" y="7467"/>
                    <a:pt x="7846" y="7587"/>
                  </a:cubicBezTo>
                  <a:cubicBezTo>
                    <a:pt x="7384" y="8085"/>
                    <a:pt x="6754" y="8462"/>
                    <a:pt x="6065" y="8506"/>
                  </a:cubicBezTo>
                  <a:cubicBezTo>
                    <a:pt x="5660" y="8515"/>
                    <a:pt x="5242" y="8540"/>
                    <a:pt x="4855" y="8395"/>
                  </a:cubicBezTo>
                  <a:cubicBezTo>
                    <a:pt x="4410" y="8272"/>
                    <a:pt x="4029" y="7992"/>
                    <a:pt x="3702" y="7675"/>
                  </a:cubicBezTo>
                  <a:cubicBezTo>
                    <a:pt x="3481" y="7475"/>
                    <a:pt x="3338" y="7210"/>
                    <a:pt x="3187" y="6957"/>
                  </a:cubicBezTo>
                  <a:cubicBezTo>
                    <a:pt x="2803" y="6168"/>
                    <a:pt x="2815" y="5202"/>
                    <a:pt x="3200" y="4415"/>
                  </a:cubicBezTo>
                  <a:cubicBezTo>
                    <a:pt x="3661" y="3516"/>
                    <a:pt x="4624" y="2883"/>
                    <a:pt x="5641" y="2864"/>
                  </a:cubicBezTo>
                  <a:cubicBezTo>
                    <a:pt x="6253" y="2835"/>
                    <a:pt x="6863" y="3037"/>
                    <a:pt x="7366" y="3379"/>
                  </a:cubicBezTo>
                  <a:cubicBezTo>
                    <a:pt x="7665" y="3593"/>
                    <a:pt x="7918" y="3870"/>
                    <a:pt x="8121" y="4176"/>
                  </a:cubicBezTo>
                  <a:cubicBezTo>
                    <a:pt x="8145" y="4218"/>
                    <a:pt x="8187" y="4265"/>
                    <a:pt x="8241" y="4237"/>
                  </a:cubicBezTo>
                  <a:cubicBezTo>
                    <a:pt x="9044" y="3804"/>
                    <a:pt x="9839" y="3351"/>
                    <a:pt x="10645" y="2923"/>
                  </a:cubicBezTo>
                  <a:cubicBezTo>
                    <a:pt x="10607" y="2731"/>
                    <a:pt x="10466" y="2587"/>
                    <a:pt x="10359" y="2432"/>
                  </a:cubicBezTo>
                  <a:cubicBezTo>
                    <a:pt x="9584" y="1307"/>
                    <a:pt x="8364" y="515"/>
                    <a:pt x="7042" y="196"/>
                  </a:cubicBezTo>
                  <a:cubicBezTo>
                    <a:pt x="6688" y="103"/>
                    <a:pt x="6322" y="75"/>
                    <a:pt x="5959" y="46"/>
                  </a:cubicBezTo>
                  <a:cubicBezTo>
                    <a:pt x="4807" y="0"/>
                    <a:pt x="3645" y="316"/>
                    <a:pt x="2673" y="936"/>
                  </a:cubicBezTo>
                  <a:cubicBezTo>
                    <a:pt x="2446" y="1093"/>
                    <a:pt x="2208" y="1239"/>
                    <a:pt x="2008" y="1432"/>
                  </a:cubicBezTo>
                  <a:cubicBezTo>
                    <a:pt x="1689" y="1736"/>
                    <a:pt x="1367" y="2043"/>
                    <a:pt x="1115" y="2406"/>
                  </a:cubicBezTo>
                  <a:cubicBezTo>
                    <a:pt x="881" y="2727"/>
                    <a:pt x="693" y="3080"/>
                    <a:pt x="522" y="3438"/>
                  </a:cubicBezTo>
                  <a:cubicBezTo>
                    <a:pt x="359" y="3774"/>
                    <a:pt x="279" y="4139"/>
                    <a:pt x="171" y="4493"/>
                  </a:cubicBezTo>
                  <a:cubicBezTo>
                    <a:pt x="96" y="4855"/>
                    <a:pt x="41" y="5224"/>
                    <a:pt x="50" y="5594"/>
                  </a:cubicBezTo>
                  <a:cubicBezTo>
                    <a:pt x="0" y="6992"/>
                    <a:pt x="527" y="8389"/>
                    <a:pt x="1444" y="9439"/>
                  </a:cubicBezTo>
                  <a:cubicBezTo>
                    <a:pt x="1727" y="9732"/>
                    <a:pt x="2007" y="10032"/>
                    <a:pt x="2342" y="10266"/>
                  </a:cubicBezTo>
                  <a:cubicBezTo>
                    <a:pt x="3109" y="10816"/>
                    <a:pt x="3997" y="11212"/>
                    <a:pt x="4938" y="11333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BA1358F-A0F1-4E6E-8CFE-F50FC958A22F}"/>
                </a:ext>
              </a:extLst>
            </p:cNvPr>
            <p:cNvSpPr txBox="1"/>
            <p:nvPr/>
          </p:nvSpPr>
          <p:spPr>
            <a:xfrm>
              <a:off x="4547514" y="5304070"/>
              <a:ext cx="678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232A4E"/>
                  </a:solidFill>
                  <a:latin typeface="Ubuntu" panose="020B0504030602030204" pitchFamily="34" charset="0"/>
                </a:rPr>
                <a:t>C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A56FDD4-45DC-4019-8502-640A24490C8E}"/>
              </a:ext>
            </a:extLst>
          </p:cNvPr>
          <p:cNvSpPr txBox="1"/>
          <p:nvPr/>
        </p:nvSpPr>
        <p:spPr>
          <a:xfrm>
            <a:off x="2418651" y="5877165"/>
            <a:ext cx="2422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Ubuntu" panose="020B0504030602030204" pitchFamily="34" charset="0"/>
              </a:rPr>
              <a:t>More programming language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8AE571-5B71-4439-95CD-BEC7D95BE73E}"/>
              </a:ext>
            </a:extLst>
          </p:cNvPr>
          <p:cNvSpPr txBox="1"/>
          <p:nvPr/>
        </p:nvSpPr>
        <p:spPr>
          <a:xfrm>
            <a:off x="2418651" y="1977418"/>
            <a:ext cx="2422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Ubuntu" panose="020B0504030602030204" pitchFamily="34" charset="0"/>
              </a:rPr>
              <a:t>Fully support language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ADAE663-8BF3-45D6-9676-A04B2930ED64}"/>
              </a:ext>
            </a:extLst>
          </p:cNvPr>
          <p:cNvSpPr/>
          <p:nvPr/>
        </p:nvSpPr>
        <p:spPr>
          <a:xfrm>
            <a:off x="6533110" y="1816703"/>
            <a:ext cx="413004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coder makes it </a:t>
            </a:r>
            <a:r>
              <a:rPr lang="en-US" sz="3600" b="1" dirty="0">
                <a:solidFill>
                  <a:schemeClr val="bg1"/>
                </a:solidFill>
                <a:latin typeface="Ubuntu" panose="020B0504030602030204" pitchFamily="34" charset="0"/>
              </a:rPr>
              <a:t>easy and fun for you to code.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54D833-B64C-4D0E-8EEE-33285A8C753E}"/>
              </a:ext>
            </a:extLst>
          </p:cNvPr>
          <p:cNvSpPr/>
          <p:nvPr/>
        </p:nvSpPr>
        <p:spPr>
          <a:xfrm>
            <a:off x="6533111" y="3875788"/>
            <a:ext cx="4130040" cy="88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another, so don't get hung too up on choosing your first language.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6FEE74B-C0CF-47D9-965F-9CC062B42FF6}"/>
              </a:ext>
            </a:extLst>
          </p:cNvPr>
          <p:cNvSpPr/>
          <p:nvPr/>
        </p:nvSpPr>
        <p:spPr>
          <a:xfrm>
            <a:off x="6628360" y="5374205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Ubuntu" panose="020B0504030602030204" pitchFamily="34" charset="0"/>
              </a:rPr>
              <a:t>MORE DETAILS</a:t>
            </a:r>
          </a:p>
        </p:txBody>
      </p:sp>
    </p:spTree>
    <p:extLst>
      <p:ext uri="{BB962C8B-B14F-4D97-AF65-F5344CB8AC3E}">
        <p14:creationId xmlns:p14="http://schemas.microsoft.com/office/powerpoint/2010/main" val="238521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37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37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37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7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0" grpId="0"/>
      <p:bldP spid="31" grpId="0"/>
      <p:bldP spid="35" grpId="0"/>
      <p:bldP spid="3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8A1FBD5-92EF-4A16-AF13-899B18103121}"/>
              </a:ext>
            </a:extLst>
          </p:cNvPr>
          <p:cNvSpPr/>
          <p:nvPr/>
        </p:nvSpPr>
        <p:spPr>
          <a:xfrm>
            <a:off x="5931807" y="725982"/>
            <a:ext cx="5200650" cy="4182568"/>
          </a:xfrm>
          <a:prstGeom prst="roundRect">
            <a:avLst>
              <a:gd name="adj" fmla="val 4767"/>
            </a:avLst>
          </a:prstGeom>
          <a:gradFill>
            <a:gsLst>
              <a:gs pos="0">
                <a:schemeClr val="accent1"/>
              </a:gs>
              <a:gs pos="99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A6DF27-3F3F-441E-8A36-B0CD1E336D8A}"/>
              </a:ext>
            </a:extLst>
          </p:cNvPr>
          <p:cNvSpPr/>
          <p:nvPr/>
        </p:nvSpPr>
        <p:spPr>
          <a:xfrm>
            <a:off x="1074056" y="1116262"/>
            <a:ext cx="45720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JavaScript Date Reference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9BAA2-3862-4D76-8ADD-46E79118836C}"/>
              </a:ext>
            </a:extLst>
          </p:cNvPr>
          <p:cNvSpPr/>
          <p:nvPr/>
        </p:nvSpPr>
        <p:spPr>
          <a:xfrm>
            <a:off x="1074057" y="2428527"/>
            <a:ext cx="3889829" cy="88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Date object is used to work with dates and times. Date objects are created with </a:t>
            </a:r>
            <a:r>
              <a:rPr lang="en-US" sz="1200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new Date(). </a:t>
            </a: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 are four ways of instantiating a date: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9E4293-88D1-4595-8F40-185688B6E6BE}"/>
              </a:ext>
            </a:extLst>
          </p:cNvPr>
          <p:cNvGrpSpPr/>
          <p:nvPr/>
        </p:nvGrpSpPr>
        <p:grpSpPr>
          <a:xfrm>
            <a:off x="1074056" y="3940040"/>
            <a:ext cx="7433186" cy="1951300"/>
            <a:chOff x="1799303" y="1268361"/>
            <a:chExt cx="1885785" cy="914401"/>
          </a:xfrm>
          <a:solidFill>
            <a:srgbClr val="232A4E"/>
          </a:solidFill>
          <a:effectLst>
            <a:outerShdw blurRad="609600" dist="114300" dir="5400000" algn="t" rotWithShape="0">
              <a:prstClr val="black">
                <a:alpha val="14000"/>
              </a:prstClr>
            </a:outerShdw>
          </a:effectLst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F1BF5B57-28CE-47F9-9B76-E0267FD21667}"/>
                </a:ext>
              </a:extLst>
            </p:cNvPr>
            <p:cNvSpPr/>
            <p:nvPr/>
          </p:nvSpPr>
          <p:spPr>
            <a:xfrm rot="16200000">
              <a:off x="1408586" y="1659078"/>
              <a:ext cx="914400" cy="132966"/>
            </a:xfrm>
            <a:prstGeom prst="round2SameRect">
              <a:avLst>
                <a:gd name="adj1" fmla="val 22155"/>
                <a:gd name="adj2" fmla="val 0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Top Corners Rounded 8">
              <a:extLst>
                <a:ext uri="{FF2B5EF4-FFF2-40B4-BE49-F238E27FC236}">
                  <a16:creationId xmlns:a16="http://schemas.microsoft.com/office/drawing/2014/main" id="{06C5DBF3-9B8D-4ED0-A59F-78CD3E3E32B3}"/>
                </a:ext>
              </a:extLst>
            </p:cNvPr>
            <p:cNvSpPr/>
            <p:nvPr/>
          </p:nvSpPr>
          <p:spPr>
            <a:xfrm rot="5400000">
              <a:off x="2351479" y="849152"/>
              <a:ext cx="914400" cy="1752819"/>
            </a:xfrm>
            <a:prstGeom prst="round2SameRect">
              <a:avLst>
                <a:gd name="adj1" fmla="val 2989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CDF48FB6-21C3-4BDA-B6EC-7DAD9957BEA1}"/>
              </a:ext>
            </a:extLst>
          </p:cNvPr>
          <p:cNvSpPr/>
          <p:nvPr/>
        </p:nvSpPr>
        <p:spPr>
          <a:xfrm>
            <a:off x="1184750" y="4476063"/>
            <a:ext cx="7322495" cy="117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 d = 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 Date();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 d = 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 Date(milliseconds);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 d = 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 Date(</a:t>
            </a:r>
            <a:r>
              <a:rPr lang="en-US" sz="1200" dirty="0" err="1">
                <a:solidFill>
                  <a:srgbClr val="232A4E"/>
                </a:solidFill>
                <a:latin typeface="Consolas" panose="020B0609020204030204" pitchFamily="49" charset="0"/>
              </a:rPr>
              <a:t>dateString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);</a:t>
            </a:r>
          </a:p>
          <a:p>
            <a:pPr marL="514350" indent="-5143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var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 d = </a:t>
            </a:r>
            <a:r>
              <a:rPr lang="en-US" sz="1200" dirty="0">
                <a:solidFill>
                  <a:schemeClr val="accent1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232A4E"/>
                </a:solidFill>
                <a:latin typeface="Consolas" panose="020B0609020204030204" pitchFamily="49" charset="0"/>
              </a:rPr>
              <a:t> Date(year, month, day, hours, minutes, seconds, milliseconds);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E5D5A-B46D-4B33-BB42-88DAB907B949}"/>
              </a:ext>
            </a:extLst>
          </p:cNvPr>
          <p:cNvSpPr/>
          <p:nvPr/>
        </p:nvSpPr>
        <p:spPr>
          <a:xfrm>
            <a:off x="1667422" y="4056881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a-DK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Date Object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D8D0DF-6390-4559-A9E3-3A155AF5F622}"/>
              </a:ext>
            </a:extLst>
          </p:cNvPr>
          <p:cNvSpPr/>
          <p:nvPr/>
        </p:nvSpPr>
        <p:spPr>
          <a:xfrm>
            <a:off x="6273728" y="1203942"/>
            <a:ext cx="4728285" cy="1447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pPr marL="514350" indent="-51435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&lt;script&gt;</a:t>
            </a:r>
          </a:p>
          <a:p>
            <a:pPr marL="514350" indent="-51435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var d = new Date();</a:t>
            </a:r>
          </a:p>
          <a:p>
            <a:pPr marL="514350" indent="-51435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("demo").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innerHTML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= d;</a:t>
            </a:r>
          </a:p>
          <a:p>
            <a:pPr marL="514350" indent="-514350">
              <a:lnSpc>
                <a:spcPct val="15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&lt;/script&gt;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7E1FEF-4269-483D-A75E-81B01781D78C}"/>
              </a:ext>
            </a:extLst>
          </p:cNvPr>
          <p:cNvSpPr/>
          <p:nvPr/>
        </p:nvSpPr>
        <p:spPr>
          <a:xfrm>
            <a:off x="6214736" y="842350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a-DK" sz="1400" b="1" dirty="0">
                <a:solidFill>
                  <a:schemeClr val="bg1"/>
                </a:solidFill>
                <a:latin typeface="Ubuntu" panose="020B0504030602030204" pitchFamily="34" charset="0"/>
              </a:rPr>
              <a:t>Example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9C4FF-2151-46EC-9D24-2DE5DCDEE330}"/>
              </a:ext>
            </a:extLst>
          </p:cNvPr>
          <p:cNvSpPr/>
          <p:nvPr/>
        </p:nvSpPr>
        <p:spPr>
          <a:xfrm>
            <a:off x="6214736" y="2703520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a-DK" sz="1400" b="1" dirty="0">
                <a:solidFill>
                  <a:schemeClr val="bg1"/>
                </a:solidFill>
                <a:latin typeface="Ubuntu" panose="020B0504030602030204" pitchFamily="34" charset="0"/>
              </a:rPr>
              <a:t>Result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BAA297-65FA-40BD-80E9-1B66909066A3}"/>
              </a:ext>
            </a:extLst>
          </p:cNvPr>
          <p:cNvSpPr/>
          <p:nvPr/>
        </p:nvSpPr>
        <p:spPr>
          <a:xfrm>
            <a:off x="6214736" y="3042202"/>
            <a:ext cx="4407589" cy="769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bg1"/>
                </a:solidFill>
                <a:latin typeface="Ubuntu" panose="020B0504030602030204" pitchFamily="34" charset="0"/>
              </a:rPr>
              <a:t>Wed Apr </a:t>
            </a:r>
            <a:r>
              <a:rPr lang="en-US" b="1" dirty="0">
                <a:solidFill>
                  <a:schemeClr val="accent4"/>
                </a:solidFill>
                <a:latin typeface="Ubuntu" panose="020B0504030602030204" pitchFamily="34" charset="0"/>
              </a:rPr>
              <a:t>24</a:t>
            </a:r>
            <a:r>
              <a:rPr lang="en-US" b="1" dirty="0">
                <a:solidFill>
                  <a:schemeClr val="bg1"/>
                </a:solidFill>
                <a:latin typeface="Ubuntu" panose="020B0504030602030204" pitchFamily="34" charset="0"/>
              </a:rPr>
              <a:t> 2019 14:15:03 GMT+0700 (Western Indonesia Time)</a:t>
            </a:r>
          </a:p>
        </p:txBody>
      </p:sp>
    </p:spTree>
    <p:extLst>
      <p:ext uri="{BB962C8B-B14F-4D97-AF65-F5344CB8AC3E}">
        <p14:creationId xmlns:p14="http://schemas.microsoft.com/office/powerpoint/2010/main" val="416930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/>
      <p:bldP spid="10" grpId="0"/>
      <p:bldP spid="11" grpId="0"/>
      <p:bldP spid="16" grpId="0"/>
      <p:bldP spid="17" grpId="0"/>
      <p:bldP spid="18" grpId="0"/>
      <p:bldP spid="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ADD10B7B-0913-4945-9622-802F70221BE3}"/>
              </a:ext>
            </a:extLst>
          </p:cNvPr>
          <p:cNvGrpSpPr/>
          <p:nvPr/>
        </p:nvGrpSpPr>
        <p:grpSpPr>
          <a:xfrm>
            <a:off x="952270" y="3705835"/>
            <a:ext cx="7380899" cy="3152166"/>
            <a:chOff x="3512828" y="1479894"/>
            <a:chExt cx="6064881" cy="2590133"/>
          </a:xfrm>
          <a:solidFill>
            <a:schemeClr val="bg1">
              <a:alpha val="20000"/>
            </a:schemeClr>
          </a:solidFill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7A316BD-4A05-4DDF-AA9D-34D9267436D9}"/>
                </a:ext>
              </a:extLst>
            </p:cNvPr>
            <p:cNvSpPr/>
            <p:nvPr/>
          </p:nvSpPr>
          <p:spPr>
            <a:xfrm>
              <a:off x="5371012" y="1479894"/>
              <a:ext cx="2349361" cy="2590133"/>
            </a:xfrm>
            <a:custGeom>
              <a:avLst/>
              <a:gdLst/>
              <a:ahLst/>
              <a:cxnLst/>
              <a:rect l="l" t="t" r="r" b="b"/>
              <a:pathLst>
                <a:path w="2349361" h="2590133">
                  <a:moveTo>
                    <a:pt x="1805798" y="0"/>
                  </a:moveTo>
                  <a:lnTo>
                    <a:pt x="2349361" y="0"/>
                  </a:lnTo>
                  <a:lnTo>
                    <a:pt x="539915" y="2590133"/>
                  </a:lnTo>
                  <a:lnTo>
                    <a:pt x="0" y="2590133"/>
                  </a:lnTo>
                  <a:lnTo>
                    <a:pt x="180579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4484D4F-BA18-47EF-A153-317F9FBA13B8}"/>
                </a:ext>
              </a:extLst>
            </p:cNvPr>
            <p:cNvSpPr/>
            <p:nvPr/>
          </p:nvSpPr>
          <p:spPr>
            <a:xfrm>
              <a:off x="3512828" y="1961901"/>
              <a:ext cx="1539487" cy="2079403"/>
            </a:xfrm>
            <a:custGeom>
              <a:avLst/>
              <a:gdLst/>
              <a:ahLst/>
              <a:cxnLst/>
              <a:rect l="l" t="t" r="r" b="b"/>
              <a:pathLst>
                <a:path w="1539487" h="2079403">
                  <a:moveTo>
                    <a:pt x="1539487" y="0"/>
                  </a:moveTo>
                  <a:lnTo>
                    <a:pt x="1539487" y="518027"/>
                  </a:lnTo>
                  <a:lnTo>
                    <a:pt x="711374" y="1036054"/>
                  </a:lnTo>
                  <a:lnTo>
                    <a:pt x="1539487" y="1532192"/>
                  </a:lnTo>
                  <a:lnTo>
                    <a:pt x="1539487" y="2079403"/>
                  </a:lnTo>
                  <a:lnTo>
                    <a:pt x="0" y="1167384"/>
                  </a:lnTo>
                  <a:lnTo>
                    <a:pt x="0" y="930260"/>
                  </a:lnTo>
                  <a:lnTo>
                    <a:pt x="153948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4C3C4B8-A7C0-4719-95CD-1ACBEFE38588}"/>
                </a:ext>
              </a:extLst>
            </p:cNvPr>
            <p:cNvSpPr/>
            <p:nvPr/>
          </p:nvSpPr>
          <p:spPr>
            <a:xfrm>
              <a:off x="8038222" y="1961901"/>
              <a:ext cx="1539487" cy="2079403"/>
            </a:xfrm>
            <a:custGeom>
              <a:avLst/>
              <a:gdLst/>
              <a:ahLst/>
              <a:cxnLst/>
              <a:rect l="l" t="t" r="r" b="b"/>
              <a:pathLst>
                <a:path w="1539487" h="2079403">
                  <a:moveTo>
                    <a:pt x="0" y="0"/>
                  </a:moveTo>
                  <a:lnTo>
                    <a:pt x="1539487" y="930260"/>
                  </a:lnTo>
                  <a:lnTo>
                    <a:pt x="1539487" y="1167384"/>
                  </a:lnTo>
                  <a:lnTo>
                    <a:pt x="0" y="2079403"/>
                  </a:lnTo>
                  <a:lnTo>
                    <a:pt x="0" y="1532192"/>
                  </a:lnTo>
                  <a:lnTo>
                    <a:pt x="828112" y="1036054"/>
                  </a:lnTo>
                  <a:lnTo>
                    <a:pt x="0" y="51802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BC3A3FC-764A-43E6-BE59-F771626C3F88}"/>
              </a:ext>
            </a:extLst>
          </p:cNvPr>
          <p:cNvGrpSpPr/>
          <p:nvPr/>
        </p:nvGrpSpPr>
        <p:grpSpPr>
          <a:xfrm>
            <a:off x="6455864" y="1469575"/>
            <a:ext cx="4212135" cy="5388425"/>
            <a:chOff x="6455864" y="1469575"/>
            <a:chExt cx="4212135" cy="538842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CC8A3D9-8F18-4398-9E10-DE74D7676B72}"/>
                </a:ext>
              </a:extLst>
            </p:cNvPr>
            <p:cNvGrpSpPr/>
            <p:nvPr/>
          </p:nvGrpSpPr>
          <p:grpSpPr>
            <a:xfrm rot="5400000">
              <a:off x="5867719" y="2057720"/>
              <a:ext cx="5388425" cy="4212135"/>
              <a:chOff x="1799303" y="1268361"/>
              <a:chExt cx="1367033" cy="914402"/>
            </a:xfrm>
            <a:solidFill>
              <a:srgbClr val="232A4E"/>
            </a:solidFill>
            <a:effectLst>
              <a:outerShdw blurRad="609600" dist="114300" dir="5400000" algn="t" rotWithShape="0">
                <a:prstClr val="black">
                  <a:alpha val="12000"/>
                </a:prstClr>
              </a:outerShdw>
            </a:effectLst>
          </p:grpSpPr>
          <p:sp>
            <p:nvSpPr>
              <p:cNvPr id="3" name="Rectangle: Top Corners Rounded 2">
                <a:extLst>
                  <a:ext uri="{FF2B5EF4-FFF2-40B4-BE49-F238E27FC236}">
                    <a16:creationId xmlns:a16="http://schemas.microsoft.com/office/drawing/2014/main" id="{4C50BE7C-4A9B-4F91-A286-3409FA02CAA1}"/>
                  </a:ext>
                </a:extLst>
              </p:cNvPr>
              <p:cNvSpPr/>
              <p:nvPr/>
            </p:nvSpPr>
            <p:spPr>
              <a:xfrm rot="16200000">
                <a:off x="1408586" y="1659078"/>
                <a:ext cx="914400" cy="132966"/>
              </a:xfrm>
              <a:prstGeom prst="round2SameRect">
                <a:avLst>
                  <a:gd name="adj1" fmla="val 22155"/>
                  <a:gd name="adj2" fmla="val 0"/>
                </a:avLst>
              </a:prstGeom>
              <a:solidFill>
                <a:srgbClr val="232A4E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: Top Corners Rounded 3">
                <a:extLst>
                  <a:ext uri="{FF2B5EF4-FFF2-40B4-BE49-F238E27FC236}">
                    <a16:creationId xmlns:a16="http://schemas.microsoft.com/office/drawing/2014/main" id="{7C5D5A3C-449E-4F35-ADD9-37908788BA63}"/>
                  </a:ext>
                </a:extLst>
              </p:cNvPr>
              <p:cNvSpPr/>
              <p:nvPr/>
            </p:nvSpPr>
            <p:spPr>
              <a:xfrm rot="5400000">
                <a:off x="2092103" y="1108529"/>
                <a:ext cx="914400" cy="1234067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21769A2-69E8-406E-9F0F-8D1D8B5D02AA}"/>
                </a:ext>
              </a:extLst>
            </p:cNvPr>
            <p:cNvSpPr txBox="1"/>
            <p:nvPr/>
          </p:nvSpPr>
          <p:spPr>
            <a:xfrm>
              <a:off x="7350521" y="1607305"/>
              <a:ext cx="24228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August</a:t>
              </a: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1DB5E4F-F837-4955-9656-1A7A0C39BAD0}"/>
                </a:ext>
              </a:extLst>
            </p:cNvPr>
            <p:cNvGrpSpPr/>
            <p:nvPr/>
          </p:nvGrpSpPr>
          <p:grpSpPr>
            <a:xfrm>
              <a:off x="6650260" y="2313748"/>
              <a:ext cx="3823350" cy="3921591"/>
              <a:chOff x="6650260" y="1827517"/>
              <a:chExt cx="3823350" cy="3921591"/>
            </a:xfrm>
          </p:grpSpPr>
          <p:sp>
            <p:nvSpPr>
              <p:cNvPr id="7" name="Rectangle 203">
                <a:extLst>
                  <a:ext uri="{FF2B5EF4-FFF2-40B4-BE49-F238E27FC236}">
                    <a16:creationId xmlns:a16="http://schemas.microsoft.com/office/drawing/2014/main" id="{3527B5F4-5543-4CA7-8B60-54F3465FB4A0}"/>
                  </a:ext>
                </a:extLst>
              </p:cNvPr>
              <p:cNvSpPr/>
              <p:nvPr/>
            </p:nvSpPr>
            <p:spPr>
              <a:xfrm>
                <a:off x="6650260" y="1827517"/>
                <a:ext cx="498623" cy="2121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accent6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Sun</a:t>
                </a:r>
                <a:endParaRPr lang="id-ID" sz="1200" dirty="0">
                  <a:solidFill>
                    <a:schemeClr val="accent6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" name="Rectangle 203">
                <a:extLst>
                  <a:ext uri="{FF2B5EF4-FFF2-40B4-BE49-F238E27FC236}">
                    <a16:creationId xmlns:a16="http://schemas.microsoft.com/office/drawing/2014/main" id="{0DD8C8EE-F0E0-46EE-A2B8-F3AAEF1B8805}"/>
                  </a:ext>
                </a:extLst>
              </p:cNvPr>
              <p:cNvSpPr/>
              <p:nvPr/>
            </p:nvSpPr>
            <p:spPr>
              <a:xfrm>
                <a:off x="7204890" y="1827517"/>
                <a:ext cx="498623" cy="2121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accent6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Mon</a:t>
                </a:r>
                <a:endParaRPr lang="id-ID" sz="1200" dirty="0">
                  <a:solidFill>
                    <a:schemeClr val="accent6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" name="Rectangle 203">
                <a:extLst>
                  <a:ext uri="{FF2B5EF4-FFF2-40B4-BE49-F238E27FC236}">
                    <a16:creationId xmlns:a16="http://schemas.microsoft.com/office/drawing/2014/main" id="{B658E78C-CFA1-4BC6-946C-426D61766C9C}"/>
                  </a:ext>
                </a:extLst>
              </p:cNvPr>
              <p:cNvSpPr/>
              <p:nvPr/>
            </p:nvSpPr>
            <p:spPr>
              <a:xfrm>
                <a:off x="7759519" y="1827517"/>
                <a:ext cx="498623" cy="2121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accent6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Tue</a:t>
                </a:r>
                <a:endParaRPr lang="id-ID" sz="1200" dirty="0">
                  <a:solidFill>
                    <a:schemeClr val="accent6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" name="Rectangle 203">
                <a:extLst>
                  <a:ext uri="{FF2B5EF4-FFF2-40B4-BE49-F238E27FC236}">
                    <a16:creationId xmlns:a16="http://schemas.microsoft.com/office/drawing/2014/main" id="{1A2B7827-A34E-4D2A-A3C7-FE774F65DAF5}"/>
                  </a:ext>
                </a:extLst>
              </p:cNvPr>
              <p:cNvSpPr/>
              <p:nvPr/>
            </p:nvSpPr>
            <p:spPr>
              <a:xfrm>
                <a:off x="8258147" y="1827517"/>
                <a:ext cx="610626" cy="2121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accent6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Wed</a:t>
                </a:r>
                <a:endParaRPr lang="id-ID" sz="1200" dirty="0">
                  <a:solidFill>
                    <a:schemeClr val="accent6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" name="Rectangle 203">
                <a:extLst>
                  <a:ext uri="{FF2B5EF4-FFF2-40B4-BE49-F238E27FC236}">
                    <a16:creationId xmlns:a16="http://schemas.microsoft.com/office/drawing/2014/main" id="{F143390E-29B4-4524-BBAA-F1DC9A4DDFA1}"/>
                  </a:ext>
                </a:extLst>
              </p:cNvPr>
              <p:cNvSpPr/>
              <p:nvPr/>
            </p:nvSpPr>
            <p:spPr>
              <a:xfrm>
                <a:off x="8868778" y="1827517"/>
                <a:ext cx="498623" cy="2121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accent6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Thu</a:t>
                </a:r>
                <a:endParaRPr lang="id-ID" sz="1200" dirty="0">
                  <a:solidFill>
                    <a:schemeClr val="accent6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" name="Rectangle 203">
                <a:extLst>
                  <a:ext uri="{FF2B5EF4-FFF2-40B4-BE49-F238E27FC236}">
                    <a16:creationId xmlns:a16="http://schemas.microsoft.com/office/drawing/2014/main" id="{93387035-5A94-4AEE-B19B-F56A623CAA07}"/>
                  </a:ext>
                </a:extLst>
              </p:cNvPr>
              <p:cNvSpPr/>
              <p:nvPr/>
            </p:nvSpPr>
            <p:spPr>
              <a:xfrm>
                <a:off x="9423407" y="1827517"/>
                <a:ext cx="498623" cy="2121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accent6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Fri</a:t>
                </a:r>
                <a:endParaRPr lang="id-ID" sz="1200" dirty="0">
                  <a:solidFill>
                    <a:schemeClr val="accent6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Rectangle 203">
                <a:extLst>
                  <a:ext uri="{FF2B5EF4-FFF2-40B4-BE49-F238E27FC236}">
                    <a16:creationId xmlns:a16="http://schemas.microsoft.com/office/drawing/2014/main" id="{612C3DF7-B796-45B3-969E-0ED9D592AE5C}"/>
                  </a:ext>
                </a:extLst>
              </p:cNvPr>
              <p:cNvSpPr/>
              <p:nvPr/>
            </p:nvSpPr>
            <p:spPr>
              <a:xfrm>
                <a:off x="9974987" y="1827517"/>
                <a:ext cx="498623" cy="2121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accent6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Sat</a:t>
                </a:r>
                <a:endParaRPr lang="id-ID" sz="1200" dirty="0">
                  <a:solidFill>
                    <a:schemeClr val="accent6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E85620F-4A94-4FFA-8974-6C395161751F}"/>
                  </a:ext>
                </a:extLst>
              </p:cNvPr>
              <p:cNvSpPr/>
              <p:nvPr/>
            </p:nvSpPr>
            <p:spPr>
              <a:xfrm>
                <a:off x="6721843" y="2302472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algn="ctr"/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28</a:t>
                </a:r>
                <a:endParaRPr lang="id-ID" sz="1200" dirty="0">
                  <a:solidFill>
                    <a:schemeClr val="bg1">
                      <a:lumMod val="85000"/>
                    </a:schemeClr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755D45D-1E69-4C5E-A8B7-9CFB7951676B}"/>
                  </a:ext>
                </a:extLst>
              </p:cNvPr>
              <p:cNvSpPr/>
              <p:nvPr/>
            </p:nvSpPr>
            <p:spPr>
              <a:xfrm>
                <a:off x="7276472" y="2302472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29</a:t>
                </a:r>
                <a:endParaRPr lang="id-ID" sz="1200" dirty="0">
                  <a:solidFill>
                    <a:schemeClr val="bg1">
                      <a:lumMod val="85000"/>
                    </a:schemeClr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A38BDC3-40F1-4705-B587-04DEE3D4DA77}"/>
                  </a:ext>
                </a:extLst>
              </p:cNvPr>
              <p:cNvSpPr/>
              <p:nvPr/>
            </p:nvSpPr>
            <p:spPr>
              <a:xfrm>
                <a:off x="7831102" y="2302472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algn="ctr"/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30</a:t>
                </a:r>
                <a:endParaRPr lang="id-ID" sz="1200" dirty="0">
                  <a:solidFill>
                    <a:schemeClr val="bg1">
                      <a:lumMod val="85000"/>
                    </a:schemeClr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DB5AB72-10C3-4200-83FF-1CE41567C344}"/>
                  </a:ext>
                </a:extLst>
              </p:cNvPr>
              <p:cNvSpPr/>
              <p:nvPr/>
            </p:nvSpPr>
            <p:spPr>
              <a:xfrm>
                <a:off x="8385731" y="2302472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31</a:t>
                </a:r>
                <a:endParaRPr lang="id-ID" sz="1200" dirty="0">
                  <a:solidFill>
                    <a:schemeClr val="bg1">
                      <a:lumMod val="85000"/>
                    </a:schemeClr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68DDA39-B24B-473F-B6A5-9B878BEA920E}"/>
                  </a:ext>
                </a:extLst>
              </p:cNvPr>
              <p:cNvSpPr/>
              <p:nvPr/>
            </p:nvSpPr>
            <p:spPr>
              <a:xfrm>
                <a:off x="8940360" y="2302472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1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31BF7BA-3CE8-4141-AB79-3934FD932CD6}"/>
                  </a:ext>
                </a:extLst>
              </p:cNvPr>
              <p:cNvSpPr/>
              <p:nvPr/>
            </p:nvSpPr>
            <p:spPr>
              <a:xfrm>
                <a:off x="9494990" y="2302472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2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D2C6D36-5B8D-43D9-92A4-F8A4D8EDC6ED}"/>
                  </a:ext>
                </a:extLst>
              </p:cNvPr>
              <p:cNvSpPr/>
              <p:nvPr/>
            </p:nvSpPr>
            <p:spPr>
              <a:xfrm>
                <a:off x="6721843" y="2920708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4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9A7F19D-53C2-4E43-8312-9D0DC7DBBF5A}"/>
                  </a:ext>
                </a:extLst>
              </p:cNvPr>
              <p:cNvSpPr/>
              <p:nvPr/>
            </p:nvSpPr>
            <p:spPr>
              <a:xfrm>
                <a:off x="7831102" y="2920708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6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433EF1D-6C98-4245-91A2-48A55B2BDD36}"/>
                  </a:ext>
                </a:extLst>
              </p:cNvPr>
              <p:cNvSpPr/>
              <p:nvPr/>
            </p:nvSpPr>
            <p:spPr>
              <a:xfrm>
                <a:off x="8385731" y="2920708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7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B4163FE-9A79-4C1D-B80E-03CF49A69A51}"/>
                  </a:ext>
                </a:extLst>
              </p:cNvPr>
              <p:cNvSpPr/>
              <p:nvPr/>
            </p:nvSpPr>
            <p:spPr>
              <a:xfrm>
                <a:off x="8940360" y="2920708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8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223ADC2-F807-4510-BCB6-94DFB0440E1C}"/>
                  </a:ext>
                </a:extLst>
              </p:cNvPr>
              <p:cNvSpPr/>
              <p:nvPr/>
            </p:nvSpPr>
            <p:spPr>
              <a:xfrm>
                <a:off x="9494990" y="2920708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9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D9D5A2E-5E30-47B6-B0A8-BC57F9C79637}"/>
                  </a:ext>
                </a:extLst>
              </p:cNvPr>
              <p:cNvSpPr/>
              <p:nvPr/>
            </p:nvSpPr>
            <p:spPr>
              <a:xfrm>
                <a:off x="6721843" y="3538944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11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7DFF1B8-7171-4776-B8CA-5A458AADC5E7}"/>
                  </a:ext>
                </a:extLst>
              </p:cNvPr>
              <p:cNvSpPr/>
              <p:nvPr/>
            </p:nvSpPr>
            <p:spPr>
              <a:xfrm>
                <a:off x="7276472" y="3538944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12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297E4BF-8B2D-40F2-9116-B72DCF5E0EDB}"/>
                  </a:ext>
                </a:extLst>
              </p:cNvPr>
              <p:cNvSpPr/>
              <p:nvPr/>
            </p:nvSpPr>
            <p:spPr>
              <a:xfrm>
                <a:off x="7831102" y="3538944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13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840D415-8EFD-4D55-9ED6-B4323F2A450E}"/>
                  </a:ext>
                </a:extLst>
              </p:cNvPr>
              <p:cNvSpPr/>
              <p:nvPr/>
            </p:nvSpPr>
            <p:spPr>
              <a:xfrm>
                <a:off x="8385731" y="3538944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</a:rPr>
                  <a:t>14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D68F8B4-A908-4CEC-A6DC-4FBD4CD9194B}"/>
                  </a:ext>
                </a:extLst>
              </p:cNvPr>
              <p:cNvSpPr/>
              <p:nvPr/>
            </p:nvSpPr>
            <p:spPr>
              <a:xfrm>
                <a:off x="8940360" y="3538944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15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B24118F-43ED-4930-9AE9-88F815516121}"/>
                  </a:ext>
                </a:extLst>
              </p:cNvPr>
              <p:cNvSpPr/>
              <p:nvPr/>
            </p:nvSpPr>
            <p:spPr>
              <a:xfrm>
                <a:off x="9494990" y="3538944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16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923DAD8-C83F-4794-81D9-C790FCEEF8D7}"/>
                  </a:ext>
                </a:extLst>
              </p:cNvPr>
              <p:cNvSpPr/>
              <p:nvPr/>
            </p:nvSpPr>
            <p:spPr>
              <a:xfrm>
                <a:off x="6721843" y="4157180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18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04E52EB6-B571-4765-905D-E1FE19BEC46B}"/>
                  </a:ext>
                </a:extLst>
              </p:cNvPr>
              <p:cNvSpPr/>
              <p:nvPr/>
            </p:nvSpPr>
            <p:spPr>
              <a:xfrm>
                <a:off x="7276472" y="4157180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accent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19</a:t>
                </a:r>
                <a:endParaRPr lang="id-ID" sz="1200" dirty="0">
                  <a:solidFill>
                    <a:schemeClr val="accent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F5AF538-4C46-42BA-80FC-E06D4709202B}"/>
                  </a:ext>
                </a:extLst>
              </p:cNvPr>
              <p:cNvSpPr/>
              <p:nvPr/>
            </p:nvSpPr>
            <p:spPr>
              <a:xfrm>
                <a:off x="7831102" y="4157180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accent2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20</a:t>
                </a:r>
                <a:endParaRPr lang="id-ID" sz="1200" dirty="0">
                  <a:solidFill>
                    <a:schemeClr val="accent2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F190A37-E79F-48D9-8730-10B774FD5CCB}"/>
                  </a:ext>
                </a:extLst>
              </p:cNvPr>
              <p:cNvSpPr/>
              <p:nvPr/>
            </p:nvSpPr>
            <p:spPr>
              <a:xfrm>
                <a:off x="8385731" y="4157180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accent3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21</a:t>
                </a:r>
                <a:endParaRPr lang="id-ID" sz="1200" dirty="0">
                  <a:solidFill>
                    <a:schemeClr val="accent3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F2A77C4-D8A5-4279-B967-347FE5D40562}"/>
                  </a:ext>
                </a:extLst>
              </p:cNvPr>
              <p:cNvSpPr/>
              <p:nvPr/>
            </p:nvSpPr>
            <p:spPr>
              <a:xfrm>
                <a:off x="8940360" y="4157180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22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4509BDC-0488-411D-BDC1-9C3158AEE18E}"/>
                  </a:ext>
                </a:extLst>
              </p:cNvPr>
              <p:cNvSpPr/>
              <p:nvPr/>
            </p:nvSpPr>
            <p:spPr>
              <a:xfrm>
                <a:off x="9494990" y="4157180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23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B4BC546-4817-4783-9E5D-1CA02EF19240}"/>
                  </a:ext>
                </a:extLst>
              </p:cNvPr>
              <p:cNvSpPr/>
              <p:nvPr/>
            </p:nvSpPr>
            <p:spPr>
              <a:xfrm>
                <a:off x="6721843" y="4775416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25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8E6A79A-7DC4-47E3-9CB2-60194C774C6F}"/>
                  </a:ext>
                </a:extLst>
              </p:cNvPr>
              <p:cNvSpPr/>
              <p:nvPr/>
            </p:nvSpPr>
            <p:spPr>
              <a:xfrm>
                <a:off x="7276472" y="4775416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26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B5DD514-C5D3-40D6-B689-4C082A444327}"/>
                  </a:ext>
                </a:extLst>
              </p:cNvPr>
              <p:cNvSpPr/>
              <p:nvPr/>
            </p:nvSpPr>
            <p:spPr>
              <a:xfrm>
                <a:off x="7831102" y="4775416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27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E58C101-673E-4C66-AAE4-38554D4B2896}"/>
                  </a:ext>
                </a:extLst>
              </p:cNvPr>
              <p:cNvSpPr/>
              <p:nvPr/>
            </p:nvSpPr>
            <p:spPr>
              <a:xfrm>
                <a:off x="8385731" y="4775416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28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769F12D-C2CE-4D7F-9617-9974FF7D1AF0}"/>
                  </a:ext>
                </a:extLst>
              </p:cNvPr>
              <p:cNvSpPr/>
              <p:nvPr/>
            </p:nvSpPr>
            <p:spPr>
              <a:xfrm>
                <a:off x="8940360" y="4775416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29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70388C1-216F-46C4-918F-527573F77C9E}"/>
                  </a:ext>
                </a:extLst>
              </p:cNvPr>
              <p:cNvSpPr/>
              <p:nvPr/>
            </p:nvSpPr>
            <p:spPr>
              <a:xfrm>
                <a:off x="9494990" y="4775416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30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4A912BD-1B84-4FBD-8B33-D2F2860B9022}"/>
                  </a:ext>
                </a:extLst>
              </p:cNvPr>
              <p:cNvSpPr/>
              <p:nvPr/>
            </p:nvSpPr>
            <p:spPr>
              <a:xfrm>
                <a:off x="10046570" y="2302472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3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EEA905C-81DE-472B-8C80-3548D4D46233}"/>
                  </a:ext>
                </a:extLst>
              </p:cNvPr>
              <p:cNvSpPr/>
              <p:nvPr/>
            </p:nvSpPr>
            <p:spPr>
              <a:xfrm>
                <a:off x="10046570" y="2920708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10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95F3173-7BED-4B16-8679-0B7E47038022}"/>
                  </a:ext>
                </a:extLst>
              </p:cNvPr>
              <p:cNvSpPr/>
              <p:nvPr/>
            </p:nvSpPr>
            <p:spPr>
              <a:xfrm>
                <a:off x="10046570" y="3538944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17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DC6C6ED-79E5-4556-9C66-E6511766ECB2}"/>
                  </a:ext>
                </a:extLst>
              </p:cNvPr>
              <p:cNvSpPr/>
              <p:nvPr/>
            </p:nvSpPr>
            <p:spPr>
              <a:xfrm>
                <a:off x="10046570" y="4157180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24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79F8DD6-EC6A-45CF-A643-2065C833D3FB}"/>
                  </a:ext>
                </a:extLst>
              </p:cNvPr>
              <p:cNvSpPr/>
              <p:nvPr/>
            </p:nvSpPr>
            <p:spPr>
              <a:xfrm>
                <a:off x="10046570" y="4775416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31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D024095-DD0E-4ACF-A52E-273E43ED09B5}"/>
                  </a:ext>
                </a:extLst>
              </p:cNvPr>
              <p:cNvSpPr/>
              <p:nvPr/>
            </p:nvSpPr>
            <p:spPr>
              <a:xfrm>
                <a:off x="6721843" y="5393649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1</a:t>
                </a:r>
                <a:endParaRPr lang="id-ID" sz="1200" dirty="0">
                  <a:solidFill>
                    <a:schemeClr val="bg1">
                      <a:lumMod val="85000"/>
                    </a:schemeClr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3055942-AB8F-4760-B297-1A424258EB7E}"/>
                  </a:ext>
                </a:extLst>
              </p:cNvPr>
              <p:cNvSpPr/>
              <p:nvPr/>
            </p:nvSpPr>
            <p:spPr>
              <a:xfrm>
                <a:off x="7276472" y="5393649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2</a:t>
                </a:r>
                <a:endParaRPr lang="id-ID" sz="1200" dirty="0">
                  <a:solidFill>
                    <a:schemeClr val="bg1">
                      <a:lumMod val="85000"/>
                    </a:schemeClr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BB75EBA-950D-4D16-AE56-63AF1754C575}"/>
                  </a:ext>
                </a:extLst>
              </p:cNvPr>
              <p:cNvSpPr/>
              <p:nvPr/>
            </p:nvSpPr>
            <p:spPr>
              <a:xfrm>
                <a:off x="7831102" y="5393649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3</a:t>
                </a:r>
                <a:endParaRPr lang="id-ID" sz="1200" dirty="0">
                  <a:solidFill>
                    <a:schemeClr val="bg1">
                      <a:lumMod val="85000"/>
                    </a:schemeClr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7DFEB81-EC67-4C2A-B71C-0AA6004261AC}"/>
                  </a:ext>
                </a:extLst>
              </p:cNvPr>
              <p:cNvSpPr/>
              <p:nvPr/>
            </p:nvSpPr>
            <p:spPr>
              <a:xfrm>
                <a:off x="8385731" y="5393649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4</a:t>
                </a:r>
                <a:endParaRPr lang="id-ID" sz="1200" dirty="0">
                  <a:solidFill>
                    <a:schemeClr val="bg1">
                      <a:lumMod val="85000"/>
                    </a:schemeClr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B68597F-2A6D-4697-91B6-395E40718A67}"/>
                  </a:ext>
                </a:extLst>
              </p:cNvPr>
              <p:cNvSpPr/>
              <p:nvPr/>
            </p:nvSpPr>
            <p:spPr>
              <a:xfrm>
                <a:off x="8940360" y="5393649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5</a:t>
                </a:r>
                <a:endParaRPr lang="id-ID" sz="1200" dirty="0">
                  <a:solidFill>
                    <a:schemeClr val="bg1">
                      <a:lumMod val="85000"/>
                    </a:schemeClr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753660B-964B-43F7-AEA3-19254537B635}"/>
                  </a:ext>
                </a:extLst>
              </p:cNvPr>
              <p:cNvSpPr/>
              <p:nvPr/>
            </p:nvSpPr>
            <p:spPr>
              <a:xfrm>
                <a:off x="9494990" y="5393649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algn="ctr"/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6</a:t>
                </a:r>
                <a:endParaRPr lang="id-ID" sz="1200" dirty="0">
                  <a:solidFill>
                    <a:schemeClr val="bg1">
                      <a:lumMod val="85000"/>
                    </a:schemeClr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777166D-B4D2-416E-AD55-4EFBE4CCE063}"/>
                  </a:ext>
                </a:extLst>
              </p:cNvPr>
              <p:cNvSpPr/>
              <p:nvPr/>
            </p:nvSpPr>
            <p:spPr>
              <a:xfrm>
                <a:off x="10046570" y="5393649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1">
                        <a:lumMod val="85000"/>
                      </a:schemeClr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7</a:t>
                </a:r>
                <a:endParaRPr lang="id-ID" sz="1200" dirty="0">
                  <a:solidFill>
                    <a:schemeClr val="bg1">
                      <a:lumMod val="85000"/>
                    </a:schemeClr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4808E08-AB26-481D-81B1-5143A8D05F22}"/>
                  </a:ext>
                </a:extLst>
              </p:cNvPr>
              <p:cNvSpPr/>
              <p:nvPr/>
            </p:nvSpPr>
            <p:spPr>
              <a:xfrm>
                <a:off x="7276472" y="2920708"/>
                <a:ext cx="355458" cy="355459"/>
              </a:xfrm>
              <a:prstGeom prst="rect">
                <a:avLst/>
              </a:prstGeom>
              <a:solidFill>
                <a:schemeClr val="bg1"/>
              </a:solidFill>
              <a:ln w="222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algn="ctr"/>
                <a:r>
                  <a:rPr lang="en-US" sz="1200" dirty="0">
                    <a:solidFill>
                      <a:srgbClr val="6D7381"/>
                    </a:solidFill>
                    <a:latin typeface="Ubuntu" panose="020B0504030602030204" pitchFamily="34" charset="0"/>
                    <a:cs typeface="Segoe UI" panose="020B0502040204020203" pitchFamily="34" charset="0"/>
                  </a:rPr>
                  <a:t>5</a:t>
                </a:r>
                <a:endParaRPr lang="id-ID" sz="1200" dirty="0">
                  <a:solidFill>
                    <a:srgbClr val="6D7381"/>
                  </a:solidFill>
                  <a:latin typeface="Ubuntu" panose="020B0504030602030204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788765D8-4FA8-4731-B472-63CDC6C0A460}"/>
              </a:ext>
            </a:extLst>
          </p:cNvPr>
          <p:cNvSpPr/>
          <p:nvPr/>
        </p:nvSpPr>
        <p:spPr>
          <a:xfrm>
            <a:off x="1524000" y="1679454"/>
            <a:ext cx="34108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Our agenda in this </a:t>
            </a:r>
            <a:r>
              <a:rPr lang="en-US" sz="3600" b="1" dirty="0">
                <a:solidFill>
                  <a:schemeClr val="bg1"/>
                </a:solidFill>
                <a:latin typeface="Ubuntu" panose="020B0504030602030204" pitchFamily="34" charset="0"/>
              </a:rPr>
              <a:t>August 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AA32D64-A9CE-40F0-A5C4-E52B06E1CA6B}"/>
              </a:ext>
            </a:extLst>
          </p:cNvPr>
          <p:cNvGrpSpPr/>
          <p:nvPr/>
        </p:nvGrpSpPr>
        <p:grpSpPr>
          <a:xfrm>
            <a:off x="1524000" y="3199489"/>
            <a:ext cx="3410856" cy="657208"/>
            <a:chOff x="1524000" y="3105190"/>
            <a:chExt cx="3410856" cy="657208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E98955E8-3326-45F5-99B8-7A327D844AD5}"/>
                </a:ext>
              </a:extLst>
            </p:cNvPr>
            <p:cNvSpPr/>
            <p:nvPr/>
          </p:nvSpPr>
          <p:spPr>
            <a:xfrm>
              <a:off x="1524000" y="3105190"/>
              <a:ext cx="3410856" cy="657208"/>
            </a:xfrm>
            <a:prstGeom prst="roundRect">
              <a:avLst>
                <a:gd name="adj" fmla="val 14597"/>
              </a:avLst>
            </a:prstGeom>
            <a:solidFill>
              <a:schemeClr val="bg1"/>
            </a:soli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7002F7B-4AF3-4F62-83CA-83A4B7D1E60B}"/>
                </a:ext>
              </a:extLst>
            </p:cNvPr>
            <p:cNvSpPr txBox="1"/>
            <p:nvPr/>
          </p:nvSpPr>
          <p:spPr>
            <a:xfrm>
              <a:off x="2443152" y="3256053"/>
              <a:ext cx="2460554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Learn C Language 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3B85C70-1DBA-4715-85AC-CB039318E67E}"/>
                </a:ext>
              </a:extLst>
            </p:cNvPr>
            <p:cNvSpPr txBox="1"/>
            <p:nvPr/>
          </p:nvSpPr>
          <p:spPr>
            <a:xfrm>
              <a:off x="1748558" y="3190298"/>
              <a:ext cx="652322" cy="48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400" b="1" dirty="0">
                  <a:solidFill>
                    <a:schemeClr val="accent1"/>
                  </a:solidFill>
                  <a:latin typeface="Ubuntu" panose="020B0504030602030204" pitchFamily="34" charset="0"/>
                </a:rPr>
                <a:t>19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106C847-ED49-4605-8A80-702F6599E8F0}"/>
              </a:ext>
            </a:extLst>
          </p:cNvPr>
          <p:cNvGrpSpPr/>
          <p:nvPr/>
        </p:nvGrpSpPr>
        <p:grpSpPr>
          <a:xfrm>
            <a:off x="1524000" y="4146329"/>
            <a:ext cx="3410856" cy="657208"/>
            <a:chOff x="1524000" y="3105190"/>
            <a:chExt cx="3410856" cy="657208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A623D639-A69A-45D3-B10E-82A53C941A19}"/>
                </a:ext>
              </a:extLst>
            </p:cNvPr>
            <p:cNvSpPr/>
            <p:nvPr/>
          </p:nvSpPr>
          <p:spPr>
            <a:xfrm>
              <a:off x="1524000" y="3105190"/>
              <a:ext cx="3410856" cy="657208"/>
            </a:xfrm>
            <a:prstGeom prst="roundRect">
              <a:avLst>
                <a:gd name="adj" fmla="val 14597"/>
              </a:avLst>
            </a:prstGeom>
            <a:solidFill>
              <a:schemeClr val="bg1"/>
            </a:soli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39311BB-E896-4480-82AC-7580316CFA71}"/>
                </a:ext>
              </a:extLst>
            </p:cNvPr>
            <p:cNvSpPr txBox="1"/>
            <p:nvPr/>
          </p:nvSpPr>
          <p:spPr>
            <a:xfrm>
              <a:off x="2443152" y="3256053"/>
              <a:ext cx="2460554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Learn C# Language 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2D61C28-D76B-4742-8A33-39C0CC4CCB8B}"/>
                </a:ext>
              </a:extLst>
            </p:cNvPr>
            <p:cNvSpPr txBox="1"/>
            <p:nvPr/>
          </p:nvSpPr>
          <p:spPr>
            <a:xfrm>
              <a:off x="1748558" y="3190298"/>
              <a:ext cx="652322" cy="48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400" b="1" dirty="0">
                  <a:solidFill>
                    <a:schemeClr val="accent2"/>
                  </a:solidFill>
                  <a:latin typeface="Ubuntu" panose="020B0504030602030204" pitchFamily="34" charset="0"/>
                </a:rPr>
                <a:t>21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A66B1D4-981F-43F0-9AC6-4E261131095A}"/>
              </a:ext>
            </a:extLst>
          </p:cNvPr>
          <p:cNvGrpSpPr/>
          <p:nvPr/>
        </p:nvGrpSpPr>
        <p:grpSpPr>
          <a:xfrm>
            <a:off x="1524000" y="5093169"/>
            <a:ext cx="3410856" cy="657208"/>
            <a:chOff x="1524000" y="3105190"/>
            <a:chExt cx="3410856" cy="657208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E756AE4C-BCCD-44AB-AEA8-86EC5A1869A5}"/>
                </a:ext>
              </a:extLst>
            </p:cNvPr>
            <p:cNvSpPr/>
            <p:nvPr/>
          </p:nvSpPr>
          <p:spPr>
            <a:xfrm>
              <a:off x="1524000" y="3105190"/>
              <a:ext cx="3410856" cy="657208"/>
            </a:xfrm>
            <a:prstGeom prst="roundRect">
              <a:avLst>
                <a:gd name="adj" fmla="val 14597"/>
              </a:avLst>
            </a:prstGeom>
            <a:solidFill>
              <a:schemeClr val="bg1"/>
            </a:soli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28FDFA2-BA05-4DF5-BE7F-D85423ABD780}"/>
                </a:ext>
              </a:extLst>
            </p:cNvPr>
            <p:cNvSpPr txBox="1"/>
            <p:nvPr/>
          </p:nvSpPr>
          <p:spPr>
            <a:xfrm>
              <a:off x="2443152" y="3256053"/>
              <a:ext cx="2460554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Learn C++ Language 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5231130-DECE-4FC4-8B28-D53BFB905226}"/>
                </a:ext>
              </a:extLst>
            </p:cNvPr>
            <p:cNvSpPr txBox="1"/>
            <p:nvPr/>
          </p:nvSpPr>
          <p:spPr>
            <a:xfrm>
              <a:off x="1748558" y="3190298"/>
              <a:ext cx="652322" cy="48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400" b="1" dirty="0">
                  <a:solidFill>
                    <a:schemeClr val="accent3"/>
                  </a:solidFill>
                  <a:latin typeface="Ubuntu" panose="020B0504030602030204" pitchFamily="34" charset="0"/>
                </a:rPr>
                <a:t>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0805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3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0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900" decel="100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37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10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900" decel="100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37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10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900" decel="100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decel="10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accel="50000" fill="hold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37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0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900" decel="100000" fill="hold"/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37" presetClass="entr" presetSubtype="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10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900" decel="100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37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10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900" decel="100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decel="10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ac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10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184C06-ABB1-421D-A656-51C37F6F9EB1}"/>
              </a:ext>
            </a:extLst>
          </p:cNvPr>
          <p:cNvSpPr/>
          <p:nvPr/>
        </p:nvSpPr>
        <p:spPr>
          <a:xfrm>
            <a:off x="0" y="846632"/>
            <a:ext cx="12192000" cy="6011368"/>
          </a:xfrm>
          <a:prstGeom prst="rect">
            <a:avLst/>
          </a:prstGeom>
          <a:solidFill>
            <a:srgbClr val="F1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787283-BF4C-4AB7-884D-EFF34B27D893}"/>
              </a:ext>
            </a:extLst>
          </p:cNvPr>
          <p:cNvGrpSpPr/>
          <p:nvPr/>
        </p:nvGrpSpPr>
        <p:grpSpPr>
          <a:xfrm>
            <a:off x="1342633" y="6429418"/>
            <a:ext cx="2626016" cy="246221"/>
            <a:chOff x="666027" y="6491338"/>
            <a:chExt cx="2626016" cy="24622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B14A8DC-69FA-4F01-AA7D-28E68572A35A}"/>
                </a:ext>
              </a:extLst>
            </p:cNvPr>
            <p:cNvSpPr txBox="1"/>
            <p:nvPr/>
          </p:nvSpPr>
          <p:spPr>
            <a:xfrm>
              <a:off x="771801" y="6491338"/>
              <a:ext cx="25202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0" spc="300" dirty="0">
                  <a:solidFill>
                    <a:schemeClr val="bg1">
                      <a:lumMod val="8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2019.All Rights Reserved</a:t>
              </a:r>
              <a:endParaRPr lang="id-ID" sz="1000" b="0" spc="300" dirty="0">
                <a:solidFill>
                  <a:schemeClr val="bg1">
                    <a:lumMod val="8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30" name="Freeform 62">
              <a:extLst>
                <a:ext uri="{FF2B5EF4-FFF2-40B4-BE49-F238E27FC236}">
                  <a16:creationId xmlns:a16="http://schemas.microsoft.com/office/drawing/2014/main" id="{A088D72C-BAA0-4725-9700-4A5A100138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027" y="6562424"/>
              <a:ext cx="95578" cy="93971"/>
            </a:xfrm>
            <a:custGeom>
              <a:avLst/>
              <a:gdLst>
                <a:gd name="T0" fmla="*/ 92739 w 55"/>
                <a:gd name="T1" fmla="*/ 185737 h 54"/>
                <a:gd name="T2" fmla="*/ 0 w 55"/>
                <a:gd name="T3" fmla="*/ 92869 h 54"/>
                <a:gd name="T4" fmla="*/ 92739 w 55"/>
                <a:gd name="T5" fmla="*/ 0 h 54"/>
                <a:gd name="T6" fmla="*/ 188913 w 55"/>
                <a:gd name="T7" fmla="*/ 92869 h 54"/>
                <a:gd name="T8" fmla="*/ 92739 w 55"/>
                <a:gd name="T9" fmla="*/ 185737 h 54"/>
                <a:gd name="T10" fmla="*/ 13739 w 55"/>
                <a:gd name="T11" fmla="*/ 92869 h 54"/>
                <a:gd name="T12" fmla="*/ 92739 w 55"/>
                <a:gd name="T13" fmla="*/ 171979 h 54"/>
                <a:gd name="T14" fmla="*/ 171739 w 55"/>
                <a:gd name="T15" fmla="*/ 92869 h 54"/>
                <a:gd name="T16" fmla="*/ 92739 w 55"/>
                <a:gd name="T17" fmla="*/ 13758 h 54"/>
                <a:gd name="T18" fmla="*/ 13739 w 55"/>
                <a:gd name="T19" fmla="*/ 92869 h 54"/>
                <a:gd name="T20" fmla="*/ 140826 w 55"/>
                <a:gd name="T21" fmla="*/ 127264 h 54"/>
                <a:gd name="T22" fmla="*/ 96174 w 55"/>
                <a:gd name="T23" fmla="*/ 151341 h 54"/>
                <a:gd name="T24" fmla="*/ 37783 w 55"/>
                <a:gd name="T25" fmla="*/ 92869 h 54"/>
                <a:gd name="T26" fmla="*/ 96174 w 55"/>
                <a:gd name="T27" fmla="*/ 34396 h 54"/>
                <a:gd name="T28" fmla="*/ 137391 w 55"/>
                <a:gd name="T29" fmla="*/ 58473 h 54"/>
                <a:gd name="T30" fmla="*/ 137391 w 55"/>
                <a:gd name="T31" fmla="*/ 72231 h 54"/>
                <a:gd name="T32" fmla="*/ 137391 w 55"/>
                <a:gd name="T33" fmla="*/ 72231 h 54"/>
                <a:gd name="T34" fmla="*/ 123652 w 55"/>
                <a:gd name="T35" fmla="*/ 72231 h 54"/>
                <a:gd name="T36" fmla="*/ 120217 w 55"/>
                <a:gd name="T37" fmla="*/ 72231 h 54"/>
                <a:gd name="T38" fmla="*/ 120217 w 55"/>
                <a:gd name="T39" fmla="*/ 61912 h 54"/>
                <a:gd name="T40" fmla="*/ 96174 w 55"/>
                <a:gd name="T41" fmla="*/ 51594 h 54"/>
                <a:gd name="T42" fmla="*/ 54957 w 55"/>
                <a:gd name="T43" fmla="*/ 92869 h 54"/>
                <a:gd name="T44" fmla="*/ 96174 w 55"/>
                <a:gd name="T45" fmla="*/ 134143 h 54"/>
                <a:gd name="T46" fmla="*/ 120217 w 55"/>
                <a:gd name="T47" fmla="*/ 123825 h 54"/>
                <a:gd name="T48" fmla="*/ 120217 w 55"/>
                <a:gd name="T49" fmla="*/ 113506 h 54"/>
                <a:gd name="T50" fmla="*/ 123652 w 55"/>
                <a:gd name="T51" fmla="*/ 113506 h 54"/>
                <a:gd name="T52" fmla="*/ 137391 w 55"/>
                <a:gd name="T53" fmla="*/ 113506 h 54"/>
                <a:gd name="T54" fmla="*/ 140826 w 55"/>
                <a:gd name="T55" fmla="*/ 113506 h 54"/>
                <a:gd name="T56" fmla="*/ 140826 w 55"/>
                <a:gd name="T57" fmla="*/ 127264 h 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5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4"/>
                    <a:pt x="27" y="54"/>
                  </a:cubicBezTo>
                  <a:close/>
                  <a:moveTo>
                    <a:pt x="4" y="27"/>
                  </a:moveTo>
                  <a:cubicBezTo>
                    <a:pt x="4" y="40"/>
                    <a:pt x="15" y="50"/>
                    <a:pt x="27" y="50"/>
                  </a:cubicBezTo>
                  <a:cubicBezTo>
                    <a:pt x="40" y="50"/>
                    <a:pt x="50" y="40"/>
                    <a:pt x="50" y="27"/>
                  </a:cubicBezTo>
                  <a:cubicBezTo>
                    <a:pt x="50" y="14"/>
                    <a:pt x="40" y="4"/>
                    <a:pt x="27" y="4"/>
                  </a:cubicBezTo>
                  <a:cubicBezTo>
                    <a:pt x="15" y="4"/>
                    <a:pt x="4" y="14"/>
                    <a:pt x="4" y="27"/>
                  </a:cubicBezTo>
                  <a:close/>
                  <a:moveTo>
                    <a:pt x="41" y="37"/>
                  </a:moveTo>
                  <a:cubicBezTo>
                    <a:pt x="41" y="42"/>
                    <a:pt x="33" y="44"/>
                    <a:pt x="28" y="44"/>
                  </a:cubicBezTo>
                  <a:cubicBezTo>
                    <a:pt x="18" y="44"/>
                    <a:pt x="11" y="37"/>
                    <a:pt x="11" y="27"/>
                  </a:cubicBezTo>
                  <a:cubicBezTo>
                    <a:pt x="11" y="17"/>
                    <a:pt x="18" y="10"/>
                    <a:pt x="28" y="10"/>
                  </a:cubicBezTo>
                  <a:cubicBezTo>
                    <a:pt x="31" y="10"/>
                    <a:pt x="40" y="11"/>
                    <a:pt x="40" y="17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6"/>
                    <a:pt x="31" y="15"/>
                    <a:pt x="28" y="15"/>
                  </a:cubicBezTo>
                  <a:cubicBezTo>
                    <a:pt x="21" y="15"/>
                    <a:pt x="16" y="20"/>
                    <a:pt x="16" y="27"/>
                  </a:cubicBezTo>
                  <a:cubicBezTo>
                    <a:pt x="16" y="34"/>
                    <a:pt x="21" y="39"/>
                    <a:pt x="28" y="39"/>
                  </a:cubicBezTo>
                  <a:cubicBezTo>
                    <a:pt x="31" y="39"/>
                    <a:pt x="35" y="38"/>
                    <a:pt x="35" y="36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6" y="33"/>
                    <a:pt x="36" y="33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000" b="0" dirty="0">
                <a:solidFill>
                  <a:schemeClr val="bg1">
                    <a:lumMod val="8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770E1B6-0054-4F9E-B93D-1D7780603FE6}"/>
              </a:ext>
            </a:extLst>
          </p:cNvPr>
          <p:cNvSpPr/>
          <p:nvPr/>
        </p:nvSpPr>
        <p:spPr>
          <a:xfrm>
            <a:off x="1291773" y="1112103"/>
            <a:ext cx="96084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coder makes it easy and fun for you to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E7A02D-68DA-4174-A54A-F2C329487C95}"/>
              </a:ext>
            </a:extLst>
          </p:cNvPr>
          <p:cNvSpPr/>
          <p:nvPr/>
        </p:nvSpPr>
        <p:spPr>
          <a:xfrm>
            <a:off x="2133600" y="1831437"/>
            <a:ext cx="7924800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another, so don't get hung too up on choosing your first language.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CDD676-D6CF-40EC-8FBC-04FC53217885}"/>
              </a:ext>
            </a:extLst>
          </p:cNvPr>
          <p:cNvCxnSpPr>
            <a:cxnSpLocks/>
          </p:cNvCxnSpPr>
          <p:nvPr/>
        </p:nvCxnSpPr>
        <p:spPr>
          <a:xfrm>
            <a:off x="2133600" y="3710907"/>
            <a:ext cx="0" cy="314709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A73248-CFB8-4192-B9EC-4C03EC2ABDE9}"/>
              </a:ext>
            </a:extLst>
          </p:cNvPr>
          <p:cNvGrpSpPr/>
          <p:nvPr/>
        </p:nvGrpSpPr>
        <p:grpSpPr>
          <a:xfrm>
            <a:off x="1774723" y="3249473"/>
            <a:ext cx="717754" cy="717754"/>
            <a:chOff x="1774723" y="3249473"/>
            <a:chExt cx="717754" cy="71775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49DEA3A-52A8-41C4-96C1-AAD21B2CA856}"/>
                </a:ext>
              </a:extLst>
            </p:cNvPr>
            <p:cNvGrpSpPr/>
            <p:nvPr/>
          </p:nvGrpSpPr>
          <p:grpSpPr>
            <a:xfrm>
              <a:off x="1774723" y="3249473"/>
              <a:ext cx="717754" cy="717754"/>
              <a:chOff x="1219200" y="6498344"/>
              <a:chExt cx="1581150" cy="158115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2872754-E520-46B5-BDAA-8B92FF5FFB33}"/>
                  </a:ext>
                </a:extLst>
              </p:cNvPr>
              <p:cNvSpPr/>
              <p:nvPr/>
            </p:nvSpPr>
            <p:spPr>
              <a:xfrm>
                <a:off x="1219200" y="6498344"/>
                <a:ext cx="1581150" cy="1581150"/>
              </a:xfrm>
              <a:prstGeom prst="ellipse">
                <a:avLst/>
              </a:prstGeom>
              <a:solidFill>
                <a:srgbClr val="F1F3FE"/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>
                <a:innerShdw blurRad="165100">
                  <a:prstClr val="black">
                    <a:alpha val="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445DF49-1565-4326-8559-5FF0F93219ED}"/>
                  </a:ext>
                </a:extLst>
              </p:cNvPr>
              <p:cNvSpPr/>
              <p:nvPr/>
            </p:nvSpPr>
            <p:spPr>
              <a:xfrm>
                <a:off x="1476375" y="6755519"/>
                <a:ext cx="1066800" cy="10668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E9128C-69BA-4AF8-8FF8-5A7BDA164A55}"/>
                </a:ext>
              </a:extLst>
            </p:cNvPr>
            <p:cNvSpPr/>
            <p:nvPr/>
          </p:nvSpPr>
          <p:spPr>
            <a:xfrm>
              <a:off x="1891466" y="3423684"/>
              <a:ext cx="48426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1</a:t>
              </a:r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3F6314E-ED23-4B9D-A13E-0DF33CF88F42}"/>
              </a:ext>
            </a:extLst>
          </p:cNvPr>
          <p:cNvSpPr/>
          <p:nvPr/>
        </p:nvSpPr>
        <p:spPr>
          <a:xfrm>
            <a:off x="3008672" y="3249473"/>
            <a:ext cx="7659328" cy="2619233"/>
          </a:xfrm>
          <a:prstGeom prst="roundRect">
            <a:avLst>
              <a:gd name="adj" fmla="val 4014"/>
            </a:avLst>
          </a:prstGeom>
          <a:solidFill>
            <a:schemeClr val="bg1"/>
          </a:solidFill>
          <a:ln>
            <a:noFill/>
          </a:ln>
          <a:effectLst>
            <a:outerShdw blurRad="292100" dist="38100" dir="5400000" algn="t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64123A6-7360-4D69-BE15-35845A1AD31C}"/>
              </a:ext>
            </a:extLst>
          </p:cNvPr>
          <p:cNvSpPr/>
          <p:nvPr/>
        </p:nvSpPr>
        <p:spPr>
          <a:xfrm>
            <a:off x="6579697" y="5025779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Ubuntu" panose="020B0504030602030204" pitchFamily="34" charset="0"/>
              </a:rPr>
              <a:t>MORE DETAILS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74F582-6AD7-42B5-B0C2-D2D377CA0966}"/>
              </a:ext>
            </a:extLst>
          </p:cNvPr>
          <p:cNvSpPr/>
          <p:nvPr/>
        </p:nvSpPr>
        <p:spPr>
          <a:xfrm>
            <a:off x="6530608" y="3752059"/>
            <a:ext cx="2499091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Choose what to learn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C385B1-3C8F-400A-B644-DF53E40DB3DA}"/>
              </a:ext>
            </a:extLst>
          </p:cNvPr>
          <p:cNvSpPr/>
          <p:nvPr/>
        </p:nvSpPr>
        <p:spPr>
          <a:xfrm>
            <a:off x="6530609" y="4185587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5E19896-245F-44F9-A388-B1F2102CA3B9}"/>
              </a:ext>
            </a:extLst>
          </p:cNvPr>
          <p:cNvSpPr/>
          <p:nvPr/>
        </p:nvSpPr>
        <p:spPr>
          <a:xfrm>
            <a:off x="8394886" y="2672413"/>
            <a:ext cx="3797114" cy="10530509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1DFE0A3-409D-4A37-BAB9-F392C0D6AC3B}"/>
              </a:ext>
            </a:extLst>
          </p:cNvPr>
          <p:cNvGrpSpPr/>
          <p:nvPr/>
        </p:nvGrpSpPr>
        <p:grpSpPr>
          <a:xfrm>
            <a:off x="11161326" y="6472513"/>
            <a:ext cx="809162" cy="169754"/>
            <a:chOff x="5168900" y="3238500"/>
            <a:chExt cx="1816102" cy="381000"/>
          </a:xfrm>
        </p:grpSpPr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A9E3655B-E822-4C15-A724-0C933D54B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2" y="3238500"/>
              <a:ext cx="381000" cy="381000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DC0E709-5947-4471-B00B-0AC2928D8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900" y="3238500"/>
              <a:ext cx="381000" cy="381000"/>
            </a:xfrm>
            <a:prstGeom prst="rect">
              <a:avLst/>
            </a:prstGeom>
          </p:spPr>
        </p:pic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5FC3550-D054-4626-BC5D-D9880733618A}"/>
                </a:ext>
              </a:extLst>
            </p:cNvPr>
            <p:cNvSpPr/>
            <p:nvPr/>
          </p:nvSpPr>
          <p:spPr>
            <a:xfrm>
              <a:off x="5885617" y="3274545"/>
              <a:ext cx="382668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solidFill>
              <a:srgbClr val="FF9800"/>
            </a:solidFill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5655AD0-AE86-4CBD-87F9-9A27AECDD0AD}"/>
              </a:ext>
            </a:extLst>
          </p:cNvPr>
          <p:cNvSpPr txBox="1"/>
          <p:nvPr/>
        </p:nvSpPr>
        <p:spPr>
          <a:xfrm>
            <a:off x="221512" y="6398640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coder:</a:t>
            </a:r>
            <a:r>
              <a:rPr lang="en-US" sz="1200" b="1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//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FE2D0CF-DB02-42E2-82DF-F4D6B8B2D9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08921"/>
      </p:ext>
    </p:extLst>
  </p:cSld>
  <p:clrMapOvr>
    <a:masterClrMapping/>
  </p:clrMapOvr>
  <p:transition spd="slow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2" presetClass="entr" presetSubtype="8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4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2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8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9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1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14" grpId="0" animBg="1"/>
          <p:bldP spid="18" grpId="0" animBg="1"/>
          <p:bldP spid="19" grpId="0"/>
          <p:bldP spid="20" grpId="0"/>
          <p:bldP spid="2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2" presetClass="entr" presetSubtype="8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4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2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1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14" grpId="0" animBg="1"/>
          <p:bldP spid="18" grpId="0" animBg="1"/>
          <p:bldP spid="19" grpId="0"/>
          <p:bldP spid="20" grpId="0"/>
          <p:bldP spid="22" grpId="0" animBg="1"/>
        </p:bldLst>
      </p:timing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6B4A575-2DE9-4A6B-AAC9-B7D76D20D1A9}"/>
              </a:ext>
            </a:extLst>
          </p:cNvPr>
          <p:cNvSpPr/>
          <p:nvPr/>
        </p:nvSpPr>
        <p:spPr>
          <a:xfrm>
            <a:off x="8394886" y="-4191832"/>
            <a:ext cx="3797114" cy="10530509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467537-FF0C-4C09-877A-478AA1EE9A45}"/>
              </a:ext>
            </a:extLst>
          </p:cNvPr>
          <p:cNvCxnSpPr>
            <a:cxnSpLocks/>
          </p:cNvCxnSpPr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2122C2E-1EE7-42C7-8444-0286DE2035DF}"/>
              </a:ext>
            </a:extLst>
          </p:cNvPr>
          <p:cNvGrpSpPr/>
          <p:nvPr/>
        </p:nvGrpSpPr>
        <p:grpSpPr>
          <a:xfrm>
            <a:off x="1774723" y="3070123"/>
            <a:ext cx="717754" cy="717754"/>
            <a:chOff x="1774723" y="3249473"/>
            <a:chExt cx="717754" cy="7177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B3528FB-6683-4D24-8909-F6657213147A}"/>
                </a:ext>
              </a:extLst>
            </p:cNvPr>
            <p:cNvGrpSpPr/>
            <p:nvPr/>
          </p:nvGrpSpPr>
          <p:grpSpPr>
            <a:xfrm>
              <a:off x="1774723" y="3249473"/>
              <a:ext cx="717754" cy="717754"/>
              <a:chOff x="1219200" y="6498344"/>
              <a:chExt cx="1581150" cy="158115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4D33F7F-15D2-403E-9CE5-3D3E8C1C464C}"/>
                  </a:ext>
                </a:extLst>
              </p:cNvPr>
              <p:cNvSpPr/>
              <p:nvPr/>
            </p:nvSpPr>
            <p:spPr>
              <a:xfrm>
                <a:off x="1219200" y="6498344"/>
                <a:ext cx="1581150" cy="1581150"/>
              </a:xfrm>
              <a:prstGeom prst="ellipse">
                <a:avLst/>
              </a:prstGeom>
              <a:solidFill>
                <a:srgbClr val="F1F3FE"/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>
                <a:innerShdw blurRad="165100">
                  <a:prstClr val="black">
                    <a:alpha val="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507FB0C-7EBB-4FA7-9125-F9EF446DC838}"/>
                  </a:ext>
                </a:extLst>
              </p:cNvPr>
              <p:cNvSpPr/>
              <p:nvPr/>
            </p:nvSpPr>
            <p:spPr>
              <a:xfrm>
                <a:off x="1476375" y="6755519"/>
                <a:ext cx="1066800" cy="10668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A6C922-FCD5-4BFA-950B-D3B71FBA7033}"/>
                </a:ext>
              </a:extLst>
            </p:cNvPr>
            <p:cNvSpPr/>
            <p:nvPr/>
          </p:nvSpPr>
          <p:spPr>
            <a:xfrm>
              <a:off x="1891466" y="3423684"/>
              <a:ext cx="48426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2</a:t>
              </a: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FE4B2B-A24B-490B-9935-7C2D7A846DEE}"/>
              </a:ext>
            </a:extLst>
          </p:cNvPr>
          <p:cNvSpPr/>
          <p:nvPr/>
        </p:nvSpPr>
        <p:spPr>
          <a:xfrm>
            <a:off x="3008672" y="1434585"/>
            <a:ext cx="7659328" cy="3988830"/>
          </a:xfrm>
          <a:prstGeom prst="roundRect">
            <a:avLst>
              <a:gd name="adj" fmla="val 4014"/>
            </a:avLst>
          </a:prstGeom>
          <a:solidFill>
            <a:schemeClr val="bg1"/>
          </a:solidFill>
          <a:ln>
            <a:noFill/>
          </a:ln>
          <a:effectLst>
            <a:outerShdw blurRad="292100" dist="38100" dir="5400000" algn="t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C8ED22-C9B1-4022-B9A5-6591F91C075F}"/>
              </a:ext>
            </a:extLst>
          </p:cNvPr>
          <p:cNvSpPr/>
          <p:nvPr/>
        </p:nvSpPr>
        <p:spPr>
          <a:xfrm>
            <a:off x="6530608" y="1934940"/>
            <a:ext cx="2499091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Learning by doing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45AF16-D336-4271-A446-371E0772B02A}"/>
              </a:ext>
            </a:extLst>
          </p:cNvPr>
          <p:cNvSpPr/>
          <p:nvPr/>
        </p:nvSpPr>
        <p:spPr>
          <a:xfrm>
            <a:off x="6530609" y="2368468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4F6AA9-9F58-48E1-BCD9-0F963B84BE3D}"/>
              </a:ext>
            </a:extLst>
          </p:cNvPr>
          <p:cNvGrpSpPr/>
          <p:nvPr/>
        </p:nvGrpSpPr>
        <p:grpSpPr>
          <a:xfrm>
            <a:off x="6786253" y="3188315"/>
            <a:ext cx="2732700" cy="276999"/>
            <a:chOff x="4493600" y="4261354"/>
            <a:chExt cx="2732700" cy="27699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FD8A98F-DCEC-44ED-B01E-C100AB437E57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A329ACEE-0BEA-4946-AE64-553F83FC27A1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100000">
                    <a:schemeClr val="accent4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 7">
                <a:extLst>
                  <a:ext uri="{FF2B5EF4-FFF2-40B4-BE49-F238E27FC236}">
                    <a16:creationId xmlns:a16="http://schemas.microsoft.com/office/drawing/2014/main" id="{AA40E1F0-D741-4FD2-B239-1A8FA53DB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BEFE066-BAED-4E11-A298-88901DC5E292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2E91C04-E9EE-4552-8939-C5142D81D222}"/>
              </a:ext>
            </a:extLst>
          </p:cNvPr>
          <p:cNvGrpSpPr/>
          <p:nvPr/>
        </p:nvGrpSpPr>
        <p:grpSpPr>
          <a:xfrm>
            <a:off x="6786253" y="3631258"/>
            <a:ext cx="2732700" cy="276999"/>
            <a:chOff x="4493600" y="4261354"/>
            <a:chExt cx="2732700" cy="27699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67A250B-040F-498B-BE1F-BFC75CBC91E5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256DF93D-3EB7-4E6B-9ACA-3C5A5B2A0A17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 7">
                <a:extLst>
                  <a:ext uri="{FF2B5EF4-FFF2-40B4-BE49-F238E27FC236}">
                    <a16:creationId xmlns:a16="http://schemas.microsoft.com/office/drawing/2014/main" id="{820F5C92-E8E2-4C88-B56B-286B4CE3F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7AB0D5-0AE7-43B5-BD73-F76D77C411BF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66D7FC-3447-4200-ABD8-C9F042AC06D7}"/>
              </a:ext>
            </a:extLst>
          </p:cNvPr>
          <p:cNvGrpSpPr/>
          <p:nvPr/>
        </p:nvGrpSpPr>
        <p:grpSpPr>
          <a:xfrm>
            <a:off x="6786253" y="4074201"/>
            <a:ext cx="2732700" cy="276999"/>
            <a:chOff x="4493600" y="4261354"/>
            <a:chExt cx="2732700" cy="2769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368CA4D-2552-4A9E-B9BC-98FAA272E666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FE7D8E80-244D-49DB-9A23-542CAE90B97A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7F5EA3FF-70B8-49FF-8430-432452063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75813DA-65F2-4C9B-921D-2E7F4C902E5D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5B10A9E-226B-4F25-A5B0-BB35C7386ACF}"/>
              </a:ext>
            </a:extLst>
          </p:cNvPr>
          <p:cNvGrpSpPr/>
          <p:nvPr/>
        </p:nvGrpSpPr>
        <p:grpSpPr>
          <a:xfrm>
            <a:off x="6786253" y="4517145"/>
            <a:ext cx="2732700" cy="276999"/>
            <a:chOff x="4493600" y="4261354"/>
            <a:chExt cx="2732700" cy="276999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476EFE0-34B6-4783-81EA-11EC8B63FDCB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912C5F86-D5A9-4EAF-974F-D647D2107FA2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Freeform 7">
                <a:extLst>
                  <a:ext uri="{FF2B5EF4-FFF2-40B4-BE49-F238E27FC236}">
                    <a16:creationId xmlns:a16="http://schemas.microsoft.com/office/drawing/2014/main" id="{18663257-5FB8-4E73-A95D-AF9079C4A5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40F9B2A-14E3-4645-B656-381942B77413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8282C48-787D-40A9-A879-C2243BF77DB0}"/>
              </a:ext>
            </a:extLst>
          </p:cNvPr>
          <p:cNvGrpSpPr/>
          <p:nvPr/>
        </p:nvGrpSpPr>
        <p:grpSpPr>
          <a:xfrm>
            <a:off x="1342633" y="6429418"/>
            <a:ext cx="2626016" cy="246221"/>
            <a:chOff x="666027" y="6491338"/>
            <a:chExt cx="2626016" cy="24622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C0CCA0C-2A9B-418F-95A2-9E8A1B3DDE1A}"/>
                </a:ext>
              </a:extLst>
            </p:cNvPr>
            <p:cNvSpPr txBox="1"/>
            <p:nvPr/>
          </p:nvSpPr>
          <p:spPr>
            <a:xfrm>
              <a:off x="771801" y="6491338"/>
              <a:ext cx="25202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0" spc="300" dirty="0">
                  <a:solidFill>
                    <a:schemeClr val="bg1">
                      <a:lumMod val="8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2019.All Rights Reserved</a:t>
              </a:r>
              <a:endParaRPr lang="id-ID" sz="1000" b="0" spc="300" dirty="0">
                <a:solidFill>
                  <a:schemeClr val="bg1">
                    <a:lumMod val="8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3" name="Freeform 62">
              <a:extLst>
                <a:ext uri="{FF2B5EF4-FFF2-40B4-BE49-F238E27FC236}">
                  <a16:creationId xmlns:a16="http://schemas.microsoft.com/office/drawing/2014/main" id="{F855461B-1BB3-41C1-84B7-ABDC3399D1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027" y="6562424"/>
              <a:ext cx="95578" cy="93971"/>
            </a:xfrm>
            <a:custGeom>
              <a:avLst/>
              <a:gdLst>
                <a:gd name="T0" fmla="*/ 92739 w 55"/>
                <a:gd name="T1" fmla="*/ 185737 h 54"/>
                <a:gd name="T2" fmla="*/ 0 w 55"/>
                <a:gd name="T3" fmla="*/ 92869 h 54"/>
                <a:gd name="T4" fmla="*/ 92739 w 55"/>
                <a:gd name="T5" fmla="*/ 0 h 54"/>
                <a:gd name="T6" fmla="*/ 188913 w 55"/>
                <a:gd name="T7" fmla="*/ 92869 h 54"/>
                <a:gd name="T8" fmla="*/ 92739 w 55"/>
                <a:gd name="T9" fmla="*/ 185737 h 54"/>
                <a:gd name="T10" fmla="*/ 13739 w 55"/>
                <a:gd name="T11" fmla="*/ 92869 h 54"/>
                <a:gd name="T12" fmla="*/ 92739 w 55"/>
                <a:gd name="T13" fmla="*/ 171979 h 54"/>
                <a:gd name="T14" fmla="*/ 171739 w 55"/>
                <a:gd name="T15" fmla="*/ 92869 h 54"/>
                <a:gd name="T16" fmla="*/ 92739 w 55"/>
                <a:gd name="T17" fmla="*/ 13758 h 54"/>
                <a:gd name="T18" fmla="*/ 13739 w 55"/>
                <a:gd name="T19" fmla="*/ 92869 h 54"/>
                <a:gd name="T20" fmla="*/ 140826 w 55"/>
                <a:gd name="T21" fmla="*/ 127264 h 54"/>
                <a:gd name="T22" fmla="*/ 96174 w 55"/>
                <a:gd name="T23" fmla="*/ 151341 h 54"/>
                <a:gd name="T24" fmla="*/ 37783 w 55"/>
                <a:gd name="T25" fmla="*/ 92869 h 54"/>
                <a:gd name="T26" fmla="*/ 96174 w 55"/>
                <a:gd name="T27" fmla="*/ 34396 h 54"/>
                <a:gd name="T28" fmla="*/ 137391 w 55"/>
                <a:gd name="T29" fmla="*/ 58473 h 54"/>
                <a:gd name="T30" fmla="*/ 137391 w 55"/>
                <a:gd name="T31" fmla="*/ 72231 h 54"/>
                <a:gd name="T32" fmla="*/ 137391 w 55"/>
                <a:gd name="T33" fmla="*/ 72231 h 54"/>
                <a:gd name="T34" fmla="*/ 123652 w 55"/>
                <a:gd name="T35" fmla="*/ 72231 h 54"/>
                <a:gd name="T36" fmla="*/ 120217 w 55"/>
                <a:gd name="T37" fmla="*/ 72231 h 54"/>
                <a:gd name="T38" fmla="*/ 120217 w 55"/>
                <a:gd name="T39" fmla="*/ 61912 h 54"/>
                <a:gd name="T40" fmla="*/ 96174 w 55"/>
                <a:gd name="T41" fmla="*/ 51594 h 54"/>
                <a:gd name="T42" fmla="*/ 54957 w 55"/>
                <a:gd name="T43" fmla="*/ 92869 h 54"/>
                <a:gd name="T44" fmla="*/ 96174 w 55"/>
                <a:gd name="T45" fmla="*/ 134143 h 54"/>
                <a:gd name="T46" fmla="*/ 120217 w 55"/>
                <a:gd name="T47" fmla="*/ 123825 h 54"/>
                <a:gd name="T48" fmla="*/ 120217 w 55"/>
                <a:gd name="T49" fmla="*/ 113506 h 54"/>
                <a:gd name="T50" fmla="*/ 123652 w 55"/>
                <a:gd name="T51" fmla="*/ 113506 h 54"/>
                <a:gd name="T52" fmla="*/ 137391 w 55"/>
                <a:gd name="T53" fmla="*/ 113506 h 54"/>
                <a:gd name="T54" fmla="*/ 140826 w 55"/>
                <a:gd name="T55" fmla="*/ 113506 h 54"/>
                <a:gd name="T56" fmla="*/ 140826 w 55"/>
                <a:gd name="T57" fmla="*/ 127264 h 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5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4"/>
                    <a:pt x="27" y="54"/>
                  </a:cubicBezTo>
                  <a:close/>
                  <a:moveTo>
                    <a:pt x="4" y="27"/>
                  </a:moveTo>
                  <a:cubicBezTo>
                    <a:pt x="4" y="40"/>
                    <a:pt x="15" y="50"/>
                    <a:pt x="27" y="50"/>
                  </a:cubicBezTo>
                  <a:cubicBezTo>
                    <a:pt x="40" y="50"/>
                    <a:pt x="50" y="40"/>
                    <a:pt x="50" y="27"/>
                  </a:cubicBezTo>
                  <a:cubicBezTo>
                    <a:pt x="50" y="14"/>
                    <a:pt x="40" y="4"/>
                    <a:pt x="27" y="4"/>
                  </a:cubicBezTo>
                  <a:cubicBezTo>
                    <a:pt x="15" y="4"/>
                    <a:pt x="4" y="14"/>
                    <a:pt x="4" y="27"/>
                  </a:cubicBezTo>
                  <a:close/>
                  <a:moveTo>
                    <a:pt x="41" y="37"/>
                  </a:moveTo>
                  <a:cubicBezTo>
                    <a:pt x="41" y="42"/>
                    <a:pt x="33" y="44"/>
                    <a:pt x="28" y="44"/>
                  </a:cubicBezTo>
                  <a:cubicBezTo>
                    <a:pt x="18" y="44"/>
                    <a:pt x="11" y="37"/>
                    <a:pt x="11" y="27"/>
                  </a:cubicBezTo>
                  <a:cubicBezTo>
                    <a:pt x="11" y="17"/>
                    <a:pt x="18" y="10"/>
                    <a:pt x="28" y="10"/>
                  </a:cubicBezTo>
                  <a:cubicBezTo>
                    <a:pt x="31" y="10"/>
                    <a:pt x="40" y="11"/>
                    <a:pt x="40" y="17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6"/>
                    <a:pt x="31" y="15"/>
                    <a:pt x="28" y="15"/>
                  </a:cubicBezTo>
                  <a:cubicBezTo>
                    <a:pt x="21" y="15"/>
                    <a:pt x="16" y="20"/>
                    <a:pt x="16" y="27"/>
                  </a:cubicBezTo>
                  <a:cubicBezTo>
                    <a:pt x="16" y="34"/>
                    <a:pt x="21" y="39"/>
                    <a:pt x="28" y="39"/>
                  </a:cubicBezTo>
                  <a:cubicBezTo>
                    <a:pt x="31" y="39"/>
                    <a:pt x="35" y="38"/>
                    <a:pt x="35" y="36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6" y="33"/>
                    <a:pt x="36" y="33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lnTo>
                    <a:pt x="41" y="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000" b="0" dirty="0">
                <a:solidFill>
                  <a:schemeClr val="bg1">
                    <a:lumMod val="8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12241A8-B0EA-4EF0-9AB3-6046FEB57020}"/>
              </a:ext>
            </a:extLst>
          </p:cNvPr>
          <p:cNvGrpSpPr/>
          <p:nvPr/>
        </p:nvGrpSpPr>
        <p:grpSpPr>
          <a:xfrm>
            <a:off x="11161326" y="6472513"/>
            <a:ext cx="809162" cy="169754"/>
            <a:chOff x="5168900" y="3238500"/>
            <a:chExt cx="1816102" cy="381000"/>
          </a:xfrm>
        </p:grpSpPr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2297E48B-DC16-4B3A-A1C2-AE90C5BAB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2" y="3238500"/>
              <a:ext cx="381000" cy="381000"/>
            </a:xfrm>
            <a:prstGeom prst="rect">
              <a:avLst/>
            </a:prstGeom>
          </p:spPr>
        </p:pic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A95E2849-718C-4367-A84E-68577A18A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900" y="3238500"/>
              <a:ext cx="381000" cy="381000"/>
            </a:xfrm>
            <a:prstGeom prst="rect">
              <a:avLst/>
            </a:prstGeom>
          </p:spPr>
        </p:pic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056251B-159A-4C75-A9F3-E3F1C25BA158}"/>
                </a:ext>
              </a:extLst>
            </p:cNvPr>
            <p:cNvSpPr/>
            <p:nvPr/>
          </p:nvSpPr>
          <p:spPr>
            <a:xfrm>
              <a:off x="5885617" y="3274545"/>
              <a:ext cx="382668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solidFill>
              <a:srgbClr val="FF9800"/>
            </a:solidFill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DF99E98-AAFB-4B77-9598-B09FA2CCC336}"/>
              </a:ext>
            </a:extLst>
          </p:cNvPr>
          <p:cNvSpPr txBox="1"/>
          <p:nvPr/>
        </p:nvSpPr>
        <p:spPr>
          <a:xfrm>
            <a:off x="221512" y="6398640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coder:</a:t>
            </a:r>
            <a:r>
              <a:rPr lang="en-US" sz="1200" b="1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//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12F7CE-B7E5-4585-86FC-18AB693D5970}"/>
              </a:ext>
            </a:extLst>
          </p:cNvPr>
          <p:cNvSpPr txBox="1"/>
          <p:nvPr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37</a:t>
            </a:fld>
            <a:r>
              <a:rPr lang="en-US" sz="2400" b="1" i="0" spc="0" baseline="30000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accent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014895F-EE87-4806-814A-94A490A5F0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2535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35D6AE-6528-4CD7-8B0E-86057D50CF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F32D7E-3D43-4D02-846D-517074E4FCE1}"/>
              </a:ext>
            </a:extLst>
          </p:cNvPr>
          <p:cNvGrpSpPr/>
          <p:nvPr/>
        </p:nvGrpSpPr>
        <p:grpSpPr>
          <a:xfrm>
            <a:off x="6517949" y="4434779"/>
            <a:ext cx="5674051" cy="2423221"/>
            <a:chOff x="3512828" y="1479894"/>
            <a:chExt cx="6064881" cy="2590133"/>
          </a:xfrm>
          <a:solidFill>
            <a:schemeClr val="bg1">
              <a:alpha val="2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D48C92-5DD5-472F-AB8E-1FC728DE04C8}"/>
                </a:ext>
              </a:extLst>
            </p:cNvPr>
            <p:cNvSpPr/>
            <p:nvPr/>
          </p:nvSpPr>
          <p:spPr>
            <a:xfrm>
              <a:off x="5371012" y="1479894"/>
              <a:ext cx="2349361" cy="2590133"/>
            </a:xfrm>
            <a:custGeom>
              <a:avLst/>
              <a:gdLst/>
              <a:ahLst/>
              <a:cxnLst/>
              <a:rect l="l" t="t" r="r" b="b"/>
              <a:pathLst>
                <a:path w="2349361" h="2590133">
                  <a:moveTo>
                    <a:pt x="1805798" y="0"/>
                  </a:moveTo>
                  <a:lnTo>
                    <a:pt x="2349361" y="0"/>
                  </a:lnTo>
                  <a:lnTo>
                    <a:pt x="539915" y="2590133"/>
                  </a:lnTo>
                  <a:lnTo>
                    <a:pt x="0" y="2590133"/>
                  </a:lnTo>
                  <a:lnTo>
                    <a:pt x="180579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42AE301-3521-43FD-A8F6-540EA658AB48}"/>
                </a:ext>
              </a:extLst>
            </p:cNvPr>
            <p:cNvSpPr/>
            <p:nvPr/>
          </p:nvSpPr>
          <p:spPr>
            <a:xfrm>
              <a:off x="3512828" y="1961901"/>
              <a:ext cx="1539487" cy="2079403"/>
            </a:xfrm>
            <a:custGeom>
              <a:avLst/>
              <a:gdLst/>
              <a:ahLst/>
              <a:cxnLst/>
              <a:rect l="l" t="t" r="r" b="b"/>
              <a:pathLst>
                <a:path w="1539487" h="2079403">
                  <a:moveTo>
                    <a:pt x="1539487" y="0"/>
                  </a:moveTo>
                  <a:lnTo>
                    <a:pt x="1539487" y="518027"/>
                  </a:lnTo>
                  <a:lnTo>
                    <a:pt x="711374" y="1036054"/>
                  </a:lnTo>
                  <a:lnTo>
                    <a:pt x="1539487" y="1532192"/>
                  </a:lnTo>
                  <a:lnTo>
                    <a:pt x="1539487" y="2079403"/>
                  </a:lnTo>
                  <a:lnTo>
                    <a:pt x="0" y="1167384"/>
                  </a:lnTo>
                  <a:lnTo>
                    <a:pt x="0" y="930260"/>
                  </a:lnTo>
                  <a:lnTo>
                    <a:pt x="153948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04CE5B3-14E7-498F-88E4-B5B306861F79}"/>
                </a:ext>
              </a:extLst>
            </p:cNvPr>
            <p:cNvSpPr/>
            <p:nvPr/>
          </p:nvSpPr>
          <p:spPr>
            <a:xfrm>
              <a:off x="8038222" y="1961901"/>
              <a:ext cx="1539487" cy="2079403"/>
            </a:xfrm>
            <a:custGeom>
              <a:avLst/>
              <a:gdLst/>
              <a:ahLst/>
              <a:cxnLst/>
              <a:rect l="l" t="t" r="r" b="b"/>
              <a:pathLst>
                <a:path w="1539487" h="2079403">
                  <a:moveTo>
                    <a:pt x="0" y="0"/>
                  </a:moveTo>
                  <a:lnTo>
                    <a:pt x="1539487" y="930260"/>
                  </a:lnTo>
                  <a:lnTo>
                    <a:pt x="1539487" y="1167384"/>
                  </a:lnTo>
                  <a:lnTo>
                    <a:pt x="0" y="2079403"/>
                  </a:lnTo>
                  <a:lnTo>
                    <a:pt x="0" y="1532192"/>
                  </a:lnTo>
                  <a:lnTo>
                    <a:pt x="828112" y="1036054"/>
                  </a:lnTo>
                  <a:lnTo>
                    <a:pt x="0" y="51802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A71B575-0EAC-40E4-AB38-C6DB3416182E}"/>
              </a:ext>
            </a:extLst>
          </p:cNvPr>
          <p:cNvSpPr/>
          <p:nvPr/>
        </p:nvSpPr>
        <p:spPr>
          <a:xfrm>
            <a:off x="1211766" y="2103661"/>
            <a:ext cx="955787" cy="2650678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D1E655-584C-4112-BC5C-3482A752696D}"/>
              </a:ext>
            </a:extLst>
          </p:cNvPr>
          <p:cNvSpPr/>
          <p:nvPr/>
        </p:nvSpPr>
        <p:spPr>
          <a:xfrm>
            <a:off x="2450016" y="2336393"/>
            <a:ext cx="882015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if(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coffee=true</a:t>
            </a:r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3200" dirty="0">
                <a:solidFill>
                  <a:schemeClr val="bg1">
                    <a:alpha val="70000"/>
                  </a:schemeClr>
                </a:solidFill>
                <a:latin typeface="Consolas" panose="020B0609020204030204" pitchFamily="49" charset="0"/>
              </a:rPr>
              <a:t>  /* </a:t>
            </a:r>
            <a:r>
              <a:rPr lang="en-US" sz="3200" dirty="0" err="1">
                <a:solidFill>
                  <a:schemeClr val="bg1">
                    <a:alpha val="70000"/>
                  </a:schemeClr>
                </a:solidFill>
                <a:latin typeface="Consolas" panose="020B0609020204030204" pitchFamily="49" charset="0"/>
              </a:rPr>
              <a:t>let’break</a:t>
            </a:r>
            <a:r>
              <a:rPr lang="en-US" sz="3200" dirty="0">
                <a:solidFill>
                  <a:schemeClr val="bg1">
                    <a:alpha val="70000"/>
                  </a:schemeClr>
                </a:solidFill>
                <a:latin typeface="Consolas" panose="020B0609020204030204" pitchFamily="49" charset="0"/>
              </a:rPr>
              <a:t> with a cup </a:t>
            </a:r>
            <a:r>
              <a:rPr lang="en-US" sz="3200" dirty="0" err="1">
                <a:solidFill>
                  <a:schemeClr val="bg1">
                    <a:alpha val="70000"/>
                  </a:schemeClr>
                </a:solidFill>
                <a:latin typeface="Consolas" panose="020B0609020204030204" pitchFamily="49" charset="0"/>
              </a:rPr>
              <a:t>coffe</a:t>
            </a:r>
            <a:r>
              <a:rPr lang="en-US" sz="3200" dirty="0">
                <a:solidFill>
                  <a:schemeClr val="bg1">
                    <a:alpha val="70000"/>
                  </a:schemeClr>
                </a:solidFill>
                <a:latin typeface="Consolas" panose="020B0609020204030204" pitchFamily="49" charset="0"/>
              </a:rPr>
              <a:t> */</a:t>
            </a:r>
          </a:p>
          <a:p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n-US" sz="4000" b="1" dirty="0">
                <a:solidFill>
                  <a:schemeClr val="accent4"/>
                </a:solidFill>
                <a:latin typeface="Consolas" panose="020B0609020204030204" pitchFamily="49" charset="0"/>
              </a:rPr>
              <a:t>break;</a:t>
            </a:r>
          </a:p>
          <a:p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36BC6-08ED-4111-832C-E901AB0042A8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794294" y="207034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37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8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0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1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2" accel="50000" fill="hold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4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5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37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10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900" decel="1000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37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900" decel="100000" fill="hold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37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900" decel="100000" fill="hold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37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900" decel="100000" fill="hold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8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8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2" ac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37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9" dur="10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900" decel="1000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37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5" dur="1000" fill="hold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900" decel="100000" fill="hold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37" presetClass="entr" presetSubtype="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1" dur="1000" fill="hold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900" decel="100000" fill="hold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37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7" dur="1000" fill="hold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900" decel="100000" fill="hold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8" grpId="0" animBg="1"/>
        </p:bldLst>
      </p:timing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E430307-D587-4261-8C3E-ED095A605827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F857A4-CE09-4BB8-8EB2-F7E81463AAA8}"/>
              </a:ext>
            </a:extLst>
          </p:cNvPr>
          <p:cNvSpPr/>
          <p:nvPr/>
        </p:nvSpPr>
        <p:spPr>
          <a:xfrm>
            <a:off x="1524000" y="1476375"/>
            <a:ext cx="9144000" cy="3905250"/>
          </a:xfrm>
          <a:prstGeom prst="roundRect">
            <a:avLst>
              <a:gd name="adj" fmla="val 10813"/>
            </a:avLst>
          </a:prstGeom>
          <a:solidFill>
            <a:schemeClr val="bg1">
              <a:alpha val="50000"/>
            </a:schemeClr>
          </a:solidFill>
          <a:ln w="63500">
            <a:gradFill flip="none" rotWithShape="1">
              <a:gsLst>
                <a:gs pos="0">
                  <a:schemeClr val="accent4"/>
                </a:gs>
                <a:gs pos="100000">
                  <a:schemeClr val="accent6"/>
                </a:gs>
                <a:gs pos="51000">
                  <a:schemeClr val="accent5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5C306E4-B68D-4CBF-977D-966590AF42A0}"/>
              </a:ext>
            </a:extLst>
          </p:cNvPr>
          <p:cNvSpPr/>
          <p:nvPr/>
        </p:nvSpPr>
        <p:spPr>
          <a:xfrm>
            <a:off x="2847979" y="2737624"/>
            <a:ext cx="498595" cy="1382751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1E4AEA-CB27-4577-A42A-14F7435C1B54}"/>
              </a:ext>
            </a:extLst>
          </p:cNvPr>
          <p:cNvSpPr/>
          <p:nvPr/>
        </p:nvSpPr>
        <p:spPr>
          <a:xfrm flipH="1">
            <a:off x="8845426" y="2737624"/>
            <a:ext cx="498595" cy="1382751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E487F-2336-4B97-8E94-40B7DAE4DCA7}"/>
              </a:ext>
            </a:extLst>
          </p:cNvPr>
          <p:cNvSpPr/>
          <p:nvPr/>
        </p:nvSpPr>
        <p:spPr>
          <a:xfrm>
            <a:off x="3888658" y="2814825"/>
            <a:ext cx="44146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Ubuntu" panose="020B0504030602030204" pitchFamily="34" charset="0"/>
              </a:rPr>
              <a:t>Slide Break</a:t>
            </a:r>
            <a:endParaRPr lang="en-US" sz="5400" b="0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236F28-E5DA-458B-AED7-8D13D2D02666}"/>
              </a:ext>
            </a:extLst>
          </p:cNvPr>
          <p:cNvGrpSpPr/>
          <p:nvPr/>
        </p:nvGrpSpPr>
        <p:grpSpPr>
          <a:xfrm flipV="1">
            <a:off x="5791200" y="3785473"/>
            <a:ext cx="609600" cy="143166"/>
            <a:chOff x="3010825" y="-1115126"/>
            <a:chExt cx="2659052" cy="624478"/>
          </a:xfrm>
          <a:solidFill>
            <a:schemeClr val="bg1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4DF0596-9F9E-496E-A5F3-D3BA8F4254D3}"/>
                </a:ext>
              </a:extLst>
            </p:cNvPr>
            <p:cNvSpPr/>
            <p:nvPr/>
          </p:nvSpPr>
          <p:spPr>
            <a:xfrm>
              <a:off x="3010825" y="-1115126"/>
              <a:ext cx="624476" cy="62447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421AD02-1F78-4205-9758-ED58B036E1A4}"/>
                </a:ext>
              </a:extLst>
            </p:cNvPr>
            <p:cNvSpPr/>
            <p:nvPr/>
          </p:nvSpPr>
          <p:spPr>
            <a:xfrm>
              <a:off x="4028113" y="-1115126"/>
              <a:ext cx="624476" cy="62447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389D231-AF0F-42BF-B5A0-C9DB97F33A03}"/>
                </a:ext>
              </a:extLst>
            </p:cNvPr>
            <p:cNvSpPr/>
            <p:nvPr/>
          </p:nvSpPr>
          <p:spPr>
            <a:xfrm>
              <a:off x="5045401" y="-1115126"/>
              <a:ext cx="624476" cy="62447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CBD4D7-B123-4B59-9FF0-6FDEF9A18E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520A27-216D-4016-9AAB-E9023AE7B8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9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7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11" grpId="0" animBg="1"/>
          <p:bldP spid="12" grpId="0" animBg="1"/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7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11" grpId="0" animBg="1"/>
          <p:bldP spid="12" grpId="0" animBg="1"/>
          <p:bldP spid="10" grpId="0"/>
        </p:bldLst>
      </p:timing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4DB839-BA71-4ED2-B6F7-4502B92C9B19}"/>
              </a:ext>
            </a:extLst>
          </p:cNvPr>
          <p:cNvSpPr/>
          <p:nvPr/>
        </p:nvSpPr>
        <p:spPr>
          <a:xfrm>
            <a:off x="1524000" y="1690991"/>
            <a:ext cx="24875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Office</a:t>
            </a:r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 Data Chart</a:t>
            </a:r>
            <a:endParaRPr lang="en-US" sz="3600" b="0" i="0" dirty="0">
              <a:solidFill>
                <a:srgbClr val="232A4E"/>
              </a:solidFill>
              <a:effectLst/>
              <a:latin typeface="Ubuntu" panose="020B050403060203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151419E-C0AE-4570-826B-8AC22E54DEC6}"/>
              </a:ext>
            </a:extLst>
          </p:cNvPr>
          <p:cNvGrpSpPr/>
          <p:nvPr/>
        </p:nvGrpSpPr>
        <p:grpSpPr>
          <a:xfrm>
            <a:off x="1754332" y="3298994"/>
            <a:ext cx="2732700" cy="276999"/>
            <a:chOff x="4493600" y="4261354"/>
            <a:chExt cx="2732700" cy="27699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1DA046-D629-425F-8DF5-D0915349F7EE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F05C92C-9F9D-4454-A33A-2A76E3E3B56D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100000">
                    <a:schemeClr val="accent4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5DA323E4-F5AB-4049-9AF4-FFEB26DC85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F5FFB7-C005-4977-ADA7-059C16BD029B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47BDBA-8A4A-4E98-BCAC-9CF893D5FF13}"/>
              </a:ext>
            </a:extLst>
          </p:cNvPr>
          <p:cNvGrpSpPr/>
          <p:nvPr/>
        </p:nvGrpSpPr>
        <p:grpSpPr>
          <a:xfrm>
            <a:off x="1754332" y="3741937"/>
            <a:ext cx="2732700" cy="276999"/>
            <a:chOff x="4493600" y="4261354"/>
            <a:chExt cx="2732700" cy="27699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C79C78-0E78-49DD-83FE-AF9010113DAF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F60A3225-963D-4905-858A-D124A793D313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7">
                <a:extLst>
                  <a:ext uri="{FF2B5EF4-FFF2-40B4-BE49-F238E27FC236}">
                    <a16:creationId xmlns:a16="http://schemas.microsoft.com/office/drawing/2014/main" id="{0ECEE686-CD52-47DD-9E18-C0C1182B76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2CC835-72C1-458A-AEB3-8558DA8AB24A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98356E-C70C-47A6-B022-E97FEBEA1172}"/>
              </a:ext>
            </a:extLst>
          </p:cNvPr>
          <p:cNvGrpSpPr/>
          <p:nvPr/>
        </p:nvGrpSpPr>
        <p:grpSpPr>
          <a:xfrm>
            <a:off x="1754332" y="4184880"/>
            <a:ext cx="2732700" cy="276999"/>
            <a:chOff x="4493600" y="4261354"/>
            <a:chExt cx="2732700" cy="27699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1060A0D-478B-4C44-A7A6-266AED19044F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54FD7225-B091-4233-AE7A-C63921F8F2A9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 7">
                <a:extLst>
                  <a:ext uri="{FF2B5EF4-FFF2-40B4-BE49-F238E27FC236}">
                    <a16:creationId xmlns:a16="http://schemas.microsoft.com/office/drawing/2014/main" id="{87C77E06-758B-4151-8C24-6D0043C882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84BD04C-3DF5-4991-82F7-6F9ACA759C79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67A2C51-FA60-4377-9058-38502AA5BD28}"/>
              </a:ext>
            </a:extLst>
          </p:cNvPr>
          <p:cNvGrpSpPr/>
          <p:nvPr/>
        </p:nvGrpSpPr>
        <p:grpSpPr>
          <a:xfrm>
            <a:off x="1754332" y="4627824"/>
            <a:ext cx="2732700" cy="276999"/>
            <a:chOff x="4493600" y="4261354"/>
            <a:chExt cx="2732700" cy="2769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FCCB245-5269-4106-8FD3-7D020A39D1E0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F30A9EF-7BAD-4CCC-9F8A-3BE99579D04A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8C81173C-CA61-49D1-AFA4-E6BC0B01E0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065028-F758-4E7E-9B29-A78C69B2E1B3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28CEDC0-9C90-421B-8E46-256FB83D33DE}"/>
              </a:ext>
            </a:extLst>
          </p:cNvPr>
          <p:cNvGrpSpPr/>
          <p:nvPr/>
        </p:nvGrpSpPr>
        <p:grpSpPr>
          <a:xfrm>
            <a:off x="4876800" y="1129665"/>
            <a:ext cx="6400800" cy="4420782"/>
            <a:chOff x="4876800" y="1129665"/>
            <a:chExt cx="6400800" cy="442078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88BD561-D2E8-481F-9C7C-80ED15F89A29}"/>
                </a:ext>
              </a:extLst>
            </p:cNvPr>
            <p:cNvGrpSpPr/>
            <p:nvPr/>
          </p:nvGrpSpPr>
          <p:grpSpPr>
            <a:xfrm>
              <a:off x="6938950" y="2046002"/>
              <a:ext cx="2334332" cy="2999462"/>
              <a:chOff x="7243750" y="2046002"/>
              <a:chExt cx="2334332" cy="2999462"/>
            </a:xfrm>
          </p:grpSpPr>
          <p:sp>
            <p:nvSpPr>
              <p:cNvPr id="41" name="Freeform 147">
                <a:extLst>
                  <a:ext uri="{FF2B5EF4-FFF2-40B4-BE49-F238E27FC236}">
                    <a16:creationId xmlns:a16="http://schemas.microsoft.com/office/drawing/2014/main" id="{78C62105-1759-44B1-89A6-82C01C037A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801418">
                <a:off x="9349419" y="3391450"/>
                <a:ext cx="228663" cy="325061"/>
              </a:xfrm>
              <a:custGeom>
                <a:avLst/>
                <a:gdLst>
                  <a:gd name="T0" fmla="*/ 151589 w 47"/>
                  <a:gd name="T1" fmla="*/ 161475 h 67"/>
                  <a:gd name="T2" fmla="*/ 93021 w 47"/>
                  <a:gd name="T3" fmla="*/ 161475 h 67"/>
                  <a:gd name="T4" fmla="*/ 86130 w 47"/>
                  <a:gd name="T5" fmla="*/ 226752 h 67"/>
                  <a:gd name="T6" fmla="*/ 82685 w 47"/>
                  <a:gd name="T7" fmla="*/ 230188 h 67"/>
                  <a:gd name="T8" fmla="*/ 82685 w 47"/>
                  <a:gd name="T9" fmla="*/ 230188 h 67"/>
                  <a:gd name="T10" fmla="*/ 75795 w 47"/>
                  <a:gd name="T11" fmla="*/ 226752 h 67"/>
                  <a:gd name="T12" fmla="*/ 65459 w 47"/>
                  <a:gd name="T13" fmla="*/ 161475 h 67"/>
                  <a:gd name="T14" fmla="*/ 10336 w 47"/>
                  <a:gd name="T15" fmla="*/ 161475 h 67"/>
                  <a:gd name="T16" fmla="*/ 0 w 47"/>
                  <a:gd name="T17" fmla="*/ 151168 h 67"/>
                  <a:gd name="T18" fmla="*/ 37897 w 47"/>
                  <a:gd name="T19" fmla="*/ 106505 h 67"/>
                  <a:gd name="T20" fmla="*/ 37897 w 47"/>
                  <a:gd name="T21" fmla="*/ 37792 h 67"/>
                  <a:gd name="T22" fmla="*/ 20671 w 47"/>
                  <a:gd name="T23" fmla="*/ 20614 h 67"/>
                  <a:gd name="T24" fmla="*/ 37897 w 47"/>
                  <a:gd name="T25" fmla="*/ 0 h 67"/>
                  <a:gd name="T26" fmla="*/ 124028 w 47"/>
                  <a:gd name="T27" fmla="*/ 0 h 67"/>
                  <a:gd name="T28" fmla="*/ 144699 w 47"/>
                  <a:gd name="T29" fmla="*/ 20614 h 67"/>
                  <a:gd name="T30" fmla="*/ 124028 w 47"/>
                  <a:gd name="T31" fmla="*/ 37792 h 67"/>
                  <a:gd name="T32" fmla="*/ 124028 w 47"/>
                  <a:gd name="T33" fmla="*/ 106505 h 67"/>
                  <a:gd name="T34" fmla="*/ 161925 w 47"/>
                  <a:gd name="T35" fmla="*/ 151168 h 67"/>
                  <a:gd name="T36" fmla="*/ 151589 w 47"/>
                  <a:gd name="T37" fmla="*/ 161475 h 67"/>
                  <a:gd name="T38" fmla="*/ 68904 w 47"/>
                  <a:gd name="T39" fmla="*/ 41228 h 67"/>
                  <a:gd name="T40" fmla="*/ 62014 w 47"/>
                  <a:gd name="T41" fmla="*/ 37792 h 67"/>
                  <a:gd name="T42" fmla="*/ 58569 w 47"/>
                  <a:gd name="T43" fmla="*/ 41228 h 67"/>
                  <a:gd name="T44" fmla="*/ 58569 w 47"/>
                  <a:gd name="T45" fmla="*/ 103069 h 67"/>
                  <a:gd name="T46" fmla="*/ 62014 w 47"/>
                  <a:gd name="T47" fmla="*/ 106505 h 67"/>
                  <a:gd name="T48" fmla="*/ 68904 w 47"/>
                  <a:gd name="T49" fmla="*/ 103069 h 67"/>
                  <a:gd name="T50" fmla="*/ 68904 w 47"/>
                  <a:gd name="T51" fmla="*/ 41228 h 67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47" h="67">
                    <a:moveTo>
                      <a:pt x="44" y="47"/>
                    </a:moveTo>
                    <a:cubicBezTo>
                      <a:pt x="27" y="47"/>
                      <a:pt x="27" y="47"/>
                      <a:pt x="27" y="47"/>
                    </a:cubicBezTo>
                    <a:cubicBezTo>
                      <a:pt x="25" y="66"/>
                      <a:pt x="25" y="66"/>
                      <a:pt x="25" y="66"/>
                    </a:cubicBezTo>
                    <a:cubicBezTo>
                      <a:pt x="25" y="67"/>
                      <a:pt x="24" y="67"/>
                      <a:pt x="24" y="67"/>
                    </a:cubicBezTo>
                    <a:cubicBezTo>
                      <a:pt x="24" y="67"/>
                      <a:pt x="24" y="67"/>
                      <a:pt x="24" y="67"/>
                    </a:cubicBezTo>
                    <a:cubicBezTo>
                      <a:pt x="23" y="67"/>
                      <a:pt x="22" y="67"/>
                      <a:pt x="22" y="66"/>
                    </a:cubicBezTo>
                    <a:cubicBezTo>
                      <a:pt x="19" y="47"/>
                      <a:pt x="19" y="47"/>
                      <a:pt x="19" y="47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2" y="47"/>
                      <a:pt x="0" y="46"/>
                      <a:pt x="0" y="44"/>
                    </a:cubicBezTo>
                    <a:cubicBezTo>
                      <a:pt x="0" y="38"/>
                      <a:pt x="5" y="31"/>
                      <a:pt x="11" y="31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8" y="11"/>
                      <a:pt x="6" y="8"/>
                      <a:pt x="6" y="6"/>
                    </a:cubicBezTo>
                    <a:cubicBezTo>
                      <a:pt x="6" y="3"/>
                      <a:pt x="8" y="0"/>
                      <a:pt x="11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9" y="0"/>
                      <a:pt x="42" y="3"/>
                      <a:pt x="42" y="6"/>
                    </a:cubicBezTo>
                    <a:cubicBezTo>
                      <a:pt x="42" y="8"/>
                      <a:pt x="39" y="11"/>
                      <a:pt x="36" y="1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42" y="31"/>
                      <a:pt x="47" y="38"/>
                      <a:pt x="47" y="44"/>
                    </a:cubicBezTo>
                    <a:cubicBezTo>
                      <a:pt x="47" y="46"/>
                      <a:pt x="46" y="47"/>
                      <a:pt x="44" y="47"/>
                    </a:cubicBezTo>
                    <a:close/>
                    <a:moveTo>
                      <a:pt x="20" y="12"/>
                    </a:moveTo>
                    <a:cubicBezTo>
                      <a:pt x="20" y="11"/>
                      <a:pt x="19" y="11"/>
                      <a:pt x="18" y="11"/>
                    </a:cubicBezTo>
                    <a:cubicBezTo>
                      <a:pt x="18" y="11"/>
                      <a:pt x="17" y="11"/>
                      <a:pt x="17" y="12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7" y="31"/>
                      <a:pt x="18" y="31"/>
                      <a:pt x="18" y="31"/>
                    </a:cubicBezTo>
                    <a:cubicBezTo>
                      <a:pt x="19" y="31"/>
                      <a:pt x="20" y="31"/>
                      <a:pt x="20" y="30"/>
                    </a:cubicBezTo>
                    <a:lnTo>
                      <a:pt x="20" y="12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en-US" dirty="0"/>
              </a:p>
            </p:txBody>
          </p:sp>
          <p:pic>
            <p:nvPicPr>
              <p:cNvPr id="42" name="Graphic 41">
                <a:extLst>
                  <a:ext uri="{FF2B5EF4-FFF2-40B4-BE49-F238E27FC236}">
                    <a16:creationId xmlns:a16="http://schemas.microsoft.com/office/drawing/2014/main" id="{2073639E-FF77-4556-AA06-24970395B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292025">
                <a:off x="7243750" y="3039032"/>
                <a:ext cx="267571" cy="267571"/>
              </a:xfrm>
              <a:prstGeom prst="rect">
                <a:avLst/>
              </a:prstGeom>
            </p:spPr>
          </p:pic>
          <p:pic>
            <p:nvPicPr>
              <p:cNvPr id="43" name="Graphic 42">
                <a:extLst>
                  <a:ext uri="{FF2B5EF4-FFF2-40B4-BE49-F238E27FC236}">
                    <a16:creationId xmlns:a16="http://schemas.microsoft.com/office/drawing/2014/main" id="{6F7370E6-E608-4356-A8C5-D3B02A77A9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1801418">
                <a:off x="8730289" y="2046002"/>
                <a:ext cx="773324" cy="773324"/>
              </a:xfrm>
              <a:prstGeom prst="rect">
                <a:avLst/>
              </a:prstGeom>
            </p:spPr>
          </p:pic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306470F0-EA02-46C7-A695-A18BEA7C8EC4}"/>
                  </a:ext>
                </a:extLst>
              </p:cNvPr>
              <p:cNvSpPr/>
              <p:nvPr/>
            </p:nvSpPr>
            <p:spPr>
              <a:xfrm rot="19659532">
                <a:off x="7412794" y="2573471"/>
                <a:ext cx="449594" cy="363706"/>
              </a:xfrm>
              <a:custGeom>
                <a:avLst/>
                <a:gdLst>
                  <a:gd name="connsiteX0" fmla="*/ 1602069 w 2550423"/>
                  <a:gd name="connsiteY0" fmla="*/ 1574105 h 2063200"/>
                  <a:gd name="connsiteX1" fmla="*/ 1543109 w 2550423"/>
                  <a:gd name="connsiteY1" fmla="*/ 1588189 h 2063200"/>
                  <a:gd name="connsiteX2" fmla="*/ 996205 w 2550423"/>
                  <a:gd name="connsiteY2" fmla="*/ 1588189 h 2063200"/>
                  <a:gd name="connsiteX3" fmla="*/ 885427 w 2550423"/>
                  <a:gd name="connsiteY3" fmla="*/ 1605965 h 2063200"/>
                  <a:gd name="connsiteX4" fmla="*/ 903202 w 2550423"/>
                  <a:gd name="connsiteY4" fmla="*/ 1716742 h 2063200"/>
                  <a:gd name="connsiteX5" fmla="*/ 1269657 w 2550423"/>
                  <a:gd name="connsiteY5" fmla="*/ 1835614 h 2063200"/>
                  <a:gd name="connsiteX6" fmla="*/ 1636112 w 2550423"/>
                  <a:gd name="connsiteY6" fmla="*/ 1716742 h 2063200"/>
                  <a:gd name="connsiteX7" fmla="*/ 1653887 w 2550423"/>
                  <a:gd name="connsiteY7" fmla="*/ 1605965 h 2063200"/>
                  <a:gd name="connsiteX8" fmla="*/ 1602069 w 2550423"/>
                  <a:gd name="connsiteY8" fmla="*/ 1574105 h 2063200"/>
                  <a:gd name="connsiteX9" fmla="*/ 1666425 w 2550423"/>
                  <a:gd name="connsiteY9" fmla="*/ 1031604 h 2063200"/>
                  <a:gd name="connsiteX10" fmla="*/ 1507718 w 2550423"/>
                  <a:gd name="connsiteY10" fmla="*/ 1190311 h 2063200"/>
                  <a:gd name="connsiteX11" fmla="*/ 1666425 w 2550423"/>
                  <a:gd name="connsiteY11" fmla="*/ 1349018 h 2063200"/>
                  <a:gd name="connsiteX12" fmla="*/ 1825132 w 2550423"/>
                  <a:gd name="connsiteY12" fmla="*/ 1190311 h 2063200"/>
                  <a:gd name="connsiteX13" fmla="*/ 1666425 w 2550423"/>
                  <a:gd name="connsiteY13" fmla="*/ 1031604 h 2063200"/>
                  <a:gd name="connsiteX14" fmla="*/ 872889 w 2550423"/>
                  <a:gd name="connsiteY14" fmla="*/ 1031604 h 2063200"/>
                  <a:gd name="connsiteX15" fmla="*/ 714182 w 2550423"/>
                  <a:gd name="connsiteY15" fmla="*/ 1190311 h 2063200"/>
                  <a:gd name="connsiteX16" fmla="*/ 872889 w 2550423"/>
                  <a:gd name="connsiteY16" fmla="*/ 1349018 h 2063200"/>
                  <a:gd name="connsiteX17" fmla="*/ 1031596 w 2550423"/>
                  <a:gd name="connsiteY17" fmla="*/ 1190311 h 2063200"/>
                  <a:gd name="connsiteX18" fmla="*/ 872889 w 2550423"/>
                  <a:gd name="connsiteY18" fmla="*/ 1031604 h 2063200"/>
                  <a:gd name="connsiteX19" fmla="*/ 2142546 w 2550423"/>
                  <a:gd name="connsiteY19" fmla="*/ 158714 h 2063200"/>
                  <a:gd name="connsiteX20" fmla="*/ 2063192 w 2550423"/>
                  <a:gd name="connsiteY20" fmla="*/ 238068 h 2063200"/>
                  <a:gd name="connsiteX21" fmla="*/ 2142546 w 2550423"/>
                  <a:gd name="connsiteY21" fmla="*/ 317421 h 2063200"/>
                  <a:gd name="connsiteX22" fmla="*/ 2221899 w 2550423"/>
                  <a:gd name="connsiteY22" fmla="*/ 238068 h 2063200"/>
                  <a:gd name="connsiteX23" fmla="*/ 2142546 w 2550423"/>
                  <a:gd name="connsiteY23" fmla="*/ 158714 h 2063200"/>
                  <a:gd name="connsiteX24" fmla="*/ 2142546 w 2550423"/>
                  <a:gd name="connsiteY24" fmla="*/ 8 h 2063200"/>
                  <a:gd name="connsiteX25" fmla="*/ 2380607 w 2550423"/>
                  <a:gd name="connsiteY25" fmla="*/ 238068 h 2063200"/>
                  <a:gd name="connsiteX26" fmla="*/ 2142546 w 2550423"/>
                  <a:gd name="connsiteY26" fmla="*/ 476129 h 2063200"/>
                  <a:gd name="connsiteX27" fmla="*/ 1906866 w 2550423"/>
                  <a:gd name="connsiteY27" fmla="*/ 262351 h 2063200"/>
                  <a:gd name="connsiteX28" fmla="*/ 1519462 w 2550423"/>
                  <a:gd name="connsiteY28" fmla="*/ 171888 h 2063200"/>
                  <a:gd name="connsiteX29" fmla="*/ 1386307 w 2550423"/>
                  <a:gd name="connsiteY29" fmla="*/ 484223 h 2063200"/>
                  <a:gd name="connsiteX30" fmla="*/ 2042243 w 2550423"/>
                  <a:gd name="connsiteY30" fmla="*/ 699113 h 2063200"/>
                  <a:gd name="connsiteX31" fmla="*/ 2233009 w 2550423"/>
                  <a:gd name="connsiteY31" fmla="*/ 634836 h 2063200"/>
                  <a:gd name="connsiteX32" fmla="*/ 2550423 w 2550423"/>
                  <a:gd name="connsiteY32" fmla="*/ 952251 h 2063200"/>
                  <a:gd name="connsiteX33" fmla="*/ 2379337 w 2550423"/>
                  <a:gd name="connsiteY33" fmla="*/ 1232845 h 2063200"/>
                  <a:gd name="connsiteX34" fmla="*/ 2380607 w 2550423"/>
                  <a:gd name="connsiteY34" fmla="*/ 1269665 h 2063200"/>
                  <a:gd name="connsiteX35" fmla="*/ 1269657 w 2550423"/>
                  <a:gd name="connsiteY35" fmla="*/ 2063200 h 2063200"/>
                  <a:gd name="connsiteX36" fmla="*/ 158707 w 2550423"/>
                  <a:gd name="connsiteY36" fmla="*/ 1269665 h 2063200"/>
                  <a:gd name="connsiteX37" fmla="*/ 160453 w 2550423"/>
                  <a:gd name="connsiteY37" fmla="*/ 1226973 h 2063200"/>
                  <a:gd name="connsiteX38" fmla="*/ 0 w 2550423"/>
                  <a:gd name="connsiteY38" fmla="*/ 952251 h 2063200"/>
                  <a:gd name="connsiteX39" fmla="*/ 317414 w 2550423"/>
                  <a:gd name="connsiteY39" fmla="*/ 634836 h 2063200"/>
                  <a:gd name="connsiteX40" fmla="*/ 503419 w 2550423"/>
                  <a:gd name="connsiteY40" fmla="*/ 694986 h 2063200"/>
                  <a:gd name="connsiteX41" fmla="*/ 1215538 w 2550423"/>
                  <a:gd name="connsiteY41" fmla="*/ 479938 h 2063200"/>
                  <a:gd name="connsiteX42" fmla="*/ 1399638 w 2550423"/>
                  <a:gd name="connsiteY42" fmla="*/ 48255 h 2063200"/>
                  <a:gd name="connsiteX43" fmla="*/ 1490895 w 2550423"/>
                  <a:gd name="connsiteY43" fmla="*/ 2071 h 2063200"/>
                  <a:gd name="connsiteX44" fmla="*/ 1943686 w 2550423"/>
                  <a:gd name="connsiteY44" fmla="*/ 107929 h 2063200"/>
                  <a:gd name="connsiteX45" fmla="*/ 2142546 w 2550423"/>
                  <a:gd name="connsiteY45" fmla="*/ 8 h 206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2550423" h="2063200">
                    <a:moveTo>
                      <a:pt x="1602069" y="1574105"/>
                    </a:moveTo>
                    <a:cubicBezTo>
                      <a:pt x="1582032" y="1570930"/>
                      <a:pt x="1560805" y="1575414"/>
                      <a:pt x="1543109" y="1588189"/>
                    </a:cubicBezTo>
                    <a:cubicBezTo>
                      <a:pt x="1379482" y="1706744"/>
                      <a:pt x="1159832" y="1706426"/>
                      <a:pt x="996205" y="1588189"/>
                    </a:cubicBezTo>
                    <a:cubicBezTo>
                      <a:pt x="960813" y="1562638"/>
                      <a:pt x="911138" y="1570573"/>
                      <a:pt x="885427" y="1605965"/>
                    </a:cubicBezTo>
                    <a:cubicBezTo>
                      <a:pt x="859716" y="1641356"/>
                      <a:pt x="867652" y="1691032"/>
                      <a:pt x="903202" y="1716742"/>
                    </a:cubicBezTo>
                    <a:cubicBezTo>
                      <a:pt x="1012710" y="1795937"/>
                      <a:pt x="1141263" y="1835614"/>
                      <a:pt x="1269657" y="1835614"/>
                    </a:cubicBezTo>
                    <a:cubicBezTo>
                      <a:pt x="1398051" y="1835614"/>
                      <a:pt x="1526604" y="1795937"/>
                      <a:pt x="1636112" y="1716742"/>
                    </a:cubicBezTo>
                    <a:cubicBezTo>
                      <a:pt x="1671503" y="1691032"/>
                      <a:pt x="1679597" y="1641515"/>
                      <a:pt x="1653887" y="1605965"/>
                    </a:cubicBezTo>
                    <a:cubicBezTo>
                      <a:pt x="1640953" y="1588111"/>
                      <a:pt x="1622106" y="1577279"/>
                      <a:pt x="1602069" y="1574105"/>
                    </a:cubicBezTo>
                    <a:close/>
                    <a:moveTo>
                      <a:pt x="1666425" y="1031604"/>
                    </a:moveTo>
                    <a:cubicBezTo>
                      <a:pt x="1578774" y="1031604"/>
                      <a:pt x="1507718" y="1102660"/>
                      <a:pt x="1507718" y="1190311"/>
                    </a:cubicBezTo>
                    <a:cubicBezTo>
                      <a:pt x="1507718" y="1277963"/>
                      <a:pt x="1578774" y="1349018"/>
                      <a:pt x="1666425" y="1349018"/>
                    </a:cubicBezTo>
                    <a:cubicBezTo>
                      <a:pt x="1754077" y="1349018"/>
                      <a:pt x="1825132" y="1277963"/>
                      <a:pt x="1825132" y="1190311"/>
                    </a:cubicBezTo>
                    <a:cubicBezTo>
                      <a:pt x="1825132" y="1102660"/>
                      <a:pt x="1754077" y="1031604"/>
                      <a:pt x="1666425" y="1031604"/>
                    </a:cubicBezTo>
                    <a:close/>
                    <a:moveTo>
                      <a:pt x="872889" y="1031604"/>
                    </a:moveTo>
                    <a:cubicBezTo>
                      <a:pt x="785238" y="1031604"/>
                      <a:pt x="714182" y="1102660"/>
                      <a:pt x="714182" y="1190311"/>
                    </a:cubicBezTo>
                    <a:cubicBezTo>
                      <a:pt x="714182" y="1277963"/>
                      <a:pt x="785238" y="1349018"/>
                      <a:pt x="872889" y="1349018"/>
                    </a:cubicBezTo>
                    <a:cubicBezTo>
                      <a:pt x="960541" y="1349018"/>
                      <a:pt x="1031596" y="1277963"/>
                      <a:pt x="1031596" y="1190311"/>
                    </a:cubicBezTo>
                    <a:cubicBezTo>
                      <a:pt x="1031596" y="1102660"/>
                      <a:pt x="960541" y="1031604"/>
                      <a:pt x="872889" y="1031604"/>
                    </a:cubicBezTo>
                    <a:close/>
                    <a:moveTo>
                      <a:pt x="2142546" y="158714"/>
                    </a:moveTo>
                    <a:cubicBezTo>
                      <a:pt x="2098720" y="158714"/>
                      <a:pt x="2063192" y="194242"/>
                      <a:pt x="2063192" y="238068"/>
                    </a:cubicBezTo>
                    <a:cubicBezTo>
                      <a:pt x="2063192" y="281893"/>
                      <a:pt x="2098720" y="317421"/>
                      <a:pt x="2142546" y="317421"/>
                    </a:cubicBezTo>
                    <a:cubicBezTo>
                      <a:pt x="2186371" y="317421"/>
                      <a:pt x="2221899" y="281893"/>
                      <a:pt x="2221899" y="238068"/>
                    </a:cubicBezTo>
                    <a:cubicBezTo>
                      <a:pt x="2221899" y="194242"/>
                      <a:pt x="2186371" y="158714"/>
                      <a:pt x="2142546" y="158714"/>
                    </a:cubicBezTo>
                    <a:close/>
                    <a:moveTo>
                      <a:pt x="2142546" y="8"/>
                    </a:moveTo>
                    <a:cubicBezTo>
                      <a:pt x="2273797" y="8"/>
                      <a:pt x="2380607" y="106818"/>
                      <a:pt x="2380607" y="238068"/>
                    </a:cubicBezTo>
                    <a:cubicBezTo>
                      <a:pt x="2380607" y="369319"/>
                      <a:pt x="2273797" y="476129"/>
                      <a:pt x="2142546" y="476129"/>
                    </a:cubicBezTo>
                    <a:cubicBezTo>
                      <a:pt x="2019548" y="476129"/>
                      <a:pt x="1919245" y="382175"/>
                      <a:pt x="1906866" y="262351"/>
                    </a:cubicBezTo>
                    <a:lnTo>
                      <a:pt x="1519462" y="171888"/>
                    </a:lnTo>
                    <a:lnTo>
                      <a:pt x="1386307" y="484223"/>
                    </a:lnTo>
                    <a:cubicBezTo>
                      <a:pt x="1633096" y="502792"/>
                      <a:pt x="1865126" y="576115"/>
                      <a:pt x="2042243" y="699113"/>
                    </a:cubicBezTo>
                    <a:cubicBezTo>
                      <a:pt x="2096521" y="657690"/>
                      <a:pt x="2163019" y="634836"/>
                      <a:pt x="2233009" y="634836"/>
                    </a:cubicBezTo>
                    <a:cubicBezTo>
                      <a:pt x="2408063" y="634836"/>
                      <a:pt x="2550423" y="777197"/>
                      <a:pt x="2550423" y="952251"/>
                    </a:cubicBezTo>
                    <a:cubicBezTo>
                      <a:pt x="2550423" y="1072709"/>
                      <a:pt x="2482814" y="1180154"/>
                      <a:pt x="2379337" y="1232845"/>
                    </a:cubicBezTo>
                    <a:cubicBezTo>
                      <a:pt x="2380131" y="1245065"/>
                      <a:pt x="2380607" y="1257286"/>
                      <a:pt x="2380607" y="1269665"/>
                    </a:cubicBezTo>
                    <a:cubicBezTo>
                      <a:pt x="2380607" y="1707220"/>
                      <a:pt x="1882108" y="2063200"/>
                      <a:pt x="1269657" y="2063200"/>
                    </a:cubicBezTo>
                    <a:cubicBezTo>
                      <a:pt x="657047" y="2063200"/>
                      <a:pt x="158707" y="1707220"/>
                      <a:pt x="158707" y="1269665"/>
                    </a:cubicBezTo>
                    <a:cubicBezTo>
                      <a:pt x="158707" y="1255222"/>
                      <a:pt x="159183" y="1240939"/>
                      <a:pt x="160453" y="1226973"/>
                    </a:cubicBezTo>
                    <a:cubicBezTo>
                      <a:pt x="63324" y="1173171"/>
                      <a:pt x="0" y="1068265"/>
                      <a:pt x="0" y="952251"/>
                    </a:cubicBezTo>
                    <a:cubicBezTo>
                      <a:pt x="0" y="777197"/>
                      <a:pt x="142360" y="634836"/>
                      <a:pt x="317414" y="634836"/>
                    </a:cubicBezTo>
                    <a:cubicBezTo>
                      <a:pt x="386452" y="634836"/>
                      <a:pt x="451204" y="656262"/>
                      <a:pt x="503419" y="694986"/>
                    </a:cubicBezTo>
                    <a:cubicBezTo>
                      <a:pt x="695137" y="564212"/>
                      <a:pt x="949069" y="489143"/>
                      <a:pt x="1215538" y="479938"/>
                    </a:cubicBezTo>
                    <a:lnTo>
                      <a:pt x="1399638" y="48255"/>
                    </a:lnTo>
                    <a:cubicBezTo>
                      <a:pt x="1414874" y="12863"/>
                      <a:pt x="1452488" y="-6658"/>
                      <a:pt x="1490895" y="2071"/>
                    </a:cubicBezTo>
                    <a:lnTo>
                      <a:pt x="1943686" y="107929"/>
                    </a:lnTo>
                    <a:cubicBezTo>
                      <a:pt x="1986220" y="43017"/>
                      <a:pt x="2059384" y="8"/>
                      <a:pt x="2142546" y="8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49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5" name="Group 29">
                <a:extLst>
                  <a:ext uri="{FF2B5EF4-FFF2-40B4-BE49-F238E27FC236}">
                    <a16:creationId xmlns:a16="http://schemas.microsoft.com/office/drawing/2014/main" id="{C8CBBEFC-6377-4013-AD42-CCE9BB6B88A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380351" y="4358685"/>
                <a:ext cx="674596" cy="686779"/>
                <a:chOff x="2789" y="1091"/>
                <a:chExt cx="2104" cy="2142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46" name="Freeform 30">
                  <a:extLst>
                    <a:ext uri="{FF2B5EF4-FFF2-40B4-BE49-F238E27FC236}">
                      <a16:creationId xmlns:a16="http://schemas.microsoft.com/office/drawing/2014/main" id="{6C7AAA8F-01B0-4BE8-B23F-C930667E077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 flipV="1">
                  <a:off x="2789" y="1091"/>
                  <a:ext cx="1547" cy="1576"/>
                </a:xfrm>
                <a:custGeom>
                  <a:avLst/>
                  <a:gdLst>
                    <a:gd name="T0" fmla="*/ 3445 w 6804"/>
                    <a:gd name="T1" fmla="*/ 6806 h 6935"/>
                    <a:gd name="T2" fmla="*/ 5652 w 6804"/>
                    <a:gd name="T3" fmla="*/ 6818 h 6935"/>
                    <a:gd name="T4" fmla="*/ 6559 w 6804"/>
                    <a:gd name="T5" fmla="*/ 6320 h 6935"/>
                    <a:gd name="T6" fmla="*/ 6802 w 6804"/>
                    <a:gd name="T7" fmla="*/ 5630 h 6935"/>
                    <a:gd name="T8" fmla="*/ 6801 w 6804"/>
                    <a:gd name="T9" fmla="*/ 3512 h 6935"/>
                    <a:gd name="T10" fmla="*/ 6371 w 6804"/>
                    <a:gd name="T11" fmla="*/ 2644 h 6935"/>
                    <a:gd name="T12" fmla="*/ 5652 w 6804"/>
                    <a:gd name="T13" fmla="*/ 2400 h 6935"/>
                    <a:gd name="T14" fmla="*/ 3675 w 6804"/>
                    <a:gd name="T15" fmla="*/ 2400 h 6935"/>
                    <a:gd name="T16" fmla="*/ 3116 w 6804"/>
                    <a:gd name="T17" fmla="*/ 2348 h 6935"/>
                    <a:gd name="T18" fmla="*/ 2105 w 6804"/>
                    <a:gd name="T19" fmla="*/ 1044 h 6935"/>
                    <a:gd name="T20" fmla="*/ 2102 w 6804"/>
                    <a:gd name="T21" fmla="*/ 3 h 6935"/>
                    <a:gd name="T22" fmla="*/ 1314 w 6804"/>
                    <a:gd name="T23" fmla="*/ 4 h 6935"/>
                    <a:gd name="T24" fmla="*/ 632 w 6804"/>
                    <a:gd name="T25" fmla="*/ 259 h 6935"/>
                    <a:gd name="T26" fmla="*/ 164 w 6804"/>
                    <a:gd name="T27" fmla="*/ 1120 h 6935"/>
                    <a:gd name="T28" fmla="*/ 7 w 6804"/>
                    <a:gd name="T29" fmla="*/ 2279 h 6935"/>
                    <a:gd name="T30" fmla="*/ 154 w 6804"/>
                    <a:gd name="T31" fmla="*/ 3373 h 6935"/>
                    <a:gd name="T32" fmla="*/ 687 w 6804"/>
                    <a:gd name="T33" fmla="*/ 4247 h 6935"/>
                    <a:gd name="T34" fmla="*/ 1558 w 6804"/>
                    <a:gd name="T35" fmla="*/ 4528 h 6935"/>
                    <a:gd name="T36" fmla="*/ 4584 w 6804"/>
                    <a:gd name="T37" fmla="*/ 4528 h 6935"/>
                    <a:gd name="T38" fmla="*/ 4584 w 6804"/>
                    <a:gd name="T39" fmla="*/ 4801 h 6935"/>
                    <a:gd name="T40" fmla="*/ 2372 w 6804"/>
                    <a:gd name="T41" fmla="*/ 4801 h 6935"/>
                    <a:gd name="T42" fmla="*/ 2374 w 6804"/>
                    <a:gd name="T43" fmla="*/ 5771 h 6935"/>
                    <a:gd name="T44" fmla="*/ 2609 w 6804"/>
                    <a:gd name="T45" fmla="*/ 6450 h 6935"/>
                    <a:gd name="T46" fmla="*/ 3445 w 6804"/>
                    <a:gd name="T47" fmla="*/ 6806 h 6935"/>
                    <a:gd name="T48" fmla="*/ 3192 w 6804"/>
                    <a:gd name="T49" fmla="*/ 6185 h 6935"/>
                    <a:gd name="T50" fmla="*/ 2931 w 6804"/>
                    <a:gd name="T51" fmla="*/ 5771 h 6935"/>
                    <a:gd name="T52" fmla="*/ 3360 w 6804"/>
                    <a:gd name="T53" fmla="*/ 5377 h 6935"/>
                    <a:gd name="T54" fmla="*/ 3720 w 6804"/>
                    <a:gd name="T55" fmla="*/ 5955 h 6935"/>
                    <a:gd name="T56" fmla="*/ 3192 w 6804"/>
                    <a:gd name="T57" fmla="*/ 6185 h 69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6804" h="6935">
                      <a:moveTo>
                        <a:pt x="3445" y="6806"/>
                      </a:moveTo>
                      <a:cubicBezTo>
                        <a:pt x="4173" y="6935"/>
                        <a:pt x="4923" y="6931"/>
                        <a:pt x="5652" y="6818"/>
                      </a:cubicBezTo>
                      <a:cubicBezTo>
                        <a:pt x="6000" y="6765"/>
                        <a:pt x="6337" y="6598"/>
                        <a:pt x="6559" y="6320"/>
                      </a:cubicBezTo>
                      <a:cubicBezTo>
                        <a:pt x="6722" y="6130"/>
                        <a:pt x="6802" y="5879"/>
                        <a:pt x="6802" y="5630"/>
                      </a:cubicBezTo>
                      <a:cubicBezTo>
                        <a:pt x="6802" y="4924"/>
                        <a:pt x="6804" y="4218"/>
                        <a:pt x="6801" y="3512"/>
                      </a:cubicBezTo>
                      <a:cubicBezTo>
                        <a:pt x="6794" y="3177"/>
                        <a:pt x="6635" y="2851"/>
                        <a:pt x="6371" y="2644"/>
                      </a:cubicBezTo>
                      <a:cubicBezTo>
                        <a:pt x="6173" y="2475"/>
                        <a:pt x="5910" y="2398"/>
                        <a:pt x="5652" y="2400"/>
                      </a:cubicBezTo>
                      <a:cubicBezTo>
                        <a:pt x="4993" y="2400"/>
                        <a:pt x="4334" y="2400"/>
                        <a:pt x="3675" y="2400"/>
                      </a:cubicBezTo>
                      <a:cubicBezTo>
                        <a:pt x="3488" y="2400"/>
                        <a:pt x="3297" y="2406"/>
                        <a:pt x="3116" y="2348"/>
                      </a:cubicBezTo>
                      <a:cubicBezTo>
                        <a:pt x="2550" y="2187"/>
                        <a:pt x="2108" y="1638"/>
                        <a:pt x="2105" y="1044"/>
                      </a:cubicBezTo>
                      <a:cubicBezTo>
                        <a:pt x="2100" y="697"/>
                        <a:pt x="2106" y="350"/>
                        <a:pt x="2102" y="3"/>
                      </a:cubicBezTo>
                      <a:cubicBezTo>
                        <a:pt x="1839" y="3"/>
                        <a:pt x="1577" y="0"/>
                        <a:pt x="1314" y="4"/>
                      </a:cubicBezTo>
                      <a:cubicBezTo>
                        <a:pt x="1066" y="9"/>
                        <a:pt x="818" y="93"/>
                        <a:pt x="632" y="259"/>
                      </a:cubicBezTo>
                      <a:cubicBezTo>
                        <a:pt x="384" y="484"/>
                        <a:pt x="243" y="800"/>
                        <a:pt x="164" y="1120"/>
                      </a:cubicBezTo>
                      <a:cubicBezTo>
                        <a:pt x="72" y="1499"/>
                        <a:pt x="0" y="1888"/>
                        <a:pt x="7" y="2279"/>
                      </a:cubicBezTo>
                      <a:cubicBezTo>
                        <a:pt x="2" y="2649"/>
                        <a:pt x="71" y="3015"/>
                        <a:pt x="154" y="3373"/>
                      </a:cubicBezTo>
                      <a:cubicBezTo>
                        <a:pt x="231" y="3710"/>
                        <a:pt x="407" y="4036"/>
                        <a:pt x="687" y="4247"/>
                      </a:cubicBezTo>
                      <a:cubicBezTo>
                        <a:pt x="933" y="4438"/>
                        <a:pt x="1248" y="4528"/>
                        <a:pt x="1558" y="4528"/>
                      </a:cubicBezTo>
                      <a:cubicBezTo>
                        <a:pt x="2567" y="4528"/>
                        <a:pt x="3575" y="4529"/>
                        <a:pt x="4584" y="4528"/>
                      </a:cubicBezTo>
                      <a:cubicBezTo>
                        <a:pt x="4584" y="4619"/>
                        <a:pt x="4584" y="4710"/>
                        <a:pt x="4584" y="4801"/>
                      </a:cubicBezTo>
                      <a:cubicBezTo>
                        <a:pt x="3847" y="4801"/>
                        <a:pt x="3109" y="4799"/>
                        <a:pt x="2372" y="4801"/>
                      </a:cubicBezTo>
                      <a:cubicBezTo>
                        <a:pt x="2373" y="5125"/>
                        <a:pt x="2370" y="5448"/>
                        <a:pt x="2374" y="5771"/>
                      </a:cubicBezTo>
                      <a:cubicBezTo>
                        <a:pt x="2384" y="6012"/>
                        <a:pt x="2430" y="6273"/>
                        <a:pt x="2609" y="6450"/>
                      </a:cubicBezTo>
                      <a:cubicBezTo>
                        <a:pt x="2831" y="6669"/>
                        <a:pt x="3148" y="6747"/>
                        <a:pt x="3445" y="6806"/>
                      </a:cubicBezTo>
                      <a:moveTo>
                        <a:pt x="3192" y="6185"/>
                      </a:moveTo>
                      <a:cubicBezTo>
                        <a:pt x="3030" y="6121"/>
                        <a:pt x="2920" y="5946"/>
                        <a:pt x="2931" y="5771"/>
                      </a:cubicBezTo>
                      <a:cubicBezTo>
                        <a:pt x="2938" y="5553"/>
                        <a:pt x="3139" y="5359"/>
                        <a:pt x="3360" y="5377"/>
                      </a:cubicBezTo>
                      <a:cubicBezTo>
                        <a:pt x="3638" y="5378"/>
                        <a:pt x="3837" y="5706"/>
                        <a:pt x="3720" y="5955"/>
                      </a:cubicBezTo>
                      <a:cubicBezTo>
                        <a:pt x="3643" y="6159"/>
                        <a:pt x="3394" y="6268"/>
                        <a:pt x="3192" y="6185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Freeform 31">
                  <a:extLst>
                    <a:ext uri="{FF2B5EF4-FFF2-40B4-BE49-F238E27FC236}">
                      <a16:creationId xmlns:a16="http://schemas.microsoft.com/office/drawing/2014/main" id="{96F37A39-BF0A-45E7-BF79-89D48DEF479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 flipV="1">
                  <a:off x="3329" y="1638"/>
                  <a:ext cx="1564" cy="1595"/>
                </a:xfrm>
                <a:custGeom>
                  <a:avLst/>
                  <a:gdLst>
                    <a:gd name="T0" fmla="*/ 4700 w 6881"/>
                    <a:gd name="T1" fmla="*/ 7012 h 7015"/>
                    <a:gd name="T2" fmla="*/ 5571 w 6881"/>
                    <a:gd name="T3" fmla="*/ 7011 h 7015"/>
                    <a:gd name="T4" fmla="*/ 6227 w 6881"/>
                    <a:gd name="T5" fmla="*/ 6729 h 7015"/>
                    <a:gd name="T6" fmla="*/ 6641 w 6881"/>
                    <a:gd name="T7" fmla="*/ 5860 h 7015"/>
                    <a:gd name="T8" fmla="*/ 6688 w 6881"/>
                    <a:gd name="T9" fmla="*/ 3802 h 7015"/>
                    <a:gd name="T10" fmla="*/ 6233 w 6881"/>
                    <a:gd name="T11" fmla="*/ 2800 h 7015"/>
                    <a:gd name="T12" fmla="*/ 5534 w 6881"/>
                    <a:gd name="T13" fmla="*/ 2497 h 7015"/>
                    <a:gd name="T14" fmla="*/ 2214 w 6881"/>
                    <a:gd name="T15" fmla="*/ 2496 h 7015"/>
                    <a:gd name="T16" fmla="*/ 2214 w 6881"/>
                    <a:gd name="T17" fmla="*/ 2214 h 7015"/>
                    <a:gd name="T18" fmla="*/ 4424 w 6881"/>
                    <a:gd name="T19" fmla="*/ 2214 h 7015"/>
                    <a:gd name="T20" fmla="*/ 4423 w 6881"/>
                    <a:gd name="T21" fmla="*/ 1348 h 7015"/>
                    <a:gd name="T22" fmla="*/ 4130 w 6881"/>
                    <a:gd name="T23" fmla="*/ 673 h 7015"/>
                    <a:gd name="T24" fmla="*/ 2923 w 6881"/>
                    <a:gd name="T25" fmla="*/ 141 h 7015"/>
                    <a:gd name="T26" fmla="*/ 899 w 6881"/>
                    <a:gd name="T27" fmla="*/ 309 h 7015"/>
                    <a:gd name="T28" fmla="*/ 148 w 6881"/>
                    <a:gd name="T29" fmla="*/ 862 h 7015"/>
                    <a:gd name="T30" fmla="*/ 2 w 6881"/>
                    <a:gd name="T31" fmla="*/ 1379 h 7015"/>
                    <a:gd name="T32" fmla="*/ 2 w 6881"/>
                    <a:gd name="T33" fmla="*/ 3497 h 7015"/>
                    <a:gd name="T34" fmla="*/ 852 w 6881"/>
                    <a:gd name="T35" fmla="*/ 4582 h 7015"/>
                    <a:gd name="T36" fmla="*/ 1373 w 6881"/>
                    <a:gd name="T37" fmla="*/ 4615 h 7015"/>
                    <a:gd name="T38" fmla="*/ 3349 w 6881"/>
                    <a:gd name="T39" fmla="*/ 4616 h 7015"/>
                    <a:gd name="T40" fmla="*/ 4695 w 6881"/>
                    <a:gd name="T41" fmla="*/ 5934 h 7015"/>
                    <a:gd name="T42" fmla="*/ 4700 w 6881"/>
                    <a:gd name="T43" fmla="*/ 7012 h 7015"/>
                    <a:gd name="T44" fmla="*/ 3292 w 6881"/>
                    <a:gd name="T45" fmla="*/ 1613 h 7015"/>
                    <a:gd name="T46" fmla="*/ 3046 w 6881"/>
                    <a:gd name="T47" fmla="*/ 1176 h 7015"/>
                    <a:gd name="T48" fmla="*/ 3525 w 6881"/>
                    <a:gd name="T49" fmla="*/ 808 h 7015"/>
                    <a:gd name="T50" fmla="*/ 3857 w 6881"/>
                    <a:gd name="T51" fmla="*/ 1333 h 7015"/>
                    <a:gd name="T52" fmla="*/ 3292 w 6881"/>
                    <a:gd name="T53" fmla="*/ 1613 h 70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6881" h="7015">
                      <a:moveTo>
                        <a:pt x="4700" y="7012"/>
                      </a:moveTo>
                      <a:cubicBezTo>
                        <a:pt x="4990" y="7011"/>
                        <a:pt x="5281" y="7015"/>
                        <a:pt x="5571" y="7011"/>
                      </a:cubicBezTo>
                      <a:cubicBezTo>
                        <a:pt x="5816" y="7007"/>
                        <a:pt x="6059" y="6909"/>
                        <a:pt x="6227" y="6729"/>
                      </a:cubicBezTo>
                      <a:cubicBezTo>
                        <a:pt x="6450" y="6489"/>
                        <a:pt x="6565" y="6173"/>
                        <a:pt x="6641" y="5860"/>
                      </a:cubicBezTo>
                      <a:cubicBezTo>
                        <a:pt x="6809" y="5190"/>
                        <a:pt x="6881" y="4475"/>
                        <a:pt x="6688" y="3802"/>
                      </a:cubicBezTo>
                      <a:cubicBezTo>
                        <a:pt x="6583" y="3451"/>
                        <a:pt x="6468" y="3088"/>
                        <a:pt x="6233" y="2800"/>
                      </a:cubicBezTo>
                      <a:cubicBezTo>
                        <a:pt x="6066" y="2593"/>
                        <a:pt x="5796" y="2492"/>
                        <a:pt x="5534" y="2497"/>
                      </a:cubicBezTo>
                      <a:cubicBezTo>
                        <a:pt x="4428" y="2496"/>
                        <a:pt x="3321" y="2497"/>
                        <a:pt x="2214" y="2496"/>
                      </a:cubicBezTo>
                      <a:cubicBezTo>
                        <a:pt x="2214" y="2402"/>
                        <a:pt x="2214" y="2308"/>
                        <a:pt x="2214" y="2214"/>
                      </a:cubicBezTo>
                      <a:cubicBezTo>
                        <a:pt x="2951" y="2214"/>
                        <a:pt x="3687" y="2215"/>
                        <a:pt x="4424" y="2214"/>
                      </a:cubicBezTo>
                      <a:cubicBezTo>
                        <a:pt x="4423" y="1925"/>
                        <a:pt x="4426" y="1637"/>
                        <a:pt x="4423" y="1348"/>
                      </a:cubicBezTo>
                      <a:cubicBezTo>
                        <a:pt x="4422" y="1095"/>
                        <a:pt x="4315" y="845"/>
                        <a:pt x="4130" y="673"/>
                      </a:cubicBezTo>
                      <a:cubicBezTo>
                        <a:pt x="3806" y="357"/>
                        <a:pt x="3354" y="231"/>
                        <a:pt x="2923" y="141"/>
                      </a:cubicBezTo>
                      <a:cubicBezTo>
                        <a:pt x="2250" y="0"/>
                        <a:pt x="1542" y="70"/>
                        <a:pt x="899" y="309"/>
                      </a:cubicBezTo>
                      <a:cubicBezTo>
                        <a:pt x="607" y="422"/>
                        <a:pt x="324" y="596"/>
                        <a:pt x="148" y="862"/>
                      </a:cubicBezTo>
                      <a:cubicBezTo>
                        <a:pt x="49" y="1015"/>
                        <a:pt x="0" y="1198"/>
                        <a:pt x="2" y="1379"/>
                      </a:cubicBezTo>
                      <a:cubicBezTo>
                        <a:pt x="2" y="2085"/>
                        <a:pt x="0" y="2791"/>
                        <a:pt x="2" y="3497"/>
                      </a:cubicBezTo>
                      <a:cubicBezTo>
                        <a:pt x="2" y="3994"/>
                        <a:pt x="371" y="4463"/>
                        <a:pt x="852" y="4582"/>
                      </a:cubicBezTo>
                      <a:cubicBezTo>
                        <a:pt x="1022" y="4627"/>
                        <a:pt x="1199" y="4613"/>
                        <a:pt x="1373" y="4615"/>
                      </a:cubicBezTo>
                      <a:cubicBezTo>
                        <a:pt x="2031" y="4616"/>
                        <a:pt x="2690" y="4613"/>
                        <a:pt x="3349" y="4616"/>
                      </a:cubicBezTo>
                      <a:cubicBezTo>
                        <a:pt x="4047" y="4628"/>
                        <a:pt x="4658" y="5242"/>
                        <a:pt x="4695" y="5934"/>
                      </a:cubicBezTo>
                      <a:cubicBezTo>
                        <a:pt x="4705" y="6293"/>
                        <a:pt x="4697" y="6653"/>
                        <a:pt x="4700" y="7012"/>
                      </a:cubicBezTo>
                      <a:moveTo>
                        <a:pt x="3292" y="1613"/>
                      </a:moveTo>
                      <a:cubicBezTo>
                        <a:pt x="3126" y="1541"/>
                        <a:pt x="3022" y="1355"/>
                        <a:pt x="3046" y="1176"/>
                      </a:cubicBezTo>
                      <a:cubicBezTo>
                        <a:pt x="3066" y="948"/>
                        <a:pt x="3297" y="763"/>
                        <a:pt x="3525" y="808"/>
                      </a:cubicBezTo>
                      <a:cubicBezTo>
                        <a:pt x="3761" y="843"/>
                        <a:pt x="3923" y="1105"/>
                        <a:pt x="3857" y="1333"/>
                      </a:cubicBezTo>
                      <a:cubicBezTo>
                        <a:pt x="3805" y="1573"/>
                        <a:pt x="3515" y="1721"/>
                        <a:pt x="3292" y="1613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48" name="Freeform 35">
                <a:extLst>
                  <a:ext uri="{FF2B5EF4-FFF2-40B4-BE49-F238E27FC236}">
                    <a16:creationId xmlns:a16="http://schemas.microsoft.com/office/drawing/2014/main" id="{367D12FF-0EBE-4822-BB14-2E20E9B983D0}"/>
                  </a:ext>
                </a:extLst>
              </p:cNvPr>
              <p:cNvSpPr>
                <a:spLocks/>
              </p:cNvSpPr>
              <p:nvPr/>
            </p:nvSpPr>
            <p:spPr bwMode="auto">
              <a:xfrm rot="20279762" flipV="1">
                <a:off x="8706175" y="2956993"/>
                <a:ext cx="309340" cy="331691"/>
              </a:xfrm>
              <a:custGeom>
                <a:avLst/>
                <a:gdLst>
                  <a:gd name="T0" fmla="*/ 4938 w 10645"/>
                  <a:gd name="T1" fmla="*/ 11333 h 11405"/>
                  <a:gd name="T2" fmla="*/ 5641 w 10645"/>
                  <a:gd name="T3" fmla="*/ 11385 h 11405"/>
                  <a:gd name="T4" fmla="*/ 6064 w 10645"/>
                  <a:gd name="T5" fmla="*/ 11365 h 11405"/>
                  <a:gd name="T6" fmla="*/ 7523 w 10645"/>
                  <a:gd name="T7" fmla="*/ 11102 h 11405"/>
                  <a:gd name="T8" fmla="*/ 8320 w 10645"/>
                  <a:gd name="T9" fmla="*/ 10752 h 11405"/>
                  <a:gd name="T10" fmla="*/ 9006 w 10645"/>
                  <a:gd name="T11" fmla="*/ 10340 h 11405"/>
                  <a:gd name="T12" fmla="*/ 10399 w 10645"/>
                  <a:gd name="T13" fmla="*/ 8939 h 11405"/>
                  <a:gd name="T14" fmla="*/ 10609 w 10645"/>
                  <a:gd name="T15" fmla="*/ 8590 h 11405"/>
                  <a:gd name="T16" fmla="*/ 9859 w 10645"/>
                  <a:gd name="T17" fmla="*/ 8154 h 11405"/>
                  <a:gd name="T18" fmla="*/ 8805 w 10645"/>
                  <a:gd name="T19" fmla="*/ 7551 h 11405"/>
                  <a:gd name="T20" fmla="*/ 8176 w 10645"/>
                  <a:gd name="T21" fmla="*/ 7193 h 11405"/>
                  <a:gd name="T22" fmla="*/ 7846 w 10645"/>
                  <a:gd name="T23" fmla="*/ 7587 h 11405"/>
                  <a:gd name="T24" fmla="*/ 6065 w 10645"/>
                  <a:gd name="T25" fmla="*/ 8506 h 11405"/>
                  <a:gd name="T26" fmla="*/ 4855 w 10645"/>
                  <a:gd name="T27" fmla="*/ 8395 h 11405"/>
                  <a:gd name="T28" fmla="*/ 3702 w 10645"/>
                  <a:gd name="T29" fmla="*/ 7675 h 11405"/>
                  <a:gd name="T30" fmla="*/ 3187 w 10645"/>
                  <a:gd name="T31" fmla="*/ 6957 h 11405"/>
                  <a:gd name="T32" fmla="*/ 3200 w 10645"/>
                  <a:gd name="T33" fmla="*/ 4415 h 11405"/>
                  <a:gd name="T34" fmla="*/ 5641 w 10645"/>
                  <a:gd name="T35" fmla="*/ 2864 h 11405"/>
                  <a:gd name="T36" fmla="*/ 7366 w 10645"/>
                  <a:gd name="T37" fmla="*/ 3379 h 11405"/>
                  <a:gd name="T38" fmla="*/ 8121 w 10645"/>
                  <a:gd name="T39" fmla="*/ 4176 h 11405"/>
                  <a:gd name="T40" fmla="*/ 8241 w 10645"/>
                  <a:gd name="T41" fmla="*/ 4237 h 11405"/>
                  <a:gd name="T42" fmla="*/ 10645 w 10645"/>
                  <a:gd name="T43" fmla="*/ 2923 h 11405"/>
                  <a:gd name="T44" fmla="*/ 10359 w 10645"/>
                  <a:gd name="T45" fmla="*/ 2432 h 11405"/>
                  <a:gd name="T46" fmla="*/ 7042 w 10645"/>
                  <a:gd name="T47" fmla="*/ 196 h 11405"/>
                  <a:gd name="T48" fmla="*/ 5959 w 10645"/>
                  <a:gd name="T49" fmla="*/ 46 h 11405"/>
                  <a:gd name="T50" fmla="*/ 2673 w 10645"/>
                  <a:gd name="T51" fmla="*/ 936 h 11405"/>
                  <a:gd name="T52" fmla="*/ 2008 w 10645"/>
                  <a:gd name="T53" fmla="*/ 1432 h 11405"/>
                  <a:gd name="T54" fmla="*/ 1115 w 10645"/>
                  <a:gd name="T55" fmla="*/ 2406 h 11405"/>
                  <a:gd name="T56" fmla="*/ 522 w 10645"/>
                  <a:gd name="T57" fmla="*/ 3438 h 11405"/>
                  <a:gd name="T58" fmla="*/ 171 w 10645"/>
                  <a:gd name="T59" fmla="*/ 4493 h 11405"/>
                  <a:gd name="T60" fmla="*/ 50 w 10645"/>
                  <a:gd name="T61" fmla="*/ 5594 h 11405"/>
                  <a:gd name="T62" fmla="*/ 1444 w 10645"/>
                  <a:gd name="T63" fmla="*/ 9439 h 11405"/>
                  <a:gd name="T64" fmla="*/ 2342 w 10645"/>
                  <a:gd name="T65" fmla="*/ 10266 h 11405"/>
                  <a:gd name="T66" fmla="*/ 4938 w 10645"/>
                  <a:gd name="T67" fmla="*/ 11333 h 11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645" h="11405">
                    <a:moveTo>
                      <a:pt x="4938" y="11333"/>
                    </a:moveTo>
                    <a:cubicBezTo>
                      <a:pt x="5170" y="11380"/>
                      <a:pt x="5408" y="11347"/>
                      <a:pt x="5641" y="11385"/>
                    </a:cubicBezTo>
                    <a:cubicBezTo>
                      <a:pt x="5783" y="11405"/>
                      <a:pt x="5922" y="11363"/>
                      <a:pt x="6064" y="11365"/>
                    </a:cubicBezTo>
                    <a:cubicBezTo>
                      <a:pt x="6562" y="11370"/>
                      <a:pt x="7049" y="11245"/>
                      <a:pt x="7523" y="11102"/>
                    </a:cubicBezTo>
                    <a:cubicBezTo>
                      <a:pt x="7795" y="11002"/>
                      <a:pt x="8071" y="10903"/>
                      <a:pt x="8320" y="10752"/>
                    </a:cubicBezTo>
                    <a:cubicBezTo>
                      <a:pt x="8561" y="10636"/>
                      <a:pt x="8797" y="10507"/>
                      <a:pt x="9006" y="10340"/>
                    </a:cubicBezTo>
                    <a:cubicBezTo>
                      <a:pt x="9550" y="9963"/>
                      <a:pt x="10032" y="9491"/>
                      <a:pt x="10399" y="8939"/>
                    </a:cubicBezTo>
                    <a:cubicBezTo>
                      <a:pt x="10480" y="8830"/>
                      <a:pt x="10562" y="8719"/>
                      <a:pt x="10609" y="8590"/>
                    </a:cubicBezTo>
                    <a:cubicBezTo>
                      <a:pt x="10359" y="8444"/>
                      <a:pt x="10106" y="8305"/>
                      <a:pt x="9859" y="8154"/>
                    </a:cubicBezTo>
                    <a:cubicBezTo>
                      <a:pt x="9511" y="7948"/>
                      <a:pt x="9146" y="7771"/>
                      <a:pt x="8805" y="7551"/>
                    </a:cubicBezTo>
                    <a:cubicBezTo>
                      <a:pt x="8595" y="7433"/>
                      <a:pt x="8387" y="7311"/>
                      <a:pt x="8176" y="7193"/>
                    </a:cubicBezTo>
                    <a:cubicBezTo>
                      <a:pt x="8051" y="7312"/>
                      <a:pt x="7970" y="7467"/>
                      <a:pt x="7846" y="7587"/>
                    </a:cubicBezTo>
                    <a:cubicBezTo>
                      <a:pt x="7384" y="8085"/>
                      <a:pt x="6754" y="8462"/>
                      <a:pt x="6065" y="8506"/>
                    </a:cubicBezTo>
                    <a:cubicBezTo>
                      <a:pt x="5660" y="8515"/>
                      <a:pt x="5242" y="8540"/>
                      <a:pt x="4855" y="8395"/>
                    </a:cubicBezTo>
                    <a:cubicBezTo>
                      <a:pt x="4410" y="8272"/>
                      <a:pt x="4029" y="7992"/>
                      <a:pt x="3702" y="7675"/>
                    </a:cubicBezTo>
                    <a:cubicBezTo>
                      <a:pt x="3481" y="7475"/>
                      <a:pt x="3338" y="7210"/>
                      <a:pt x="3187" y="6957"/>
                    </a:cubicBezTo>
                    <a:cubicBezTo>
                      <a:pt x="2803" y="6168"/>
                      <a:pt x="2815" y="5202"/>
                      <a:pt x="3200" y="4415"/>
                    </a:cubicBezTo>
                    <a:cubicBezTo>
                      <a:pt x="3661" y="3516"/>
                      <a:pt x="4624" y="2883"/>
                      <a:pt x="5641" y="2864"/>
                    </a:cubicBezTo>
                    <a:cubicBezTo>
                      <a:pt x="6253" y="2835"/>
                      <a:pt x="6863" y="3037"/>
                      <a:pt x="7366" y="3379"/>
                    </a:cubicBezTo>
                    <a:cubicBezTo>
                      <a:pt x="7665" y="3593"/>
                      <a:pt x="7918" y="3870"/>
                      <a:pt x="8121" y="4176"/>
                    </a:cubicBezTo>
                    <a:cubicBezTo>
                      <a:pt x="8145" y="4218"/>
                      <a:pt x="8187" y="4265"/>
                      <a:pt x="8241" y="4237"/>
                    </a:cubicBezTo>
                    <a:cubicBezTo>
                      <a:pt x="9044" y="3804"/>
                      <a:pt x="9839" y="3351"/>
                      <a:pt x="10645" y="2923"/>
                    </a:cubicBezTo>
                    <a:cubicBezTo>
                      <a:pt x="10607" y="2731"/>
                      <a:pt x="10466" y="2587"/>
                      <a:pt x="10359" y="2432"/>
                    </a:cubicBezTo>
                    <a:cubicBezTo>
                      <a:pt x="9584" y="1307"/>
                      <a:pt x="8364" y="515"/>
                      <a:pt x="7042" y="196"/>
                    </a:cubicBezTo>
                    <a:cubicBezTo>
                      <a:pt x="6688" y="103"/>
                      <a:pt x="6322" y="75"/>
                      <a:pt x="5959" y="46"/>
                    </a:cubicBezTo>
                    <a:cubicBezTo>
                      <a:pt x="4807" y="0"/>
                      <a:pt x="3645" y="316"/>
                      <a:pt x="2673" y="936"/>
                    </a:cubicBezTo>
                    <a:cubicBezTo>
                      <a:pt x="2446" y="1093"/>
                      <a:pt x="2208" y="1239"/>
                      <a:pt x="2008" y="1432"/>
                    </a:cubicBezTo>
                    <a:cubicBezTo>
                      <a:pt x="1689" y="1736"/>
                      <a:pt x="1367" y="2043"/>
                      <a:pt x="1115" y="2406"/>
                    </a:cubicBezTo>
                    <a:cubicBezTo>
                      <a:pt x="881" y="2727"/>
                      <a:pt x="693" y="3080"/>
                      <a:pt x="522" y="3438"/>
                    </a:cubicBezTo>
                    <a:cubicBezTo>
                      <a:pt x="359" y="3774"/>
                      <a:pt x="279" y="4139"/>
                      <a:pt x="171" y="4493"/>
                    </a:cubicBezTo>
                    <a:cubicBezTo>
                      <a:pt x="96" y="4855"/>
                      <a:pt x="41" y="5224"/>
                      <a:pt x="50" y="5594"/>
                    </a:cubicBezTo>
                    <a:cubicBezTo>
                      <a:pt x="0" y="6992"/>
                      <a:pt x="527" y="8389"/>
                      <a:pt x="1444" y="9439"/>
                    </a:cubicBezTo>
                    <a:cubicBezTo>
                      <a:pt x="1727" y="9732"/>
                      <a:pt x="2007" y="10032"/>
                      <a:pt x="2342" y="10266"/>
                    </a:cubicBezTo>
                    <a:cubicBezTo>
                      <a:pt x="3109" y="10816"/>
                      <a:pt x="3997" y="11212"/>
                      <a:pt x="4938" y="11333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1E5F963-F881-441A-A306-E8AC88DD07E0}"/>
                  </a:ext>
                </a:extLst>
              </p:cNvPr>
              <p:cNvGrpSpPr/>
              <p:nvPr/>
            </p:nvGrpSpPr>
            <p:grpSpPr>
              <a:xfrm rot="16973801">
                <a:off x="7960394" y="2761879"/>
                <a:ext cx="324577" cy="331691"/>
                <a:chOff x="-4856996" y="-3670989"/>
                <a:chExt cx="2825750" cy="2887663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50" name="Freeform 37">
                  <a:extLst>
                    <a:ext uri="{FF2B5EF4-FFF2-40B4-BE49-F238E27FC236}">
                      <a16:creationId xmlns:a16="http://schemas.microsoft.com/office/drawing/2014/main" id="{1A9459C0-39F2-4C4F-A195-09ADE0C343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-4856996" y="-3670989"/>
                  <a:ext cx="2684463" cy="2887663"/>
                </a:xfrm>
                <a:custGeom>
                  <a:avLst/>
                  <a:gdLst>
                    <a:gd name="T0" fmla="*/ 2443 w 9935"/>
                    <a:gd name="T1" fmla="*/ 9783 h 10668"/>
                    <a:gd name="T2" fmla="*/ 5460 w 9935"/>
                    <a:gd name="T3" fmla="*/ 10659 h 10668"/>
                    <a:gd name="T4" fmla="*/ 6924 w 9935"/>
                    <a:gd name="T5" fmla="*/ 10410 h 10668"/>
                    <a:gd name="T6" fmla="*/ 7613 w 9935"/>
                    <a:gd name="T7" fmla="*/ 10125 h 10668"/>
                    <a:gd name="T8" fmla="*/ 9755 w 9935"/>
                    <a:gd name="T9" fmla="*/ 8300 h 10668"/>
                    <a:gd name="T10" fmla="*/ 9935 w 9935"/>
                    <a:gd name="T11" fmla="*/ 8000 h 10668"/>
                    <a:gd name="T12" fmla="*/ 9817 w 9935"/>
                    <a:gd name="T13" fmla="*/ 7903 h 10668"/>
                    <a:gd name="T14" fmla="*/ 7916 w 9935"/>
                    <a:gd name="T15" fmla="*/ 6806 h 10668"/>
                    <a:gd name="T16" fmla="*/ 7645 w 9935"/>
                    <a:gd name="T17" fmla="*/ 6664 h 10668"/>
                    <a:gd name="T18" fmla="*/ 7405 w 9935"/>
                    <a:gd name="T19" fmla="*/ 6979 h 10668"/>
                    <a:gd name="T20" fmla="*/ 6670 w 9935"/>
                    <a:gd name="T21" fmla="*/ 7609 h 10668"/>
                    <a:gd name="T22" fmla="*/ 4794 w 9935"/>
                    <a:gd name="T23" fmla="*/ 7885 h 10668"/>
                    <a:gd name="T24" fmla="*/ 3675 w 9935"/>
                    <a:gd name="T25" fmla="*/ 7347 h 10668"/>
                    <a:gd name="T26" fmla="*/ 3207 w 9935"/>
                    <a:gd name="T27" fmla="*/ 6872 h 10668"/>
                    <a:gd name="T28" fmla="*/ 2723 w 9935"/>
                    <a:gd name="T29" fmla="*/ 5315 h 10668"/>
                    <a:gd name="T30" fmla="*/ 2827 w 9935"/>
                    <a:gd name="T31" fmla="*/ 4588 h 10668"/>
                    <a:gd name="T32" fmla="*/ 5354 w 9935"/>
                    <a:gd name="T33" fmla="*/ 2682 h 10668"/>
                    <a:gd name="T34" fmla="*/ 7344 w 9935"/>
                    <a:gd name="T35" fmla="*/ 3571 h 10668"/>
                    <a:gd name="T36" fmla="*/ 7674 w 9935"/>
                    <a:gd name="T37" fmla="*/ 3990 h 10668"/>
                    <a:gd name="T38" fmla="*/ 9935 w 9935"/>
                    <a:gd name="T39" fmla="*/ 2672 h 10668"/>
                    <a:gd name="T40" fmla="*/ 6183 w 9935"/>
                    <a:gd name="T41" fmla="*/ 102 h 10668"/>
                    <a:gd name="T42" fmla="*/ 3943 w 9935"/>
                    <a:gd name="T43" fmla="*/ 226 h 10668"/>
                    <a:gd name="T44" fmla="*/ 1023 w 9935"/>
                    <a:gd name="T45" fmla="*/ 2246 h 10668"/>
                    <a:gd name="T46" fmla="*/ 739 w 9935"/>
                    <a:gd name="T47" fmla="*/ 2676 h 10668"/>
                    <a:gd name="T48" fmla="*/ 352 w 9935"/>
                    <a:gd name="T49" fmla="*/ 3455 h 10668"/>
                    <a:gd name="T50" fmla="*/ 16 w 9935"/>
                    <a:gd name="T51" fmla="*/ 4855 h 10668"/>
                    <a:gd name="T52" fmla="*/ 8 w 9935"/>
                    <a:gd name="T53" fmla="*/ 5598 h 10668"/>
                    <a:gd name="T54" fmla="*/ 137 w 9935"/>
                    <a:gd name="T55" fmla="*/ 6507 h 10668"/>
                    <a:gd name="T56" fmla="*/ 380 w 9935"/>
                    <a:gd name="T57" fmla="*/ 7284 h 10668"/>
                    <a:gd name="T58" fmla="*/ 1271 w 9935"/>
                    <a:gd name="T59" fmla="*/ 8763 h 10668"/>
                    <a:gd name="T60" fmla="*/ 2443 w 9935"/>
                    <a:gd name="T61" fmla="*/ 9783 h 106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9935" h="10668">
                      <a:moveTo>
                        <a:pt x="2443" y="9783"/>
                      </a:moveTo>
                      <a:cubicBezTo>
                        <a:pt x="3325" y="10380"/>
                        <a:pt x="4399" y="10668"/>
                        <a:pt x="5460" y="10659"/>
                      </a:cubicBezTo>
                      <a:cubicBezTo>
                        <a:pt x="5954" y="10631"/>
                        <a:pt x="6453" y="10571"/>
                        <a:pt x="6924" y="10410"/>
                      </a:cubicBezTo>
                      <a:cubicBezTo>
                        <a:pt x="7150" y="10306"/>
                        <a:pt x="7395" y="10248"/>
                        <a:pt x="7613" y="10125"/>
                      </a:cubicBezTo>
                      <a:cubicBezTo>
                        <a:pt x="8476" y="9727"/>
                        <a:pt x="9221" y="9084"/>
                        <a:pt x="9755" y="8300"/>
                      </a:cubicBezTo>
                      <a:cubicBezTo>
                        <a:pt x="9818" y="8203"/>
                        <a:pt x="9907" y="8115"/>
                        <a:pt x="9935" y="8000"/>
                      </a:cubicBezTo>
                      <a:cubicBezTo>
                        <a:pt x="9913" y="7952"/>
                        <a:pt x="9859" y="7931"/>
                        <a:pt x="9817" y="7903"/>
                      </a:cubicBezTo>
                      <a:cubicBezTo>
                        <a:pt x="9180" y="7544"/>
                        <a:pt x="8551" y="7170"/>
                        <a:pt x="7916" y="6806"/>
                      </a:cubicBezTo>
                      <a:cubicBezTo>
                        <a:pt x="7827" y="6755"/>
                        <a:pt x="7742" y="6696"/>
                        <a:pt x="7645" y="6664"/>
                      </a:cubicBezTo>
                      <a:cubicBezTo>
                        <a:pt x="7540" y="6746"/>
                        <a:pt x="7497" y="6884"/>
                        <a:pt x="7405" y="6979"/>
                      </a:cubicBezTo>
                      <a:cubicBezTo>
                        <a:pt x="7187" y="7218"/>
                        <a:pt x="6939" y="7430"/>
                        <a:pt x="6670" y="7609"/>
                      </a:cubicBezTo>
                      <a:cubicBezTo>
                        <a:pt x="6101" y="7904"/>
                        <a:pt x="5426" y="8033"/>
                        <a:pt x="4794" y="7885"/>
                      </a:cubicBezTo>
                      <a:cubicBezTo>
                        <a:pt x="4389" y="7793"/>
                        <a:pt x="3977" y="7644"/>
                        <a:pt x="3675" y="7347"/>
                      </a:cubicBezTo>
                      <a:cubicBezTo>
                        <a:pt x="3516" y="7192"/>
                        <a:pt x="3343" y="7048"/>
                        <a:pt x="3207" y="6872"/>
                      </a:cubicBezTo>
                      <a:cubicBezTo>
                        <a:pt x="2910" y="6410"/>
                        <a:pt x="2703" y="5871"/>
                        <a:pt x="2723" y="5315"/>
                      </a:cubicBezTo>
                      <a:cubicBezTo>
                        <a:pt x="2714" y="5069"/>
                        <a:pt x="2751" y="4823"/>
                        <a:pt x="2827" y="4588"/>
                      </a:cubicBezTo>
                      <a:cubicBezTo>
                        <a:pt x="3087" y="3469"/>
                        <a:pt x="4212" y="2638"/>
                        <a:pt x="5354" y="2682"/>
                      </a:cubicBezTo>
                      <a:cubicBezTo>
                        <a:pt x="6106" y="2657"/>
                        <a:pt x="6848" y="3014"/>
                        <a:pt x="7344" y="3571"/>
                      </a:cubicBezTo>
                      <a:cubicBezTo>
                        <a:pt x="7466" y="3701"/>
                        <a:pt x="7550" y="3862"/>
                        <a:pt x="7674" y="3990"/>
                      </a:cubicBezTo>
                      <a:cubicBezTo>
                        <a:pt x="8418" y="3535"/>
                        <a:pt x="9187" y="3122"/>
                        <a:pt x="9935" y="2672"/>
                      </a:cubicBezTo>
                      <a:cubicBezTo>
                        <a:pt x="9161" y="1302"/>
                        <a:pt x="7728" y="353"/>
                        <a:pt x="6183" y="102"/>
                      </a:cubicBezTo>
                      <a:cubicBezTo>
                        <a:pt x="5438" y="0"/>
                        <a:pt x="4669" y="20"/>
                        <a:pt x="3943" y="226"/>
                      </a:cubicBezTo>
                      <a:cubicBezTo>
                        <a:pt x="2783" y="549"/>
                        <a:pt x="1721" y="1259"/>
                        <a:pt x="1023" y="2246"/>
                      </a:cubicBezTo>
                      <a:cubicBezTo>
                        <a:pt x="927" y="2388"/>
                        <a:pt x="843" y="2539"/>
                        <a:pt x="739" y="2676"/>
                      </a:cubicBezTo>
                      <a:cubicBezTo>
                        <a:pt x="563" y="2910"/>
                        <a:pt x="472" y="3192"/>
                        <a:pt x="352" y="3455"/>
                      </a:cubicBezTo>
                      <a:cubicBezTo>
                        <a:pt x="174" y="3903"/>
                        <a:pt x="79" y="4379"/>
                        <a:pt x="16" y="4855"/>
                      </a:cubicBezTo>
                      <a:cubicBezTo>
                        <a:pt x="0" y="5102"/>
                        <a:pt x="9" y="5350"/>
                        <a:pt x="8" y="5598"/>
                      </a:cubicBezTo>
                      <a:cubicBezTo>
                        <a:pt x="2" y="5906"/>
                        <a:pt x="85" y="6206"/>
                        <a:pt x="137" y="6507"/>
                      </a:cubicBezTo>
                      <a:cubicBezTo>
                        <a:pt x="173" y="6779"/>
                        <a:pt x="322" y="7017"/>
                        <a:pt x="380" y="7284"/>
                      </a:cubicBezTo>
                      <a:cubicBezTo>
                        <a:pt x="617" y="7809"/>
                        <a:pt x="889" y="8327"/>
                        <a:pt x="1271" y="8763"/>
                      </a:cubicBezTo>
                      <a:cubicBezTo>
                        <a:pt x="1630" y="9137"/>
                        <a:pt x="2007" y="9500"/>
                        <a:pt x="2443" y="9783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1" name="Freeform 38">
                  <a:extLst>
                    <a:ext uri="{FF2B5EF4-FFF2-40B4-BE49-F238E27FC236}">
                      <a16:creationId xmlns:a16="http://schemas.microsoft.com/office/drawing/2014/main" id="{CD454C35-CA4A-4394-A9C1-2428D2D5848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 flipV="1">
                  <a:off x="-2644021" y="-2631177"/>
                  <a:ext cx="612775" cy="782638"/>
                </a:xfrm>
                <a:custGeom>
                  <a:avLst/>
                  <a:gdLst>
                    <a:gd name="T0" fmla="*/ 606 w 2269"/>
                    <a:gd name="T1" fmla="*/ 2887 h 2890"/>
                    <a:gd name="T2" fmla="*/ 1007 w 2269"/>
                    <a:gd name="T3" fmla="*/ 2882 h 2890"/>
                    <a:gd name="T4" fmla="*/ 947 w 2269"/>
                    <a:gd name="T5" fmla="*/ 2207 h 2890"/>
                    <a:gd name="T6" fmla="*/ 1477 w 2269"/>
                    <a:gd name="T7" fmla="*/ 2216 h 2890"/>
                    <a:gd name="T8" fmla="*/ 1524 w 2269"/>
                    <a:gd name="T9" fmla="*/ 2883 h 2890"/>
                    <a:gd name="T10" fmla="*/ 1945 w 2269"/>
                    <a:gd name="T11" fmla="*/ 2885 h 2890"/>
                    <a:gd name="T12" fmla="*/ 1891 w 2269"/>
                    <a:gd name="T13" fmla="*/ 2194 h 2890"/>
                    <a:gd name="T14" fmla="*/ 2269 w 2269"/>
                    <a:gd name="T15" fmla="*/ 2185 h 2890"/>
                    <a:gd name="T16" fmla="*/ 2268 w 2269"/>
                    <a:gd name="T17" fmla="*/ 1816 h 2890"/>
                    <a:gd name="T18" fmla="*/ 1865 w 2269"/>
                    <a:gd name="T19" fmla="*/ 1818 h 2890"/>
                    <a:gd name="T20" fmla="*/ 1765 w 2269"/>
                    <a:gd name="T21" fmla="*/ 1190 h 2890"/>
                    <a:gd name="T22" fmla="*/ 2155 w 2269"/>
                    <a:gd name="T23" fmla="*/ 1182 h 2890"/>
                    <a:gd name="T24" fmla="*/ 2156 w 2269"/>
                    <a:gd name="T25" fmla="*/ 796 h 2890"/>
                    <a:gd name="T26" fmla="*/ 1761 w 2269"/>
                    <a:gd name="T27" fmla="*/ 796 h 2890"/>
                    <a:gd name="T28" fmla="*/ 1655 w 2269"/>
                    <a:gd name="T29" fmla="*/ 30 h 2890"/>
                    <a:gd name="T30" fmla="*/ 1236 w 2269"/>
                    <a:gd name="T31" fmla="*/ 31 h 2890"/>
                    <a:gd name="T32" fmla="*/ 1312 w 2269"/>
                    <a:gd name="T33" fmla="*/ 794 h 2890"/>
                    <a:gd name="T34" fmla="*/ 808 w 2269"/>
                    <a:gd name="T35" fmla="*/ 795 h 2890"/>
                    <a:gd name="T36" fmla="*/ 720 w 2269"/>
                    <a:gd name="T37" fmla="*/ 49 h 2890"/>
                    <a:gd name="T38" fmla="*/ 317 w 2269"/>
                    <a:gd name="T39" fmla="*/ 30 h 2890"/>
                    <a:gd name="T40" fmla="*/ 361 w 2269"/>
                    <a:gd name="T41" fmla="*/ 794 h 2890"/>
                    <a:gd name="T42" fmla="*/ 3 w 2269"/>
                    <a:gd name="T43" fmla="*/ 795 h 2890"/>
                    <a:gd name="T44" fmla="*/ 4 w 2269"/>
                    <a:gd name="T45" fmla="*/ 1182 h 2890"/>
                    <a:gd name="T46" fmla="*/ 423 w 2269"/>
                    <a:gd name="T47" fmla="*/ 1187 h 2890"/>
                    <a:gd name="T48" fmla="*/ 471 w 2269"/>
                    <a:gd name="T49" fmla="*/ 1793 h 2890"/>
                    <a:gd name="T50" fmla="*/ 110 w 2269"/>
                    <a:gd name="T51" fmla="*/ 1815 h 2890"/>
                    <a:gd name="T52" fmla="*/ 109 w 2269"/>
                    <a:gd name="T53" fmla="*/ 2196 h 2890"/>
                    <a:gd name="T54" fmla="*/ 523 w 2269"/>
                    <a:gd name="T55" fmla="*/ 2212 h 2890"/>
                    <a:gd name="T56" fmla="*/ 606 w 2269"/>
                    <a:gd name="T57" fmla="*/ 2887 h 2890"/>
                    <a:gd name="T58" fmla="*/ 913 w 2269"/>
                    <a:gd name="T59" fmla="*/ 1817 h 2890"/>
                    <a:gd name="T60" fmla="*/ 843 w 2269"/>
                    <a:gd name="T61" fmla="*/ 1187 h 2890"/>
                    <a:gd name="T62" fmla="*/ 1354 w 2269"/>
                    <a:gd name="T63" fmla="*/ 1186 h 2890"/>
                    <a:gd name="T64" fmla="*/ 1414 w 2269"/>
                    <a:gd name="T65" fmla="*/ 1812 h 2890"/>
                    <a:gd name="T66" fmla="*/ 913 w 2269"/>
                    <a:gd name="T67" fmla="*/ 1817 h 28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2269" h="2890">
                      <a:moveTo>
                        <a:pt x="606" y="2887"/>
                      </a:moveTo>
                      <a:cubicBezTo>
                        <a:pt x="740" y="2889"/>
                        <a:pt x="874" y="2890"/>
                        <a:pt x="1007" y="2882"/>
                      </a:cubicBezTo>
                      <a:cubicBezTo>
                        <a:pt x="1010" y="2655"/>
                        <a:pt x="952" y="2433"/>
                        <a:pt x="947" y="2207"/>
                      </a:cubicBezTo>
                      <a:cubicBezTo>
                        <a:pt x="1124" y="2208"/>
                        <a:pt x="1301" y="2201"/>
                        <a:pt x="1477" y="2216"/>
                      </a:cubicBezTo>
                      <a:cubicBezTo>
                        <a:pt x="1477" y="2439"/>
                        <a:pt x="1513" y="2660"/>
                        <a:pt x="1524" y="2883"/>
                      </a:cubicBezTo>
                      <a:cubicBezTo>
                        <a:pt x="1664" y="2890"/>
                        <a:pt x="1805" y="2890"/>
                        <a:pt x="1945" y="2885"/>
                      </a:cubicBezTo>
                      <a:cubicBezTo>
                        <a:pt x="1937" y="2654"/>
                        <a:pt x="1859" y="2425"/>
                        <a:pt x="1891" y="2194"/>
                      </a:cubicBezTo>
                      <a:cubicBezTo>
                        <a:pt x="2016" y="2177"/>
                        <a:pt x="2143" y="2190"/>
                        <a:pt x="2269" y="2185"/>
                      </a:cubicBezTo>
                      <a:cubicBezTo>
                        <a:pt x="2269" y="2062"/>
                        <a:pt x="2269" y="1939"/>
                        <a:pt x="2268" y="1816"/>
                      </a:cubicBezTo>
                      <a:cubicBezTo>
                        <a:pt x="2134" y="1812"/>
                        <a:pt x="1999" y="1812"/>
                        <a:pt x="1865" y="1818"/>
                      </a:cubicBezTo>
                      <a:cubicBezTo>
                        <a:pt x="1806" y="1613"/>
                        <a:pt x="1807" y="1398"/>
                        <a:pt x="1765" y="1190"/>
                      </a:cubicBezTo>
                      <a:cubicBezTo>
                        <a:pt x="1895" y="1187"/>
                        <a:pt x="2025" y="1181"/>
                        <a:pt x="2155" y="1182"/>
                      </a:cubicBezTo>
                      <a:cubicBezTo>
                        <a:pt x="2158" y="1053"/>
                        <a:pt x="2157" y="925"/>
                        <a:pt x="2156" y="796"/>
                      </a:cubicBezTo>
                      <a:cubicBezTo>
                        <a:pt x="2024" y="790"/>
                        <a:pt x="1893" y="790"/>
                        <a:pt x="1761" y="796"/>
                      </a:cubicBezTo>
                      <a:cubicBezTo>
                        <a:pt x="1685" y="547"/>
                        <a:pt x="1703" y="283"/>
                        <a:pt x="1655" y="30"/>
                      </a:cubicBezTo>
                      <a:cubicBezTo>
                        <a:pt x="1515" y="26"/>
                        <a:pt x="1375" y="26"/>
                        <a:pt x="1236" y="31"/>
                      </a:cubicBezTo>
                      <a:cubicBezTo>
                        <a:pt x="1271" y="284"/>
                        <a:pt x="1315" y="538"/>
                        <a:pt x="1312" y="794"/>
                      </a:cubicBezTo>
                      <a:cubicBezTo>
                        <a:pt x="1144" y="790"/>
                        <a:pt x="976" y="789"/>
                        <a:pt x="808" y="795"/>
                      </a:cubicBezTo>
                      <a:cubicBezTo>
                        <a:pt x="753" y="550"/>
                        <a:pt x="771" y="293"/>
                        <a:pt x="720" y="49"/>
                      </a:cubicBezTo>
                      <a:cubicBezTo>
                        <a:pt x="595" y="0"/>
                        <a:pt x="449" y="37"/>
                        <a:pt x="317" y="30"/>
                      </a:cubicBezTo>
                      <a:cubicBezTo>
                        <a:pt x="337" y="284"/>
                        <a:pt x="369" y="538"/>
                        <a:pt x="361" y="794"/>
                      </a:cubicBezTo>
                      <a:cubicBezTo>
                        <a:pt x="241" y="792"/>
                        <a:pt x="122" y="789"/>
                        <a:pt x="3" y="795"/>
                      </a:cubicBezTo>
                      <a:cubicBezTo>
                        <a:pt x="1" y="924"/>
                        <a:pt x="0" y="1053"/>
                        <a:pt x="4" y="1182"/>
                      </a:cubicBezTo>
                      <a:cubicBezTo>
                        <a:pt x="143" y="1185"/>
                        <a:pt x="283" y="1184"/>
                        <a:pt x="423" y="1187"/>
                      </a:cubicBezTo>
                      <a:cubicBezTo>
                        <a:pt x="454" y="1388"/>
                        <a:pt x="469" y="1590"/>
                        <a:pt x="471" y="1793"/>
                      </a:cubicBezTo>
                      <a:cubicBezTo>
                        <a:pt x="350" y="1794"/>
                        <a:pt x="229" y="1796"/>
                        <a:pt x="110" y="1815"/>
                      </a:cubicBezTo>
                      <a:cubicBezTo>
                        <a:pt x="112" y="1942"/>
                        <a:pt x="112" y="2069"/>
                        <a:pt x="109" y="2196"/>
                      </a:cubicBezTo>
                      <a:cubicBezTo>
                        <a:pt x="246" y="2210"/>
                        <a:pt x="385" y="2207"/>
                        <a:pt x="523" y="2212"/>
                      </a:cubicBezTo>
                      <a:cubicBezTo>
                        <a:pt x="553" y="2437"/>
                        <a:pt x="563" y="2664"/>
                        <a:pt x="606" y="2887"/>
                      </a:cubicBezTo>
                      <a:moveTo>
                        <a:pt x="913" y="1817"/>
                      </a:moveTo>
                      <a:cubicBezTo>
                        <a:pt x="875" y="1609"/>
                        <a:pt x="875" y="1396"/>
                        <a:pt x="843" y="1187"/>
                      </a:cubicBezTo>
                      <a:cubicBezTo>
                        <a:pt x="1013" y="1183"/>
                        <a:pt x="1184" y="1183"/>
                        <a:pt x="1354" y="1186"/>
                      </a:cubicBezTo>
                      <a:cubicBezTo>
                        <a:pt x="1384" y="1393"/>
                        <a:pt x="1403" y="1603"/>
                        <a:pt x="1414" y="1812"/>
                      </a:cubicBezTo>
                      <a:cubicBezTo>
                        <a:pt x="1247" y="1814"/>
                        <a:pt x="1080" y="1811"/>
                        <a:pt x="913" y="1817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6FCD0316-4F91-4A70-8087-6143C1498562}"/>
                  </a:ext>
                </a:extLst>
              </p:cNvPr>
              <p:cNvSpPr>
                <a:spLocks/>
              </p:cNvSpPr>
              <p:nvPr/>
            </p:nvSpPr>
            <p:spPr bwMode="auto">
              <a:xfrm rot="1801418" flipV="1">
                <a:off x="7509247" y="3725890"/>
                <a:ext cx="831105" cy="727944"/>
              </a:xfrm>
              <a:custGeom>
                <a:avLst/>
                <a:gdLst>
                  <a:gd name="connsiteX0" fmla="*/ 2401648 w 3499977"/>
                  <a:gd name="connsiteY0" fmla="*/ 1861829 h 3065543"/>
                  <a:gd name="connsiteX1" fmla="*/ 2504093 w 3499977"/>
                  <a:gd name="connsiteY1" fmla="*/ 1860168 h 3065543"/>
                  <a:gd name="connsiteX2" fmla="*/ 2510032 w 3499977"/>
                  <a:gd name="connsiteY2" fmla="*/ 1854205 h 3065543"/>
                  <a:gd name="connsiteX3" fmla="*/ 2517321 w 3499977"/>
                  <a:gd name="connsiteY3" fmla="*/ 1641429 h 3065543"/>
                  <a:gd name="connsiteX4" fmla="*/ 2728689 w 3499977"/>
                  <a:gd name="connsiteY4" fmla="*/ 1641158 h 3065543"/>
                  <a:gd name="connsiteX5" fmla="*/ 2728959 w 3499977"/>
                  <a:gd name="connsiteY5" fmla="*/ 1428924 h 3065543"/>
                  <a:gd name="connsiteX6" fmla="*/ 2511922 w 3499977"/>
                  <a:gd name="connsiteY6" fmla="*/ 1428111 h 3065543"/>
                  <a:gd name="connsiteX7" fmla="*/ 2510032 w 3499977"/>
                  <a:gd name="connsiteY7" fmla="*/ 1214792 h 3065543"/>
                  <a:gd name="connsiteX8" fmla="*/ 2466840 w 3499977"/>
                  <a:gd name="connsiteY8" fmla="*/ 1202053 h 3065543"/>
                  <a:gd name="connsiteX9" fmla="*/ 2297853 w 3499977"/>
                  <a:gd name="connsiteY9" fmla="*/ 1205034 h 3065543"/>
                  <a:gd name="connsiteX10" fmla="*/ 2292454 w 3499977"/>
                  <a:gd name="connsiteY10" fmla="*/ 1422419 h 3065543"/>
                  <a:gd name="connsiteX11" fmla="*/ 2081355 w 3499977"/>
                  <a:gd name="connsiteY11" fmla="*/ 1422690 h 3065543"/>
                  <a:gd name="connsiteX12" fmla="*/ 2080276 w 3499977"/>
                  <a:gd name="connsiteY12" fmla="*/ 1641429 h 3065543"/>
                  <a:gd name="connsiteX13" fmla="*/ 2298663 w 3499977"/>
                  <a:gd name="connsiteY13" fmla="*/ 1642513 h 3065543"/>
                  <a:gd name="connsiteX14" fmla="*/ 2299203 w 3499977"/>
                  <a:gd name="connsiteY14" fmla="*/ 1861253 h 3065543"/>
                  <a:gd name="connsiteX15" fmla="*/ 2401648 w 3499977"/>
                  <a:gd name="connsiteY15" fmla="*/ 1861829 h 3065543"/>
                  <a:gd name="connsiteX16" fmla="*/ 3274944 w 3499977"/>
                  <a:gd name="connsiteY16" fmla="*/ 1862104 h 3065543"/>
                  <a:gd name="connsiteX17" fmla="*/ 3279542 w 3499977"/>
                  <a:gd name="connsiteY17" fmla="*/ 1646303 h 3065543"/>
                  <a:gd name="connsiteX18" fmla="*/ 3499977 w 3499977"/>
                  <a:gd name="connsiteY18" fmla="*/ 1641700 h 3065543"/>
                  <a:gd name="connsiteX19" fmla="*/ 3499166 w 3499977"/>
                  <a:gd name="connsiteY19" fmla="*/ 1423191 h 3065543"/>
                  <a:gd name="connsiteX20" fmla="*/ 3280894 w 3499977"/>
                  <a:gd name="connsiteY20" fmla="*/ 1422108 h 3065543"/>
                  <a:gd name="connsiteX21" fmla="*/ 3280353 w 3499977"/>
                  <a:gd name="connsiteY21" fmla="*/ 1203329 h 3065543"/>
                  <a:gd name="connsiteX22" fmla="*/ 3055320 w 3499977"/>
                  <a:gd name="connsiteY22" fmla="*/ 1204141 h 3065543"/>
                  <a:gd name="connsiteX23" fmla="*/ 3054238 w 3499977"/>
                  <a:gd name="connsiteY23" fmla="*/ 1422379 h 3065543"/>
                  <a:gd name="connsiteX24" fmla="*/ 2841376 w 3499977"/>
                  <a:gd name="connsiteY24" fmla="*/ 1422379 h 3065543"/>
                  <a:gd name="connsiteX25" fmla="*/ 2837319 w 3499977"/>
                  <a:gd name="connsiteY25" fmla="*/ 1637909 h 3065543"/>
                  <a:gd name="connsiteX26" fmla="*/ 3047476 w 3499977"/>
                  <a:gd name="connsiteY26" fmla="*/ 1643595 h 3065543"/>
                  <a:gd name="connsiteX27" fmla="*/ 3061541 w 3499977"/>
                  <a:gd name="connsiteY27" fmla="*/ 1693687 h 3065543"/>
                  <a:gd name="connsiteX28" fmla="*/ 3061541 w 3499977"/>
                  <a:gd name="connsiteY28" fmla="*/ 1861563 h 3065543"/>
                  <a:gd name="connsiteX29" fmla="*/ 3274944 w 3499977"/>
                  <a:gd name="connsiteY29" fmla="*/ 1862104 h 3065543"/>
                  <a:gd name="connsiteX30" fmla="*/ 1469867 w 3499977"/>
                  <a:gd name="connsiteY30" fmla="*/ 3064588 h 3065543"/>
                  <a:gd name="connsiteX31" fmla="*/ 1855948 w 3499977"/>
                  <a:gd name="connsiteY31" fmla="*/ 3032278 h 3065543"/>
                  <a:gd name="connsiteX32" fmla="*/ 2034628 w 3499977"/>
                  <a:gd name="connsiteY32" fmla="*/ 2981664 h 3065543"/>
                  <a:gd name="connsiteX33" fmla="*/ 2765027 w 3499977"/>
                  <a:gd name="connsiteY33" fmla="*/ 2441150 h 3065543"/>
                  <a:gd name="connsiteX34" fmla="*/ 2842338 w 3499977"/>
                  <a:gd name="connsiteY34" fmla="*/ 2313397 h 3065543"/>
                  <a:gd name="connsiteX35" fmla="*/ 2534717 w 3499977"/>
                  <a:gd name="connsiteY35" fmla="*/ 2133406 h 3065543"/>
                  <a:gd name="connsiteX36" fmla="*/ 2202766 w 3499977"/>
                  <a:gd name="connsiteY36" fmla="*/ 1946919 h 3065543"/>
                  <a:gd name="connsiteX37" fmla="*/ 2168166 w 3499977"/>
                  <a:gd name="connsiteY37" fmla="*/ 1957205 h 3065543"/>
                  <a:gd name="connsiteX38" fmla="*/ 1608067 w 3499977"/>
                  <a:gd name="connsiteY38" fmla="*/ 2297969 h 3065543"/>
                  <a:gd name="connsiteX39" fmla="*/ 1312339 w 3499977"/>
                  <a:gd name="connsiteY39" fmla="*/ 2269550 h 3065543"/>
                  <a:gd name="connsiteX40" fmla="*/ 1158528 w 3499977"/>
                  <a:gd name="connsiteY40" fmla="*/ 2202967 h 3065543"/>
                  <a:gd name="connsiteX41" fmla="*/ 818468 w 3499977"/>
                  <a:gd name="connsiteY41" fmla="*/ 1813483 h 3065543"/>
                  <a:gd name="connsiteX42" fmla="*/ 1013368 w 3499977"/>
                  <a:gd name="connsiteY42" fmla="*/ 964142 h 3065543"/>
                  <a:gd name="connsiteX43" fmla="*/ 1260168 w 3499977"/>
                  <a:gd name="connsiteY43" fmla="*/ 815548 h 3065543"/>
                  <a:gd name="connsiteX44" fmla="*/ 1808102 w 3499977"/>
                  <a:gd name="connsiteY44" fmla="*/ 817172 h 3065543"/>
                  <a:gd name="connsiteX45" fmla="*/ 2193305 w 3499977"/>
                  <a:gd name="connsiteY45" fmla="*/ 1144945 h 3065543"/>
                  <a:gd name="connsiteX46" fmla="*/ 2386042 w 3499977"/>
                  <a:gd name="connsiteY46" fmla="*/ 1037491 h 3065543"/>
                  <a:gd name="connsiteX47" fmla="*/ 2828552 w 3499977"/>
                  <a:gd name="connsiteY47" fmla="*/ 794165 h 3065543"/>
                  <a:gd name="connsiteX48" fmla="*/ 2850718 w 3499977"/>
                  <a:gd name="connsiteY48" fmla="*/ 762227 h 3065543"/>
                  <a:gd name="connsiteX49" fmla="*/ 2703125 w 3499977"/>
                  <a:gd name="connsiteY49" fmla="*/ 549486 h 3065543"/>
                  <a:gd name="connsiteX50" fmla="*/ 2353874 w 3499977"/>
                  <a:gd name="connsiteY50" fmla="*/ 241201 h 3065543"/>
                  <a:gd name="connsiteX51" fmla="*/ 2020842 w 3499977"/>
                  <a:gd name="connsiteY51" fmla="*/ 79886 h 3065543"/>
                  <a:gd name="connsiteX52" fmla="*/ 1618339 w 3499977"/>
                  <a:gd name="connsiteY52" fmla="*/ 5453 h 3065543"/>
                  <a:gd name="connsiteX53" fmla="*/ 1426954 w 3499977"/>
                  <a:gd name="connsiteY53" fmla="*/ 6265 h 3065543"/>
                  <a:gd name="connsiteX54" fmla="*/ 1036885 w 3499977"/>
                  <a:gd name="connsiteY54" fmla="*/ 80968 h 3065543"/>
                  <a:gd name="connsiteX55" fmla="*/ 590861 w 3499977"/>
                  <a:gd name="connsiteY55" fmla="*/ 322129 h 3065543"/>
                  <a:gd name="connsiteX56" fmla="*/ 287564 w 3499977"/>
                  <a:gd name="connsiteY56" fmla="*/ 636639 h 3065543"/>
                  <a:gd name="connsiteX57" fmla="*/ 80501 w 3499977"/>
                  <a:gd name="connsiteY57" fmla="*/ 1035597 h 3065543"/>
                  <a:gd name="connsiteX58" fmla="*/ 18328 w 3499977"/>
                  <a:gd name="connsiteY58" fmla="*/ 1302200 h 3065543"/>
                  <a:gd name="connsiteX59" fmla="*/ 7785 w 3499977"/>
                  <a:gd name="connsiteY59" fmla="*/ 1673820 h 3065543"/>
                  <a:gd name="connsiteX60" fmla="*/ 56442 w 3499977"/>
                  <a:gd name="connsiteY60" fmla="*/ 1946107 h 3065543"/>
                  <a:gd name="connsiteX61" fmla="*/ 368660 w 3499977"/>
                  <a:gd name="connsiteY61" fmla="*/ 2533717 h 3065543"/>
                  <a:gd name="connsiteX62" fmla="*/ 611135 w 3499977"/>
                  <a:gd name="connsiteY62" fmla="*/ 2759450 h 3065543"/>
                  <a:gd name="connsiteX63" fmla="*/ 1088246 w 3499977"/>
                  <a:gd name="connsiteY63" fmla="*/ 3000881 h 3065543"/>
                  <a:gd name="connsiteX64" fmla="*/ 1469867 w 3499977"/>
                  <a:gd name="connsiteY64" fmla="*/ 3064588 h 3065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3499977" h="3065543">
                    <a:moveTo>
                      <a:pt x="2401648" y="1861829"/>
                    </a:moveTo>
                    <a:cubicBezTo>
                      <a:pt x="2435796" y="1862066"/>
                      <a:pt x="2469945" y="1861930"/>
                      <a:pt x="2504093" y="1860168"/>
                    </a:cubicBezTo>
                    <a:lnTo>
                      <a:pt x="2510032" y="1854205"/>
                    </a:lnTo>
                    <a:cubicBezTo>
                      <a:pt x="2515701" y="1783461"/>
                      <a:pt x="2503553" y="1711632"/>
                      <a:pt x="2517321" y="1641429"/>
                    </a:cubicBezTo>
                    <a:cubicBezTo>
                      <a:pt x="2587777" y="1642242"/>
                      <a:pt x="2658233" y="1642242"/>
                      <a:pt x="2728689" y="1641158"/>
                    </a:cubicBezTo>
                    <a:cubicBezTo>
                      <a:pt x="2730039" y="1570413"/>
                      <a:pt x="2729769" y="1499669"/>
                      <a:pt x="2728959" y="1428924"/>
                    </a:cubicBezTo>
                    <a:cubicBezTo>
                      <a:pt x="2656613" y="1427026"/>
                      <a:pt x="2584268" y="1428382"/>
                      <a:pt x="2511922" y="1428111"/>
                    </a:cubicBezTo>
                    <a:cubicBezTo>
                      <a:pt x="2508952" y="1357095"/>
                      <a:pt x="2513271" y="1285808"/>
                      <a:pt x="2510032" y="1214792"/>
                    </a:cubicBezTo>
                    <a:cubicBezTo>
                      <a:pt x="2502203" y="1198529"/>
                      <a:pt x="2481148" y="1203950"/>
                      <a:pt x="2466840" y="1202053"/>
                    </a:cubicBezTo>
                    <a:cubicBezTo>
                      <a:pt x="2410691" y="1202866"/>
                      <a:pt x="2354002" y="1200155"/>
                      <a:pt x="2297853" y="1205034"/>
                    </a:cubicBezTo>
                    <a:cubicBezTo>
                      <a:pt x="2287325" y="1277134"/>
                      <a:pt x="2294614" y="1350047"/>
                      <a:pt x="2292454" y="1422419"/>
                    </a:cubicBezTo>
                    <a:cubicBezTo>
                      <a:pt x="2221998" y="1422148"/>
                      <a:pt x="2151542" y="1422148"/>
                      <a:pt x="2081355" y="1422690"/>
                    </a:cubicBezTo>
                    <a:cubicBezTo>
                      <a:pt x="2077576" y="1495332"/>
                      <a:pt x="2079196" y="1568516"/>
                      <a:pt x="2080276" y="1641429"/>
                    </a:cubicBezTo>
                    <a:cubicBezTo>
                      <a:pt x="2153161" y="1642513"/>
                      <a:pt x="2225777" y="1641429"/>
                      <a:pt x="2298663" y="1642513"/>
                    </a:cubicBezTo>
                    <a:cubicBezTo>
                      <a:pt x="2297583" y="1715426"/>
                      <a:pt x="2297313" y="1788340"/>
                      <a:pt x="2299203" y="1861253"/>
                    </a:cubicBezTo>
                    <a:cubicBezTo>
                      <a:pt x="2333351" y="1860982"/>
                      <a:pt x="2367500" y="1861591"/>
                      <a:pt x="2401648" y="1861829"/>
                    </a:cubicBezTo>
                    <a:close/>
                    <a:moveTo>
                      <a:pt x="3274944" y="1862104"/>
                    </a:moveTo>
                    <a:cubicBezTo>
                      <a:pt x="3284410" y="1790622"/>
                      <a:pt x="3278190" y="1718056"/>
                      <a:pt x="3279542" y="1646303"/>
                    </a:cubicBezTo>
                    <a:cubicBezTo>
                      <a:pt x="3352570" y="1637368"/>
                      <a:pt x="3426679" y="1644949"/>
                      <a:pt x="3499977" y="1641700"/>
                    </a:cubicBezTo>
                    <a:cubicBezTo>
                      <a:pt x="3498625" y="1568864"/>
                      <a:pt x="3499707" y="1496028"/>
                      <a:pt x="3499166" y="1423191"/>
                    </a:cubicBezTo>
                    <a:cubicBezTo>
                      <a:pt x="3426409" y="1421837"/>
                      <a:pt x="3353651" y="1423462"/>
                      <a:pt x="3280894" y="1422108"/>
                    </a:cubicBezTo>
                    <a:cubicBezTo>
                      <a:pt x="3279271" y="1349272"/>
                      <a:pt x="3279271" y="1276165"/>
                      <a:pt x="3280353" y="1203329"/>
                    </a:cubicBezTo>
                    <a:cubicBezTo>
                      <a:pt x="3205432" y="1203599"/>
                      <a:pt x="3130241" y="1201704"/>
                      <a:pt x="3055320" y="1204141"/>
                    </a:cubicBezTo>
                    <a:cubicBezTo>
                      <a:pt x="3054779" y="1276977"/>
                      <a:pt x="3056402" y="1349813"/>
                      <a:pt x="3054238" y="1422379"/>
                    </a:cubicBezTo>
                    <a:cubicBezTo>
                      <a:pt x="2983374" y="1422921"/>
                      <a:pt x="2912240" y="1422921"/>
                      <a:pt x="2841376" y="1422379"/>
                    </a:cubicBezTo>
                    <a:cubicBezTo>
                      <a:pt x="2831639" y="1493591"/>
                      <a:pt x="2836508" y="1566156"/>
                      <a:pt x="2837319" y="1637909"/>
                    </a:cubicBezTo>
                    <a:cubicBezTo>
                      <a:pt x="2906560" y="1649552"/>
                      <a:pt x="2977694" y="1636826"/>
                      <a:pt x="3047476" y="1643595"/>
                    </a:cubicBezTo>
                    <a:cubicBezTo>
                      <a:pt x="3065598" y="1654155"/>
                      <a:pt x="3059918" y="1676358"/>
                      <a:pt x="3061541" y="1693687"/>
                    </a:cubicBezTo>
                    <a:cubicBezTo>
                      <a:pt x="3061000" y="1749736"/>
                      <a:pt x="3060729" y="1805514"/>
                      <a:pt x="3061541" y="1861563"/>
                    </a:cubicBezTo>
                    <a:cubicBezTo>
                      <a:pt x="3132675" y="1861833"/>
                      <a:pt x="3203810" y="1861292"/>
                      <a:pt x="3274944" y="1862104"/>
                    </a:cubicBezTo>
                    <a:close/>
                    <a:moveTo>
                      <a:pt x="1469867" y="3064588"/>
                    </a:moveTo>
                    <a:cubicBezTo>
                      <a:pt x="1599214" y="3069088"/>
                      <a:pt x="1729304" y="3057585"/>
                      <a:pt x="1855948" y="3032278"/>
                    </a:cubicBezTo>
                    <a:cubicBezTo>
                      <a:pt x="1915688" y="3016580"/>
                      <a:pt x="1975429" y="3000069"/>
                      <a:pt x="2034628" y="2981664"/>
                    </a:cubicBezTo>
                    <a:cubicBezTo>
                      <a:pt x="2325491" y="2881519"/>
                      <a:pt x="2582292" y="2688536"/>
                      <a:pt x="2765027" y="2441150"/>
                    </a:cubicBezTo>
                    <a:cubicBezTo>
                      <a:pt x="2793411" y="2400280"/>
                      <a:pt x="2822335" y="2359139"/>
                      <a:pt x="2842338" y="2313397"/>
                    </a:cubicBezTo>
                    <a:cubicBezTo>
                      <a:pt x="2741510" y="2250333"/>
                      <a:pt x="2635275" y="2196471"/>
                      <a:pt x="2534717" y="2133406"/>
                    </a:cubicBezTo>
                    <a:cubicBezTo>
                      <a:pt x="2422264" y="2074402"/>
                      <a:pt x="2315759" y="2004841"/>
                      <a:pt x="2202766" y="1946919"/>
                    </a:cubicBezTo>
                    <a:cubicBezTo>
                      <a:pt x="2190602" y="1939070"/>
                      <a:pt x="2174383" y="1944483"/>
                      <a:pt x="2168166" y="1957205"/>
                    </a:cubicBezTo>
                    <a:cubicBezTo>
                      <a:pt x="2040846" y="2142609"/>
                      <a:pt x="1833782" y="2277128"/>
                      <a:pt x="1608067" y="2297969"/>
                    </a:cubicBezTo>
                    <a:cubicBezTo>
                      <a:pt x="1509130" y="2302029"/>
                      <a:pt x="1406950" y="2303653"/>
                      <a:pt x="1312339" y="2269550"/>
                    </a:cubicBezTo>
                    <a:cubicBezTo>
                      <a:pt x="1260438" y="2249250"/>
                      <a:pt x="1206915" y="2231116"/>
                      <a:pt x="1158528" y="2202967"/>
                    </a:cubicBezTo>
                    <a:cubicBezTo>
                      <a:pt x="1002555" y="2120414"/>
                      <a:pt x="880642" y="1978316"/>
                      <a:pt x="818468" y="1813483"/>
                    </a:cubicBezTo>
                    <a:cubicBezTo>
                      <a:pt x="698177" y="1526580"/>
                      <a:pt x="782516" y="1170928"/>
                      <a:pt x="1013368" y="964142"/>
                    </a:cubicBezTo>
                    <a:cubicBezTo>
                      <a:pt x="1086624" y="901618"/>
                      <a:pt x="1169071" y="848298"/>
                      <a:pt x="1260168" y="815548"/>
                    </a:cubicBezTo>
                    <a:cubicBezTo>
                      <a:pt x="1433171" y="742198"/>
                      <a:pt x="1634828" y="746799"/>
                      <a:pt x="1808102" y="817172"/>
                    </a:cubicBezTo>
                    <a:cubicBezTo>
                      <a:pt x="1969482" y="878071"/>
                      <a:pt x="2102478" y="999869"/>
                      <a:pt x="2193305" y="1144945"/>
                    </a:cubicBezTo>
                    <a:cubicBezTo>
                      <a:pt x="2254397" y="1104074"/>
                      <a:pt x="2320895" y="1071866"/>
                      <a:pt x="2386042" y="1037491"/>
                    </a:cubicBezTo>
                    <a:cubicBezTo>
                      <a:pt x="2533095" y="955751"/>
                      <a:pt x="2680688" y="874823"/>
                      <a:pt x="2828552" y="794165"/>
                    </a:cubicBezTo>
                    <a:cubicBezTo>
                      <a:pt x="2839365" y="786857"/>
                      <a:pt x="2861801" y="779279"/>
                      <a:pt x="2850718" y="762227"/>
                    </a:cubicBezTo>
                    <a:cubicBezTo>
                      <a:pt x="2811792" y="684817"/>
                      <a:pt x="2756107" y="617422"/>
                      <a:pt x="2703125" y="549486"/>
                    </a:cubicBezTo>
                    <a:cubicBezTo>
                      <a:pt x="2600674" y="432289"/>
                      <a:pt x="2484708" y="326189"/>
                      <a:pt x="2353874" y="241201"/>
                    </a:cubicBezTo>
                    <a:cubicBezTo>
                      <a:pt x="2248180" y="177595"/>
                      <a:pt x="2137890" y="120214"/>
                      <a:pt x="2020842" y="79886"/>
                    </a:cubicBezTo>
                    <a:cubicBezTo>
                      <a:pt x="1890279" y="39557"/>
                      <a:pt x="1755390" y="10054"/>
                      <a:pt x="1618339" y="5453"/>
                    </a:cubicBezTo>
                    <a:cubicBezTo>
                      <a:pt x="1554814" y="-3208"/>
                      <a:pt x="1490749" y="-501"/>
                      <a:pt x="1426954" y="6265"/>
                    </a:cubicBezTo>
                    <a:cubicBezTo>
                      <a:pt x="1293687" y="10325"/>
                      <a:pt x="1163935" y="43617"/>
                      <a:pt x="1036885" y="80968"/>
                    </a:cubicBezTo>
                    <a:cubicBezTo>
                      <a:pt x="877668" y="138890"/>
                      <a:pt x="723317" y="215217"/>
                      <a:pt x="590861" y="322129"/>
                    </a:cubicBezTo>
                    <a:cubicBezTo>
                      <a:pt x="474354" y="410636"/>
                      <a:pt x="376228" y="520796"/>
                      <a:pt x="287564" y="636639"/>
                    </a:cubicBezTo>
                    <a:cubicBezTo>
                      <a:pt x="199711" y="758438"/>
                      <a:pt x="131861" y="894581"/>
                      <a:pt x="80501" y="1035597"/>
                    </a:cubicBezTo>
                    <a:cubicBezTo>
                      <a:pt x="57524" y="1123833"/>
                      <a:pt x="24004" y="1210445"/>
                      <a:pt x="18328" y="1302200"/>
                    </a:cubicBezTo>
                    <a:cubicBezTo>
                      <a:pt x="487" y="1425081"/>
                      <a:pt x="-6812" y="1550127"/>
                      <a:pt x="7785" y="1673820"/>
                    </a:cubicBezTo>
                    <a:cubicBezTo>
                      <a:pt x="13462" y="1765846"/>
                      <a:pt x="27789" y="1858142"/>
                      <a:pt x="56442" y="1946107"/>
                    </a:cubicBezTo>
                    <a:cubicBezTo>
                      <a:pt x="113480" y="2162638"/>
                      <a:pt x="224040" y="2363470"/>
                      <a:pt x="368660" y="2533717"/>
                    </a:cubicBezTo>
                    <a:cubicBezTo>
                      <a:pt x="445700" y="2613021"/>
                      <a:pt x="520038" y="2696115"/>
                      <a:pt x="611135" y="2759450"/>
                    </a:cubicBezTo>
                    <a:cubicBezTo>
                      <a:pt x="753863" y="2868256"/>
                      <a:pt x="915242" y="2952703"/>
                      <a:pt x="1088246" y="3000881"/>
                    </a:cubicBezTo>
                    <a:cubicBezTo>
                      <a:pt x="1211916" y="3039586"/>
                      <a:pt x="1340520" y="3060089"/>
                      <a:pt x="1469867" y="3064588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67C1EDF-8F22-4697-B429-0CF533CD2DC5}"/>
                </a:ext>
              </a:extLst>
            </p:cNvPr>
            <p:cNvSpPr/>
            <p:nvPr/>
          </p:nvSpPr>
          <p:spPr>
            <a:xfrm>
              <a:off x="6524534" y="3259731"/>
              <a:ext cx="2566126" cy="461665"/>
            </a:xfrm>
            <a:prstGeom prst="rect">
              <a:avLst/>
            </a:prstGeom>
            <a:solidFill>
              <a:srgbClr val="232A4E"/>
            </a:solidFill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Programming </a:t>
              </a:r>
              <a:endParaRPr lang="en-US" sz="2400" b="1" i="0" dirty="0">
                <a:solidFill>
                  <a:schemeClr val="bg1"/>
                </a:solidFill>
                <a:effectLst/>
                <a:latin typeface="Ubuntu" panose="020B0504030602030204" pitchFamily="34" charset="0"/>
              </a:endParaRPr>
            </a:p>
          </p:txBody>
        </p:sp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2590A5AC-9250-4D1C-BD38-0C53489D3F2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00986759"/>
                </p:ext>
              </p:extLst>
            </p:nvPr>
          </p:nvGraphicFramePr>
          <p:xfrm>
            <a:off x="4876800" y="1307554"/>
            <a:ext cx="6400800" cy="42428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1689CE6-F577-4BE8-AB9E-47568DA20F6F}"/>
                </a:ext>
              </a:extLst>
            </p:cNvPr>
            <p:cNvGrpSpPr/>
            <p:nvPr/>
          </p:nvGrpSpPr>
          <p:grpSpPr>
            <a:xfrm>
              <a:off x="8897568" y="4168140"/>
              <a:ext cx="1282752" cy="657208"/>
              <a:chOff x="1999151" y="3105190"/>
              <a:chExt cx="2460554" cy="657208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29C7EA22-4E0E-4115-8877-30DB523D0EE9}"/>
                  </a:ext>
                </a:extLst>
              </p:cNvPr>
              <p:cNvSpPr/>
              <p:nvPr/>
            </p:nvSpPr>
            <p:spPr>
              <a:xfrm>
                <a:off x="2064598" y="3105190"/>
                <a:ext cx="2329660" cy="657208"/>
              </a:xfrm>
              <a:prstGeom prst="roundRect">
                <a:avLst>
                  <a:gd name="adj" fmla="val 14597"/>
                </a:avLst>
              </a:prstGeom>
              <a:gradFill>
                <a:gsLst>
                  <a:gs pos="0">
                    <a:schemeClr val="accent1"/>
                  </a:gs>
                  <a:gs pos="9900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noFill/>
              </a:ln>
              <a:effectLst>
                <a:outerShdw blurRad="355600" dist="228600" dir="5400000" sx="97000" sy="97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3C75A9E-A7B5-450B-9257-CC49DEA1A397}"/>
                  </a:ext>
                </a:extLst>
              </p:cNvPr>
              <p:cNvSpPr txBox="1"/>
              <p:nvPr/>
            </p:nvSpPr>
            <p:spPr>
              <a:xfrm>
                <a:off x="1999151" y="3256053"/>
                <a:ext cx="2460554" cy="355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6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Python 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30225F1-88C5-49D7-9E0E-2A9741061D7D}"/>
                </a:ext>
              </a:extLst>
            </p:cNvPr>
            <p:cNvGrpSpPr/>
            <p:nvPr/>
          </p:nvGrpSpPr>
          <p:grpSpPr>
            <a:xfrm>
              <a:off x="6054776" y="4253865"/>
              <a:ext cx="774650" cy="657208"/>
              <a:chOff x="2486468" y="3105190"/>
              <a:chExt cx="1485922" cy="657208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47234094-8CFC-4AFA-9DC9-F3381E0A0DE4}"/>
                  </a:ext>
                </a:extLst>
              </p:cNvPr>
              <p:cNvSpPr/>
              <p:nvPr/>
            </p:nvSpPr>
            <p:spPr>
              <a:xfrm>
                <a:off x="2486468" y="3105190"/>
                <a:ext cx="1485922" cy="657208"/>
              </a:xfrm>
              <a:prstGeom prst="roundRect">
                <a:avLst>
                  <a:gd name="adj" fmla="val 14597"/>
                </a:avLst>
              </a:prstGeom>
              <a:gradFill>
                <a:gsLst>
                  <a:gs pos="0">
                    <a:schemeClr val="accent2"/>
                  </a:gs>
                  <a:gs pos="99000">
                    <a:schemeClr val="accent2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noFill/>
              </a:ln>
              <a:effectLst>
                <a:outerShdw blurRad="355600" dist="228600" dir="5400000" sx="97000" sy="97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495E000-1CBE-43C6-B854-214044834D03}"/>
                  </a:ext>
                </a:extLst>
              </p:cNvPr>
              <p:cNvSpPr txBox="1"/>
              <p:nvPr/>
            </p:nvSpPr>
            <p:spPr>
              <a:xfrm>
                <a:off x="2486469" y="3256053"/>
                <a:ext cx="1485917" cy="355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6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C++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B197AFC-40B4-453D-99DF-45AF33347FE0}"/>
                </a:ext>
              </a:extLst>
            </p:cNvPr>
            <p:cNvGrpSpPr/>
            <p:nvPr/>
          </p:nvGrpSpPr>
          <p:grpSpPr>
            <a:xfrm>
              <a:off x="6111926" y="1872615"/>
              <a:ext cx="774650" cy="657208"/>
              <a:chOff x="2486468" y="3105190"/>
              <a:chExt cx="1485922" cy="657208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08B959BE-B0C6-4199-BDD1-FF57E41D8F2D}"/>
                  </a:ext>
                </a:extLst>
              </p:cNvPr>
              <p:cNvSpPr/>
              <p:nvPr/>
            </p:nvSpPr>
            <p:spPr>
              <a:xfrm>
                <a:off x="2486468" y="3105190"/>
                <a:ext cx="1485922" cy="657208"/>
              </a:xfrm>
              <a:prstGeom prst="roundRect">
                <a:avLst>
                  <a:gd name="adj" fmla="val 14597"/>
                </a:avLst>
              </a:prstGeom>
              <a:gradFill>
                <a:gsLst>
                  <a:gs pos="0">
                    <a:schemeClr val="accent3"/>
                  </a:gs>
                  <a:gs pos="99000">
                    <a:schemeClr val="accent3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noFill/>
              </a:ln>
              <a:effectLst>
                <a:outerShdw blurRad="355600" dist="228600" dir="5400000" sx="97000" sy="97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5496829-E5D4-4BA2-AA5F-8D929C4072D2}"/>
                  </a:ext>
                </a:extLst>
              </p:cNvPr>
              <p:cNvSpPr txBox="1"/>
              <p:nvPr/>
            </p:nvSpPr>
            <p:spPr>
              <a:xfrm>
                <a:off x="2486469" y="3256053"/>
                <a:ext cx="1485917" cy="355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6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C#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801955D-7D49-40B3-8288-C2ABFA297020}"/>
                </a:ext>
              </a:extLst>
            </p:cNvPr>
            <p:cNvGrpSpPr/>
            <p:nvPr/>
          </p:nvGrpSpPr>
          <p:grpSpPr>
            <a:xfrm>
              <a:off x="7188251" y="1129665"/>
              <a:ext cx="774650" cy="657208"/>
              <a:chOff x="2486468" y="3105190"/>
              <a:chExt cx="1485922" cy="657208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6C70F94-55A9-46A9-A796-22340AD710E5}"/>
                  </a:ext>
                </a:extLst>
              </p:cNvPr>
              <p:cNvSpPr/>
              <p:nvPr/>
            </p:nvSpPr>
            <p:spPr>
              <a:xfrm>
                <a:off x="2486468" y="3105190"/>
                <a:ext cx="1485922" cy="657208"/>
              </a:xfrm>
              <a:prstGeom prst="roundRect">
                <a:avLst>
                  <a:gd name="adj" fmla="val 14597"/>
                </a:avLst>
              </a:prstGeom>
              <a:gradFill>
                <a:gsLst>
                  <a:gs pos="0">
                    <a:schemeClr val="accent4"/>
                  </a:gs>
                  <a:gs pos="99000">
                    <a:schemeClr val="accent4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noFill/>
              </a:ln>
              <a:effectLst>
                <a:outerShdw blurRad="355600" dist="228600" dir="5400000" sx="97000" sy="97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A9E7EB1-E664-42DB-8B6F-90FCCFF5F868}"/>
                  </a:ext>
                </a:extLst>
              </p:cNvPr>
              <p:cNvSpPr txBox="1"/>
              <p:nvPr/>
            </p:nvSpPr>
            <p:spPr>
              <a:xfrm>
                <a:off x="2486469" y="3256053"/>
                <a:ext cx="1485917" cy="355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6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Go</a:t>
                </a:r>
              </a:p>
            </p:txBody>
          </p: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49C22C0-6F1B-4266-9247-DAA829D4B03A}"/>
                </a:ext>
              </a:extLst>
            </p:cNvPr>
            <p:cNvSpPr/>
            <p:nvPr/>
          </p:nvSpPr>
          <p:spPr>
            <a:xfrm>
              <a:off x="7712056" y="3717348"/>
              <a:ext cx="1927244" cy="461665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Language </a:t>
              </a:r>
              <a:endParaRPr lang="en-US" sz="2400" b="1" i="0" dirty="0">
                <a:solidFill>
                  <a:schemeClr val="bg1"/>
                </a:solidFill>
                <a:effectLst/>
                <a:latin typeface="Ubuntu" panose="020B05040306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697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30D2D6-CA96-4A76-888C-08396082DC66}"/>
              </a:ext>
            </a:extLst>
          </p:cNvPr>
          <p:cNvSpPr/>
          <p:nvPr/>
        </p:nvSpPr>
        <p:spPr>
          <a:xfrm>
            <a:off x="609600" y="1200150"/>
            <a:ext cx="10972800" cy="4457700"/>
          </a:xfrm>
          <a:prstGeom prst="roundRect">
            <a:avLst>
              <a:gd name="adj" fmla="val 7340"/>
            </a:avLst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8E24A36-8F09-4CC8-8583-78537B6D0429}"/>
              </a:ext>
            </a:extLst>
          </p:cNvPr>
          <p:cNvSpPr/>
          <p:nvPr/>
        </p:nvSpPr>
        <p:spPr>
          <a:xfrm rot="5400000">
            <a:off x="4550168" y="-783832"/>
            <a:ext cx="6083788" cy="9199876"/>
          </a:xfrm>
          <a:custGeom>
            <a:avLst/>
            <a:gdLst>
              <a:gd name="connsiteX0" fmla="*/ 272225 w 1752283"/>
              <a:gd name="connsiteY0" fmla="*/ 0 h 2649794"/>
              <a:gd name="connsiteX1" fmla="*/ 950806 w 1752283"/>
              <a:gd name="connsiteY1" fmla="*/ 0 h 2649794"/>
              <a:gd name="connsiteX2" fmla="*/ 889449 w 1752283"/>
              <a:gd name="connsiteY2" fmla="*/ 56741 h 2649794"/>
              <a:gd name="connsiteX3" fmla="*/ 519699 w 1752283"/>
              <a:gd name="connsiteY3" fmla="*/ 203672 h 2649794"/>
              <a:gd name="connsiteX4" fmla="*/ 519699 w 1752283"/>
              <a:gd name="connsiteY4" fmla="*/ 236322 h 2649794"/>
              <a:gd name="connsiteX5" fmla="*/ 1126469 w 1752283"/>
              <a:gd name="connsiteY5" fmla="*/ 927440 h 2649794"/>
              <a:gd name="connsiteX6" fmla="*/ 1126469 w 1752283"/>
              <a:gd name="connsiteY6" fmla="*/ 1735559 h 2649794"/>
              <a:gd name="connsiteX7" fmla="*/ 1285643 w 1752283"/>
              <a:gd name="connsiteY7" fmla="*/ 2138257 h 2649794"/>
              <a:gd name="connsiteX8" fmla="*/ 1752283 w 1752283"/>
              <a:gd name="connsiteY8" fmla="*/ 2268863 h 2649794"/>
              <a:gd name="connsiteX9" fmla="*/ 1752283 w 1752283"/>
              <a:gd name="connsiteY9" fmla="*/ 2649794 h 2649794"/>
              <a:gd name="connsiteX10" fmla="*/ 952328 w 1752283"/>
              <a:gd name="connsiteY10" fmla="*/ 2413072 h 2649794"/>
              <a:gd name="connsiteX11" fmla="*/ 669351 w 1752283"/>
              <a:gd name="connsiteY11" fmla="*/ 1762768 h 2649794"/>
              <a:gd name="connsiteX12" fmla="*/ 669351 w 1752283"/>
              <a:gd name="connsiteY12" fmla="*/ 938325 h 2649794"/>
              <a:gd name="connsiteX13" fmla="*/ 497932 w 1752283"/>
              <a:gd name="connsiteY13" fmla="*/ 534265 h 2649794"/>
              <a:gd name="connsiteX14" fmla="*/ 0 w 1752283"/>
              <a:gd name="connsiteY14" fmla="*/ 413183 h 2649794"/>
              <a:gd name="connsiteX15" fmla="*/ 0 w 1752283"/>
              <a:gd name="connsiteY15" fmla="*/ 29531 h 2649794"/>
              <a:gd name="connsiteX16" fmla="*/ 164617 w 1752283"/>
              <a:gd name="connsiteY16" fmla="*/ 19328 h 264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52283" h="2649794">
                <a:moveTo>
                  <a:pt x="272225" y="0"/>
                </a:moveTo>
                <a:lnTo>
                  <a:pt x="950806" y="0"/>
                </a:lnTo>
                <a:lnTo>
                  <a:pt x="889449" y="56741"/>
                </a:lnTo>
                <a:cubicBezTo>
                  <a:pt x="794641" y="128166"/>
                  <a:pt x="671391" y="177143"/>
                  <a:pt x="519699" y="203672"/>
                </a:cubicBezTo>
                <a:lnTo>
                  <a:pt x="519699" y="236322"/>
                </a:lnTo>
                <a:cubicBezTo>
                  <a:pt x="924211" y="307066"/>
                  <a:pt x="1126469" y="537440"/>
                  <a:pt x="1126469" y="927440"/>
                </a:cubicBezTo>
                <a:lnTo>
                  <a:pt x="1126469" y="1735559"/>
                </a:lnTo>
                <a:cubicBezTo>
                  <a:pt x="1126469" y="1920583"/>
                  <a:pt x="1179526" y="2054816"/>
                  <a:pt x="1285643" y="2138257"/>
                </a:cubicBezTo>
                <a:cubicBezTo>
                  <a:pt x="1391759" y="2221700"/>
                  <a:pt x="1547307" y="2265235"/>
                  <a:pt x="1752283" y="2268863"/>
                </a:cubicBezTo>
                <a:lnTo>
                  <a:pt x="1752283" y="2649794"/>
                </a:lnTo>
                <a:cubicBezTo>
                  <a:pt x="1407632" y="2646166"/>
                  <a:pt x="1140980" y="2567259"/>
                  <a:pt x="952328" y="2413072"/>
                </a:cubicBezTo>
                <a:cubicBezTo>
                  <a:pt x="763677" y="2258886"/>
                  <a:pt x="669351" y="2042118"/>
                  <a:pt x="669351" y="1762768"/>
                </a:cubicBezTo>
                <a:lnTo>
                  <a:pt x="669351" y="938325"/>
                </a:lnTo>
                <a:cubicBezTo>
                  <a:pt x="669351" y="749673"/>
                  <a:pt x="612210" y="614986"/>
                  <a:pt x="497932" y="534265"/>
                </a:cubicBezTo>
                <a:cubicBezTo>
                  <a:pt x="383652" y="453545"/>
                  <a:pt x="217675" y="413183"/>
                  <a:pt x="0" y="413183"/>
                </a:cubicBezTo>
                <a:lnTo>
                  <a:pt x="0" y="29531"/>
                </a:lnTo>
                <a:cubicBezTo>
                  <a:pt x="58954" y="28624"/>
                  <a:pt x="113826" y="25223"/>
                  <a:pt x="164617" y="19328"/>
                </a:cubicBezTo>
                <a:close/>
              </a:path>
            </a:pathLst>
          </a:cu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ECEAA1-6395-43B2-892B-EB71CF8ED3C3}"/>
              </a:ext>
            </a:extLst>
          </p:cNvPr>
          <p:cNvGrpSpPr/>
          <p:nvPr/>
        </p:nvGrpSpPr>
        <p:grpSpPr>
          <a:xfrm>
            <a:off x="4429125" y="848559"/>
            <a:ext cx="3333750" cy="4962266"/>
            <a:chOff x="7639050" y="848559"/>
            <a:chExt cx="3333750" cy="496226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C313549-85E4-449F-AE1C-0356FCDD064A}"/>
                </a:ext>
              </a:extLst>
            </p:cNvPr>
            <p:cNvSpPr/>
            <p:nvPr/>
          </p:nvSpPr>
          <p:spPr>
            <a:xfrm>
              <a:off x="7639050" y="1200150"/>
              <a:ext cx="3333750" cy="4457700"/>
            </a:xfrm>
            <a:prstGeom prst="roundRect">
              <a:avLst>
                <a:gd name="adj" fmla="val 7340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dist="38100" dir="5400000" algn="t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AEB5AB5-FFEE-4081-8383-ADC5462B1E7C}"/>
                </a:ext>
              </a:extLst>
            </p:cNvPr>
            <p:cNvSpPr/>
            <p:nvPr/>
          </p:nvSpPr>
          <p:spPr>
            <a:xfrm>
              <a:off x="9140925" y="5480824"/>
              <a:ext cx="330001" cy="330001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698500" dist="165100" dir="10800000" sx="80000" sy="8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25"/>
            </a:p>
          </p:txBody>
        </p:sp>
        <p:sp>
          <p:nvSpPr>
            <p:cNvPr id="7" name="Freeform 46">
              <a:extLst>
                <a:ext uri="{FF2B5EF4-FFF2-40B4-BE49-F238E27FC236}">
                  <a16:creationId xmlns:a16="http://schemas.microsoft.com/office/drawing/2014/main" id="{85C668B2-510C-4CB6-A751-5EFC7B0C37E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272296" y="5571396"/>
              <a:ext cx="67259" cy="148856"/>
            </a:xfrm>
            <a:custGeom>
              <a:avLst/>
              <a:gdLst>
                <a:gd name="T0" fmla="*/ 147571 w 96"/>
                <a:gd name="T1" fmla="*/ 33734 h 168"/>
                <a:gd name="T2" fmla="*/ 46517 w 96"/>
                <a:gd name="T3" fmla="*/ 134938 h 168"/>
                <a:gd name="T4" fmla="*/ 149175 w 96"/>
                <a:gd name="T5" fmla="*/ 237747 h 168"/>
                <a:gd name="T6" fmla="*/ 149175 w 96"/>
                <a:gd name="T7" fmla="*/ 237747 h 168"/>
                <a:gd name="T8" fmla="*/ 153987 w 96"/>
                <a:gd name="T9" fmla="*/ 250598 h 168"/>
                <a:gd name="T10" fmla="*/ 134739 w 96"/>
                <a:gd name="T11" fmla="*/ 269875 h 168"/>
                <a:gd name="T12" fmla="*/ 121906 w 96"/>
                <a:gd name="T13" fmla="*/ 265056 h 168"/>
                <a:gd name="T14" fmla="*/ 121906 w 96"/>
                <a:gd name="T15" fmla="*/ 265056 h 168"/>
                <a:gd name="T16" fmla="*/ 6416 w 96"/>
                <a:gd name="T17" fmla="*/ 149395 h 168"/>
                <a:gd name="T18" fmla="*/ 6416 w 96"/>
                <a:gd name="T19" fmla="*/ 149395 h 168"/>
                <a:gd name="T20" fmla="*/ 0 w 96"/>
                <a:gd name="T21" fmla="*/ 134938 h 168"/>
                <a:gd name="T22" fmla="*/ 0 w 96"/>
                <a:gd name="T23" fmla="*/ 134938 h 168"/>
                <a:gd name="T24" fmla="*/ 0 w 96"/>
                <a:gd name="T25" fmla="*/ 134938 h 168"/>
                <a:gd name="T26" fmla="*/ 6416 w 96"/>
                <a:gd name="T27" fmla="*/ 120480 h 168"/>
                <a:gd name="T28" fmla="*/ 6416 w 96"/>
                <a:gd name="T29" fmla="*/ 120480 h 168"/>
                <a:gd name="T30" fmla="*/ 121906 w 96"/>
                <a:gd name="T31" fmla="*/ 4819 h 168"/>
                <a:gd name="T32" fmla="*/ 121906 w 96"/>
                <a:gd name="T33" fmla="*/ 4819 h 168"/>
                <a:gd name="T34" fmla="*/ 134739 w 96"/>
                <a:gd name="T35" fmla="*/ 0 h 168"/>
                <a:gd name="T36" fmla="*/ 153987 w 96"/>
                <a:gd name="T37" fmla="*/ 19277 h 168"/>
                <a:gd name="T38" fmla="*/ 147571 w 96"/>
                <a:gd name="T39" fmla="*/ 33734 h 1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" h="168">
                  <a:moveTo>
                    <a:pt x="92" y="21"/>
                  </a:moveTo>
                  <a:cubicBezTo>
                    <a:pt x="29" y="84"/>
                    <a:pt x="29" y="84"/>
                    <a:pt x="29" y="84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3" y="148"/>
                    <a:pt x="93" y="148"/>
                    <a:pt x="93" y="148"/>
                  </a:cubicBezTo>
                  <a:cubicBezTo>
                    <a:pt x="95" y="150"/>
                    <a:pt x="96" y="153"/>
                    <a:pt x="96" y="156"/>
                  </a:cubicBezTo>
                  <a:cubicBezTo>
                    <a:pt x="96" y="163"/>
                    <a:pt x="91" y="168"/>
                    <a:pt x="84" y="168"/>
                  </a:cubicBezTo>
                  <a:cubicBezTo>
                    <a:pt x="81" y="168"/>
                    <a:pt x="78" y="167"/>
                    <a:pt x="76" y="165"/>
                  </a:cubicBezTo>
                  <a:cubicBezTo>
                    <a:pt x="76" y="165"/>
                    <a:pt x="76" y="165"/>
                    <a:pt x="76" y="165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1" y="90"/>
                    <a:pt x="0" y="87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1"/>
                    <a:pt x="1" y="77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8" y="1"/>
                    <a:pt x="81" y="0"/>
                    <a:pt x="84" y="0"/>
                  </a:cubicBezTo>
                  <a:cubicBezTo>
                    <a:pt x="91" y="0"/>
                    <a:pt x="96" y="5"/>
                    <a:pt x="96" y="12"/>
                  </a:cubicBezTo>
                  <a:cubicBezTo>
                    <a:pt x="96" y="16"/>
                    <a:pt x="94" y="19"/>
                    <a:pt x="92" y="2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sz="1125" dirty="0"/>
            </a:p>
          </p:txBody>
        </p:sp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AE158ED2-ED84-43E6-8EC8-5A376259DD4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99145224"/>
                </p:ext>
              </p:extLst>
            </p:nvPr>
          </p:nvGraphicFramePr>
          <p:xfrm>
            <a:off x="7857671" y="848559"/>
            <a:ext cx="2896508" cy="443504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0D57034-FB58-4690-8599-198A315E7B0C}"/>
              </a:ext>
            </a:extLst>
          </p:cNvPr>
          <p:cNvSpPr/>
          <p:nvPr/>
        </p:nvSpPr>
        <p:spPr>
          <a:xfrm>
            <a:off x="8359409" y="3243122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a-DK" sz="1400" b="1" dirty="0">
                <a:solidFill>
                  <a:schemeClr val="bg1"/>
                </a:solidFill>
                <a:latin typeface="Ubuntu" panose="020B0504030602030204" pitchFamily="34" charset="0"/>
              </a:rPr>
              <a:t>Development</a:t>
            </a:r>
            <a:endParaRPr lang="en-US" sz="1400" b="1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6F9282-1292-418E-9376-4C0DE75FB34A}"/>
              </a:ext>
            </a:extLst>
          </p:cNvPr>
          <p:cNvSpPr/>
          <p:nvPr/>
        </p:nvSpPr>
        <p:spPr>
          <a:xfrm>
            <a:off x="8359409" y="3676650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2C58CF-1A0A-496E-AD21-200D9A708304}"/>
              </a:ext>
            </a:extLst>
          </p:cNvPr>
          <p:cNvSpPr/>
          <p:nvPr/>
        </p:nvSpPr>
        <p:spPr>
          <a:xfrm>
            <a:off x="2397583" y="3243122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da-DK" sz="1400" b="1" dirty="0">
                <a:solidFill>
                  <a:schemeClr val="bg1"/>
                </a:solidFill>
                <a:latin typeface="Ubuntu" panose="020B0504030602030204" pitchFamily="34" charset="0"/>
              </a:rPr>
              <a:t>Development</a:t>
            </a:r>
            <a:endParaRPr lang="en-US" sz="1400" b="1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3BCD5D-F9B2-4EAC-9049-D6DD9D939FCE}"/>
              </a:ext>
            </a:extLst>
          </p:cNvPr>
          <p:cNvSpPr/>
          <p:nvPr/>
        </p:nvSpPr>
        <p:spPr>
          <a:xfrm>
            <a:off x="1044209" y="3676650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19" name="Freeform 181">
            <a:extLst>
              <a:ext uri="{FF2B5EF4-FFF2-40B4-BE49-F238E27FC236}">
                <a16:creationId xmlns:a16="http://schemas.microsoft.com/office/drawing/2014/main" id="{7B362DAC-DC16-4487-A594-2597C0CAFEFA}"/>
              </a:ext>
            </a:extLst>
          </p:cNvPr>
          <p:cNvSpPr>
            <a:spLocks noEditPoints="1"/>
          </p:cNvSpPr>
          <p:nvPr/>
        </p:nvSpPr>
        <p:spPr bwMode="auto">
          <a:xfrm>
            <a:off x="3318559" y="2563667"/>
            <a:ext cx="436822" cy="436822"/>
          </a:xfrm>
          <a:custGeom>
            <a:avLst/>
            <a:gdLst>
              <a:gd name="T0" fmla="*/ 0 w 189"/>
              <a:gd name="T1" fmla="*/ 0 h 189"/>
              <a:gd name="T2" fmla="*/ 39687 w 189"/>
              <a:gd name="T3" fmla="*/ 260350 h 189"/>
              <a:gd name="T4" fmla="*/ 149225 w 189"/>
              <a:gd name="T5" fmla="*/ 300037 h 189"/>
              <a:gd name="T6" fmla="*/ 261937 w 189"/>
              <a:gd name="T7" fmla="*/ 260350 h 189"/>
              <a:gd name="T8" fmla="*/ 300037 w 189"/>
              <a:gd name="T9" fmla="*/ 0 h 189"/>
              <a:gd name="T10" fmla="*/ 0 w 189"/>
              <a:gd name="T11" fmla="*/ 0 h 189"/>
              <a:gd name="T12" fmla="*/ 238125 w 189"/>
              <a:gd name="T13" fmla="*/ 76200 h 189"/>
              <a:gd name="T14" fmla="*/ 111125 w 189"/>
              <a:gd name="T15" fmla="*/ 76200 h 189"/>
              <a:gd name="T16" fmla="*/ 112712 w 189"/>
              <a:gd name="T17" fmla="*/ 112712 h 189"/>
              <a:gd name="T18" fmla="*/ 236537 w 189"/>
              <a:gd name="T19" fmla="*/ 112712 h 189"/>
              <a:gd name="T20" fmla="*/ 225425 w 189"/>
              <a:gd name="T21" fmla="*/ 225425 h 189"/>
              <a:gd name="T22" fmla="*/ 149225 w 189"/>
              <a:gd name="T23" fmla="*/ 242887 h 189"/>
              <a:gd name="T24" fmla="*/ 74612 w 189"/>
              <a:gd name="T25" fmla="*/ 225425 h 189"/>
              <a:gd name="T26" fmla="*/ 69850 w 189"/>
              <a:gd name="T27" fmla="*/ 168275 h 189"/>
              <a:gd name="T28" fmla="*/ 112712 w 189"/>
              <a:gd name="T29" fmla="*/ 168275 h 189"/>
              <a:gd name="T30" fmla="*/ 115887 w 189"/>
              <a:gd name="T31" fmla="*/ 196850 h 189"/>
              <a:gd name="T32" fmla="*/ 149225 w 189"/>
              <a:gd name="T33" fmla="*/ 204787 h 189"/>
              <a:gd name="T34" fmla="*/ 187325 w 189"/>
              <a:gd name="T35" fmla="*/ 196850 h 189"/>
              <a:gd name="T36" fmla="*/ 192087 w 189"/>
              <a:gd name="T37" fmla="*/ 150812 h 189"/>
              <a:gd name="T38" fmla="*/ 69850 w 189"/>
              <a:gd name="T39" fmla="*/ 150812 h 189"/>
              <a:gd name="T40" fmla="*/ 57150 w 189"/>
              <a:gd name="T41" fmla="*/ 38100 h 189"/>
              <a:gd name="T42" fmla="*/ 242887 w 189"/>
              <a:gd name="T43" fmla="*/ 38100 h 189"/>
              <a:gd name="T44" fmla="*/ 238125 w 189"/>
              <a:gd name="T45" fmla="*/ 76200 h 18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89" h="189">
                <a:moveTo>
                  <a:pt x="0" y="0"/>
                </a:moveTo>
                <a:lnTo>
                  <a:pt x="25" y="164"/>
                </a:lnTo>
                <a:lnTo>
                  <a:pt x="94" y="189"/>
                </a:lnTo>
                <a:lnTo>
                  <a:pt x="165" y="164"/>
                </a:lnTo>
                <a:lnTo>
                  <a:pt x="189" y="0"/>
                </a:lnTo>
                <a:lnTo>
                  <a:pt x="0" y="0"/>
                </a:lnTo>
                <a:close/>
                <a:moveTo>
                  <a:pt x="150" y="48"/>
                </a:moveTo>
                <a:lnTo>
                  <a:pt x="70" y="48"/>
                </a:lnTo>
                <a:lnTo>
                  <a:pt x="71" y="71"/>
                </a:lnTo>
                <a:lnTo>
                  <a:pt x="149" y="71"/>
                </a:lnTo>
                <a:lnTo>
                  <a:pt x="142" y="142"/>
                </a:lnTo>
                <a:lnTo>
                  <a:pt x="94" y="153"/>
                </a:lnTo>
                <a:lnTo>
                  <a:pt x="47" y="142"/>
                </a:lnTo>
                <a:lnTo>
                  <a:pt x="44" y="106"/>
                </a:lnTo>
                <a:lnTo>
                  <a:pt x="71" y="106"/>
                </a:lnTo>
                <a:lnTo>
                  <a:pt x="73" y="124"/>
                </a:lnTo>
                <a:lnTo>
                  <a:pt x="94" y="129"/>
                </a:lnTo>
                <a:lnTo>
                  <a:pt x="118" y="124"/>
                </a:lnTo>
                <a:lnTo>
                  <a:pt x="121" y="95"/>
                </a:lnTo>
                <a:lnTo>
                  <a:pt x="44" y="95"/>
                </a:lnTo>
                <a:lnTo>
                  <a:pt x="36" y="24"/>
                </a:lnTo>
                <a:lnTo>
                  <a:pt x="153" y="24"/>
                </a:lnTo>
                <a:lnTo>
                  <a:pt x="150" y="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Freeform 190">
            <a:extLst>
              <a:ext uri="{FF2B5EF4-FFF2-40B4-BE49-F238E27FC236}">
                <a16:creationId xmlns:a16="http://schemas.microsoft.com/office/drawing/2014/main" id="{1269A793-39DF-447D-9736-B8048A0984F2}"/>
              </a:ext>
            </a:extLst>
          </p:cNvPr>
          <p:cNvSpPr>
            <a:spLocks noEditPoints="1"/>
          </p:cNvSpPr>
          <p:nvPr/>
        </p:nvSpPr>
        <p:spPr bwMode="auto">
          <a:xfrm>
            <a:off x="8433175" y="2563667"/>
            <a:ext cx="432199" cy="436822"/>
          </a:xfrm>
          <a:custGeom>
            <a:avLst/>
            <a:gdLst>
              <a:gd name="T0" fmla="*/ 0 w 187"/>
              <a:gd name="T1" fmla="*/ 0 h 189"/>
              <a:gd name="T2" fmla="*/ 34925 w 187"/>
              <a:gd name="T3" fmla="*/ 260350 h 189"/>
              <a:gd name="T4" fmla="*/ 147637 w 187"/>
              <a:gd name="T5" fmla="*/ 300037 h 189"/>
              <a:gd name="T6" fmla="*/ 258762 w 187"/>
              <a:gd name="T7" fmla="*/ 260350 h 189"/>
              <a:gd name="T8" fmla="*/ 296862 w 187"/>
              <a:gd name="T9" fmla="*/ 0 h 189"/>
              <a:gd name="T10" fmla="*/ 0 w 187"/>
              <a:gd name="T11" fmla="*/ 0 h 189"/>
              <a:gd name="T12" fmla="*/ 239712 w 187"/>
              <a:gd name="T13" fmla="*/ 76200 h 189"/>
              <a:gd name="T14" fmla="*/ 166687 w 187"/>
              <a:gd name="T15" fmla="*/ 112712 h 189"/>
              <a:gd name="T16" fmla="*/ 231775 w 187"/>
              <a:gd name="T17" fmla="*/ 112712 h 189"/>
              <a:gd name="T18" fmla="*/ 222250 w 187"/>
              <a:gd name="T19" fmla="*/ 225425 h 189"/>
              <a:gd name="T20" fmla="*/ 147637 w 187"/>
              <a:gd name="T21" fmla="*/ 242887 h 189"/>
              <a:gd name="T22" fmla="*/ 74612 w 187"/>
              <a:gd name="T23" fmla="*/ 225425 h 189"/>
              <a:gd name="T24" fmla="*/ 68262 w 187"/>
              <a:gd name="T25" fmla="*/ 168275 h 189"/>
              <a:gd name="T26" fmla="*/ 109537 w 187"/>
              <a:gd name="T27" fmla="*/ 168275 h 189"/>
              <a:gd name="T28" fmla="*/ 114300 w 187"/>
              <a:gd name="T29" fmla="*/ 196850 h 189"/>
              <a:gd name="T30" fmla="*/ 147637 w 187"/>
              <a:gd name="T31" fmla="*/ 204787 h 189"/>
              <a:gd name="T32" fmla="*/ 184150 w 187"/>
              <a:gd name="T33" fmla="*/ 196850 h 189"/>
              <a:gd name="T34" fmla="*/ 188912 w 187"/>
              <a:gd name="T35" fmla="*/ 150812 h 189"/>
              <a:gd name="T36" fmla="*/ 66675 w 187"/>
              <a:gd name="T37" fmla="*/ 150812 h 189"/>
              <a:gd name="T38" fmla="*/ 63500 w 187"/>
              <a:gd name="T39" fmla="*/ 122237 h 189"/>
              <a:gd name="T40" fmla="*/ 84137 w 187"/>
              <a:gd name="T41" fmla="*/ 112712 h 189"/>
              <a:gd name="T42" fmla="*/ 160337 w 187"/>
              <a:gd name="T43" fmla="*/ 76200 h 189"/>
              <a:gd name="T44" fmla="*/ 58737 w 187"/>
              <a:gd name="T45" fmla="*/ 76200 h 189"/>
              <a:gd name="T46" fmla="*/ 53975 w 187"/>
              <a:gd name="T47" fmla="*/ 38100 h 189"/>
              <a:gd name="T48" fmla="*/ 239712 w 187"/>
              <a:gd name="T49" fmla="*/ 38100 h 189"/>
              <a:gd name="T50" fmla="*/ 239712 w 187"/>
              <a:gd name="T51" fmla="*/ 76200 h 189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187" h="189">
                <a:moveTo>
                  <a:pt x="0" y="0"/>
                </a:moveTo>
                <a:lnTo>
                  <a:pt x="22" y="164"/>
                </a:lnTo>
                <a:lnTo>
                  <a:pt x="93" y="189"/>
                </a:lnTo>
                <a:lnTo>
                  <a:pt x="163" y="164"/>
                </a:lnTo>
                <a:lnTo>
                  <a:pt x="187" y="0"/>
                </a:lnTo>
                <a:lnTo>
                  <a:pt x="0" y="0"/>
                </a:lnTo>
                <a:close/>
                <a:moveTo>
                  <a:pt x="151" y="48"/>
                </a:moveTo>
                <a:lnTo>
                  <a:pt x="105" y="71"/>
                </a:lnTo>
                <a:lnTo>
                  <a:pt x="146" y="71"/>
                </a:lnTo>
                <a:lnTo>
                  <a:pt x="140" y="142"/>
                </a:lnTo>
                <a:lnTo>
                  <a:pt x="93" y="153"/>
                </a:lnTo>
                <a:lnTo>
                  <a:pt x="47" y="142"/>
                </a:lnTo>
                <a:lnTo>
                  <a:pt x="43" y="106"/>
                </a:lnTo>
                <a:lnTo>
                  <a:pt x="69" y="106"/>
                </a:lnTo>
                <a:lnTo>
                  <a:pt x="72" y="124"/>
                </a:lnTo>
                <a:lnTo>
                  <a:pt x="93" y="129"/>
                </a:lnTo>
                <a:lnTo>
                  <a:pt x="116" y="124"/>
                </a:lnTo>
                <a:lnTo>
                  <a:pt x="119" y="95"/>
                </a:lnTo>
                <a:lnTo>
                  <a:pt x="42" y="95"/>
                </a:lnTo>
                <a:lnTo>
                  <a:pt x="40" y="77"/>
                </a:lnTo>
                <a:lnTo>
                  <a:pt x="53" y="71"/>
                </a:lnTo>
                <a:lnTo>
                  <a:pt x="101" y="48"/>
                </a:lnTo>
                <a:lnTo>
                  <a:pt x="37" y="48"/>
                </a:lnTo>
                <a:lnTo>
                  <a:pt x="34" y="24"/>
                </a:lnTo>
                <a:lnTo>
                  <a:pt x="151" y="24"/>
                </a:lnTo>
                <a:lnTo>
                  <a:pt x="151" y="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0BFBF7A-19E1-4E6A-B954-B084F2F0E786}"/>
              </a:ext>
            </a:extLst>
          </p:cNvPr>
          <p:cNvSpPr/>
          <p:nvPr/>
        </p:nvSpPr>
        <p:spPr>
          <a:xfrm>
            <a:off x="2438400" y="4500830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accent3"/>
                </a:solidFill>
                <a:latin typeface="Ubuntu" panose="020B0504030602030204" pitchFamily="34" charset="0"/>
              </a:rPr>
              <a:t>MORE DETAILS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9A30CDC-6D05-4137-A8B6-3EA32FCC6961}"/>
              </a:ext>
            </a:extLst>
          </p:cNvPr>
          <p:cNvSpPr/>
          <p:nvPr/>
        </p:nvSpPr>
        <p:spPr>
          <a:xfrm>
            <a:off x="8438364" y="4500830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accent3"/>
                </a:solidFill>
                <a:latin typeface="Ubuntu" panose="020B0504030602030204" pitchFamily="34" charset="0"/>
              </a:rPr>
              <a:t>MORE DETAILS</a:t>
            </a:r>
          </a:p>
        </p:txBody>
      </p:sp>
    </p:spTree>
    <p:extLst>
      <p:ext uri="{BB962C8B-B14F-4D97-AF65-F5344CB8AC3E}">
        <p14:creationId xmlns:p14="http://schemas.microsoft.com/office/powerpoint/2010/main" val="247783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9" presetClass="entr" presetSubtype="0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5" grpId="0"/>
      <p:bldP spid="16" grpId="0"/>
      <p:bldP spid="17" grpId="0"/>
      <p:bldP spid="18" grpId="0"/>
      <p:bldP spid="19" grpId="0" animBg="1"/>
      <p:bldP spid="20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E510AF50-52D1-4B91-BB9A-4A492FCECA0B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09E071A6-EAB2-4443-99AC-083C372D1F3D}"/>
              </a:ext>
            </a:extLst>
          </p:cNvPr>
          <p:cNvSpPr/>
          <p:nvPr/>
        </p:nvSpPr>
        <p:spPr>
          <a:xfrm>
            <a:off x="780138" y="1560922"/>
            <a:ext cx="7649029" cy="3788228"/>
          </a:xfrm>
          <a:prstGeom prst="roundRect">
            <a:avLst>
              <a:gd name="adj" fmla="val 4790"/>
            </a:avLst>
          </a:prstGeom>
          <a:solidFill>
            <a:srgbClr val="F1F3FE"/>
          </a:solidFill>
          <a:ln>
            <a:noFill/>
          </a:ln>
          <a:effectLst>
            <a:outerShdw blurRad="368300" dist="38100" dir="5400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3B9383B-6E41-4339-AF79-CA083EB1E13D}"/>
              </a:ext>
            </a:extLst>
          </p:cNvPr>
          <p:cNvGrpSpPr/>
          <p:nvPr/>
        </p:nvGrpSpPr>
        <p:grpSpPr>
          <a:xfrm>
            <a:off x="970638" y="1823440"/>
            <a:ext cx="7239000" cy="3408332"/>
            <a:chOff x="1525224" y="2401245"/>
            <a:chExt cx="9006003" cy="3730439"/>
          </a:xfrm>
        </p:grpSpPr>
        <p:sp>
          <p:nvSpPr>
            <p:cNvPr id="13" name="Documento 7">
              <a:extLst>
                <a:ext uri="{FF2B5EF4-FFF2-40B4-BE49-F238E27FC236}">
                  <a16:creationId xmlns:a16="http://schemas.microsoft.com/office/drawing/2014/main" id="{67D6D329-9406-4392-A989-9A69497CE294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 flipH="1">
              <a:off x="1990463" y="3092153"/>
              <a:ext cx="7933796" cy="2605195"/>
            </a:xfrm>
            <a:custGeom>
              <a:avLst/>
              <a:gdLst>
                <a:gd name="connsiteX0" fmla="*/ 0 w 21600"/>
                <a:gd name="connsiteY0" fmla="*/ 0 h 21600"/>
                <a:gd name="connsiteX1" fmla="*/ 21600 w 21600"/>
                <a:gd name="connsiteY1" fmla="*/ 0 h 21600"/>
                <a:gd name="connsiteX2" fmla="*/ 21600 w 21600"/>
                <a:gd name="connsiteY2" fmla="*/ 17322 h 21600"/>
                <a:gd name="connsiteX3" fmla="*/ 0 w 21600"/>
                <a:gd name="connsiteY3" fmla="*/ 20172 h 21600"/>
                <a:gd name="connsiteX4" fmla="*/ 0 w 21600"/>
                <a:gd name="connsiteY4" fmla="*/ 0 h 21600"/>
                <a:gd name="connsiteX0" fmla="*/ 0 w 21600"/>
                <a:gd name="connsiteY0" fmla="*/ 0 h 21431"/>
                <a:gd name="connsiteX1" fmla="*/ 21600 w 21600"/>
                <a:gd name="connsiteY1" fmla="*/ 0 h 21431"/>
                <a:gd name="connsiteX2" fmla="*/ 21600 w 21600"/>
                <a:gd name="connsiteY2" fmla="*/ 17322 h 21431"/>
                <a:gd name="connsiteX3" fmla="*/ 13112 w 21600"/>
                <a:gd name="connsiteY3" fmla="*/ 19087 h 21431"/>
                <a:gd name="connsiteX4" fmla="*/ 0 w 21600"/>
                <a:gd name="connsiteY4" fmla="*/ 20172 h 21431"/>
                <a:gd name="connsiteX5" fmla="*/ 0 w 21600"/>
                <a:gd name="connsiteY5" fmla="*/ 0 h 21431"/>
                <a:gd name="connsiteX0" fmla="*/ 0 w 21600"/>
                <a:gd name="connsiteY0" fmla="*/ 0 h 21763"/>
                <a:gd name="connsiteX1" fmla="*/ 21600 w 21600"/>
                <a:gd name="connsiteY1" fmla="*/ 0 h 21763"/>
                <a:gd name="connsiteX2" fmla="*/ 21600 w 21600"/>
                <a:gd name="connsiteY2" fmla="*/ 17322 h 21763"/>
                <a:gd name="connsiteX3" fmla="*/ 13112 w 21600"/>
                <a:gd name="connsiteY3" fmla="*/ 19087 h 21763"/>
                <a:gd name="connsiteX4" fmla="*/ 7624 w 21600"/>
                <a:gd name="connsiteY4" fmla="*/ 20331 h 21763"/>
                <a:gd name="connsiteX5" fmla="*/ 0 w 21600"/>
                <a:gd name="connsiteY5" fmla="*/ 20172 h 21763"/>
                <a:gd name="connsiteX6" fmla="*/ 0 w 21600"/>
                <a:gd name="connsiteY6" fmla="*/ 0 h 21763"/>
                <a:gd name="connsiteX0" fmla="*/ 0 w 21600"/>
                <a:gd name="connsiteY0" fmla="*/ 0 h 20784"/>
                <a:gd name="connsiteX1" fmla="*/ 21600 w 21600"/>
                <a:gd name="connsiteY1" fmla="*/ 0 h 20784"/>
                <a:gd name="connsiteX2" fmla="*/ 21600 w 21600"/>
                <a:gd name="connsiteY2" fmla="*/ 17322 h 20784"/>
                <a:gd name="connsiteX3" fmla="*/ 13112 w 21600"/>
                <a:gd name="connsiteY3" fmla="*/ 19087 h 20784"/>
                <a:gd name="connsiteX4" fmla="*/ 8031 w 21600"/>
                <a:gd name="connsiteY4" fmla="*/ 11624 h 20784"/>
                <a:gd name="connsiteX5" fmla="*/ 0 w 21600"/>
                <a:gd name="connsiteY5" fmla="*/ 20172 h 20784"/>
                <a:gd name="connsiteX6" fmla="*/ 0 w 21600"/>
                <a:gd name="connsiteY6" fmla="*/ 0 h 20784"/>
                <a:gd name="connsiteX0" fmla="*/ 0 w 21600"/>
                <a:gd name="connsiteY0" fmla="*/ 0 h 22607"/>
                <a:gd name="connsiteX1" fmla="*/ 21600 w 21600"/>
                <a:gd name="connsiteY1" fmla="*/ 0 h 22607"/>
                <a:gd name="connsiteX2" fmla="*/ 21600 w 21600"/>
                <a:gd name="connsiteY2" fmla="*/ 17322 h 22607"/>
                <a:gd name="connsiteX3" fmla="*/ 12528 w 21600"/>
                <a:gd name="connsiteY3" fmla="*/ 22592 h 22607"/>
                <a:gd name="connsiteX4" fmla="*/ 8031 w 21600"/>
                <a:gd name="connsiteY4" fmla="*/ 11624 h 22607"/>
                <a:gd name="connsiteX5" fmla="*/ 0 w 21600"/>
                <a:gd name="connsiteY5" fmla="*/ 20172 h 22607"/>
                <a:gd name="connsiteX6" fmla="*/ 0 w 21600"/>
                <a:gd name="connsiteY6" fmla="*/ 0 h 22607"/>
                <a:gd name="connsiteX0" fmla="*/ 0 w 21600"/>
                <a:gd name="connsiteY0" fmla="*/ 0 h 23153"/>
                <a:gd name="connsiteX1" fmla="*/ 21600 w 21600"/>
                <a:gd name="connsiteY1" fmla="*/ 0 h 23153"/>
                <a:gd name="connsiteX2" fmla="*/ 21600 w 21600"/>
                <a:gd name="connsiteY2" fmla="*/ 17322 h 23153"/>
                <a:gd name="connsiteX3" fmla="*/ 17560 w 21600"/>
                <a:gd name="connsiteY3" fmla="*/ 21122 h 23153"/>
                <a:gd name="connsiteX4" fmla="*/ 12528 w 21600"/>
                <a:gd name="connsiteY4" fmla="*/ 22592 h 23153"/>
                <a:gd name="connsiteX5" fmla="*/ 8031 w 21600"/>
                <a:gd name="connsiteY5" fmla="*/ 11624 h 23153"/>
                <a:gd name="connsiteX6" fmla="*/ 0 w 21600"/>
                <a:gd name="connsiteY6" fmla="*/ 20172 h 23153"/>
                <a:gd name="connsiteX7" fmla="*/ 0 w 21600"/>
                <a:gd name="connsiteY7" fmla="*/ 0 h 23153"/>
                <a:gd name="connsiteX0" fmla="*/ 0 w 21600"/>
                <a:gd name="connsiteY0" fmla="*/ 0 h 22753"/>
                <a:gd name="connsiteX1" fmla="*/ 21600 w 21600"/>
                <a:gd name="connsiteY1" fmla="*/ 0 h 22753"/>
                <a:gd name="connsiteX2" fmla="*/ 21600 w 21600"/>
                <a:gd name="connsiteY2" fmla="*/ 17322 h 22753"/>
                <a:gd name="connsiteX3" fmla="*/ 17763 w 21600"/>
                <a:gd name="connsiteY3" fmla="*/ 12754 h 22753"/>
                <a:gd name="connsiteX4" fmla="*/ 12528 w 21600"/>
                <a:gd name="connsiteY4" fmla="*/ 22592 h 22753"/>
                <a:gd name="connsiteX5" fmla="*/ 8031 w 21600"/>
                <a:gd name="connsiteY5" fmla="*/ 11624 h 22753"/>
                <a:gd name="connsiteX6" fmla="*/ 0 w 21600"/>
                <a:gd name="connsiteY6" fmla="*/ 20172 h 22753"/>
                <a:gd name="connsiteX7" fmla="*/ 0 w 21600"/>
                <a:gd name="connsiteY7" fmla="*/ 0 h 22753"/>
                <a:gd name="connsiteX0" fmla="*/ 0 w 21600"/>
                <a:gd name="connsiteY0" fmla="*/ 0 h 22753"/>
                <a:gd name="connsiteX1" fmla="*/ 21600 w 21600"/>
                <a:gd name="connsiteY1" fmla="*/ 0 h 22753"/>
                <a:gd name="connsiteX2" fmla="*/ 21600 w 21600"/>
                <a:gd name="connsiteY2" fmla="*/ 17322 h 22753"/>
                <a:gd name="connsiteX3" fmla="*/ 17763 w 21600"/>
                <a:gd name="connsiteY3" fmla="*/ 12754 h 22753"/>
                <a:gd name="connsiteX4" fmla="*/ 12528 w 21600"/>
                <a:gd name="connsiteY4" fmla="*/ 22592 h 22753"/>
                <a:gd name="connsiteX5" fmla="*/ 8717 w 21600"/>
                <a:gd name="connsiteY5" fmla="*/ 14451 h 22753"/>
                <a:gd name="connsiteX6" fmla="*/ 0 w 21600"/>
                <a:gd name="connsiteY6" fmla="*/ 20172 h 22753"/>
                <a:gd name="connsiteX7" fmla="*/ 0 w 21600"/>
                <a:gd name="connsiteY7" fmla="*/ 0 h 22753"/>
                <a:gd name="connsiteX0" fmla="*/ 0 w 21600"/>
                <a:gd name="connsiteY0" fmla="*/ 0 h 22753"/>
                <a:gd name="connsiteX1" fmla="*/ 21600 w 21600"/>
                <a:gd name="connsiteY1" fmla="*/ 0 h 22753"/>
                <a:gd name="connsiteX2" fmla="*/ 21600 w 21600"/>
                <a:gd name="connsiteY2" fmla="*/ 17322 h 22753"/>
                <a:gd name="connsiteX3" fmla="*/ 17763 w 21600"/>
                <a:gd name="connsiteY3" fmla="*/ 12754 h 22753"/>
                <a:gd name="connsiteX4" fmla="*/ 12528 w 21600"/>
                <a:gd name="connsiteY4" fmla="*/ 22592 h 22753"/>
                <a:gd name="connsiteX5" fmla="*/ 8717 w 21600"/>
                <a:gd name="connsiteY5" fmla="*/ 14451 h 22753"/>
                <a:gd name="connsiteX6" fmla="*/ 5209 w 21600"/>
                <a:gd name="connsiteY6" fmla="*/ 17277 h 22753"/>
                <a:gd name="connsiteX7" fmla="*/ 0 w 21600"/>
                <a:gd name="connsiteY7" fmla="*/ 20172 h 22753"/>
                <a:gd name="connsiteX8" fmla="*/ 0 w 21600"/>
                <a:gd name="connsiteY8" fmla="*/ 0 h 22753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2528 w 21600"/>
                <a:gd name="connsiteY4" fmla="*/ 22592 h 32266"/>
                <a:gd name="connsiteX5" fmla="*/ 8717 w 21600"/>
                <a:gd name="connsiteY5" fmla="*/ 14451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4129 w 21600"/>
                <a:gd name="connsiteY4" fmla="*/ 21687 h 32266"/>
                <a:gd name="connsiteX5" fmla="*/ 8717 w 21600"/>
                <a:gd name="connsiteY5" fmla="*/ 14451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4129 w 21600"/>
                <a:gd name="connsiteY4" fmla="*/ 21687 h 32266"/>
                <a:gd name="connsiteX5" fmla="*/ 10216 w 21600"/>
                <a:gd name="connsiteY5" fmla="*/ 14903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4129 w 21600"/>
                <a:gd name="connsiteY4" fmla="*/ 21687 h 32266"/>
                <a:gd name="connsiteX5" fmla="*/ 10216 w 21600"/>
                <a:gd name="connsiteY5" fmla="*/ 14903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4129 w 21600"/>
                <a:gd name="connsiteY4" fmla="*/ 21687 h 32266"/>
                <a:gd name="connsiteX5" fmla="*/ 10216 w 21600"/>
                <a:gd name="connsiteY5" fmla="*/ 14903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3035"/>
                <a:gd name="connsiteX1" fmla="*/ 21600 w 21600"/>
                <a:gd name="connsiteY1" fmla="*/ 0 h 33035"/>
                <a:gd name="connsiteX2" fmla="*/ 21600 w 21600"/>
                <a:gd name="connsiteY2" fmla="*/ 17322 h 33035"/>
                <a:gd name="connsiteX3" fmla="*/ 17763 w 21600"/>
                <a:gd name="connsiteY3" fmla="*/ 12754 h 33035"/>
                <a:gd name="connsiteX4" fmla="*/ 14129 w 21600"/>
                <a:gd name="connsiteY4" fmla="*/ 21687 h 33035"/>
                <a:gd name="connsiteX5" fmla="*/ 10216 w 21600"/>
                <a:gd name="connsiteY5" fmla="*/ 14903 h 33035"/>
                <a:gd name="connsiteX6" fmla="*/ 5616 w 21600"/>
                <a:gd name="connsiteY6" fmla="*/ 32203 h 33035"/>
                <a:gd name="connsiteX7" fmla="*/ 3329 w 21600"/>
                <a:gd name="connsiteY7" fmla="*/ 29264 h 33035"/>
                <a:gd name="connsiteX8" fmla="*/ 0 w 21600"/>
                <a:gd name="connsiteY8" fmla="*/ 20172 h 33035"/>
                <a:gd name="connsiteX9" fmla="*/ 0 w 21600"/>
                <a:gd name="connsiteY9" fmla="*/ 0 h 33035"/>
                <a:gd name="connsiteX0" fmla="*/ 0 w 21600"/>
                <a:gd name="connsiteY0" fmla="*/ 0 h 32581"/>
                <a:gd name="connsiteX1" fmla="*/ 21600 w 21600"/>
                <a:gd name="connsiteY1" fmla="*/ 0 h 32581"/>
                <a:gd name="connsiteX2" fmla="*/ 21600 w 21600"/>
                <a:gd name="connsiteY2" fmla="*/ 17322 h 32581"/>
                <a:gd name="connsiteX3" fmla="*/ 17763 w 21600"/>
                <a:gd name="connsiteY3" fmla="*/ 12754 h 32581"/>
                <a:gd name="connsiteX4" fmla="*/ 14129 w 21600"/>
                <a:gd name="connsiteY4" fmla="*/ 21687 h 32581"/>
                <a:gd name="connsiteX5" fmla="*/ 10216 w 21600"/>
                <a:gd name="connsiteY5" fmla="*/ 14903 h 32581"/>
                <a:gd name="connsiteX6" fmla="*/ 5616 w 21600"/>
                <a:gd name="connsiteY6" fmla="*/ 32203 h 32581"/>
                <a:gd name="connsiteX7" fmla="*/ 2973 w 21600"/>
                <a:gd name="connsiteY7" fmla="*/ 22932 h 32581"/>
                <a:gd name="connsiteX8" fmla="*/ 0 w 21600"/>
                <a:gd name="connsiteY8" fmla="*/ 20172 h 32581"/>
                <a:gd name="connsiteX9" fmla="*/ 0 w 21600"/>
                <a:gd name="connsiteY9" fmla="*/ 0 h 32581"/>
                <a:gd name="connsiteX0" fmla="*/ 0 w 21600"/>
                <a:gd name="connsiteY0" fmla="*/ 0 h 32581"/>
                <a:gd name="connsiteX1" fmla="*/ 21600 w 21600"/>
                <a:gd name="connsiteY1" fmla="*/ 0 h 32581"/>
                <a:gd name="connsiteX2" fmla="*/ 21600 w 21600"/>
                <a:gd name="connsiteY2" fmla="*/ 17322 h 32581"/>
                <a:gd name="connsiteX3" fmla="*/ 17763 w 21600"/>
                <a:gd name="connsiteY3" fmla="*/ 12754 h 32581"/>
                <a:gd name="connsiteX4" fmla="*/ 14129 w 21600"/>
                <a:gd name="connsiteY4" fmla="*/ 21687 h 32581"/>
                <a:gd name="connsiteX5" fmla="*/ 10216 w 21600"/>
                <a:gd name="connsiteY5" fmla="*/ 14903 h 32581"/>
                <a:gd name="connsiteX6" fmla="*/ 5616 w 21600"/>
                <a:gd name="connsiteY6" fmla="*/ 32203 h 32581"/>
                <a:gd name="connsiteX7" fmla="*/ 2973 w 21600"/>
                <a:gd name="connsiteY7" fmla="*/ 22932 h 32581"/>
                <a:gd name="connsiteX8" fmla="*/ 0 w 21600"/>
                <a:gd name="connsiteY8" fmla="*/ 20172 h 32581"/>
                <a:gd name="connsiteX9" fmla="*/ 0 w 21600"/>
                <a:gd name="connsiteY9" fmla="*/ 0 h 32581"/>
                <a:gd name="connsiteX0" fmla="*/ 0 w 21600"/>
                <a:gd name="connsiteY0" fmla="*/ 0 h 32203"/>
                <a:gd name="connsiteX1" fmla="*/ 21600 w 21600"/>
                <a:gd name="connsiteY1" fmla="*/ 0 h 32203"/>
                <a:gd name="connsiteX2" fmla="*/ 21600 w 21600"/>
                <a:gd name="connsiteY2" fmla="*/ 17322 h 32203"/>
                <a:gd name="connsiteX3" fmla="*/ 17763 w 21600"/>
                <a:gd name="connsiteY3" fmla="*/ 12754 h 32203"/>
                <a:gd name="connsiteX4" fmla="*/ 14129 w 21600"/>
                <a:gd name="connsiteY4" fmla="*/ 21687 h 32203"/>
                <a:gd name="connsiteX5" fmla="*/ 10216 w 21600"/>
                <a:gd name="connsiteY5" fmla="*/ 14903 h 32203"/>
                <a:gd name="connsiteX6" fmla="*/ 5616 w 21600"/>
                <a:gd name="connsiteY6" fmla="*/ 32203 h 32203"/>
                <a:gd name="connsiteX7" fmla="*/ 2973 w 21600"/>
                <a:gd name="connsiteY7" fmla="*/ 22932 h 32203"/>
                <a:gd name="connsiteX8" fmla="*/ 0 w 21600"/>
                <a:gd name="connsiteY8" fmla="*/ 20172 h 32203"/>
                <a:gd name="connsiteX9" fmla="*/ 0 w 21600"/>
                <a:gd name="connsiteY9" fmla="*/ 0 h 32203"/>
                <a:gd name="connsiteX0" fmla="*/ 0 w 21600"/>
                <a:gd name="connsiteY0" fmla="*/ 0 h 32203"/>
                <a:gd name="connsiteX1" fmla="*/ 21600 w 21600"/>
                <a:gd name="connsiteY1" fmla="*/ 0 h 32203"/>
                <a:gd name="connsiteX2" fmla="*/ 21600 w 21600"/>
                <a:gd name="connsiteY2" fmla="*/ 17322 h 32203"/>
                <a:gd name="connsiteX3" fmla="*/ 17763 w 21600"/>
                <a:gd name="connsiteY3" fmla="*/ 12754 h 32203"/>
                <a:gd name="connsiteX4" fmla="*/ 14129 w 21600"/>
                <a:gd name="connsiteY4" fmla="*/ 21687 h 32203"/>
                <a:gd name="connsiteX5" fmla="*/ 10216 w 21600"/>
                <a:gd name="connsiteY5" fmla="*/ 14903 h 32203"/>
                <a:gd name="connsiteX6" fmla="*/ 5616 w 21600"/>
                <a:gd name="connsiteY6" fmla="*/ 32203 h 32203"/>
                <a:gd name="connsiteX7" fmla="*/ 2973 w 21600"/>
                <a:gd name="connsiteY7" fmla="*/ 22932 h 32203"/>
                <a:gd name="connsiteX8" fmla="*/ 0 w 21600"/>
                <a:gd name="connsiteY8" fmla="*/ 20172 h 32203"/>
                <a:gd name="connsiteX9" fmla="*/ 0 w 21600"/>
                <a:gd name="connsiteY9" fmla="*/ 0 h 3220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129 w 21600"/>
                <a:gd name="connsiteY4" fmla="*/ 21687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129 w 21600"/>
                <a:gd name="connsiteY4" fmla="*/ 21687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129 w 21600"/>
                <a:gd name="connsiteY4" fmla="*/ 21687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129 w 21600"/>
                <a:gd name="connsiteY4" fmla="*/ 21687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028 w 21600"/>
                <a:gd name="connsiteY4" fmla="*/ 21562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028 w 21600"/>
                <a:gd name="connsiteY4" fmla="*/ 21562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028 w 21600"/>
                <a:gd name="connsiteY4" fmla="*/ 21562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028 w 21600"/>
                <a:gd name="connsiteY4" fmla="*/ 21562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61"/>
                <a:gd name="connsiteX1" fmla="*/ 21600 w 21600"/>
                <a:gd name="connsiteY1" fmla="*/ 0 h 32161"/>
                <a:gd name="connsiteX2" fmla="*/ 21600 w 21600"/>
                <a:gd name="connsiteY2" fmla="*/ 17322 h 32161"/>
                <a:gd name="connsiteX3" fmla="*/ 17763 w 21600"/>
                <a:gd name="connsiteY3" fmla="*/ 12754 h 32161"/>
                <a:gd name="connsiteX4" fmla="*/ 14028 w 21600"/>
                <a:gd name="connsiteY4" fmla="*/ 21562 h 32161"/>
                <a:gd name="connsiteX5" fmla="*/ 10216 w 21600"/>
                <a:gd name="connsiteY5" fmla="*/ 14903 h 32161"/>
                <a:gd name="connsiteX6" fmla="*/ 6156 w 21600"/>
                <a:gd name="connsiteY6" fmla="*/ 32153 h 32161"/>
                <a:gd name="connsiteX7" fmla="*/ 2973 w 21600"/>
                <a:gd name="connsiteY7" fmla="*/ 22932 h 32161"/>
                <a:gd name="connsiteX8" fmla="*/ 0 w 21600"/>
                <a:gd name="connsiteY8" fmla="*/ 20172 h 32161"/>
                <a:gd name="connsiteX9" fmla="*/ 0 w 21600"/>
                <a:gd name="connsiteY9" fmla="*/ 0 h 32161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21600 w 21600"/>
                <a:gd name="connsiteY2" fmla="*/ 173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2865"/>
                <a:gd name="connsiteY0" fmla="*/ 0 h 32188"/>
                <a:gd name="connsiteX1" fmla="*/ 21600 w 22865"/>
                <a:gd name="connsiteY1" fmla="*/ 0 h 32188"/>
                <a:gd name="connsiteX2" fmla="*/ 19980 w 22865"/>
                <a:gd name="connsiteY2" fmla="*/ 17422 h 32188"/>
                <a:gd name="connsiteX3" fmla="*/ 17763 w 22865"/>
                <a:gd name="connsiteY3" fmla="*/ 12754 h 32188"/>
                <a:gd name="connsiteX4" fmla="*/ 14028 w 22865"/>
                <a:gd name="connsiteY4" fmla="*/ 21562 h 32188"/>
                <a:gd name="connsiteX5" fmla="*/ 10216 w 22865"/>
                <a:gd name="connsiteY5" fmla="*/ 14903 h 32188"/>
                <a:gd name="connsiteX6" fmla="*/ 6156 w 22865"/>
                <a:gd name="connsiteY6" fmla="*/ 32153 h 32188"/>
                <a:gd name="connsiteX7" fmla="*/ 2973 w 22865"/>
                <a:gd name="connsiteY7" fmla="*/ 22932 h 32188"/>
                <a:gd name="connsiteX8" fmla="*/ 0 w 22865"/>
                <a:gd name="connsiteY8" fmla="*/ 20172 h 32188"/>
                <a:gd name="connsiteX9" fmla="*/ 0 w 22865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8585 w 21600"/>
                <a:gd name="connsiteY3" fmla="*/ 10825 h 32188"/>
                <a:gd name="connsiteX4" fmla="*/ 17763 w 21600"/>
                <a:gd name="connsiteY4" fmla="*/ 12754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8495 w 21600"/>
                <a:gd name="connsiteY3" fmla="*/ 9924 h 32188"/>
                <a:gd name="connsiteX4" fmla="*/ 17763 w 21600"/>
                <a:gd name="connsiteY4" fmla="*/ 12754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8495 w 21600"/>
                <a:gd name="connsiteY3" fmla="*/ 99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3440 w 21600"/>
                <a:gd name="connsiteY5" fmla="*/ 10184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54"/>
                <a:gd name="connsiteX1" fmla="*/ 21600 w 21600"/>
                <a:gd name="connsiteY1" fmla="*/ 0 h 32154"/>
                <a:gd name="connsiteX2" fmla="*/ 19665 w 21600"/>
                <a:gd name="connsiteY2" fmla="*/ 18824 h 32154"/>
                <a:gd name="connsiteX3" fmla="*/ 17978 w 21600"/>
                <a:gd name="connsiteY3" fmla="*/ 10324 h 32154"/>
                <a:gd name="connsiteX4" fmla="*/ 15952 w 21600"/>
                <a:gd name="connsiteY4" fmla="*/ 23679 h 32154"/>
                <a:gd name="connsiteX5" fmla="*/ 13440 w 21600"/>
                <a:gd name="connsiteY5" fmla="*/ 10184 h 32154"/>
                <a:gd name="connsiteX6" fmla="*/ 11153 w 21600"/>
                <a:gd name="connsiteY6" fmla="*/ 22182 h 32154"/>
                <a:gd name="connsiteX7" fmla="*/ 6156 w 21600"/>
                <a:gd name="connsiteY7" fmla="*/ 32153 h 32154"/>
                <a:gd name="connsiteX8" fmla="*/ 2973 w 21600"/>
                <a:gd name="connsiteY8" fmla="*/ 22932 h 32154"/>
                <a:gd name="connsiteX9" fmla="*/ 0 w 21600"/>
                <a:gd name="connsiteY9" fmla="*/ 20172 h 32154"/>
                <a:gd name="connsiteX10" fmla="*/ 0 w 21600"/>
                <a:gd name="connsiteY10" fmla="*/ 0 h 32154"/>
                <a:gd name="connsiteX0" fmla="*/ 0 w 21600"/>
                <a:gd name="connsiteY0" fmla="*/ 0 h 32154"/>
                <a:gd name="connsiteX1" fmla="*/ 21600 w 21600"/>
                <a:gd name="connsiteY1" fmla="*/ 0 h 32154"/>
                <a:gd name="connsiteX2" fmla="*/ 19665 w 21600"/>
                <a:gd name="connsiteY2" fmla="*/ 18824 h 32154"/>
                <a:gd name="connsiteX3" fmla="*/ 17978 w 21600"/>
                <a:gd name="connsiteY3" fmla="*/ 10324 h 32154"/>
                <a:gd name="connsiteX4" fmla="*/ 15952 w 21600"/>
                <a:gd name="connsiteY4" fmla="*/ 23679 h 32154"/>
                <a:gd name="connsiteX5" fmla="*/ 13440 w 21600"/>
                <a:gd name="connsiteY5" fmla="*/ 10184 h 32154"/>
                <a:gd name="connsiteX6" fmla="*/ 11153 w 21600"/>
                <a:gd name="connsiteY6" fmla="*/ 22182 h 32154"/>
                <a:gd name="connsiteX7" fmla="*/ 6156 w 21600"/>
                <a:gd name="connsiteY7" fmla="*/ 32153 h 32154"/>
                <a:gd name="connsiteX8" fmla="*/ 2973 w 21600"/>
                <a:gd name="connsiteY8" fmla="*/ 22932 h 32154"/>
                <a:gd name="connsiteX9" fmla="*/ 0 w 21600"/>
                <a:gd name="connsiteY9" fmla="*/ 20172 h 32154"/>
                <a:gd name="connsiteX10" fmla="*/ 0 w 21600"/>
                <a:gd name="connsiteY10" fmla="*/ 0 h 32154"/>
                <a:gd name="connsiteX0" fmla="*/ 0 w 21600"/>
                <a:gd name="connsiteY0" fmla="*/ 0 h 32154"/>
                <a:gd name="connsiteX1" fmla="*/ 21600 w 21600"/>
                <a:gd name="connsiteY1" fmla="*/ 0 h 32154"/>
                <a:gd name="connsiteX2" fmla="*/ 19665 w 21600"/>
                <a:gd name="connsiteY2" fmla="*/ 18824 h 32154"/>
                <a:gd name="connsiteX3" fmla="*/ 17978 w 21600"/>
                <a:gd name="connsiteY3" fmla="*/ 10324 h 32154"/>
                <a:gd name="connsiteX4" fmla="*/ 15952 w 21600"/>
                <a:gd name="connsiteY4" fmla="*/ 23679 h 32154"/>
                <a:gd name="connsiteX5" fmla="*/ 13440 w 21600"/>
                <a:gd name="connsiteY5" fmla="*/ 10184 h 32154"/>
                <a:gd name="connsiteX6" fmla="*/ 11153 w 21600"/>
                <a:gd name="connsiteY6" fmla="*/ 22182 h 32154"/>
                <a:gd name="connsiteX7" fmla="*/ 6156 w 21600"/>
                <a:gd name="connsiteY7" fmla="*/ 32153 h 32154"/>
                <a:gd name="connsiteX8" fmla="*/ 2973 w 21600"/>
                <a:gd name="connsiteY8" fmla="*/ 22932 h 32154"/>
                <a:gd name="connsiteX9" fmla="*/ 0 w 21600"/>
                <a:gd name="connsiteY9" fmla="*/ 20172 h 32154"/>
                <a:gd name="connsiteX10" fmla="*/ 0 w 21600"/>
                <a:gd name="connsiteY10" fmla="*/ 0 h 32154"/>
                <a:gd name="connsiteX0" fmla="*/ 0 w 21600"/>
                <a:gd name="connsiteY0" fmla="*/ 0 h 23679"/>
                <a:gd name="connsiteX1" fmla="*/ 21600 w 21600"/>
                <a:gd name="connsiteY1" fmla="*/ 0 h 23679"/>
                <a:gd name="connsiteX2" fmla="*/ 19665 w 21600"/>
                <a:gd name="connsiteY2" fmla="*/ 18824 h 23679"/>
                <a:gd name="connsiteX3" fmla="*/ 17978 w 21600"/>
                <a:gd name="connsiteY3" fmla="*/ 10324 h 23679"/>
                <a:gd name="connsiteX4" fmla="*/ 15952 w 21600"/>
                <a:gd name="connsiteY4" fmla="*/ 23679 h 23679"/>
                <a:gd name="connsiteX5" fmla="*/ 13440 w 21600"/>
                <a:gd name="connsiteY5" fmla="*/ 10184 h 23679"/>
                <a:gd name="connsiteX6" fmla="*/ 11153 w 21600"/>
                <a:gd name="connsiteY6" fmla="*/ 22182 h 23679"/>
                <a:gd name="connsiteX7" fmla="*/ 8824 w 21600"/>
                <a:gd name="connsiteY7" fmla="*/ 9184 h 23679"/>
                <a:gd name="connsiteX8" fmla="*/ 2973 w 21600"/>
                <a:gd name="connsiteY8" fmla="*/ 22932 h 23679"/>
                <a:gd name="connsiteX9" fmla="*/ 0 w 21600"/>
                <a:gd name="connsiteY9" fmla="*/ 20172 h 23679"/>
                <a:gd name="connsiteX10" fmla="*/ 0 w 21600"/>
                <a:gd name="connsiteY10" fmla="*/ 0 h 23679"/>
                <a:gd name="connsiteX0" fmla="*/ 0 w 21600"/>
                <a:gd name="connsiteY0" fmla="*/ 0 h 23679"/>
                <a:gd name="connsiteX1" fmla="*/ 21600 w 21600"/>
                <a:gd name="connsiteY1" fmla="*/ 0 h 23679"/>
                <a:gd name="connsiteX2" fmla="*/ 19665 w 21600"/>
                <a:gd name="connsiteY2" fmla="*/ 18824 h 23679"/>
                <a:gd name="connsiteX3" fmla="*/ 17978 w 21600"/>
                <a:gd name="connsiteY3" fmla="*/ 10324 h 23679"/>
                <a:gd name="connsiteX4" fmla="*/ 15952 w 21600"/>
                <a:gd name="connsiteY4" fmla="*/ 23679 h 23679"/>
                <a:gd name="connsiteX5" fmla="*/ 13440 w 21600"/>
                <a:gd name="connsiteY5" fmla="*/ 10184 h 23679"/>
                <a:gd name="connsiteX6" fmla="*/ 11153 w 21600"/>
                <a:gd name="connsiteY6" fmla="*/ 22182 h 23679"/>
                <a:gd name="connsiteX7" fmla="*/ 8824 w 21600"/>
                <a:gd name="connsiteY7" fmla="*/ 9184 h 23679"/>
                <a:gd name="connsiteX8" fmla="*/ 2973 w 21600"/>
                <a:gd name="connsiteY8" fmla="*/ 22932 h 23679"/>
                <a:gd name="connsiteX9" fmla="*/ 0 w 21600"/>
                <a:gd name="connsiteY9" fmla="*/ 20172 h 23679"/>
                <a:gd name="connsiteX10" fmla="*/ 0 w 21600"/>
                <a:gd name="connsiteY10" fmla="*/ 0 h 23679"/>
                <a:gd name="connsiteX0" fmla="*/ 0 w 21600"/>
                <a:gd name="connsiteY0" fmla="*/ 0 h 23679"/>
                <a:gd name="connsiteX1" fmla="*/ 21600 w 21600"/>
                <a:gd name="connsiteY1" fmla="*/ 0 h 23679"/>
                <a:gd name="connsiteX2" fmla="*/ 19665 w 21600"/>
                <a:gd name="connsiteY2" fmla="*/ 18824 h 23679"/>
                <a:gd name="connsiteX3" fmla="*/ 17978 w 21600"/>
                <a:gd name="connsiteY3" fmla="*/ 10324 h 23679"/>
                <a:gd name="connsiteX4" fmla="*/ 15952 w 21600"/>
                <a:gd name="connsiteY4" fmla="*/ 23679 h 23679"/>
                <a:gd name="connsiteX5" fmla="*/ 13440 w 21600"/>
                <a:gd name="connsiteY5" fmla="*/ 10184 h 23679"/>
                <a:gd name="connsiteX6" fmla="*/ 11153 w 21600"/>
                <a:gd name="connsiteY6" fmla="*/ 22182 h 23679"/>
                <a:gd name="connsiteX7" fmla="*/ 8824 w 21600"/>
                <a:gd name="connsiteY7" fmla="*/ 9184 h 23679"/>
                <a:gd name="connsiteX8" fmla="*/ 6686 w 21600"/>
                <a:gd name="connsiteY8" fmla="*/ 14700 h 23679"/>
                <a:gd name="connsiteX9" fmla="*/ 2973 w 21600"/>
                <a:gd name="connsiteY9" fmla="*/ 22932 h 23679"/>
                <a:gd name="connsiteX10" fmla="*/ 0 w 21600"/>
                <a:gd name="connsiteY10" fmla="*/ 20172 h 23679"/>
                <a:gd name="connsiteX11" fmla="*/ 0 w 21600"/>
                <a:gd name="connsiteY11" fmla="*/ 0 h 23679"/>
                <a:gd name="connsiteX0" fmla="*/ 0 w 21600"/>
                <a:gd name="connsiteY0" fmla="*/ 0 h 23679"/>
                <a:gd name="connsiteX1" fmla="*/ 21600 w 21600"/>
                <a:gd name="connsiteY1" fmla="*/ 0 h 23679"/>
                <a:gd name="connsiteX2" fmla="*/ 19665 w 21600"/>
                <a:gd name="connsiteY2" fmla="*/ 18824 h 23679"/>
                <a:gd name="connsiteX3" fmla="*/ 17978 w 21600"/>
                <a:gd name="connsiteY3" fmla="*/ 10324 h 23679"/>
                <a:gd name="connsiteX4" fmla="*/ 15952 w 21600"/>
                <a:gd name="connsiteY4" fmla="*/ 23679 h 23679"/>
                <a:gd name="connsiteX5" fmla="*/ 13440 w 21600"/>
                <a:gd name="connsiteY5" fmla="*/ 10184 h 23679"/>
                <a:gd name="connsiteX6" fmla="*/ 11153 w 21600"/>
                <a:gd name="connsiteY6" fmla="*/ 22182 h 23679"/>
                <a:gd name="connsiteX7" fmla="*/ 8824 w 21600"/>
                <a:gd name="connsiteY7" fmla="*/ 9184 h 23679"/>
                <a:gd name="connsiteX8" fmla="*/ 6686 w 21600"/>
                <a:gd name="connsiteY8" fmla="*/ 14700 h 23679"/>
                <a:gd name="connsiteX9" fmla="*/ 2973 w 21600"/>
                <a:gd name="connsiteY9" fmla="*/ 22932 h 23679"/>
                <a:gd name="connsiteX10" fmla="*/ 0 w 21600"/>
                <a:gd name="connsiteY10" fmla="*/ 20172 h 23679"/>
                <a:gd name="connsiteX11" fmla="*/ 0 w 21600"/>
                <a:gd name="connsiteY11" fmla="*/ 0 h 23679"/>
                <a:gd name="connsiteX0" fmla="*/ 0 w 21600"/>
                <a:gd name="connsiteY0" fmla="*/ 0 h 35915"/>
                <a:gd name="connsiteX1" fmla="*/ 21600 w 21600"/>
                <a:gd name="connsiteY1" fmla="*/ 0 h 35915"/>
                <a:gd name="connsiteX2" fmla="*/ 19665 w 21600"/>
                <a:gd name="connsiteY2" fmla="*/ 18824 h 35915"/>
                <a:gd name="connsiteX3" fmla="*/ 17978 w 21600"/>
                <a:gd name="connsiteY3" fmla="*/ 10324 h 35915"/>
                <a:gd name="connsiteX4" fmla="*/ 15952 w 21600"/>
                <a:gd name="connsiteY4" fmla="*/ 23679 h 35915"/>
                <a:gd name="connsiteX5" fmla="*/ 13440 w 21600"/>
                <a:gd name="connsiteY5" fmla="*/ 10184 h 35915"/>
                <a:gd name="connsiteX6" fmla="*/ 11153 w 21600"/>
                <a:gd name="connsiteY6" fmla="*/ 22182 h 35915"/>
                <a:gd name="connsiteX7" fmla="*/ 8824 w 21600"/>
                <a:gd name="connsiteY7" fmla="*/ 9184 h 35915"/>
                <a:gd name="connsiteX8" fmla="*/ 6337 w 21600"/>
                <a:gd name="connsiteY8" fmla="*/ 35690 h 35915"/>
                <a:gd name="connsiteX9" fmla="*/ 2973 w 21600"/>
                <a:gd name="connsiteY9" fmla="*/ 22932 h 35915"/>
                <a:gd name="connsiteX10" fmla="*/ 0 w 21600"/>
                <a:gd name="connsiteY10" fmla="*/ 20172 h 35915"/>
                <a:gd name="connsiteX11" fmla="*/ 0 w 21600"/>
                <a:gd name="connsiteY11" fmla="*/ 0 h 35915"/>
                <a:gd name="connsiteX0" fmla="*/ 0 w 21600"/>
                <a:gd name="connsiteY0" fmla="*/ 0 h 35715"/>
                <a:gd name="connsiteX1" fmla="*/ 21600 w 21600"/>
                <a:gd name="connsiteY1" fmla="*/ 0 h 35715"/>
                <a:gd name="connsiteX2" fmla="*/ 19665 w 21600"/>
                <a:gd name="connsiteY2" fmla="*/ 18824 h 35715"/>
                <a:gd name="connsiteX3" fmla="*/ 17978 w 21600"/>
                <a:gd name="connsiteY3" fmla="*/ 10324 h 35715"/>
                <a:gd name="connsiteX4" fmla="*/ 15952 w 21600"/>
                <a:gd name="connsiteY4" fmla="*/ 23679 h 35715"/>
                <a:gd name="connsiteX5" fmla="*/ 13440 w 21600"/>
                <a:gd name="connsiteY5" fmla="*/ 10184 h 35715"/>
                <a:gd name="connsiteX6" fmla="*/ 11153 w 21600"/>
                <a:gd name="connsiteY6" fmla="*/ 22182 h 35715"/>
                <a:gd name="connsiteX7" fmla="*/ 8824 w 21600"/>
                <a:gd name="connsiteY7" fmla="*/ 9184 h 35715"/>
                <a:gd name="connsiteX8" fmla="*/ 6337 w 21600"/>
                <a:gd name="connsiteY8" fmla="*/ 35690 h 35715"/>
                <a:gd name="connsiteX9" fmla="*/ 3608 w 21600"/>
                <a:gd name="connsiteY9" fmla="*/ 14522 h 35715"/>
                <a:gd name="connsiteX10" fmla="*/ 0 w 21600"/>
                <a:gd name="connsiteY10" fmla="*/ 20172 h 35715"/>
                <a:gd name="connsiteX11" fmla="*/ 0 w 21600"/>
                <a:gd name="connsiteY11" fmla="*/ 0 h 35715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718"/>
                <a:gd name="connsiteX1" fmla="*/ 21600 w 21600"/>
                <a:gd name="connsiteY1" fmla="*/ 0 h 35718"/>
                <a:gd name="connsiteX2" fmla="*/ 19665 w 21600"/>
                <a:gd name="connsiteY2" fmla="*/ 18824 h 35718"/>
                <a:gd name="connsiteX3" fmla="*/ 17978 w 21600"/>
                <a:gd name="connsiteY3" fmla="*/ 10324 h 35718"/>
                <a:gd name="connsiteX4" fmla="*/ 15952 w 21600"/>
                <a:gd name="connsiteY4" fmla="*/ 23679 h 35718"/>
                <a:gd name="connsiteX5" fmla="*/ 13440 w 21600"/>
                <a:gd name="connsiteY5" fmla="*/ 10184 h 35718"/>
                <a:gd name="connsiteX6" fmla="*/ 11153 w 21600"/>
                <a:gd name="connsiteY6" fmla="*/ 22182 h 35718"/>
                <a:gd name="connsiteX7" fmla="*/ 8824 w 21600"/>
                <a:gd name="connsiteY7" fmla="*/ 9184 h 35718"/>
                <a:gd name="connsiteX8" fmla="*/ 6337 w 21600"/>
                <a:gd name="connsiteY8" fmla="*/ 35690 h 35718"/>
                <a:gd name="connsiteX9" fmla="*/ 3989 w 21600"/>
                <a:gd name="connsiteY9" fmla="*/ 14734 h 35718"/>
                <a:gd name="connsiteX10" fmla="*/ 1800 w 21600"/>
                <a:gd name="connsiteY10" fmla="*/ 20039 h 35718"/>
                <a:gd name="connsiteX11" fmla="*/ 0 w 21600"/>
                <a:gd name="connsiteY11" fmla="*/ 0 h 35718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989 w 21600"/>
                <a:gd name="connsiteY9" fmla="*/ 14734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989 w 21600"/>
                <a:gd name="connsiteY9" fmla="*/ 14734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837 w 21600"/>
                <a:gd name="connsiteY5" fmla="*/ 10184 h 35690"/>
                <a:gd name="connsiteX6" fmla="*/ 11153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837 w 21600"/>
                <a:gd name="connsiteY5" fmla="*/ 10184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449 w 21600"/>
                <a:gd name="connsiteY2" fmla="*/ 12977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449 w 21600"/>
                <a:gd name="connsiteY2" fmla="*/ 12977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449 w 21600"/>
                <a:gd name="connsiteY2" fmla="*/ 12977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449 w 21600"/>
                <a:gd name="connsiteY2" fmla="*/ 12977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449 w 21600"/>
                <a:gd name="connsiteY2" fmla="*/ 12977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449 w 21600"/>
                <a:gd name="connsiteY2" fmla="*/ 12977 h 35690"/>
                <a:gd name="connsiteX3" fmla="*/ 17816 w 21600"/>
                <a:gd name="connsiteY3" fmla="*/ 5358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449 w 21600"/>
                <a:gd name="connsiteY2" fmla="*/ 12977 h 35690"/>
                <a:gd name="connsiteX3" fmla="*/ 17816 w 21600"/>
                <a:gd name="connsiteY3" fmla="*/ 5358 h 35690"/>
                <a:gd name="connsiteX4" fmla="*/ 17752 w 21600"/>
                <a:gd name="connsiteY4" fmla="*/ 20675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7816 w 21600"/>
                <a:gd name="connsiteY3" fmla="*/ 5358 h 35690"/>
                <a:gd name="connsiteX4" fmla="*/ 17752 w 21600"/>
                <a:gd name="connsiteY4" fmla="*/ 20675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7816 w 21600"/>
                <a:gd name="connsiteY3" fmla="*/ 5358 h 35690"/>
                <a:gd name="connsiteX4" fmla="*/ 17752 w 21600"/>
                <a:gd name="connsiteY4" fmla="*/ 20675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7816 w 21600"/>
                <a:gd name="connsiteY3" fmla="*/ 5358 h 35690"/>
                <a:gd name="connsiteX4" fmla="*/ 17752 w 21600"/>
                <a:gd name="connsiteY4" fmla="*/ 20675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8806 w 21600"/>
                <a:gd name="connsiteY3" fmla="*/ 4657 h 35690"/>
                <a:gd name="connsiteX4" fmla="*/ 17752 w 21600"/>
                <a:gd name="connsiteY4" fmla="*/ 20675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8806 w 21600"/>
                <a:gd name="connsiteY3" fmla="*/ 4657 h 35690"/>
                <a:gd name="connsiteX4" fmla="*/ 17752 w 21600"/>
                <a:gd name="connsiteY4" fmla="*/ 20675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8941 w 21600"/>
                <a:gd name="connsiteY3" fmla="*/ 4757 h 35690"/>
                <a:gd name="connsiteX4" fmla="*/ 17752 w 21600"/>
                <a:gd name="connsiteY4" fmla="*/ 20675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8941 w 21600"/>
                <a:gd name="connsiteY3" fmla="*/ 4757 h 35690"/>
                <a:gd name="connsiteX4" fmla="*/ 17662 w 21600"/>
                <a:gd name="connsiteY4" fmla="*/ 25881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8941 w 21600"/>
                <a:gd name="connsiteY3" fmla="*/ 4757 h 35690"/>
                <a:gd name="connsiteX4" fmla="*/ 17662 w 21600"/>
                <a:gd name="connsiteY4" fmla="*/ 25881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8941 w 21600"/>
                <a:gd name="connsiteY3" fmla="*/ 4757 h 35690"/>
                <a:gd name="connsiteX4" fmla="*/ 17662 w 21600"/>
                <a:gd name="connsiteY4" fmla="*/ 25881 h 35690"/>
                <a:gd name="connsiteX5" fmla="*/ 15661 w 21600"/>
                <a:gd name="connsiteY5" fmla="*/ 5502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8941 w 21600"/>
                <a:gd name="connsiteY3" fmla="*/ 4757 h 35690"/>
                <a:gd name="connsiteX4" fmla="*/ 17662 w 21600"/>
                <a:gd name="connsiteY4" fmla="*/ 25881 h 35690"/>
                <a:gd name="connsiteX5" fmla="*/ 15661 w 21600"/>
                <a:gd name="connsiteY5" fmla="*/ 5502 h 35690"/>
                <a:gd name="connsiteX6" fmla="*/ 13459 w 21600"/>
                <a:gd name="connsiteY6" fmla="*/ 26087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661 w 21600"/>
                <a:gd name="connsiteY5" fmla="*/ 5502 h 36800"/>
                <a:gd name="connsiteX6" fmla="*/ 13459 w 21600"/>
                <a:gd name="connsiteY6" fmla="*/ 36800 h 36800"/>
                <a:gd name="connsiteX7" fmla="*/ 9078 w 21600"/>
                <a:gd name="connsiteY7" fmla="*/ 9184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323 w 21600"/>
                <a:gd name="connsiteY5" fmla="*/ 5702 h 36800"/>
                <a:gd name="connsiteX6" fmla="*/ 13459 w 21600"/>
                <a:gd name="connsiteY6" fmla="*/ 36800 h 36800"/>
                <a:gd name="connsiteX7" fmla="*/ 9078 w 21600"/>
                <a:gd name="connsiteY7" fmla="*/ 9184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323 w 21600"/>
                <a:gd name="connsiteY5" fmla="*/ 5702 h 36800"/>
                <a:gd name="connsiteX6" fmla="*/ 13459 w 21600"/>
                <a:gd name="connsiteY6" fmla="*/ 36800 h 36800"/>
                <a:gd name="connsiteX7" fmla="*/ 9078 w 21600"/>
                <a:gd name="connsiteY7" fmla="*/ 9184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9078 w 21600"/>
                <a:gd name="connsiteY7" fmla="*/ 9184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9078 w 21600"/>
                <a:gd name="connsiteY7" fmla="*/ 9184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9078 w 21600"/>
                <a:gd name="connsiteY7" fmla="*/ 9184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9078 w 21600"/>
                <a:gd name="connsiteY7" fmla="*/ 9184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10878 w 21600"/>
                <a:gd name="connsiteY7" fmla="*/ 8483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10878 w 21600"/>
                <a:gd name="connsiteY7" fmla="*/ 8483 h 36800"/>
                <a:gd name="connsiteX8" fmla="*/ 9082 w 21600"/>
                <a:gd name="connsiteY8" fmla="*/ 20371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10878 w 21600"/>
                <a:gd name="connsiteY7" fmla="*/ 8483 h 36800"/>
                <a:gd name="connsiteX8" fmla="*/ 9082 w 21600"/>
                <a:gd name="connsiteY8" fmla="*/ 20371 h 36800"/>
                <a:gd name="connsiteX9" fmla="*/ 6859 w 21600"/>
                <a:gd name="connsiteY9" fmla="*/ 7737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10878 w 21600"/>
                <a:gd name="connsiteY7" fmla="*/ 8483 h 36800"/>
                <a:gd name="connsiteX8" fmla="*/ 9082 w 21600"/>
                <a:gd name="connsiteY8" fmla="*/ 20371 h 36800"/>
                <a:gd name="connsiteX9" fmla="*/ 6859 w 21600"/>
                <a:gd name="connsiteY9" fmla="*/ 7737 h 36800"/>
                <a:gd name="connsiteX10" fmla="*/ 4497 w 21600"/>
                <a:gd name="connsiteY10" fmla="*/ 22313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10878 w 21600"/>
                <a:gd name="connsiteY7" fmla="*/ 8483 h 36800"/>
                <a:gd name="connsiteX8" fmla="*/ 9082 w 21600"/>
                <a:gd name="connsiteY8" fmla="*/ 20371 h 36800"/>
                <a:gd name="connsiteX9" fmla="*/ 6432 w 21600"/>
                <a:gd name="connsiteY9" fmla="*/ 7937 h 36800"/>
                <a:gd name="connsiteX10" fmla="*/ 4497 w 21600"/>
                <a:gd name="connsiteY10" fmla="*/ 22313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10383 w 21600"/>
                <a:gd name="connsiteY7" fmla="*/ 8683 h 36800"/>
                <a:gd name="connsiteX8" fmla="*/ 9082 w 21600"/>
                <a:gd name="connsiteY8" fmla="*/ 20371 h 36800"/>
                <a:gd name="connsiteX9" fmla="*/ 6432 w 21600"/>
                <a:gd name="connsiteY9" fmla="*/ 7937 h 36800"/>
                <a:gd name="connsiteX10" fmla="*/ 4497 w 21600"/>
                <a:gd name="connsiteY10" fmla="*/ 22313 h 36800"/>
                <a:gd name="connsiteX11" fmla="*/ 0 w 21600"/>
                <a:gd name="connsiteY11" fmla="*/ 0 h 368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9082 w 21600"/>
                <a:gd name="connsiteY8" fmla="*/ 20371 h 36700"/>
                <a:gd name="connsiteX9" fmla="*/ 6432 w 21600"/>
                <a:gd name="connsiteY9" fmla="*/ 7937 h 36700"/>
                <a:gd name="connsiteX10" fmla="*/ 4497 w 21600"/>
                <a:gd name="connsiteY10" fmla="*/ 22313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475 w 21600"/>
                <a:gd name="connsiteY8" fmla="*/ 20671 h 36700"/>
                <a:gd name="connsiteX9" fmla="*/ 6432 w 21600"/>
                <a:gd name="connsiteY9" fmla="*/ 7937 h 36700"/>
                <a:gd name="connsiteX10" fmla="*/ 4497 w 21600"/>
                <a:gd name="connsiteY10" fmla="*/ 22313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432 w 21600"/>
                <a:gd name="connsiteY9" fmla="*/ 7937 h 36700"/>
                <a:gd name="connsiteX10" fmla="*/ 4497 w 21600"/>
                <a:gd name="connsiteY10" fmla="*/ 22313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432 w 21600"/>
                <a:gd name="connsiteY9" fmla="*/ 79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432 w 21600"/>
                <a:gd name="connsiteY9" fmla="*/ 79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432 w 21600"/>
                <a:gd name="connsiteY9" fmla="*/ 79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432 w 21600"/>
                <a:gd name="connsiteY9" fmla="*/ 79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51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51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27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134 w 21600"/>
                <a:gd name="connsiteY2" fmla="*/ 21229 h 36700"/>
                <a:gd name="connsiteX3" fmla="*/ 18941 w 21600"/>
                <a:gd name="connsiteY3" fmla="*/ 4757 h 36700"/>
                <a:gd name="connsiteX4" fmla="*/ 1727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134 w 21600"/>
                <a:gd name="connsiteY2" fmla="*/ 21229 h 36700"/>
                <a:gd name="connsiteX3" fmla="*/ 18941 w 21600"/>
                <a:gd name="connsiteY3" fmla="*/ 4757 h 36700"/>
                <a:gd name="connsiteX4" fmla="*/ 1727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387 w 21600"/>
                <a:gd name="connsiteY10" fmla="*/ 36100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134 w 21600"/>
                <a:gd name="connsiteY2" fmla="*/ 21229 h 36700"/>
                <a:gd name="connsiteX3" fmla="*/ 18941 w 21600"/>
                <a:gd name="connsiteY3" fmla="*/ 4757 h 36700"/>
                <a:gd name="connsiteX4" fmla="*/ 1727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7854 w 21600"/>
                <a:gd name="connsiteY8" fmla="*/ 20819 h 36700"/>
                <a:gd name="connsiteX9" fmla="*/ 6094 w 21600"/>
                <a:gd name="connsiteY9" fmla="*/ 8137 h 36700"/>
                <a:gd name="connsiteX10" fmla="*/ 3387 w 21600"/>
                <a:gd name="connsiteY10" fmla="*/ 36100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134 w 21600"/>
                <a:gd name="connsiteY2" fmla="*/ 21229 h 36700"/>
                <a:gd name="connsiteX3" fmla="*/ 18941 w 21600"/>
                <a:gd name="connsiteY3" fmla="*/ 4757 h 36700"/>
                <a:gd name="connsiteX4" fmla="*/ 1727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7854 w 21600"/>
                <a:gd name="connsiteY8" fmla="*/ 20819 h 36700"/>
                <a:gd name="connsiteX9" fmla="*/ 5712 w 21600"/>
                <a:gd name="connsiteY9" fmla="*/ 7985 h 36700"/>
                <a:gd name="connsiteX10" fmla="*/ 3387 w 21600"/>
                <a:gd name="connsiteY10" fmla="*/ 36100 h 36700"/>
                <a:gd name="connsiteX11" fmla="*/ 0 w 21600"/>
                <a:gd name="connsiteY11" fmla="*/ 0 h 3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00" h="36700">
                  <a:moveTo>
                    <a:pt x="0" y="0"/>
                  </a:moveTo>
                  <a:lnTo>
                    <a:pt x="21600" y="0"/>
                  </a:lnTo>
                  <a:cubicBezTo>
                    <a:pt x="20948" y="5287"/>
                    <a:pt x="20644" y="21237"/>
                    <a:pt x="20134" y="21229"/>
                  </a:cubicBezTo>
                  <a:cubicBezTo>
                    <a:pt x="19624" y="21221"/>
                    <a:pt x="19353" y="4735"/>
                    <a:pt x="18941" y="4757"/>
                  </a:cubicBezTo>
                  <a:cubicBezTo>
                    <a:pt x="18491" y="4879"/>
                    <a:pt x="18212" y="25791"/>
                    <a:pt x="17272" y="25881"/>
                  </a:cubicBezTo>
                  <a:cubicBezTo>
                    <a:pt x="16332" y="25971"/>
                    <a:pt x="16172" y="4299"/>
                    <a:pt x="15458" y="6102"/>
                  </a:cubicBezTo>
                  <a:cubicBezTo>
                    <a:pt x="14744" y="7905"/>
                    <a:pt x="13806" y="36802"/>
                    <a:pt x="12987" y="36700"/>
                  </a:cubicBezTo>
                  <a:cubicBezTo>
                    <a:pt x="12196" y="36732"/>
                    <a:pt x="11239" y="11330"/>
                    <a:pt x="10383" y="8683"/>
                  </a:cubicBezTo>
                  <a:cubicBezTo>
                    <a:pt x="9528" y="6036"/>
                    <a:pt x="8632" y="20935"/>
                    <a:pt x="7854" y="20819"/>
                  </a:cubicBezTo>
                  <a:cubicBezTo>
                    <a:pt x="7076" y="20703"/>
                    <a:pt x="6477" y="8148"/>
                    <a:pt x="5712" y="7985"/>
                  </a:cubicBezTo>
                  <a:cubicBezTo>
                    <a:pt x="4668" y="8025"/>
                    <a:pt x="4339" y="37431"/>
                    <a:pt x="3387" y="36100"/>
                  </a:cubicBezTo>
                  <a:cubicBezTo>
                    <a:pt x="2435" y="34769"/>
                    <a:pt x="1562" y="8154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50000"/>
                  </a:schemeClr>
                </a:gs>
                <a:gs pos="98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  <a:ln w="28575">
              <a:noFill/>
            </a:ln>
          </p:spPr>
          <p:txBody>
            <a:bodyPr lIns="0" tIns="0" rIns="0" bIns="0" rtlCol="0" anchor="ctr"/>
            <a:lstStyle/>
            <a:p>
              <a:pPr algn="ctr"/>
              <a:endParaRPr lang="es-SV" sz="900">
                <a:solidFill>
                  <a:schemeClr val="bg1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8D65391-B8CE-4F78-A597-8EF7B35939DF}"/>
                </a:ext>
              </a:extLst>
            </p:cNvPr>
            <p:cNvGrpSpPr/>
            <p:nvPr/>
          </p:nvGrpSpPr>
          <p:grpSpPr>
            <a:xfrm>
              <a:off x="1525224" y="2401245"/>
              <a:ext cx="9006003" cy="3730439"/>
              <a:chOff x="1639524" y="710925"/>
              <a:chExt cx="9006003" cy="3730439"/>
            </a:xfrm>
          </p:grpSpPr>
          <p:cxnSp>
            <p:nvCxnSpPr>
              <p:cNvPr id="15" name="81 Conector recto">
                <a:extLst>
                  <a:ext uri="{FF2B5EF4-FFF2-40B4-BE49-F238E27FC236}">
                    <a16:creationId xmlns:a16="http://schemas.microsoft.com/office/drawing/2014/main" id="{750E0703-E715-4D74-A80C-AD587A6DB85B}"/>
                  </a:ext>
                </a:extLst>
              </p:cNvPr>
              <p:cNvCxnSpPr/>
              <p:nvPr/>
            </p:nvCxnSpPr>
            <p:spPr>
              <a:xfrm>
                <a:off x="2091544" y="4004925"/>
                <a:ext cx="8553983" cy="0"/>
              </a:xfrm>
              <a:prstGeom prst="line">
                <a:avLst/>
              </a:prstGeom>
              <a:ln w="9525" cap="rnd">
                <a:solidFill>
                  <a:schemeClr val="bg1">
                    <a:lumMod val="50000"/>
                    <a:alpha val="28000"/>
                  </a:schemeClr>
                </a:solidFill>
                <a:prstDash val="solid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99 Conector recto">
                <a:extLst>
                  <a:ext uri="{FF2B5EF4-FFF2-40B4-BE49-F238E27FC236}">
                    <a16:creationId xmlns:a16="http://schemas.microsoft.com/office/drawing/2014/main" id="{57CDF72E-300D-4C17-BD00-2B647454EC80}"/>
                  </a:ext>
                </a:extLst>
              </p:cNvPr>
              <p:cNvCxnSpPr/>
              <p:nvPr/>
            </p:nvCxnSpPr>
            <p:spPr>
              <a:xfrm>
                <a:off x="2089370" y="710925"/>
                <a:ext cx="0" cy="3294000"/>
              </a:xfrm>
              <a:prstGeom prst="line">
                <a:avLst/>
              </a:prstGeom>
              <a:ln w="9525" cap="rnd">
                <a:solidFill>
                  <a:schemeClr val="bg1">
                    <a:lumMod val="50000"/>
                    <a:alpha val="28000"/>
                  </a:schemeClr>
                </a:solidFill>
                <a:prstDash val="solid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">
                <a:extLst>
                  <a:ext uri="{FF2B5EF4-FFF2-40B4-BE49-F238E27FC236}">
                    <a16:creationId xmlns:a16="http://schemas.microsoft.com/office/drawing/2014/main" id="{C78B1975-3E3A-4434-A719-EB3E4F6E868A}"/>
                  </a:ext>
                </a:extLst>
              </p:cNvPr>
              <p:cNvSpPr/>
              <p:nvPr/>
            </p:nvSpPr>
            <p:spPr>
              <a:xfrm>
                <a:off x="1971348" y="4001269"/>
                <a:ext cx="1191803" cy="436439"/>
              </a:xfrm>
              <a:prstGeom prst="rect">
                <a:avLst/>
              </a:prstGeom>
            </p:spPr>
            <p:txBody>
              <a:bodyPr wrap="square" lIns="241719" tIns="120859" rIns="241719" bIns="120859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Jan</a:t>
                </a:r>
              </a:p>
            </p:txBody>
          </p:sp>
          <p:sp>
            <p:nvSpPr>
              <p:cNvPr id="18" name="Textbox 1">
                <a:extLst>
                  <a:ext uri="{FF2B5EF4-FFF2-40B4-BE49-F238E27FC236}">
                    <a16:creationId xmlns:a16="http://schemas.microsoft.com/office/drawing/2014/main" id="{8B9EDDB5-E7D9-41FA-B740-AC6F1E4A0A8E}"/>
                  </a:ext>
                </a:extLst>
              </p:cNvPr>
              <p:cNvSpPr/>
              <p:nvPr/>
            </p:nvSpPr>
            <p:spPr>
              <a:xfrm>
                <a:off x="2759527" y="4006395"/>
                <a:ext cx="1044520" cy="433753"/>
              </a:xfrm>
              <a:prstGeom prst="rect">
                <a:avLst/>
              </a:prstGeom>
            </p:spPr>
            <p:txBody>
              <a:bodyPr wrap="square" lIns="241719" tIns="120859" rIns="241719" bIns="120859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Feb</a:t>
                </a:r>
              </a:p>
            </p:txBody>
          </p:sp>
          <p:sp>
            <p:nvSpPr>
              <p:cNvPr id="19" name="Textbox 1">
                <a:extLst>
                  <a:ext uri="{FF2B5EF4-FFF2-40B4-BE49-F238E27FC236}">
                    <a16:creationId xmlns:a16="http://schemas.microsoft.com/office/drawing/2014/main" id="{E16B610F-DF4A-4874-B256-F5A94115951C}"/>
                  </a:ext>
                </a:extLst>
              </p:cNvPr>
              <p:cNvSpPr/>
              <p:nvPr/>
            </p:nvSpPr>
            <p:spPr>
              <a:xfrm>
                <a:off x="5287032" y="4004925"/>
                <a:ext cx="1048035" cy="433753"/>
              </a:xfrm>
              <a:prstGeom prst="rect">
                <a:avLst/>
              </a:prstGeom>
            </p:spPr>
            <p:txBody>
              <a:bodyPr wrap="square" lIns="241719" tIns="120859" rIns="241719" bIns="120859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May</a:t>
                </a:r>
              </a:p>
            </p:txBody>
          </p:sp>
          <p:sp>
            <p:nvSpPr>
              <p:cNvPr id="20" name="Textbox 1">
                <a:extLst>
                  <a:ext uri="{FF2B5EF4-FFF2-40B4-BE49-F238E27FC236}">
                    <a16:creationId xmlns:a16="http://schemas.microsoft.com/office/drawing/2014/main" id="{A2593265-6AE2-4FA2-9D24-76045F4844E4}"/>
                  </a:ext>
                </a:extLst>
              </p:cNvPr>
              <p:cNvSpPr/>
              <p:nvPr/>
            </p:nvSpPr>
            <p:spPr>
              <a:xfrm>
                <a:off x="3602131" y="4004925"/>
                <a:ext cx="1044520" cy="433753"/>
              </a:xfrm>
              <a:prstGeom prst="rect">
                <a:avLst/>
              </a:prstGeom>
            </p:spPr>
            <p:txBody>
              <a:bodyPr wrap="square" lIns="241719" tIns="120859" rIns="241719" bIns="120859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Mar</a:t>
                </a:r>
              </a:p>
            </p:txBody>
          </p:sp>
          <p:sp>
            <p:nvSpPr>
              <p:cNvPr id="21" name="Textbox 1">
                <a:extLst>
                  <a:ext uri="{FF2B5EF4-FFF2-40B4-BE49-F238E27FC236}">
                    <a16:creationId xmlns:a16="http://schemas.microsoft.com/office/drawing/2014/main" id="{D07C70D1-DCF1-4A3F-83CE-A3783974C1EE}"/>
                  </a:ext>
                </a:extLst>
              </p:cNvPr>
              <p:cNvSpPr/>
              <p:nvPr/>
            </p:nvSpPr>
            <p:spPr>
              <a:xfrm>
                <a:off x="4444737" y="4004925"/>
                <a:ext cx="1044520" cy="436439"/>
              </a:xfrm>
              <a:prstGeom prst="rect">
                <a:avLst/>
              </a:prstGeom>
            </p:spPr>
            <p:txBody>
              <a:bodyPr wrap="square" lIns="241719" tIns="120859" rIns="241719" bIns="120859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Apr</a:t>
                </a:r>
              </a:p>
            </p:txBody>
          </p:sp>
          <p:sp>
            <p:nvSpPr>
              <p:cNvPr id="22" name="87 Rectángulo">
                <a:extLst>
                  <a:ext uri="{FF2B5EF4-FFF2-40B4-BE49-F238E27FC236}">
                    <a16:creationId xmlns:a16="http://schemas.microsoft.com/office/drawing/2014/main" id="{B22808AF-12F6-427E-AF1A-59D52B345BC7}"/>
                  </a:ext>
                </a:extLst>
              </p:cNvPr>
              <p:cNvSpPr/>
              <p:nvPr/>
            </p:nvSpPr>
            <p:spPr>
              <a:xfrm>
                <a:off x="1639524" y="2234145"/>
                <a:ext cx="449846" cy="351925"/>
              </a:xfrm>
              <a:prstGeom prst="rect">
                <a:avLst/>
              </a:prstGeom>
            </p:spPr>
            <p:txBody>
              <a:bodyPr wrap="square" lIns="0" tIns="90634" rIns="0" bIns="90634">
                <a:spAutoFit/>
              </a:bodyPr>
              <a:lstStyle/>
              <a:p>
                <a:pPr marL="0" lvl="1" algn="ctr"/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80</a:t>
                </a:r>
              </a:p>
            </p:txBody>
          </p:sp>
          <p:sp>
            <p:nvSpPr>
              <p:cNvPr id="23" name="87 Rectángulo">
                <a:extLst>
                  <a:ext uri="{FF2B5EF4-FFF2-40B4-BE49-F238E27FC236}">
                    <a16:creationId xmlns:a16="http://schemas.microsoft.com/office/drawing/2014/main" id="{7F3A5DF6-D2B5-4939-A017-B795BE074723}"/>
                  </a:ext>
                </a:extLst>
              </p:cNvPr>
              <p:cNvSpPr/>
              <p:nvPr/>
            </p:nvSpPr>
            <p:spPr>
              <a:xfrm>
                <a:off x="1639524" y="1401833"/>
                <a:ext cx="449846" cy="351925"/>
              </a:xfrm>
              <a:prstGeom prst="rect">
                <a:avLst/>
              </a:prstGeom>
            </p:spPr>
            <p:txBody>
              <a:bodyPr wrap="square" lIns="0" tIns="90634" rIns="0" bIns="90634">
                <a:spAutoFit/>
              </a:bodyPr>
              <a:lstStyle/>
              <a:p>
                <a:pPr marL="0" lvl="1" algn="ctr"/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120</a:t>
                </a:r>
              </a:p>
            </p:txBody>
          </p:sp>
          <p:sp>
            <p:nvSpPr>
              <p:cNvPr id="24" name="87 Rectángulo">
                <a:extLst>
                  <a:ext uri="{FF2B5EF4-FFF2-40B4-BE49-F238E27FC236}">
                    <a16:creationId xmlns:a16="http://schemas.microsoft.com/office/drawing/2014/main" id="{2A42B863-0E08-4444-8C69-57A487495E75}"/>
                  </a:ext>
                </a:extLst>
              </p:cNvPr>
              <p:cNvSpPr/>
              <p:nvPr/>
            </p:nvSpPr>
            <p:spPr>
              <a:xfrm>
                <a:off x="1639524" y="985678"/>
                <a:ext cx="449846" cy="351925"/>
              </a:xfrm>
              <a:prstGeom prst="rect">
                <a:avLst/>
              </a:prstGeom>
            </p:spPr>
            <p:txBody>
              <a:bodyPr wrap="square" lIns="0" tIns="90634" rIns="0" bIns="90634">
                <a:spAutoFit/>
              </a:bodyPr>
              <a:lstStyle/>
              <a:p>
                <a:pPr marL="0" lvl="1" algn="ctr"/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140</a:t>
                </a:r>
              </a:p>
            </p:txBody>
          </p:sp>
          <p:sp>
            <p:nvSpPr>
              <p:cNvPr id="25" name="87 Rectángulo">
                <a:extLst>
                  <a:ext uri="{FF2B5EF4-FFF2-40B4-BE49-F238E27FC236}">
                    <a16:creationId xmlns:a16="http://schemas.microsoft.com/office/drawing/2014/main" id="{15485AFB-5D8E-4927-AE28-63390F77F260}"/>
                  </a:ext>
                </a:extLst>
              </p:cNvPr>
              <p:cNvSpPr/>
              <p:nvPr/>
            </p:nvSpPr>
            <p:spPr>
              <a:xfrm>
                <a:off x="1639524" y="1817989"/>
                <a:ext cx="449846" cy="351925"/>
              </a:xfrm>
              <a:prstGeom prst="rect">
                <a:avLst/>
              </a:prstGeom>
            </p:spPr>
            <p:txBody>
              <a:bodyPr wrap="square" lIns="0" tIns="90634" rIns="0" bIns="90634">
                <a:spAutoFit/>
              </a:bodyPr>
              <a:lstStyle/>
              <a:p>
                <a:pPr marL="0" lvl="1" algn="ctr"/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100</a:t>
                </a:r>
              </a:p>
            </p:txBody>
          </p:sp>
          <p:sp>
            <p:nvSpPr>
              <p:cNvPr id="26" name="87 Rectángulo">
                <a:extLst>
                  <a:ext uri="{FF2B5EF4-FFF2-40B4-BE49-F238E27FC236}">
                    <a16:creationId xmlns:a16="http://schemas.microsoft.com/office/drawing/2014/main" id="{D2FE8D01-F37F-4917-8AC6-53E30CDB4140}"/>
                  </a:ext>
                </a:extLst>
              </p:cNvPr>
              <p:cNvSpPr/>
              <p:nvPr/>
            </p:nvSpPr>
            <p:spPr>
              <a:xfrm>
                <a:off x="1639524" y="2650300"/>
                <a:ext cx="449846" cy="351925"/>
              </a:xfrm>
              <a:prstGeom prst="rect">
                <a:avLst/>
              </a:prstGeom>
            </p:spPr>
            <p:txBody>
              <a:bodyPr wrap="square" lIns="0" tIns="90634" rIns="0" bIns="90634">
                <a:spAutoFit/>
              </a:bodyPr>
              <a:lstStyle/>
              <a:p>
                <a:pPr marL="0" lvl="1" algn="ctr"/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60</a:t>
                </a:r>
              </a:p>
            </p:txBody>
          </p:sp>
          <p:sp>
            <p:nvSpPr>
              <p:cNvPr id="27" name="87 Rectángulo">
                <a:extLst>
                  <a:ext uri="{FF2B5EF4-FFF2-40B4-BE49-F238E27FC236}">
                    <a16:creationId xmlns:a16="http://schemas.microsoft.com/office/drawing/2014/main" id="{389D5A2B-4DED-4C46-B2E8-D420EF670E1B}"/>
                  </a:ext>
                </a:extLst>
              </p:cNvPr>
              <p:cNvSpPr/>
              <p:nvPr/>
            </p:nvSpPr>
            <p:spPr>
              <a:xfrm>
                <a:off x="1639524" y="3066456"/>
                <a:ext cx="449846" cy="351925"/>
              </a:xfrm>
              <a:prstGeom prst="rect">
                <a:avLst/>
              </a:prstGeom>
            </p:spPr>
            <p:txBody>
              <a:bodyPr wrap="square" lIns="0" tIns="90634" rIns="0" bIns="90634">
                <a:spAutoFit/>
              </a:bodyPr>
              <a:lstStyle/>
              <a:p>
                <a:pPr marL="0" lvl="1" algn="ctr"/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40</a:t>
                </a:r>
              </a:p>
            </p:txBody>
          </p:sp>
          <p:sp>
            <p:nvSpPr>
              <p:cNvPr id="28" name="87 Rectángulo">
                <a:extLst>
                  <a:ext uri="{FF2B5EF4-FFF2-40B4-BE49-F238E27FC236}">
                    <a16:creationId xmlns:a16="http://schemas.microsoft.com/office/drawing/2014/main" id="{ED9ABAEA-B6BA-4CB6-A4AF-E1EE5F9E2865}"/>
                  </a:ext>
                </a:extLst>
              </p:cNvPr>
              <p:cNvSpPr/>
              <p:nvPr/>
            </p:nvSpPr>
            <p:spPr>
              <a:xfrm>
                <a:off x="1639524" y="3482612"/>
                <a:ext cx="449846" cy="351925"/>
              </a:xfrm>
              <a:prstGeom prst="rect">
                <a:avLst/>
              </a:prstGeom>
            </p:spPr>
            <p:txBody>
              <a:bodyPr wrap="square" lIns="0" tIns="90634" rIns="0" bIns="90634">
                <a:spAutoFit/>
              </a:bodyPr>
              <a:lstStyle/>
              <a:p>
                <a:pPr marL="0" lvl="1" algn="ctr"/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20</a:t>
                </a:r>
              </a:p>
            </p:txBody>
          </p:sp>
          <p:sp>
            <p:nvSpPr>
              <p:cNvPr id="29" name="Textbox 1">
                <a:extLst>
                  <a:ext uri="{FF2B5EF4-FFF2-40B4-BE49-F238E27FC236}">
                    <a16:creationId xmlns:a16="http://schemas.microsoft.com/office/drawing/2014/main" id="{A715049D-E75D-482F-B886-D29CB563379B}"/>
                  </a:ext>
                </a:extLst>
              </p:cNvPr>
              <p:cNvSpPr/>
              <p:nvPr/>
            </p:nvSpPr>
            <p:spPr>
              <a:xfrm>
                <a:off x="6132534" y="4004925"/>
                <a:ext cx="1048035" cy="436439"/>
              </a:xfrm>
              <a:prstGeom prst="rect">
                <a:avLst/>
              </a:prstGeom>
            </p:spPr>
            <p:txBody>
              <a:bodyPr wrap="square" lIns="241719" tIns="120859" rIns="241719" bIns="120859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Jun</a:t>
                </a:r>
              </a:p>
            </p:txBody>
          </p:sp>
          <p:sp>
            <p:nvSpPr>
              <p:cNvPr id="30" name="Textbox 1">
                <a:extLst>
                  <a:ext uri="{FF2B5EF4-FFF2-40B4-BE49-F238E27FC236}">
                    <a16:creationId xmlns:a16="http://schemas.microsoft.com/office/drawing/2014/main" id="{0B1BFE5A-F091-4A40-93EA-798B4551E151}"/>
                  </a:ext>
                </a:extLst>
              </p:cNvPr>
              <p:cNvSpPr/>
              <p:nvPr/>
            </p:nvSpPr>
            <p:spPr>
              <a:xfrm>
                <a:off x="6978036" y="4004925"/>
                <a:ext cx="1048035" cy="436439"/>
              </a:xfrm>
              <a:prstGeom prst="rect">
                <a:avLst/>
              </a:prstGeom>
            </p:spPr>
            <p:txBody>
              <a:bodyPr wrap="square" lIns="241719" tIns="120859" rIns="241719" bIns="120859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Jul</a:t>
                </a:r>
              </a:p>
            </p:txBody>
          </p:sp>
          <p:sp>
            <p:nvSpPr>
              <p:cNvPr id="31" name="Textbox 1">
                <a:extLst>
                  <a:ext uri="{FF2B5EF4-FFF2-40B4-BE49-F238E27FC236}">
                    <a16:creationId xmlns:a16="http://schemas.microsoft.com/office/drawing/2014/main" id="{021DDC22-5A03-45C5-8B38-7B4CFCAB6C69}"/>
                  </a:ext>
                </a:extLst>
              </p:cNvPr>
              <p:cNvSpPr/>
              <p:nvPr/>
            </p:nvSpPr>
            <p:spPr>
              <a:xfrm>
                <a:off x="7823537" y="4004925"/>
                <a:ext cx="1048035" cy="433753"/>
              </a:xfrm>
              <a:prstGeom prst="rect">
                <a:avLst/>
              </a:prstGeom>
            </p:spPr>
            <p:txBody>
              <a:bodyPr wrap="square" lIns="241719" tIns="120859" rIns="241719" bIns="120859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Aug</a:t>
                </a:r>
              </a:p>
            </p:txBody>
          </p:sp>
          <p:sp>
            <p:nvSpPr>
              <p:cNvPr id="32" name="Textbox 1">
                <a:extLst>
                  <a:ext uri="{FF2B5EF4-FFF2-40B4-BE49-F238E27FC236}">
                    <a16:creationId xmlns:a16="http://schemas.microsoft.com/office/drawing/2014/main" id="{2E4AF1E0-8D34-4931-8563-E9E82B61BD98}"/>
                  </a:ext>
                </a:extLst>
              </p:cNvPr>
              <p:cNvSpPr/>
              <p:nvPr/>
            </p:nvSpPr>
            <p:spPr>
              <a:xfrm>
                <a:off x="8669038" y="4004925"/>
                <a:ext cx="1048035" cy="433753"/>
              </a:xfrm>
              <a:prstGeom prst="rect">
                <a:avLst/>
              </a:prstGeom>
            </p:spPr>
            <p:txBody>
              <a:bodyPr wrap="square" lIns="241719" tIns="120859" rIns="241719" bIns="120859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Sep</a:t>
                </a:r>
              </a:p>
            </p:txBody>
          </p:sp>
          <p:sp>
            <p:nvSpPr>
              <p:cNvPr id="33" name="Textbox 1">
                <a:extLst>
                  <a:ext uri="{FF2B5EF4-FFF2-40B4-BE49-F238E27FC236}">
                    <a16:creationId xmlns:a16="http://schemas.microsoft.com/office/drawing/2014/main" id="{F579A805-739E-4E35-8B00-7D842B8E4043}"/>
                  </a:ext>
                </a:extLst>
              </p:cNvPr>
              <p:cNvSpPr/>
              <p:nvPr/>
            </p:nvSpPr>
            <p:spPr>
              <a:xfrm>
                <a:off x="9514540" y="4004925"/>
                <a:ext cx="1048035" cy="436439"/>
              </a:xfrm>
              <a:prstGeom prst="rect">
                <a:avLst/>
              </a:prstGeom>
            </p:spPr>
            <p:txBody>
              <a:bodyPr wrap="square" lIns="241719" tIns="120859" rIns="241719" bIns="120859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  <a:alpha val="26000"/>
                      </a:schemeClr>
                    </a:solidFill>
                    <a:latin typeface="Montserrat Light" panose="00000400000000000000" pitchFamily="50" charset="0"/>
                    <a:ea typeface="Open Sans Condensed" panose="020B0604020202020204" charset="0"/>
                    <a:cs typeface="Open Sans Condensed" panose="020B0604020202020204" charset="0"/>
                  </a:rPr>
                  <a:t>Oct</a:t>
                </a:r>
              </a:p>
            </p:txBody>
          </p:sp>
        </p:grpSp>
        <p:sp>
          <p:nvSpPr>
            <p:cNvPr id="34" name="Documento 7">
              <a:extLst>
                <a:ext uri="{FF2B5EF4-FFF2-40B4-BE49-F238E27FC236}">
                  <a16:creationId xmlns:a16="http://schemas.microsoft.com/office/drawing/2014/main" id="{B8DB82ED-6AF4-4F71-B974-C97370512E4F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1990462" y="3709863"/>
              <a:ext cx="7933404" cy="1987485"/>
            </a:xfrm>
            <a:custGeom>
              <a:avLst/>
              <a:gdLst>
                <a:gd name="connsiteX0" fmla="*/ 0 w 21600"/>
                <a:gd name="connsiteY0" fmla="*/ 0 h 21600"/>
                <a:gd name="connsiteX1" fmla="*/ 21600 w 21600"/>
                <a:gd name="connsiteY1" fmla="*/ 0 h 21600"/>
                <a:gd name="connsiteX2" fmla="*/ 21600 w 21600"/>
                <a:gd name="connsiteY2" fmla="*/ 17322 h 21600"/>
                <a:gd name="connsiteX3" fmla="*/ 0 w 21600"/>
                <a:gd name="connsiteY3" fmla="*/ 20172 h 21600"/>
                <a:gd name="connsiteX4" fmla="*/ 0 w 21600"/>
                <a:gd name="connsiteY4" fmla="*/ 0 h 21600"/>
                <a:gd name="connsiteX0" fmla="*/ 0 w 21600"/>
                <a:gd name="connsiteY0" fmla="*/ 0 h 21431"/>
                <a:gd name="connsiteX1" fmla="*/ 21600 w 21600"/>
                <a:gd name="connsiteY1" fmla="*/ 0 h 21431"/>
                <a:gd name="connsiteX2" fmla="*/ 21600 w 21600"/>
                <a:gd name="connsiteY2" fmla="*/ 17322 h 21431"/>
                <a:gd name="connsiteX3" fmla="*/ 13112 w 21600"/>
                <a:gd name="connsiteY3" fmla="*/ 19087 h 21431"/>
                <a:gd name="connsiteX4" fmla="*/ 0 w 21600"/>
                <a:gd name="connsiteY4" fmla="*/ 20172 h 21431"/>
                <a:gd name="connsiteX5" fmla="*/ 0 w 21600"/>
                <a:gd name="connsiteY5" fmla="*/ 0 h 21431"/>
                <a:gd name="connsiteX0" fmla="*/ 0 w 21600"/>
                <a:gd name="connsiteY0" fmla="*/ 0 h 21763"/>
                <a:gd name="connsiteX1" fmla="*/ 21600 w 21600"/>
                <a:gd name="connsiteY1" fmla="*/ 0 h 21763"/>
                <a:gd name="connsiteX2" fmla="*/ 21600 w 21600"/>
                <a:gd name="connsiteY2" fmla="*/ 17322 h 21763"/>
                <a:gd name="connsiteX3" fmla="*/ 13112 w 21600"/>
                <a:gd name="connsiteY3" fmla="*/ 19087 h 21763"/>
                <a:gd name="connsiteX4" fmla="*/ 7624 w 21600"/>
                <a:gd name="connsiteY4" fmla="*/ 20331 h 21763"/>
                <a:gd name="connsiteX5" fmla="*/ 0 w 21600"/>
                <a:gd name="connsiteY5" fmla="*/ 20172 h 21763"/>
                <a:gd name="connsiteX6" fmla="*/ 0 w 21600"/>
                <a:gd name="connsiteY6" fmla="*/ 0 h 21763"/>
                <a:gd name="connsiteX0" fmla="*/ 0 w 21600"/>
                <a:gd name="connsiteY0" fmla="*/ 0 h 20784"/>
                <a:gd name="connsiteX1" fmla="*/ 21600 w 21600"/>
                <a:gd name="connsiteY1" fmla="*/ 0 h 20784"/>
                <a:gd name="connsiteX2" fmla="*/ 21600 w 21600"/>
                <a:gd name="connsiteY2" fmla="*/ 17322 h 20784"/>
                <a:gd name="connsiteX3" fmla="*/ 13112 w 21600"/>
                <a:gd name="connsiteY3" fmla="*/ 19087 h 20784"/>
                <a:gd name="connsiteX4" fmla="*/ 8031 w 21600"/>
                <a:gd name="connsiteY4" fmla="*/ 11624 h 20784"/>
                <a:gd name="connsiteX5" fmla="*/ 0 w 21600"/>
                <a:gd name="connsiteY5" fmla="*/ 20172 h 20784"/>
                <a:gd name="connsiteX6" fmla="*/ 0 w 21600"/>
                <a:gd name="connsiteY6" fmla="*/ 0 h 20784"/>
                <a:gd name="connsiteX0" fmla="*/ 0 w 21600"/>
                <a:gd name="connsiteY0" fmla="*/ 0 h 22607"/>
                <a:gd name="connsiteX1" fmla="*/ 21600 w 21600"/>
                <a:gd name="connsiteY1" fmla="*/ 0 h 22607"/>
                <a:gd name="connsiteX2" fmla="*/ 21600 w 21600"/>
                <a:gd name="connsiteY2" fmla="*/ 17322 h 22607"/>
                <a:gd name="connsiteX3" fmla="*/ 12528 w 21600"/>
                <a:gd name="connsiteY3" fmla="*/ 22592 h 22607"/>
                <a:gd name="connsiteX4" fmla="*/ 8031 w 21600"/>
                <a:gd name="connsiteY4" fmla="*/ 11624 h 22607"/>
                <a:gd name="connsiteX5" fmla="*/ 0 w 21600"/>
                <a:gd name="connsiteY5" fmla="*/ 20172 h 22607"/>
                <a:gd name="connsiteX6" fmla="*/ 0 w 21600"/>
                <a:gd name="connsiteY6" fmla="*/ 0 h 22607"/>
                <a:gd name="connsiteX0" fmla="*/ 0 w 21600"/>
                <a:gd name="connsiteY0" fmla="*/ 0 h 23153"/>
                <a:gd name="connsiteX1" fmla="*/ 21600 w 21600"/>
                <a:gd name="connsiteY1" fmla="*/ 0 h 23153"/>
                <a:gd name="connsiteX2" fmla="*/ 21600 w 21600"/>
                <a:gd name="connsiteY2" fmla="*/ 17322 h 23153"/>
                <a:gd name="connsiteX3" fmla="*/ 17560 w 21600"/>
                <a:gd name="connsiteY3" fmla="*/ 21122 h 23153"/>
                <a:gd name="connsiteX4" fmla="*/ 12528 w 21600"/>
                <a:gd name="connsiteY4" fmla="*/ 22592 h 23153"/>
                <a:gd name="connsiteX5" fmla="*/ 8031 w 21600"/>
                <a:gd name="connsiteY5" fmla="*/ 11624 h 23153"/>
                <a:gd name="connsiteX6" fmla="*/ 0 w 21600"/>
                <a:gd name="connsiteY6" fmla="*/ 20172 h 23153"/>
                <a:gd name="connsiteX7" fmla="*/ 0 w 21600"/>
                <a:gd name="connsiteY7" fmla="*/ 0 h 23153"/>
                <a:gd name="connsiteX0" fmla="*/ 0 w 21600"/>
                <a:gd name="connsiteY0" fmla="*/ 0 h 22753"/>
                <a:gd name="connsiteX1" fmla="*/ 21600 w 21600"/>
                <a:gd name="connsiteY1" fmla="*/ 0 h 22753"/>
                <a:gd name="connsiteX2" fmla="*/ 21600 w 21600"/>
                <a:gd name="connsiteY2" fmla="*/ 17322 h 22753"/>
                <a:gd name="connsiteX3" fmla="*/ 17763 w 21600"/>
                <a:gd name="connsiteY3" fmla="*/ 12754 h 22753"/>
                <a:gd name="connsiteX4" fmla="*/ 12528 w 21600"/>
                <a:gd name="connsiteY4" fmla="*/ 22592 h 22753"/>
                <a:gd name="connsiteX5" fmla="*/ 8031 w 21600"/>
                <a:gd name="connsiteY5" fmla="*/ 11624 h 22753"/>
                <a:gd name="connsiteX6" fmla="*/ 0 w 21600"/>
                <a:gd name="connsiteY6" fmla="*/ 20172 h 22753"/>
                <a:gd name="connsiteX7" fmla="*/ 0 w 21600"/>
                <a:gd name="connsiteY7" fmla="*/ 0 h 22753"/>
                <a:gd name="connsiteX0" fmla="*/ 0 w 21600"/>
                <a:gd name="connsiteY0" fmla="*/ 0 h 22753"/>
                <a:gd name="connsiteX1" fmla="*/ 21600 w 21600"/>
                <a:gd name="connsiteY1" fmla="*/ 0 h 22753"/>
                <a:gd name="connsiteX2" fmla="*/ 21600 w 21600"/>
                <a:gd name="connsiteY2" fmla="*/ 17322 h 22753"/>
                <a:gd name="connsiteX3" fmla="*/ 17763 w 21600"/>
                <a:gd name="connsiteY3" fmla="*/ 12754 h 22753"/>
                <a:gd name="connsiteX4" fmla="*/ 12528 w 21600"/>
                <a:gd name="connsiteY4" fmla="*/ 22592 h 22753"/>
                <a:gd name="connsiteX5" fmla="*/ 8717 w 21600"/>
                <a:gd name="connsiteY5" fmla="*/ 14451 h 22753"/>
                <a:gd name="connsiteX6" fmla="*/ 0 w 21600"/>
                <a:gd name="connsiteY6" fmla="*/ 20172 h 22753"/>
                <a:gd name="connsiteX7" fmla="*/ 0 w 21600"/>
                <a:gd name="connsiteY7" fmla="*/ 0 h 22753"/>
                <a:gd name="connsiteX0" fmla="*/ 0 w 21600"/>
                <a:gd name="connsiteY0" fmla="*/ 0 h 22753"/>
                <a:gd name="connsiteX1" fmla="*/ 21600 w 21600"/>
                <a:gd name="connsiteY1" fmla="*/ 0 h 22753"/>
                <a:gd name="connsiteX2" fmla="*/ 21600 w 21600"/>
                <a:gd name="connsiteY2" fmla="*/ 17322 h 22753"/>
                <a:gd name="connsiteX3" fmla="*/ 17763 w 21600"/>
                <a:gd name="connsiteY3" fmla="*/ 12754 h 22753"/>
                <a:gd name="connsiteX4" fmla="*/ 12528 w 21600"/>
                <a:gd name="connsiteY4" fmla="*/ 22592 h 22753"/>
                <a:gd name="connsiteX5" fmla="*/ 8717 w 21600"/>
                <a:gd name="connsiteY5" fmla="*/ 14451 h 22753"/>
                <a:gd name="connsiteX6" fmla="*/ 5209 w 21600"/>
                <a:gd name="connsiteY6" fmla="*/ 17277 h 22753"/>
                <a:gd name="connsiteX7" fmla="*/ 0 w 21600"/>
                <a:gd name="connsiteY7" fmla="*/ 20172 h 22753"/>
                <a:gd name="connsiteX8" fmla="*/ 0 w 21600"/>
                <a:gd name="connsiteY8" fmla="*/ 0 h 22753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2528 w 21600"/>
                <a:gd name="connsiteY4" fmla="*/ 22592 h 32266"/>
                <a:gd name="connsiteX5" fmla="*/ 8717 w 21600"/>
                <a:gd name="connsiteY5" fmla="*/ 14451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4129 w 21600"/>
                <a:gd name="connsiteY4" fmla="*/ 21687 h 32266"/>
                <a:gd name="connsiteX5" fmla="*/ 8717 w 21600"/>
                <a:gd name="connsiteY5" fmla="*/ 14451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4129 w 21600"/>
                <a:gd name="connsiteY4" fmla="*/ 21687 h 32266"/>
                <a:gd name="connsiteX5" fmla="*/ 10216 w 21600"/>
                <a:gd name="connsiteY5" fmla="*/ 14903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4129 w 21600"/>
                <a:gd name="connsiteY4" fmla="*/ 21687 h 32266"/>
                <a:gd name="connsiteX5" fmla="*/ 10216 w 21600"/>
                <a:gd name="connsiteY5" fmla="*/ 14903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4129 w 21600"/>
                <a:gd name="connsiteY4" fmla="*/ 21687 h 32266"/>
                <a:gd name="connsiteX5" fmla="*/ 10216 w 21600"/>
                <a:gd name="connsiteY5" fmla="*/ 14903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3035"/>
                <a:gd name="connsiteX1" fmla="*/ 21600 w 21600"/>
                <a:gd name="connsiteY1" fmla="*/ 0 h 33035"/>
                <a:gd name="connsiteX2" fmla="*/ 21600 w 21600"/>
                <a:gd name="connsiteY2" fmla="*/ 17322 h 33035"/>
                <a:gd name="connsiteX3" fmla="*/ 17763 w 21600"/>
                <a:gd name="connsiteY3" fmla="*/ 12754 h 33035"/>
                <a:gd name="connsiteX4" fmla="*/ 14129 w 21600"/>
                <a:gd name="connsiteY4" fmla="*/ 21687 h 33035"/>
                <a:gd name="connsiteX5" fmla="*/ 10216 w 21600"/>
                <a:gd name="connsiteY5" fmla="*/ 14903 h 33035"/>
                <a:gd name="connsiteX6" fmla="*/ 5616 w 21600"/>
                <a:gd name="connsiteY6" fmla="*/ 32203 h 33035"/>
                <a:gd name="connsiteX7" fmla="*/ 3329 w 21600"/>
                <a:gd name="connsiteY7" fmla="*/ 29264 h 33035"/>
                <a:gd name="connsiteX8" fmla="*/ 0 w 21600"/>
                <a:gd name="connsiteY8" fmla="*/ 20172 h 33035"/>
                <a:gd name="connsiteX9" fmla="*/ 0 w 21600"/>
                <a:gd name="connsiteY9" fmla="*/ 0 h 33035"/>
                <a:gd name="connsiteX0" fmla="*/ 0 w 21600"/>
                <a:gd name="connsiteY0" fmla="*/ 0 h 32581"/>
                <a:gd name="connsiteX1" fmla="*/ 21600 w 21600"/>
                <a:gd name="connsiteY1" fmla="*/ 0 h 32581"/>
                <a:gd name="connsiteX2" fmla="*/ 21600 w 21600"/>
                <a:gd name="connsiteY2" fmla="*/ 17322 h 32581"/>
                <a:gd name="connsiteX3" fmla="*/ 17763 w 21600"/>
                <a:gd name="connsiteY3" fmla="*/ 12754 h 32581"/>
                <a:gd name="connsiteX4" fmla="*/ 14129 w 21600"/>
                <a:gd name="connsiteY4" fmla="*/ 21687 h 32581"/>
                <a:gd name="connsiteX5" fmla="*/ 10216 w 21600"/>
                <a:gd name="connsiteY5" fmla="*/ 14903 h 32581"/>
                <a:gd name="connsiteX6" fmla="*/ 5616 w 21600"/>
                <a:gd name="connsiteY6" fmla="*/ 32203 h 32581"/>
                <a:gd name="connsiteX7" fmla="*/ 2973 w 21600"/>
                <a:gd name="connsiteY7" fmla="*/ 22932 h 32581"/>
                <a:gd name="connsiteX8" fmla="*/ 0 w 21600"/>
                <a:gd name="connsiteY8" fmla="*/ 20172 h 32581"/>
                <a:gd name="connsiteX9" fmla="*/ 0 w 21600"/>
                <a:gd name="connsiteY9" fmla="*/ 0 h 32581"/>
                <a:gd name="connsiteX0" fmla="*/ 0 w 21600"/>
                <a:gd name="connsiteY0" fmla="*/ 0 h 32581"/>
                <a:gd name="connsiteX1" fmla="*/ 21600 w 21600"/>
                <a:gd name="connsiteY1" fmla="*/ 0 h 32581"/>
                <a:gd name="connsiteX2" fmla="*/ 21600 w 21600"/>
                <a:gd name="connsiteY2" fmla="*/ 17322 h 32581"/>
                <a:gd name="connsiteX3" fmla="*/ 17763 w 21600"/>
                <a:gd name="connsiteY3" fmla="*/ 12754 h 32581"/>
                <a:gd name="connsiteX4" fmla="*/ 14129 w 21600"/>
                <a:gd name="connsiteY4" fmla="*/ 21687 h 32581"/>
                <a:gd name="connsiteX5" fmla="*/ 10216 w 21600"/>
                <a:gd name="connsiteY5" fmla="*/ 14903 h 32581"/>
                <a:gd name="connsiteX6" fmla="*/ 5616 w 21600"/>
                <a:gd name="connsiteY6" fmla="*/ 32203 h 32581"/>
                <a:gd name="connsiteX7" fmla="*/ 2973 w 21600"/>
                <a:gd name="connsiteY7" fmla="*/ 22932 h 32581"/>
                <a:gd name="connsiteX8" fmla="*/ 0 w 21600"/>
                <a:gd name="connsiteY8" fmla="*/ 20172 h 32581"/>
                <a:gd name="connsiteX9" fmla="*/ 0 w 21600"/>
                <a:gd name="connsiteY9" fmla="*/ 0 h 32581"/>
                <a:gd name="connsiteX0" fmla="*/ 0 w 21600"/>
                <a:gd name="connsiteY0" fmla="*/ 0 h 32203"/>
                <a:gd name="connsiteX1" fmla="*/ 21600 w 21600"/>
                <a:gd name="connsiteY1" fmla="*/ 0 h 32203"/>
                <a:gd name="connsiteX2" fmla="*/ 21600 w 21600"/>
                <a:gd name="connsiteY2" fmla="*/ 17322 h 32203"/>
                <a:gd name="connsiteX3" fmla="*/ 17763 w 21600"/>
                <a:gd name="connsiteY3" fmla="*/ 12754 h 32203"/>
                <a:gd name="connsiteX4" fmla="*/ 14129 w 21600"/>
                <a:gd name="connsiteY4" fmla="*/ 21687 h 32203"/>
                <a:gd name="connsiteX5" fmla="*/ 10216 w 21600"/>
                <a:gd name="connsiteY5" fmla="*/ 14903 h 32203"/>
                <a:gd name="connsiteX6" fmla="*/ 5616 w 21600"/>
                <a:gd name="connsiteY6" fmla="*/ 32203 h 32203"/>
                <a:gd name="connsiteX7" fmla="*/ 2973 w 21600"/>
                <a:gd name="connsiteY7" fmla="*/ 22932 h 32203"/>
                <a:gd name="connsiteX8" fmla="*/ 0 w 21600"/>
                <a:gd name="connsiteY8" fmla="*/ 20172 h 32203"/>
                <a:gd name="connsiteX9" fmla="*/ 0 w 21600"/>
                <a:gd name="connsiteY9" fmla="*/ 0 h 32203"/>
                <a:gd name="connsiteX0" fmla="*/ 0 w 21600"/>
                <a:gd name="connsiteY0" fmla="*/ 0 h 32203"/>
                <a:gd name="connsiteX1" fmla="*/ 21600 w 21600"/>
                <a:gd name="connsiteY1" fmla="*/ 0 h 32203"/>
                <a:gd name="connsiteX2" fmla="*/ 21600 w 21600"/>
                <a:gd name="connsiteY2" fmla="*/ 17322 h 32203"/>
                <a:gd name="connsiteX3" fmla="*/ 17763 w 21600"/>
                <a:gd name="connsiteY3" fmla="*/ 12754 h 32203"/>
                <a:gd name="connsiteX4" fmla="*/ 14129 w 21600"/>
                <a:gd name="connsiteY4" fmla="*/ 21687 h 32203"/>
                <a:gd name="connsiteX5" fmla="*/ 10216 w 21600"/>
                <a:gd name="connsiteY5" fmla="*/ 14903 h 32203"/>
                <a:gd name="connsiteX6" fmla="*/ 5616 w 21600"/>
                <a:gd name="connsiteY6" fmla="*/ 32203 h 32203"/>
                <a:gd name="connsiteX7" fmla="*/ 2973 w 21600"/>
                <a:gd name="connsiteY7" fmla="*/ 22932 h 32203"/>
                <a:gd name="connsiteX8" fmla="*/ 0 w 21600"/>
                <a:gd name="connsiteY8" fmla="*/ 20172 h 32203"/>
                <a:gd name="connsiteX9" fmla="*/ 0 w 21600"/>
                <a:gd name="connsiteY9" fmla="*/ 0 h 3220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129 w 21600"/>
                <a:gd name="connsiteY4" fmla="*/ 21687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129 w 21600"/>
                <a:gd name="connsiteY4" fmla="*/ 21687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129 w 21600"/>
                <a:gd name="connsiteY4" fmla="*/ 21687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129 w 21600"/>
                <a:gd name="connsiteY4" fmla="*/ 21687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028 w 21600"/>
                <a:gd name="connsiteY4" fmla="*/ 21562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028 w 21600"/>
                <a:gd name="connsiteY4" fmla="*/ 21562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028 w 21600"/>
                <a:gd name="connsiteY4" fmla="*/ 21562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028 w 21600"/>
                <a:gd name="connsiteY4" fmla="*/ 21562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61"/>
                <a:gd name="connsiteX1" fmla="*/ 21600 w 21600"/>
                <a:gd name="connsiteY1" fmla="*/ 0 h 32161"/>
                <a:gd name="connsiteX2" fmla="*/ 21600 w 21600"/>
                <a:gd name="connsiteY2" fmla="*/ 17322 h 32161"/>
                <a:gd name="connsiteX3" fmla="*/ 17763 w 21600"/>
                <a:gd name="connsiteY3" fmla="*/ 12754 h 32161"/>
                <a:gd name="connsiteX4" fmla="*/ 14028 w 21600"/>
                <a:gd name="connsiteY4" fmla="*/ 21562 h 32161"/>
                <a:gd name="connsiteX5" fmla="*/ 10216 w 21600"/>
                <a:gd name="connsiteY5" fmla="*/ 14903 h 32161"/>
                <a:gd name="connsiteX6" fmla="*/ 6156 w 21600"/>
                <a:gd name="connsiteY6" fmla="*/ 32153 h 32161"/>
                <a:gd name="connsiteX7" fmla="*/ 2973 w 21600"/>
                <a:gd name="connsiteY7" fmla="*/ 22932 h 32161"/>
                <a:gd name="connsiteX8" fmla="*/ 0 w 21600"/>
                <a:gd name="connsiteY8" fmla="*/ 20172 h 32161"/>
                <a:gd name="connsiteX9" fmla="*/ 0 w 21600"/>
                <a:gd name="connsiteY9" fmla="*/ 0 h 32161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21600 w 21600"/>
                <a:gd name="connsiteY2" fmla="*/ 173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2865"/>
                <a:gd name="connsiteY0" fmla="*/ 0 h 32188"/>
                <a:gd name="connsiteX1" fmla="*/ 21600 w 22865"/>
                <a:gd name="connsiteY1" fmla="*/ 0 h 32188"/>
                <a:gd name="connsiteX2" fmla="*/ 19980 w 22865"/>
                <a:gd name="connsiteY2" fmla="*/ 17422 h 32188"/>
                <a:gd name="connsiteX3" fmla="*/ 17763 w 22865"/>
                <a:gd name="connsiteY3" fmla="*/ 12754 h 32188"/>
                <a:gd name="connsiteX4" fmla="*/ 14028 w 22865"/>
                <a:gd name="connsiteY4" fmla="*/ 21562 h 32188"/>
                <a:gd name="connsiteX5" fmla="*/ 10216 w 22865"/>
                <a:gd name="connsiteY5" fmla="*/ 14903 h 32188"/>
                <a:gd name="connsiteX6" fmla="*/ 6156 w 22865"/>
                <a:gd name="connsiteY6" fmla="*/ 32153 h 32188"/>
                <a:gd name="connsiteX7" fmla="*/ 2973 w 22865"/>
                <a:gd name="connsiteY7" fmla="*/ 22932 h 32188"/>
                <a:gd name="connsiteX8" fmla="*/ 0 w 22865"/>
                <a:gd name="connsiteY8" fmla="*/ 20172 h 32188"/>
                <a:gd name="connsiteX9" fmla="*/ 0 w 22865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8585 w 21600"/>
                <a:gd name="connsiteY3" fmla="*/ 10825 h 32188"/>
                <a:gd name="connsiteX4" fmla="*/ 17763 w 21600"/>
                <a:gd name="connsiteY4" fmla="*/ 12754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8495 w 21600"/>
                <a:gd name="connsiteY3" fmla="*/ 9924 h 32188"/>
                <a:gd name="connsiteX4" fmla="*/ 17763 w 21600"/>
                <a:gd name="connsiteY4" fmla="*/ 12754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8495 w 21600"/>
                <a:gd name="connsiteY3" fmla="*/ 99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3440 w 21600"/>
                <a:gd name="connsiteY5" fmla="*/ 10184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54"/>
                <a:gd name="connsiteX1" fmla="*/ 21600 w 21600"/>
                <a:gd name="connsiteY1" fmla="*/ 0 h 32154"/>
                <a:gd name="connsiteX2" fmla="*/ 19665 w 21600"/>
                <a:gd name="connsiteY2" fmla="*/ 18824 h 32154"/>
                <a:gd name="connsiteX3" fmla="*/ 17978 w 21600"/>
                <a:gd name="connsiteY3" fmla="*/ 10324 h 32154"/>
                <a:gd name="connsiteX4" fmla="*/ 15952 w 21600"/>
                <a:gd name="connsiteY4" fmla="*/ 23679 h 32154"/>
                <a:gd name="connsiteX5" fmla="*/ 13440 w 21600"/>
                <a:gd name="connsiteY5" fmla="*/ 10184 h 32154"/>
                <a:gd name="connsiteX6" fmla="*/ 11153 w 21600"/>
                <a:gd name="connsiteY6" fmla="*/ 22182 h 32154"/>
                <a:gd name="connsiteX7" fmla="*/ 6156 w 21600"/>
                <a:gd name="connsiteY7" fmla="*/ 32153 h 32154"/>
                <a:gd name="connsiteX8" fmla="*/ 2973 w 21600"/>
                <a:gd name="connsiteY8" fmla="*/ 22932 h 32154"/>
                <a:gd name="connsiteX9" fmla="*/ 0 w 21600"/>
                <a:gd name="connsiteY9" fmla="*/ 20172 h 32154"/>
                <a:gd name="connsiteX10" fmla="*/ 0 w 21600"/>
                <a:gd name="connsiteY10" fmla="*/ 0 h 32154"/>
                <a:gd name="connsiteX0" fmla="*/ 0 w 21600"/>
                <a:gd name="connsiteY0" fmla="*/ 0 h 32154"/>
                <a:gd name="connsiteX1" fmla="*/ 21600 w 21600"/>
                <a:gd name="connsiteY1" fmla="*/ 0 h 32154"/>
                <a:gd name="connsiteX2" fmla="*/ 19665 w 21600"/>
                <a:gd name="connsiteY2" fmla="*/ 18824 h 32154"/>
                <a:gd name="connsiteX3" fmla="*/ 17978 w 21600"/>
                <a:gd name="connsiteY3" fmla="*/ 10324 h 32154"/>
                <a:gd name="connsiteX4" fmla="*/ 15952 w 21600"/>
                <a:gd name="connsiteY4" fmla="*/ 23679 h 32154"/>
                <a:gd name="connsiteX5" fmla="*/ 13440 w 21600"/>
                <a:gd name="connsiteY5" fmla="*/ 10184 h 32154"/>
                <a:gd name="connsiteX6" fmla="*/ 11153 w 21600"/>
                <a:gd name="connsiteY6" fmla="*/ 22182 h 32154"/>
                <a:gd name="connsiteX7" fmla="*/ 6156 w 21600"/>
                <a:gd name="connsiteY7" fmla="*/ 32153 h 32154"/>
                <a:gd name="connsiteX8" fmla="*/ 2973 w 21600"/>
                <a:gd name="connsiteY8" fmla="*/ 22932 h 32154"/>
                <a:gd name="connsiteX9" fmla="*/ 0 w 21600"/>
                <a:gd name="connsiteY9" fmla="*/ 20172 h 32154"/>
                <a:gd name="connsiteX10" fmla="*/ 0 w 21600"/>
                <a:gd name="connsiteY10" fmla="*/ 0 h 32154"/>
                <a:gd name="connsiteX0" fmla="*/ 0 w 21600"/>
                <a:gd name="connsiteY0" fmla="*/ 0 h 32154"/>
                <a:gd name="connsiteX1" fmla="*/ 21600 w 21600"/>
                <a:gd name="connsiteY1" fmla="*/ 0 h 32154"/>
                <a:gd name="connsiteX2" fmla="*/ 19665 w 21600"/>
                <a:gd name="connsiteY2" fmla="*/ 18824 h 32154"/>
                <a:gd name="connsiteX3" fmla="*/ 17978 w 21600"/>
                <a:gd name="connsiteY3" fmla="*/ 10324 h 32154"/>
                <a:gd name="connsiteX4" fmla="*/ 15952 w 21600"/>
                <a:gd name="connsiteY4" fmla="*/ 23679 h 32154"/>
                <a:gd name="connsiteX5" fmla="*/ 13440 w 21600"/>
                <a:gd name="connsiteY5" fmla="*/ 10184 h 32154"/>
                <a:gd name="connsiteX6" fmla="*/ 11153 w 21600"/>
                <a:gd name="connsiteY6" fmla="*/ 22182 h 32154"/>
                <a:gd name="connsiteX7" fmla="*/ 6156 w 21600"/>
                <a:gd name="connsiteY7" fmla="*/ 32153 h 32154"/>
                <a:gd name="connsiteX8" fmla="*/ 2973 w 21600"/>
                <a:gd name="connsiteY8" fmla="*/ 22932 h 32154"/>
                <a:gd name="connsiteX9" fmla="*/ 0 w 21600"/>
                <a:gd name="connsiteY9" fmla="*/ 20172 h 32154"/>
                <a:gd name="connsiteX10" fmla="*/ 0 w 21600"/>
                <a:gd name="connsiteY10" fmla="*/ 0 h 32154"/>
                <a:gd name="connsiteX0" fmla="*/ 0 w 21600"/>
                <a:gd name="connsiteY0" fmla="*/ 0 h 23679"/>
                <a:gd name="connsiteX1" fmla="*/ 21600 w 21600"/>
                <a:gd name="connsiteY1" fmla="*/ 0 h 23679"/>
                <a:gd name="connsiteX2" fmla="*/ 19665 w 21600"/>
                <a:gd name="connsiteY2" fmla="*/ 18824 h 23679"/>
                <a:gd name="connsiteX3" fmla="*/ 17978 w 21600"/>
                <a:gd name="connsiteY3" fmla="*/ 10324 h 23679"/>
                <a:gd name="connsiteX4" fmla="*/ 15952 w 21600"/>
                <a:gd name="connsiteY4" fmla="*/ 23679 h 23679"/>
                <a:gd name="connsiteX5" fmla="*/ 13440 w 21600"/>
                <a:gd name="connsiteY5" fmla="*/ 10184 h 23679"/>
                <a:gd name="connsiteX6" fmla="*/ 11153 w 21600"/>
                <a:gd name="connsiteY6" fmla="*/ 22182 h 23679"/>
                <a:gd name="connsiteX7" fmla="*/ 8824 w 21600"/>
                <a:gd name="connsiteY7" fmla="*/ 9184 h 23679"/>
                <a:gd name="connsiteX8" fmla="*/ 2973 w 21600"/>
                <a:gd name="connsiteY8" fmla="*/ 22932 h 23679"/>
                <a:gd name="connsiteX9" fmla="*/ 0 w 21600"/>
                <a:gd name="connsiteY9" fmla="*/ 20172 h 23679"/>
                <a:gd name="connsiteX10" fmla="*/ 0 w 21600"/>
                <a:gd name="connsiteY10" fmla="*/ 0 h 23679"/>
                <a:gd name="connsiteX0" fmla="*/ 0 w 21600"/>
                <a:gd name="connsiteY0" fmla="*/ 0 h 23679"/>
                <a:gd name="connsiteX1" fmla="*/ 21600 w 21600"/>
                <a:gd name="connsiteY1" fmla="*/ 0 h 23679"/>
                <a:gd name="connsiteX2" fmla="*/ 19665 w 21600"/>
                <a:gd name="connsiteY2" fmla="*/ 18824 h 23679"/>
                <a:gd name="connsiteX3" fmla="*/ 17978 w 21600"/>
                <a:gd name="connsiteY3" fmla="*/ 10324 h 23679"/>
                <a:gd name="connsiteX4" fmla="*/ 15952 w 21600"/>
                <a:gd name="connsiteY4" fmla="*/ 23679 h 23679"/>
                <a:gd name="connsiteX5" fmla="*/ 13440 w 21600"/>
                <a:gd name="connsiteY5" fmla="*/ 10184 h 23679"/>
                <a:gd name="connsiteX6" fmla="*/ 11153 w 21600"/>
                <a:gd name="connsiteY6" fmla="*/ 22182 h 23679"/>
                <a:gd name="connsiteX7" fmla="*/ 8824 w 21600"/>
                <a:gd name="connsiteY7" fmla="*/ 9184 h 23679"/>
                <a:gd name="connsiteX8" fmla="*/ 2973 w 21600"/>
                <a:gd name="connsiteY8" fmla="*/ 22932 h 23679"/>
                <a:gd name="connsiteX9" fmla="*/ 0 w 21600"/>
                <a:gd name="connsiteY9" fmla="*/ 20172 h 23679"/>
                <a:gd name="connsiteX10" fmla="*/ 0 w 21600"/>
                <a:gd name="connsiteY10" fmla="*/ 0 h 23679"/>
                <a:gd name="connsiteX0" fmla="*/ 0 w 21600"/>
                <a:gd name="connsiteY0" fmla="*/ 0 h 23679"/>
                <a:gd name="connsiteX1" fmla="*/ 21600 w 21600"/>
                <a:gd name="connsiteY1" fmla="*/ 0 h 23679"/>
                <a:gd name="connsiteX2" fmla="*/ 19665 w 21600"/>
                <a:gd name="connsiteY2" fmla="*/ 18824 h 23679"/>
                <a:gd name="connsiteX3" fmla="*/ 17978 w 21600"/>
                <a:gd name="connsiteY3" fmla="*/ 10324 h 23679"/>
                <a:gd name="connsiteX4" fmla="*/ 15952 w 21600"/>
                <a:gd name="connsiteY4" fmla="*/ 23679 h 23679"/>
                <a:gd name="connsiteX5" fmla="*/ 13440 w 21600"/>
                <a:gd name="connsiteY5" fmla="*/ 10184 h 23679"/>
                <a:gd name="connsiteX6" fmla="*/ 11153 w 21600"/>
                <a:gd name="connsiteY6" fmla="*/ 22182 h 23679"/>
                <a:gd name="connsiteX7" fmla="*/ 8824 w 21600"/>
                <a:gd name="connsiteY7" fmla="*/ 9184 h 23679"/>
                <a:gd name="connsiteX8" fmla="*/ 6686 w 21600"/>
                <a:gd name="connsiteY8" fmla="*/ 14700 h 23679"/>
                <a:gd name="connsiteX9" fmla="*/ 2973 w 21600"/>
                <a:gd name="connsiteY9" fmla="*/ 22932 h 23679"/>
                <a:gd name="connsiteX10" fmla="*/ 0 w 21600"/>
                <a:gd name="connsiteY10" fmla="*/ 20172 h 23679"/>
                <a:gd name="connsiteX11" fmla="*/ 0 w 21600"/>
                <a:gd name="connsiteY11" fmla="*/ 0 h 23679"/>
                <a:gd name="connsiteX0" fmla="*/ 0 w 21600"/>
                <a:gd name="connsiteY0" fmla="*/ 0 h 23679"/>
                <a:gd name="connsiteX1" fmla="*/ 21600 w 21600"/>
                <a:gd name="connsiteY1" fmla="*/ 0 h 23679"/>
                <a:gd name="connsiteX2" fmla="*/ 19665 w 21600"/>
                <a:gd name="connsiteY2" fmla="*/ 18824 h 23679"/>
                <a:gd name="connsiteX3" fmla="*/ 17978 w 21600"/>
                <a:gd name="connsiteY3" fmla="*/ 10324 h 23679"/>
                <a:gd name="connsiteX4" fmla="*/ 15952 w 21600"/>
                <a:gd name="connsiteY4" fmla="*/ 23679 h 23679"/>
                <a:gd name="connsiteX5" fmla="*/ 13440 w 21600"/>
                <a:gd name="connsiteY5" fmla="*/ 10184 h 23679"/>
                <a:gd name="connsiteX6" fmla="*/ 11153 w 21600"/>
                <a:gd name="connsiteY6" fmla="*/ 22182 h 23679"/>
                <a:gd name="connsiteX7" fmla="*/ 8824 w 21600"/>
                <a:gd name="connsiteY7" fmla="*/ 9184 h 23679"/>
                <a:gd name="connsiteX8" fmla="*/ 6686 w 21600"/>
                <a:gd name="connsiteY8" fmla="*/ 14700 h 23679"/>
                <a:gd name="connsiteX9" fmla="*/ 2973 w 21600"/>
                <a:gd name="connsiteY9" fmla="*/ 22932 h 23679"/>
                <a:gd name="connsiteX10" fmla="*/ 0 w 21600"/>
                <a:gd name="connsiteY10" fmla="*/ 20172 h 23679"/>
                <a:gd name="connsiteX11" fmla="*/ 0 w 21600"/>
                <a:gd name="connsiteY11" fmla="*/ 0 h 23679"/>
                <a:gd name="connsiteX0" fmla="*/ 0 w 21600"/>
                <a:gd name="connsiteY0" fmla="*/ 0 h 35915"/>
                <a:gd name="connsiteX1" fmla="*/ 21600 w 21600"/>
                <a:gd name="connsiteY1" fmla="*/ 0 h 35915"/>
                <a:gd name="connsiteX2" fmla="*/ 19665 w 21600"/>
                <a:gd name="connsiteY2" fmla="*/ 18824 h 35915"/>
                <a:gd name="connsiteX3" fmla="*/ 17978 w 21600"/>
                <a:gd name="connsiteY3" fmla="*/ 10324 h 35915"/>
                <a:gd name="connsiteX4" fmla="*/ 15952 w 21600"/>
                <a:gd name="connsiteY4" fmla="*/ 23679 h 35915"/>
                <a:gd name="connsiteX5" fmla="*/ 13440 w 21600"/>
                <a:gd name="connsiteY5" fmla="*/ 10184 h 35915"/>
                <a:gd name="connsiteX6" fmla="*/ 11153 w 21600"/>
                <a:gd name="connsiteY6" fmla="*/ 22182 h 35915"/>
                <a:gd name="connsiteX7" fmla="*/ 8824 w 21600"/>
                <a:gd name="connsiteY7" fmla="*/ 9184 h 35915"/>
                <a:gd name="connsiteX8" fmla="*/ 6337 w 21600"/>
                <a:gd name="connsiteY8" fmla="*/ 35690 h 35915"/>
                <a:gd name="connsiteX9" fmla="*/ 2973 w 21600"/>
                <a:gd name="connsiteY9" fmla="*/ 22932 h 35915"/>
                <a:gd name="connsiteX10" fmla="*/ 0 w 21600"/>
                <a:gd name="connsiteY10" fmla="*/ 20172 h 35915"/>
                <a:gd name="connsiteX11" fmla="*/ 0 w 21600"/>
                <a:gd name="connsiteY11" fmla="*/ 0 h 35915"/>
                <a:gd name="connsiteX0" fmla="*/ 0 w 21600"/>
                <a:gd name="connsiteY0" fmla="*/ 0 h 35715"/>
                <a:gd name="connsiteX1" fmla="*/ 21600 w 21600"/>
                <a:gd name="connsiteY1" fmla="*/ 0 h 35715"/>
                <a:gd name="connsiteX2" fmla="*/ 19665 w 21600"/>
                <a:gd name="connsiteY2" fmla="*/ 18824 h 35715"/>
                <a:gd name="connsiteX3" fmla="*/ 17978 w 21600"/>
                <a:gd name="connsiteY3" fmla="*/ 10324 h 35715"/>
                <a:gd name="connsiteX4" fmla="*/ 15952 w 21600"/>
                <a:gd name="connsiteY4" fmla="*/ 23679 h 35715"/>
                <a:gd name="connsiteX5" fmla="*/ 13440 w 21600"/>
                <a:gd name="connsiteY5" fmla="*/ 10184 h 35715"/>
                <a:gd name="connsiteX6" fmla="*/ 11153 w 21600"/>
                <a:gd name="connsiteY6" fmla="*/ 22182 h 35715"/>
                <a:gd name="connsiteX7" fmla="*/ 8824 w 21600"/>
                <a:gd name="connsiteY7" fmla="*/ 9184 h 35715"/>
                <a:gd name="connsiteX8" fmla="*/ 6337 w 21600"/>
                <a:gd name="connsiteY8" fmla="*/ 35690 h 35715"/>
                <a:gd name="connsiteX9" fmla="*/ 3608 w 21600"/>
                <a:gd name="connsiteY9" fmla="*/ 14522 h 35715"/>
                <a:gd name="connsiteX10" fmla="*/ 0 w 21600"/>
                <a:gd name="connsiteY10" fmla="*/ 20172 h 35715"/>
                <a:gd name="connsiteX11" fmla="*/ 0 w 21600"/>
                <a:gd name="connsiteY11" fmla="*/ 0 h 35715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718"/>
                <a:gd name="connsiteX1" fmla="*/ 21600 w 21600"/>
                <a:gd name="connsiteY1" fmla="*/ 0 h 35718"/>
                <a:gd name="connsiteX2" fmla="*/ 19665 w 21600"/>
                <a:gd name="connsiteY2" fmla="*/ 18824 h 35718"/>
                <a:gd name="connsiteX3" fmla="*/ 17978 w 21600"/>
                <a:gd name="connsiteY3" fmla="*/ 10324 h 35718"/>
                <a:gd name="connsiteX4" fmla="*/ 15952 w 21600"/>
                <a:gd name="connsiteY4" fmla="*/ 23679 h 35718"/>
                <a:gd name="connsiteX5" fmla="*/ 13440 w 21600"/>
                <a:gd name="connsiteY5" fmla="*/ 10184 h 35718"/>
                <a:gd name="connsiteX6" fmla="*/ 11153 w 21600"/>
                <a:gd name="connsiteY6" fmla="*/ 22182 h 35718"/>
                <a:gd name="connsiteX7" fmla="*/ 8824 w 21600"/>
                <a:gd name="connsiteY7" fmla="*/ 9184 h 35718"/>
                <a:gd name="connsiteX8" fmla="*/ 6337 w 21600"/>
                <a:gd name="connsiteY8" fmla="*/ 35690 h 35718"/>
                <a:gd name="connsiteX9" fmla="*/ 3989 w 21600"/>
                <a:gd name="connsiteY9" fmla="*/ 14734 h 35718"/>
                <a:gd name="connsiteX10" fmla="*/ 1800 w 21600"/>
                <a:gd name="connsiteY10" fmla="*/ 20039 h 35718"/>
                <a:gd name="connsiteX11" fmla="*/ 0 w 21600"/>
                <a:gd name="connsiteY11" fmla="*/ 0 h 35718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989 w 21600"/>
                <a:gd name="connsiteY9" fmla="*/ 14734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989 w 21600"/>
                <a:gd name="connsiteY9" fmla="*/ 14734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837 w 21600"/>
                <a:gd name="connsiteY5" fmla="*/ 10184 h 35690"/>
                <a:gd name="connsiteX6" fmla="*/ 11153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837 w 21600"/>
                <a:gd name="connsiteY5" fmla="*/ 10184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449 w 21600"/>
                <a:gd name="connsiteY2" fmla="*/ 12977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449 w 21600"/>
                <a:gd name="connsiteY2" fmla="*/ 12977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449 w 21600"/>
                <a:gd name="connsiteY2" fmla="*/ 12977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449 w 21600"/>
                <a:gd name="connsiteY2" fmla="*/ 12977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449 w 21600"/>
                <a:gd name="connsiteY2" fmla="*/ 12977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449 w 21600"/>
                <a:gd name="connsiteY2" fmla="*/ 12977 h 35690"/>
                <a:gd name="connsiteX3" fmla="*/ 17816 w 21600"/>
                <a:gd name="connsiteY3" fmla="*/ 5358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449 w 21600"/>
                <a:gd name="connsiteY2" fmla="*/ 12977 h 35690"/>
                <a:gd name="connsiteX3" fmla="*/ 17816 w 21600"/>
                <a:gd name="connsiteY3" fmla="*/ 5358 h 35690"/>
                <a:gd name="connsiteX4" fmla="*/ 17752 w 21600"/>
                <a:gd name="connsiteY4" fmla="*/ 20675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7816 w 21600"/>
                <a:gd name="connsiteY3" fmla="*/ 5358 h 35690"/>
                <a:gd name="connsiteX4" fmla="*/ 17752 w 21600"/>
                <a:gd name="connsiteY4" fmla="*/ 20675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7816 w 21600"/>
                <a:gd name="connsiteY3" fmla="*/ 5358 h 35690"/>
                <a:gd name="connsiteX4" fmla="*/ 17752 w 21600"/>
                <a:gd name="connsiteY4" fmla="*/ 20675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7816 w 21600"/>
                <a:gd name="connsiteY3" fmla="*/ 5358 h 35690"/>
                <a:gd name="connsiteX4" fmla="*/ 17752 w 21600"/>
                <a:gd name="connsiteY4" fmla="*/ 20675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8806 w 21600"/>
                <a:gd name="connsiteY3" fmla="*/ 4657 h 35690"/>
                <a:gd name="connsiteX4" fmla="*/ 17752 w 21600"/>
                <a:gd name="connsiteY4" fmla="*/ 20675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8806 w 21600"/>
                <a:gd name="connsiteY3" fmla="*/ 4657 h 35690"/>
                <a:gd name="connsiteX4" fmla="*/ 17752 w 21600"/>
                <a:gd name="connsiteY4" fmla="*/ 20675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8941 w 21600"/>
                <a:gd name="connsiteY3" fmla="*/ 4757 h 35690"/>
                <a:gd name="connsiteX4" fmla="*/ 17752 w 21600"/>
                <a:gd name="connsiteY4" fmla="*/ 20675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8941 w 21600"/>
                <a:gd name="connsiteY3" fmla="*/ 4757 h 35690"/>
                <a:gd name="connsiteX4" fmla="*/ 17662 w 21600"/>
                <a:gd name="connsiteY4" fmla="*/ 25881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8941 w 21600"/>
                <a:gd name="connsiteY3" fmla="*/ 4757 h 35690"/>
                <a:gd name="connsiteX4" fmla="*/ 17662 w 21600"/>
                <a:gd name="connsiteY4" fmla="*/ 25881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8941 w 21600"/>
                <a:gd name="connsiteY3" fmla="*/ 4757 h 35690"/>
                <a:gd name="connsiteX4" fmla="*/ 17662 w 21600"/>
                <a:gd name="connsiteY4" fmla="*/ 25881 h 35690"/>
                <a:gd name="connsiteX5" fmla="*/ 15661 w 21600"/>
                <a:gd name="connsiteY5" fmla="*/ 5502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20012 w 21600"/>
                <a:gd name="connsiteY2" fmla="*/ 11976 h 35690"/>
                <a:gd name="connsiteX3" fmla="*/ 18941 w 21600"/>
                <a:gd name="connsiteY3" fmla="*/ 4757 h 35690"/>
                <a:gd name="connsiteX4" fmla="*/ 17662 w 21600"/>
                <a:gd name="connsiteY4" fmla="*/ 25881 h 35690"/>
                <a:gd name="connsiteX5" fmla="*/ 15661 w 21600"/>
                <a:gd name="connsiteY5" fmla="*/ 5502 h 35690"/>
                <a:gd name="connsiteX6" fmla="*/ 13459 w 21600"/>
                <a:gd name="connsiteY6" fmla="*/ 26087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661 w 21600"/>
                <a:gd name="connsiteY5" fmla="*/ 5502 h 36800"/>
                <a:gd name="connsiteX6" fmla="*/ 13459 w 21600"/>
                <a:gd name="connsiteY6" fmla="*/ 36800 h 36800"/>
                <a:gd name="connsiteX7" fmla="*/ 9078 w 21600"/>
                <a:gd name="connsiteY7" fmla="*/ 9184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323 w 21600"/>
                <a:gd name="connsiteY5" fmla="*/ 5702 h 36800"/>
                <a:gd name="connsiteX6" fmla="*/ 13459 w 21600"/>
                <a:gd name="connsiteY6" fmla="*/ 36800 h 36800"/>
                <a:gd name="connsiteX7" fmla="*/ 9078 w 21600"/>
                <a:gd name="connsiteY7" fmla="*/ 9184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323 w 21600"/>
                <a:gd name="connsiteY5" fmla="*/ 5702 h 36800"/>
                <a:gd name="connsiteX6" fmla="*/ 13459 w 21600"/>
                <a:gd name="connsiteY6" fmla="*/ 36800 h 36800"/>
                <a:gd name="connsiteX7" fmla="*/ 9078 w 21600"/>
                <a:gd name="connsiteY7" fmla="*/ 9184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9078 w 21600"/>
                <a:gd name="connsiteY7" fmla="*/ 9184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9078 w 21600"/>
                <a:gd name="connsiteY7" fmla="*/ 9184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9078 w 21600"/>
                <a:gd name="connsiteY7" fmla="*/ 9184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9078 w 21600"/>
                <a:gd name="connsiteY7" fmla="*/ 9184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10878 w 21600"/>
                <a:gd name="connsiteY7" fmla="*/ 8483 h 36800"/>
                <a:gd name="connsiteX8" fmla="*/ 6337 w 21600"/>
                <a:gd name="connsiteY8" fmla="*/ 35690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10878 w 21600"/>
                <a:gd name="connsiteY7" fmla="*/ 8483 h 36800"/>
                <a:gd name="connsiteX8" fmla="*/ 9082 w 21600"/>
                <a:gd name="connsiteY8" fmla="*/ 20371 h 36800"/>
                <a:gd name="connsiteX9" fmla="*/ 3687 w 21600"/>
                <a:gd name="connsiteY9" fmla="*/ 10140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10878 w 21600"/>
                <a:gd name="connsiteY7" fmla="*/ 8483 h 36800"/>
                <a:gd name="connsiteX8" fmla="*/ 9082 w 21600"/>
                <a:gd name="connsiteY8" fmla="*/ 20371 h 36800"/>
                <a:gd name="connsiteX9" fmla="*/ 6859 w 21600"/>
                <a:gd name="connsiteY9" fmla="*/ 7737 h 36800"/>
                <a:gd name="connsiteX10" fmla="*/ 1752 w 21600"/>
                <a:gd name="connsiteY10" fmla="*/ 20110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10878 w 21600"/>
                <a:gd name="connsiteY7" fmla="*/ 8483 h 36800"/>
                <a:gd name="connsiteX8" fmla="*/ 9082 w 21600"/>
                <a:gd name="connsiteY8" fmla="*/ 20371 h 36800"/>
                <a:gd name="connsiteX9" fmla="*/ 6859 w 21600"/>
                <a:gd name="connsiteY9" fmla="*/ 7737 h 36800"/>
                <a:gd name="connsiteX10" fmla="*/ 4497 w 21600"/>
                <a:gd name="connsiteY10" fmla="*/ 22313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10878 w 21600"/>
                <a:gd name="connsiteY7" fmla="*/ 8483 h 36800"/>
                <a:gd name="connsiteX8" fmla="*/ 9082 w 21600"/>
                <a:gd name="connsiteY8" fmla="*/ 20371 h 36800"/>
                <a:gd name="connsiteX9" fmla="*/ 6432 w 21600"/>
                <a:gd name="connsiteY9" fmla="*/ 7937 h 36800"/>
                <a:gd name="connsiteX10" fmla="*/ 4497 w 21600"/>
                <a:gd name="connsiteY10" fmla="*/ 22313 h 36800"/>
                <a:gd name="connsiteX11" fmla="*/ 0 w 21600"/>
                <a:gd name="connsiteY11" fmla="*/ 0 h 36800"/>
                <a:gd name="connsiteX0" fmla="*/ 0 w 21600"/>
                <a:gd name="connsiteY0" fmla="*/ 0 h 36800"/>
                <a:gd name="connsiteX1" fmla="*/ 21600 w 21600"/>
                <a:gd name="connsiteY1" fmla="*/ 0 h 36800"/>
                <a:gd name="connsiteX2" fmla="*/ 20012 w 21600"/>
                <a:gd name="connsiteY2" fmla="*/ 11976 h 36800"/>
                <a:gd name="connsiteX3" fmla="*/ 18941 w 21600"/>
                <a:gd name="connsiteY3" fmla="*/ 4757 h 36800"/>
                <a:gd name="connsiteX4" fmla="*/ 17662 w 21600"/>
                <a:gd name="connsiteY4" fmla="*/ 25881 h 36800"/>
                <a:gd name="connsiteX5" fmla="*/ 15728 w 21600"/>
                <a:gd name="connsiteY5" fmla="*/ 6102 h 36800"/>
                <a:gd name="connsiteX6" fmla="*/ 13459 w 21600"/>
                <a:gd name="connsiteY6" fmla="*/ 36800 h 36800"/>
                <a:gd name="connsiteX7" fmla="*/ 10383 w 21600"/>
                <a:gd name="connsiteY7" fmla="*/ 8683 h 36800"/>
                <a:gd name="connsiteX8" fmla="*/ 9082 w 21600"/>
                <a:gd name="connsiteY8" fmla="*/ 20371 h 36800"/>
                <a:gd name="connsiteX9" fmla="*/ 6432 w 21600"/>
                <a:gd name="connsiteY9" fmla="*/ 7937 h 36800"/>
                <a:gd name="connsiteX10" fmla="*/ 4497 w 21600"/>
                <a:gd name="connsiteY10" fmla="*/ 22313 h 36800"/>
                <a:gd name="connsiteX11" fmla="*/ 0 w 21600"/>
                <a:gd name="connsiteY11" fmla="*/ 0 h 368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9082 w 21600"/>
                <a:gd name="connsiteY8" fmla="*/ 20371 h 36700"/>
                <a:gd name="connsiteX9" fmla="*/ 6432 w 21600"/>
                <a:gd name="connsiteY9" fmla="*/ 7937 h 36700"/>
                <a:gd name="connsiteX10" fmla="*/ 4497 w 21600"/>
                <a:gd name="connsiteY10" fmla="*/ 22313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475 w 21600"/>
                <a:gd name="connsiteY8" fmla="*/ 20671 h 36700"/>
                <a:gd name="connsiteX9" fmla="*/ 6432 w 21600"/>
                <a:gd name="connsiteY9" fmla="*/ 7937 h 36700"/>
                <a:gd name="connsiteX10" fmla="*/ 4497 w 21600"/>
                <a:gd name="connsiteY10" fmla="*/ 22313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432 w 21600"/>
                <a:gd name="connsiteY9" fmla="*/ 7937 h 36700"/>
                <a:gd name="connsiteX10" fmla="*/ 4497 w 21600"/>
                <a:gd name="connsiteY10" fmla="*/ 22313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432 w 21600"/>
                <a:gd name="connsiteY9" fmla="*/ 79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432 w 21600"/>
                <a:gd name="connsiteY9" fmla="*/ 79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432 w 21600"/>
                <a:gd name="connsiteY9" fmla="*/ 79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432 w 21600"/>
                <a:gd name="connsiteY9" fmla="*/ 79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72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66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51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51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12 w 21600"/>
                <a:gd name="connsiteY2" fmla="*/ 11976 h 36700"/>
                <a:gd name="connsiteX3" fmla="*/ 18941 w 21600"/>
                <a:gd name="connsiteY3" fmla="*/ 4757 h 36700"/>
                <a:gd name="connsiteX4" fmla="*/ 1727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36700"/>
                <a:gd name="connsiteX1" fmla="*/ 21600 w 21600"/>
                <a:gd name="connsiteY1" fmla="*/ 0 h 36700"/>
                <a:gd name="connsiteX2" fmla="*/ 20073 w 21600"/>
                <a:gd name="connsiteY2" fmla="*/ 30027 h 36700"/>
                <a:gd name="connsiteX3" fmla="*/ 18941 w 21600"/>
                <a:gd name="connsiteY3" fmla="*/ 4757 h 36700"/>
                <a:gd name="connsiteX4" fmla="*/ 17272 w 21600"/>
                <a:gd name="connsiteY4" fmla="*/ 25881 h 36700"/>
                <a:gd name="connsiteX5" fmla="*/ 15458 w 21600"/>
                <a:gd name="connsiteY5" fmla="*/ 6102 h 36700"/>
                <a:gd name="connsiteX6" fmla="*/ 12987 w 21600"/>
                <a:gd name="connsiteY6" fmla="*/ 36700 h 36700"/>
                <a:gd name="connsiteX7" fmla="*/ 10383 w 21600"/>
                <a:gd name="connsiteY7" fmla="*/ 8683 h 36700"/>
                <a:gd name="connsiteX8" fmla="*/ 8227 w 21600"/>
                <a:gd name="connsiteY8" fmla="*/ 20971 h 36700"/>
                <a:gd name="connsiteX9" fmla="*/ 6094 w 21600"/>
                <a:gd name="connsiteY9" fmla="*/ 8137 h 36700"/>
                <a:gd name="connsiteX10" fmla="*/ 3619 w 21600"/>
                <a:gd name="connsiteY10" fmla="*/ 21512 h 36700"/>
                <a:gd name="connsiteX11" fmla="*/ 0 w 21600"/>
                <a:gd name="connsiteY11" fmla="*/ 0 h 36700"/>
                <a:gd name="connsiteX0" fmla="*/ 0 w 21600"/>
                <a:gd name="connsiteY0" fmla="*/ 0 h 41529"/>
                <a:gd name="connsiteX1" fmla="*/ 21600 w 21600"/>
                <a:gd name="connsiteY1" fmla="*/ 0 h 41529"/>
                <a:gd name="connsiteX2" fmla="*/ 20297 w 21600"/>
                <a:gd name="connsiteY2" fmla="*/ 41529 h 41529"/>
                <a:gd name="connsiteX3" fmla="*/ 18941 w 21600"/>
                <a:gd name="connsiteY3" fmla="*/ 4757 h 41529"/>
                <a:gd name="connsiteX4" fmla="*/ 17272 w 21600"/>
                <a:gd name="connsiteY4" fmla="*/ 25881 h 41529"/>
                <a:gd name="connsiteX5" fmla="*/ 15458 w 21600"/>
                <a:gd name="connsiteY5" fmla="*/ 6102 h 41529"/>
                <a:gd name="connsiteX6" fmla="*/ 12987 w 21600"/>
                <a:gd name="connsiteY6" fmla="*/ 36700 h 41529"/>
                <a:gd name="connsiteX7" fmla="*/ 10383 w 21600"/>
                <a:gd name="connsiteY7" fmla="*/ 8683 h 41529"/>
                <a:gd name="connsiteX8" fmla="*/ 8227 w 21600"/>
                <a:gd name="connsiteY8" fmla="*/ 20971 h 41529"/>
                <a:gd name="connsiteX9" fmla="*/ 6094 w 21600"/>
                <a:gd name="connsiteY9" fmla="*/ 8137 h 41529"/>
                <a:gd name="connsiteX10" fmla="*/ 3619 w 21600"/>
                <a:gd name="connsiteY10" fmla="*/ 21512 h 41529"/>
                <a:gd name="connsiteX11" fmla="*/ 0 w 21600"/>
                <a:gd name="connsiteY11" fmla="*/ 0 h 41529"/>
                <a:gd name="connsiteX0" fmla="*/ 0 w 21600"/>
                <a:gd name="connsiteY0" fmla="*/ 0 h 41529"/>
                <a:gd name="connsiteX1" fmla="*/ 21600 w 21600"/>
                <a:gd name="connsiteY1" fmla="*/ 0 h 41529"/>
                <a:gd name="connsiteX2" fmla="*/ 20297 w 21600"/>
                <a:gd name="connsiteY2" fmla="*/ 41529 h 41529"/>
                <a:gd name="connsiteX3" fmla="*/ 18941 w 21600"/>
                <a:gd name="connsiteY3" fmla="*/ 4757 h 41529"/>
                <a:gd name="connsiteX4" fmla="*/ 17272 w 21600"/>
                <a:gd name="connsiteY4" fmla="*/ 25881 h 41529"/>
                <a:gd name="connsiteX5" fmla="*/ 15458 w 21600"/>
                <a:gd name="connsiteY5" fmla="*/ 6102 h 41529"/>
                <a:gd name="connsiteX6" fmla="*/ 12465 w 21600"/>
                <a:gd name="connsiteY6" fmla="*/ 34400 h 41529"/>
                <a:gd name="connsiteX7" fmla="*/ 10383 w 21600"/>
                <a:gd name="connsiteY7" fmla="*/ 8683 h 41529"/>
                <a:gd name="connsiteX8" fmla="*/ 8227 w 21600"/>
                <a:gd name="connsiteY8" fmla="*/ 20971 h 41529"/>
                <a:gd name="connsiteX9" fmla="*/ 6094 w 21600"/>
                <a:gd name="connsiteY9" fmla="*/ 8137 h 41529"/>
                <a:gd name="connsiteX10" fmla="*/ 3619 w 21600"/>
                <a:gd name="connsiteY10" fmla="*/ 21512 h 41529"/>
                <a:gd name="connsiteX11" fmla="*/ 0 w 21600"/>
                <a:gd name="connsiteY11" fmla="*/ 0 h 41529"/>
                <a:gd name="connsiteX0" fmla="*/ 0 w 21600"/>
                <a:gd name="connsiteY0" fmla="*/ 0 h 41529"/>
                <a:gd name="connsiteX1" fmla="*/ 21600 w 21600"/>
                <a:gd name="connsiteY1" fmla="*/ 0 h 41529"/>
                <a:gd name="connsiteX2" fmla="*/ 20297 w 21600"/>
                <a:gd name="connsiteY2" fmla="*/ 41529 h 41529"/>
                <a:gd name="connsiteX3" fmla="*/ 18941 w 21600"/>
                <a:gd name="connsiteY3" fmla="*/ 4757 h 41529"/>
                <a:gd name="connsiteX4" fmla="*/ 17272 w 21600"/>
                <a:gd name="connsiteY4" fmla="*/ 25881 h 41529"/>
                <a:gd name="connsiteX5" fmla="*/ 15458 w 21600"/>
                <a:gd name="connsiteY5" fmla="*/ 6102 h 41529"/>
                <a:gd name="connsiteX6" fmla="*/ 12465 w 21600"/>
                <a:gd name="connsiteY6" fmla="*/ 34400 h 41529"/>
                <a:gd name="connsiteX7" fmla="*/ 9982 w 21600"/>
                <a:gd name="connsiteY7" fmla="*/ 8683 h 41529"/>
                <a:gd name="connsiteX8" fmla="*/ 8227 w 21600"/>
                <a:gd name="connsiteY8" fmla="*/ 20971 h 41529"/>
                <a:gd name="connsiteX9" fmla="*/ 6094 w 21600"/>
                <a:gd name="connsiteY9" fmla="*/ 8137 h 41529"/>
                <a:gd name="connsiteX10" fmla="*/ 3619 w 21600"/>
                <a:gd name="connsiteY10" fmla="*/ 21512 h 41529"/>
                <a:gd name="connsiteX11" fmla="*/ 0 w 21600"/>
                <a:gd name="connsiteY11" fmla="*/ 0 h 41529"/>
                <a:gd name="connsiteX0" fmla="*/ 0 w 21600"/>
                <a:gd name="connsiteY0" fmla="*/ 0 h 41529"/>
                <a:gd name="connsiteX1" fmla="*/ 21600 w 21600"/>
                <a:gd name="connsiteY1" fmla="*/ 0 h 41529"/>
                <a:gd name="connsiteX2" fmla="*/ 20297 w 21600"/>
                <a:gd name="connsiteY2" fmla="*/ 41529 h 41529"/>
                <a:gd name="connsiteX3" fmla="*/ 18941 w 21600"/>
                <a:gd name="connsiteY3" fmla="*/ 4757 h 41529"/>
                <a:gd name="connsiteX4" fmla="*/ 17272 w 21600"/>
                <a:gd name="connsiteY4" fmla="*/ 25881 h 41529"/>
                <a:gd name="connsiteX5" fmla="*/ 15458 w 21600"/>
                <a:gd name="connsiteY5" fmla="*/ 6102 h 41529"/>
                <a:gd name="connsiteX6" fmla="*/ 12465 w 21600"/>
                <a:gd name="connsiteY6" fmla="*/ 34400 h 41529"/>
                <a:gd name="connsiteX7" fmla="*/ 9982 w 21600"/>
                <a:gd name="connsiteY7" fmla="*/ 8683 h 41529"/>
                <a:gd name="connsiteX8" fmla="*/ 8087 w 21600"/>
                <a:gd name="connsiteY8" fmla="*/ 26722 h 41529"/>
                <a:gd name="connsiteX9" fmla="*/ 6094 w 21600"/>
                <a:gd name="connsiteY9" fmla="*/ 8137 h 41529"/>
                <a:gd name="connsiteX10" fmla="*/ 3619 w 21600"/>
                <a:gd name="connsiteY10" fmla="*/ 21512 h 41529"/>
                <a:gd name="connsiteX11" fmla="*/ 0 w 21600"/>
                <a:gd name="connsiteY11" fmla="*/ 0 h 41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00" h="41529">
                  <a:moveTo>
                    <a:pt x="0" y="0"/>
                  </a:moveTo>
                  <a:lnTo>
                    <a:pt x="21600" y="0"/>
                  </a:lnTo>
                  <a:cubicBezTo>
                    <a:pt x="20948" y="5287"/>
                    <a:pt x="20807" y="41537"/>
                    <a:pt x="20297" y="41529"/>
                  </a:cubicBezTo>
                  <a:cubicBezTo>
                    <a:pt x="19787" y="41521"/>
                    <a:pt x="19353" y="4735"/>
                    <a:pt x="18941" y="4757"/>
                  </a:cubicBezTo>
                  <a:cubicBezTo>
                    <a:pt x="18491" y="4879"/>
                    <a:pt x="18212" y="25791"/>
                    <a:pt x="17272" y="25881"/>
                  </a:cubicBezTo>
                  <a:cubicBezTo>
                    <a:pt x="16332" y="25971"/>
                    <a:pt x="16259" y="4682"/>
                    <a:pt x="15458" y="6102"/>
                  </a:cubicBezTo>
                  <a:cubicBezTo>
                    <a:pt x="14657" y="7522"/>
                    <a:pt x="13378" y="33970"/>
                    <a:pt x="12465" y="34400"/>
                  </a:cubicBezTo>
                  <a:cubicBezTo>
                    <a:pt x="11552" y="34830"/>
                    <a:pt x="10712" y="9963"/>
                    <a:pt x="9982" y="8683"/>
                  </a:cubicBezTo>
                  <a:cubicBezTo>
                    <a:pt x="9252" y="7403"/>
                    <a:pt x="8735" y="26813"/>
                    <a:pt x="8087" y="26722"/>
                  </a:cubicBezTo>
                  <a:cubicBezTo>
                    <a:pt x="7439" y="26631"/>
                    <a:pt x="6859" y="8300"/>
                    <a:pt x="6094" y="8137"/>
                  </a:cubicBezTo>
                  <a:cubicBezTo>
                    <a:pt x="5050" y="8177"/>
                    <a:pt x="4815" y="21533"/>
                    <a:pt x="3619" y="21512"/>
                  </a:cubicBezTo>
                  <a:cubicBezTo>
                    <a:pt x="2423" y="21491"/>
                    <a:pt x="1562" y="8154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4">
                    <a:alpha val="5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5400000" scaled="1"/>
            </a:gradFill>
            <a:ln w="28575">
              <a:noFill/>
            </a:ln>
          </p:spPr>
          <p:txBody>
            <a:bodyPr lIns="0" tIns="0" rIns="0" bIns="0" rtlCol="0" anchor="ctr"/>
            <a:lstStyle/>
            <a:p>
              <a:pPr algn="ctr"/>
              <a:endParaRPr lang="es-SV" sz="900" dirty="0">
                <a:solidFill>
                  <a:schemeClr val="bg1"/>
                </a:solidFill>
              </a:endParaRPr>
            </a:p>
          </p:txBody>
        </p:sp>
        <p:sp>
          <p:nvSpPr>
            <p:cNvPr id="35" name="Documento 7">
              <a:extLst>
                <a:ext uri="{FF2B5EF4-FFF2-40B4-BE49-F238E27FC236}">
                  <a16:creationId xmlns:a16="http://schemas.microsoft.com/office/drawing/2014/main" id="{D14E1A2A-1834-48B0-830A-9665488599D7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1990462" y="4268736"/>
              <a:ext cx="7933404" cy="1428614"/>
            </a:xfrm>
            <a:custGeom>
              <a:avLst/>
              <a:gdLst>
                <a:gd name="connsiteX0" fmla="*/ 0 w 21600"/>
                <a:gd name="connsiteY0" fmla="*/ 0 h 21600"/>
                <a:gd name="connsiteX1" fmla="*/ 21600 w 21600"/>
                <a:gd name="connsiteY1" fmla="*/ 0 h 21600"/>
                <a:gd name="connsiteX2" fmla="*/ 21600 w 21600"/>
                <a:gd name="connsiteY2" fmla="*/ 17322 h 21600"/>
                <a:gd name="connsiteX3" fmla="*/ 0 w 21600"/>
                <a:gd name="connsiteY3" fmla="*/ 20172 h 21600"/>
                <a:gd name="connsiteX4" fmla="*/ 0 w 21600"/>
                <a:gd name="connsiteY4" fmla="*/ 0 h 21600"/>
                <a:gd name="connsiteX0" fmla="*/ 0 w 21600"/>
                <a:gd name="connsiteY0" fmla="*/ 0 h 21431"/>
                <a:gd name="connsiteX1" fmla="*/ 21600 w 21600"/>
                <a:gd name="connsiteY1" fmla="*/ 0 h 21431"/>
                <a:gd name="connsiteX2" fmla="*/ 21600 w 21600"/>
                <a:gd name="connsiteY2" fmla="*/ 17322 h 21431"/>
                <a:gd name="connsiteX3" fmla="*/ 13112 w 21600"/>
                <a:gd name="connsiteY3" fmla="*/ 19087 h 21431"/>
                <a:gd name="connsiteX4" fmla="*/ 0 w 21600"/>
                <a:gd name="connsiteY4" fmla="*/ 20172 h 21431"/>
                <a:gd name="connsiteX5" fmla="*/ 0 w 21600"/>
                <a:gd name="connsiteY5" fmla="*/ 0 h 21431"/>
                <a:gd name="connsiteX0" fmla="*/ 0 w 21600"/>
                <a:gd name="connsiteY0" fmla="*/ 0 h 21763"/>
                <a:gd name="connsiteX1" fmla="*/ 21600 w 21600"/>
                <a:gd name="connsiteY1" fmla="*/ 0 h 21763"/>
                <a:gd name="connsiteX2" fmla="*/ 21600 w 21600"/>
                <a:gd name="connsiteY2" fmla="*/ 17322 h 21763"/>
                <a:gd name="connsiteX3" fmla="*/ 13112 w 21600"/>
                <a:gd name="connsiteY3" fmla="*/ 19087 h 21763"/>
                <a:gd name="connsiteX4" fmla="*/ 7624 w 21600"/>
                <a:gd name="connsiteY4" fmla="*/ 20331 h 21763"/>
                <a:gd name="connsiteX5" fmla="*/ 0 w 21600"/>
                <a:gd name="connsiteY5" fmla="*/ 20172 h 21763"/>
                <a:gd name="connsiteX6" fmla="*/ 0 w 21600"/>
                <a:gd name="connsiteY6" fmla="*/ 0 h 21763"/>
                <a:gd name="connsiteX0" fmla="*/ 0 w 21600"/>
                <a:gd name="connsiteY0" fmla="*/ 0 h 20784"/>
                <a:gd name="connsiteX1" fmla="*/ 21600 w 21600"/>
                <a:gd name="connsiteY1" fmla="*/ 0 h 20784"/>
                <a:gd name="connsiteX2" fmla="*/ 21600 w 21600"/>
                <a:gd name="connsiteY2" fmla="*/ 17322 h 20784"/>
                <a:gd name="connsiteX3" fmla="*/ 13112 w 21600"/>
                <a:gd name="connsiteY3" fmla="*/ 19087 h 20784"/>
                <a:gd name="connsiteX4" fmla="*/ 8031 w 21600"/>
                <a:gd name="connsiteY4" fmla="*/ 11624 h 20784"/>
                <a:gd name="connsiteX5" fmla="*/ 0 w 21600"/>
                <a:gd name="connsiteY5" fmla="*/ 20172 h 20784"/>
                <a:gd name="connsiteX6" fmla="*/ 0 w 21600"/>
                <a:gd name="connsiteY6" fmla="*/ 0 h 20784"/>
                <a:gd name="connsiteX0" fmla="*/ 0 w 21600"/>
                <a:gd name="connsiteY0" fmla="*/ 0 h 22607"/>
                <a:gd name="connsiteX1" fmla="*/ 21600 w 21600"/>
                <a:gd name="connsiteY1" fmla="*/ 0 h 22607"/>
                <a:gd name="connsiteX2" fmla="*/ 21600 w 21600"/>
                <a:gd name="connsiteY2" fmla="*/ 17322 h 22607"/>
                <a:gd name="connsiteX3" fmla="*/ 12528 w 21600"/>
                <a:gd name="connsiteY3" fmla="*/ 22592 h 22607"/>
                <a:gd name="connsiteX4" fmla="*/ 8031 w 21600"/>
                <a:gd name="connsiteY4" fmla="*/ 11624 h 22607"/>
                <a:gd name="connsiteX5" fmla="*/ 0 w 21600"/>
                <a:gd name="connsiteY5" fmla="*/ 20172 h 22607"/>
                <a:gd name="connsiteX6" fmla="*/ 0 w 21600"/>
                <a:gd name="connsiteY6" fmla="*/ 0 h 22607"/>
                <a:gd name="connsiteX0" fmla="*/ 0 w 21600"/>
                <a:gd name="connsiteY0" fmla="*/ 0 h 23153"/>
                <a:gd name="connsiteX1" fmla="*/ 21600 w 21600"/>
                <a:gd name="connsiteY1" fmla="*/ 0 h 23153"/>
                <a:gd name="connsiteX2" fmla="*/ 21600 w 21600"/>
                <a:gd name="connsiteY2" fmla="*/ 17322 h 23153"/>
                <a:gd name="connsiteX3" fmla="*/ 17560 w 21600"/>
                <a:gd name="connsiteY3" fmla="*/ 21122 h 23153"/>
                <a:gd name="connsiteX4" fmla="*/ 12528 w 21600"/>
                <a:gd name="connsiteY4" fmla="*/ 22592 h 23153"/>
                <a:gd name="connsiteX5" fmla="*/ 8031 w 21600"/>
                <a:gd name="connsiteY5" fmla="*/ 11624 h 23153"/>
                <a:gd name="connsiteX6" fmla="*/ 0 w 21600"/>
                <a:gd name="connsiteY6" fmla="*/ 20172 h 23153"/>
                <a:gd name="connsiteX7" fmla="*/ 0 w 21600"/>
                <a:gd name="connsiteY7" fmla="*/ 0 h 23153"/>
                <a:gd name="connsiteX0" fmla="*/ 0 w 21600"/>
                <a:gd name="connsiteY0" fmla="*/ 0 h 22753"/>
                <a:gd name="connsiteX1" fmla="*/ 21600 w 21600"/>
                <a:gd name="connsiteY1" fmla="*/ 0 h 22753"/>
                <a:gd name="connsiteX2" fmla="*/ 21600 w 21600"/>
                <a:gd name="connsiteY2" fmla="*/ 17322 h 22753"/>
                <a:gd name="connsiteX3" fmla="*/ 17763 w 21600"/>
                <a:gd name="connsiteY3" fmla="*/ 12754 h 22753"/>
                <a:gd name="connsiteX4" fmla="*/ 12528 w 21600"/>
                <a:gd name="connsiteY4" fmla="*/ 22592 h 22753"/>
                <a:gd name="connsiteX5" fmla="*/ 8031 w 21600"/>
                <a:gd name="connsiteY5" fmla="*/ 11624 h 22753"/>
                <a:gd name="connsiteX6" fmla="*/ 0 w 21600"/>
                <a:gd name="connsiteY6" fmla="*/ 20172 h 22753"/>
                <a:gd name="connsiteX7" fmla="*/ 0 w 21600"/>
                <a:gd name="connsiteY7" fmla="*/ 0 h 22753"/>
                <a:gd name="connsiteX0" fmla="*/ 0 w 21600"/>
                <a:gd name="connsiteY0" fmla="*/ 0 h 22753"/>
                <a:gd name="connsiteX1" fmla="*/ 21600 w 21600"/>
                <a:gd name="connsiteY1" fmla="*/ 0 h 22753"/>
                <a:gd name="connsiteX2" fmla="*/ 21600 w 21600"/>
                <a:gd name="connsiteY2" fmla="*/ 17322 h 22753"/>
                <a:gd name="connsiteX3" fmla="*/ 17763 w 21600"/>
                <a:gd name="connsiteY3" fmla="*/ 12754 h 22753"/>
                <a:gd name="connsiteX4" fmla="*/ 12528 w 21600"/>
                <a:gd name="connsiteY4" fmla="*/ 22592 h 22753"/>
                <a:gd name="connsiteX5" fmla="*/ 8717 w 21600"/>
                <a:gd name="connsiteY5" fmla="*/ 14451 h 22753"/>
                <a:gd name="connsiteX6" fmla="*/ 0 w 21600"/>
                <a:gd name="connsiteY6" fmla="*/ 20172 h 22753"/>
                <a:gd name="connsiteX7" fmla="*/ 0 w 21600"/>
                <a:gd name="connsiteY7" fmla="*/ 0 h 22753"/>
                <a:gd name="connsiteX0" fmla="*/ 0 w 21600"/>
                <a:gd name="connsiteY0" fmla="*/ 0 h 22753"/>
                <a:gd name="connsiteX1" fmla="*/ 21600 w 21600"/>
                <a:gd name="connsiteY1" fmla="*/ 0 h 22753"/>
                <a:gd name="connsiteX2" fmla="*/ 21600 w 21600"/>
                <a:gd name="connsiteY2" fmla="*/ 17322 h 22753"/>
                <a:gd name="connsiteX3" fmla="*/ 17763 w 21600"/>
                <a:gd name="connsiteY3" fmla="*/ 12754 h 22753"/>
                <a:gd name="connsiteX4" fmla="*/ 12528 w 21600"/>
                <a:gd name="connsiteY4" fmla="*/ 22592 h 22753"/>
                <a:gd name="connsiteX5" fmla="*/ 8717 w 21600"/>
                <a:gd name="connsiteY5" fmla="*/ 14451 h 22753"/>
                <a:gd name="connsiteX6" fmla="*/ 5209 w 21600"/>
                <a:gd name="connsiteY6" fmla="*/ 17277 h 22753"/>
                <a:gd name="connsiteX7" fmla="*/ 0 w 21600"/>
                <a:gd name="connsiteY7" fmla="*/ 20172 h 22753"/>
                <a:gd name="connsiteX8" fmla="*/ 0 w 21600"/>
                <a:gd name="connsiteY8" fmla="*/ 0 h 22753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2528 w 21600"/>
                <a:gd name="connsiteY4" fmla="*/ 22592 h 32266"/>
                <a:gd name="connsiteX5" fmla="*/ 8717 w 21600"/>
                <a:gd name="connsiteY5" fmla="*/ 14451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4129 w 21600"/>
                <a:gd name="connsiteY4" fmla="*/ 21687 h 32266"/>
                <a:gd name="connsiteX5" fmla="*/ 8717 w 21600"/>
                <a:gd name="connsiteY5" fmla="*/ 14451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4129 w 21600"/>
                <a:gd name="connsiteY4" fmla="*/ 21687 h 32266"/>
                <a:gd name="connsiteX5" fmla="*/ 10216 w 21600"/>
                <a:gd name="connsiteY5" fmla="*/ 14903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4129 w 21600"/>
                <a:gd name="connsiteY4" fmla="*/ 21687 h 32266"/>
                <a:gd name="connsiteX5" fmla="*/ 10216 w 21600"/>
                <a:gd name="connsiteY5" fmla="*/ 14903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2266"/>
                <a:gd name="connsiteX1" fmla="*/ 21600 w 21600"/>
                <a:gd name="connsiteY1" fmla="*/ 0 h 32266"/>
                <a:gd name="connsiteX2" fmla="*/ 21600 w 21600"/>
                <a:gd name="connsiteY2" fmla="*/ 17322 h 32266"/>
                <a:gd name="connsiteX3" fmla="*/ 17763 w 21600"/>
                <a:gd name="connsiteY3" fmla="*/ 12754 h 32266"/>
                <a:gd name="connsiteX4" fmla="*/ 14129 w 21600"/>
                <a:gd name="connsiteY4" fmla="*/ 21687 h 32266"/>
                <a:gd name="connsiteX5" fmla="*/ 10216 w 21600"/>
                <a:gd name="connsiteY5" fmla="*/ 14903 h 32266"/>
                <a:gd name="connsiteX6" fmla="*/ 5616 w 21600"/>
                <a:gd name="connsiteY6" fmla="*/ 32203 h 32266"/>
                <a:gd name="connsiteX7" fmla="*/ 0 w 21600"/>
                <a:gd name="connsiteY7" fmla="*/ 20172 h 32266"/>
                <a:gd name="connsiteX8" fmla="*/ 0 w 21600"/>
                <a:gd name="connsiteY8" fmla="*/ 0 h 32266"/>
                <a:gd name="connsiteX0" fmla="*/ 0 w 21600"/>
                <a:gd name="connsiteY0" fmla="*/ 0 h 33035"/>
                <a:gd name="connsiteX1" fmla="*/ 21600 w 21600"/>
                <a:gd name="connsiteY1" fmla="*/ 0 h 33035"/>
                <a:gd name="connsiteX2" fmla="*/ 21600 w 21600"/>
                <a:gd name="connsiteY2" fmla="*/ 17322 h 33035"/>
                <a:gd name="connsiteX3" fmla="*/ 17763 w 21600"/>
                <a:gd name="connsiteY3" fmla="*/ 12754 h 33035"/>
                <a:gd name="connsiteX4" fmla="*/ 14129 w 21600"/>
                <a:gd name="connsiteY4" fmla="*/ 21687 h 33035"/>
                <a:gd name="connsiteX5" fmla="*/ 10216 w 21600"/>
                <a:gd name="connsiteY5" fmla="*/ 14903 h 33035"/>
                <a:gd name="connsiteX6" fmla="*/ 5616 w 21600"/>
                <a:gd name="connsiteY6" fmla="*/ 32203 h 33035"/>
                <a:gd name="connsiteX7" fmla="*/ 3329 w 21600"/>
                <a:gd name="connsiteY7" fmla="*/ 29264 h 33035"/>
                <a:gd name="connsiteX8" fmla="*/ 0 w 21600"/>
                <a:gd name="connsiteY8" fmla="*/ 20172 h 33035"/>
                <a:gd name="connsiteX9" fmla="*/ 0 w 21600"/>
                <a:gd name="connsiteY9" fmla="*/ 0 h 33035"/>
                <a:gd name="connsiteX0" fmla="*/ 0 w 21600"/>
                <a:gd name="connsiteY0" fmla="*/ 0 h 32581"/>
                <a:gd name="connsiteX1" fmla="*/ 21600 w 21600"/>
                <a:gd name="connsiteY1" fmla="*/ 0 h 32581"/>
                <a:gd name="connsiteX2" fmla="*/ 21600 w 21600"/>
                <a:gd name="connsiteY2" fmla="*/ 17322 h 32581"/>
                <a:gd name="connsiteX3" fmla="*/ 17763 w 21600"/>
                <a:gd name="connsiteY3" fmla="*/ 12754 h 32581"/>
                <a:gd name="connsiteX4" fmla="*/ 14129 w 21600"/>
                <a:gd name="connsiteY4" fmla="*/ 21687 h 32581"/>
                <a:gd name="connsiteX5" fmla="*/ 10216 w 21600"/>
                <a:gd name="connsiteY5" fmla="*/ 14903 h 32581"/>
                <a:gd name="connsiteX6" fmla="*/ 5616 w 21600"/>
                <a:gd name="connsiteY6" fmla="*/ 32203 h 32581"/>
                <a:gd name="connsiteX7" fmla="*/ 2973 w 21600"/>
                <a:gd name="connsiteY7" fmla="*/ 22932 h 32581"/>
                <a:gd name="connsiteX8" fmla="*/ 0 w 21600"/>
                <a:gd name="connsiteY8" fmla="*/ 20172 h 32581"/>
                <a:gd name="connsiteX9" fmla="*/ 0 w 21600"/>
                <a:gd name="connsiteY9" fmla="*/ 0 h 32581"/>
                <a:gd name="connsiteX0" fmla="*/ 0 w 21600"/>
                <a:gd name="connsiteY0" fmla="*/ 0 h 32581"/>
                <a:gd name="connsiteX1" fmla="*/ 21600 w 21600"/>
                <a:gd name="connsiteY1" fmla="*/ 0 h 32581"/>
                <a:gd name="connsiteX2" fmla="*/ 21600 w 21600"/>
                <a:gd name="connsiteY2" fmla="*/ 17322 h 32581"/>
                <a:gd name="connsiteX3" fmla="*/ 17763 w 21600"/>
                <a:gd name="connsiteY3" fmla="*/ 12754 h 32581"/>
                <a:gd name="connsiteX4" fmla="*/ 14129 w 21600"/>
                <a:gd name="connsiteY4" fmla="*/ 21687 h 32581"/>
                <a:gd name="connsiteX5" fmla="*/ 10216 w 21600"/>
                <a:gd name="connsiteY5" fmla="*/ 14903 h 32581"/>
                <a:gd name="connsiteX6" fmla="*/ 5616 w 21600"/>
                <a:gd name="connsiteY6" fmla="*/ 32203 h 32581"/>
                <a:gd name="connsiteX7" fmla="*/ 2973 w 21600"/>
                <a:gd name="connsiteY7" fmla="*/ 22932 h 32581"/>
                <a:gd name="connsiteX8" fmla="*/ 0 w 21600"/>
                <a:gd name="connsiteY8" fmla="*/ 20172 h 32581"/>
                <a:gd name="connsiteX9" fmla="*/ 0 w 21600"/>
                <a:gd name="connsiteY9" fmla="*/ 0 h 32581"/>
                <a:gd name="connsiteX0" fmla="*/ 0 w 21600"/>
                <a:gd name="connsiteY0" fmla="*/ 0 h 32203"/>
                <a:gd name="connsiteX1" fmla="*/ 21600 w 21600"/>
                <a:gd name="connsiteY1" fmla="*/ 0 h 32203"/>
                <a:gd name="connsiteX2" fmla="*/ 21600 w 21600"/>
                <a:gd name="connsiteY2" fmla="*/ 17322 h 32203"/>
                <a:gd name="connsiteX3" fmla="*/ 17763 w 21600"/>
                <a:gd name="connsiteY3" fmla="*/ 12754 h 32203"/>
                <a:gd name="connsiteX4" fmla="*/ 14129 w 21600"/>
                <a:gd name="connsiteY4" fmla="*/ 21687 h 32203"/>
                <a:gd name="connsiteX5" fmla="*/ 10216 w 21600"/>
                <a:gd name="connsiteY5" fmla="*/ 14903 h 32203"/>
                <a:gd name="connsiteX6" fmla="*/ 5616 w 21600"/>
                <a:gd name="connsiteY6" fmla="*/ 32203 h 32203"/>
                <a:gd name="connsiteX7" fmla="*/ 2973 w 21600"/>
                <a:gd name="connsiteY7" fmla="*/ 22932 h 32203"/>
                <a:gd name="connsiteX8" fmla="*/ 0 w 21600"/>
                <a:gd name="connsiteY8" fmla="*/ 20172 h 32203"/>
                <a:gd name="connsiteX9" fmla="*/ 0 w 21600"/>
                <a:gd name="connsiteY9" fmla="*/ 0 h 32203"/>
                <a:gd name="connsiteX0" fmla="*/ 0 w 21600"/>
                <a:gd name="connsiteY0" fmla="*/ 0 h 32203"/>
                <a:gd name="connsiteX1" fmla="*/ 21600 w 21600"/>
                <a:gd name="connsiteY1" fmla="*/ 0 h 32203"/>
                <a:gd name="connsiteX2" fmla="*/ 21600 w 21600"/>
                <a:gd name="connsiteY2" fmla="*/ 17322 h 32203"/>
                <a:gd name="connsiteX3" fmla="*/ 17763 w 21600"/>
                <a:gd name="connsiteY3" fmla="*/ 12754 h 32203"/>
                <a:gd name="connsiteX4" fmla="*/ 14129 w 21600"/>
                <a:gd name="connsiteY4" fmla="*/ 21687 h 32203"/>
                <a:gd name="connsiteX5" fmla="*/ 10216 w 21600"/>
                <a:gd name="connsiteY5" fmla="*/ 14903 h 32203"/>
                <a:gd name="connsiteX6" fmla="*/ 5616 w 21600"/>
                <a:gd name="connsiteY6" fmla="*/ 32203 h 32203"/>
                <a:gd name="connsiteX7" fmla="*/ 2973 w 21600"/>
                <a:gd name="connsiteY7" fmla="*/ 22932 h 32203"/>
                <a:gd name="connsiteX8" fmla="*/ 0 w 21600"/>
                <a:gd name="connsiteY8" fmla="*/ 20172 h 32203"/>
                <a:gd name="connsiteX9" fmla="*/ 0 w 21600"/>
                <a:gd name="connsiteY9" fmla="*/ 0 h 3220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129 w 21600"/>
                <a:gd name="connsiteY4" fmla="*/ 21687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129 w 21600"/>
                <a:gd name="connsiteY4" fmla="*/ 21687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129 w 21600"/>
                <a:gd name="connsiteY4" fmla="*/ 21687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129 w 21600"/>
                <a:gd name="connsiteY4" fmla="*/ 21687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028 w 21600"/>
                <a:gd name="connsiteY4" fmla="*/ 21562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028 w 21600"/>
                <a:gd name="connsiteY4" fmla="*/ 21562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028 w 21600"/>
                <a:gd name="connsiteY4" fmla="*/ 21562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53"/>
                <a:gd name="connsiteX1" fmla="*/ 21600 w 21600"/>
                <a:gd name="connsiteY1" fmla="*/ 0 h 32153"/>
                <a:gd name="connsiteX2" fmla="*/ 21600 w 21600"/>
                <a:gd name="connsiteY2" fmla="*/ 17322 h 32153"/>
                <a:gd name="connsiteX3" fmla="*/ 17763 w 21600"/>
                <a:gd name="connsiteY3" fmla="*/ 12754 h 32153"/>
                <a:gd name="connsiteX4" fmla="*/ 14028 w 21600"/>
                <a:gd name="connsiteY4" fmla="*/ 21562 h 32153"/>
                <a:gd name="connsiteX5" fmla="*/ 10216 w 21600"/>
                <a:gd name="connsiteY5" fmla="*/ 14903 h 32153"/>
                <a:gd name="connsiteX6" fmla="*/ 6156 w 21600"/>
                <a:gd name="connsiteY6" fmla="*/ 32153 h 32153"/>
                <a:gd name="connsiteX7" fmla="*/ 2973 w 21600"/>
                <a:gd name="connsiteY7" fmla="*/ 22932 h 32153"/>
                <a:gd name="connsiteX8" fmla="*/ 0 w 21600"/>
                <a:gd name="connsiteY8" fmla="*/ 20172 h 32153"/>
                <a:gd name="connsiteX9" fmla="*/ 0 w 21600"/>
                <a:gd name="connsiteY9" fmla="*/ 0 h 32153"/>
                <a:gd name="connsiteX0" fmla="*/ 0 w 21600"/>
                <a:gd name="connsiteY0" fmla="*/ 0 h 32161"/>
                <a:gd name="connsiteX1" fmla="*/ 21600 w 21600"/>
                <a:gd name="connsiteY1" fmla="*/ 0 h 32161"/>
                <a:gd name="connsiteX2" fmla="*/ 21600 w 21600"/>
                <a:gd name="connsiteY2" fmla="*/ 17322 h 32161"/>
                <a:gd name="connsiteX3" fmla="*/ 17763 w 21600"/>
                <a:gd name="connsiteY3" fmla="*/ 12754 h 32161"/>
                <a:gd name="connsiteX4" fmla="*/ 14028 w 21600"/>
                <a:gd name="connsiteY4" fmla="*/ 21562 h 32161"/>
                <a:gd name="connsiteX5" fmla="*/ 10216 w 21600"/>
                <a:gd name="connsiteY5" fmla="*/ 14903 h 32161"/>
                <a:gd name="connsiteX6" fmla="*/ 6156 w 21600"/>
                <a:gd name="connsiteY6" fmla="*/ 32153 h 32161"/>
                <a:gd name="connsiteX7" fmla="*/ 2973 w 21600"/>
                <a:gd name="connsiteY7" fmla="*/ 22932 h 32161"/>
                <a:gd name="connsiteX8" fmla="*/ 0 w 21600"/>
                <a:gd name="connsiteY8" fmla="*/ 20172 h 32161"/>
                <a:gd name="connsiteX9" fmla="*/ 0 w 21600"/>
                <a:gd name="connsiteY9" fmla="*/ 0 h 32161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21600 w 21600"/>
                <a:gd name="connsiteY2" fmla="*/ 173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2865"/>
                <a:gd name="connsiteY0" fmla="*/ 0 h 32188"/>
                <a:gd name="connsiteX1" fmla="*/ 21600 w 22865"/>
                <a:gd name="connsiteY1" fmla="*/ 0 h 32188"/>
                <a:gd name="connsiteX2" fmla="*/ 19980 w 22865"/>
                <a:gd name="connsiteY2" fmla="*/ 17422 h 32188"/>
                <a:gd name="connsiteX3" fmla="*/ 17763 w 22865"/>
                <a:gd name="connsiteY3" fmla="*/ 12754 h 32188"/>
                <a:gd name="connsiteX4" fmla="*/ 14028 w 22865"/>
                <a:gd name="connsiteY4" fmla="*/ 21562 h 32188"/>
                <a:gd name="connsiteX5" fmla="*/ 10216 w 22865"/>
                <a:gd name="connsiteY5" fmla="*/ 14903 h 32188"/>
                <a:gd name="connsiteX6" fmla="*/ 6156 w 22865"/>
                <a:gd name="connsiteY6" fmla="*/ 32153 h 32188"/>
                <a:gd name="connsiteX7" fmla="*/ 2973 w 22865"/>
                <a:gd name="connsiteY7" fmla="*/ 22932 h 32188"/>
                <a:gd name="connsiteX8" fmla="*/ 0 w 22865"/>
                <a:gd name="connsiteY8" fmla="*/ 20172 h 32188"/>
                <a:gd name="connsiteX9" fmla="*/ 0 w 22865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980 w 21600"/>
                <a:gd name="connsiteY2" fmla="*/ 17422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763 w 21600"/>
                <a:gd name="connsiteY3" fmla="*/ 12754 h 32188"/>
                <a:gd name="connsiteX4" fmla="*/ 14028 w 21600"/>
                <a:gd name="connsiteY4" fmla="*/ 21562 h 32188"/>
                <a:gd name="connsiteX5" fmla="*/ 10216 w 21600"/>
                <a:gd name="connsiteY5" fmla="*/ 14903 h 32188"/>
                <a:gd name="connsiteX6" fmla="*/ 6156 w 21600"/>
                <a:gd name="connsiteY6" fmla="*/ 32153 h 32188"/>
                <a:gd name="connsiteX7" fmla="*/ 2973 w 21600"/>
                <a:gd name="connsiteY7" fmla="*/ 22932 h 32188"/>
                <a:gd name="connsiteX8" fmla="*/ 0 w 21600"/>
                <a:gd name="connsiteY8" fmla="*/ 20172 h 32188"/>
                <a:gd name="connsiteX9" fmla="*/ 0 w 21600"/>
                <a:gd name="connsiteY9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8585 w 21600"/>
                <a:gd name="connsiteY3" fmla="*/ 10825 h 32188"/>
                <a:gd name="connsiteX4" fmla="*/ 17763 w 21600"/>
                <a:gd name="connsiteY4" fmla="*/ 12754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8495 w 21600"/>
                <a:gd name="connsiteY3" fmla="*/ 9924 h 32188"/>
                <a:gd name="connsiteX4" fmla="*/ 17763 w 21600"/>
                <a:gd name="connsiteY4" fmla="*/ 12754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8495 w 21600"/>
                <a:gd name="connsiteY3" fmla="*/ 99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6031 w 21600"/>
                <a:gd name="connsiteY4" fmla="*/ 18661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028 w 21600"/>
                <a:gd name="connsiteY5" fmla="*/ 21562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4139 w 21600"/>
                <a:gd name="connsiteY5" fmla="*/ 11597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88"/>
                <a:gd name="connsiteX1" fmla="*/ 21600 w 21600"/>
                <a:gd name="connsiteY1" fmla="*/ 0 h 32188"/>
                <a:gd name="connsiteX2" fmla="*/ 19665 w 21600"/>
                <a:gd name="connsiteY2" fmla="*/ 18824 h 32188"/>
                <a:gd name="connsiteX3" fmla="*/ 17978 w 21600"/>
                <a:gd name="connsiteY3" fmla="*/ 10324 h 32188"/>
                <a:gd name="connsiteX4" fmla="*/ 15952 w 21600"/>
                <a:gd name="connsiteY4" fmla="*/ 23679 h 32188"/>
                <a:gd name="connsiteX5" fmla="*/ 13440 w 21600"/>
                <a:gd name="connsiteY5" fmla="*/ 10184 h 32188"/>
                <a:gd name="connsiteX6" fmla="*/ 10216 w 21600"/>
                <a:gd name="connsiteY6" fmla="*/ 14903 h 32188"/>
                <a:gd name="connsiteX7" fmla="*/ 6156 w 21600"/>
                <a:gd name="connsiteY7" fmla="*/ 32153 h 32188"/>
                <a:gd name="connsiteX8" fmla="*/ 2973 w 21600"/>
                <a:gd name="connsiteY8" fmla="*/ 22932 h 32188"/>
                <a:gd name="connsiteX9" fmla="*/ 0 w 21600"/>
                <a:gd name="connsiteY9" fmla="*/ 20172 h 32188"/>
                <a:gd name="connsiteX10" fmla="*/ 0 w 21600"/>
                <a:gd name="connsiteY10" fmla="*/ 0 h 32188"/>
                <a:gd name="connsiteX0" fmla="*/ 0 w 21600"/>
                <a:gd name="connsiteY0" fmla="*/ 0 h 32154"/>
                <a:gd name="connsiteX1" fmla="*/ 21600 w 21600"/>
                <a:gd name="connsiteY1" fmla="*/ 0 h 32154"/>
                <a:gd name="connsiteX2" fmla="*/ 19665 w 21600"/>
                <a:gd name="connsiteY2" fmla="*/ 18824 h 32154"/>
                <a:gd name="connsiteX3" fmla="*/ 17978 w 21600"/>
                <a:gd name="connsiteY3" fmla="*/ 10324 h 32154"/>
                <a:gd name="connsiteX4" fmla="*/ 15952 w 21600"/>
                <a:gd name="connsiteY4" fmla="*/ 23679 h 32154"/>
                <a:gd name="connsiteX5" fmla="*/ 13440 w 21600"/>
                <a:gd name="connsiteY5" fmla="*/ 10184 h 32154"/>
                <a:gd name="connsiteX6" fmla="*/ 11153 w 21600"/>
                <a:gd name="connsiteY6" fmla="*/ 22182 h 32154"/>
                <a:gd name="connsiteX7" fmla="*/ 6156 w 21600"/>
                <a:gd name="connsiteY7" fmla="*/ 32153 h 32154"/>
                <a:gd name="connsiteX8" fmla="*/ 2973 w 21600"/>
                <a:gd name="connsiteY8" fmla="*/ 22932 h 32154"/>
                <a:gd name="connsiteX9" fmla="*/ 0 w 21600"/>
                <a:gd name="connsiteY9" fmla="*/ 20172 h 32154"/>
                <a:gd name="connsiteX10" fmla="*/ 0 w 21600"/>
                <a:gd name="connsiteY10" fmla="*/ 0 h 32154"/>
                <a:gd name="connsiteX0" fmla="*/ 0 w 21600"/>
                <a:gd name="connsiteY0" fmla="*/ 0 h 32154"/>
                <a:gd name="connsiteX1" fmla="*/ 21600 w 21600"/>
                <a:gd name="connsiteY1" fmla="*/ 0 h 32154"/>
                <a:gd name="connsiteX2" fmla="*/ 19665 w 21600"/>
                <a:gd name="connsiteY2" fmla="*/ 18824 h 32154"/>
                <a:gd name="connsiteX3" fmla="*/ 17978 w 21600"/>
                <a:gd name="connsiteY3" fmla="*/ 10324 h 32154"/>
                <a:gd name="connsiteX4" fmla="*/ 15952 w 21600"/>
                <a:gd name="connsiteY4" fmla="*/ 23679 h 32154"/>
                <a:gd name="connsiteX5" fmla="*/ 13440 w 21600"/>
                <a:gd name="connsiteY5" fmla="*/ 10184 h 32154"/>
                <a:gd name="connsiteX6" fmla="*/ 11153 w 21600"/>
                <a:gd name="connsiteY6" fmla="*/ 22182 h 32154"/>
                <a:gd name="connsiteX7" fmla="*/ 6156 w 21600"/>
                <a:gd name="connsiteY7" fmla="*/ 32153 h 32154"/>
                <a:gd name="connsiteX8" fmla="*/ 2973 w 21600"/>
                <a:gd name="connsiteY8" fmla="*/ 22932 h 32154"/>
                <a:gd name="connsiteX9" fmla="*/ 0 w 21600"/>
                <a:gd name="connsiteY9" fmla="*/ 20172 h 32154"/>
                <a:gd name="connsiteX10" fmla="*/ 0 w 21600"/>
                <a:gd name="connsiteY10" fmla="*/ 0 h 32154"/>
                <a:gd name="connsiteX0" fmla="*/ 0 w 21600"/>
                <a:gd name="connsiteY0" fmla="*/ 0 h 32154"/>
                <a:gd name="connsiteX1" fmla="*/ 21600 w 21600"/>
                <a:gd name="connsiteY1" fmla="*/ 0 h 32154"/>
                <a:gd name="connsiteX2" fmla="*/ 19665 w 21600"/>
                <a:gd name="connsiteY2" fmla="*/ 18824 h 32154"/>
                <a:gd name="connsiteX3" fmla="*/ 17978 w 21600"/>
                <a:gd name="connsiteY3" fmla="*/ 10324 h 32154"/>
                <a:gd name="connsiteX4" fmla="*/ 15952 w 21600"/>
                <a:gd name="connsiteY4" fmla="*/ 23679 h 32154"/>
                <a:gd name="connsiteX5" fmla="*/ 13440 w 21600"/>
                <a:gd name="connsiteY5" fmla="*/ 10184 h 32154"/>
                <a:gd name="connsiteX6" fmla="*/ 11153 w 21600"/>
                <a:gd name="connsiteY6" fmla="*/ 22182 h 32154"/>
                <a:gd name="connsiteX7" fmla="*/ 6156 w 21600"/>
                <a:gd name="connsiteY7" fmla="*/ 32153 h 32154"/>
                <a:gd name="connsiteX8" fmla="*/ 2973 w 21600"/>
                <a:gd name="connsiteY8" fmla="*/ 22932 h 32154"/>
                <a:gd name="connsiteX9" fmla="*/ 0 w 21600"/>
                <a:gd name="connsiteY9" fmla="*/ 20172 h 32154"/>
                <a:gd name="connsiteX10" fmla="*/ 0 w 21600"/>
                <a:gd name="connsiteY10" fmla="*/ 0 h 32154"/>
                <a:gd name="connsiteX0" fmla="*/ 0 w 21600"/>
                <a:gd name="connsiteY0" fmla="*/ 0 h 23679"/>
                <a:gd name="connsiteX1" fmla="*/ 21600 w 21600"/>
                <a:gd name="connsiteY1" fmla="*/ 0 h 23679"/>
                <a:gd name="connsiteX2" fmla="*/ 19665 w 21600"/>
                <a:gd name="connsiteY2" fmla="*/ 18824 h 23679"/>
                <a:gd name="connsiteX3" fmla="*/ 17978 w 21600"/>
                <a:gd name="connsiteY3" fmla="*/ 10324 h 23679"/>
                <a:gd name="connsiteX4" fmla="*/ 15952 w 21600"/>
                <a:gd name="connsiteY4" fmla="*/ 23679 h 23679"/>
                <a:gd name="connsiteX5" fmla="*/ 13440 w 21600"/>
                <a:gd name="connsiteY5" fmla="*/ 10184 h 23679"/>
                <a:gd name="connsiteX6" fmla="*/ 11153 w 21600"/>
                <a:gd name="connsiteY6" fmla="*/ 22182 h 23679"/>
                <a:gd name="connsiteX7" fmla="*/ 8824 w 21600"/>
                <a:gd name="connsiteY7" fmla="*/ 9184 h 23679"/>
                <a:gd name="connsiteX8" fmla="*/ 2973 w 21600"/>
                <a:gd name="connsiteY8" fmla="*/ 22932 h 23679"/>
                <a:gd name="connsiteX9" fmla="*/ 0 w 21600"/>
                <a:gd name="connsiteY9" fmla="*/ 20172 h 23679"/>
                <a:gd name="connsiteX10" fmla="*/ 0 w 21600"/>
                <a:gd name="connsiteY10" fmla="*/ 0 h 23679"/>
                <a:gd name="connsiteX0" fmla="*/ 0 w 21600"/>
                <a:gd name="connsiteY0" fmla="*/ 0 h 23679"/>
                <a:gd name="connsiteX1" fmla="*/ 21600 w 21600"/>
                <a:gd name="connsiteY1" fmla="*/ 0 h 23679"/>
                <a:gd name="connsiteX2" fmla="*/ 19665 w 21600"/>
                <a:gd name="connsiteY2" fmla="*/ 18824 h 23679"/>
                <a:gd name="connsiteX3" fmla="*/ 17978 w 21600"/>
                <a:gd name="connsiteY3" fmla="*/ 10324 h 23679"/>
                <a:gd name="connsiteX4" fmla="*/ 15952 w 21600"/>
                <a:gd name="connsiteY4" fmla="*/ 23679 h 23679"/>
                <a:gd name="connsiteX5" fmla="*/ 13440 w 21600"/>
                <a:gd name="connsiteY5" fmla="*/ 10184 h 23679"/>
                <a:gd name="connsiteX6" fmla="*/ 11153 w 21600"/>
                <a:gd name="connsiteY6" fmla="*/ 22182 h 23679"/>
                <a:gd name="connsiteX7" fmla="*/ 8824 w 21600"/>
                <a:gd name="connsiteY7" fmla="*/ 9184 h 23679"/>
                <a:gd name="connsiteX8" fmla="*/ 2973 w 21600"/>
                <a:gd name="connsiteY8" fmla="*/ 22932 h 23679"/>
                <a:gd name="connsiteX9" fmla="*/ 0 w 21600"/>
                <a:gd name="connsiteY9" fmla="*/ 20172 h 23679"/>
                <a:gd name="connsiteX10" fmla="*/ 0 w 21600"/>
                <a:gd name="connsiteY10" fmla="*/ 0 h 23679"/>
                <a:gd name="connsiteX0" fmla="*/ 0 w 21600"/>
                <a:gd name="connsiteY0" fmla="*/ 0 h 23679"/>
                <a:gd name="connsiteX1" fmla="*/ 21600 w 21600"/>
                <a:gd name="connsiteY1" fmla="*/ 0 h 23679"/>
                <a:gd name="connsiteX2" fmla="*/ 19665 w 21600"/>
                <a:gd name="connsiteY2" fmla="*/ 18824 h 23679"/>
                <a:gd name="connsiteX3" fmla="*/ 17978 w 21600"/>
                <a:gd name="connsiteY3" fmla="*/ 10324 h 23679"/>
                <a:gd name="connsiteX4" fmla="*/ 15952 w 21600"/>
                <a:gd name="connsiteY4" fmla="*/ 23679 h 23679"/>
                <a:gd name="connsiteX5" fmla="*/ 13440 w 21600"/>
                <a:gd name="connsiteY5" fmla="*/ 10184 h 23679"/>
                <a:gd name="connsiteX6" fmla="*/ 11153 w 21600"/>
                <a:gd name="connsiteY6" fmla="*/ 22182 h 23679"/>
                <a:gd name="connsiteX7" fmla="*/ 8824 w 21600"/>
                <a:gd name="connsiteY7" fmla="*/ 9184 h 23679"/>
                <a:gd name="connsiteX8" fmla="*/ 6686 w 21600"/>
                <a:gd name="connsiteY8" fmla="*/ 14700 h 23679"/>
                <a:gd name="connsiteX9" fmla="*/ 2973 w 21600"/>
                <a:gd name="connsiteY9" fmla="*/ 22932 h 23679"/>
                <a:gd name="connsiteX10" fmla="*/ 0 w 21600"/>
                <a:gd name="connsiteY10" fmla="*/ 20172 h 23679"/>
                <a:gd name="connsiteX11" fmla="*/ 0 w 21600"/>
                <a:gd name="connsiteY11" fmla="*/ 0 h 23679"/>
                <a:gd name="connsiteX0" fmla="*/ 0 w 21600"/>
                <a:gd name="connsiteY0" fmla="*/ 0 h 23679"/>
                <a:gd name="connsiteX1" fmla="*/ 21600 w 21600"/>
                <a:gd name="connsiteY1" fmla="*/ 0 h 23679"/>
                <a:gd name="connsiteX2" fmla="*/ 19665 w 21600"/>
                <a:gd name="connsiteY2" fmla="*/ 18824 h 23679"/>
                <a:gd name="connsiteX3" fmla="*/ 17978 w 21600"/>
                <a:gd name="connsiteY3" fmla="*/ 10324 h 23679"/>
                <a:gd name="connsiteX4" fmla="*/ 15952 w 21600"/>
                <a:gd name="connsiteY4" fmla="*/ 23679 h 23679"/>
                <a:gd name="connsiteX5" fmla="*/ 13440 w 21600"/>
                <a:gd name="connsiteY5" fmla="*/ 10184 h 23679"/>
                <a:gd name="connsiteX6" fmla="*/ 11153 w 21600"/>
                <a:gd name="connsiteY6" fmla="*/ 22182 h 23679"/>
                <a:gd name="connsiteX7" fmla="*/ 8824 w 21600"/>
                <a:gd name="connsiteY7" fmla="*/ 9184 h 23679"/>
                <a:gd name="connsiteX8" fmla="*/ 6686 w 21600"/>
                <a:gd name="connsiteY8" fmla="*/ 14700 h 23679"/>
                <a:gd name="connsiteX9" fmla="*/ 2973 w 21600"/>
                <a:gd name="connsiteY9" fmla="*/ 22932 h 23679"/>
                <a:gd name="connsiteX10" fmla="*/ 0 w 21600"/>
                <a:gd name="connsiteY10" fmla="*/ 20172 h 23679"/>
                <a:gd name="connsiteX11" fmla="*/ 0 w 21600"/>
                <a:gd name="connsiteY11" fmla="*/ 0 h 23679"/>
                <a:gd name="connsiteX0" fmla="*/ 0 w 21600"/>
                <a:gd name="connsiteY0" fmla="*/ 0 h 35915"/>
                <a:gd name="connsiteX1" fmla="*/ 21600 w 21600"/>
                <a:gd name="connsiteY1" fmla="*/ 0 h 35915"/>
                <a:gd name="connsiteX2" fmla="*/ 19665 w 21600"/>
                <a:gd name="connsiteY2" fmla="*/ 18824 h 35915"/>
                <a:gd name="connsiteX3" fmla="*/ 17978 w 21600"/>
                <a:gd name="connsiteY3" fmla="*/ 10324 h 35915"/>
                <a:gd name="connsiteX4" fmla="*/ 15952 w 21600"/>
                <a:gd name="connsiteY4" fmla="*/ 23679 h 35915"/>
                <a:gd name="connsiteX5" fmla="*/ 13440 w 21600"/>
                <a:gd name="connsiteY5" fmla="*/ 10184 h 35915"/>
                <a:gd name="connsiteX6" fmla="*/ 11153 w 21600"/>
                <a:gd name="connsiteY6" fmla="*/ 22182 h 35915"/>
                <a:gd name="connsiteX7" fmla="*/ 8824 w 21600"/>
                <a:gd name="connsiteY7" fmla="*/ 9184 h 35915"/>
                <a:gd name="connsiteX8" fmla="*/ 6337 w 21600"/>
                <a:gd name="connsiteY8" fmla="*/ 35690 h 35915"/>
                <a:gd name="connsiteX9" fmla="*/ 2973 w 21600"/>
                <a:gd name="connsiteY9" fmla="*/ 22932 h 35915"/>
                <a:gd name="connsiteX10" fmla="*/ 0 w 21600"/>
                <a:gd name="connsiteY10" fmla="*/ 20172 h 35915"/>
                <a:gd name="connsiteX11" fmla="*/ 0 w 21600"/>
                <a:gd name="connsiteY11" fmla="*/ 0 h 35915"/>
                <a:gd name="connsiteX0" fmla="*/ 0 w 21600"/>
                <a:gd name="connsiteY0" fmla="*/ 0 h 35715"/>
                <a:gd name="connsiteX1" fmla="*/ 21600 w 21600"/>
                <a:gd name="connsiteY1" fmla="*/ 0 h 35715"/>
                <a:gd name="connsiteX2" fmla="*/ 19665 w 21600"/>
                <a:gd name="connsiteY2" fmla="*/ 18824 h 35715"/>
                <a:gd name="connsiteX3" fmla="*/ 17978 w 21600"/>
                <a:gd name="connsiteY3" fmla="*/ 10324 h 35715"/>
                <a:gd name="connsiteX4" fmla="*/ 15952 w 21600"/>
                <a:gd name="connsiteY4" fmla="*/ 23679 h 35715"/>
                <a:gd name="connsiteX5" fmla="*/ 13440 w 21600"/>
                <a:gd name="connsiteY5" fmla="*/ 10184 h 35715"/>
                <a:gd name="connsiteX6" fmla="*/ 11153 w 21600"/>
                <a:gd name="connsiteY6" fmla="*/ 22182 h 35715"/>
                <a:gd name="connsiteX7" fmla="*/ 8824 w 21600"/>
                <a:gd name="connsiteY7" fmla="*/ 9184 h 35715"/>
                <a:gd name="connsiteX8" fmla="*/ 6337 w 21600"/>
                <a:gd name="connsiteY8" fmla="*/ 35690 h 35715"/>
                <a:gd name="connsiteX9" fmla="*/ 3608 w 21600"/>
                <a:gd name="connsiteY9" fmla="*/ 14522 h 35715"/>
                <a:gd name="connsiteX10" fmla="*/ 0 w 21600"/>
                <a:gd name="connsiteY10" fmla="*/ 20172 h 35715"/>
                <a:gd name="connsiteX11" fmla="*/ 0 w 21600"/>
                <a:gd name="connsiteY11" fmla="*/ 0 h 35715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0 w 21600"/>
                <a:gd name="connsiteY10" fmla="*/ 20172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08 w 21600"/>
                <a:gd name="connsiteY9" fmla="*/ 14522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718"/>
                <a:gd name="connsiteX1" fmla="*/ 21600 w 21600"/>
                <a:gd name="connsiteY1" fmla="*/ 0 h 35718"/>
                <a:gd name="connsiteX2" fmla="*/ 19665 w 21600"/>
                <a:gd name="connsiteY2" fmla="*/ 18824 h 35718"/>
                <a:gd name="connsiteX3" fmla="*/ 17978 w 21600"/>
                <a:gd name="connsiteY3" fmla="*/ 10324 h 35718"/>
                <a:gd name="connsiteX4" fmla="*/ 15952 w 21600"/>
                <a:gd name="connsiteY4" fmla="*/ 23679 h 35718"/>
                <a:gd name="connsiteX5" fmla="*/ 13440 w 21600"/>
                <a:gd name="connsiteY5" fmla="*/ 10184 h 35718"/>
                <a:gd name="connsiteX6" fmla="*/ 11153 w 21600"/>
                <a:gd name="connsiteY6" fmla="*/ 22182 h 35718"/>
                <a:gd name="connsiteX7" fmla="*/ 8824 w 21600"/>
                <a:gd name="connsiteY7" fmla="*/ 9184 h 35718"/>
                <a:gd name="connsiteX8" fmla="*/ 6337 w 21600"/>
                <a:gd name="connsiteY8" fmla="*/ 35690 h 35718"/>
                <a:gd name="connsiteX9" fmla="*/ 3989 w 21600"/>
                <a:gd name="connsiteY9" fmla="*/ 14734 h 35718"/>
                <a:gd name="connsiteX10" fmla="*/ 1800 w 21600"/>
                <a:gd name="connsiteY10" fmla="*/ 20039 h 35718"/>
                <a:gd name="connsiteX11" fmla="*/ 0 w 21600"/>
                <a:gd name="connsiteY11" fmla="*/ 0 h 35718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989 w 21600"/>
                <a:gd name="connsiteY9" fmla="*/ 14734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989 w 21600"/>
                <a:gd name="connsiteY9" fmla="*/ 14734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800 w 21600"/>
                <a:gd name="connsiteY10" fmla="*/ 20039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8824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440 w 21600"/>
                <a:gd name="connsiteY5" fmla="*/ 10184 h 35690"/>
                <a:gd name="connsiteX6" fmla="*/ 11153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837 w 21600"/>
                <a:gd name="connsiteY5" fmla="*/ 10184 h 35690"/>
                <a:gd name="connsiteX6" fmla="*/ 11153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837 w 21600"/>
                <a:gd name="connsiteY5" fmla="*/ 10184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665 w 21600"/>
                <a:gd name="connsiteY2" fmla="*/ 18824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  <a:gd name="connsiteX0" fmla="*/ 0 w 21600"/>
                <a:gd name="connsiteY0" fmla="*/ 0 h 46427"/>
                <a:gd name="connsiteX1" fmla="*/ 21600 w 21600"/>
                <a:gd name="connsiteY1" fmla="*/ 0 h 46427"/>
                <a:gd name="connsiteX2" fmla="*/ 19645 w 21600"/>
                <a:gd name="connsiteY2" fmla="*/ 46427 h 46427"/>
                <a:gd name="connsiteX3" fmla="*/ 17978 w 21600"/>
                <a:gd name="connsiteY3" fmla="*/ 10324 h 46427"/>
                <a:gd name="connsiteX4" fmla="*/ 15952 w 21600"/>
                <a:gd name="connsiteY4" fmla="*/ 23679 h 46427"/>
                <a:gd name="connsiteX5" fmla="*/ 13726 w 21600"/>
                <a:gd name="connsiteY5" fmla="*/ 9407 h 46427"/>
                <a:gd name="connsiteX6" fmla="*/ 11344 w 21600"/>
                <a:gd name="connsiteY6" fmla="*/ 22182 h 46427"/>
                <a:gd name="connsiteX7" fmla="*/ 9078 w 21600"/>
                <a:gd name="connsiteY7" fmla="*/ 9184 h 46427"/>
                <a:gd name="connsiteX8" fmla="*/ 6337 w 21600"/>
                <a:gd name="connsiteY8" fmla="*/ 35690 h 46427"/>
                <a:gd name="connsiteX9" fmla="*/ 3687 w 21600"/>
                <a:gd name="connsiteY9" fmla="*/ 10140 h 46427"/>
                <a:gd name="connsiteX10" fmla="*/ 1752 w 21600"/>
                <a:gd name="connsiteY10" fmla="*/ 20110 h 46427"/>
                <a:gd name="connsiteX11" fmla="*/ 0 w 21600"/>
                <a:gd name="connsiteY11" fmla="*/ 0 h 46427"/>
                <a:gd name="connsiteX0" fmla="*/ 0 w 21600"/>
                <a:gd name="connsiteY0" fmla="*/ 0 h 35690"/>
                <a:gd name="connsiteX1" fmla="*/ 21600 w 21600"/>
                <a:gd name="connsiteY1" fmla="*/ 0 h 35690"/>
                <a:gd name="connsiteX2" fmla="*/ 19365 w 21600"/>
                <a:gd name="connsiteY2" fmla="*/ 25812 h 35690"/>
                <a:gd name="connsiteX3" fmla="*/ 17978 w 21600"/>
                <a:gd name="connsiteY3" fmla="*/ 10324 h 35690"/>
                <a:gd name="connsiteX4" fmla="*/ 15952 w 21600"/>
                <a:gd name="connsiteY4" fmla="*/ 23679 h 35690"/>
                <a:gd name="connsiteX5" fmla="*/ 13726 w 21600"/>
                <a:gd name="connsiteY5" fmla="*/ 9407 h 35690"/>
                <a:gd name="connsiteX6" fmla="*/ 11344 w 21600"/>
                <a:gd name="connsiteY6" fmla="*/ 22182 h 35690"/>
                <a:gd name="connsiteX7" fmla="*/ 9078 w 21600"/>
                <a:gd name="connsiteY7" fmla="*/ 9184 h 35690"/>
                <a:gd name="connsiteX8" fmla="*/ 6337 w 21600"/>
                <a:gd name="connsiteY8" fmla="*/ 35690 h 35690"/>
                <a:gd name="connsiteX9" fmla="*/ 3687 w 21600"/>
                <a:gd name="connsiteY9" fmla="*/ 10140 h 35690"/>
                <a:gd name="connsiteX10" fmla="*/ 1752 w 21600"/>
                <a:gd name="connsiteY10" fmla="*/ 20110 h 35690"/>
                <a:gd name="connsiteX11" fmla="*/ 0 w 21600"/>
                <a:gd name="connsiteY11" fmla="*/ 0 h 35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00" h="35690">
                  <a:moveTo>
                    <a:pt x="0" y="0"/>
                  </a:moveTo>
                  <a:lnTo>
                    <a:pt x="21600" y="0"/>
                  </a:lnTo>
                  <a:cubicBezTo>
                    <a:pt x="20790" y="13317"/>
                    <a:pt x="20223" y="25858"/>
                    <a:pt x="19365" y="25812"/>
                  </a:cubicBezTo>
                  <a:cubicBezTo>
                    <a:pt x="18507" y="25766"/>
                    <a:pt x="18390" y="10302"/>
                    <a:pt x="17978" y="10324"/>
                  </a:cubicBezTo>
                  <a:cubicBezTo>
                    <a:pt x="17528" y="10446"/>
                    <a:pt x="16660" y="23832"/>
                    <a:pt x="15952" y="23679"/>
                  </a:cubicBezTo>
                  <a:cubicBezTo>
                    <a:pt x="15244" y="23526"/>
                    <a:pt x="14494" y="9256"/>
                    <a:pt x="13726" y="9407"/>
                  </a:cubicBezTo>
                  <a:cubicBezTo>
                    <a:pt x="12958" y="9558"/>
                    <a:pt x="12163" y="22284"/>
                    <a:pt x="11344" y="22182"/>
                  </a:cubicBezTo>
                  <a:cubicBezTo>
                    <a:pt x="10553" y="22214"/>
                    <a:pt x="9913" y="6933"/>
                    <a:pt x="9078" y="9184"/>
                  </a:cubicBezTo>
                  <a:cubicBezTo>
                    <a:pt x="8243" y="11435"/>
                    <a:pt x="7235" y="35531"/>
                    <a:pt x="6337" y="35690"/>
                  </a:cubicBezTo>
                  <a:cubicBezTo>
                    <a:pt x="5439" y="35849"/>
                    <a:pt x="4452" y="10303"/>
                    <a:pt x="3687" y="10140"/>
                  </a:cubicBezTo>
                  <a:cubicBezTo>
                    <a:pt x="2643" y="10180"/>
                    <a:pt x="2764" y="20104"/>
                    <a:pt x="1752" y="20110"/>
                  </a:cubicBezTo>
                  <a:cubicBezTo>
                    <a:pt x="740" y="20116"/>
                    <a:pt x="602" y="11525"/>
                    <a:pt x="0" y="0"/>
                  </a:cubicBezTo>
                  <a:close/>
                </a:path>
              </a:pathLst>
            </a:custGeom>
            <a:gradFill>
              <a:gsLst>
                <a:gs pos="1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28575">
              <a:noFill/>
            </a:ln>
          </p:spPr>
          <p:txBody>
            <a:bodyPr lIns="0" tIns="0" rIns="0" bIns="0" rtlCol="0" anchor="ctr"/>
            <a:lstStyle/>
            <a:p>
              <a:pPr algn="ctr"/>
              <a:endParaRPr lang="es-SV" sz="900" dirty="0">
                <a:solidFill>
                  <a:schemeClr val="bg1"/>
                </a:solidFill>
              </a:endParaRP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C6BB9F35-76B0-4AC8-96BD-A3C6BFCE57DB}"/>
              </a:ext>
            </a:extLst>
          </p:cNvPr>
          <p:cNvSpPr/>
          <p:nvPr/>
        </p:nvSpPr>
        <p:spPr>
          <a:xfrm>
            <a:off x="8851592" y="1763561"/>
            <a:ext cx="24875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Office</a:t>
            </a:r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 Data Chart</a:t>
            </a:r>
            <a:endParaRPr lang="en-US" sz="3600" b="0" i="0" dirty="0">
              <a:solidFill>
                <a:srgbClr val="232A4E"/>
              </a:solidFill>
              <a:effectLst/>
              <a:latin typeface="Ubuntu" panose="020B050403060203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765C902-9B3B-45CB-8AEC-D03193215B32}"/>
              </a:ext>
            </a:extLst>
          </p:cNvPr>
          <p:cNvGrpSpPr/>
          <p:nvPr/>
        </p:nvGrpSpPr>
        <p:grpSpPr>
          <a:xfrm>
            <a:off x="9081924" y="3371564"/>
            <a:ext cx="2732700" cy="276999"/>
            <a:chOff x="4493600" y="4261354"/>
            <a:chExt cx="2732700" cy="276999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F0F441B-0373-4C30-A74B-51156E7E9971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D7D3C6FF-1FAC-4EC3-961B-BDBAD494659A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100000">
                    <a:schemeClr val="accent4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reeform 7">
                <a:extLst>
                  <a:ext uri="{FF2B5EF4-FFF2-40B4-BE49-F238E27FC236}">
                    <a16:creationId xmlns:a16="http://schemas.microsoft.com/office/drawing/2014/main" id="{AC5E7331-38C3-423B-971D-19B7CE717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1E1E00D-BCBD-4AB0-AA65-8311A65BEE4D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ACB0394-479E-4FD0-B76E-3360982270D2}"/>
              </a:ext>
            </a:extLst>
          </p:cNvPr>
          <p:cNvGrpSpPr/>
          <p:nvPr/>
        </p:nvGrpSpPr>
        <p:grpSpPr>
          <a:xfrm>
            <a:off x="9081924" y="3814507"/>
            <a:ext cx="2732700" cy="276999"/>
            <a:chOff x="4493600" y="4261354"/>
            <a:chExt cx="2732700" cy="276999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7B2B338-2742-42B8-AA78-7DACBF25B62F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47F826A3-8E27-45E9-BAEC-546C968E90F7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Freeform 7">
                <a:extLst>
                  <a:ext uri="{FF2B5EF4-FFF2-40B4-BE49-F238E27FC236}">
                    <a16:creationId xmlns:a16="http://schemas.microsoft.com/office/drawing/2014/main" id="{DF35AB4E-1A39-4798-BC8F-F73C3ABA55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65BB510-DDE5-49B0-B000-DD544D52D850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1AB51A6-FCC9-4358-8D02-C9A057BBBBFB}"/>
              </a:ext>
            </a:extLst>
          </p:cNvPr>
          <p:cNvGrpSpPr/>
          <p:nvPr/>
        </p:nvGrpSpPr>
        <p:grpSpPr>
          <a:xfrm>
            <a:off x="9081924" y="4257450"/>
            <a:ext cx="2732700" cy="276999"/>
            <a:chOff x="4493600" y="4261354"/>
            <a:chExt cx="2732700" cy="276999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17D7673A-E387-4870-8B26-E177CFB2FC80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B0E87540-88A5-4B19-AC76-EFBF7250140D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Freeform 7">
                <a:extLst>
                  <a:ext uri="{FF2B5EF4-FFF2-40B4-BE49-F238E27FC236}">
                    <a16:creationId xmlns:a16="http://schemas.microsoft.com/office/drawing/2014/main" id="{475EBBB2-D42D-4C11-983E-44A30A2BE6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60C1F20-F05A-4798-AF24-5A219ACFF785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02B1727-C6B7-4BD1-95E1-FCF582C2FAFE}"/>
              </a:ext>
            </a:extLst>
          </p:cNvPr>
          <p:cNvGrpSpPr/>
          <p:nvPr/>
        </p:nvGrpSpPr>
        <p:grpSpPr>
          <a:xfrm>
            <a:off x="9081924" y="4700394"/>
            <a:ext cx="2732700" cy="276999"/>
            <a:chOff x="4493600" y="4261354"/>
            <a:chExt cx="2732700" cy="276999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FE23CB2-C8AD-440B-8196-8E9E5B162003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63502AEC-7CF3-47EB-B279-38DF8C1DCC74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Freeform 7">
                <a:extLst>
                  <a:ext uri="{FF2B5EF4-FFF2-40B4-BE49-F238E27FC236}">
                    <a16:creationId xmlns:a16="http://schemas.microsoft.com/office/drawing/2014/main" id="{01AD5957-92E1-444C-A487-A987B4CBE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AF3C649-DC39-4C95-9D90-6ACB7AA9079B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1276A45-84E3-4C79-B47E-5542A1A0939D}"/>
              </a:ext>
            </a:extLst>
          </p:cNvPr>
          <p:cNvGrpSpPr/>
          <p:nvPr/>
        </p:nvGrpSpPr>
        <p:grpSpPr>
          <a:xfrm>
            <a:off x="11161326" y="6472513"/>
            <a:ext cx="809162" cy="169754"/>
            <a:chOff x="5168900" y="3238500"/>
            <a:chExt cx="1816102" cy="381000"/>
          </a:xfrm>
        </p:grpSpPr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AAD8A6C9-563F-49F3-95F9-CC06BBAB9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4002" y="3238500"/>
              <a:ext cx="381000" cy="381000"/>
            </a:xfrm>
            <a:prstGeom prst="rect">
              <a:avLst/>
            </a:prstGeom>
          </p:spPr>
        </p:pic>
        <p:pic>
          <p:nvPicPr>
            <p:cNvPr id="88" name="Graphic 87">
              <a:extLst>
                <a:ext uri="{FF2B5EF4-FFF2-40B4-BE49-F238E27FC236}">
                  <a16:creationId xmlns:a16="http://schemas.microsoft.com/office/drawing/2014/main" id="{877C3AB7-B6C2-415D-9743-1595AEA86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900" y="3238500"/>
              <a:ext cx="381000" cy="381000"/>
            </a:xfrm>
            <a:prstGeom prst="rect">
              <a:avLst/>
            </a:prstGeom>
          </p:spPr>
        </p:pic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88350C8-DB05-4B4C-9C91-9B770AB2988D}"/>
                </a:ext>
              </a:extLst>
            </p:cNvPr>
            <p:cNvSpPr/>
            <p:nvPr/>
          </p:nvSpPr>
          <p:spPr>
            <a:xfrm>
              <a:off x="5885617" y="3274545"/>
              <a:ext cx="382668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solidFill>
              <a:srgbClr val="FF9800"/>
            </a:solidFill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2E5971AA-824B-4D61-BF4D-4DAA8A232495}"/>
              </a:ext>
            </a:extLst>
          </p:cNvPr>
          <p:cNvSpPr txBox="1"/>
          <p:nvPr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300" baseline="30000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300" smtClean="0">
                <a:solidFill>
                  <a:schemeClr val="bg1">
                    <a:lumMod val="95000"/>
                  </a:schemeClr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42</a:t>
            </a:fld>
            <a:r>
              <a:rPr lang="en-US" sz="2400" b="1" i="0" spc="300" baseline="30000" dirty="0">
                <a:solidFill>
                  <a:schemeClr val="accent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300" baseline="30000" dirty="0">
              <a:solidFill>
                <a:schemeClr val="accent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109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6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6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75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75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7" dur="75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75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accel="50000" fill="hold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7" dur="125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8" dur="125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6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6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75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750"/>
                                            <p:tgtEl>
                                              <p:spTgt spid="6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7" dur="75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75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ac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25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25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4" grpId="0" animBg="1"/>
        </p:bldLst>
      </p:timing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0C247A8-CF6D-4095-BFEA-D42CCF3CC8A3}"/>
              </a:ext>
            </a:extLst>
          </p:cNvPr>
          <p:cNvSpPr/>
          <p:nvPr/>
        </p:nvSpPr>
        <p:spPr>
          <a:xfrm>
            <a:off x="609600" y="545690"/>
            <a:ext cx="10972800" cy="631231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17368CE-6524-4490-831D-C5DBDBDCD21D}"/>
              </a:ext>
            </a:extLst>
          </p:cNvPr>
          <p:cNvGrpSpPr/>
          <p:nvPr/>
        </p:nvGrpSpPr>
        <p:grpSpPr>
          <a:xfrm>
            <a:off x="8211631" y="2918977"/>
            <a:ext cx="2818467" cy="2612872"/>
            <a:chOff x="8211631" y="2918977"/>
            <a:chExt cx="2818467" cy="261287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87446D1-915E-4BA3-8815-630C67E9FBBB}"/>
                </a:ext>
              </a:extLst>
            </p:cNvPr>
            <p:cNvSpPr/>
            <p:nvPr/>
          </p:nvSpPr>
          <p:spPr>
            <a:xfrm>
              <a:off x="8211631" y="2918977"/>
              <a:ext cx="2818467" cy="2612872"/>
            </a:xfrm>
            <a:prstGeom prst="roundRect">
              <a:avLst>
                <a:gd name="adj" fmla="val 4790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dist="114300" dir="5400000" algn="t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99BC47E-BB0C-46A6-A549-CE1019C40A3D}"/>
                </a:ext>
              </a:extLst>
            </p:cNvPr>
            <p:cNvGrpSpPr/>
            <p:nvPr/>
          </p:nvGrpSpPr>
          <p:grpSpPr>
            <a:xfrm>
              <a:off x="9044752" y="3326986"/>
              <a:ext cx="1152224" cy="1152224"/>
              <a:chOff x="16092764" y="3613747"/>
              <a:chExt cx="1739641" cy="1739641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B6B9B59-B18B-4282-8A8F-E1A5AB420A3C}"/>
                  </a:ext>
                </a:extLst>
              </p:cNvPr>
              <p:cNvSpPr/>
              <p:nvPr/>
            </p:nvSpPr>
            <p:spPr>
              <a:xfrm>
                <a:off x="16092764" y="3613747"/>
                <a:ext cx="1739641" cy="1739641"/>
              </a:xfrm>
              <a:prstGeom prst="ellipse">
                <a:avLst/>
              </a:prstGeom>
              <a:noFill/>
              <a:ln w="101600" cap="rnd" cmpd="sng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latin typeface="Raleway" panose="020B0503030101060003" pitchFamily="34" charset="0"/>
                </a:endParaRPr>
              </a:p>
            </p:txBody>
          </p:sp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1F1A3F47-F218-48B7-987F-E0F8F1E7F77E}"/>
                  </a:ext>
                </a:extLst>
              </p:cNvPr>
              <p:cNvSpPr/>
              <p:nvPr/>
            </p:nvSpPr>
            <p:spPr>
              <a:xfrm>
                <a:off x="16092764" y="3613747"/>
                <a:ext cx="1739641" cy="1739641"/>
              </a:xfrm>
              <a:prstGeom prst="arc">
                <a:avLst>
                  <a:gd name="adj1" fmla="val 16200000"/>
                  <a:gd name="adj2" fmla="val 13047439"/>
                </a:avLst>
              </a:prstGeom>
              <a:ln w="101600" cap="rnd" cmpd="sng">
                <a:solidFill>
                  <a:schemeClr val="accent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latin typeface="Raleway" panose="020B0503030101060003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F2D4292-11E2-4C3A-8B97-AFB4F472D8E6}"/>
                  </a:ext>
                </a:extLst>
              </p:cNvPr>
              <p:cNvSpPr txBox="1"/>
              <p:nvPr/>
            </p:nvSpPr>
            <p:spPr>
              <a:xfrm>
                <a:off x="16201345" y="4073975"/>
                <a:ext cx="1522473" cy="882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spc="-150" dirty="0">
                    <a:solidFill>
                      <a:schemeClr val="accent5"/>
                    </a:solidFill>
                    <a:latin typeface="Ubuntu" panose="020B0504030602030204" pitchFamily="34" charset="0"/>
                  </a:rPr>
                  <a:t>85</a:t>
                </a:r>
                <a:r>
                  <a:rPr lang="en-US" sz="3200" spc="-150" baseline="30000" dirty="0">
                    <a:solidFill>
                      <a:schemeClr val="accent5"/>
                    </a:solidFill>
                    <a:latin typeface="Ubuntu" panose="020B0504030602030204" pitchFamily="34" charset="0"/>
                  </a:rPr>
                  <a:t>%</a:t>
                </a:r>
                <a:endParaRPr lang="id-ID" sz="3200" spc="-150" baseline="30000" dirty="0">
                  <a:solidFill>
                    <a:schemeClr val="accent5"/>
                  </a:solidFill>
                  <a:latin typeface="Ubuntu" panose="020B0504030602030204" pitchFamily="34" charset="0"/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61215B-B072-4984-8381-B9FFDD03A341}"/>
                </a:ext>
              </a:extLst>
            </p:cNvPr>
            <p:cNvSpPr/>
            <p:nvPr/>
          </p:nvSpPr>
          <p:spPr>
            <a:xfrm>
              <a:off x="8817281" y="4702823"/>
              <a:ext cx="16071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Option three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EC1D437-C66F-4AEC-853B-BFBDA5B37EC8}"/>
                </a:ext>
              </a:extLst>
            </p:cNvPr>
            <p:cNvSpPr/>
            <p:nvPr/>
          </p:nvSpPr>
          <p:spPr>
            <a:xfrm>
              <a:off x="9005249" y="5093113"/>
              <a:ext cx="1231230" cy="205746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Next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1FC9E4D-3AE1-49A7-A76D-E37C84FDD37E}"/>
              </a:ext>
            </a:extLst>
          </p:cNvPr>
          <p:cNvGrpSpPr/>
          <p:nvPr/>
        </p:nvGrpSpPr>
        <p:grpSpPr>
          <a:xfrm>
            <a:off x="4686766" y="2918977"/>
            <a:ext cx="2818467" cy="2612872"/>
            <a:chOff x="4686766" y="2918977"/>
            <a:chExt cx="2818467" cy="261287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9170082-C9FE-4D8D-83F0-840D45204EE1}"/>
                </a:ext>
              </a:extLst>
            </p:cNvPr>
            <p:cNvSpPr/>
            <p:nvPr/>
          </p:nvSpPr>
          <p:spPr>
            <a:xfrm>
              <a:off x="4686766" y="2918977"/>
              <a:ext cx="2818467" cy="2612872"/>
            </a:xfrm>
            <a:prstGeom prst="roundRect">
              <a:avLst>
                <a:gd name="adj" fmla="val 4790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dist="114300" dir="5400000" algn="t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C0BDDD8-74D2-4BFC-BC6A-74E6E58FABA4}"/>
                </a:ext>
              </a:extLst>
            </p:cNvPr>
            <p:cNvGrpSpPr/>
            <p:nvPr/>
          </p:nvGrpSpPr>
          <p:grpSpPr>
            <a:xfrm>
              <a:off x="5519887" y="3326986"/>
              <a:ext cx="1152224" cy="1152224"/>
              <a:chOff x="16092764" y="3613747"/>
              <a:chExt cx="1739641" cy="1739641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46403BB-ABA2-4036-8165-BEA257534E8B}"/>
                  </a:ext>
                </a:extLst>
              </p:cNvPr>
              <p:cNvSpPr/>
              <p:nvPr/>
            </p:nvSpPr>
            <p:spPr>
              <a:xfrm>
                <a:off x="16092764" y="3613747"/>
                <a:ext cx="1739641" cy="1739641"/>
              </a:xfrm>
              <a:prstGeom prst="ellipse">
                <a:avLst/>
              </a:prstGeom>
              <a:noFill/>
              <a:ln w="101600" cap="rnd" cmpd="sng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latin typeface="Raleway" panose="020B0503030101060003" pitchFamily="34" charset="0"/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E1D82DBC-5034-498D-8F0E-0D75235DF3E9}"/>
                  </a:ext>
                </a:extLst>
              </p:cNvPr>
              <p:cNvSpPr/>
              <p:nvPr/>
            </p:nvSpPr>
            <p:spPr>
              <a:xfrm>
                <a:off x="16092764" y="3613747"/>
                <a:ext cx="1739641" cy="1739641"/>
              </a:xfrm>
              <a:prstGeom prst="arc">
                <a:avLst>
                  <a:gd name="adj1" fmla="val 16200000"/>
                  <a:gd name="adj2" fmla="val 3007449"/>
                </a:avLst>
              </a:prstGeom>
              <a:ln w="101600" cap="rnd" cmpd="sng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latin typeface="Raleway" panose="020B0503030101060003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26014A-9D42-42A8-924A-E6ACDAE37E6D}"/>
                  </a:ext>
                </a:extLst>
              </p:cNvPr>
              <p:cNvSpPr txBox="1"/>
              <p:nvPr/>
            </p:nvSpPr>
            <p:spPr>
              <a:xfrm>
                <a:off x="16201345" y="4073975"/>
                <a:ext cx="1522473" cy="882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spc="-150" dirty="0">
                    <a:solidFill>
                      <a:schemeClr val="accent4"/>
                    </a:solidFill>
                    <a:latin typeface="Ubuntu" panose="020B0504030602030204" pitchFamily="34" charset="0"/>
                  </a:rPr>
                  <a:t>45</a:t>
                </a:r>
                <a:r>
                  <a:rPr lang="en-US" sz="3200" spc="-150" baseline="30000" dirty="0">
                    <a:solidFill>
                      <a:schemeClr val="accent4"/>
                    </a:solidFill>
                    <a:latin typeface="Ubuntu" panose="020B0504030602030204" pitchFamily="34" charset="0"/>
                  </a:rPr>
                  <a:t>%</a:t>
                </a:r>
                <a:endParaRPr lang="id-ID" sz="3200" spc="-150" baseline="30000" dirty="0">
                  <a:solidFill>
                    <a:schemeClr val="accent4"/>
                  </a:solidFill>
                  <a:latin typeface="Ubuntu" panose="020B0504030602030204" pitchFamily="34" charset="0"/>
                </a:endParaRP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BF6A0A2-C9B8-4771-9DFB-27767FB3BD5A}"/>
                </a:ext>
              </a:extLst>
            </p:cNvPr>
            <p:cNvSpPr/>
            <p:nvPr/>
          </p:nvSpPr>
          <p:spPr>
            <a:xfrm>
              <a:off x="5292416" y="4702823"/>
              <a:ext cx="16071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Option two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635F2A9-E5C3-49A1-ACB7-E1926E3C99FD}"/>
                </a:ext>
              </a:extLst>
            </p:cNvPr>
            <p:cNvSpPr/>
            <p:nvPr/>
          </p:nvSpPr>
          <p:spPr>
            <a:xfrm>
              <a:off x="5480384" y="5093113"/>
              <a:ext cx="1231230" cy="205746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Next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B920002-0340-44FA-B942-9F2E380908DB}"/>
              </a:ext>
            </a:extLst>
          </p:cNvPr>
          <p:cNvGrpSpPr/>
          <p:nvPr/>
        </p:nvGrpSpPr>
        <p:grpSpPr>
          <a:xfrm>
            <a:off x="1161902" y="2918977"/>
            <a:ext cx="2818467" cy="2612872"/>
            <a:chOff x="1161902" y="2918977"/>
            <a:chExt cx="2818467" cy="261287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4BB2577-3743-4196-80FC-E15296817EDB}"/>
                </a:ext>
              </a:extLst>
            </p:cNvPr>
            <p:cNvSpPr/>
            <p:nvPr/>
          </p:nvSpPr>
          <p:spPr>
            <a:xfrm>
              <a:off x="1161902" y="2918977"/>
              <a:ext cx="2818467" cy="2612872"/>
            </a:xfrm>
            <a:prstGeom prst="roundRect">
              <a:avLst>
                <a:gd name="adj" fmla="val 4790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dist="114300" dir="5400000" algn="t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7C46417-686E-40F8-8303-085C47D3E87C}"/>
                </a:ext>
              </a:extLst>
            </p:cNvPr>
            <p:cNvGrpSpPr/>
            <p:nvPr/>
          </p:nvGrpSpPr>
          <p:grpSpPr>
            <a:xfrm>
              <a:off x="1995023" y="3326986"/>
              <a:ext cx="1152224" cy="1152224"/>
              <a:chOff x="16092764" y="3613747"/>
              <a:chExt cx="1739641" cy="1739641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FB20A39-745C-40DE-9F25-D1BC0474D287}"/>
                  </a:ext>
                </a:extLst>
              </p:cNvPr>
              <p:cNvSpPr/>
              <p:nvPr/>
            </p:nvSpPr>
            <p:spPr>
              <a:xfrm>
                <a:off x="16092764" y="3613747"/>
                <a:ext cx="1739641" cy="1739641"/>
              </a:xfrm>
              <a:prstGeom prst="ellipse">
                <a:avLst/>
              </a:prstGeom>
              <a:noFill/>
              <a:ln w="101600" cap="rnd" cmpd="sng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latin typeface="Raleway" panose="020B0503030101060003" pitchFamily="34" charset="0"/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98D05EF-1E30-426E-BD17-2322A5AC3AA7}"/>
                  </a:ext>
                </a:extLst>
              </p:cNvPr>
              <p:cNvSpPr/>
              <p:nvPr/>
            </p:nvSpPr>
            <p:spPr>
              <a:xfrm>
                <a:off x="16092764" y="3613747"/>
                <a:ext cx="1739641" cy="1739641"/>
              </a:xfrm>
              <a:prstGeom prst="arc">
                <a:avLst>
                  <a:gd name="adj1" fmla="val 16200000"/>
                  <a:gd name="adj2" fmla="val 9173907"/>
                </a:avLst>
              </a:prstGeom>
              <a:ln w="101600" cap="rnd" cmpd="sng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latin typeface="Raleway" panose="020B0503030101060003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794D0EF-9EA4-4EF7-8D20-625BCF75A4C8}"/>
                  </a:ext>
                </a:extLst>
              </p:cNvPr>
              <p:cNvSpPr txBox="1"/>
              <p:nvPr/>
            </p:nvSpPr>
            <p:spPr>
              <a:xfrm>
                <a:off x="16201345" y="4073975"/>
                <a:ext cx="1522473" cy="882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spc="-150" dirty="0">
                    <a:solidFill>
                      <a:schemeClr val="accent1"/>
                    </a:solidFill>
                    <a:latin typeface="Ubuntu" panose="020B0504030602030204" pitchFamily="34" charset="0"/>
                  </a:rPr>
                  <a:t>65</a:t>
                </a:r>
                <a:r>
                  <a:rPr lang="en-US" sz="3200" spc="-150" baseline="30000" dirty="0">
                    <a:solidFill>
                      <a:schemeClr val="accent1"/>
                    </a:solidFill>
                    <a:latin typeface="Ubuntu" panose="020B0504030602030204" pitchFamily="34" charset="0"/>
                  </a:rPr>
                  <a:t>%</a:t>
                </a:r>
                <a:endParaRPr lang="id-ID" sz="3200" spc="-150" baseline="30000" dirty="0">
                  <a:solidFill>
                    <a:schemeClr val="accent1"/>
                  </a:solidFill>
                  <a:latin typeface="Ubuntu" panose="020B0504030602030204" pitchFamily="34" charset="0"/>
                </a:endParaRPr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2A78B38-BAED-460D-96E4-76DC9F29594A}"/>
                </a:ext>
              </a:extLst>
            </p:cNvPr>
            <p:cNvSpPr/>
            <p:nvPr/>
          </p:nvSpPr>
          <p:spPr>
            <a:xfrm>
              <a:off x="1767552" y="4702823"/>
              <a:ext cx="16071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Option one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A799336-EEEA-40EA-9300-5F0EDA66E2B6}"/>
                </a:ext>
              </a:extLst>
            </p:cNvPr>
            <p:cNvSpPr/>
            <p:nvPr/>
          </p:nvSpPr>
          <p:spPr>
            <a:xfrm>
              <a:off x="1955520" y="5093113"/>
              <a:ext cx="1231230" cy="205746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Next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89E77271-ECF4-4438-A07D-D9631FFA096A}"/>
              </a:ext>
            </a:extLst>
          </p:cNvPr>
          <p:cNvSpPr/>
          <p:nvPr/>
        </p:nvSpPr>
        <p:spPr>
          <a:xfrm>
            <a:off x="1291773" y="1112103"/>
            <a:ext cx="96084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coder makes it easy and fun for you to code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0B2649-AE54-4023-AB94-11619BB684F9}"/>
              </a:ext>
            </a:extLst>
          </p:cNvPr>
          <p:cNvSpPr/>
          <p:nvPr/>
        </p:nvSpPr>
        <p:spPr>
          <a:xfrm>
            <a:off x="2133600" y="1831437"/>
            <a:ext cx="7924800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another, so don't get hung too up on choosing your first language. 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7C283FA-620B-4C34-811F-7F7C1E2B5F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4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7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7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7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BA5CDD1-4C69-439D-970C-2C2EB429E5AB}"/>
              </a:ext>
            </a:extLst>
          </p:cNvPr>
          <p:cNvSpPr/>
          <p:nvPr/>
        </p:nvSpPr>
        <p:spPr>
          <a:xfrm>
            <a:off x="3216115" y="1257300"/>
            <a:ext cx="3894672" cy="2969205"/>
          </a:xfrm>
          <a:custGeom>
            <a:avLst/>
            <a:gdLst/>
            <a:ahLst/>
            <a:cxnLst/>
            <a:rect l="l" t="t" r="r" b="b"/>
            <a:pathLst>
              <a:path w="926430" h="706288">
                <a:moveTo>
                  <a:pt x="0" y="0"/>
                </a:moveTo>
                <a:lnTo>
                  <a:pt x="172240" y="0"/>
                </a:lnTo>
                <a:cubicBezTo>
                  <a:pt x="179067" y="40087"/>
                  <a:pt x="186578" y="81704"/>
                  <a:pt x="194774" y="124849"/>
                </a:cubicBezTo>
                <a:cubicBezTo>
                  <a:pt x="202969" y="167994"/>
                  <a:pt x="211505" y="211309"/>
                  <a:pt x="220380" y="254794"/>
                </a:cubicBezTo>
                <a:cubicBezTo>
                  <a:pt x="229256" y="298278"/>
                  <a:pt x="238304" y="340404"/>
                  <a:pt x="247524" y="381171"/>
                </a:cubicBezTo>
                <a:cubicBezTo>
                  <a:pt x="256744" y="421938"/>
                  <a:pt x="266132" y="459648"/>
                  <a:pt x="275687" y="494300"/>
                </a:cubicBezTo>
                <a:cubicBezTo>
                  <a:pt x="287938" y="461007"/>
                  <a:pt x="299849" y="425675"/>
                  <a:pt x="311421" y="388306"/>
                </a:cubicBezTo>
                <a:cubicBezTo>
                  <a:pt x="322993" y="350936"/>
                  <a:pt x="334225" y="313566"/>
                  <a:pt x="345118" y="276196"/>
                </a:cubicBezTo>
                <a:cubicBezTo>
                  <a:pt x="356010" y="238827"/>
                  <a:pt x="366051" y="202816"/>
                  <a:pt x="375239" y="168164"/>
                </a:cubicBezTo>
                <a:cubicBezTo>
                  <a:pt x="384428" y="133512"/>
                  <a:pt x="392764" y="102597"/>
                  <a:pt x="400249" y="75419"/>
                </a:cubicBezTo>
                <a:lnTo>
                  <a:pt x="535783" y="75419"/>
                </a:lnTo>
                <a:cubicBezTo>
                  <a:pt x="543926" y="103276"/>
                  <a:pt x="552915" y="134701"/>
                  <a:pt x="562751" y="169692"/>
                </a:cubicBezTo>
                <a:cubicBezTo>
                  <a:pt x="572588" y="204684"/>
                  <a:pt x="583100" y="240865"/>
                  <a:pt x="594290" y="278235"/>
                </a:cubicBezTo>
                <a:cubicBezTo>
                  <a:pt x="605480" y="315604"/>
                  <a:pt x="616842" y="352974"/>
                  <a:pt x="628377" y="390344"/>
                </a:cubicBezTo>
                <a:cubicBezTo>
                  <a:pt x="639911" y="427714"/>
                  <a:pt x="651104" y="462366"/>
                  <a:pt x="661954" y="494300"/>
                </a:cubicBezTo>
                <a:cubicBezTo>
                  <a:pt x="670829" y="459648"/>
                  <a:pt x="679874" y="421938"/>
                  <a:pt x="689089" y="381171"/>
                </a:cubicBezTo>
                <a:cubicBezTo>
                  <a:pt x="698304" y="340404"/>
                  <a:pt x="707007" y="298278"/>
                  <a:pt x="715198" y="254794"/>
                </a:cubicBezTo>
                <a:cubicBezTo>
                  <a:pt x="723388" y="211309"/>
                  <a:pt x="731409" y="167994"/>
                  <a:pt x="739260" y="124849"/>
                </a:cubicBezTo>
                <a:cubicBezTo>
                  <a:pt x="747110" y="81704"/>
                  <a:pt x="754449" y="40087"/>
                  <a:pt x="761276" y="0"/>
                </a:cubicBezTo>
                <a:lnTo>
                  <a:pt x="926430" y="0"/>
                </a:lnTo>
                <a:cubicBezTo>
                  <a:pt x="902511" y="118224"/>
                  <a:pt x="875001" y="238147"/>
                  <a:pt x="843900" y="359769"/>
                </a:cubicBezTo>
                <a:cubicBezTo>
                  <a:pt x="812800" y="481390"/>
                  <a:pt x="779138" y="596897"/>
                  <a:pt x="742914" y="706288"/>
                </a:cubicBezTo>
                <a:lnTo>
                  <a:pt x="597491" y="706288"/>
                </a:lnTo>
                <a:cubicBezTo>
                  <a:pt x="573753" y="641061"/>
                  <a:pt x="550694" y="572606"/>
                  <a:pt x="528314" y="500924"/>
                </a:cubicBezTo>
                <a:cubicBezTo>
                  <a:pt x="505935" y="429242"/>
                  <a:pt x="483895" y="357391"/>
                  <a:pt x="462195" y="285369"/>
                </a:cubicBezTo>
                <a:cubicBezTo>
                  <a:pt x="440432" y="357391"/>
                  <a:pt x="418666" y="429242"/>
                  <a:pt x="396896" y="500924"/>
                </a:cubicBezTo>
                <a:cubicBezTo>
                  <a:pt x="375128" y="572606"/>
                  <a:pt x="352337" y="641061"/>
                  <a:pt x="328524" y="706288"/>
                </a:cubicBezTo>
                <a:lnTo>
                  <a:pt x="183212" y="706288"/>
                </a:lnTo>
                <a:cubicBezTo>
                  <a:pt x="147042" y="596897"/>
                  <a:pt x="113436" y="481390"/>
                  <a:pt x="82394" y="359769"/>
                </a:cubicBezTo>
                <a:cubicBezTo>
                  <a:pt x="51351" y="238147"/>
                  <a:pt x="23887" y="118224"/>
                  <a:pt x="0" y="0"/>
                </a:cubicBezTo>
                <a:close/>
              </a:path>
            </a:pathLst>
          </a:custGeom>
          <a:noFill/>
          <a:ln w="63500">
            <a:gradFill flip="none" rotWithShape="1">
              <a:gsLst>
                <a:gs pos="0">
                  <a:schemeClr val="accent4"/>
                </a:gs>
                <a:gs pos="100000">
                  <a:schemeClr val="accent6"/>
                </a:gs>
                <a:gs pos="51000">
                  <a:schemeClr val="accent5"/>
                </a:gs>
              </a:gsLst>
              <a:lin ang="0" scaled="1"/>
              <a:tileRect/>
            </a:gradFill>
          </a:ln>
          <a:effectLst>
            <a:outerShdw blurRad="444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693C8C9-BBA2-44D2-A8FB-5A657AF3943D}"/>
              </a:ext>
            </a:extLst>
          </p:cNvPr>
          <p:cNvSpPr/>
          <p:nvPr/>
        </p:nvSpPr>
        <p:spPr>
          <a:xfrm>
            <a:off x="1616601" y="2017444"/>
            <a:ext cx="2405600" cy="3444063"/>
          </a:xfrm>
          <a:custGeom>
            <a:avLst/>
            <a:gdLst/>
            <a:ahLst/>
            <a:cxnLst/>
            <a:rect l="l" t="t" r="r" b="b"/>
            <a:pathLst>
              <a:path w="514683" h="736864">
                <a:moveTo>
                  <a:pt x="272119" y="0"/>
                </a:moveTo>
                <a:cubicBezTo>
                  <a:pt x="319681" y="0"/>
                  <a:pt x="360788" y="5096"/>
                  <a:pt x="395440" y="15288"/>
                </a:cubicBezTo>
                <a:cubicBezTo>
                  <a:pt x="430092" y="25479"/>
                  <a:pt x="458629" y="36690"/>
                  <a:pt x="481050" y="48920"/>
                </a:cubicBezTo>
                <a:lnTo>
                  <a:pt x="435187" y="174279"/>
                </a:lnTo>
                <a:cubicBezTo>
                  <a:pt x="415483" y="164087"/>
                  <a:pt x="393571" y="155084"/>
                  <a:pt x="369451" y="147271"/>
                </a:cubicBezTo>
                <a:cubicBezTo>
                  <a:pt x="345330" y="139457"/>
                  <a:pt x="316284" y="135550"/>
                  <a:pt x="282311" y="135550"/>
                </a:cubicBezTo>
                <a:cubicBezTo>
                  <a:pt x="244262" y="135550"/>
                  <a:pt x="216914" y="140816"/>
                  <a:pt x="200268" y="151347"/>
                </a:cubicBezTo>
                <a:cubicBezTo>
                  <a:pt x="183621" y="161879"/>
                  <a:pt x="175298" y="178016"/>
                  <a:pt x="175298" y="199758"/>
                </a:cubicBezTo>
                <a:cubicBezTo>
                  <a:pt x="175298" y="212668"/>
                  <a:pt x="178355" y="223539"/>
                  <a:pt x="184470" y="232372"/>
                </a:cubicBezTo>
                <a:cubicBezTo>
                  <a:pt x="190585" y="241205"/>
                  <a:pt x="199248" y="249188"/>
                  <a:pt x="210459" y="256323"/>
                </a:cubicBezTo>
                <a:cubicBezTo>
                  <a:pt x="221670" y="263457"/>
                  <a:pt x="234580" y="269912"/>
                  <a:pt x="249188" y="275687"/>
                </a:cubicBezTo>
                <a:cubicBezTo>
                  <a:pt x="263796" y="281462"/>
                  <a:pt x="279933" y="287407"/>
                  <a:pt x="297599" y="293522"/>
                </a:cubicBezTo>
                <a:cubicBezTo>
                  <a:pt x="334289" y="307111"/>
                  <a:pt x="366223" y="320531"/>
                  <a:pt x="393401" y="333780"/>
                </a:cubicBezTo>
                <a:cubicBezTo>
                  <a:pt x="420579" y="347029"/>
                  <a:pt x="443171" y="362487"/>
                  <a:pt x="461176" y="380152"/>
                </a:cubicBezTo>
                <a:cubicBezTo>
                  <a:pt x="479182" y="397818"/>
                  <a:pt x="492601" y="418541"/>
                  <a:pt x="501434" y="442322"/>
                </a:cubicBezTo>
                <a:cubicBezTo>
                  <a:pt x="510267" y="466103"/>
                  <a:pt x="514683" y="494979"/>
                  <a:pt x="514683" y="528952"/>
                </a:cubicBezTo>
                <a:cubicBezTo>
                  <a:pt x="514683" y="594859"/>
                  <a:pt x="491582" y="645987"/>
                  <a:pt x="445379" y="682338"/>
                </a:cubicBezTo>
                <a:cubicBezTo>
                  <a:pt x="399177" y="718688"/>
                  <a:pt x="329533" y="736864"/>
                  <a:pt x="236448" y="736864"/>
                </a:cubicBezTo>
                <a:cubicBezTo>
                  <a:pt x="205194" y="736864"/>
                  <a:pt x="176996" y="734995"/>
                  <a:pt x="151857" y="731258"/>
                </a:cubicBezTo>
                <a:cubicBezTo>
                  <a:pt x="126717" y="727521"/>
                  <a:pt x="104465" y="722935"/>
                  <a:pt x="85101" y="717499"/>
                </a:cubicBezTo>
                <a:cubicBezTo>
                  <a:pt x="65737" y="712064"/>
                  <a:pt x="49090" y="706288"/>
                  <a:pt x="35161" y="700173"/>
                </a:cubicBezTo>
                <a:cubicBezTo>
                  <a:pt x="21233" y="694058"/>
                  <a:pt x="9512" y="688283"/>
                  <a:pt x="0" y="682847"/>
                </a:cubicBezTo>
                <a:lnTo>
                  <a:pt x="44843" y="556470"/>
                </a:lnTo>
                <a:cubicBezTo>
                  <a:pt x="65906" y="568020"/>
                  <a:pt x="91895" y="578382"/>
                  <a:pt x="122810" y="587554"/>
                </a:cubicBezTo>
                <a:cubicBezTo>
                  <a:pt x="153725" y="596727"/>
                  <a:pt x="191605" y="601313"/>
                  <a:pt x="236448" y="601313"/>
                </a:cubicBezTo>
                <a:cubicBezTo>
                  <a:pt x="258870" y="601313"/>
                  <a:pt x="277385" y="599445"/>
                  <a:pt x="291993" y="595708"/>
                </a:cubicBezTo>
                <a:cubicBezTo>
                  <a:pt x="306602" y="591971"/>
                  <a:pt x="318322" y="586875"/>
                  <a:pt x="327155" y="580420"/>
                </a:cubicBezTo>
                <a:cubicBezTo>
                  <a:pt x="335988" y="573965"/>
                  <a:pt x="342103" y="566322"/>
                  <a:pt x="345500" y="557489"/>
                </a:cubicBezTo>
                <a:cubicBezTo>
                  <a:pt x="348897" y="548656"/>
                  <a:pt x="350596" y="538804"/>
                  <a:pt x="350596" y="527933"/>
                </a:cubicBezTo>
                <a:cubicBezTo>
                  <a:pt x="350596" y="504831"/>
                  <a:pt x="339725" y="485637"/>
                  <a:pt x="317982" y="470349"/>
                </a:cubicBezTo>
                <a:cubicBezTo>
                  <a:pt x="296240" y="455062"/>
                  <a:pt x="258870" y="438585"/>
                  <a:pt x="205873" y="420919"/>
                </a:cubicBezTo>
                <a:cubicBezTo>
                  <a:pt x="182772" y="412766"/>
                  <a:pt x="159671" y="403424"/>
                  <a:pt x="136569" y="392892"/>
                </a:cubicBezTo>
                <a:cubicBezTo>
                  <a:pt x="113468" y="382361"/>
                  <a:pt x="92745" y="369111"/>
                  <a:pt x="74400" y="353144"/>
                </a:cubicBezTo>
                <a:cubicBezTo>
                  <a:pt x="56054" y="337177"/>
                  <a:pt x="41106" y="317813"/>
                  <a:pt x="29556" y="295051"/>
                </a:cubicBezTo>
                <a:cubicBezTo>
                  <a:pt x="18005" y="272290"/>
                  <a:pt x="12230" y="244602"/>
                  <a:pt x="12230" y="211988"/>
                </a:cubicBezTo>
                <a:cubicBezTo>
                  <a:pt x="12230" y="179375"/>
                  <a:pt x="18345" y="149989"/>
                  <a:pt x="30575" y="123830"/>
                </a:cubicBezTo>
                <a:cubicBezTo>
                  <a:pt x="42805" y="97671"/>
                  <a:pt x="60131" y="75419"/>
                  <a:pt x="82553" y="57074"/>
                </a:cubicBezTo>
                <a:cubicBezTo>
                  <a:pt x="104975" y="38729"/>
                  <a:pt x="132153" y="24630"/>
                  <a:pt x="164087" y="14778"/>
                </a:cubicBezTo>
                <a:cubicBezTo>
                  <a:pt x="196021" y="4926"/>
                  <a:pt x="232032" y="0"/>
                  <a:pt x="272119" y="0"/>
                </a:cubicBezTo>
                <a:close/>
              </a:path>
            </a:pathLst>
          </a:custGeom>
          <a:noFill/>
          <a:ln w="63500">
            <a:gradFill flip="none" rotWithShape="1">
              <a:gsLst>
                <a:gs pos="0">
                  <a:schemeClr val="accent4"/>
                </a:gs>
                <a:gs pos="100000">
                  <a:schemeClr val="accent6"/>
                </a:gs>
                <a:gs pos="51000">
                  <a:schemeClr val="accent5"/>
                </a:gs>
              </a:gsLst>
              <a:lin ang="0" scaled="1"/>
              <a:tileRect/>
            </a:gradFill>
          </a:ln>
          <a:effectLst>
            <a:outerShdw blurRad="444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8A3CC2E-ACE3-419F-A9DC-AEB33210686C}"/>
              </a:ext>
            </a:extLst>
          </p:cNvPr>
          <p:cNvSpPr/>
          <p:nvPr/>
        </p:nvSpPr>
        <p:spPr>
          <a:xfrm>
            <a:off x="6082666" y="3086100"/>
            <a:ext cx="2350770" cy="2463200"/>
          </a:xfrm>
          <a:custGeom>
            <a:avLst/>
            <a:gdLst/>
            <a:ahLst/>
            <a:cxnLst/>
            <a:rect l="l" t="t" r="r" b="b"/>
            <a:pathLst>
              <a:path w="703231" h="736864">
                <a:moveTo>
                  <a:pt x="351615" y="0"/>
                </a:moveTo>
                <a:cubicBezTo>
                  <a:pt x="399856" y="0"/>
                  <a:pt x="445379" y="7814"/>
                  <a:pt x="488184" y="23441"/>
                </a:cubicBezTo>
                <a:cubicBezTo>
                  <a:pt x="530990" y="39068"/>
                  <a:pt x="568360" y="62509"/>
                  <a:pt x="600294" y="93764"/>
                </a:cubicBezTo>
                <a:cubicBezTo>
                  <a:pt x="632228" y="125019"/>
                  <a:pt x="657368" y="163578"/>
                  <a:pt x="675713" y="209440"/>
                </a:cubicBezTo>
                <a:cubicBezTo>
                  <a:pt x="694058" y="255303"/>
                  <a:pt x="703231" y="308470"/>
                  <a:pt x="703231" y="368941"/>
                </a:cubicBezTo>
                <a:cubicBezTo>
                  <a:pt x="703231" y="429412"/>
                  <a:pt x="694228" y="482579"/>
                  <a:pt x="676222" y="528442"/>
                </a:cubicBezTo>
                <a:cubicBezTo>
                  <a:pt x="658217" y="574305"/>
                  <a:pt x="633587" y="612694"/>
                  <a:pt x="602332" y="643609"/>
                </a:cubicBezTo>
                <a:cubicBezTo>
                  <a:pt x="571078" y="674524"/>
                  <a:pt x="533878" y="697795"/>
                  <a:pt x="490732" y="713423"/>
                </a:cubicBezTo>
                <a:cubicBezTo>
                  <a:pt x="447588" y="729050"/>
                  <a:pt x="401215" y="736864"/>
                  <a:pt x="351615" y="736864"/>
                </a:cubicBezTo>
                <a:cubicBezTo>
                  <a:pt x="303374" y="736864"/>
                  <a:pt x="257851" y="729050"/>
                  <a:pt x="215046" y="713423"/>
                </a:cubicBezTo>
                <a:cubicBezTo>
                  <a:pt x="172240" y="697795"/>
                  <a:pt x="134870" y="674524"/>
                  <a:pt x="102936" y="643609"/>
                </a:cubicBezTo>
                <a:cubicBezTo>
                  <a:pt x="71002" y="612694"/>
                  <a:pt x="45863" y="574305"/>
                  <a:pt x="27518" y="528442"/>
                </a:cubicBezTo>
                <a:cubicBezTo>
                  <a:pt x="9172" y="482579"/>
                  <a:pt x="0" y="429412"/>
                  <a:pt x="0" y="368941"/>
                </a:cubicBezTo>
                <a:cubicBezTo>
                  <a:pt x="0" y="308470"/>
                  <a:pt x="9512" y="255303"/>
                  <a:pt x="28537" y="209440"/>
                </a:cubicBezTo>
                <a:cubicBezTo>
                  <a:pt x="47561" y="163578"/>
                  <a:pt x="73211" y="125019"/>
                  <a:pt x="105484" y="93764"/>
                </a:cubicBezTo>
                <a:cubicBezTo>
                  <a:pt x="137758" y="62509"/>
                  <a:pt x="175128" y="39068"/>
                  <a:pt x="217594" y="23441"/>
                </a:cubicBezTo>
                <a:cubicBezTo>
                  <a:pt x="260059" y="7814"/>
                  <a:pt x="304733" y="0"/>
                  <a:pt x="351615" y="0"/>
                </a:cubicBezTo>
                <a:close/>
                <a:moveTo>
                  <a:pt x="351615" y="139627"/>
                </a:moveTo>
                <a:cubicBezTo>
                  <a:pt x="321719" y="139627"/>
                  <a:pt x="295221" y="145232"/>
                  <a:pt x="272120" y="156443"/>
                </a:cubicBezTo>
                <a:cubicBezTo>
                  <a:pt x="249018" y="167654"/>
                  <a:pt x="229484" y="183282"/>
                  <a:pt x="213517" y="203325"/>
                </a:cubicBezTo>
                <a:cubicBezTo>
                  <a:pt x="197550" y="223369"/>
                  <a:pt x="185320" y="247490"/>
                  <a:pt x="176827" y="275687"/>
                </a:cubicBezTo>
                <a:cubicBezTo>
                  <a:pt x="168334" y="303884"/>
                  <a:pt x="164087" y="334969"/>
                  <a:pt x="164087" y="368941"/>
                </a:cubicBezTo>
                <a:cubicBezTo>
                  <a:pt x="164087" y="403593"/>
                  <a:pt x="168334" y="434848"/>
                  <a:pt x="176827" y="462706"/>
                </a:cubicBezTo>
                <a:cubicBezTo>
                  <a:pt x="185320" y="490563"/>
                  <a:pt x="197550" y="514514"/>
                  <a:pt x="213517" y="534557"/>
                </a:cubicBezTo>
                <a:cubicBezTo>
                  <a:pt x="229484" y="554601"/>
                  <a:pt x="249018" y="570059"/>
                  <a:pt x="272120" y="580930"/>
                </a:cubicBezTo>
                <a:cubicBezTo>
                  <a:pt x="295221" y="591801"/>
                  <a:pt x="321719" y="597237"/>
                  <a:pt x="351615" y="597237"/>
                </a:cubicBezTo>
                <a:cubicBezTo>
                  <a:pt x="380832" y="597237"/>
                  <a:pt x="407160" y="591801"/>
                  <a:pt x="430601" y="580930"/>
                </a:cubicBezTo>
                <a:cubicBezTo>
                  <a:pt x="454042" y="570059"/>
                  <a:pt x="473746" y="554601"/>
                  <a:pt x="489714" y="534557"/>
                </a:cubicBezTo>
                <a:cubicBezTo>
                  <a:pt x="505681" y="514514"/>
                  <a:pt x="517911" y="490563"/>
                  <a:pt x="526404" y="462706"/>
                </a:cubicBezTo>
                <a:cubicBezTo>
                  <a:pt x="534897" y="434848"/>
                  <a:pt x="539144" y="403593"/>
                  <a:pt x="539144" y="368941"/>
                </a:cubicBezTo>
                <a:cubicBezTo>
                  <a:pt x="539144" y="334289"/>
                  <a:pt x="534897" y="302865"/>
                  <a:pt x="526404" y="274668"/>
                </a:cubicBezTo>
                <a:cubicBezTo>
                  <a:pt x="517911" y="246471"/>
                  <a:pt x="505681" y="222350"/>
                  <a:pt x="489714" y="202306"/>
                </a:cubicBezTo>
                <a:cubicBezTo>
                  <a:pt x="473746" y="182262"/>
                  <a:pt x="454042" y="166805"/>
                  <a:pt x="430601" y="155934"/>
                </a:cubicBezTo>
                <a:cubicBezTo>
                  <a:pt x="407160" y="145063"/>
                  <a:pt x="380832" y="139627"/>
                  <a:pt x="351615" y="139627"/>
                </a:cubicBezTo>
                <a:close/>
              </a:path>
            </a:pathLst>
          </a:custGeom>
          <a:noFill/>
          <a:ln w="63500">
            <a:gradFill flip="none" rotWithShape="1">
              <a:gsLst>
                <a:gs pos="0">
                  <a:schemeClr val="accent4"/>
                </a:gs>
                <a:gs pos="100000">
                  <a:schemeClr val="accent6"/>
                </a:gs>
                <a:gs pos="51000">
                  <a:schemeClr val="accent5"/>
                </a:gs>
              </a:gsLst>
              <a:lin ang="0" scaled="1"/>
              <a:tileRect/>
            </a:gradFill>
          </a:ln>
          <a:effectLst>
            <a:outerShdw blurRad="444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9EA9E7-A9A8-414B-AB3B-C6EB5C17B6C2}"/>
              </a:ext>
            </a:extLst>
          </p:cNvPr>
          <p:cNvSpPr/>
          <p:nvPr/>
        </p:nvSpPr>
        <p:spPr>
          <a:xfrm>
            <a:off x="8189195" y="2102258"/>
            <a:ext cx="2478805" cy="2992705"/>
          </a:xfrm>
          <a:custGeom>
            <a:avLst/>
            <a:gdLst/>
            <a:ahLst/>
            <a:cxnLst/>
            <a:rect l="l" t="t" r="r" b="b"/>
            <a:pathLst>
              <a:path w="585006" h="706288">
                <a:moveTo>
                  <a:pt x="0" y="0"/>
                </a:moveTo>
                <a:lnTo>
                  <a:pt x="585006" y="0"/>
                </a:lnTo>
                <a:lnTo>
                  <a:pt x="585006" y="135550"/>
                </a:lnTo>
                <a:lnTo>
                  <a:pt x="371998" y="135550"/>
                </a:lnTo>
                <a:lnTo>
                  <a:pt x="371998" y="706288"/>
                </a:lnTo>
                <a:lnTo>
                  <a:pt x="213007" y="706288"/>
                </a:lnTo>
                <a:lnTo>
                  <a:pt x="213007" y="135550"/>
                </a:lnTo>
                <a:lnTo>
                  <a:pt x="0" y="135550"/>
                </a:lnTo>
                <a:lnTo>
                  <a:pt x="0" y="0"/>
                </a:lnTo>
                <a:close/>
              </a:path>
            </a:pathLst>
          </a:custGeom>
          <a:noFill/>
          <a:ln w="63500">
            <a:gradFill flip="none" rotWithShape="1">
              <a:gsLst>
                <a:gs pos="0">
                  <a:schemeClr val="accent4"/>
                </a:gs>
                <a:gs pos="100000">
                  <a:schemeClr val="accent6"/>
                </a:gs>
                <a:gs pos="51000">
                  <a:schemeClr val="accent5"/>
                </a:gs>
              </a:gsLst>
              <a:lin ang="0" scaled="1"/>
              <a:tileRect/>
            </a:gradFill>
          </a:ln>
          <a:effectLst>
            <a:outerShdw blurRad="444500" dist="38100" dir="5400000" algn="t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76F900-9C6F-4301-98F3-892A6D04C778}"/>
              </a:ext>
            </a:extLst>
          </p:cNvPr>
          <p:cNvSpPr/>
          <p:nvPr/>
        </p:nvSpPr>
        <p:spPr>
          <a:xfrm>
            <a:off x="4267200" y="2914650"/>
            <a:ext cx="5734050" cy="830997"/>
          </a:xfrm>
          <a:prstGeom prst="rect">
            <a:avLst/>
          </a:prstGeom>
          <a:solidFill>
            <a:srgbClr val="232A4E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Analytics SWOT </a:t>
            </a:r>
            <a:endParaRPr lang="en-US" sz="28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99DAD0-AA61-46C0-A8F6-A954B9994C24}"/>
              </a:ext>
            </a:extLst>
          </p:cNvPr>
          <p:cNvSpPr/>
          <p:nvPr/>
        </p:nvSpPr>
        <p:spPr>
          <a:xfrm>
            <a:off x="2497365" y="3745647"/>
            <a:ext cx="7503886" cy="52322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Ubuntu" panose="020B0504030602030204" pitchFamily="34" charset="0"/>
              </a:rPr>
              <a:t>Infographic Design With Modern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7138388-3E99-45F8-A946-27C1D004B5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8" presetClass="entr" presetSubtype="3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7" grpId="0" animBg="1"/>
      <p:bldP spid="8" grpId="0" animBg="1"/>
      <p:bldP spid="2" grpId="0" animBg="1"/>
      <p:bldP spid="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72C2C3-7AA6-469C-8CB2-9F73530F7813}"/>
              </a:ext>
            </a:extLst>
          </p:cNvPr>
          <p:cNvSpPr/>
          <p:nvPr/>
        </p:nvSpPr>
        <p:spPr>
          <a:xfrm>
            <a:off x="1524000" y="0"/>
            <a:ext cx="4572000" cy="6858000"/>
          </a:xfrm>
          <a:prstGeom prst="rect">
            <a:avLst/>
          </a:prstGeom>
          <a:solidFill>
            <a:srgbClr val="F1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D2EB4E8-164E-4814-A6DF-749DB8794514}"/>
              </a:ext>
            </a:extLst>
          </p:cNvPr>
          <p:cNvSpPr/>
          <p:nvPr/>
        </p:nvSpPr>
        <p:spPr>
          <a:xfrm>
            <a:off x="4600979" y="1315875"/>
            <a:ext cx="2951942" cy="4226251"/>
          </a:xfrm>
          <a:custGeom>
            <a:avLst/>
            <a:gdLst/>
            <a:ahLst/>
            <a:cxnLst/>
            <a:rect l="l" t="t" r="r" b="b"/>
            <a:pathLst>
              <a:path w="514683" h="736864">
                <a:moveTo>
                  <a:pt x="272119" y="0"/>
                </a:moveTo>
                <a:cubicBezTo>
                  <a:pt x="319681" y="0"/>
                  <a:pt x="360788" y="5096"/>
                  <a:pt x="395440" y="15288"/>
                </a:cubicBezTo>
                <a:cubicBezTo>
                  <a:pt x="430092" y="25479"/>
                  <a:pt x="458629" y="36690"/>
                  <a:pt x="481050" y="48920"/>
                </a:cubicBezTo>
                <a:lnTo>
                  <a:pt x="435187" y="174279"/>
                </a:lnTo>
                <a:cubicBezTo>
                  <a:pt x="415483" y="164087"/>
                  <a:pt x="393571" y="155084"/>
                  <a:pt x="369451" y="147271"/>
                </a:cubicBezTo>
                <a:cubicBezTo>
                  <a:pt x="345330" y="139457"/>
                  <a:pt x="316284" y="135550"/>
                  <a:pt x="282311" y="135550"/>
                </a:cubicBezTo>
                <a:cubicBezTo>
                  <a:pt x="244262" y="135550"/>
                  <a:pt x="216914" y="140816"/>
                  <a:pt x="200268" y="151347"/>
                </a:cubicBezTo>
                <a:cubicBezTo>
                  <a:pt x="183621" y="161879"/>
                  <a:pt x="175298" y="178016"/>
                  <a:pt x="175298" y="199758"/>
                </a:cubicBezTo>
                <a:cubicBezTo>
                  <a:pt x="175298" y="212668"/>
                  <a:pt x="178355" y="223539"/>
                  <a:pt x="184470" y="232372"/>
                </a:cubicBezTo>
                <a:cubicBezTo>
                  <a:pt x="190585" y="241205"/>
                  <a:pt x="199248" y="249188"/>
                  <a:pt x="210459" y="256323"/>
                </a:cubicBezTo>
                <a:cubicBezTo>
                  <a:pt x="221670" y="263457"/>
                  <a:pt x="234580" y="269912"/>
                  <a:pt x="249188" y="275687"/>
                </a:cubicBezTo>
                <a:cubicBezTo>
                  <a:pt x="263796" y="281462"/>
                  <a:pt x="279933" y="287407"/>
                  <a:pt x="297599" y="293522"/>
                </a:cubicBezTo>
                <a:cubicBezTo>
                  <a:pt x="334289" y="307111"/>
                  <a:pt x="366223" y="320531"/>
                  <a:pt x="393401" y="333780"/>
                </a:cubicBezTo>
                <a:cubicBezTo>
                  <a:pt x="420579" y="347029"/>
                  <a:pt x="443171" y="362487"/>
                  <a:pt x="461176" y="380152"/>
                </a:cubicBezTo>
                <a:cubicBezTo>
                  <a:pt x="479182" y="397818"/>
                  <a:pt x="492601" y="418541"/>
                  <a:pt x="501434" y="442322"/>
                </a:cubicBezTo>
                <a:cubicBezTo>
                  <a:pt x="510267" y="466103"/>
                  <a:pt x="514683" y="494979"/>
                  <a:pt x="514683" y="528952"/>
                </a:cubicBezTo>
                <a:cubicBezTo>
                  <a:pt x="514683" y="594859"/>
                  <a:pt x="491582" y="645987"/>
                  <a:pt x="445379" y="682338"/>
                </a:cubicBezTo>
                <a:cubicBezTo>
                  <a:pt x="399177" y="718688"/>
                  <a:pt x="329533" y="736864"/>
                  <a:pt x="236448" y="736864"/>
                </a:cubicBezTo>
                <a:cubicBezTo>
                  <a:pt x="205194" y="736864"/>
                  <a:pt x="176996" y="734995"/>
                  <a:pt x="151857" y="731258"/>
                </a:cubicBezTo>
                <a:cubicBezTo>
                  <a:pt x="126717" y="727521"/>
                  <a:pt x="104465" y="722935"/>
                  <a:pt x="85101" y="717499"/>
                </a:cubicBezTo>
                <a:cubicBezTo>
                  <a:pt x="65737" y="712064"/>
                  <a:pt x="49090" y="706288"/>
                  <a:pt x="35161" y="700173"/>
                </a:cubicBezTo>
                <a:cubicBezTo>
                  <a:pt x="21233" y="694058"/>
                  <a:pt x="9512" y="688283"/>
                  <a:pt x="0" y="682847"/>
                </a:cubicBezTo>
                <a:lnTo>
                  <a:pt x="44843" y="556470"/>
                </a:lnTo>
                <a:cubicBezTo>
                  <a:pt x="65906" y="568020"/>
                  <a:pt x="91895" y="578382"/>
                  <a:pt x="122810" y="587554"/>
                </a:cubicBezTo>
                <a:cubicBezTo>
                  <a:pt x="153725" y="596727"/>
                  <a:pt x="191605" y="601313"/>
                  <a:pt x="236448" y="601313"/>
                </a:cubicBezTo>
                <a:cubicBezTo>
                  <a:pt x="258870" y="601313"/>
                  <a:pt x="277385" y="599445"/>
                  <a:pt x="291993" y="595708"/>
                </a:cubicBezTo>
                <a:cubicBezTo>
                  <a:pt x="306602" y="591971"/>
                  <a:pt x="318322" y="586875"/>
                  <a:pt x="327155" y="580420"/>
                </a:cubicBezTo>
                <a:cubicBezTo>
                  <a:pt x="335988" y="573965"/>
                  <a:pt x="342103" y="566322"/>
                  <a:pt x="345500" y="557489"/>
                </a:cubicBezTo>
                <a:cubicBezTo>
                  <a:pt x="348897" y="548656"/>
                  <a:pt x="350596" y="538804"/>
                  <a:pt x="350596" y="527933"/>
                </a:cubicBezTo>
                <a:cubicBezTo>
                  <a:pt x="350596" y="504831"/>
                  <a:pt x="339725" y="485637"/>
                  <a:pt x="317982" y="470349"/>
                </a:cubicBezTo>
                <a:cubicBezTo>
                  <a:pt x="296240" y="455062"/>
                  <a:pt x="258870" y="438585"/>
                  <a:pt x="205873" y="420919"/>
                </a:cubicBezTo>
                <a:cubicBezTo>
                  <a:pt x="182772" y="412766"/>
                  <a:pt x="159671" y="403424"/>
                  <a:pt x="136569" y="392892"/>
                </a:cubicBezTo>
                <a:cubicBezTo>
                  <a:pt x="113468" y="382361"/>
                  <a:pt x="92745" y="369111"/>
                  <a:pt x="74400" y="353144"/>
                </a:cubicBezTo>
                <a:cubicBezTo>
                  <a:pt x="56054" y="337177"/>
                  <a:pt x="41106" y="317813"/>
                  <a:pt x="29556" y="295051"/>
                </a:cubicBezTo>
                <a:cubicBezTo>
                  <a:pt x="18005" y="272290"/>
                  <a:pt x="12230" y="244602"/>
                  <a:pt x="12230" y="211988"/>
                </a:cubicBezTo>
                <a:cubicBezTo>
                  <a:pt x="12230" y="179375"/>
                  <a:pt x="18345" y="149989"/>
                  <a:pt x="30575" y="123830"/>
                </a:cubicBezTo>
                <a:cubicBezTo>
                  <a:pt x="42805" y="97671"/>
                  <a:pt x="60131" y="75419"/>
                  <a:pt x="82553" y="57074"/>
                </a:cubicBezTo>
                <a:cubicBezTo>
                  <a:pt x="104975" y="38729"/>
                  <a:pt x="132153" y="24630"/>
                  <a:pt x="164087" y="14778"/>
                </a:cubicBezTo>
                <a:cubicBezTo>
                  <a:pt x="196021" y="4926"/>
                  <a:pt x="232032" y="0"/>
                  <a:pt x="272119" y="0"/>
                </a:cubicBezTo>
                <a:close/>
              </a:path>
            </a:pathLst>
          </a:custGeom>
          <a:pattFill prst="wdDnDiag">
            <a:fgClr>
              <a:srgbClr val="F1F3FE"/>
            </a:fgClr>
            <a:bgClr>
              <a:schemeClr val="bg1"/>
            </a:bgClr>
          </a:pattFill>
          <a:ln w="63500">
            <a:gradFill flip="none" rotWithShape="1">
              <a:gsLst>
                <a:gs pos="0">
                  <a:schemeClr val="accent4"/>
                </a:gs>
                <a:gs pos="100000">
                  <a:schemeClr val="accent6"/>
                </a:gs>
                <a:gs pos="51000">
                  <a:schemeClr val="accent5"/>
                </a:gs>
              </a:gsLst>
              <a:lin ang="0" scaled="1"/>
              <a:tileRect/>
            </a:gradFill>
          </a:ln>
          <a:effectLst>
            <a:outerShdw blurRad="444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BA8F757-C071-48A3-B3F2-482287B72C65}"/>
              </a:ext>
            </a:extLst>
          </p:cNvPr>
          <p:cNvSpPr/>
          <p:nvPr/>
        </p:nvSpPr>
        <p:spPr>
          <a:xfrm flipH="1">
            <a:off x="11147470" y="2825906"/>
            <a:ext cx="434930" cy="1206188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0E9D05-4B4B-49E6-8144-84EA0607C1A2}"/>
              </a:ext>
            </a:extLst>
          </p:cNvPr>
          <p:cNvSpPr/>
          <p:nvPr/>
        </p:nvSpPr>
        <p:spPr>
          <a:xfrm>
            <a:off x="609600" y="2105561"/>
            <a:ext cx="3667070" cy="1323439"/>
          </a:xfrm>
          <a:prstGeom prst="rect">
            <a:avLst/>
          </a:prstGeom>
          <a:solidFill>
            <a:srgbClr val="232A4E"/>
          </a:solidFill>
        </p:spPr>
        <p:txBody>
          <a:bodyPr wrap="square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Ubuntu" panose="020B0504030602030204" pitchFamily="34" charset="0"/>
              </a:rPr>
              <a:t>S</a:t>
            </a:r>
            <a:r>
              <a:rPr lang="en-US" sz="6600" b="1" dirty="0">
                <a:solidFill>
                  <a:schemeClr val="bg1"/>
                </a:solidFill>
                <a:latin typeface="Ubuntu" panose="020B0504030602030204" pitchFamily="34" charset="0"/>
              </a:rPr>
              <a:t>WOT</a:t>
            </a:r>
            <a:endParaRPr lang="en-US" sz="48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9247C-C5B3-40B4-AFD0-C66DD0D1176C}"/>
              </a:ext>
            </a:extLst>
          </p:cNvPr>
          <p:cNvSpPr/>
          <p:nvPr/>
        </p:nvSpPr>
        <p:spPr>
          <a:xfrm>
            <a:off x="3164114" y="3429000"/>
            <a:ext cx="2931886" cy="83099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Strength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036D883-719D-475D-BC17-21A59A839B8B}"/>
              </a:ext>
            </a:extLst>
          </p:cNvPr>
          <p:cNvGrpSpPr/>
          <p:nvPr/>
        </p:nvGrpSpPr>
        <p:grpSpPr>
          <a:xfrm>
            <a:off x="8387250" y="3538020"/>
            <a:ext cx="2732700" cy="276999"/>
            <a:chOff x="4493600" y="4261354"/>
            <a:chExt cx="2732700" cy="27699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715EEB3-35AA-41AB-A7CF-A3B9D7D49DA7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B14008-9AE7-4CB1-9343-BE7EDB9FEBB9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100000">
                    <a:schemeClr val="accent4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C7A02F67-7AEA-461C-A73E-E085EA8A3F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FB9975-A6BE-4E16-BFA7-F4082831C72A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41EBE66-6C57-4E5F-B025-BE1956C9D148}"/>
              </a:ext>
            </a:extLst>
          </p:cNvPr>
          <p:cNvGrpSpPr/>
          <p:nvPr/>
        </p:nvGrpSpPr>
        <p:grpSpPr>
          <a:xfrm>
            <a:off x="8387250" y="3980963"/>
            <a:ext cx="2732700" cy="276999"/>
            <a:chOff x="4493600" y="4261354"/>
            <a:chExt cx="2732700" cy="2769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51E4536-07EF-484D-B038-F9B6968110D7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65F9A705-4605-4010-A40F-7584FE6D0BF5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 7">
                <a:extLst>
                  <a:ext uri="{FF2B5EF4-FFF2-40B4-BE49-F238E27FC236}">
                    <a16:creationId xmlns:a16="http://schemas.microsoft.com/office/drawing/2014/main" id="{30E46C76-77DF-4134-8A3D-C1EF784B2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41EB09-8F14-4B47-9717-04FF084090F6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4EF5D5-3358-407E-95BC-AE82579AD461}"/>
              </a:ext>
            </a:extLst>
          </p:cNvPr>
          <p:cNvGrpSpPr/>
          <p:nvPr/>
        </p:nvGrpSpPr>
        <p:grpSpPr>
          <a:xfrm>
            <a:off x="8387250" y="4423906"/>
            <a:ext cx="2732700" cy="276999"/>
            <a:chOff x="4493600" y="4261354"/>
            <a:chExt cx="2732700" cy="27699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2A885F-6568-4185-9131-7802BE9B765A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786F5D0E-76D1-4D72-96D3-74E797FB22CC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C58B40E5-216B-427D-BFB8-6A881FFC1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022E2C1-AAF8-447E-A1C3-5BDBC6725815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F009422-5C2A-45F7-A697-268B7C1A9386}"/>
              </a:ext>
            </a:extLst>
          </p:cNvPr>
          <p:cNvGrpSpPr/>
          <p:nvPr/>
        </p:nvGrpSpPr>
        <p:grpSpPr>
          <a:xfrm>
            <a:off x="8387250" y="4866850"/>
            <a:ext cx="2732700" cy="276999"/>
            <a:chOff x="4493600" y="4261354"/>
            <a:chExt cx="2732700" cy="27699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59BD214-88DD-47F7-A601-E03412DC817A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1F28A016-A633-4049-9ED3-9FEE9AD0FC00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59B4DE7D-8F64-4FE8-864E-95E3F436BE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94AD1E-F703-4F45-A4E1-CA4A6E38E90B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C7C7E89-4F34-41B2-AA0C-2A236625BD5E}"/>
              </a:ext>
            </a:extLst>
          </p:cNvPr>
          <p:cNvSpPr txBox="1"/>
          <p:nvPr/>
        </p:nvSpPr>
        <p:spPr>
          <a:xfrm>
            <a:off x="1826064" y="4570115"/>
            <a:ext cx="2441136" cy="843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&lt;!--This is a comment. Comments are not displayed in the browser--&gt;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524C7D-D398-4E62-A09C-EB6401BD0887}"/>
              </a:ext>
            </a:extLst>
          </p:cNvPr>
          <p:cNvSpPr/>
          <p:nvPr/>
        </p:nvSpPr>
        <p:spPr>
          <a:xfrm>
            <a:off x="8281500" y="1915961"/>
            <a:ext cx="24875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Strength slide</a:t>
            </a:r>
            <a:endParaRPr lang="en-US" sz="3600" b="0" i="0" dirty="0">
              <a:solidFill>
                <a:srgbClr val="232A4E"/>
              </a:solidFill>
              <a:effectLst/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16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7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7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75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75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8" presetClass="entr" presetSubtype="3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23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8" presetClass="entr" presetSubtype="12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26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2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2" presetClass="entr" presetSubtype="4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7" dur="500"/>
                                            <p:tgtEl>
                                              <p:spTgt spid="3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35" grpId="0" animBg="1"/>
          <p:bldP spid="3" grpId="0" animBg="1"/>
          <p:bldP spid="4" grpId="0" animBg="1"/>
          <p:bldP spid="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7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7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75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75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8" presetClass="entr" presetSubtype="3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23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8" presetClass="entr" presetSubtype="12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26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2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2" presetClass="entr" presetSubtype="4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7" dur="500"/>
                                            <p:tgtEl>
                                              <p:spTgt spid="3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35" grpId="0" animBg="1"/>
          <p:bldP spid="3" grpId="0" animBg="1"/>
          <p:bldP spid="4" grpId="0" animBg="1"/>
          <p:bldP spid="5" grpId="0" animBg="1"/>
        </p:bldLst>
      </p:timing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72C2C3-7AA6-469C-8CB2-9F73530F7813}"/>
              </a:ext>
            </a:extLst>
          </p:cNvPr>
          <p:cNvSpPr/>
          <p:nvPr/>
        </p:nvSpPr>
        <p:spPr>
          <a:xfrm>
            <a:off x="4267200" y="0"/>
            <a:ext cx="4572000" cy="6858000"/>
          </a:xfrm>
          <a:prstGeom prst="rect">
            <a:avLst/>
          </a:prstGeom>
          <a:solidFill>
            <a:srgbClr val="F1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2CF9080-5704-46C5-93F4-C32902097D67}"/>
              </a:ext>
            </a:extLst>
          </p:cNvPr>
          <p:cNvSpPr/>
          <p:nvPr/>
        </p:nvSpPr>
        <p:spPr>
          <a:xfrm>
            <a:off x="6640284" y="1752599"/>
            <a:ext cx="4397832" cy="3352802"/>
          </a:xfrm>
          <a:custGeom>
            <a:avLst/>
            <a:gdLst/>
            <a:ahLst/>
            <a:cxnLst/>
            <a:rect l="l" t="t" r="r" b="b"/>
            <a:pathLst>
              <a:path w="926430" h="706288">
                <a:moveTo>
                  <a:pt x="0" y="0"/>
                </a:moveTo>
                <a:lnTo>
                  <a:pt x="172240" y="0"/>
                </a:lnTo>
                <a:cubicBezTo>
                  <a:pt x="179067" y="40087"/>
                  <a:pt x="186578" y="81704"/>
                  <a:pt x="194774" y="124849"/>
                </a:cubicBezTo>
                <a:cubicBezTo>
                  <a:pt x="202969" y="167994"/>
                  <a:pt x="211505" y="211309"/>
                  <a:pt x="220380" y="254794"/>
                </a:cubicBezTo>
                <a:cubicBezTo>
                  <a:pt x="229256" y="298278"/>
                  <a:pt x="238304" y="340404"/>
                  <a:pt x="247524" y="381171"/>
                </a:cubicBezTo>
                <a:cubicBezTo>
                  <a:pt x="256744" y="421938"/>
                  <a:pt x="266132" y="459648"/>
                  <a:pt x="275687" y="494300"/>
                </a:cubicBezTo>
                <a:cubicBezTo>
                  <a:pt x="287938" y="461007"/>
                  <a:pt x="299849" y="425675"/>
                  <a:pt x="311421" y="388306"/>
                </a:cubicBezTo>
                <a:cubicBezTo>
                  <a:pt x="322993" y="350936"/>
                  <a:pt x="334225" y="313566"/>
                  <a:pt x="345118" y="276196"/>
                </a:cubicBezTo>
                <a:cubicBezTo>
                  <a:pt x="356010" y="238827"/>
                  <a:pt x="366051" y="202816"/>
                  <a:pt x="375239" y="168164"/>
                </a:cubicBezTo>
                <a:cubicBezTo>
                  <a:pt x="384428" y="133512"/>
                  <a:pt x="392764" y="102597"/>
                  <a:pt x="400249" y="75419"/>
                </a:cubicBezTo>
                <a:lnTo>
                  <a:pt x="535783" y="75419"/>
                </a:lnTo>
                <a:cubicBezTo>
                  <a:pt x="543926" y="103276"/>
                  <a:pt x="552915" y="134701"/>
                  <a:pt x="562751" y="169692"/>
                </a:cubicBezTo>
                <a:cubicBezTo>
                  <a:pt x="572588" y="204684"/>
                  <a:pt x="583100" y="240865"/>
                  <a:pt x="594290" y="278235"/>
                </a:cubicBezTo>
                <a:cubicBezTo>
                  <a:pt x="605480" y="315604"/>
                  <a:pt x="616842" y="352974"/>
                  <a:pt x="628377" y="390344"/>
                </a:cubicBezTo>
                <a:cubicBezTo>
                  <a:pt x="639911" y="427714"/>
                  <a:pt x="651104" y="462366"/>
                  <a:pt x="661954" y="494300"/>
                </a:cubicBezTo>
                <a:cubicBezTo>
                  <a:pt x="670829" y="459648"/>
                  <a:pt x="679874" y="421938"/>
                  <a:pt x="689089" y="381171"/>
                </a:cubicBezTo>
                <a:cubicBezTo>
                  <a:pt x="698304" y="340404"/>
                  <a:pt x="707007" y="298278"/>
                  <a:pt x="715198" y="254794"/>
                </a:cubicBezTo>
                <a:cubicBezTo>
                  <a:pt x="723388" y="211309"/>
                  <a:pt x="731409" y="167994"/>
                  <a:pt x="739260" y="124849"/>
                </a:cubicBezTo>
                <a:cubicBezTo>
                  <a:pt x="747110" y="81704"/>
                  <a:pt x="754449" y="40087"/>
                  <a:pt x="761276" y="0"/>
                </a:cubicBezTo>
                <a:lnTo>
                  <a:pt x="926430" y="0"/>
                </a:lnTo>
                <a:cubicBezTo>
                  <a:pt x="902511" y="118224"/>
                  <a:pt x="875001" y="238147"/>
                  <a:pt x="843900" y="359769"/>
                </a:cubicBezTo>
                <a:cubicBezTo>
                  <a:pt x="812800" y="481390"/>
                  <a:pt x="779138" y="596897"/>
                  <a:pt x="742914" y="706288"/>
                </a:cubicBezTo>
                <a:lnTo>
                  <a:pt x="597491" y="706288"/>
                </a:lnTo>
                <a:cubicBezTo>
                  <a:pt x="573753" y="641061"/>
                  <a:pt x="550694" y="572606"/>
                  <a:pt x="528314" y="500924"/>
                </a:cubicBezTo>
                <a:cubicBezTo>
                  <a:pt x="505935" y="429242"/>
                  <a:pt x="483895" y="357391"/>
                  <a:pt x="462195" y="285369"/>
                </a:cubicBezTo>
                <a:cubicBezTo>
                  <a:pt x="440432" y="357391"/>
                  <a:pt x="418666" y="429242"/>
                  <a:pt x="396896" y="500924"/>
                </a:cubicBezTo>
                <a:cubicBezTo>
                  <a:pt x="375128" y="572606"/>
                  <a:pt x="352337" y="641061"/>
                  <a:pt x="328524" y="706288"/>
                </a:cubicBezTo>
                <a:lnTo>
                  <a:pt x="183212" y="706288"/>
                </a:lnTo>
                <a:cubicBezTo>
                  <a:pt x="147042" y="596897"/>
                  <a:pt x="113436" y="481390"/>
                  <a:pt x="82394" y="359769"/>
                </a:cubicBezTo>
                <a:cubicBezTo>
                  <a:pt x="51351" y="238147"/>
                  <a:pt x="23887" y="118224"/>
                  <a:pt x="0" y="0"/>
                </a:cubicBezTo>
                <a:close/>
              </a:path>
            </a:pathLst>
          </a:custGeom>
          <a:pattFill prst="wdDnDiag">
            <a:fgClr>
              <a:srgbClr val="F1F3FE"/>
            </a:fgClr>
            <a:bgClr>
              <a:schemeClr val="bg1"/>
            </a:bgClr>
          </a:pattFill>
          <a:ln w="63500">
            <a:gradFill flip="none" rotWithShape="1">
              <a:gsLst>
                <a:gs pos="0">
                  <a:schemeClr val="accent4"/>
                </a:gs>
                <a:gs pos="100000">
                  <a:schemeClr val="accent6"/>
                </a:gs>
                <a:gs pos="51000">
                  <a:schemeClr val="accent5"/>
                </a:gs>
              </a:gsLst>
              <a:lin ang="0" scaled="1"/>
              <a:tileRect/>
            </a:gradFill>
          </a:ln>
          <a:effectLst>
            <a:outerShdw blurRad="444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0E9D05-4B4B-49E6-8144-84EA0607C1A2}"/>
              </a:ext>
            </a:extLst>
          </p:cNvPr>
          <p:cNvSpPr/>
          <p:nvPr/>
        </p:nvSpPr>
        <p:spPr>
          <a:xfrm>
            <a:off x="3352800" y="2105561"/>
            <a:ext cx="3667070" cy="1323439"/>
          </a:xfrm>
          <a:prstGeom prst="rect">
            <a:avLst/>
          </a:prstGeom>
          <a:solidFill>
            <a:srgbClr val="232A4E"/>
          </a:solidFill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Ubuntu" panose="020B0504030602030204" pitchFamily="34" charset="0"/>
              </a:rPr>
              <a:t>S</a:t>
            </a:r>
            <a:r>
              <a:rPr lang="en-US" sz="8000" b="1" dirty="0">
                <a:solidFill>
                  <a:schemeClr val="bg1"/>
                </a:solidFill>
                <a:latin typeface="Ubuntu" panose="020B0504030602030204" pitchFamily="34" charset="0"/>
              </a:rPr>
              <a:t>W</a:t>
            </a:r>
            <a:r>
              <a:rPr lang="en-US" sz="6600" b="1" dirty="0">
                <a:solidFill>
                  <a:schemeClr val="bg1"/>
                </a:solidFill>
                <a:latin typeface="Ubuntu" panose="020B0504030602030204" pitchFamily="34" charset="0"/>
              </a:rPr>
              <a:t>OT</a:t>
            </a:r>
            <a:endParaRPr lang="en-US" sz="48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9247C-C5B3-40B4-AFD0-C66DD0D1176C}"/>
              </a:ext>
            </a:extLst>
          </p:cNvPr>
          <p:cNvSpPr/>
          <p:nvPr/>
        </p:nvSpPr>
        <p:spPr>
          <a:xfrm>
            <a:off x="5907314" y="3429000"/>
            <a:ext cx="3472660" cy="83099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Weakness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7C7E89-4F34-41B2-AA0C-2A236625BD5E}"/>
              </a:ext>
            </a:extLst>
          </p:cNvPr>
          <p:cNvSpPr txBox="1"/>
          <p:nvPr/>
        </p:nvSpPr>
        <p:spPr>
          <a:xfrm>
            <a:off x="4569264" y="4570115"/>
            <a:ext cx="2441136" cy="843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&lt;!--This is a comment. Comments are not displayed in the browser--&gt;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8C83368-123B-4E2F-9DA2-8BA0F70E83AB}"/>
              </a:ext>
            </a:extLst>
          </p:cNvPr>
          <p:cNvSpPr/>
          <p:nvPr/>
        </p:nvSpPr>
        <p:spPr>
          <a:xfrm>
            <a:off x="609600" y="1515911"/>
            <a:ext cx="24875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Weakness</a:t>
            </a:r>
          </a:p>
          <a:p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slide</a:t>
            </a:r>
            <a:endParaRPr lang="en-US" sz="3600" b="0" i="0" dirty="0">
              <a:solidFill>
                <a:srgbClr val="232A4E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85DA8A4-337A-4079-AAF2-901AD8337F6E}"/>
              </a:ext>
            </a:extLst>
          </p:cNvPr>
          <p:cNvSpPr/>
          <p:nvPr/>
        </p:nvSpPr>
        <p:spPr>
          <a:xfrm>
            <a:off x="609600" y="4720213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Ubuntu" panose="020B0504030602030204" pitchFamily="34" charset="0"/>
              </a:rPr>
              <a:t>MORE DETAILS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2CB462-CA14-4166-827D-706DD38704B4}"/>
              </a:ext>
            </a:extLst>
          </p:cNvPr>
          <p:cNvSpPr/>
          <p:nvPr/>
        </p:nvSpPr>
        <p:spPr>
          <a:xfrm>
            <a:off x="609600" y="3391005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a-DK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Development</a:t>
            </a:r>
            <a:endParaRPr lang="en-US" sz="1400" b="1" dirty="0">
              <a:solidFill>
                <a:srgbClr val="232A4E"/>
              </a:solidFill>
              <a:latin typeface="Ubuntu" panose="020B0504030602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4B63353-B503-4770-86F2-9DF840D974D0}"/>
              </a:ext>
            </a:extLst>
          </p:cNvPr>
          <p:cNvSpPr/>
          <p:nvPr/>
        </p:nvSpPr>
        <p:spPr>
          <a:xfrm>
            <a:off x="609600" y="3824533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</p:spTree>
    <p:extLst>
      <p:ext uri="{BB962C8B-B14F-4D97-AF65-F5344CB8AC3E}">
        <p14:creationId xmlns:p14="http://schemas.microsoft.com/office/powerpoint/2010/main" val="229545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3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3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3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3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2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1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1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8" presetClass="entr" presetSubtype="3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29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8" presetClass="entr" presetSubtype="12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32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4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5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33" grpId="0" animBg="1"/>
          <p:bldP spid="4" grpId="0" animBg="1"/>
          <p:bldP spid="5" grpId="0" animBg="1"/>
          <p:bldP spid="36" grpId="0"/>
          <p:bldP spid="39" grpId="0" animBg="1"/>
          <p:bldP spid="40" grpId="0"/>
          <p:bldP spid="4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3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3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3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38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2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8" presetClass="entr" presetSubtype="3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29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8" presetClass="entr" presetSubtype="12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32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4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5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33" grpId="0" animBg="1"/>
          <p:bldP spid="4" grpId="0" animBg="1"/>
          <p:bldP spid="5" grpId="0" animBg="1"/>
          <p:bldP spid="36" grpId="0"/>
          <p:bldP spid="39" grpId="0" animBg="1"/>
          <p:bldP spid="40" grpId="0"/>
          <p:bldP spid="41" grpId="0"/>
        </p:bldLst>
      </p:timing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72C2C3-7AA6-469C-8CB2-9F73530F7813}"/>
              </a:ext>
            </a:extLst>
          </p:cNvPr>
          <p:cNvSpPr/>
          <p:nvPr/>
        </p:nvSpPr>
        <p:spPr>
          <a:xfrm>
            <a:off x="1524000" y="0"/>
            <a:ext cx="4572000" cy="6858000"/>
          </a:xfrm>
          <a:prstGeom prst="rect">
            <a:avLst/>
          </a:prstGeom>
          <a:solidFill>
            <a:srgbClr val="F1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9A18879-5FB6-41BD-99D7-464B9E192FFF}"/>
              </a:ext>
            </a:extLst>
          </p:cNvPr>
          <p:cNvSpPr/>
          <p:nvPr/>
        </p:nvSpPr>
        <p:spPr>
          <a:xfrm>
            <a:off x="4079325" y="1315875"/>
            <a:ext cx="4033350" cy="4226251"/>
          </a:xfrm>
          <a:custGeom>
            <a:avLst/>
            <a:gdLst/>
            <a:ahLst/>
            <a:cxnLst/>
            <a:rect l="l" t="t" r="r" b="b"/>
            <a:pathLst>
              <a:path w="703231" h="736864">
                <a:moveTo>
                  <a:pt x="351615" y="0"/>
                </a:moveTo>
                <a:cubicBezTo>
                  <a:pt x="399856" y="0"/>
                  <a:pt x="445379" y="7814"/>
                  <a:pt x="488184" y="23441"/>
                </a:cubicBezTo>
                <a:cubicBezTo>
                  <a:pt x="530990" y="39068"/>
                  <a:pt x="568360" y="62509"/>
                  <a:pt x="600294" y="93764"/>
                </a:cubicBezTo>
                <a:cubicBezTo>
                  <a:pt x="632228" y="125019"/>
                  <a:pt x="657368" y="163578"/>
                  <a:pt x="675713" y="209440"/>
                </a:cubicBezTo>
                <a:cubicBezTo>
                  <a:pt x="694058" y="255303"/>
                  <a:pt x="703231" y="308470"/>
                  <a:pt x="703231" y="368941"/>
                </a:cubicBezTo>
                <a:cubicBezTo>
                  <a:pt x="703231" y="429412"/>
                  <a:pt x="694228" y="482579"/>
                  <a:pt x="676222" y="528442"/>
                </a:cubicBezTo>
                <a:cubicBezTo>
                  <a:pt x="658217" y="574305"/>
                  <a:pt x="633587" y="612694"/>
                  <a:pt x="602332" y="643609"/>
                </a:cubicBezTo>
                <a:cubicBezTo>
                  <a:pt x="571078" y="674524"/>
                  <a:pt x="533878" y="697795"/>
                  <a:pt x="490732" y="713423"/>
                </a:cubicBezTo>
                <a:cubicBezTo>
                  <a:pt x="447588" y="729050"/>
                  <a:pt x="401215" y="736864"/>
                  <a:pt x="351615" y="736864"/>
                </a:cubicBezTo>
                <a:cubicBezTo>
                  <a:pt x="303374" y="736864"/>
                  <a:pt x="257851" y="729050"/>
                  <a:pt x="215046" y="713423"/>
                </a:cubicBezTo>
                <a:cubicBezTo>
                  <a:pt x="172240" y="697795"/>
                  <a:pt x="134870" y="674524"/>
                  <a:pt x="102936" y="643609"/>
                </a:cubicBezTo>
                <a:cubicBezTo>
                  <a:pt x="71002" y="612694"/>
                  <a:pt x="45863" y="574305"/>
                  <a:pt x="27518" y="528442"/>
                </a:cubicBezTo>
                <a:cubicBezTo>
                  <a:pt x="9172" y="482579"/>
                  <a:pt x="0" y="429412"/>
                  <a:pt x="0" y="368941"/>
                </a:cubicBezTo>
                <a:cubicBezTo>
                  <a:pt x="0" y="308470"/>
                  <a:pt x="9512" y="255303"/>
                  <a:pt x="28537" y="209440"/>
                </a:cubicBezTo>
                <a:cubicBezTo>
                  <a:pt x="47561" y="163578"/>
                  <a:pt x="73211" y="125019"/>
                  <a:pt x="105484" y="93764"/>
                </a:cubicBezTo>
                <a:cubicBezTo>
                  <a:pt x="137758" y="62509"/>
                  <a:pt x="175128" y="39068"/>
                  <a:pt x="217594" y="23441"/>
                </a:cubicBezTo>
                <a:cubicBezTo>
                  <a:pt x="260059" y="7814"/>
                  <a:pt x="304733" y="0"/>
                  <a:pt x="351615" y="0"/>
                </a:cubicBezTo>
                <a:close/>
                <a:moveTo>
                  <a:pt x="351615" y="139627"/>
                </a:moveTo>
                <a:cubicBezTo>
                  <a:pt x="321719" y="139627"/>
                  <a:pt x="295221" y="145232"/>
                  <a:pt x="272120" y="156443"/>
                </a:cubicBezTo>
                <a:cubicBezTo>
                  <a:pt x="249018" y="167654"/>
                  <a:pt x="229484" y="183282"/>
                  <a:pt x="213517" y="203325"/>
                </a:cubicBezTo>
                <a:cubicBezTo>
                  <a:pt x="197550" y="223369"/>
                  <a:pt x="185320" y="247490"/>
                  <a:pt x="176827" y="275687"/>
                </a:cubicBezTo>
                <a:cubicBezTo>
                  <a:pt x="168334" y="303884"/>
                  <a:pt x="164087" y="334969"/>
                  <a:pt x="164087" y="368941"/>
                </a:cubicBezTo>
                <a:cubicBezTo>
                  <a:pt x="164087" y="403593"/>
                  <a:pt x="168334" y="434848"/>
                  <a:pt x="176827" y="462706"/>
                </a:cubicBezTo>
                <a:cubicBezTo>
                  <a:pt x="185320" y="490563"/>
                  <a:pt x="197550" y="514514"/>
                  <a:pt x="213517" y="534557"/>
                </a:cubicBezTo>
                <a:cubicBezTo>
                  <a:pt x="229484" y="554601"/>
                  <a:pt x="249018" y="570059"/>
                  <a:pt x="272120" y="580930"/>
                </a:cubicBezTo>
                <a:cubicBezTo>
                  <a:pt x="295221" y="591801"/>
                  <a:pt x="321719" y="597237"/>
                  <a:pt x="351615" y="597237"/>
                </a:cubicBezTo>
                <a:cubicBezTo>
                  <a:pt x="380832" y="597237"/>
                  <a:pt x="407160" y="591801"/>
                  <a:pt x="430601" y="580930"/>
                </a:cubicBezTo>
                <a:cubicBezTo>
                  <a:pt x="454042" y="570059"/>
                  <a:pt x="473746" y="554601"/>
                  <a:pt x="489714" y="534557"/>
                </a:cubicBezTo>
                <a:cubicBezTo>
                  <a:pt x="505681" y="514514"/>
                  <a:pt x="517911" y="490563"/>
                  <a:pt x="526404" y="462706"/>
                </a:cubicBezTo>
                <a:cubicBezTo>
                  <a:pt x="534897" y="434848"/>
                  <a:pt x="539144" y="403593"/>
                  <a:pt x="539144" y="368941"/>
                </a:cubicBezTo>
                <a:cubicBezTo>
                  <a:pt x="539144" y="334289"/>
                  <a:pt x="534897" y="302865"/>
                  <a:pt x="526404" y="274668"/>
                </a:cubicBezTo>
                <a:cubicBezTo>
                  <a:pt x="517911" y="246471"/>
                  <a:pt x="505681" y="222350"/>
                  <a:pt x="489714" y="202306"/>
                </a:cubicBezTo>
                <a:cubicBezTo>
                  <a:pt x="473746" y="182262"/>
                  <a:pt x="454042" y="166805"/>
                  <a:pt x="430601" y="155934"/>
                </a:cubicBezTo>
                <a:cubicBezTo>
                  <a:pt x="407160" y="145063"/>
                  <a:pt x="380832" y="139627"/>
                  <a:pt x="351615" y="139627"/>
                </a:cubicBezTo>
                <a:close/>
              </a:path>
            </a:pathLst>
          </a:custGeom>
          <a:pattFill prst="wdDnDiag">
            <a:fgClr>
              <a:srgbClr val="F1F3FE"/>
            </a:fgClr>
            <a:bgClr>
              <a:schemeClr val="bg1"/>
            </a:bgClr>
          </a:pattFill>
          <a:ln w="63500">
            <a:gradFill flip="none" rotWithShape="1">
              <a:gsLst>
                <a:gs pos="0">
                  <a:schemeClr val="accent4"/>
                </a:gs>
                <a:gs pos="100000">
                  <a:schemeClr val="accent6"/>
                </a:gs>
                <a:gs pos="51000">
                  <a:schemeClr val="accent5"/>
                </a:gs>
              </a:gsLst>
              <a:lin ang="0" scaled="1"/>
              <a:tileRect/>
            </a:gradFill>
          </a:ln>
          <a:effectLst>
            <a:outerShdw blurRad="444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BA8F757-C071-48A3-B3F2-482287B72C65}"/>
              </a:ext>
            </a:extLst>
          </p:cNvPr>
          <p:cNvSpPr/>
          <p:nvPr/>
        </p:nvSpPr>
        <p:spPr>
          <a:xfrm flipH="1">
            <a:off x="11147470" y="2825906"/>
            <a:ext cx="434930" cy="1206188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0E9D05-4B4B-49E6-8144-84EA0607C1A2}"/>
              </a:ext>
            </a:extLst>
          </p:cNvPr>
          <p:cNvSpPr/>
          <p:nvPr/>
        </p:nvSpPr>
        <p:spPr>
          <a:xfrm>
            <a:off x="609600" y="2105561"/>
            <a:ext cx="3667070" cy="1323439"/>
          </a:xfrm>
          <a:prstGeom prst="rect">
            <a:avLst/>
          </a:prstGeom>
          <a:solidFill>
            <a:srgbClr val="232A4E"/>
          </a:solidFill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Ubuntu" panose="020B0504030602030204" pitchFamily="34" charset="0"/>
              </a:rPr>
              <a:t>SW</a:t>
            </a:r>
            <a:r>
              <a:rPr lang="en-US" sz="8000" b="1" dirty="0">
                <a:solidFill>
                  <a:schemeClr val="bg1"/>
                </a:solidFill>
                <a:latin typeface="Ubuntu" panose="020B0504030602030204" pitchFamily="34" charset="0"/>
              </a:rPr>
              <a:t>O</a:t>
            </a:r>
            <a:r>
              <a:rPr lang="en-US" sz="6600" b="1" dirty="0">
                <a:solidFill>
                  <a:schemeClr val="bg1"/>
                </a:solidFill>
                <a:latin typeface="Ubuntu" panose="020B0504030602030204" pitchFamily="34" charset="0"/>
              </a:rPr>
              <a:t>T</a:t>
            </a:r>
            <a:endParaRPr lang="en-US" sz="48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9247C-C5B3-40B4-AFD0-C66DD0D1176C}"/>
              </a:ext>
            </a:extLst>
          </p:cNvPr>
          <p:cNvSpPr/>
          <p:nvPr/>
        </p:nvSpPr>
        <p:spPr>
          <a:xfrm>
            <a:off x="3164113" y="3429000"/>
            <a:ext cx="4151087" cy="83099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Opportunity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036D883-719D-475D-BC17-21A59A839B8B}"/>
              </a:ext>
            </a:extLst>
          </p:cNvPr>
          <p:cNvGrpSpPr/>
          <p:nvPr/>
        </p:nvGrpSpPr>
        <p:grpSpPr>
          <a:xfrm>
            <a:off x="8387250" y="3538020"/>
            <a:ext cx="2732700" cy="276999"/>
            <a:chOff x="4493600" y="4261354"/>
            <a:chExt cx="2732700" cy="27699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715EEB3-35AA-41AB-A7CF-A3B9D7D49DA7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B14008-9AE7-4CB1-9343-BE7EDB9FEBB9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100000">
                    <a:schemeClr val="accent4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C7A02F67-7AEA-461C-A73E-E085EA8A3F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FB9975-A6BE-4E16-BFA7-F4082831C72A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41EBE66-6C57-4E5F-B025-BE1956C9D148}"/>
              </a:ext>
            </a:extLst>
          </p:cNvPr>
          <p:cNvGrpSpPr/>
          <p:nvPr/>
        </p:nvGrpSpPr>
        <p:grpSpPr>
          <a:xfrm>
            <a:off x="8387250" y="3980963"/>
            <a:ext cx="2732700" cy="276999"/>
            <a:chOff x="4493600" y="4261354"/>
            <a:chExt cx="2732700" cy="2769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51E4536-07EF-484D-B038-F9B6968110D7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65F9A705-4605-4010-A40F-7584FE6D0BF5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 7">
                <a:extLst>
                  <a:ext uri="{FF2B5EF4-FFF2-40B4-BE49-F238E27FC236}">
                    <a16:creationId xmlns:a16="http://schemas.microsoft.com/office/drawing/2014/main" id="{30E46C76-77DF-4134-8A3D-C1EF784B2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41EB09-8F14-4B47-9717-04FF084090F6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4EF5D5-3358-407E-95BC-AE82579AD461}"/>
              </a:ext>
            </a:extLst>
          </p:cNvPr>
          <p:cNvGrpSpPr/>
          <p:nvPr/>
        </p:nvGrpSpPr>
        <p:grpSpPr>
          <a:xfrm>
            <a:off x="8387250" y="4423906"/>
            <a:ext cx="2732700" cy="276999"/>
            <a:chOff x="4493600" y="4261354"/>
            <a:chExt cx="2732700" cy="27699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2A885F-6568-4185-9131-7802BE9B765A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786F5D0E-76D1-4D72-96D3-74E797FB22CC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C58B40E5-216B-427D-BFB8-6A881FFC1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022E2C1-AAF8-447E-A1C3-5BDBC6725815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F009422-5C2A-45F7-A697-268B7C1A9386}"/>
              </a:ext>
            </a:extLst>
          </p:cNvPr>
          <p:cNvGrpSpPr/>
          <p:nvPr/>
        </p:nvGrpSpPr>
        <p:grpSpPr>
          <a:xfrm>
            <a:off x="8387250" y="4866850"/>
            <a:ext cx="2732700" cy="276999"/>
            <a:chOff x="4493600" y="4261354"/>
            <a:chExt cx="2732700" cy="27699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59BD214-88DD-47F7-A601-E03412DC817A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1F28A016-A633-4049-9ED3-9FEE9AD0FC00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59B4DE7D-8F64-4FE8-864E-95E3F436BE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94AD1E-F703-4F45-A4E1-CA4A6E38E90B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C7C7E89-4F34-41B2-AA0C-2A236625BD5E}"/>
              </a:ext>
            </a:extLst>
          </p:cNvPr>
          <p:cNvSpPr txBox="1"/>
          <p:nvPr/>
        </p:nvSpPr>
        <p:spPr>
          <a:xfrm>
            <a:off x="1826064" y="4570115"/>
            <a:ext cx="2441136" cy="843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&lt;!--This is a comment. Comments are not displayed in the browser--&gt;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524C7D-D398-4E62-A09C-EB6401BD0887}"/>
              </a:ext>
            </a:extLst>
          </p:cNvPr>
          <p:cNvSpPr/>
          <p:nvPr/>
        </p:nvSpPr>
        <p:spPr>
          <a:xfrm>
            <a:off x="8281500" y="1915961"/>
            <a:ext cx="29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Opportunity slide</a:t>
            </a:r>
            <a:endParaRPr lang="en-US" sz="3600" b="0" i="0" dirty="0">
              <a:solidFill>
                <a:srgbClr val="232A4E"/>
              </a:solidFill>
              <a:effectLst/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22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7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7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75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75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1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1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18" presetClass="entr" presetSubtype="3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27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8" presetClass="entr" presetSubtype="12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30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2" presetClass="entr" presetSubtype="4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3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34" grpId="0" animBg="1"/>
          <p:bldP spid="3" grpId="0" animBg="1"/>
          <p:bldP spid="4" grpId="0" animBg="1"/>
          <p:bldP spid="5" grpId="0" animBg="1"/>
          <p:bldP spid="3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7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7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75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8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75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18" presetClass="entr" presetSubtype="3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27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8" presetClass="entr" presetSubtype="12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30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2" presetClass="entr" presetSubtype="4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3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34" grpId="0" animBg="1"/>
          <p:bldP spid="3" grpId="0" animBg="1"/>
          <p:bldP spid="4" grpId="0" animBg="1"/>
          <p:bldP spid="5" grpId="0" animBg="1"/>
          <p:bldP spid="36" grpId="0"/>
        </p:bldLst>
      </p:timing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72C2C3-7AA6-469C-8CB2-9F73530F7813}"/>
              </a:ext>
            </a:extLst>
          </p:cNvPr>
          <p:cNvSpPr/>
          <p:nvPr/>
        </p:nvSpPr>
        <p:spPr>
          <a:xfrm>
            <a:off x="4267200" y="0"/>
            <a:ext cx="4572000" cy="6858000"/>
          </a:xfrm>
          <a:prstGeom prst="rect">
            <a:avLst/>
          </a:prstGeom>
          <a:solidFill>
            <a:srgbClr val="F1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79B4602-90E8-48A0-916B-DEDE1BA09635}"/>
              </a:ext>
            </a:extLst>
          </p:cNvPr>
          <p:cNvSpPr/>
          <p:nvPr/>
        </p:nvSpPr>
        <p:spPr>
          <a:xfrm>
            <a:off x="7312724" y="1315067"/>
            <a:ext cx="3355276" cy="4050884"/>
          </a:xfrm>
          <a:custGeom>
            <a:avLst/>
            <a:gdLst/>
            <a:ahLst/>
            <a:cxnLst/>
            <a:rect l="l" t="t" r="r" b="b"/>
            <a:pathLst>
              <a:path w="585006" h="706288">
                <a:moveTo>
                  <a:pt x="0" y="0"/>
                </a:moveTo>
                <a:lnTo>
                  <a:pt x="585006" y="0"/>
                </a:lnTo>
                <a:lnTo>
                  <a:pt x="585006" y="135550"/>
                </a:lnTo>
                <a:lnTo>
                  <a:pt x="371998" y="135550"/>
                </a:lnTo>
                <a:lnTo>
                  <a:pt x="371998" y="706288"/>
                </a:lnTo>
                <a:lnTo>
                  <a:pt x="213007" y="706288"/>
                </a:lnTo>
                <a:lnTo>
                  <a:pt x="213007" y="135550"/>
                </a:lnTo>
                <a:lnTo>
                  <a:pt x="0" y="135550"/>
                </a:lnTo>
                <a:lnTo>
                  <a:pt x="0" y="0"/>
                </a:lnTo>
                <a:close/>
              </a:path>
            </a:pathLst>
          </a:custGeom>
          <a:pattFill prst="wdDnDiag">
            <a:fgClr>
              <a:srgbClr val="F1F3FE"/>
            </a:fgClr>
            <a:bgClr>
              <a:schemeClr val="bg1"/>
            </a:bgClr>
          </a:pattFill>
          <a:ln w="63500">
            <a:gradFill flip="none" rotWithShape="1">
              <a:gsLst>
                <a:gs pos="0">
                  <a:schemeClr val="accent4"/>
                </a:gs>
                <a:gs pos="100000">
                  <a:schemeClr val="accent6"/>
                </a:gs>
                <a:gs pos="51000">
                  <a:schemeClr val="accent5"/>
                </a:gs>
              </a:gsLst>
              <a:lin ang="0" scaled="1"/>
              <a:tileRect/>
            </a:gradFill>
          </a:ln>
          <a:effectLst>
            <a:outerShdw blurRad="444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0E9D05-4B4B-49E6-8144-84EA0607C1A2}"/>
              </a:ext>
            </a:extLst>
          </p:cNvPr>
          <p:cNvSpPr/>
          <p:nvPr/>
        </p:nvSpPr>
        <p:spPr>
          <a:xfrm>
            <a:off x="3352800" y="2105561"/>
            <a:ext cx="3667070" cy="1323439"/>
          </a:xfrm>
          <a:prstGeom prst="rect">
            <a:avLst/>
          </a:prstGeom>
          <a:solidFill>
            <a:srgbClr val="232A4E"/>
          </a:solidFill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Ubuntu" panose="020B0504030602030204" pitchFamily="34" charset="0"/>
              </a:rPr>
              <a:t>S</a:t>
            </a:r>
            <a:r>
              <a:rPr lang="en-US" sz="6000" b="1" dirty="0">
                <a:solidFill>
                  <a:schemeClr val="bg1"/>
                </a:solidFill>
                <a:latin typeface="Ubuntu" panose="020B0504030602030204" pitchFamily="34" charset="0"/>
              </a:rPr>
              <a:t>W</a:t>
            </a:r>
            <a:r>
              <a:rPr lang="en-US" sz="6600" b="1" dirty="0">
                <a:solidFill>
                  <a:schemeClr val="bg1"/>
                </a:solidFill>
                <a:latin typeface="Ubuntu" panose="020B0504030602030204" pitchFamily="34" charset="0"/>
              </a:rPr>
              <a:t>O</a:t>
            </a:r>
            <a:r>
              <a:rPr lang="en-US" sz="8000" b="1" dirty="0">
                <a:solidFill>
                  <a:schemeClr val="bg1"/>
                </a:solidFill>
                <a:latin typeface="Ubuntu" panose="020B0504030602030204" pitchFamily="34" charset="0"/>
              </a:rPr>
              <a:t>T</a:t>
            </a:r>
            <a:endParaRPr lang="en-US" sz="80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9247C-C5B3-40B4-AFD0-C66DD0D1176C}"/>
              </a:ext>
            </a:extLst>
          </p:cNvPr>
          <p:cNvSpPr/>
          <p:nvPr/>
        </p:nvSpPr>
        <p:spPr>
          <a:xfrm>
            <a:off x="5907314" y="3429000"/>
            <a:ext cx="3030209" cy="83099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Threat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7C7E89-4F34-41B2-AA0C-2A236625BD5E}"/>
              </a:ext>
            </a:extLst>
          </p:cNvPr>
          <p:cNvSpPr txBox="1"/>
          <p:nvPr/>
        </p:nvSpPr>
        <p:spPr>
          <a:xfrm>
            <a:off x="4569264" y="4570115"/>
            <a:ext cx="2441136" cy="843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&lt;!--This is a comment. Comments are not displayed in the browser--&gt;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11FFE8-AC43-4D87-87E3-F0B6DB331730}"/>
              </a:ext>
            </a:extLst>
          </p:cNvPr>
          <p:cNvSpPr/>
          <p:nvPr/>
        </p:nvSpPr>
        <p:spPr>
          <a:xfrm>
            <a:off x="609600" y="1515911"/>
            <a:ext cx="24875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Threat</a:t>
            </a:r>
          </a:p>
          <a:p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slide</a:t>
            </a:r>
            <a:endParaRPr lang="en-US" sz="3600" b="0" i="0" dirty="0">
              <a:solidFill>
                <a:srgbClr val="232A4E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4C8BF3-A8C9-4CEA-889A-F5F82472F048}"/>
              </a:ext>
            </a:extLst>
          </p:cNvPr>
          <p:cNvSpPr/>
          <p:nvPr/>
        </p:nvSpPr>
        <p:spPr>
          <a:xfrm>
            <a:off x="609600" y="4720213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Ubuntu" panose="020B0504030602030204" pitchFamily="34" charset="0"/>
              </a:rPr>
              <a:t>MORE DETAILS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AF2F10-706D-4FDD-81B6-3BBE7D899694}"/>
              </a:ext>
            </a:extLst>
          </p:cNvPr>
          <p:cNvSpPr/>
          <p:nvPr/>
        </p:nvSpPr>
        <p:spPr>
          <a:xfrm>
            <a:off x="609600" y="3391005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a-DK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Development</a:t>
            </a:r>
            <a:endParaRPr lang="en-US" sz="1400" b="1" dirty="0">
              <a:solidFill>
                <a:srgbClr val="232A4E"/>
              </a:solidFill>
              <a:latin typeface="Ubuntu" panose="020B0504030602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81B25B-913D-42BA-8D5B-875AEBA9002A}"/>
              </a:ext>
            </a:extLst>
          </p:cNvPr>
          <p:cNvSpPr/>
          <p:nvPr/>
        </p:nvSpPr>
        <p:spPr>
          <a:xfrm>
            <a:off x="609600" y="3824533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</p:spTree>
    <p:extLst>
      <p:ext uri="{BB962C8B-B14F-4D97-AF65-F5344CB8AC3E}">
        <p14:creationId xmlns:p14="http://schemas.microsoft.com/office/powerpoint/2010/main" val="8902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2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8" presetClass="entr" presetSubtype="3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29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2" presetClass="entr" presetSubtype="4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2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8" presetClass="entr" presetSubtype="12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38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32" grpId="0" animBg="1"/>
          <p:bldP spid="4" grpId="0" animBg="1"/>
          <p:bldP spid="5" grpId="0" animBg="1"/>
          <p:bldP spid="36" grpId="0"/>
          <p:bldP spid="10" grpId="0" animBg="1"/>
          <p:bldP spid="11" grpId="0"/>
          <p:bldP spid="1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2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8" presetClass="entr" presetSubtype="3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upRight)">
                                          <p:cBhvr>
                                            <p:cTn id="29" dur="10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2" presetClass="entr" presetSubtype="4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2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8" presetClass="entr" presetSubtype="12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38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32" grpId="0" animBg="1"/>
          <p:bldP spid="4" grpId="0" animBg="1"/>
          <p:bldP spid="5" grpId="0" animBg="1"/>
          <p:bldP spid="36" grpId="0"/>
          <p:bldP spid="10" grpId="0" animBg="1"/>
          <p:bldP spid="11" grpId="0"/>
          <p:bldP spid="12" grpId="0"/>
        </p:bldLst>
      </p:timing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9">
            <a:extLst>
              <a:ext uri="{FF2B5EF4-FFF2-40B4-BE49-F238E27FC236}">
                <a16:creationId xmlns:a16="http://schemas.microsoft.com/office/drawing/2014/main" id="{13DA448E-5333-4598-A06C-BCC3C61BA520}"/>
              </a:ext>
            </a:extLst>
          </p:cNvPr>
          <p:cNvSpPr>
            <a:spLocks/>
          </p:cNvSpPr>
          <p:nvPr/>
        </p:nvSpPr>
        <p:spPr bwMode="auto">
          <a:xfrm>
            <a:off x="1423254" y="2470291"/>
            <a:ext cx="1427449" cy="1612618"/>
          </a:xfrm>
          <a:custGeom>
            <a:avLst/>
            <a:gdLst>
              <a:gd name="T0" fmla="*/ 491 w 525"/>
              <a:gd name="T1" fmla="*/ 107 h 593"/>
              <a:gd name="T2" fmla="*/ 290 w 525"/>
              <a:gd name="T3" fmla="*/ 6 h 593"/>
              <a:gd name="T4" fmla="*/ 262 w 525"/>
              <a:gd name="T5" fmla="*/ 0 h 593"/>
              <a:gd name="T6" fmla="*/ 235 w 525"/>
              <a:gd name="T7" fmla="*/ 6 h 593"/>
              <a:gd name="T8" fmla="*/ 34 w 525"/>
              <a:gd name="T9" fmla="*/ 107 h 593"/>
              <a:gd name="T10" fmla="*/ 0 w 525"/>
              <a:gd name="T11" fmla="*/ 162 h 593"/>
              <a:gd name="T12" fmla="*/ 0 w 525"/>
              <a:gd name="T13" fmla="*/ 428 h 593"/>
              <a:gd name="T14" fmla="*/ 34 w 525"/>
              <a:gd name="T15" fmla="*/ 484 h 593"/>
              <a:gd name="T16" fmla="*/ 235 w 525"/>
              <a:gd name="T17" fmla="*/ 584 h 593"/>
              <a:gd name="T18" fmla="*/ 290 w 525"/>
              <a:gd name="T19" fmla="*/ 584 h 593"/>
              <a:gd name="T20" fmla="*/ 491 w 525"/>
              <a:gd name="T21" fmla="*/ 484 h 593"/>
              <a:gd name="T22" fmla="*/ 525 w 525"/>
              <a:gd name="T23" fmla="*/ 428 h 593"/>
              <a:gd name="T24" fmla="*/ 525 w 525"/>
              <a:gd name="T25" fmla="*/ 162 h 593"/>
              <a:gd name="T26" fmla="*/ 491 w 525"/>
              <a:gd name="T27" fmla="*/ 107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5" h="593">
                <a:moveTo>
                  <a:pt x="491" y="107"/>
                </a:moveTo>
                <a:cubicBezTo>
                  <a:pt x="290" y="6"/>
                  <a:pt x="290" y="6"/>
                  <a:pt x="290" y="6"/>
                </a:cubicBezTo>
                <a:cubicBezTo>
                  <a:pt x="281" y="2"/>
                  <a:pt x="272" y="0"/>
                  <a:pt x="262" y="0"/>
                </a:cubicBezTo>
                <a:cubicBezTo>
                  <a:pt x="253" y="0"/>
                  <a:pt x="243" y="2"/>
                  <a:pt x="235" y="6"/>
                </a:cubicBezTo>
                <a:cubicBezTo>
                  <a:pt x="34" y="107"/>
                  <a:pt x="34" y="107"/>
                  <a:pt x="34" y="107"/>
                </a:cubicBezTo>
                <a:cubicBezTo>
                  <a:pt x="13" y="117"/>
                  <a:pt x="0" y="139"/>
                  <a:pt x="0" y="162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51"/>
                  <a:pt x="13" y="473"/>
                  <a:pt x="34" y="484"/>
                </a:cubicBezTo>
                <a:cubicBezTo>
                  <a:pt x="235" y="584"/>
                  <a:pt x="235" y="584"/>
                  <a:pt x="235" y="584"/>
                </a:cubicBezTo>
                <a:cubicBezTo>
                  <a:pt x="252" y="593"/>
                  <a:pt x="273" y="593"/>
                  <a:pt x="290" y="584"/>
                </a:cubicBezTo>
                <a:cubicBezTo>
                  <a:pt x="491" y="484"/>
                  <a:pt x="491" y="484"/>
                  <a:pt x="491" y="484"/>
                </a:cubicBezTo>
                <a:cubicBezTo>
                  <a:pt x="512" y="473"/>
                  <a:pt x="525" y="451"/>
                  <a:pt x="525" y="428"/>
                </a:cubicBezTo>
                <a:cubicBezTo>
                  <a:pt x="525" y="162"/>
                  <a:pt x="525" y="162"/>
                  <a:pt x="525" y="162"/>
                </a:cubicBezTo>
                <a:cubicBezTo>
                  <a:pt x="525" y="139"/>
                  <a:pt x="512" y="117"/>
                  <a:pt x="491" y="107"/>
                </a:cubicBezTo>
                <a:close/>
              </a:path>
            </a:pathLst>
          </a:custGeom>
          <a:solidFill>
            <a:srgbClr val="F1F3FE"/>
          </a:solidFill>
          <a:ln w="88900">
            <a:solidFill>
              <a:schemeClr val="accent1"/>
            </a:solidFill>
            <a:round/>
            <a:headEnd/>
            <a:tailEnd/>
          </a:ln>
          <a:effectLst>
            <a:outerShdw blurRad="647700" dist="190500" dir="5400000" sx="80000" sy="8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id-ID" sz="700" dirty="0">
              <a:latin typeface="Titillium Web SemiBold" panose="00000700000000000000" pitchFamily="2" charset="0"/>
            </a:endParaRP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7BE7D50E-6FA9-43AB-A8BA-F5CEEAD2AAC3}"/>
              </a:ext>
            </a:extLst>
          </p:cNvPr>
          <p:cNvSpPr>
            <a:spLocks/>
          </p:cNvSpPr>
          <p:nvPr/>
        </p:nvSpPr>
        <p:spPr bwMode="auto">
          <a:xfrm>
            <a:off x="5382275" y="2470291"/>
            <a:ext cx="1427450" cy="1612618"/>
          </a:xfrm>
          <a:custGeom>
            <a:avLst/>
            <a:gdLst>
              <a:gd name="T0" fmla="*/ 491 w 525"/>
              <a:gd name="T1" fmla="*/ 107 h 593"/>
              <a:gd name="T2" fmla="*/ 290 w 525"/>
              <a:gd name="T3" fmla="*/ 6 h 593"/>
              <a:gd name="T4" fmla="*/ 262 w 525"/>
              <a:gd name="T5" fmla="*/ 0 h 593"/>
              <a:gd name="T6" fmla="*/ 235 w 525"/>
              <a:gd name="T7" fmla="*/ 6 h 593"/>
              <a:gd name="T8" fmla="*/ 34 w 525"/>
              <a:gd name="T9" fmla="*/ 107 h 593"/>
              <a:gd name="T10" fmla="*/ 0 w 525"/>
              <a:gd name="T11" fmla="*/ 162 h 593"/>
              <a:gd name="T12" fmla="*/ 0 w 525"/>
              <a:gd name="T13" fmla="*/ 428 h 593"/>
              <a:gd name="T14" fmla="*/ 34 w 525"/>
              <a:gd name="T15" fmla="*/ 484 h 593"/>
              <a:gd name="T16" fmla="*/ 235 w 525"/>
              <a:gd name="T17" fmla="*/ 584 h 593"/>
              <a:gd name="T18" fmla="*/ 290 w 525"/>
              <a:gd name="T19" fmla="*/ 584 h 593"/>
              <a:gd name="T20" fmla="*/ 491 w 525"/>
              <a:gd name="T21" fmla="*/ 484 h 593"/>
              <a:gd name="T22" fmla="*/ 525 w 525"/>
              <a:gd name="T23" fmla="*/ 428 h 593"/>
              <a:gd name="T24" fmla="*/ 525 w 525"/>
              <a:gd name="T25" fmla="*/ 162 h 593"/>
              <a:gd name="T26" fmla="*/ 491 w 525"/>
              <a:gd name="T27" fmla="*/ 107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5" h="593">
                <a:moveTo>
                  <a:pt x="491" y="107"/>
                </a:moveTo>
                <a:cubicBezTo>
                  <a:pt x="290" y="6"/>
                  <a:pt x="290" y="6"/>
                  <a:pt x="290" y="6"/>
                </a:cubicBezTo>
                <a:cubicBezTo>
                  <a:pt x="281" y="2"/>
                  <a:pt x="272" y="0"/>
                  <a:pt x="262" y="0"/>
                </a:cubicBezTo>
                <a:cubicBezTo>
                  <a:pt x="253" y="0"/>
                  <a:pt x="243" y="2"/>
                  <a:pt x="235" y="6"/>
                </a:cubicBezTo>
                <a:cubicBezTo>
                  <a:pt x="34" y="107"/>
                  <a:pt x="34" y="107"/>
                  <a:pt x="34" y="107"/>
                </a:cubicBezTo>
                <a:cubicBezTo>
                  <a:pt x="13" y="117"/>
                  <a:pt x="0" y="139"/>
                  <a:pt x="0" y="162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51"/>
                  <a:pt x="13" y="473"/>
                  <a:pt x="34" y="484"/>
                </a:cubicBezTo>
                <a:cubicBezTo>
                  <a:pt x="235" y="584"/>
                  <a:pt x="235" y="584"/>
                  <a:pt x="235" y="584"/>
                </a:cubicBezTo>
                <a:cubicBezTo>
                  <a:pt x="252" y="593"/>
                  <a:pt x="273" y="593"/>
                  <a:pt x="290" y="584"/>
                </a:cubicBezTo>
                <a:cubicBezTo>
                  <a:pt x="491" y="484"/>
                  <a:pt x="491" y="484"/>
                  <a:pt x="491" y="484"/>
                </a:cubicBezTo>
                <a:cubicBezTo>
                  <a:pt x="512" y="473"/>
                  <a:pt x="525" y="451"/>
                  <a:pt x="525" y="428"/>
                </a:cubicBezTo>
                <a:cubicBezTo>
                  <a:pt x="525" y="162"/>
                  <a:pt x="525" y="162"/>
                  <a:pt x="525" y="162"/>
                </a:cubicBezTo>
                <a:cubicBezTo>
                  <a:pt x="525" y="139"/>
                  <a:pt x="512" y="117"/>
                  <a:pt x="491" y="107"/>
                </a:cubicBezTo>
                <a:close/>
              </a:path>
            </a:pathLst>
          </a:custGeom>
          <a:solidFill>
            <a:srgbClr val="F1F3FE"/>
          </a:solidFill>
          <a:ln w="88900">
            <a:solidFill>
              <a:schemeClr val="accent2"/>
            </a:solidFill>
            <a:round/>
            <a:headEnd/>
            <a:tailEnd/>
          </a:ln>
          <a:effectLst>
            <a:outerShdw blurRad="647700" dist="190500" dir="5400000" sx="80000" sy="8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id-ID" sz="700" dirty="0">
              <a:latin typeface="Titillium Web SemiBold" panose="00000700000000000000" pitchFamily="2" charset="0"/>
            </a:endParaRP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23542D9-99D0-42A9-966F-18D7E20F8DF9}"/>
              </a:ext>
            </a:extLst>
          </p:cNvPr>
          <p:cNvSpPr>
            <a:spLocks/>
          </p:cNvSpPr>
          <p:nvPr/>
        </p:nvSpPr>
        <p:spPr bwMode="auto">
          <a:xfrm>
            <a:off x="9341298" y="2470291"/>
            <a:ext cx="1427449" cy="1612618"/>
          </a:xfrm>
          <a:custGeom>
            <a:avLst/>
            <a:gdLst>
              <a:gd name="T0" fmla="*/ 491 w 525"/>
              <a:gd name="T1" fmla="*/ 107 h 593"/>
              <a:gd name="T2" fmla="*/ 290 w 525"/>
              <a:gd name="T3" fmla="*/ 6 h 593"/>
              <a:gd name="T4" fmla="*/ 262 w 525"/>
              <a:gd name="T5" fmla="*/ 0 h 593"/>
              <a:gd name="T6" fmla="*/ 235 w 525"/>
              <a:gd name="T7" fmla="*/ 6 h 593"/>
              <a:gd name="T8" fmla="*/ 34 w 525"/>
              <a:gd name="T9" fmla="*/ 107 h 593"/>
              <a:gd name="T10" fmla="*/ 0 w 525"/>
              <a:gd name="T11" fmla="*/ 162 h 593"/>
              <a:gd name="T12" fmla="*/ 0 w 525"/>
              <a:gd name="T13" fmla="*/ 428 h 593"/>
              <a:gd name="T14" fmla="*/ 34 w 525"/>
              <a:gd name="T15" fmla="*/ 484 h 593"/>
              <a:gd name="T16" fmla="*/ 235 w 525"/>
              <a:gd name="T17" fmla="*/ 584 h 593"/>
              <a:gd name="T18" fmla="*/ 290 w 525"/>
              <a:gd name="T19" fmla="*/ 584 h 593"/>
              <a:gd name="T20" fmla="*/ 491 w 525"/>
              <a:gd name="T21" fmla="*/ 484 h 593"/>
              <a:gd name="T22" fmla="*/ 525 w 525"/>
              <a:gd name="T23" fmla="*/ 428 h 593"/>
              <a:gd name="T24" fmla="*/ 525 w 525"/>
              <a:gd name="T25" fmla="*/ 162 h 593"/>
              <a:gd name="T26" fmla="*/ 491 w 525"/>
              <a:gd name="T27" fmla="*/ 107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5" h="593">
                <a:moveTo>
                  <a:pt x="491" y="107"/>
                </a:moveTo>
                <a:cubicBezTo>
                  <a:pt x="290" y="6"/>
                  <a:pt x="290" y="6"/>
                  <a:pt x="290" y="6"/>
                </a:cubicBezTo>
                <a:cubicBezTo>
                  <a:pt x="281" y="2"/>
                  <a:pt x="272" y="0"/>
                  <a:pt x="262" y="0"/>
                </a:cubicBezTo>
                <a:cubicBezTo>
                  <a:pt x="253" y="0"/>
                  <a:pt x="243" y="2"/>
                  <a:pt x="235" y="6"/>
                </a:cubicBezTo>
                <a:cubicBezTo>
                  <a:pt x="34" y="107"/>
                  <a:pt x="34" y="107"/>
                  <a:pt x="34" y="107"/>
                </a:cubicBezTo>
                <a:cubicBezTo>
                  <a:pt x="13" y="117"/>
                  <a:pt x="0" y="139"/>
                  <a:pt x="0" y="162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51"/>
                  <a:pt x="13" y="473"/>
                  <a:pt x="34" y="484"/>
                </a:cubicBezTo>
                <a:cubicBezTo>
                  <a:pt x="235" y="584"/>
                  <a:pt x="235" y="584"/>
                  <a:pt x="235" y="584"/>
                </a:cubicBezTo>
                <a:cubicBezTo>
                  <a:pt x="252" y="593"/>
                  <a:pt x="273" y="593"/>
                  <a:pt x="290" y="584"/>
                </a:cubicBezTo>
                <a:cubicBezTo>
                  <a:pt x="491" y="484"/>
                  <a:pt x="491" y="484"/>
                  <a:pt x="491" y="484"/>
                </a:cubicBezTo>
                <a:cubicBezTo>
                  <a:pt x="512" y="473"/>
                  <a:pt x="525" y="451"/>
                  <a:pt x="525" y="428"/>
                </a:cubicBezTo>
                <a:cubicBezTo>
                  <a:pt x="525" y="162"/>
                  <a:pt x="525" y="162"/>
                  <a:pt x="525" y="162"/>
                </a:cubicBezTo>
                <a:cubicBezTo>
                  <a:pt x="525" y="139"/>
                  <a:pt x="512" y="117"/>
                  <a:pt x="491" y="107"/>
                </a:cubicBezTo>
                <a:close/>
              </a:path>
            </a:pathLst>
          </a:custGeom>
          <a:solidFill>
            <a:srgbClr val="F1F3FE"/>
          </a:solidFill>
          <a:ln w="88900">
            <a:solidFill>
              <a:schemeClr val="accent4"/>
            </a:solidFill>
            <a:round/>
            <a:headEnd/>
            <a:tailEnd/>
          </a:ln>
          <a:effectLst>
            <a:outerShdw blurRad="647700" dist="190500" dir="5400000" sx="80000" sy="8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id-ID" sz="700" dirty="0">
              <a:latin typeface="Titillium Web SemiBold" panose="00000700000000000000" pitchFamily="2" charset="0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977088AE-1082-4A3B-92C8-1D7A1934C893}"/>
              </a:ext>
            </a:extLst>
          </p:cNvPr>
          <p:cNvSpPr/>
          <p:nvPr/>
        </p:nvSpPr>
        <p:spPr>
          <a:xfrm>
            <a:off x="3945039" y="3105150"/>
            <a:ext cx="342900" cy="342900"/>
          </a:xfrm>
          <a:prstGeom prst="chevron">
            <a:avLst/>
          </a:prstGeom>
          <a:solidFill>
            <a:srgbClr val="F1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F87C35E2-28FE-4F6F-B079-D066BB1AE6F2}"/>
              </a:ext>
            </a:extLst>
          </p:cNvPr>
          <p:cNvSpPr/>
          <p:nvPr/>
        </p:nvSpPr>
        <p:spPr>
          <a:xfrm>
            <a:off x="7904061" y="3105150"/>
            <a:ext cx="342900" cy="342900"/>
          </a:xfrm>
          <a:prstGeom prst="chevron">
            <a:avLst/>
          </a:prstGeom>
          <a:solidFill>
            <a:srgbClr val="F1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0A2A96-4665-4FBE-8097-93C5019B2878}"/>
              </a:ext>
            </a:extLst>
          </p:cNvPr>
          <p:cNvSpPr/>
          <p:nvPr/>
        </p:nvSpPr>
        <p:spPr>
          <a:xfrm>
            <a:off x="1400587" y="4534005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da-DK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Learn by doing</a:t>
            </a:r>
            <a:endParaRPr lang="en-US" sz="1400" b="1" dirty="0">
              <a:solidFill>
                <a:srgbClr val="232A4E"/>
              </a:solidFill>
              <a:latin typeface="Ubuntu" panose="020B0504030602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6E1220-CF44-4C16-AD83-EB7B6183FB97}"/>
              </a:ext>
            </a:extLst>
          </p:cNvPr>
          <p:cNvSpPr/>
          <p:nvPr/>
        </p:nvSpPr>
        <p:spPr>
          <a:xfrm>
            <a:off x="723900" y="4967533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AA958D-C13C-48D8-A423-CA82D3F22B51}"/>
              </a:ext>
            </a:extLst>
          </p:cNvPr>
          <p:cNvSpPr/>
          <p:nvPr/>
        </p:nvSpPr>
        <p:spPr>
          <a:xfrm>
            <a:off x="5162550" y="4534005"/>
            <a:ext cx="1866900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da-DK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Try </a:t>
            </a:r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Something new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93206-46C0-40E0-8B11-BC83C0AF3303}"/>
              </a:ext>
            </a:extLst>
          </p:cNvPr>
          <p:cNvSpPr/>
          <p:nvPr/>
        </p:nvSpPr>
        <p:spPr>
          <a:xfrm>
            <a:off x="4701809" y="4967533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8E3581-9DB4-42DE-B9BC-742B84FF6038}"/>
              </a:ext>
            </a:extLst>
          </p:cNvPr>
          <p:cNvSpPr/>
          <p:nvPr/>
        </p:nvSpPr>
        <p:spPr>
          <a:xfrm>
            <a:off x="9375455" y="4534005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da-DK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Development</a:t>
            </a:r>
            <a:endParaRPr lang="en-US" sz="1400" b="1" dirty="0">
              <a:solidFill>
                <a:srgbClr val="232A4E"/>
              </a:solidFill>
              <a:latin typeface="Ubuntu" panose="020B0504030602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65C7D9-0CA4-4F62-9179-AE996B1FB54D}"/>
              </a:ext>
            </a:extLst>
          </p:cNvPr>
          <p:cNvSpPr/>
          <p:nvPr/>
        </p:nvSpPr>
        <p:spPr>
          <a:xfrm>
            <a:off x="8698768" y="4967533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EE58C1-FC7E-44A1-AF47-CDA5E9DF2311}"/>
              </a:ext>
            </a:extLst>
          </p:cNvPr>
          <p:cNvSpPr/>
          <p:nvPr/>
        </p:nvSpPr>
        <p:spPr>
          <a:xfrm>
            <a:off x="1828800" y="1194956"/>
            <a:ext cx="8534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Process strategy to be master code</a:t>
            </a:r>
            <a:endParaRPr lang="en-US" sz="3600" b="0" i="0" dirty="0">
              <a:solidFill>
                <a:srgbClr val="232A4E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021CC6-5705-4F33-A904-B1C0F59255B2}"/>
              </a:ext>
            </a:extLst>
          </p:cNvPr>
          <p:cNvSpPr/>
          <p:nvPr/>
        </p:nvSpPr>
        <p:spPr>
          <a:xfrm>
            <a:off x="1546428" y="2861102"/>
            <a:ext cx="11811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1"/>
                </a:solidFill>
                <a:latin typeface="Ubuntu" panose="020B0504030602030204" pitchFamily="34" charset="0"/>
              </a:rPr>
              <a:t>01</a:t>
            </a:r>
            <a:endParaRPr lang="en-US" sz="4800" b="1" i="0" dirty="0">
              <a:solidFill>
                <a:schemeClr val="accent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53B1C2-010D-4E7E-8671-D649F0E1CE56}"/>
              </a:ext>
            </a:extLst>
          </p:cNvPr>
          <p:cNvSpPr/>
          <p:nvPr/>
        </p:nvSpPr>
        <p:spPr>
          <a:xfrm>
            <a:off x="5505450" y="2861102"/>
            <a:ext cx="11811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2"/>
                </a:solidFill>
                <a:latin typeface="Ubuntu" panose="020B0504030602030204" pitchFamily="34" charset="0"/>
              </a:rPr>
              <a:t>02</a:t>
            </a:r>
            <a:endParaRPr lang="en-US" sz="4800" b="1" i="0" dirty="0">
              <a:solidFill>
                <a:schemeClr val="accent2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E08D43-2B1A-4AD5-A85F-610A8A231A4F}"/>
              </a:ext>
            </a:extLst>
          </p:cNvPr>
          <p:cNvSpPr/>
          <p:nvPr/>
        </p:nvSpPr>
        <p:spPr>
          <a:xfrm>
            <a:off x="9464472" y="2861102"/>
            <a:ext cx="11811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4"/>
                </a:solidFill>
                <a:latin typeface="Ubuntu" panose="020B0504030602030204" pitchFamily="34" charset="0"/>
              </a:rPr>
              <a:t>03</a:t>
            </a:r>
            <a:endParaRPr lang="en-US" sz="4800" b="1" i="0" dirty="0">
              <a:solidFill>
                <a:schemeClr val="accent4"/>
              </a:solidFill>
              <a:effectLst/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42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3" presetClass="entr" presetSubtype="16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92D9188E-9AA3-4B63-BB6A-4F10A5B972C8}"/>
              </a:ext>
            </a:extLst>
          </p:cNvPr>
          <p:cNvSpPr/>
          <p:nvPr/>
        </p:nvSpPr>
        <p:spPr>
          <a:xfrm rot="16200000" flipH="1" flipV="1">
            <a:off x="2703955" y="-2703952"/>
            <a:ext cx="4400548" cy="9808456"/>
          </a:xfrm>
          <a:custGeom>
            <a:avLst/>
            <a:gdLst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76554"/>
              <a:gd name="connsiteY0" fmla="*/ 0 h 3981450"/>
              <a:gd name="connsiteX1" fmla="*/ 3409950 w 3876554"/>
              <a:gd name="connsiteY1" fmla="*/ 2076450 h 3981450"/>
              <a:gd name="connsiteX2" fmla="*/ 3657600 w 3876554"/>
              <a:gd name="connsiteY2" fmla="*/ 3981450 h 3981450"/>
              <a:gd name="connsiteX3" fmla="*/ 38100 w 3876554"/>
              <a:gd name="connsiteY3" fmla="*/ 3962400 h 3981450"/>
              <a:gd name="connsiteX4" fmla="*/ 0 w 3876554"/>
              <a:gd name="connsiteY4" fmla="*/ 0 h 3981450"/>
              <a:gd name="connsiteX0" fmla="*/ 0 w 3916378"/>
              <a:gd name="connsiteY0" fmla="*/ 0 h 3981450"/>
              <a:gd name="connsiteX1" fmla="*/ 3409950 w 3916378"/>
              <a:gd name="connsiteY1" fmla="*/ 2076450 h 3981450"/>
              <a:gd name="connsiteX2" fmla="*/ 3657600 w 3916378"/>
              <a:gd name="connsiteY2" fmla="*/ 3981450 h 3981450"/>
              <a:gd name="connsiteX3" fmla="*/ 38100 w 3916378"/>
              <a:gd name="connsiteY3" fmla="*/ 3962400 h 3981450"/>
              <a:gd name="connsiteX4" fmla="*/ 0 w 3916378"/>
              <a:gd name="connsiteY4" fmla="*/ 0 h 3981450"/>
              <a:gd name="connsiteX0" fmla="*/ 0 w 3873335"/>
              <a:gd name="connsiteY0" fmla="*/ 0 h 3981450"/>
              <a:gd name="connsiteX1" fmla="*/ 3409950 w 3873335"/>
              <a:gd name="connsiteY1" fmla="*/ 2076450 h 3981450"/>
              <a:gd name="connsiteX2" fmla="*/ 3657600 w 3873335"/>
              <a:gd name="connsiteY2" fmla="*/ 3981450 h 3981450"/>
              <a:gd name="connsiteX3" fmla="*/ 38100 w 3873335"/>
              <a:gd name="connsiteY3" fmla="*/ 3962400 h 3981450"/>
              <a:gd name="connsiteX4" fmla="*/ 0 w 3873335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38100 w 3786126"/>
              <a:gd name="connsiteY3" fmla="*/ 396240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4032226"/>
              <a:gd name="connsiteY0" fmla="*/ 0 h 4003693"/>
              <a:gd name="connsiteX1" fmla="*/ 3409950 w 4032226"/>
              <a:gd name="connsiteY1" fmla="*/ 2076450 h 4003693"/>
              <a:gd name="connsiteX2" fmla="*/ 3943350 w 4032226"/>
              <a:gd name="connsiteY2" fmla="*/ 4003693 h 4003693"/>
              <a:gd name="connsiteX3" fmla="*/ 0 w 4032226"/>
              <a:gd name="connsiteY3" fmla="*/ 3981450 h 4003693"/>
              <a:gd name="connsiteX4" fmla="*/ 0 w 4032226"/>
              <a:gd name="connsiteY4" fmla="*/ 0 h 4003693"/>
              <a:gd name="connsiteX0" fmla="*/ 0 w 3948509"/>
              <a:gd name="connsiteY0" fmla="*/ 0 h 4003693"/>
              <a:gd name="connsiteX1" fmla="*/ 3409950 w 3948509"/>
              <a:gd name="connsiteY1" fmla="*/ 2076450 h 4003693"/>
              <a:gd name="connsiteX2" fmla="*/ 3943350 w 3948509"/>
              <a:gd name="connsiteY2" fmla="*/ 4003693 h 4003693"/>
              <a:gd name="connsiteX3" fmla="*/ 0 w 3948509"/>
              <a:gd name="connsiteY3" fmla="*/ 3981450 h 4003693"/>
              <a:gd name="connsiteX4" fmla="*/ 0 w 3948509"/>
              <a:gd name="connsiteY4" fmla="*/ 0 h 4003693"/>
              <a:gd name="connsiteX0" fmla="*/ 0 w 3943350"/>
              <a:gd name="connsiteY0" fmla="*/ 0 h 4003693"/>
              <a:gd name="connsiteX1" fmla="*/ 3333750 w 3943350"/>
              <a:gd name="connsiteY1" fmla="*/ 1942994 h 4003693"/>
              <a:gd name="connsiteX2" fmla="*/ 3943350 w 3943350"/>
              <a:gd name="connsiteY2" fmla="*/ 4003693 h 4003693"/>
              <a:gd name="connsiteX3" fmla="*/ 0 w 3943350"/>
              <a:gd name="connsiteY3" fmla="*/ 3981450 h 4003693"/>
              <a:gd name="connsiteX4" fmla="*/ 0 w 3943350"/>
              <a:gd name="connsiteY4" fmla="*/ 0 h 4003693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314198 h 4295648"/>
              <a:gd name="connsiteX1" fmla="*/ 1607574 w 4152900"/>
              <a:gd name="connsiteY1" fmla="*/ 305635 h 4295648"/>
              <a:gd name="connsiteX2" fmla="*/ 3200400 w 4152900"/>
              <a:gd name="connsiteY2" fmla="*/ 2034764 h 4295648"/>
              <a:gd name="connsiteX3" fmla="*/ 4152900 w 4152900"/>
              <a:gd name="connsiteY3" fmla="*/ 4295648 h 4295648"/>
              <a:gd name="connsiteX4" fmla="*/ 0 w 4152900"/>
              <a:gd name="connsiteY4" fmla="*/ 4295648 h 4295648"/>
              <a:gd name="connsiteX5" fmla="*/ 0 w 4152900"/>
              <a:gd name="connsiteY5" fmla="*/ 314198 h 4295648"/>
              <a:gd name="connsiteX0" fmla="*/ 0 w 4152900"/>
              <a:gd name="connsiteY0" fmla="*/ 314198 h 4295648"/>
              <a:gd name="connsiteX1" fmla="*/ 1607574 w 4152900"/>
              <a:gd name="connsiteY1" fmla="*/ 305635 h 4295648"/>
              <a:gd name="connsiteX2" fmla="*/ 3200400 w 4152900"/>
              <a:gd name="connsiteY2" fmla="*/ 2034764 h 4295648"/>
              <a:gd name="connsiteX3" fmla="*/ 4152900 w 4152900"/>
              <a:gd name="connsiteY3" fmla="*/ 4295648 h 4295648"/>
              <a:gd name="connsiteX4" fmla="*/ 0 w 4152900"/>
              <a:gd name="connsiteY4" fmla="*/ 4295648 h 4295648"/>
              <a:gd name="connsiteX5" fmla="*/ 0 w 4152900"/>
              <a:gd name="connsiteY5" fmla="*/ 314198 h 4295648"/>
              <a:gd name="connsiteX0" fmla="*/ 0 w 4152900"/>
              <a:gd name="connsiteY0" fmla="*/ 314198 h 4295648"/>
              <a:gd name="connsiteX1" fmla="*/ 1607574 w 4152900"/>
              <a:gd name="connsiteY1" fmla="*/ 305635 h 4295648"/>
              <a:gd name="connsiteX2" fmla="*/ 2073011 w 4152900"/>
              <a:gd name="connsiteY2" fmla="*/ 2171760 h 4295648"/>
              <a:gd name="connsiteX3" fmla="*/ 4152900 w 4152900"/>
              <a:gd name="connsiteY3" fmla="*/ 4295648 h 4295648"/>
              <a:gd name="connsiteX4" fmla="*/ 0 w 4152900"/>
              <a:gd name="connsiteY4" fmla="*/ 4295648 h 4295648"/>
              <a:gd name="connsiteX5" fmla="*/ 0 w 4152900"/>
              <a:gd name="connsiteY5" fmla="*/ 314198 h 4295648"/>
              <a:gd name="connsiteX0" fmla="*/ 0 w 4152900"/>
              <a:gd name="connsiteY0" fmla="*/ 134448 h 4115898"/>
              <a:gd name="connsiteX1" fmla="*/ 1607574 w 4152900"/>
              <a:gd name="connsiteY1" fmla="*/ 125885 h 4115898"/>
              <a:gd name="connsiteX2" fmla="*/ 2073011 w 4152900"/>
              <a:gd name="connsiteY2" fmla="*/ 1992010 h 4115898"/>
              <a:gd name="connsiteX3" fmla="*/ 4152900 w 4152900"/>
              <a:gd name="connsiteY3" fmla="*/ 4115898 h 4115898"/>
              <a:gd name="connsiteX4" fmla="*/ 0 w 4152900"/>
              <a:gd name="connsiteY4" fmla="*/ 4115898 h 4115898"/>
              <a:gd name="connsiteX5" fmla="*/ 0 w 4152900"/>
              <a:gd name="connsiteY5" fmla="*/ 134448 h 4115898"/>
              <a:gd name="connsiteX0" fmla="*/ 0 w 4152900"/>
              <a:gd name="connsiteY0" fmla="*/ 8563 h 3990013"/>
              <a:gd name="connsiteX1" fmla="*/ 1607574 w 4152900"/>
              <a:gd name="connsiteY1" fmla="*/ 0 h 3990013"/>
              <a:gd name="connsiteX2" fmla="*/ 2073011 w 4152900"/>
              <a:gd name="connsiteY2" fmla="*/ 1866125 h 3990013"/>
              <a:gd name="connsiteX3" fmla="*/ 4152900 w 4152900"/>
              <a:gd name="connsiteY3" fmla="*/ 3990013 h 3990013"/>
              <a:gd name="connsiteX4" fmla="*/ 0 w 4152900"/>
              <a:gd name="connsiteY4" fmla="*/ 3990013 h 3990013"/>
              <a:gd name="connsiteX5" fmla="*/ 0 w 4152900"/>
              <a:gd name="connsiteY5" fmla="*/ 8563 h 3990013"/>
              <a:gd name="connsiteX0" fmla="*/ 0 w 4152900"/>
              <a:gd name="connsiteY0" fmla="*/ 8563 h 3990013"/>
              <a:gd name="connsiteX1" fmla="*/ 1607574 w 4152900"/>
              <a:gd name="connsiteY1" fmla="*/ 0 h 3990013"/>
              <a:gd name="connsiteX2" fmla="*/ 2073011 w 4152900"/>
              <a:gd name="connsiteY2" fmla="*/ 1866125 h 3990013"/>
              <a:gd name="connsiteX3" fmla="*/ 4152900 w 4152900"/>
              <a:gd name="connsiteY3" fmla="*/ 3990013 h 3990013"/>
              <a:gd name="connsiteX4" fmla="*/ 0 w 4152900"/>
              <a:gd name="connsiteY4" fmla="*/ 3990013 h 3990013"/>
              <a:gd name="connsiteX5" fmla="*/ 0 w 4152900"/>
              <a:gd name="connsiteY5" fmla="*/ 8563 h 3990013"/>
              <a:gd name="connsiteX0" fmla="*/ 0 w 4152900"/>
              <a:gd name="connsiteY0" fmla="*/ 51923 h 4033373"/>
              <a:gd name="connsiteX1" fmla="*/ 2073011 w 4152900"/>
              <a:gd name="connsiteY1" fmla="*/ 1909485 h 4033373"/>
              <a:gd name="connsiteX2" fmla="*/ 4152900 w 4152900"/>
              <a:gd name="connsiteY2" fmla="*/ 4033373 h 4033373"/>
              <a:gd name="connsiteX3" fmla="*/ 0 w 4152900"/>
              <a:gd name="connsiteY3" fmla="*/ 4033373 h 4033373"/>
              <a:gd name="connsiteX4" fmla="*/ 0 w 4152900"/>
              <a:gd name="connsiteY4" fmla="*/ 51923 h 4033373"/>
              <a:gd name="connsiteX0" fmla="*/ 0 w 4152900"/>
              <a:gd name="connsiteY0" fmla="*/ 39460 h 4020910"/>
              <a:gd name="connsiteX1" fmla="*/ 1759618 w 4152900"/>
              <a:gd name="connsiteY1" fmla="*/ 2475397 h 4020910"/>
              <a:gd name="connsiteX2" fmla="*/ 4152900 w 4152900"/>
              <a:gd name="connsiteY2" fmla="*/ 4020910 h 4020910"/>
              <a:gd name="connsiteX3" fmla="*/ 0 w 4152900"/>
              <a:gd name="connsiteY3" fmla="*/ 4020910 h 4020910"/>
              <a:gd name="connsiteX4" fmla="*/ 0 w 4152900"/>
              <a:gd name="connsiteY4" fmla="*/ 39460 h 4020910"/>
              <a:gd name="connsiteX0" fmla="*/ 0 w 4152900"/>
              <a:gd name="connsiteY0" fmla="*/ 48924 h 4030374"/>
              <a:gd name="connsiteX1" fmla="*/ 1759618 w 4152900"/>
              <a:gd name="connsiteY1" fmla="*/ 2484861 h 4030374"/>
              <a:gd name="connsiteX2" fmla="*/ 4152900 w 4152900"/>
              <a:gd name="connsiteY2" fmla="*/ 4030374 h 4030374"/>
              <a:gd name="connsiteX3" fmla="*/ 0 w 4152900"/>
              <a:gd name="connsiteY3" fmla="*/ 4030374 h 4030374"/>
              <a:gd name="connsiteX4" fmla="*/ 0 w 4152900"/>
              <a:gd name="connsiteY4" fmla="*/ 48924 h 4030374"/>
              <a:gd name="connsiteX0" fmla="*/ 0 w 4152900"/>
              <a:gd name="connsiteY0" fmla="*/ 0 h 3981450"/>
              <a:gd name="connsiteX1" fmla="*/ 1759618 w 4152900"/>
              <a:gd name="connsiteY1" fmla="*/ 2435937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900" h="3981450">
                <a:moveTo>
                  <a:pt x="0" y="0"/>
                </a:moveTo>
                <a:cubicBezTo>
                  <a:pt x="1461964" y="320790"/>
                  <a:pt x="1694254" y="1290383"/>
                  <a:pt x="1759618" y="2435937"/>
                </a:cubicBezTo>
                <a:cubicBezTo>
                  <a:pt x="1824982" y="3581491"/>
                  <a:pt x="3971925" y="2641175"/>
                  <a:pt x="4152900" y="3981450"/>
                </a:cubicBezTo>
                <a:lnTo>
                  <a:pt x="0" y="39814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d-ID" sz="1125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ED6896-05B4-48A4-85DB-12A4678E255E}"/>
              </a:ext>
            </a:extLst>
          </p:cNvPr>
          <p:cNvGrpSpPr/>
          <p:nvPr/>
        </p:nvGrpSpPr>
        <p:grpSpPr>
          <a:xfrm>
            <a:off x="7148008" y="1126676"/>
            <a:ext cx="4434392" cy="4604649"/>
            <a:chOff x="1159555" y="1232021"/>
            <a:chExt cx="4466985" cy="4638493"/>
          </a:xfrm>
          <a:effectLst>
            <a:outerShdw blurRad="939800" sx="102000" sy="102000" algn="ctr" rotWithShape="0">
              <a:prstClr val="black">
                <a:alpha val="21000"/>
              </a:prstClr>
            </a:outerShdw>
          </a:effectLst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0FD14B3-9263-4AD0-AFB0-73EEEEFE4D78}"/>
                </a:ext>
              </a:extLst>
            </p:cNvPr>
            <p:cNvGrpSpPr/>
            <p:nvPr/>
          </p:nvGrpSpPr>
          <p:grpSpPr>
            <a:xfrm>
              <a:off x="3046615" y="4922864"/>
              <a:ext cx="705977" cy="947650"/>
              <a:chOff x="3046615" y="4922864"/>
              <a:chExt cx="705977" cy="94765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4146907-B8BD-430D-94CE-F9FCF8FAFFF6}"/>
                  </a:ext>
                </a:extLst>
              </p:cNvPr>
              <p:cNvGrpSpPr/>
              <p:nvPr/>
            </p:nvGrpSpPr>
            <p:grpSpPr>
              <a:xfrm>
                <a:off x="3063057" y="4998419"/>
                <a:ext cx="689535" cy="872095"/>
                <a:chOff x="1639547" y="5404524"/>
                <a:chExt cx="630177" cy="797022"/>
              </a:xfrm>
            </p:grpSpPr>
            <p:sp>
              <p:nvSpPr>
                <p:cNvPr id="21" name="Freeform 8">
                  <a:extLst>
                    <a:ext uri="{FF2B5EF4-FFF2-40B4-BE49-F238E27FC236}">
                      <a16:creationId xmlns:a16="http://schemas.microsoft.com/office/drawing/2014/main" id="{244AA05C-B8AB-4906-823A-C8F1F65D25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110804">
                  <a:off x="1556125" y="5487946"/>
                  <a:ext cx="797022" cy="630177"/>
                </a:xfrm>
                <a:custGeom>
                  <a:avLst/>
                  <a:gdLst>
                    <a:gd name="T0" fmla="*/ 793 w 939"/>
                    <a:gd name="T1" fmla="*/ 650 h 650"/>
                    <a:gd name="T2" fmla="*/ 0 w 939"/>
                    <a:gd name="T3" fmla="*/ 326 h 650"/>
                    <a:gd name="T4" fmla="*/ 793 w 939"/>
                    <a:gd name="T5" fmla="*/ 0 h 650"/>
                    <a:gd name="T6" fmla="*/ 939 w 939"/>
                    <a:gd name="T7" fmla="*/ 0 h 650"/>
                    <a:gd name="T8" fmla="*/ 939 w 939"/>
                    <a:gd name="T9" fmla="*/ 650 h 650"/>
                    <a:gd name="T10" fmla="*/ 793 w 939"/>
                    <a:gd name="T11" fmla="*/ 650 h 650"/>
                    <a:gd name="connsiteX0" fmla="*/ 8445 w 10000"/>
                    <a:gd name="connsiteY0" fmla="*/ 10000 h 10000"/>
                    <a:gd name="connsiteX1" fmla="*/ 0 w 10000"/>
                    <a:gd name="connsiteY1" fmla="*/ 5015 h 10000"/>
                    <a:gd name="connsiteX2" fmla="*/ 8445 w 10000"/>
                    <a:gd name="connsiteY2" fmla="*/ 0 h 10000"/>
                    <a:gd name="connsiteX3" fmla="*/ 8755 w 10000"/>
                    <a:gd name="connsiteY3" fmla="*/ 92 h 10000"/>
                    <a:gd name="connsiteX4" fmla="*/ 10000 w 10000"/>
                    <a:gd name="connsiteY4" fmla="*/ 10000 h 10000"/>
                    <a:gd name="connsiteX5" fmla="*/ 8445 w 10000"/>
                    <a:gd name="connsiteY5" fmla="*/ 10000 h 10000"/>
                    <a:gd name="connsiteX0" fmla="*/ 8445 w 8755"/>
                    <a:gd name="connsiteY0" fmla="*/ 10000 h 10000"/>
                    <a:gd name="connsiteX1" fmla="*/ 0 w 8755"/>
                    <a:gd name="connsiteY1" fmla="*/ 5015 h 10000"/>
                    <a:gd name="connsiteX2" fmla="*/ 8445 w 8755"/>
                    <a:gd name="connsiteY2" fmla="*/ 0 h 10000"/>
                    <a:gd name="connsiteX3" fmla="*/ 8755 w 8755"/>
                    <a:gd name="connsiteY3" fmla="*/ 92 h 10000"/>
                    <a:gd name="connsiteX4" fmla="*/ 8666 w 8755"/>
                    <a:gd name="connsiteY4" fmla="*/ 9708 h 10000"/>
                    <a:gd name="connsiteX5" fmla="*/ 8445 w 8755"/>
                    <a:gd name="connsiteY5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755" h="10000">
                      <a:moveTo>
                        <a:pt x="8445" y="10000"/>
                      </a:moveTo>
                      <a:lnTo>
                        <a:pt x="0" y="5015"/>
                      </a:lnTo>
                      <a:lnTo>
                        <a:pt x="8445" y="0"/>
                      </a:lnTo>
                      <a:lnTo>
                        <a:pt x="8755" y="92"/>
                      </a:lnTo>
                      <a:cubicBezTo>
                        <a:pt x="8725" y="3297"/>
                        <a:pt x="8696" y="6503"/>
                        <a:pt x="8666" y="9708"/>
                      </a:cubicBezTo>
                      <a:cubicBezTo>
                        <a:pt x="8592" y="9805"/>
                        <a:pt x="8519" y="9903"/>
                        <a:pt x="8445" y="10000"/>
                      </a:cubicBezTo>
                      <a:close/>
                    </a:path>
                  </a:pathLst>
                </a:custGeom>
                <a:solidFill>
                  <a:srgbClr val="D4AC8C"/>
                </a:solidFill>
                <a:ln w="38100">
                  <a:solidFill>
                    <a:srgbClr val="232A4E"/>
                  </a:solidFill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>
                    <a:latin typeface="Ubuntu" panose="020B0504030602030204" pitchFamily="34" charset="0"/>
                  </a:endParaRPr>
                </a:p>
              </p:txBody>
            </p:sp>
            <p:sp>
              <p:nvSpPr>
                <p:cNvPr id="22" name="Freeform 22">
                  <a:extLst>
                    <a:ext uri="{FF2B5EF4-FFF2-40B4-BE49-F238E27FC236}">
                      <a16:creationId xmlns:a16="http://schemas.microsoft.com/office/drawing/2014/main" id="{4AE29057-BC81-4176-9B77-FE456C8837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6110804">
                  <a:off x="1831665" y="5968751"/>
                  <a:ext cx="261766" cy="203596"/>
                </a:xfrm>
                <a:custGeom>
                  <a:avLst/>
                  <a:gdLst>
                    <a:gd name="T0" fmla="*/ 114 w 114"/>
                    <a:gd name="T1" fmla="*/ 49 h 88"/>
                    <a:gd name="T2" fmla="*/ 107 w 114"/>
                    <a:gd name="T3" fmla="*/ 0 h 88"/>
                    <a:gd name="T4" fmla="*/ 0 w 114"/>
                    <a:gd name="T5" fmla="*/ 44 h 88"/>
                    <a:gd name="T6" fmla="*/ 109 w 114"/>
                    <a:gd name="T7" fmla="*/ 88 h 88"/>
                    <a:gd name="T8" fmla="*/ 114 w 114"/>
                    <a:gd name="T9" fmla="*/ 49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4" h="88">
                      <a:moveTo>
                        <a:pt x="114" y="49"/>
                      </a:moveTo>
                      <a:cubicBezTo>
                        <a:pt x="114" y="32"/>
                        <a:pt x="111" y="15"/>
                        <a:pt x="107" y="0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109" y="88"/>
                        <a:pt x="109" y="88"/>
                        <a:pt x="109" y="88"/>
                      </a:cubicBezTo>
                      <a:cubicBezTo>
                        <a:pt x="112" y="76"/>
                        <a:pt x="114" y="63"/>
                        <a:pt x="114" y="49"/>
                      </a:cubicBezTo>
                      <a:close/>
                    </a:path>
                  </a:pathLst>
                </a:custGeom>
                <a:solidFill>
                  <a:srgbClr val="281B51"/>
                </a:solidFill>
                <a:ln w="38100">
                  <a:solidFill>
                    <a:srgbClr val="232A4E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>
                    <a:latin typeface="Ubuntu" panose="020B0504030602030204" pitchFamily="34" charset="0"/>
                  </a:endParaRPr>
                </a:p>
              </p:txBody>
            </p:sp>
          </p:grpSp>
          <p:sp>
            <p:nvSpPr>
              <p:cNvPr id="19" name="Oval 39">
                <a:extLst>
                  <a:ext uri="{FF2B5EF4-FFF2-40B4-BE49-F238E27FC236}">
                    <a16:creationId xmlns:a16="http://schemas.microsoft.com/office/drawing/2014/main" id="{67ED2481-8581-473E-9D44-99B742A72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0084" y="4967833"/>
                <a:ext cx="356174" cy="98267"/>
              </a:xfrm>
              <a:prstGeom prst="ellipse">
                <a:avLst/>
              </a:prstGeom>
              <a:solidFill>
                <a:srgbClr val="281B51"/>
              </a:solidFill>
              <a:ln w="38100">
                <a:solidFill>
                  <a:srgbClr val="232A4E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Ubuntu" panose="020B0504030602030204" pitchFamily="34" charset="0"/>
                </a:endParaRPr>
              </a:p>
            </p:txBody>
          </p:sp>
          <p:sp>
            <p:nvSpPr>
              <p:cNvPr id="20" name="Freeform 41">
                <a:extLst>
                  <a:ext uri="{FF2B5EF4-FFF2-40B4-BE49-F238E27FC236}">
                    <a16:creationId xmlns:a16="http://schemas.microsoft.com/office/drawing/2014/main" id="{A3DA31F3-0DEB-4E5E-B61D-809EF5BA5D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46615" y="4922864"/>
                <a:ext cx="701193" cy="188206"/>
              </a:xfrm>
              <a:custGeom>
                <a:avLst/>
                <a:gdLst>
                  <a:gd name="T0" fmla="*/ 163 w 323"/>
                  <a:gd name="T1" fmla="*/ 87 h 87"/>
                  <a:gd name="T2" fmla="*/ 19 w 323"/>
                  <a:gd name="T3" fmla="*/ 64 h 87"/>
                  <a:gd name="T4" fmla="*/ 1 w 323"/>
                  <a:gd name="T5" fmla="*/ 40 h 87"/>
                  <a:gd name="T6" fmla="*/ 92 w 323"/>
                  <a:gd name="T7" fmla="*/ 4 h 87"/>
                  <a:gd name="T8" fmla="*/ 161 w 323"/>
                  <a:gd name="T9" fmla="*/ 0 h 87"/>
                  <a:gd name="T10" fmla="*/ 304 w 323"/>
                  <a:gd name="T11" fmla="*/ 23 h 87"/>
                  <a:gd name="T12" fmla="*/ 322 w 323"/>
                  <a:gd name="T13" fmla="*/ 46 h 87"/>
                  <a:gd name="T14" fmla="*/ 231 w 323"/>
                  <a:gd name="T15" fmla="*/ 83 h 87"/>
                  <a:gd name="T16" fmla="*/ 163 w 323"/>
                  <a:gd name="T17" fmla="*/ 87 h 87"/>
                  <a:gd name="T18" fmla="*/ 161 w 323"/>
                  <a:gd name="T19" fmla="*/ 27 h 87"/>
                  <a:gd name="T20" fmla="*/ 128 w 323"/>
                  <a:gd name="T21" fmla="*/ 29 h 87"/>
                  <a:gd name="T22" fmla="*/ 88 w 323"/>
                  <a:gd name="T23" fmla="*/ 43 h 87"/>
                  <a:gd name="T24" fmla="*/ 94 w 323"/>
                  <a:gd name="T25" fmla="*/ 49 h 87"/>
                  <a:gd name="T26" fmla="*/ 162 w 323"/>
                  <a:gd name="T27" fmla="*/ 60 h 87"/>
                  <a:gd name="T28" fmla="*/ 195 w 323"/>
                  <a:gd name="T29" fmla="*/ 58 h 87"/>
                  <a:gd name="T30" fmla="*/ 235 w 323"/>
                  <a:gd name="T31" fmla="*/ 44 h 87"/>
                  <a:gd name="T32" fmla="*/ 229 w 323"/>
                  <a:gd name="T33" fmla="*/ 38 h 87"/>
                  <a:gd name="T34" fmla="*/ 161 w 323"/>
                  <a:gd name="T35" fmla="*/ 2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23" h="87">
                    <a:moveTo>
                      <a:pt x="163" y="87"/>
                    </a:moveTo>
                    <a:cubicBezTo>
                      <a:pt x="101" y="87"/>
                      <a:pt x="46" y="78"/>
                      <a:pt x="19" y="64"/>
                    </a:cubicBezTo>
                    <a:cubicBezTo>
                      <a:pt x="2" y="55"/>
                      <a:pt x="0" y="46"/>
                      <a:pt x="1" y="40"/>
                    </a:cubicBezTo>
                    <a:cubicBezTo>
                      <a:pt x="5" y="24"/>
                      <a:pt x="39" y="11"/>
                      <a:pt x="92" y="4"/>
                    </a:cubicBezTo>
                    <a:cubicBezTo>
                      <a:pt x="114" y="1"/>
                      <a:pt x="137" y="0"/>
                      <a:pt x="161" y="0"/>
                    </a:cubicBezTo>
                    <a:cubicBezTo>
                      <a:pt x="222" y="0"/>
                      <a:pt x="277" y="9"/>
                      <a:pt x="304" y="23"/>
                    </a:cubicBezTo>
                    <a:cubicBezTo>
                      <a:pt x="321" y="32"/>
                      <a:pt x="323" y="41"/>
                      <a:pt x="322" y="46"/>
                    </a:cubicBezTo>
                    <a:cubicBezTo>
                      <a:pt x="318" y="63"/>
                      <a:pt x="284" y="76"/>
                      <a:pt x="231" y="83"/>
                    </a:cubicBezTo>
                    <a:cubicBezTo>
                      <a:pt x="209" y="85"/>
                      <a:pt x="186" y="87"/>
                      <a:pt x="163" y="87"/>
                    </a:cubicBezTo>
                    <a:close/>
                    <a:moveTo>
                      <a:pt x="161" y="27"/>
                    </a:moveTo>
                    <a:cubicBezTo>
                      <a:pt x="149" y="27"/>
                      <a:pt x="138" y="28"/>
                      <a:pt x="128" y="29"/>
                    </a:cubicBezTo>
                    <a:cubicBezTo>
                      <a:pt x="100" y="32"/>
                      <a:pt x="89" y="39"/>
                      <a:pt x="88" y="43"/>
                    </a:cubicBezTo>
                    <a:cubicBezTo>
                      <a:pt x="87" y="45"/>
                      <a:pt x="90" y="47"/>
                      <a:pt x="94" y="49"/>
                    </a:cubicBezTo>
                    <a:cubicBezTo>
                      <a:pt x="106" y="55"/>
                      <a:pt x="133" y="60"/>
                      <a:pt x="162" y="60"/>
                    </a:cubicBezTo>
                    <a:cubicBezTo>
                      <a:pt x="174" y="60"/>
                      <a:pt x="185" y="59"/>
                      <a:pt x="195" y="58"/>
                    </a:cubicBezTo>
                    <a:cubicBezTo>
                      <a:pt x="223" y="54"/>
                      <a:pt x="235" y="48"/>
                      <a:pt x="235" y="44"/>
                    </a:cubicBezTo>
                    <a:cubicBezTo>
                      <a:pt x="236" y="42"/>
                      <a:pt x="234" y="40"/>
                      <a:pt x="229" y="38"/>
                    </a:cubicBezTo>
                    <a:cubicBezTo>
                      <a:pt x="217" y="31"/>
                      <a:pt x="190" y="27"/>
                      <a:pt x="161" y="27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38100">
                <a:solidFill>
                  <a:srgbClr val="232A4E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Ubuntu" panose="020B0504030602030204" pitchFamily="34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25153AA-1712-46CE-A7F5-D82C8C6E90CE}"/>
                </a:ext>
              </a:extLst>
            </p:cNvPr>
            <p:cNvGrpSpPr/>
            <p:nvPr/>
          </p:nvGrpSpPr>
          <p:grpSpPr>
            <a:xfrm>
              <a:off x="2550283" y="3948521"/>
              <a:ext cx="1672205" cy="952691"/>
              <a:chOff x="2550283" y="3948521"/>
              <a:chExt cx="1672205" cy="952691"/>
            </a:xfrm>
          </p:grpSpPr>
          <p:sp>
            <p:nvSpPr>
              <p:cNvPr id="16" name="Freeform 42">
                <a:extLst>
                  <a:ext uri="{FF2B5EF4-FFF2-40B4-BE49-F238E27FC236}">
                    <a16:creationId xmlns:a16="http://schemas.microsoft.com/office/drawing/2014/main" id="{C29034E7-118F-4E0A-9197-200BEAF82A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1928" y="4196687"/>
                <a:ext cx="1612245" cy="704525"/>
              </a:xfrm>
              <a:custGeom>
                <a:avLst/>
                <a:gdLst>
                  <a:gd name="T0" fmla="*/ 153 w 744"/>
                  <a:gd name="T1" fmla="*/ 269 h 325"/>
                  <a:gd name="T2" fmla="*/ 0 w 744"/>
                  <a:gd name="T3" fmla="*/ 0 h 325"/>
                  <a:gd name="T4" fmla="*/ 35 w 744"/>
                  <a:gd name="T5" fmla="*/ 28 h 325"/>
                  <a:gd name="T6" fmla="*/ 537 w 744"/>
                  <a:gd name="T7" fmla="*/ 72 h 325"/>
                  <a:gd name="T8" fmla="*/ 744 w 744"/>
                  <a:gd name="T9" fmla="*/ 1 h 325"/>
                  <a:gd name="T10" fmla="*/ 589 w 744"/>
                  <a:gd name="T11" fmla="*/ 270 h 325"/>
                  <a:gd name="T12" fmla="*/ 468 w 744"/>
                  <a:gd name="T13" fmla="*/ 311 h 325"/>
                  <a:gd name="T14" fmla="*/ 174 w 744"/>
                  <a:gd name="T15" fmla="*/ 286 h 325"/>
                  <a:gd name="T16" fmla="*/ 153 w 744"/>
                  <a:gd name="T17" fmla="*/ 269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4" h="325">
                    <a:moveTo>
                      <a:pt x="153" y="269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6" y="10"/>
                      <a:pt x="17" y="19"/>
                      <a:pt x="35" y="28"/>
                    </a:cubicBezTo>
                    <a:cubicBezTo>
                      <a:pt x="126" y="75"/>
                      <a:pt x="351" y="95"/>
                      <a:pt x="537" y="72"/>
                    </a:cubicBezTo>
                    <a:cubicBezTo>
                      <a:pt x="653" y="58"/>
                      <a:pt x="727" y="31"/>
                      <a:pt x="744" y="1"/>
                    </a:cubicBezTo>
                    <a:cubicBezTo>
                      <a:pt x="589" y="270"/>
                      <a:pt x="589" y="270"/>
                      <a:pt x="589" y="270"/>
                    </a:cubicBezTo>
                    <a:cubicBezTo>
                      <a:pt x="579" y="287"/>
                      <a:pt x="536" y="303"/>
                      <a:pt x="468" y="311"/>
                    </a:cubicBezTo>
                    <a:cubicBezTo>
                      <a:pt x="359" y="325"/>
                      <a:pt x="227" y="313"/>
                      <a:pt x="174" y="286"/>
                    </a:cubicBezTo>
                    <a:cubicBezTo>
                      <a:pt x="163" y="280"/>
                      <a:pt x="156" y="275"/>
                      <a:pt x="153" y="2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8100">
                <a:solidFill>
                  <a:srgbClr val="232A4E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Ubuntu" panose="020B0504030602030204" pitchFamily="34" charset="0"/>
                </a:endParaRPr>
              </a:p>
            </p:txBody>
          </p:sp>
          <p:sp>
            <p:nvSpPr>
              <p:cNvPr id="17" name="Freeform 43">
                <a:extLst>
                  <a:ext uri="{FF2B5EF4-FFF2-40B4-BE49-F238E27FC236}">
                    <a16:creationId xmlns:a16="http://schemas.microsoft.com/office/drawing/2014/main" id="{8F44BCF0-D4F7-40D9-A7B6-0E033F03F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0283" y="3948521"/>
                <a:ext cx="1672205" cy="441369"/>
              </a:xfrm>
              <a:custGeom>
                <a:avLst/>
                <a:gdLst>
                  <a:gd name="T0" fmla="*/ 389 w 771"/>
                  <a:gd name="T1" fmla="*/ 203 h 203"/>
                  <a:gd name="T2" fmla="*/ 45 w 771"/>
                  <a:gd name="T3" fmla="*/ 148 h 203"/>
                  <a:gd name="T4" fmla="*/ 3 w 771"/>
                  <a:gd name="T5" fmla="*/ 95 h 203"/>
                  <a:gd name="T6" fmla="*/ 220 w 771"/>
                  <a:gd name="T7" fmla="*/ 10 h 203"/>
                  <a:gd name="T8" fmla="*/ 383 w 771"/>
                  <a:gd name="T9" fmla="*/ 0 h 203"/>
                  <a:gd name="T10" fmla="*/ 727 w 771"/>
                  <a:gd name="T11" fmla="*/ 54 h 203"/>
                  <a:gd name="T12" fmla="*/ 769 w 771"/>
                  <a:gd name="T13" fmla="*/ 108 h 203"/>
                  <a:gd name="T14" fmla="*/ 552 w 771"/>
                  <a:gd name="T15" fmla="*/ 193 h 203"/>
                  <a:gd name="T16" fmla="*/ 389 w 771"/>
                  <a:gd name="T17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1" h="203">
                    <a:moveTo>
                      <a:pt x="389" y="203"/>
                    </a:moveTo>
                    <a:cubicBezTo>
                      <a:pt x="242" y="203"/>
                      <a:pt x="110" y="182"/>
                      <a:pt x="45" y="148"/>
                    </a:cubicBezTo>
                    <a:cubicBezTo>
                      <a:pt x="5" y="128"/>
                      <a:pt x="0" y="108"/>
                      <a:pt x="3" y="95"/>
                    </a:cubicBezTo>
                    <a:cubicBezTo>
                      <a:pt x="11" y="57"/>
                      <a:pt x="92" y="25"/>
                      <a:pt x="220" y="10"/>
                    </a:cubicBezTo>
                    <a:cubicBezTo>
                      <a:pt x="271" y="3"/>
                      <a:pt x="326" y="0"/>
                      <a:pt x="383" y="0"/>
                    </a:cubicBezTo>
                    <a:cubicBezTo>
                      <a:pt x="530" y="0"/>
                      <a:pt x="662" y="21"/>
                      <a:pt x="727" y="54"/>
                    </a:cubicBezTo>
                    <a:cubicBezTo>
                      <a:pt x="766" y="75"/>
                      <a:pt x="771" y="95"/>
                      <a:pt x="769" y="108"/>
                    </a:cubicBezTo>
                    <a:cubicBezTo>
                      <a:pt x="760" y="146"/>
                      <a:pt x="680" y="178"/>
                      <a:pt x="552" y="193"/>
                    </a:cubicBezTo>
                    <a:cubicBezTo>
                      <a:pt x="501" y="200"/>
                      <a:pt x="446" y="203"/>
                      <a:pt x="389" y="203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8100">
                <a:solidFill>
                  <a:srgbClr val="232A4E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Ubuntu" panose="020B05040306020302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AFDB591-F089-46B8-AEF6-3B490DF34E18}"/>
                </a:ext>
              </a:extLst>
            </p:cNvPr>
            <p:cNvGrpSpPr/>
            <p:nvPr/>
          </p:nvGrpSpPr>
          <p:grpSpPr>
            <a:xfrm>
              <a:off x="2080600" y="3109088"/>
              <a:ext cx="2616567" cy="1204187"/>
              <a:chOff x="2080600" y="3109088"/>
              <a:chExt cx="2616567" cy="1204187"/>
            </a:xfrm>
          </p:grpSpPr>
          <p:sp>
            <p:nvSpPr>
              <p:cNvPr id="14" name="Freeform 45">
                <a:extLst>
                  <a:ext uri="{FF2B5EF4-FFF2-40B4-BE49-F238E27FC236}">
                    <a16:creationId xmlns:a16="http://schemas.microsoft.com/office/drawing/2014/main" id="{917D5832-38CA-4BCC-8379-3982E7BAD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242" y="3490497"/>
                <a:ext cx="2543283" cy="822778"/>
              </a:xfrm>
              <a:custGeom>
                <a:avLst/>
                <a:gdLst>
                  <a:gd name="T0" fmla="*/ 153 w 1173"/>
                  <a:gd name="T1" fmla="*/ 269 h 380"/>
                  <a:gd name="T2" fmla="*/ 0 w 1173"/>
                  <a:gd name="T3" fmla="*/ 0 h 380"/>
                  <a:gd name="T4" fmla="*/ 55 w 1173"/>
                  <a:gd name="T5" fmla="*/ 45 h 380"/>
                  <a:gd name="T6" fmla="*/ 848 w 1173"/>
                  <a:gd name="T7" fmla="*/ 114 h 380"/>
                  <a:gd name="T8" fmla="*/ 1173 w 1173"/>
                  <a:gd name="T9" fmla="*/ 2 h 380"/>
                  <a:gd name="T10" fmla="*/ 1019 w 1173"/>
                  <a:gd name="T11" fmla="*/ 271 h 380"/>
                  <a:gd name="T12" fmla="*/ 779 w 1173"/>
                  <a:gd name="T13" fmla="*/ 353 h 380"/>
                  <a:gd name="T14" fmla="*/ 194 w 1173"/>
                  <a:gd name="T15" fmla="*/ 302 h 380"/>
                  <a:gd name="T16" fmla="*/ 153 w 1173"/>
                  <a:gd name="T17" fmla="*/ 269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73" h="380">
                    <a:moveTo>
                      <a:pt x="153" y="269"/>
                    </a:moveTo>
                    <a:cubicBezTo>
                      <a:pt x="102" y="180"/>
                      <a:pt x="51" y="90"/>
                      <a:pt x="0" y="0"/>
                    </a:cubicBezTo>
                    <a:cubicBezTo>
                      <a:pt x="9" y="16"/>
                      <a:pt x="27" y="31"/>
                      <a:pt x="55" y="45"/>
                    </a:cubicBezTo>
                    <a:cubicBezTo>
                      <a:pt x="199" y="119"/>
                      <a:pt x="554" y="150"/>
                      <a:pt x="848" y="114"/>
                    </a:cubicBezTo>
                    <a:cubicBezTo>
                      <a:pt x="1030" y="92"/>
                      <a:pt x="1146" y="49"/>
                      <a:pt x="1173" y="2"/>
                    </a:cubicBezTo>
                    <a:cubicBezTo>
                      <a:pt x="1019" y="271"/>
                      <a:pt x="1019" y="271"/>
                      <a:pt x="1019" y="271"/>
                    </a:cubicBezTo>
                    <a:cubicBezTo>
                      <a:pt x="999" y="305"/>
                      <a:pt x="913" y="337"/>
                      <a:pt x="779" y="353"/>
                    </a:cubicBezTo>
                    <a:cubicBezTo>
                      <a:pt x="562" y="380"/>
                      <a:pt x="300" y="357"/>
                      <a:pt x="194" y="302"/>
                    </a:cubicBezTo>
                    <a:cubicBezTo>
                      <a:pt x="173" y="292"/>
                      <a:pt x="160" y="281"/>
                      <a:pt x="153" y="269"/>
                    </a:cubicBezTo>
                  </a:path>
                </a:pathLst>
              </a:custGeom>
              <a:solidFill>
                <a:schemeClr val="accent3"/>
              </a:solidFill>
              <a:ln w="38100">
                <a:solidFill>
                  <a:srgbClr val="232A4E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Ubuntu" panose="020B0504030602030204" pitchFamily="34" charset="0"/>
                </a:endParaRPr>
              </a:p>
            </p:txBody>
          </p:sp>
          <p:sp>
            <p:nvSpPr>
              <p:cNvPr id="15" name="Freeform 46">
                <a:extLst>
                  <a:ext uri="{FF2B5EF4-FFF2-40B4-BE49-F238E27FC236}">
                    <a16:creationId xmlns:a16="http://schemas.microsoft.com/office/drawing/2014/main" id="{9888D091-07D3-4A59-A750-66A3913BA8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80600" y="3109088"/>
                <a:ext cx="2616567" cy="676210"/>
              </a:xfrm>
              <a:custGeom>
                <a:avLst/>
                <a:gdLst>
                  <a:gd name="T0" fmla="*/ 608 w 1207"/>
                  <a:gd name="T1" fmla="*/ 312 h 312"/>
                  <a:gd name="T2" fmla="*/ 68 w 1207"/>
                  <a:gd name="T3" fmla="*/ 227 h 312"/>
                  <a:gd name="T4" fmla="*/ 5 w 1207"/>
                  <a:gd name="T5" fmla="*/ 146 h 312"/>
                  <a:gd name="T6" fmla="*/ 342 w 1207"/>
                  <a:gd name="T7" fmla="*/ 15 h 312"/>
                  <a:gd name="T8" fmla="*/ 600 w 1207"/>
                  <a:gd name="T9" fmla="*/ 0 h 312"/>
                  <a:gd name="T10" fmla="*/ 1139 w 1207"/>
                  <a:gd name="T11" fmla="*/ 86 h 312"/>
                  <a:gd name="T12" fmla="*/ 1203 w 1207"/>
                  <a:gd name="T13" fmla="*/ 166 h 312"/>
                  <a:gd name="T14" fmla="*/ 866 w 1207"/>
                  <a:gd name="T15" fmla="*/ 297 h 312"/>
                  <a:gd name="T16" fmla="*/ 608 w 1207"/>
                  <a:gd name="T17" fmla="*/ 312 h 312"/>
                  <a:gd name="T18" fmla="*/ 603 w 1207"/>
                  <a:gd name="T19" fmla="*/ 124 h 312"/>
                  <a:gd name="T20" fmla="*/ 536 w 1207"/>
                  <a:gd name="T21" fmla="*/ 128 h 312"/>
                  <a:gd name="T22" fmla="*/ 456 w 1207"/>
                  <a:gd name="T23" fmla="*/ 155 h 312"/>
                  <a:gd name="T24" fmla="*/ 468 w 1207"/>
                  <a:gd name="T25" fmla="*/ 167 h 312"/>
                  <a:gd name="T26" fmla="*/ 605 w 1207"/>
                  <a:gd name="T27" fmla="*/ 188 h 312"/>
                  <a:gd name="T28" fmla="*/ 671 w 1207"/>
                  <a:gd name="T29" fmla="*/ 185 h 312"/>
                  <a:gd name="T30" fmla="*/ 752 w 1207"/>
                  <a:gd name="T31" fmla="*/ 157 h 312"/>
                  <a:gd name="T32" fmla="*/ 740 w 1207"/>
                  <a:gd name="T33" fmla="*/ 145 h 312"/>
                  <a:gd name="T34" fmla="*/ 603 w 1207"/>
                  <a:gd name="T35" fmla="*/ 124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07" h="312">
                    <a:moveTo>
                      <a:pt x="608" y="312"/>
                    </a:moveTo>
                    <a:cubicBezTo>
                      <a:pt x="377" y="312"/>
                      <a:pt x="170" y="280"/>
                      <a:pt x="68" y="227"/>
                    </a:cubicBezTo>
                    <a:cubicBezTo>
                      <a:pt x="8" y="196"/>
                      <a:pt x="0" y="166"/>
                      <a:pt x="5" y="146"/>
                    </a:cubicBezTo>
                    <a:cubicBezTo>
                      <a:pt x="17" y="88"/>
                      <a:pt x="143" y="40"/>
                      <a:pt x="342" y="15"/>
                    </a:cubicBezTo>
                    <a:cubicBezTo>
                      <a:pt x="423" y="5"/>
                      <a:pt x="510" y="0"/>
                      <a:pt x="600" y="0"/>
                    </a:cubicBezTo>
                    <a:cubicBezTo>
                      <a:pt x="830" y="0"/>
                      <a:pt x="1037" y="33"/>
                      <a:pt x="1139" y="86"/>
                    </a:cubicBezTo>
                    <a:cubicBezTo>
                      <a:pt x="1200" y="116"/>
                      <a:pt x="1207" y="147"/>
                      <a:pt x="1203" y="166"/>
                    </a:cubicBezTo>
                    <a:cubicBezTo>
                      <a:pt x="1191" y="224"/>
                      <a:pt x="1064" y="273"/>
                      <a:pt x="866" y="297"/>
                    </a:cubicBezTo>
                    <a:cubicBezTo>
                      <a:pt x="784" y="307"/>
                      <a:pt x="698" y="312"/>
                      <a:pt x="608" y="312"/>
                    </a:cubicBezTo>
                    <a:moveTo>
                      <a:pt x="603" y="124"/>
                    </a:moveTo>
                    <a:cubicBezTo>
                      <a:pt x="579" y="124"/>
                      <a:pt x="557" y="125"/>
                      <a:pt x="536" y="128"/>
                    </a:cubicBezTo>
                    <a:cubicBezTo>
                      <a:pt x="480" y="135"/>
                      <a:pt x="457" y="148"/>
                      <a:pt x="456" y="155"/>
                    </a:cubicBezTo>
                    <a:cubicBezTo>
                      <a:pt x="455" y="159"/>
                      <a:pt x="460" y="163"/>
                      <a:pt x="468" y="167"/>
                    </a:cubicBezTo>
                    <a:cubicBezTo>
                      <a:pt x="493" y="180"/>
                      <a:pt x="547" y="188"/>
                      <a:pt x="605" y="188"/>
                    </a:cubicBezTo>
                    <a:cubicBezTo>
                      <a:pt x="628" y="188"/>
                      <a:pt x="650" y="187"/>
                      <a:pt x="671" y="185"/>
                    </a:cubicBezTo>
                    <a:cubicBezTo>
                      <a:pt x="727" y="178"/>
                      <a:pt x="750" y="165"/>
                      <a:pt x="752" y="157"/>
                    </a:cubicBezTo>
                    <a:cubicBezTo>
                      <a:pt x="752" y="154"/>
                      <a:pt x="748" y="150"/>
                      <a:pt x="740" y="145"/>
                    </a:cubicBezTo>
                    <a:cubicBezTo>
                      <a:pt x="715" y="132"/>
                      <a:pt x="661" y="124"/>
                      <a:pt x="603" y="124"/>
                    </a:cubicBezTo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38100">
                <a:solidFill>
                  <a:srgbClr val="232A4E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Ubuntu" panose="020B0504030602030204" pitchFamily="34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7A3AE9E-A5B5-40DF-B0FE-223472AFCE77}"/>
                </a:ext>
              </a:extLst>
            </p:cNvPr>
            <p:cNvGrpSpPr/>
            <p:nvPr/>
          </p:nvGrpSpPr>
          <p:grpSpPr>
            <a:xfrm>
              <a:off x="1617579" y="2542803"/>
              <a:ext cx="3549271" cy="1034302"/>
              <a:chOff x="1617579" y="2542803"/>
              <a:chExt cx="3549271" cy="1034302"/>
            </a:xfrm>
          </p:grpSpPr>
          <p:sp>
            <p:nvSpPr>
              <p:cNvPr id="12" name="Freeform 49">
                <a:extLst>
                  <a:ext uri="{FF2B5EF4-FFF2-40B4-BE49-F238E27FC236}">
                    <a16:creationId xmlns:a16="http://schemas.microsoft.com/office/drawing/2014/main" id="{92D8FC4B-46E8-4319-9F4B-83949F7D4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0883" y="2691036"/>
                <a:ext cx="3454335" cy="886069"/>
              </a:xfrm>
              <a:custGeom>
                <a:avLst/>
                <a:gdLst>
                  <a:gd name="T0" fmla="*/ 1591 w 1594"/>
                  <a:gd name="T1" fmla="*/ 9 h 409"/>
                  <a:gd name="T2" fmla="*/ 1493 w 1594"/>
                  <a:gd name="T3" fmla="*/ 73 h 409"/>
                  <a:gd name="T4" fmla="*/ 1399 w 1594"/>
                  <a:gd name="T5" fmla="*/ 104 h 409"/>
                  <a:gd name="T6" fmla="*/ 1284 w 1594"/>
                  <a:gd name="T7" fmla="*/ 132 h 409"/>
                  <a:gd name="T8" fmla="*/ 1284 w 1594"/>
                  <a:gd name="T9" fmla="*/ 132 h 409"/>
                  <a:gd name="T10" fmla="*/ 1187 w 1594"/>
                  <a:gd name="T11" fmla="*/ 148 h 409"/>
                  <a:gd name="T12" fmla="*/ 687 w 1594"/>
                  <a:gd name="T13" fmla="*/ 170 h 409"/>
                  <a:gd name="T14" fmla="*/ 684 w 1594"/>
                  <a:gd name="T15" fmla="*/ 170 h 409"/>
                  <a:gd name="T16" fmla="*/ 635 w 1594"/>
                  <a:gd name="T17" fmla="*/ 168 h 409"/>
                  <a:gd name="T18" fmla="*/ 454 w 1594"/>
                  <a:gd name="T19" fmla="*/ 152 h 409"/>
                  <a:gd name="T20" fmla="*/ 380 w 1594"/>
                  <a:gd name="T21" fmla="*/ 142 h 409"/>
                  <a:gd name="T22" fmla="*/ 334 w 1594"/>
                  <a:gd name="T23" fmla="*/ 135 h 409"/>
                  <a:gd name="T24" fmla="*/ 313 w 1594"/>
                  <a:gd name="T25" fmla="*/ 131 h 409"/>
                  <a:gd name="T26" fmla="*/ 312 w 1594"/>
                  <a:gd name="T27" fmla="*/ 131 h 409"/>
                  <a:gd name="T28" fmla="*/ 311 w 1594"/>
                  <a:gd name="T29" fmla="*/ 130 h 409"/>
                  <a:gd name="T30" fmla="*/ 295 w 1594"/>
                  <a:gd name="T31" fmla="*/ 127 h 409"/>
                  <a:gd name="T32" fmla="*/ 150 w 1594"/>
                  <a:gd name="T33" fmla="*/ 88 h 409"/>
                  <a:gd name="T34" fmla="*/ 91 w 1594"/>
                  <a:gd name="T35" fmla="*/ 66 h 409"/>
                  <a:gd name="T36" fmla="*/ 37 w 1594"/>
                  <a:gd name="T37" fmla="*/ 34 h 409"/>
                  <a:gd name="T38" fmla="*/ 0 w 1594"/>
                  <a:gd name="T39" fmla="*/ 0 h 409"/>
                  <a:gd name="T40" fmla="*/ 55 w 1594"/>
                  <a:gd name="T41" fmla="*/ 100 h 409"/>
                  <a:gd name="T42" fmla="*/ 133 w 1594"/>
                  <a:gd name="T43" fmla="*/ 239 h 409"/>
                  <a:gd name="T44" fmla="*/ 218 w 1594"/>
                  <a:gd name="T45" fmla="*/ 317 h 409"/>
                  <a:gd name="T46" fmla="*/ 470 w 1594"/>
                  <a:gd name="T47" fmla="*/ 385 h 409"/>
                  <a:gd name="T48" fmla="*/ 615 w 1594"/>
                  <a:gd name="T49" fmla="*/ 399 h 409"/>
                  <a:gd name="T50" fmla="*/ 926 w 1594"/>
                  <a:gd name="T51" fmla="*/ 403 h 409"/>
                  <a:gd name="T52" fmla="*/ 1081 w 1594"/>
                  <a:gd name="T53" fmla="*/ 390 h 409"/>
                  <a:gd name="T54" fmla="*/ 1154 w 1594"/>
                  <a:gd name="T55" fmla="*/ 381 h 409"/>
                  <a:gd name="T56" fmla="*/ 1229 w 1594"/>
                  <a:gd name="T57" fmla="*/ 364 h 409"/>
                  <a:gd name="T58" fmla="*/ 1292 w 1594"/>
                  <a:gd name="T59" fmla="*/ 350 h 409"/>
                  <a:gd name="T60" fmla="*/ 1418 w 1594"/>
                  <a:gd name="T61" fmla="*/ 290 h 409"/>
                  <a:gd name="T62" fmla="*/ 1486 w 1594"/>
                  <a:gd name="T63" fmla="*/ 196 h 409"/>
                  <a:gd name="T64" fmla="*/ 1544 w 1594"/>
                  <a:gd name="T65" fmla="*/ 95 h 409"/>
                  <a:gd name="T66" fmla="*/ 1592 w 1594"/>
                  <a:gd name="T67" fmla="*/ 9 h 409"/>
                  <a:gd name="T68" fmla="*/ 1594 w 1594"/>
                  <a:gd name="T69" fmla="*/ 5 h 409"/>
                  <a:gd name="T70" fmla="*/ 1591 w 1594"/>
                  <a:gd name="T71" fmla="*/ 9 h 4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594" h="409">
                    <a:moveTo>
                      <a:pt x="1591" y="9"/>
                    </a:moveTo>
                    <a:cubicBezTo>
                      <a:pt x="1566" y="37"/>
                      <a:pt x="1529" y="57"/>
                      <a:pt x="1493" y="73"/>
                    </a:cubicBezTo>
                    <a:cubicBezTo>
                      <a:pt x="1463" y="86"/>
                      <a:pt x="1431" y="95"/>
                      <a:pt x="1399" y="104"/>
                    </a:cubicBezTo>
                    <a:cubicBezTo>
                      <a:pt x="1383" y="109"/>
                      <a:pt x="1290" y="131"/>
                      <a:pt x="1284" y="132"/>
                    </a:cubicBezTo>
                    <a:cubicBezTo>
                      <a:pt x="1284" y="132"/>
                      <a:pt x="1284" y="132"/>
                      <a:pt x="1284" y="132"/>
                    </a:cubicBezTo>
                    <a:cubicBezTo>
                      <a:pt x="1252" y="138"/>
                      <a:pt x="1219" y="145"/>
                      <a:pt x="1187" y="148"/>
                    </a:cubicBezTo>
                    <a:cubicBezTo>
                      <a:pt x="1022" y="171"/>
                      <a:pt x="854" y="177"/>
                      <a:pt x="687" y="170"/>
                    </a:cubicBezTo>
                    <a:cubicBezTo>
                      <a:pt x="684" y="170"/>
                      <a:pt x="684" y="170"/>
                      <a:pt x="684" y="170"/>
                    </a:cubicBezTo>
                    <a:cubicBezTo>
                      <a:pt x="668" y="170"/>
                      <a:pt x="651" y="169"/>
                      <a:pt x="635" y="168"/>
                    </a:cubicBezTo>
                    <a:cubicBezTo>
                      <a:pt x="574" y="163"/>
                      <a:pt x="514" y="160"/>
                      <a:pt x="454" y="152"/>
                    </a:cubicBezTo>
                    <a:cubicBezTo>
                      <a:pt x="429" y="150"/>
                      <a:pt x="404" y="146"/>
                      <a:pt x="380" y="142"/>
                    </a:cubicBezTo>
                    <a:cubicBezTo>
                      <a:pt x="365" y="140"/>
                      <a:pt x="349" y="138"/>
                      <a:pt x="334" y="135"/>
                    </a:cubicBezTo>
                    <a:cubicBezTo>
                      <a:pt x="327" y="133"/>
                      <a:pt x="320" y="132"/>
                      <a:pt x="313" y="131"/>
                    </a:cubicBezTo>
                    <a:cubicBezTo>
                      <a:pt x="313" y="131"/>
                      <a:pt x="312" y="131"/>
                      <a:pt x="312" y="131"/>
                    </a:cubicBezTo>
                    <a:cubicBezTo>
                      <a:pt x="311" y="130"/>
                      <a:pt x="311" y="130"/>
                      <a:pt x="311" y="130"/>
                    </a:cubicBezTo>
                    <a:cubicBezTo>
                      <a:pt x="306" y="129"/>
                      <a:pt x="300" y="128"/>
                      <a:pt x="295" y="127"/>
                    </a:cubicBezTo>
                    <a:cubicBezTo>
                      <a:pt x="246" y="117"/>
                      <a:pt x="196" y="106"/>
                      <a:pt x="150" y="88"/>
                    </a:cubicBezTo>
                    <a:cubicBezTo>
                      <a:pt x="130" y="81"/>
                      <a:pt x="110" y="75"/>
                      <a:pt x="91" y="66"/>
                    </a:cubicBezTo>
                    <a:cubicBezTo>
                      <a:pt x="72" y="57"/>
                      <a:pt x="54" y="46"/>
                      <a:pt x="37" y="34"/>
                    </a:cubicBezTo>
                    <a:cubicBezTo>
                      <a:pt x="24" y="24"/>
                      <a:pt x="9" y="13"/>
                      <a:pt x="0" y="0"/>
                    </a:cubicBezTo>
                    <a:cubicBezTo>
                      <a:pt x="22" y="32"/>
                      <a:pt x="37" y="67"/>
                      <a:pt x="55" y="100"/>
                    </a:cubicBezTo>
                    <a:cubicBezTo>
                      <a:pt x="80" y="147"/>
                      <a:pt x="107" y="193"/>
                      <a:pt x="133" y="239"/>
                    </a:cubicBezTo>
                    <a:cubicBezTo>
                      <a:pt x="151" y="272"/>
                      <a:pt x="181" y="300"/>
                      <a:pt x="218" y="317"/>
                    </a:cubicBezTo>
                    <a:cubicBezTo>
                      <a:pt x="297" y="355"/>
                      <a:pt x="382" y="374"/>
                      <a:pt x="470" y="385"/>
                    </a:cubicBezTo>
                    <a:cubicBezTo>
                      <a:pt x="518" y="392"/>
                      <a:pt x="567" y="395"/>
                      <a:pt x="615" y="399"/>
                    </a:cubicBezTo>
                    <a:cubicBezTo>
                      <a:pt x="719" y="407"/>
                      <a:pt x="823" y="409"/>
                      <a:pt x="926" y="403"/>
                    </a:cubicBezTo>
                    <a:cubicBezTo>
                      <a:pt x="978" y="401"/>
                      <a:pt x="1030" y="396"/>
                      <a:pt x="1081" y="390"/>
                    </a:cubicBezTo>
                    <a:cubicBezTo>
                      <a:pt x="1106" y="387"/>
                      <a:pt x="1130" y="384"/>
                      <a:pt x="1154" y="381"/>
                    </a:cubicBezTo>
                    <a:cubicBezTo>
                      <a:pt x="1179" y="377"/>
                      <a:pt x="1205" y="369"/>
                      <a:pt x="1229" y="364"/>
                    </a:cubicBezTo>
                    <a:cubicBezTo>
                      <a:pt x="1250" y="360"/>
                      <a:pt x="1272" y="356"/>
                      <a:pt x="1292" y="350"/>
                    </a:cubicBezTo>
                    <a:cubicBezTo>
                      <a:pt x="1338" y="338"/>
                      <a:pt x="1384" y="320"/>
                      <a:pt x="1418" y="290"/>
                    </a:cubicBezTo>
                    <a:cubicBezTo>
                      <a:pt x="1449" y="264"/>
                      <a:pt x="1468" y="230"/>
                      <a:pt x="1486" y="196"/>
                    </a:cubicBezTo>
                    <a:cubicBezTo>
                      <a:pt x="1504" y="162"/>
                      <a:pt x="1524" y="129"/>
                      <a:pt x="1544" y="95"/>
                    </a:cubicBezTo>
                    <a:cubicBezTo>
                      <a:pt x="1560" y="67"/>
                      <a:pt x="1577" y="38"/>
                      <a:pt x="1592" y="9"/>
                    </a:cubicBezTo>
                    <a:cubicBezTo>
                      <a:pt x="1593" y="8"/>
                      <a:pt x="1593" y="6"/>
                      <a:pt x="1594" y="5"/>
                    </a:cubicBezTo>
                    <a:cubicBezTo>
                      <a:pt x="1593" y="6"/>
                      <a:pt x="1592" y="7"/>
                      <a:pt x="1591" y="9"/>
                    </a:cubicBezTo>
                  </a:path>
                </a:pathLst>
              </a:custGeom>
              <a:solidFill>
                <a:schemeClr val="accent2"/>
              </a:solidFill>
              <a:ln w="38100">
                <a:solidFill>
                  <a:srgbClr val="232A4E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Ubuntu" panose="020B0504030602030204" pitchFamily="34" charset="0"/>
                </a:endParaRPr>
              </a:p>
            </p:txBody>
          </p:sp>
          <p:sp>
            <p:nvSpPr>
              <p:cNvPr id="13" name="Freeform 50">
                <a:extLst>
                  <a:ext uri="{FF2B5EF4-FFF2-40B4-BE49-F238E27FC236}">
                    <a16:creationId xmlns:a16="http://schemas.microsoft.com/office/drawing/2014/main" id="{E6D74EB2-0841-4264-81F7-DEB21D6CE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579" y="2542803"/>
                <a:ext cx="3549271" cy="537970"/>
              </a:xfrm>
              <a:custGeom>
                <a:avLst/>
                <a:gdLst>
                  <a:gd name="T0" fmla="*/ 833 w 1638"/>
                  <a:gd name="T1" fmla="*/ 248 h 248"/>
                  <a:gd name="T2" fmla="*/ 707 w 1638"/>
                  <a:gd name="T3" fmla="*/ 245 h 248"/>
                  <a:gd name="T4" fmla="*/ 704 w 1638"/>
                  <a:gd name="T5" fmla="*/ 245 h 248"/>
                  <a:gd name="T6" fmla="*/ 655 w 1638"/>
                  <a:gd name="T7" fmla="*/ 243 h 248"/>
                  <a:gd name="T8" fmla="*/ 594 w 1638"/>
                  <a:gd name="T9" fmla="*/ 238 h 248"/>
                  <a:gd name="T10" fmla="*/ 473 w 1638"/>
                  <a:gd name="T11" fmla="*/ 227 h 248"/>
                  <a:gd name="T12" fmla="*/ 413 w 1638"/>
                  <a:gd name="T13" fmla="*/ 219 h 248"/>
                  <a:gd name="T14" fmla="*/ 399 w 1638"/>
                  <a:gd name="T15" fmla="*/ 217 h 248"/>
                  <a:gd name="T16" fmla="*/ 390 w 1638"/>
                  <a:gd name="T17" fmla="*/ 216 h 248"/>
                  <a:gd name="T18" fmla="*/ 388 w 1638"/>
                  <a:gd name="T19" fmla="*/ 216 h 248"/>
                  <a:gd name="T20" fmla="*/ 245 w 1638"/>
                  <a:gd name="T21" fmla="*/ 187 h 248"/>
                  <a:gd name="T22" fmla="*/ 106 w 1638"/>
                  <a:gd name="T23" fmla="*/ 139 h 248"/>
                  <a:gd name="T24" fmla="*/ 42 w 1638"/>
                  <a:gd name="T25" fmla="*/ 101 h 248"/>
                  <a:gd name="T26" fmla="*/ 2 w 1638"/>
                  <a:gd name="T27" fmla="*/ 29 h 248"/>
                  <a:gd name="T28" fmla="*/ 2 w 1638"/>
                  <a:gd name="T29" fmla="*/ 27 h 248"/>
                  <a:gd name="T30" fmla="*/ 7 w 1638"/>
                  <a:gd name="T31" fmla="*/ 9 h 248"/>
                  <a:gd name="T32" fmla="*/ 7 w 1638"/>
                  <a:gd name="T33" fmla="*/ 9 h 248"/>
                  <a:gd name="T34" fmla="*/ 8 w 1638"/>
                  <a:gd name="T35" fmla="*/ 7 h 248"/>
                  <a:gd name="T36" fmla="*/ 12 w 1638"/>
                  <a:gd name="T37" fmla="*/ 0 h 248"/>
                  <a:gd name="T38" fmla="*/ 20 w 1638"/>
                  <a:gd name="T39" fmla="*/ 5 h 248"/>
                  <a:gd name="T40" fmla="*/ 20 w 1638"/>
                  <a:gd name="T41" fmla="*/ 5 h 248"/>
                  <a:gd name="T42" fmla="*/ 25 w 1638"/>
                  <a:gd name="T43" fmla="*/ 8 h 248"/>
                  <a:gd name="T44" fmla="*/ 31 w 1638"/>
                  <a:gd name="T45" fmla="*/ 12 h 248"/>
                  <a:gd name="T46" fmla="*/ 459 w 1638"/>
                  <a:gd name="T47" fmla="*/ 119 h 248"/>
                  <a:gd name="T48" fmla="*/ 828 w 1638"/>
                  <a:gd name="T49" fmla="*/ 139 h 248"/>
                  <a:gd name="T50" fmla="*/ 893 w 1638"/>
                  <a:gd name="T51" fmla="*/ 139 h 248"/>
                  <a:gd name="T52" fmla="*/ 896 w 1638"/>
                  <a:gd name="T53" fmla="*/ 139 h 248"/>
                  <a:gd name="T54" fmla="*/ 982 w 1638"/>
                  <a:gd name="T55" fmla="*/ 134 h 248"/>
                  <a:gd name="T56" fmla="*/ 1038 w 1638"/>
                  <a:gd name="T57" fmla="*/ 133 h 248"/>
                  <a:gd name="T58" fmla="*/ 1177 w 1638"/>
                  <a:gd name="T59" fmla="*/ 120 h 248"/>
                  <a:gd name="T60" fmla="*/ 1480 w 1638"/>
                  <a:gd name="T61" fmla="*/ 64 h 248"/>
                  <a:gd name="T62" fmla="*/ 1481 w 1638"/>
                  <a:gd name="T63" fmla="*/ 63 h 248"/>
                  <a:gd name="T64" fmla="*/ 1612 w 1638"/>
                  <a:gd name="T65" fmla="*/ 11 h 248"/>
                  <a:gd name="T66" fmla="*/ 1615 w 1638"/>
                  <a:gd name="T67" fmla="*/ 9 h 248"/>
                  <a:gd name="T68" fmla="*/ 1618 w 1638"/>
                  <a:gd name="T69" fmla="*/ 7 h 248"/>
                  <a:gd name="T70" fmla="*/ 1626 w 1638"/>
                  <a:gd name="T71" fmla="*/ 3 h 248"/>
                  <a:gd name="T72" fmla="*/ 1630 w 1638"/>
                  <a:gd name="T73" fmla="*/ 10 h 248"/>
                  <a:gd name="T74" fmla="*/ 1631 w 1638"/>
                  <a:gd name="T75" fmla="*/ 14 h 248"/>
                  <a:gd name="T76" fmla="*/ 1626 w 1638"/>
                  <a:gd name="T77" fmla="*/ 70 h 248"/>
                  <a:gd name="T78" fmla="*/ 1624 w 1638"/>
                  <a:gd name="T79" fmla="*/ 73 h 248"/>
                  <a:gd name="T80" fmla="*/ 1622 w 1638"/>
                  <a:gd name="T81" fmla="*/ 75 h 248"/>
                  <a:gd name="T82" fmla="*/ 1479 w 1638"/>
                  <a:gd name="T83" fmla="*/ 161 h 248"/>
                  <a:gd name="T84" fmla="*/ 1305 w 1638"/>
                  <a:gd name="T85" fmla="*/ 207 h 248"/>
                  <a:gd name="T86" fmla="*/ 1208 w 1638"/>
                  <a:gd name="T87" fmla="*/ 223 h 248"/>
                  <a:gd name="T88" fmla="*/ 833 w 1638"/>
                  <a:gd name="T89" fmla="*/ 248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638" h="248">
                    <a:moveTo>
                      <a:pt x="833" y="248"/>
                    </a:moveTo>
                    <a:cubicBezTo>
                      <a:pt x="792" y="248"/>
                      <a:pt x="749" y="247"/>
                      <a:pt x="707" y="245"/>
                    </a:cubicBezTo>
                    <a:cubicBezTo>
                      <a:pt x="704" y="245"/>
                      <a:pt x="704" y="245"/>
                      <a:pt x="704" y="245"/>
                    </a:cubicBezTo>
                    <a:cubicBezTo>
                      <a:pt x="687" y="245"/>
                      <a:pt x="671" y="244"/>
                      <a:pt x="655" y="243"/>
                    </a:cubicBezTo>
                    <a:cubicBezTo>
                      <a:pt x="634" y="241"/>
                      <a:pt x="614" y="240"/>
                      <a:pt x="594" y="238"/>
                    </a:cubicBezTo>
                    <a:cubicBezTo>
                      <a:pt x="554" y="235"/>
                      <a:pt x="513" y="232"/>
                      <a:pt x="473" y="227"/>
                    </a:cubicBezTo>
                    <a:cubicBezTo>
                      <a:pt x="453" y="226"/>
                      <a:pt x="432" y="222"/>
                      <a:pt x="413" y="219"/>
                    </a:cubicBezTo>
                    <a:cubicBezTo>
                      <a:pt x="408" y="219"/>
                      <a:pt x="404" y="218"/>
                      <a:pt x="399" y="217"/>
                    </a:cubicBezTo>
                    <a:cubicBezTo>
                      <a:pt x="396" y="217"/>
                      <a:pt x="393" y="216"/>
                      <a:pt x="390" y="216"/>
                    </a:cubicBezTo>
                    <a:cubicBezTo>
                      <a:pt x="388" y="216"/>
                      <a:pt x="388" y="216"/>
                      <a:pt x="388" y="216"/>
                    </a:cubicBezTo>
                    <a:cubicBezTo>
                      <a:pt x="338" y="208"/>
                      <a:pt x="290" y="198"/>
                      <a:pt x="245" y="187"/>
                    </a:cubicBezTo>
                    <a:cubicBezTo>
                      <a:pt x="201" y="175"/>
                      <a:pt x="149" y="160"/>
                      <a:pt x="106" y="139"/>
                    </a:cubicBezTo>
                    <a:cubicBezTo>
                      <a:pt x="84" y="128"/>
                      <a:pt x="61" y="117"/>
                      <a:pt x="42" y="101"/>
                    </a:cubicBezTo>
                    <a:cubicBezTo>
                      <a:pt x="14" y="79"/>
                      <a:pt x="0" y="53"/>
                      <a:pt x="2" y="29"/>
                    </a:cubicBezTo>
                    <a:cubicBezTo>
                      <a:pt x="2" y="28"/>
                      <a:pt x="2" y="27"/>
                      <a:pt x="2" y="27"/>
                    </a:cubicBezTo>
                    <a:cubicBezTo>
                      <a:pt x="2" y="21"/>
                      <a:pt x="4" y="15"/>
                      <a:pt x="7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8"/>
                      <a:pt x="7" y="8"/>
                      <a:pt x="8" y="7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22" y="6"/>
                      <a:pt x="23" y="7"/>
                      <a:pt x="25" y="8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165" y="78"/>
                      <a:pt x="323" y="103"/>
                      <a:pt x="459" y="119"/>
                    </a:cubicBezTo>
                    <a:cubicBezTo>
                      <a:pt x="576" y="133"/>
                      <a:pt x="696" y="139"/>
                      <a:pt x="828" y="139"/>
                    </a:cubicBezTo>
                    <a:cubicBezTo>
                      <a:pt x="849" y="139"/>
                      <a:pt x="871" y="139"/>
                      <a:pt x="893" y="139"/>
                    </a:cubicBezTo>
                    <a:cubicBezTo>
                      <a:pt x="894" y="139"/>
                      <a:pt x="895" y="139"/>
                      <a:pt x="896" y="139"/>
                    </a:cubicBezTo>
                    <a:cubicBezTo>
                      <a:pt x="924" y="135"/>
                      <a:pt x="953" y="135"/>
                      <a:pt x="982" y="134"/>
                    </a:cubicBezTo>
                    <a:cubicBezTo>
                      <a:pt x="1001" y="134"/>
                      <a:pt x="1020" y="134"/>
                      <a:pt x="1038" y="133"/>
                    </a:cubicBezTo>
                    <a:cubicBezTo>
                      <a:pt x="1086" y="130"/>
                      <a:pt x="1132" y="125"/>
                      <a:pt x="1177" y="120"/>
                    </a:cubicBezTo>
                    <a:cubicBezTo>
                      <a:pt x="1290" y="108"/>
                      <a:pt x="1389" y="90"/>
                      <a:pt x="1480" y="64"/>
                    </a:cubicBezTo>
                    <a:cubicBezTo>
                      <a:pt x="1481" y="63"/>
                      <a:pt x="1481" y="63"/>
                      <a:pt x="1481" y="63"/>
                    </a:cubicBezTo>
                    <a:cubicBezTo>
                      <a:pt x="1524" y="50"/>
                      <a:pt x="1566" y="33"/>
                      <a:pt x="1612" y="11"/>
                    </a:cubicBezTo>
                    <a:cubicBezTo>
                      <a:pt x="1613" y="10"/>
                      <a:pt x="1614" y="10"/>
                      <a:pt x="1615" y="9"/>
                    </a:cubicBezTo>
                    <a:cubicBezTo>
                      <a:pt x="1618" y="7"/>
                      <a:pt x="1618" y="7"/>
                      <a:pt x="1618" y="7"/>
                    </a:cubicBezTo>
                    <a:cubicBezTo>
                      <a:pt x="1626" y="3"/>
                      <a:pt x="1626" y="3"/>
                      <a:pt x="1626" y="3"/>
                    </a:cubicBezTo>
                    <a:cubicBezTo>
                      <a:pt x="1630" y="10"/>
                      <a:pt x="1630" y="10"/>
                      <a:pt x="1630" y="10"/>
                    </a:cubicBezTo>
                    <a:cubicBezTo>
                      <a:pt x="1630" y="12"/>
                      <a:pt x="1631" y="13"/>
                      <a:pt x="1631" y="14"/>
                    </a:cubicBezTo>
                    <a:cubicBezTo>
                      <a:pt x="1638" y="33"/>
                      <a:pt x="1636" y="53"/>
                      <a:pt x="1626" y="70"/>
                    </a:cubicBezTo>
                    <a:cubicBezTo>
                      <a:pt x="1624" y="73"/>
                      <a:pt x="1624" y="73"/>
                      <a:pt x="1624" y="73"/>
                    </a:cubicBezTo>
                    <a:cubicBezTo>
                      <a:pt x="1623" y="74"/>
                      <a:pt x="1623" y="74"/>
                      <a:pt x="1622" y="75"/>
                    </a:cubicBezTo>
                    <a:cubicBezTo>
                      <a:pt x="1586" y="120"/>
                      <a:pt x="1527" y="145"/>
                      <a:pt x="1479" y="161"/>
                    </a:cubicBezTo>
                    <a:cubicBezTo>
                      <a:pt x="1421" y="181"/>
                      <a:pt x="1320" y="204"/>
                      <a:pt x="1305" y="207"/>
                    </a:cubicBezTo>
                    <a:cubicBezTo>
                      <a:pt x="1271" y="214"/>
                      <a:pt x="1239" y="220"/>
                      <a:pt x="1208" y="223"/>
                    </a:cubicBezTo>
                    <a:cubicBezTo>
                      <a:pt x="1090" y="239"/>
                      <a:pt x="963" y="248"/>
                      <a:pt x="833" y="248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8100">
                <a:solidFill>
                  <a:srgbClr val="232A4E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Ubuntu" panose="020B0504030602030204" pitchFamily="34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2A9B85E-B807-4CD1-BD91-1E591E69A665}"/>
                </a:ext>
              </a:extLst>
            </p:cNvPr>
            <p:cNvGrpSpPr/>
            <p:nvPr/>
          </p:nvGrpSpPr>
          <p:grpSpPr>
            <a:xfrm>
              <a:off x="1159555" y="1232021"/>
              <a:ext cx="4466985" cy="1628901"/>
              <a:chOff x="1159555" y="1232021"/>
              <a:chExt cx="4466985" cy="1628901"/>
            </a:xfrm>
          </p:grpSpPr>
          <p:sp>
            <p:nvSpPr>
              <p:cNvPr id="8" name="Freeform 53">
                <a:extLst>
                  <a:ext uri="{FF2B5EF4-FFF2-40B4-BE49-F238E27FC236}">
                    <a16:creationId xmlns:a16="http://schemas.microsoft.com/office/drawing/2014/main" id="{A6A62C87-492B-45AC-ABD2-794D021E93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8705" y="1511832"/>
                <a:ext cx="1948685" cy="576278"/>
              </a:xfrm>
              <a:custGeom>
                <a:avLst/>
                <a:gdLst>
                  <a:gd name="T0" fmla="*/ 899 w 899"/>
                  <a:gd name="T1" fmla="*/ 133 h 266"/>
                  <a:gd name="T2" fmla="*/ 896 w 899"/>
                  <a:gd name="T3" fmla="*/ 142 h 266"/>
                  <a:gd name="T4" fmla="*/ 889 w 899"/>
                  <a:gd name="T5" fmla="*/ 153 h 266"/>
                  <a:gd name="T6" fmla="*/ 878 w 899"/>
                  <a:gd name="T7" fmla="*/ 164 h 266"/>
                  <a:gd name="T8" fmla="*/ 862 w 899"/>
                  <a:gd name="T9" fmla="*/ 175 h 266"/>
                  <a:gd name="T10" fmla="*/ 846 w 899"/>
                  <a:gd name="T11" fmla="*/ 246 h 266"/>
                  <a:gd name="T12" fmla="*/ 825 w 899"/>
                  <a:gd name="T13" fmla="*/ 255 h 266"/>
                  <a:gd name="T14" fmla="*/ 797 w 899"/>
                  <a:gd name="T15" fmla="*/ 265 h 266"/>
                  <a:gd name="T16" fmla="*/ 784 w 899"/>
                  <a:gd name="T17" fmla="*/ 265 h 266"/>
                  <a:gd name="T18" fmla="*/ 745 w 899"/>
                  <a:gd name="T19" fmla="*/ 261 h 266"/>
                  <a:gd name="T20" fmla="*/ 730 w 899"/>
                  <a:gd name="T21" fmla="*/ 260 h 266"/>
                  <a:gd name="T22" fmla="*/ 700 w 899"/>
                  <a:gd name="T23" fmla="*/ 258 h 266"/>
                  <a:gd name="T24" fmla="*/ 675 w 899"/>
                  <a:gd name="T25" fmla="*/ 256 h 266"/>
                  <a:gd name="T26" fmla="*/ 664 w 899"/>
                  <a:gd name="T27" fmla="*/ 255 h 266"/>
                  <a:gd name="T28" fmla="*/ 636 w 899"/>
                  <a:gd name="T29" fmla="*/ 253 h 266"/>
                  <a:gd name="T30" fmla="*/ 613 w 899"/>
                  <a:gd name="T31" fmla="*/ 252 h 266"/>
                  <a:gd name="T32" fmla="*/ 591 w 899"/>
                  <a:gd name="T33" fmla="*/ 251 h 266"/>
                  <a:gd name="T34" fmla="*/ 563 w 899"/>
                  <a:gd name="T35" fmla="*/ 250 h 266"/>
                  <a:gd name="T36" fmla="*/ 538 w 899"/>
                  <a:gd name="T37" fmla="*/ 249 h 266"/>
                  <a:gd name="T38" fmla="*/ 509 w 899"/>
                  <a:gd name="T39" fmla="*/ 248 h 266"/>
                  <a:gd name="T40" fmla="*/ 479 w 899"/>
                  <a:gd name="T41" fmla="*/ 248 h 266"/>
                  <a:gd name="T42" fmla="*/ 448 w 899"/>
                  <a:gd name="T43" fmla="*/ 248 h 266"/>
                  <a:gd name="T44" fmla="*/ 420 w 899"/>
                  <a:gd name="T45" fmla="*/ 248 h 266"/>
                  <a:gd name="T46" fmla="*/ 391 w 899"/>
                  <a:gd name="T47" fmla="*/ 248 h 266"/>
                  <a:gd name="T48" fmla="*/ 365 w 899"/>
                  <a:gd name="T49" fmla="*/ 249 h 266"/>
                  <a:gd name="T50" fmla="*/ 340 w 899"/>
                  <a:gd name="T51" fmla="*/ 249 h 266"/>
                  <a:gd name="T52" fmla="*/ 311 w 899"/>
                  <a:gd name="T53" fmla="*/ 250 h 266"/>
                  <a:gd name="T54" fmla="*/ 279 w 899"/>
                  <a:gd name="T55" fmla="*/ 252 h 266"/>
                  <a:gd name="T56" fmla="*/ 251 w 899"/>
                  <a:gd name="T57" fmla="*/ 253 h 266"/>
                  <a:gd name="T58" fmla="*/ 211 w 899"/>
                  <a:gd name="T59" fmla="*/ 256 h 266"/>
                  <a:gd name="T60" fmla="*/ 183 w 899"/>
                  <a:gd name="T61" fmla="*/ 258 h 266"/>
                  <a:gd name="T62" fmla="*/ 152 w 899"/>
                  <a:gd name="T63" fmla="*/ 260 h 266"/>
                  <a:gd name="T64" fmla="*/ 112 w 899"/>
                  <a:gd name="T65" fmla="*/ 264 h 266"/>
                  <a:gd name="T66" fmla="*/ 39 w 899"/>
                  <a:gd name="T67" fmla="*/ 175 h 266"/>
                  <a:gd name="T68" fmla="*/ 26 w 899"/>
                  <a:gd name="T69" fmla="*/ 167 h 266"/>
                  <a:gd name="T70" fmla="*/ 17 w 899"/>
                  <a:gd name="T71" fmla="*/ 160 h 266"/>
                  <a:gd name="T72" fmla="*/ 8 w 899"/>
                  <a:gd name="T73" fmla="*/ 150 h 266"/>
                  <a:gd name="T74" fmla="*/ 3 w 899"/>
                  <a:gd name="T75" fmla="*/ 142 h 266"/>
                  <a:gd name="T76" fmla="*/ 0 w 899"/>
                  <a:gd name="T77" fmla="*/ 132 h 266"/>
                  <a:gd name="T78" fmla="*/ 0 w 899"/>
                  <a:gd name="T79" fmla="*/ 129 h 266"/>
                  <a:gd name="T80" fmla="*/ 1 w 899"/>
                  <a:gd name="T81" fmla="*/ 121 h 266"/>
                  <a:gd name="T82" fmla="*/ 6 w 899"/>
                  <a:gd name="T83" fmla="*/ 110 h 266"/>
                  <a:gd name="T84" fmla="*/ 13 w 899"/>
                  <a:gd name="T85" fmla="*/ 101 h 266"/>
                  <a:gd name="T86" fmla="*/ 25 w 899"/>
                  <a:gd name="T87" fmla="*/ 91 h 266"/>
                  <a:gd name="T88" fmla="*/ 43 w 899"/>
                  <a:gd name="T89" fmla="*/ 80 h 266"/>
                  <a:gd name="T90" fmla="*/ 59 w 899"/>
                  <a:gd name="T91" fmla="*/ 73 h 266"/>
                  <a:gd name="T92" fmla="*/ 83 w 899"/>
                  <a:gd name="T93" fmla="*/ 63 h 266"/>
                  <a:gd name="T94" fmla="*/ 111 w 899"/>
                  <a:gd name="T95" fmla="*/ 54 h 266"/>
                  <a:gd name="T96" fmla="*/ 135 w 899"/>
                  <a:gd name="T97" fmla="*/ 48 h 266"/>
                  <a:gd name="T98" fmla="*/ 171 w 899"/>
                  <a:gd name="T99" fmla="*/ 40 h 266"/>
                  <a:gd name="T100" fmla="*/ 206 w 899"/>
                  <a:gd name="T101" fmla="*/ 34 h 266"/>
                  <a:gd name="T102" fmla="*/ 238 w 899"/>
                  <a:gd name="T103" fmla="*/ 29 h 266"/>
                  <a:gd name="T104" fmla="*/ 863 w 899"/>
                  <a:gd name="T105" fmla="*/ 86 h 266"/>
                  <a:gd name="T106" fmla="*/ 874 w 899"/>
                  <a:gd name="T107" fmla="*/ 93 h 266"/>
                  <a:gd name="T108" fmla="*/ 885 w 899"/>
                  <a:gd name="T109" fmla="*/ 102 h 266"/>
                  <a:gd name="T110" fmla="*/ 892 w 899"/>
                  <a:gd name="T111" fmla="*/ 110 h 266"/>
                  <a:gd name="T112" fmla="*/ 896 w 899"/>
                  <a:gd name="T113" fmla="*/ 118 h 266"/>
                  <a:gd name="T114" fmla="*/ 899 w 899"/>
                  <a:gd name="T115" fmla="*/ 127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99" h="266">
                    <a:moveTo>
                      <a:pt x="899" y="129"/>
                    </a:moveTo>
                    <a:cubicBezTo>
                      <a:pt x="899" y="130"/>
                      <a:pt x="899" y="130"/>
                      <a:pt x="899" y="130"/>
                    </a:cubicBezTo>
                    <a:cubicBezTo>
                      <a:pt x="899" y="130"/>
                      <a:pt x="899" y="130"/>
                      <a:pt x="899" y="130"/>
                    </a:cubicBezTo>
                    <a:cubicBezTo>
                      <a:pt x="899" y="131"/>
                      <a:pt x="899" y="131"/>
                      <a:pt x="899" y="131"/>
                    </a:cubicBezTo>
                    <a:cubicBezTo>
                      <a:pt x="899" y="132"/>
                      <a:pt x="899" y="133"/>
                      <a:pt x="899" y="133"/>
                    </a:cubicBezTo>
                    <a:cubicBezTo>
                      <a:pt x="899" y="134"/>
                      <a:pt x="899" y="134"/>
                      <a:pt x="899" y="134"/>
                    </a:cubicBezTo>
                    <a:cubicBezTo>
                      <a:pt x="898" y="135"/>
                      <a:pt x="898" y="136"/>
                      <a:pt x="898" y="137"/>
                    </a:cubicBezTo>
                    <a:cubicBezTo>
                      <a:pt x="898" y="138"/>
                      <a:pt x="898" y="138"/>
                      <a:pt x="898" y="138"/>
                    </a:cubicBezTo>
                    <a:cubicBezTo>
                      <a:pt x="897" y="139"/>
                      <a:pt x="897" y="140"/>
                      <a:pt x="897" y="141"/>
                    </a:cubicBezTo>
                    <a:cubicBezTo>
                      <a:pt x="896" y="142"/>
                      <a:pt x="896" y="142"/>
                      <a:pt x="896" y="142"/>
                    </a:cubicBezTo>
                    <a:cubicBezTo>
                      <a:pt x="896" y="143"/>
                      <a:pt x="895" y="144"/>
                      <a:pt x="895" y="145"/>
                    </a:cubicBezTo>
                    <a:cubicBezTo>
                      <a:pt x="894" y="147"/>
                      <a:pt x="893" y="148"/>
                      <a:pt x="893" y="149"/>
                    </a:cubicBezTo>
                    <a:cubicBezTo>
                      <a:pt x="892" y="150"/>
                      <a:pt x="892" y="150"/>
                      <a:pt x="892" y="150"/>
                    </a:cubicBezTo>
                    <a:cubicBezTo>
                      <a:pt x="891" y="151"/>
                      <a:pt x="890" y="152"/>
                      <a:pt x="890" y="153"/>
                    </a:cubicBezTo>
                    <a:cubicBezTo>
                      <a:pt x="889" y="153"/>
                      <a:pt x="889" y="153"/>
                      <a:pt x="889" y="153"/>
                    </a:cubicBezTo>
                    <a:cubicBezTo>
                      <a:pt x="888" y="154"/>
                      <a:pt x="887" y="155"/>
                      <a:pt x="886" y="156"/>
                    </a:cubicBezTo>
                    <a:cubicBezTo>
                      <a:pt x="885" y="157"/>
                      <a:pt x="885" y="157"/>
                      <a:pt x="885" y="157"/>
                    </a:cubicBezTo>
                    <a:cubicBezTo>
                      <a:pt x="884" y="158"/>
                      <a:pt x="884" y="159"/>
                      <a:pt x="883" y="160"/>
                    </a:cubicBezTo>
                    <a:cubicBezTo>
                      <a:pt x="882" y="161"/>
                      <a:pt x="882" y="161"/>
                      <a:pt x="882" y="161"/>
                    </a:cubicBezTo>
                    <a:cubicBezTo>
                      <a:pt x="880" y="162"/>
                      <a:pt x="879" y="163"/>
                      <a:pt x="878" y="164"/>
                    </a:cubicBezTo>
                    <a:cubicBezTo>
                      <a:pt x="877" y="165"/>
                      <a:pt x="877" y="165"/>
                      <a:pt x="877" y="165"/>
                    </a:cubicBezTo>
                    <a:cubicBezTo>
                      <a:pt x="876" y="166"/>
                      <a:pt x="875" y="167"/>
                      <a:pt x="873" y="167"/>
                    </a:cubicBezTo>
                    <a:cubicBezTo>
                      <a:pt x="873" y="168"/>
                      <a:pt x="872" y="168"/>
                      <a:pt x="872" y="168"/>
                    </a:cubicBezTo>
                    <a:cubicBezTo>
                      <a:pt x="870" y="169"/>
                      <a:pt x="869" y="170"/>
                      <a:pt x="867" y="172"/>
                    </a:cubicBezTo>
                    <a:cubicBezTo>
                      <a:pt x="865" y="173"/>
                      <a:pt x="864" y="174"/>
                      <a:pt x="862" y="175"/>
                    </a:cubicBezTo>
                    <a:cubicBezTo>
                      <a:pt x="861" y="175"/>
                      <a:pt x="861" y="175"/>
                      <a:pt x="860" y="176"/>
                    </a:cubicBezTo>
                    <a:cubicBezTo>
                      <a:pt x="859" y="176"/>
                      <a:pt x="857" y="177"/>
                      <a:pt x="856" y="178"/>
                    </a:cubicBezTo>
                    <a:cubicBezTo>
                      <a:pt x="854" y="243"/>
                      <a:pt x="854" y="243"/>
                      <a:pt x="854" y="243"/>
                    </a:cubicBezTo>
                    <a:cubicBezTo>
                      <a:pt x="852" y="244"/>
                      <a:pt x="850" y="245"/>
                      <a:pt x="848" y="246"/>
                    </a:cubicBezTo>
                    <a:cubicBezTo>
                      <a:pt x="847" y="246"/>
                      <a:pt x="847" y="246"/>
                      <a:pt x="846" y="246"/>
                    </a:cubicBezTo>
                    <a:cubicBezTo>
                      <a:pt x="844" y="247"/>
                      <a:pt x="843" y="248"/>
                      <a:pt x="841" y="249"/>
                    </a:cubicBezTo>
                    <a:cubicBezTo>
                      <a:pt x="840" y="249"/>
                      <a:pt x="840" y="249"/>
                      <a:pt x="839" y="250"/>
                    </a:cubicBezTo>
                    <a:cubicBezTo>
                      <a:pt x="837" y="251"/>
                      <a:pt x="835" y="251"/>
                      <a:pt x="832" y="252"/>
                    </a:cubicBezTo>
                    <a:cubicBezTo>
                      <a:pt x="832" y="253"/>
                      <a:pt x="831" y="253"/>
                      <a:pt x="831" y="253"/>
                    </a:cubicBezTo>
                    <a:cubicBezTo>
                      <a:pt x="829" y="254"/>
                      <a:pt x="827" y="255"/>
                      <a:pt x="825" y="255"/>
                    </a:cubicBezTo>
                    <a:cubicBezTo>
                      <a:pt x="824" y="256"/>
                      <a:pt x="823" y="256"/>
                      <a:pt x="823" y="256"/>
                    </a:cubicBezTo>
                    <a:cubicBezTo>
                      <a:pt x="820" y="257"/>
                      <a:pt x="818" y="258"/>
                      <a:pt x="815" y="259"/>
                    </a:cubicBezTo>
                    <a:cubicBezTo>
                      <a:pt x="812" y="260"/>
                      <a:pt x="809" y="261"/>
                      <a:pt x="807" y="262"/>
                    </a:cubicBezTo>
                    <a:cubicBezTo>
                      <a:pt x="806" y="262"/>
                      <a:pt x="805" y="262"/>
                      <a:pt x="804" y="263"/>
                    </a:cubicBezTo>
                    <a:cubicBezTo>
                      <a:pt x="802" y="263"/>
                      <a:pt x="800" y="264"/>
                      <a:pt x="797" y="265"/>
                    </a:cubicBezTo>
                    <a:cubicBezTo>
                      <a:pt x="797" y="265"/>
                      <a:pt x="796" y="265"/>
                      <a:pt x="796" y="265"/>
                    </a:cubicBezTo>
                    <a:cubicBezTo>
                      <a:pt x="795" y="266"/>
                      <a:pt x="794" y="266"/>
                      <a:pt x="793" y="266"/>
                    </a:cubicBezTo>
                    <a:cubicBezTo>
                      <a:pt x="792" y="266"/>
                      <a:pt x="792" y="266"/>
                      <a:pt x="792" y="266"/>
                    </a:cubicBezTo>
                    <a:cubicBezTo>
                      <a:pt x="790" y="266"/>
                      <a:pt x="787" y="266"/>
                      <a:pt x="785" y="265"/>
                    </a:cubicBezTo>
                    <a:cubicBezTo>
                      <a:pt x="785" y="265"/>
                      <a:pt x="784" y="265"/>
                      <a:pt x="784" y="265"/>
                    </a:cubicBezTo>
                    <a:cubicBezTo>
                      <a:pt x="782" y="265"/>
                      <a:pt x="781" y="265"/>
                      <a:pt x="779" y="265"/>
                    </a:cubicBezTo>
                    <a:cubicBezTo>
                      <a:pt x="772" y="264"/>
                      <a:pt x="765" y="263"/>
                      <a:pt x="757" y="263"/>
                    </a:cubicBezTo>
                    <a:cubicBezTo>
                      <a:pt x="755" y="262"/>
                      <a:pt x="753" y="262"/>
                      <a:pt x="750" y="262"/>
                    </a:cubicBezTo>
                    <a:cubicBezTo>
                      <a:pt x="749" y="262"/>
                      <a:pt x="748" y="262"/>
                      <a:pt x="747" y="262"/>
                    </a:cubicBezTo>
                    <a:cubicBezTo>
                      <a:pt x="746" y="261"/>
                      <a:pt x="746" y="261"/>
                      <a:pt x="745" y="261"/>
                    </a:cubicBezTo>
                    <a:cubicBezTo>
                      <a:pt x="742" y="261"/>
                      <a:pt x="740" y="261"/>
                      <a:pt x="737" y="261"/>
                    </a:cubicBezTo>
                    <a:cubicBezTo>
                      <a:pt x="736" y="261"/>
                      <a:pt x="735" y="260"/>
                      <a:pt x="734" y="260"/>
                    </a:cubicBezTo>
                    <a:cubicBezTo>
                      <a:pt x="733" y="260"/>
                      <a:pt x="732" y="260"/>
                      <a:pt x="731" y="260"/>
                    </a:cubicBezTo>
                    <a:cubicBezTo>
                      <a:pt x="730" y="260"/>
                      <a:pt x="730" y="260"/>
                      <a:pt x="730" y="260"/>
                    </a:cubicBezTo>
                    <a:cubicBezTo>
                      <a:pt x="730" y="260"/>
                      <a:pt x="730" y="260"/>
                      <a:pt x="730" y="260"/>
                    </a:cubicBezTo>
                    <a:cubicBezTo>
                      <a:pt x="728" y="260"/>
                      <a:pt x="726" y="260"/>
                      <a:pt x="724" y="259"/>
                    </a:cubicBezTo>
                    <a:cubicBezTo>
                      <a:pt x="723" y="259"/>
                      <a:pt x="723" y="259"/>
                      <a:pt x="723" y="259"/>
                    </a:cubicBezTo>
                    <a:cubicBezTo>
                      <a:pt x="722" y="259"/>
                      <a:pt x="720" y="259"/>
                      <a:pt x="718" y="259"/>
                    </a:cubicBezTo>
                    <a:cubicBezTo>
                      <a:pt x="716" y="259"/>
                      <a:pt x="714" y="259"/>
                      <a:pt x="712" y="259"/>
                    </a:cubicBezTo>
                    <a:cubicBezTo>
                      <a:pt x="708" y="258"/>
                      <a:pt x="704" y="258"/>
                      <a:pt x="700" y="258"/>
                    </a:cubicBezTo>
                    <a:cubicBezTo>
                      <a:pt x="698" y="257"/>
                      <a:pt x="696" y="257"/>
                      <a:pt x="694" y="257"/>
                    </a:cubicBezTo>
                    <a:cubicBezTo>
                      <a:pt x="693" y="257"/>
                      <a:pt x="692" y="257"/>
                      <a:pt x="692" y="257"/>
                    </a:cubicBezTo>
                    <a:cubicBezTo>
                      <a:pt x="689" y="257"/>
                      <a:pt x="686" y="256"/>
                      <a:pt x="682" y="256"/>
                    </a:cubicBezTo>
                    <a:cubicBezTo>
                      <a:pt x="682" y="256"/>
                      <a:pt x="682" y="256"/>
                      <a:pt x="682" y="256"/>
                    </a:cubicBezTo>
                    <a:cubicBezTo>
                      <a:pt x="680" y="256"/>
                      <a:pt x="677" y="256"/>
                      <a:pt x="675" y="256"/>
                    </a:cubicBezTo>
                    <a:cubicBezTo>
                      <a:pt x="674" y="256"/>
                      <a:pt x="673" y="256"/>
                      <a:pt x="673" y="256"/>
                    </a:cubicBezTo>
                    <a:cubicBezTo>
                      <a:pt x="672" y="255"/>
                      <a:pt x="671" y="255"/>
                      <a:pt x="670" y="255"/>
                    </a:cubicBezTo>
                    <a:cubicBezTo>
                      <a:pt x="670" y="255"/>
                      <a:pt x="669" y="255"/>
                      <a:pt x="668" y="255"/>
                    </a:cubicBezTo>
                    <a:cubicBezTo>
                      <a:pt x="667" y="255"/>
                      <a:pt x="666" y="255"/>
                      <a:pt x="665" y="255"/>
                    </a:cubicBezTo>
                    <a:cubicBezTo>
                      <a:pt x="664" y="255"/>
                      <a:pt x="664" y="255"/>
                      <a:pt x="664" y="255"/>
                    </a:cubicBezTo>
                    <a:cubicBezTo>
                      <a:pt x="661" y="255"/>
                      <a:pt x="658" y="255"/>
                      <a:pt x="655" y="254"/>
                    </a:cubicBezTo>
                    <a:cubicBezTo>
                      <a:pt x="654" y="254"/>
                      <a:pt x="654" y="254"/>
                      <a:pt x="653" y="254"/>
                    </a:cubicBezTo>
                    <a:cubicBezTo>
                      <a:pt x="651" y="254"/>
                      <a:pt x="648" y="254"/>
                      <a:pt x="645" y="254"/>
                    </a:cubicBezTo>
                    <a:cubicBezTo>
                      <a:pt x="642" y="254"/>
                      <a:pt x="639" y="253"/>
                      <a:pt x="637" y="253"/>
                    </a:cubicBezTo>
                    <a:cubicBezTo>
                      <a:pt x="636" y="253"/>
                      <a:pt x="636" y="253"/>
                      <a:pt x="636" y="253"/>
                    </a:cubicBezTo>
                    <a:cubicBezTo>
                      <a:pt x="635" y="253"/>
                      <a:pt x="634" y="253"/>
                      <a:pt x="633" y="253"/>
                    </a:cubicBezTo>
                    <a:cubicBezTo>
                      <a:pt x="631" y="253"/>
                      <a:pt x="629" y="253"/>
                      <a:pt x="627" y="253"/>
                    </a:cubicBezTo>
                    <a:cubicBezTo>
                      <a:pt x="626" y="253"/>
                      <a:pt x="626" y="253"/>
                      <a:pt x="625" y="253"/>
                    </a:cubicBezTo>
                    <a:cubicBezTo>
                      <a:pt x="623" y="252"/>
                      <a:pt x="620" y="252"/>
                      <a:pt x="617" y="252"/>
                    </a:cubicBezTo>
                    <a:cubicBezTo>
                      <a:pt x="616" y="252"/>
                      <a:pt x="615" y="252"/>
                      <a:pt x="613" y="252"/>
                    </a:cubicBezTo>
                    <a:cubicBezTo>
                      <a:pt x="611" y="252"/>
                      <a:pt x="609" y="252"/>
                      <a:pt x="607" y="252"/>
                    </a:cubicBezTo>
                    <a:cubicBezTo>
                      <a:pt x="606" y="252"/>
                      <a:pt x="606" y="252"/>
                      <a:pt x="606" y="252"/>
                    </a:cubicBezTo>
                    <a:cubicBezTo>
                      <a:pt x="604" y="252"/>
                      <a:pt x="602" y="251"/>
                      <a:pt x="601" y="251"/>
                    </a:cubicBezTo>
                    <a:cubicBezTo>
                      <a:pt x="600" y="251"/>
                      <a:pt x="599" y="251"/>
                      <a:pt x="599" y="251"/>
                    </a:cubicBezTo>
                    <a:cubicBezTo>
                      <a:pt x="596" y="251"/>
                      <a:pt x="594" y="251"/>
                      <a:pt x="591" y="251"/>
                    </a:cubicBezTo>
                    <a:cubicBezTo>
                      <a:pt x="590" y="251"/>
                      <a:pt x="588" y="251"/>
                      <a:pt x="587" y="251"/>
                    </a:cubicBezTo>
                    <a:cubicBezTo>
                      <a:pt x="584" y="251"/>
                      <a:pt x="580" y="250"/>
                      <a:pt x="577" y="250"/>
                    </a:cubicBezTo>
                    <a:cubicBezTo>
                      <a:pt x="576" y="250"/>
                      <a:pt x="575" y="250"/>
                      <a:pt x="574" y="250"/>
                    </a:cubicBezTo>
                    <a:cubicBezTo>
                      <a:pt x="572" y="250"/>
                      <a:pt x="570" y="250"/>
                      <a:pt x="568" y="250"/>
                    </a:cubicBezTo>
                    <a:cubicBezTo>
                      <a:pt x="567" y="250"/>
                      <a:pt x="565" y="250"/>
                      <a:pt x="563" y="250"/>
                    </a:cubicBezTo>
                    <a:cubicBezTo>
                      <a:pt x="562" y="250"/>
                      <a:pt x="561" y="250"/>
                      <a:pt x="560" y="250"/>
                    </a:cubicBezTo>
                    <a:cubicBezTo>
                      <a:pt x="559" y="250"/>
                      <a:pt x="559" y="250"/>
                      <a:pt x="558" y="250"/>
                    </a:cubicBezTo>
                    <a:cubicBezTo>
                      <a:pt x="556" y="250"/>
                      <a:pt x="554" y="250"/>
                      <a:pt x="553" y="249"/>
                    </a:cubicBezTo>
                    <a:cubicBezTo>
                      <a:pt x="551" y="249"/>
                      <a:pt x="550" y="249"/>
                      <a:pt x="549" y="249"/>
                    </a:cubicBezTo>
                    <a:cubicBezTo>
                      <a:pt x="545" y="249"/>
                      <a:pt x="542" y="249"/>
                      <a:pt x="538" y="249"/>
                    </a:cubicBezTo>
                    <a:cubicBezTo>
                      <a:pt x="535" y="249"/>
                      <a:pt x="532" y="249"/>
                      <a:pt x="529" y="249"/>
                    </a:cubicBezTo>
                    <a:cubicBezTo>
                      <a:pt x="527" y="249"/>
                      <a:pt x="525" y="249"/>
                      <a:pt x="524" y="249"/>
                    </a:cubicBezTo>
                    <a:cubicBezTo>
                      <a:pt x="522" y="249"/>
                      <a:pt x="521" y="249"/>
                      <a:pt x="519" y="249"/>
                    </a:cubicBezTo>
                    <a:cubicBezTo>
                      <a:pt x="518" y="249"/>
                      <a:pt x="518" y="249"/>
                      <a:pt x="518" y="249"/>
                    </a:cubicBezTo>
                    <a:cubicBezTo>
                      <a:pt x="515" y="248"/>
                      <a:pt x="512" y="248"/>
                      <a:pt x="509" y="248"/>
                    </a:cubicBezTo>
                    <a:cubicBezTo>
                      <a:pt x="507" y="248"/>
                      <a:pt x="505" y="248"/>
                      <a:pt x="504" y="248"/>
                    </a:cubicBezTo>
                    <a:cubicBezTo>
                      <a:pt x="502" y="248"/>
                      <a:pt x="501" y="248"/>
                      <a:pt x="499" y="248"/>
                    </a:cubicBezTo>
                    <a:cubicBezTo>
                      <a:pt x="496" y="248"/>
                      <a:pt x="492" y="248"/>
                      <a:pt x="489" y="248"/>
                    </a:cubicBezTo>
                    <a:cubicBezTo>
                      <a:pt x="486" y="248"/>
                      <a:pt x="484" y="248"/>
                      <a:pt x="483" y="248"/>
                    </a:cubicBezTo>
                    <a:cubicBezTo>
                      <a:pt x="482" y="248"/>
                      <a:pt x="480" y="248"/>
                      <a:pt x="479" y="248"/>
                    </a:cubicBezTo>
                    <a:cubicBezTo>
                      <a:pt x="479" y="248"/>
                      <a:pt x="479" y="248"/>
                      <a:pt x="479" y="248"/>
                    </a:cubicBezTo>
                    <a:cubicBezTo>
                      <a:pt x="475" y="248"/>
                      <a:pt x="472" y="248"/>
                      <a:pt x="469" y="248"/>
                    </a:cubicBezTo>
                    <a:cubicBezTo>
                      <a:pt x="466" y="248"/>
                      <a:pt x="464" y="248"/>
                      <a:pt x="462" y="248"/>
                    </a:cubicBezTo>
                    <a:cubicBezTo>
                      <a:pt x="460" y="248"/>
                      <a:pt x="460" y="248"/>
                      <a:pt x="460" y="248"/>
                    </a:cubicBezTo>
                    <a:cubicBezTo>
                      <a:pt x="456" y="248"/>
                      <a:pt x="452" y="248"/>
                      <a:pt x="448" y="248"/>
                    </a:cubicBezTo>
                    <a:cubicBezTo>
                      <a:pt x="445" y="248"/>
                      <a:pt x="442" y="248"/>
                      <a:pt x="439" y="248"/>
                    </a:cubicBezTo>
                    <a:cubicBezTo>
                      <a:pt x="436" y="248"/>
                      <a:pt x="432" y="248"/>
                      <a:pt x="428" y="248"/>
                    </a:cubicBezTo>
                    <a:cubicBezTo>
                      <a:pt x="426" y="248"/>
                      <a:pt x="426" y="248"/>
                      <a:pt x="426" y="248"/>
                    </a:cubicBezTo>
                    <a:cubicBezTo>
                      <a:pt x="425" y="248"/>
                      <a:pt x="424" y="248"/>
                      <a:pt x="423" y="248"/>
                    </a:cubicBezTo>
                    <a:cubicBezTo>
                      <a:pt x="420" y="248"/>
                      <a:pt x="420" y="248"/>
                      <a:pt x="420" y="248"/>
                    </a:cubicBezTo>
                    <a:cubicBezTo>
                      <a:pt x="419" y="248"/>
                      <a:pt x="418" y="248"/>
                      <a:pt x="418" y="248"/>
                    </a:cubicBezTo>
                    <a:cubicBezTo>
                      <a:pt x="416" y="248"/>
                      <a:pt x="414" y="248"/>
                      <a:pt x="412" y="248"/>
                    </a:cubicBezTo>
                    <a:cubicBezTo>
                      <a:pt x="408" y="248"/>
                      <a:pt x="404" y="248"/>
                      <a:pt x="400" y="248"/>
                    </a:cubicBezTo>
                    <a:cubicBezTo>
                      <a:pt x="398" y="248"/>
                      <a:pt x="395" y="248"/>
                      <a:pt x="392" y="248"/>
                    </a:cubicBezTo>
                    <a:cubicBezTo>
                      <a:pt x="391" y="248"/>
                      <a:pt x="391" y="248"/>
                      <a:pt x="391" y="248"/>
                    </a:cubicBezTo>
                    <a:cubicBezTo>
                      <a:pt x="388" y="248"/>
                      <a:pt x="384" y="248"/>
                      <a:pt x="380" y="248"/>
                    </a:cubicBezTo>
                    <a:cubicBezTo>
                      <a:pt x="378" y="248"/>
                      <a:pt x="375" y="248"/>
                      <a:pt x="372" y="248"/>
                    </a:cubicBezTo>
                    <a:cubicBezTo>
                      <a:pt x="371" y="248"/>
                      <a:pt x="371" y="248"/>
                      <a:pt x="371" y="248"/>
                    </a:cubicBezTo>
                    <a:cubicBezTo>
                      <a:pt x="371" y="248"/>
                      <a:pt x="371" y="248"/>
                      <a:pt x="371" y="248"/>
                    </a:cubicBezTo>
                    <a:cubicBezTo>
                      <a:pt x="369" y="248"/>
                      <a:pt x="367" y="249"/>
                      <a:pt x="365" y="249"/>
                    </a:cubicBezTo>
                    <a:cubicBezTo>
                      <a:pt x="364" y="249"/>
                      <a:pt x="362" y="249"/>
                      <a:pt x="360" y="249"/>
                    </a:cubicBezTo>
                    <a:cubicBezTo>
                      <a:pt x="359" y="249"/>
                      <a:pt x="357" y="249"/>
                      <a:pt x="355" y="249"/>
                    </a:cubicBezTo>
                    <a:cubicBezTo>
                      <a:pt x="354" y="249"/>
                      <a:pt x="354" y="249"/>
                      <a:pt x="354" y="249"/>
                    </a:cubicBezTo>
                    <a:cubicBezTo>
                      <a:pt x="353" y="249"/>
                      <a:pt x="352" y="249"/>
                      <a:pt x="351" y="249"/>
                    </a:cubicBezTo>
                    <a:cubicBezTo>
                      <a:pt x="347" y="249"/>
                      <a:pt x="344" y="249"/>
                      <a:pt x="340" y="249"/>
                    </a:cubicBezTo>
                    <a:cubicBezTo>
                      <a:pt x="340" y="249"/>
                      <a:pt x="340" y="249"/>
                      <a:pt x="340" y="249"/>
                    </a:cubicBezTo>
                    <a:cubicBezTo>
                      <a:pt x="337" y="249"/>
                      <a:pt x="334" y="249"/>
                      <a:pt x="331" y="249"/>
                    </a:cubicBezTo>
                    <a:cubicBezTo>
                      <a:pt x="328" y="250"/>
                      <a:pt x="325" y="250"/>
                      <a:pt x="322" y="250"/>
                    </a:cubicBezTo>
                    <a:cubicBezTo>
                      <a:pt x="321" y="250"/>
                      <a:pt x="320" y="250"/>
                      <a:pt x="319" y="250"/>
                    </a:cubicBezTo>
                    <a:cubicBezTo>
                      <a:pt x="316" y="250"/>
                      <a:pt x="314" y="250"/>
                      <a:pt x="311" y="250"/>
                    </a:cubicBezTo>
                    <a:cubicBezTo>
                      <a:pt x="311" y="250"/>
                      <a:pt x="311" y="250"/>
                      <a:pt x="311" y="250"/>
                    </a:cubicBezTo>
                    <a:cubicBezTo>
                      <a:pt x="307" y="250"/>
                      <a:pt x="303" y="251"/>
                      <a:pt x="300" y="251"/>
                    </a:cubicBezTo>
                    <a:cubicBezTo>
                      <a:pt x="299" y="251"/>
                      <a:pt x="299" y="251"/>
                      <a:pt x="299" y="251"/>
                    </a:cubicBezTo>
                    <a:cubicBezTo>
                      <a:pt x="296" y="251"/>
                      <a:pt x="293" y="251"/>
                      <a:pt x="291" y="251"/>
                    </a:cubicBezTo>
                    <a:cubicBezTo>
                      <a:pt x="287" y="251"/>
                      <a:pt x="283" y="251"/>
                      <a:pt x="279" y="252"/>
                    </a:cubicBezTo>
                    <a:cubicBezTo>
                      <a:pt x="279" y="252"/>
                      <a:pt x="279" y="252"/>
                      <a:pt x="279" y="252"/>
                    </a:cubicBezTo>
                    <a:cubicBezTo>
                      <a:pt x="277" y="252"/>
                      <a:pt x="276" y="252"/>
                      <a:pt x="275" y="252"/>
                    </a:cubicBezTo>
                    <a:cubicBezTo>
                      <a:pt x="274" y="252"/>
                      <a:pt x="272" y="252"/>
                      <a:pt x="271" y="252"/>
                    </a:cubicBezTo>
                    <a:cubicBezTo>
                      <a:pt x="266" y="252"/>
                      <a:pt x="261" y="252"/>
                      <a:pt x="256" y="253"/>
                    </a:cubicBezTo>
                    <a:cubicBezTo>
                      <a:pt x="255" y="253"/>
                      <a:pt x="253" y="253"/>
                      <a:pt x="251" y="253"/>
                    </a:cubicBezTo>
                    <a:cubicBezTo>
                      <a:pt x="244" y="253"/>
                      <a:pt x="238" y="254"/>
                      <a:pt x="231" y="254"/>
                    </a:cubicBezTo>
                    <a:cubicBezTo>
                      <a:pt x="230" y="254"/>
                      <a:pt x="229" y="254"/>
                      <a:pt x="228" y="255"/>
                    </a:cubicBezTo>
                    <a:cubicBezTo>
                      <a:pt x="227" y="255"/>
                      <a:pt x="226" y="255"/>
                      <a:pt x="225" y="255"/>
                    </a:cubicBezTo>
                    <a:cubicBezTo>
                      <a:pt x="223" y="255"/>
                      <a:pt x="221" y="255"/>
                      <a:pt x="219" y="255"/>
                    </a:cubicBezTo>
                    <a:cubicBezTo>
                      <a:pt x="217" y="255"/>
                      <a:pt x="214" y="255"/>
                      <a:pt x="211" y="256"/>
                    </a:cubicBezTo>
                    <a:cubicBezTo>
                      <a:pt x="209" y="256"/>
                      <a:pt x="208" y="256"/>
                      <a:pt x="206" y="256"/>
                    </a:cubicBezTo>
                    <a:cubicBezTo>
                      <a:pt x="206" y="256"/>
                      <a:pt x="205" y="256"/>
                      <a:pt x="205" y="256"/>
                    </a:cubicBezTo>
                    <a:cubicBezTo>
                      <a:pt x="200" y="256"/>
                      <a:pt x="196" y="257"/>
                      <a:pt x="192" y="257"/>
                    </a:cubicBezTo>
                    <a:cubicBezTo>
                      <a:pt x="190" y="257"/>
                      <a:pt x="189" y="257"/>
                      <a:pt x="187" y="257"/>
                    </a:cubicBezTo>
                    <a:cubicBezTo>
                      <a:pt x="186" y="257"/>
                      <a:pt x="185" y="258"/>
                      <a:pt x="183" y="258"/>
                    </a:cubicBezTo>
                    <a:cubicBezTo>
                      <a:pt x="182" y="258"/>
                      <a:pt x="181" y="258"/>
                      <a:pt x="180" y="258"/>
                    </a:cubicBezTo>
                    <a:cubicBezTo>
                      <a:pt x="177" y="258"/>
                      <a:pt x="174" y="258"/>
                      <a:pt x="172" y="259"/>
                    </a:cubicBezTo>
                    <a:cubicBezTo>
                      <a:pt x="163" y="259"/>
                      <a:pt x="163" y="259"/>
                      <a:pt x="163" y="259"/>
                    </a:cubicBezTo>
                    <a:cubicBezTo>
                      <a:pt x="162" y="259"/>
                      <a:pt x="160" y="260"/>
                      <a:pt x="159" y="260"/>
                    </a:cubicBezTo>
                    <a:cubicBezTo>
                      <a:pt x="156" y="260"/>
                      <a:pt x="154" y="260"/>
                      <a:pt x="152" y="260"/>
                    </a:cubicBezTo>
                    <a:cubicBezTo>
                      <a:pt x="150" y="260"/>
                      <a:pt x="149" y="261"/>
                      <a:pt x="147" y="261"/>
                    </a:cubicBezTo>
                    <a:cubicBezTo>
                      <a:pt x="146" y="261"/>
                      <a:pt x="145" y="261"/>
                      <a:pt x="144" y="261"/>
                    </a:cubicBezTo>
                    <a:cubicBezTo>
                      <a:pt x="140" y="261"/>
                      <a:pt x="136" y="262"/>
                      <a:pt x="132" y="262"/>
                    </a:cubicBezTo>
                    <a:cubicBezTo>
                      <a:pt x="129" y="262"/>
                      <a:pt x="127" y="263"/>
                      <a:pt x="124" y="263"/>
                    </a:cubicBezTo>
                    <a:cubicBezTo>
                      <a:pt x="120" y="263"/>
                      <a:pt x="116" y="264"/>
                      <a:pt x="112" y="264"/>
                    </a:cubicBezTo>
                    <a:cubicBezTo>
                      <a:pt x="110" y="264"/>
                      <a:pt x="107" y="265"/>
                      <a:pt x="104" y="265"/>
                    </a:cubicBezTo>
                    <a:cubicBezTo>
                      <a:pt x="104" y="265"/>
                      <a:pt x="104" y="265"/>
                      <a:pt x="104" y="265"/>
                    </a:cubicBezTo>
                    <a:cubicBezTo>
                      <a:pt x="81" y="258"/>
                      <a:pt x="61" y="251"/>
                      <a:pt x="45" y="242"/>
                    </a:cubicBezTo>
                    <a:cubicBezTo>
                      <a:pt x="43" y="241"/>
                      <a:pt x="42" y="176"/>
                      <a:pt x="40" y="175"/>
                    </a:cubicBezTo>
                    <a:cubicBezTo>
                      <a:pt x="40" y="175"/>
                      <a:pt x="39" y="175"/>
                      <a:pt x="39" y="175"/>
                    </a:cubicBezTo>
                    <a:cubicBezTo>
                      <a:pt x="37" y="174"/>
                      <a:pt x="36" y="173"/>
                      <a:pt x="35" y="173"/>
                    </a:cubicBezTo>
                    <a:cubicBezTo>
                      <a:pt x="35" y="172"/>
                      <a:pt x="34" y="172"/>
                      <a:pt x="33" y="171"/>
                    </a:cubicBezTo>
                    <a:cubicBezTo>
                      <a:pt x="32" y="171"/>
                      <a:pt x="32" y="170"/>
                      <a:pt x="31" y="170"/>
                    </a:cubicBezTo>
                    <a:cubicBezTo>
                      <a:pt x="30" y="169"/>
                      <a:pt x="29" y="169"/>
                      <a:pt x="29" y="169"/>
                    </a:cubicBezTo>
                    <a:cubicBezTo>
                      <a:pt x="28" y="168"/>
                      <a:pt x="27" y="167"/>
                      <a:pt x="26" y="167"/>
                    </a:cubicBezTo>
                    <a:cubicBezTo>
                      <a:pt x="26" y="166"/>
                      <a:pt x="25" y="166"/>
                      <a:pt x="25" y="166"/>
                    </a:cubicBezTo>
                    <a:cubicBezTo>
                      <a:pt x="24" y="165"/>
                      <a:pt x="23" y="164"/>
                      <a:pt x="22" y="164"/>
                    </a:cubicBezTo>
                    <a:cubicBezTo>
                      <a:pt x="22" y="163"/>
                      <a:pt x="21" y="163"/>
                      <a:pt x="21" y="163"/>
                    </a:cubicBezTo>
                    <a:cubicBezTo>
                      <a:pt x="20" y="162"/>
                      <a:pt x="19" y="161"/>
                      <a:pt x="18" y="161"/>
                    </a:cubicBezTo>
                    <a:cubicBezTo>
                      <a:pt x="18" y="160"/>
                      <a:pt x="17" y="160"/>
                      <a:pt x="17" y="160"/>
                    </a:cubicBezTo>
                    <a:cubicBezTo>
                      <a:pt x="16" y="159"/>
                      <a:pt x="15" y="158"/>
                      <a:pt x="14" y="157"/>
                    </a:cubicBezTo>
                    <a:cubicBezTo>
                      <a:pt x="13" y="156"/>
                      <a:pt x="12" y="155"/>
                      <a:pt x="11" y="154"/>
                    </a:cubicBezTo>
                    <a:cubicBezTo>
                      <a:pt x="10" y="153"/>
                      <a:pt x="10" y="153"/>
                      <a:pt x="10" y="153"/>
                    </a:cubicBezTo>
                    <a:cubicBezTo>
                      <a:pt x="10" y="152"/>
                      <a:pt x="9" y="152"/>
                      <a:pt x="9" y="151"/>
                    </a:cubicBezTo>
                    <a:cubicBezTo>
                      <a:pt x="8" y="150"/>
                      <a:pt x="8" y="150"/>
                      <a:pt x="8" y="150"/>
                    </a:cubicBezTo>
                    <a:cubicBezTo>
                      <a:pt x="7" y="149"/>
                      <a:pt x="7" y="149"/>
                      <a:pt x="6" y="148"/>
                    </a:cubicBezTo>
                    <a:cubicBezTo>
                      <a:pt x="6" y="148"/>
                      <a:pt x="6" y="147"/>
                      <a:pt x="5" y="147"/>
                    </a:cubicBezTo>
                    <a:cubicBezTo>
                      <a:pt x="5" y="146"/>
                      <a:pt x="5" y="145"/>
                      <a:pt x="4" y="145"/>
                    </a:cubicBezTo>
                    <a:cubicBezTo>
                      <a:pt x="4" y="145"/>
                      <a:pt x="4" y="144"/>
                      <a:pt x="4" y="144"/>
                    </a:cubicBezTo>
                    <a:cubicBezTo>
                      <a:pt x="3" y="143"/>
                      <a:pt x="3" y="142"/>
                      <a:pt x="3" y="142"/>
                    </a:cubicBezTo>
                    <a:cubicBezTo>
                      <a:pt x="3" y="141"/>
                      <a:pt x="2" y="141"/>
                      <a:pt x="2" y="141"/>
                    </a:cubicBezTo>
                    <a:cubicBezTo>
                      <a:pt x="2" y="140"/>
                      <a:pt x="2" y="139"/>
                      <a:pt x="1" y="139"/>
                    </a:cubicBezTo>
                    <a:cubicBezTo>
                      <a:pt x="1" y="138"/>
                      <a:pt x="1" y="138"/>
                      <a:pt x="1" y="138"/>
                    </a:cubicBezTo>
                    <a:cubicBezTo>
                      <a:pt x="1" y="137"/>
                      <a:pt x="0" y="136"/>
                      <a:pt x="0" y="135"/>
                    </a:cubicBezTo>
                    <a:cubicBezTo>
                      <a:pt x="0" y="134"/>
                      <a:pt x="0" y="133"/>
                      <a:pt x="0" y="132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0" y="130"/>
                      <a:pt x="0" y="130"/>
                      <a:pt x="0" y="130"/>
                    </a:cubicBezTo>
                    <a:cubicBezTo>
                      <a:pt x="0" y="130"/>
                      <a:pt x="0" y="129"/>
                      <a:pt x="0" y="129"/>
                    </a:cubicBezTo>
                    <a:cubicBezTo>
                      <a:pt x="0" y="129"/>
                      <a:pt x="0" y="129"/>
                      <a:pt x="0" y="130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27"/>
                      <a:pt x="0" y="126"/>
                      <a:pt x="0" y="125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0" y="123"/>
                      <a:pt x="0" y="122"/>
                      <a:pt x="1" y="121"/>
                    </a:cubicBezTo>
                    <a:cubicBezTo>
                      <a:pt x="1" y="120"/>
                      <a:pt x="1" y="120"/>
                      <a:pt x="1" y="120"/>
                    </a:cubicBezTo>
                    <a:cubicBezTo>
                      <a:pt x="1" y="119"/>
                      <a:pt x="1" y="118"/>
                      <a:pt x="2" y="117"/>
                    </a:cubicBezTo>
                    <a:cubicBezTo>
                      <a:pt x="2" y="116"/>
                      <a:pt x="2" y="116"/>
                      <a:pt x="2" y="116"/>
                    </a:cubicBezTo>
                    <a:cubicBezTo>
                      <a:pt x="3" y="115"/>
                      <a:pt x="3" y="114"/>
                      <a:pt x="4" y="113"/>
                    </a:cubicBezTo>
                    <a:cubicBezTo>
                      <a:pt x="5" y="112"/>
                      <a:pt x="5" y="111"/>
                      <a:pt x="6" y="110"/>
                    </a:cubicBezTo>
                    <a:cubicBezTo>
                      <a:pt x="7" y="109"/>
                      <a:pt x="7" y="109"/>
                      <a:pt x="7" y="109"/>
                    </a:cubicBezTo>
                    <a:cubicBezTo>
                      <a:pt x="7" y="108"/>
                      <a:pt x="8" y="107"/>
                      <a:pt x="9" y="106"/>
                    </a:cubicBezTo>
                    <a:cubicBezTo>
                      <a:pt x="9" y="105"/>
                      <a:pt x="9" y="105"/>
                      <a:pt x="9" y="105"/>
                    </a:cubicBezTo>
                    <a:cubicBezTo>
                      <a:pt x="10" y="104"/>
                      <a:pt x="11" y="103"/>
                      <a:pt x="12" y="102"/>
                    </a:cubicBezTo>
                    <a:cubicBezTo>
                      <a:pt x="13" y="101"/>
                      <a:pt x="13" y="101"/>
                      <a:pt x="13" y="101"/>
                    </a:cubicBezTo>
                    <a:cubicBezTo>
                      <a:pt x="14" y="100"/>
                      <a:pt x="15" y="99"/>
                      <a:pt x="16" y="98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8" y="96"/>
                      <a:pt x="19" y="95"/>
                      <a:pt x="21" y="94"/>
                    </a:cubicBezTo>
                    <a:cubicBezTo>
                      <a:pt x="22" y="94"/>
                      <a:pt x="22" y="94"/>
                      <a:pt x="22" y="94"/>
                    </a:cubicBezTo>
                    <a:cubicBezTo>
                      <a:pt x="23" y="93"/>
                      <a:pt x="24" y="92"/>
                      <a:pt x="25" y="91"/>
                    </a:cubicBezTo>
                    <a:cubicBezTo>
                      <a:pt x="26" y="91"/>
                      <a:pt x="26" y="90"/>
                      <a:pt x="27" y="90"/>
                    </a:cubicBezTo>
                    <a:cubicBezTo>
                      <a:pt x="28" y="89"/>
                      <a:pt x="30" y="88"/>
                      <a:pt x="31" y="87"/>
                    </a:cubicBezTo>
                    <a:cubicBezTo>
                      <a:pt x="33" y="86"/>
                      <a:pt x="35" y="85"/>
                      <a:pt x="37" y="84"/>
                    </a:cubicBezTo>
                    <a:cubicBezTo>
                      <a:pt x="37" y="83"/>
                      <a:pt x="38" y="83"/>
                      <a:pt x="38" y="83"/>
                    </a:cubicBezTo>
                    <a:cubicBezTo>
                      <a:pt x="40" y="82"/>
                      <a:pt x="41" y="81"/>
                      <a:pt x="43" y="80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46" y="79"/>
                      <a:pt x="48" y="78"/>
                      <a:pt x="50" y="77"/>
                    </a:cubicBezTo>
                    <a:cubicBezTo>
                      <a:pt x="51" y="76"/>
                      <a:pt x="51" y="76"/>
                      <a:pt x="52" y="76"/>
                    </a:cubicBezTo>
                    <a:cubicBezTo>
                      <a:pt x="53" y="75"/>
                      <a:pt x="55" y="74"/>
                      <a:pt x="57" y="73"/>
                    </a:cubicBezTo>
                    <a:cubicBezTo>
                      <a:pt x="57" y="73"/>
                      <a:pt x="58" y="73"/>
                      <a:pt x="59" y="73"/>
                    </a:cubicBezTo>
                    <a:cubicBezTo>
                      <a:pt x="61" y="72"/>
                      <a:pt x="63" y="71"/>
                      <a:pt x="65" y="70"/>
                    </a:cubicBezTo>
                    <a:cubicBezTo>
                      <a:pt x="66" y="70"/>
                      <a:pt x="66" y="69"/>
                      <a:pt x="67" y="69"/>
                    </a:cubicBezTo>
                    <a:cubicBezTo>
                      <a:pt x="69" y="68"/>
                      <a:pt x="71" y="68"/>
                      <a:pt x="73" y="67"/>
                    </a:cubicBezTo>
                    <a:cubicBezTo>
                      <a:pt x="74" y="66"/>
                      <a:pt x="74" y="66"/>
                      <a:pt x="75" y="66"/>
                    </a:cubicBezTo>
                    <a:cubicBezTo>
                      <a:pt x="78" y="65"/>
                      <a:pt x="80" y="64"/>
                      <a:pt x="83" y="63"/>
                    </a:cubicBezTo>
                    <a:cubicBezTo>
                      <a:pt x="86" y="62"/>
                      <a:pt x="88" y="61"/>
                      <a:pt x="91" y="60"/>
                    </a:cubicBezTo>
                    <a:cubicBezTo>
                      <a:pt x="92" y="60"/>
                      <a:pt x="93" y="60"/>
                      <a:pt x="93" y="60"/>
                    </a:cubicBezTo>
                    <a:cubicBezTo>
                      <a:pt x="96" y="59"/>
                      <a:pt x="98" y="58"/>
                      <a:pt x="101" y="57"/>
                    </a:cubicBezTo>
                    <a:cubicBezTo>
                      <a:pt x="101" y="57"/>
                      <a:pt x="102" y="57"/>
                      <a:pt x="102" y="57"/>
                    </a:cubicBezTo>
                    <a:cubicBezTo>
                      <a:pt x="105" y="56"/>
                      <a:pt x="108" y="55"/>
                      <a:pt x="111" y="54"/>
                    </a:cubicBezTo>
                    <a:cubicBezTo>
                      <a:pt x="112" y="54"/>
                      <a:pt x="113" y="54"/>
                      <a:pt x="113" y="54"/>
                    </a:cubicBezTo>
                    <a:cubicBezTo>
                      <a:pt x="116" y="53"/>
                      <a:pt x="118" y="52"/>
                      <a:pt x="121" y="51"/>
                    </a:cubicBezTo>
                    <a:cubicBezTo>
                      <a:pt x="123" y="51"/>
                      <a:pt x="123" y="51"/>
                      <a:pt x="123" y="51"/>
                    </a:cubicBezTo>
                    <a:cubicBezTo>
                      <a:pt x="126" y="50"/>
                      <a:pt x="130" y="49"/>
                      <a:pt x="133" y="48"/>
                    </a:cubicBezTo>
                    <a:cubicBezTo>
                      <a:pt x="134" y="48"/>
                      <a:pt x="134" y="48"/>
                      <a:pt x="135" y="48"/>
                    </a:cubicBezTo>
                    <a:cubicBezTo>
                      <a:pt x="138" y="47"/>
                      <a:pt x="140" y="47"/>
                      <a:pt x="143" y="46"/>
                    </a:cubicBezTo>
                    <a:cubicBezTo>
                      <a:pt x="144" y="46"/>
                      <a:pt x="145" y="45"/>
                      <a:pt x="146" y="45"/>
                    </a:cubicBezTo>
                    <a:cubicBezTo>
                      <a:pt x="150" y="44"/>
                      <a:pt x="153" y="44"/>
                      <a:pt x="157" y="43"/>
                    </a:cubicBezTo>
                    <a:cubicBezTo>
                      <a:pt x="160" y="42"/>
                      <a:pt x="164" y="41"/>
                      <a:pt x="168" y="41"/>
                    </a:cubicBezTo>
                    <a:cubicBezTo>
                      <a:pt x="169" y="40"/>
                      <a:pt x="170" y="40"/>
                      <a:pt x="171" y="40"/>
                    </a:cubicBezTo>
                    <a:cubicBezTo>
                      <a:pt x="174" y="39"/>
                      <a:pt x="177" y="39"/>
                      <a:pt x="180" y="38"/>
                    </a:cubicBezTo>
                    <a:cubicBezTo>
                      <a:pt x="181" y="38"/>
                      <a:pt x="182" y="38"/>
                      <a:pt x="182" y="38"/>
                    </a:cubicBezTo>
                    <a:cubicBezTo>
                      <a:pt x="186" y="37"/>
                      <a:pt x="190" y="36"/>
                      <a:pt x="194" y="36"/>
                    </a:cubicBezTo>
                    <a:cubicBezTo>
                      <a:pt x="195" y="36"/>
                      <a:pt x="196" y="35"/>
                      <a:pt x="197" y="35"/>
                    </a:cubicBezTo>
                    <a:cubicBezTo>
                      <a:pt x="200" y="35"/>
                      <a:pt x="203" y="34"/>
                      <a:pt x="206" y="34"/>
                    </a:cubicBezTo>
                    <a:cubicBezTo>
                      <a:pt x="207" y="34"/>
                      <a:pt x="208" y="33"/>
                      <a:pt x="209" y="33"/>
                    </a:cubicBezTo>
                    <a:cubicBezTo>
                      <a:pt x="213" y="33"/>
                      <a:pt x="218" y="32"/>
                      <a:pt x="222" y="31"/>
                    </a:cubicBezTo>
                    <a:cubicBezTo>
                      <a:pt x="222" y="31"/>
                      <a:pt x="223" y="31"/>
                      <a:pt x="224" y="31"/>
                    </a:cubicBezTo>
                    <a:cubicBezTo>
                      <a:pt x="228" y="31"/>
                      <a:pt x="231" y="30"/>
                      <a:pt x="235" y="30"/>
                    </a:cubicBezTo>
                    <a:cubicBezTo>
                      <a:pt x="236" y="29"/>
                      <a:pt x="237" y="29"/>
                      <a:pt x="238" y="29"/>
                    </a:cubicBezTo>
                    <a:cubicBezTo>
                      <a:pt x="243" y="29"/>
                      <a:pt x="247" y="28"/>
                      <a:pt x="251" y="27"/>
                    </a:cubicBezTo>
                    <a:cubicBezTo>
                      <a:pt x="474" y="0"/>
                      <a:pt x="744" y="24"/>
                      <a:pt x="853" y="80"/>
                    </a:cubicBezTo>
                    <a:cubicBezTo>
                      <a:pt x="855" y="81"/>
                      <a:pt x="857" y="82"/>
                      <a:pt x="858" y="83"/>
                    </a:cubicBezTo>
                    <a:cubicBezTo>
                      <a:pt x="859" y="83"/>
                      <a:pt x="859" y="84"/>
                      <a:pt x="860" y="84"/>
                    </a:cubicBezTo>
                    <a:cubicBezTo>
                      <a:pt x="861" y="84"/>
                      <a:pt x="862" y="85"/>
                      <a:pt x="863" y="86"/>
                    </a:cubicBezTo>
                    <a:cubicBezTo>
                      <a:pt x="864" y="86"/>
                      <a:pt x="865" y="87"/>
                      <a:pt x="865" y="87"/>
                    </a:cubicBezTo>
                    <a:cubicBezTo>
                      <a:pt x="866" y="87"/>
                      <a:pt x="867" y="88"/>
                      <a:pt x="868" y="89"/>
                    </a:cubicBezTo>
                    <a:cubicBezTo>
                      <a:pt x="869" y="89"/>
                      <a:pt x="869" y="89"/>
                      <a:pt x="870" y="90"/>
                    </a:cubicBezTo>
                    <a:cubicBezTo>
                      <a:pt x="871" y="90"/>
                      <a:pt x="872" y="91"/>
                      <a:pt x="872" y="92"/>
                    </a:cubicBezTo>
                    <a:cubicBezTo>
                      <a:pt x="873" y="92"/>
                      <a:pt x="873" y="92"/>
                      <a:pt x="874" y="93"/>
                    </a:cubicBezTo>
                    <a:cubicBezTo>
                      <a:pt x="875" y="93"/>
                      <a:pt x="876" y="94"/>
                      <a:pt x="876" y="95"/>
                    </a:cubicBezTo>
                    <a:cubicBezTo>
                      <a:pt x="877" y="95"/>
                      <a:pt x="877" y="95"/>
                      <a:pt x="878" y="96"/>
                    </a:cubicBezTo>
                    <a:cubicBezTo>
                      <a:pt x="879" y="96"/>
                      <a:pt x="880" y="97"/>
                      <a:pt x="880" y="98"/>
                    </a:cubicBezTo>
                    <a:cubicBezTo>
                      <a:pt x="881" y="99"/>
                      <a:pt x="881" y="99"/>
                      <a:pt x="881" y="99"/>
                    </a:cubicBezTo>
                    <a:cubicBezTo>
                      <a:pt x="883" y="100"/>
                      <a:pt x="884" y="101"/>
                      <a:pt x="885" y="102"/>
                    </a:cubicBezTo>
                    <a:cubicBezTo>
                      <a:pt x="886" y="103"/>
                      <a:pt x="887" y="104"/>
                      <a:pt x="888" y="105"/>
                    </a:cubicBezTo>
                    <a:cubicBezTo>
                      <a:pt x="888" y="106"/>
                      <a:pt x="888" y="106"/>
                      <a:pt x="888" y="106"/>
                    </a:cubicBezTo>
                    <a:cubicBezTo>
                      <a:pt x="889" y="106"/>
                      <a:pt x="890" y="107"/>
                      <a:pt x="890" y="107"/>
                    </a:cubicBezTo>
                    <a:cubicBezTo>
                      <a:pt x="890" y="108"/>
                      <a:pt x="891" y="108"/>
                      <a:pt x="891" y="109"/>
                    </a:cubicBezTo>
                    <a:cubicBezTo>
                      <a:pt x="891" y="109"/>
                      <a:pt x="892" y="110"/>
                      <a:pt x="892" y="110"/>
                    </a:cubicBezTo>
                    <a:cubicBezTo>
                      <a:pt x="893" y="111"/>
                      <a:pt x="893" y="111"/>
                      <a:pt x="893" y="112"/>
                    </a:cubicBezTo>
                    <a:cubicBezTo>
                      <a:pt x="893" y="112"/>
                      <a:pt x="894" y="113"/>
                      <a:pt x="894" y="113"/>
                    </a:cubicBezTo>
                    <a:cubicBezTo>
                      <a:pt x="894" y="114"/>
                      <a:pt x="895" y="114"/>
                      <a:pt x="895" y="115"/>
                    </a:cubicBezTo>
                    <a:cubicBezTo>
                      <a:pt x="895" y="115"/>
                      <a:pt x="896" y="116"/>
                      <a:pt x="896" y="116"/>
                    </a:cubicBezTo>
                    <a:cubicBezTo>
                      <a:pt x="896" y="117"/>
                      <a:pt x="896" y="117"/>
                      <a:pt x="896" y="118"/>
                    </a:cubicBezTo>
                    <a:cubicBezTo>
                      <a:pt x="897" y="118"/>
                      <a:pt x="897" y="119"/>
                      <a:pt x="897" y="120"/>
                    </a:cubicBezTo>
                    <a:cubicBezTo>
                      <a:pt x="897" y="121"/>
                      <a:pt x="897" y="121"/>
                      <a:pt x="897" y="121"/>
                    </a:cubicBezTo>
                    <a:cubicBezTo>
                      <a:pt x="898" y="122"/>
                      <a:pt x="898" y="123"/>
                      <a:pt x="898" y="124"/>
                    </a:cubicBezTo>
                    <a:cubicBezTo>
                      <a:pt x="899" y="125"/>
                      <a:pt x="899" y="126"/>
                      <a:pt x="899" y="127"/>
                    </a:cubicBezTo>
                    <a:cubicBezTo>
                      <a:pt x="899" y="127"/>
                      <a:pt x="899" y="127"/>
                      <a:pt x="899" y="127"/>
                    </a:cubicBezTo>
                    <a:cubicBezTo>
                      <a:pt x="899" y="128"/>
                      <a:pt x="899" y="129"/>
                      <a:pt x="899" y="129"/>
                    </a:cubicBezTo>
                  </a:path>
                </a:pathLst>
              </a:custGeom>
              <a:solidFill>
                <a:srgbClr val="009444"/>
              </a:solidFill>
              <a:ln w="38100">
                <a:solidFill>
                  <a:srgbClr val="232A4E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Ubuntu" panose="020B0504030602030204" pitchFamily="34" charset="0"/>
                </a:endParaRPr>
              </a:p>
            </p:txBody>
          </p:sp>
          <p:sp>
            <p:nvSpPr>
              <p:cNvPr id="9" name="Freeform 54">
                <a:extLst>
                  <a:ext uri="{FF2B5EF4-FFF2-40B4-BE49-F238E27FC236}">
                    <a16:creationId xmlns:a16="http://schemas.microsoft.com/office/drawing/2014/main" id="{CAA69AAE-B7D3-43FF-9FCD-3A6F581281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8705" y="1545143"/>
                <a:ext cx="1948685" cy="542967"/>
              </a:xfrm>
              <a:custGeom>
                <a:avLst/>
                <a:gdLst>
                  <a:gd name="T0" fmla="*/ 224 w 899"/>
                  <a:gd name="T1" fmla="*/ 15 h 250"/>
                  <a:gd name="T2" fmla="*/ 194 w 899"/>
                  <a:gd name="T3" fmla="*/ 20 h 250"/>
                  <a:gd name="T4" fmla="*/ 157 w 899"/>
                  <a:gd name="T5" fmla="*/ 27 h 250"/>
                  <a:gd name="T6" fmla="*/ 123 w 899"/>
                  <a:gd name="T7" fmla="*/ 35 h 250"/>
                  <a:gd name="T8" fmla="*/ 101 w 899"/>
                  <a:gd name="T9" fmla="*/ 41 h 250"/>
                  <a:gd name="T10" fmla="*/ 73 w 899"/>
                  <a:gd name="T11" fmla="*/ 51 h 250"/>
                  <a:gd name="T12" fmla="*/ 52 w 899"/>
                  <a:gd name="T13" fmla="*/ 60 h 250"/>
                  <a:gd name="T14" fmla="*/ 37 w 899"/>
                  <a:gd name="T15" fmla="*/ 68 h 250"/>
                  <a:gd name="T16" fmla="*/ 21 w 899"/>
                  <a:gd name="T17" fmla="*/ 78 h 250"/>
                  <a:gd name="T18" fmla="*/ 9 w 899"/>
                  <a:gd name="T19" fmla="*/ 89 h 250"/>
                  <a:gd name="T20" fmla="*/ 2 w 899"/>
                  <a:gd name="T21" fmla="*/ 100 h 250"/>
                  <a:gd name="T22" fmla="*/ 0 w 899"/>
                  <a:gd name="T23" fmla="*/ 109 h 250"/>
                  <a:gd name="T24" fmla="*/ 0 w 899"/>
                  <a:gd name="T25" fmla="*/ 113 h 250"/>
                  <a:gd name="T26" fmla="*/ 0 w 899"/>
                  <a:gd name="T27" fmla="*/ 116 h 250"/>
                  <a:gd name="T28" fmla="*/ 3 w 899"/>
                  <a:gd name="T29" fmla="*/ 126 h 250"/>
                  <a:gd name="T30" fmla="*/ 8 w 899"/>
                  <a:gd name="T31" fmla="*/ 134 h 250"/>
                  <a:gd name="T32" fmla="*/ 17 w 899"/>
                  <a:gd name="T33" fmla="*/ 144 h 250"/>
                  <a:gd name="T34" fmla="*/ 26 w 899"/>
                  <a:gd name="T35" fmla="*/ 151 h 250"/>
                  <a:gd name="T36" fmla="*/ 39 w 899"/>
                  <a:gd name="T37" fmla="*/ 159 h 250"/>
                  <a:gd name="T38" fmla="*/ 112 w 899"/>
                  <a:gd name="T39" fmla="*/ 248 h 250"/>
                  <a:gd name="T40" fmla="*/ 152 w 899"/>
                  <a:gd name="T41" fmla="*/ 244 h 250"/>
                  <a:gd name="T42" fmla="*/ 183 w 899"/>
                  <a:gd name="T43" fmla="*/ 242 h 250"/>
                  <a:gd name="T44" fmla="*/ 211 w 899"/>
                  <a:gd name="T45" fmla="*/ 240 h 250"/>
                  <a:gd name="T46" fmla="*/ 251 w 899"/>
                  <a:gd name="T47" fmla="*/ 237 h 250"/>
                  <a:gd name="T48" fmla="*/ 279 w 899"/>
                  <a:gd name="T49" fmla="*/ 236 h 250"/>
                  <a:gd name="T50" fmla="*/ 311 w 899"/>
                  <a:gd name="T51" fmla="*/ 234 h 250"/>
                  <a:gd name="T52" fmla="*/ 340 w 899"/>
                  <a:gd name="T53" fmla="*/ 233 h 250"/>
                  <a:gd name="T54" fmla="*/ 365 w 899"/>
                  <a:gd name="T55" fmla="*/ 233 h 250"/>
                  <a:gd name="T56" fmla="*/ 391 w 899"/>
                  <a:gd name="T57" fmla="*/ 232 h 250"/>
                  <a:gd name="T58" fmla="*/ 420 w 899"/>
                  <a:gd name="T59" fmla="*/ 232 h 250"/>
                  <a:gd name="T60" fmla="*/ 448 w 899"/>
                  <a:gd name="T61" fmla="*/ 232 h 250"/>
                  <a:gd name="T62" fmla="*/ 479 w 899"/>
                  <a:gd name="T63" fmla="*/ 232 h 250"/>
                  <a:gd name="T64" fmla="*/ 509 w 899"/>
                  <a:gd name="T65" fmla="*/ 232 h 250"/>
                  <a:gd name="T66" fmla="*/ 538 w 899"/>
                  <a:gd name="T67" fmla="*/ 233 h 250"/>
                  <a:gd name="T68" fmla="*/ 563 w 899"/>
                  <a:gd name="T69" fmla="*/ 234 h 250"/>
                  <a:gd name="T70" fmla="*/ 591 w 899"/>
                  <a:gd name="T71" fmla="*/ 235 h 250"/>
                  <a:gd name="T72" fmla="*/ 613 w 899"/>
                  <a:gd name="T73" fmla="*/ 236 h 250"/>
                  <a:gd name="T74" fmla="*/ 636 w 899"/>
                  <a:gd name="T75" fmla="*/ 237 h 250"/>
                  <a:gd name="T76" fmla="*/ 664 w 899"/>
                  <a:gd name="T77" fmla="*/ 239 h 250"/>
                  <a:gd name="T78" fmla="*/ 675 w 899"/>
                  <a:gd name="T79" fmla="*/ 240 h 250"/>
                  <a:gd name="T80" fmla="*/ 700 w 899"/>
                  <a:gd name="T81" fmla="*/ 242 h 250"/>
                  <a:gd name="T82" fmla="*/ 730 w 899"/>
                  <a:gd name="T83" fmla="*/ 244 h 250"/>
                  <a:gd name="T84" fmla="*/ 745 w 899"/>
                  <a:gd name="T85" fmla="*/ 245 h 250"/>
                  <a:gd name="T86" fmla="*/ 784 w 899"/>
                  <a:gd name="T87" fmla="*/ 249 h 250"/>
                  <a:gd name="T88" fmla="*/ 797 w 899"/>
                  <a:gd name="T89" fmla="*/ 249 h 250"/>
                  <a:gd name="T90" fmla="*/ 825 w 899"/>
                  <a:gd name="T91" fmla="*/ 239 h 250"/>
                  <a:gd name="T92" fmla="*/ 846 w 899"/>
                  <a:gd name="T93" fmla="*/ 230 h 250"/>
                  <a:gd name="T94" fmla="*/ 862 w 899"/>
                  <a:gd name="T95" fmla="*/ 159 h 250"/>
                  <a:gd name="T96" fmla="*/ 878 w 899"/>
                  <a:gd name="T97" fmla="*/ 148 h 250"/>
                  <a:gd name="T98" fmla="*/ 889 w 899"/>
                  <a:gd name="T99" fmla="*/ 137 h 250"/>
                  <a:gd name="T100" fmla="*/ 896 w 899"/>
                  <a:gd name="T101" fmla="*/ 126 h 250"/>
                  <a:gd name="T102" fmla="*/ 899 w 899"/>
                  <a:gd name="T103" fmla="*/ 117 h 250"/>
                  <a:gd name="T104" fmla="*/ 899 w 899"/>
                  <a:gd name="T105" fmla="*/ 111 h 250"/>
                  <a:gd name="T106" fmla="*/ 896 w 899"/>
                  <a:gd name="T107" fmla="*/ 102 h 250"/>
                  <a:gd name="T108" fmla="*/ 892 w 899"/>
                  <a:gd name="T109" fmla="*/ 94 h 250"/>
                  <a:gd name="T110" fmla="*/ 885 w 899"/>
                  <a:gd name="T111" fmla="*/ 86 h 250"/>
                  <a:gd name="T112" fmla="*/ 874 w 899"/>
                  <a:gd name="T113" fmla="*/ 77 h 250"/>
                  <a:gd name="T114" fmla="*/ 863 w 899"/>
                  <a:gd name="T115" fmla="*/ 7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99" h="250">
                    <a:moveTo>
                      <a:pt x="446" y="0"/>
                    </a:moveTo>
                    <a:cubicBezTo>
                      <a:pt x="381" y="0"/>
                      <a:pt x="314" y="4"/>
                      <a:pt x="251" y="11"/>
                    </a:cubicBezTo>
                    <a:cubicBezTo>
                      <a:pt x="247" y="12"/>
                      <a:pt x="243" y="13"/>
                      <a:pt x="238" y="13"/>
                    </a:cubicBezTo>
                    <a:cubicBezTo>
                      <a:pt x="237" y="13"/>
                      <a:pt x="236" y="13"/>
                      <a:pt x="235" y="14"/>
                    </a:cubicBezTo>
                    <a:cubicBezTo>
                      <a:pt x="231" y="14"/>
                      <a:pt x="228" y="15"/>
                      <a:pt x="224" y="15"/>
                    </a:cubicBezTo>
                    <a:cubicBezTo>
                      <a:pt x="223" y="15"/>
                      <a:pt x="222" y="15"/>
                      <a:pt x="222" y="15"/>
                    </a:cubicBezTo>
                    <a:cubicBezTo>
                      <a:pt x="218" y="16"/>
                      <a:pt x="213" y="17"/>
                      <a:pt x="209" y="17"/>
                    </a:cubicBezTo>
                    <a:cubicBezTo>
                      <a:pt x="208" y="17"/>
                      <a:pt x="207" y="18"/>
                      <a:pt x="206" y="18"/>
                    </a:cubicBezTo>
                    <a:cubicBezTo>
                      <a:pt x="203" y="18"/>
                      <a:pt x="200" y="19"/>
                      <a:pt x="197" y="19"/>
                    </a:cubicBezTo>
                    <a:cubicBezTo>
                      <a:pt x="196" y="19"/>
                      <a:pt x="195" y="20"/>
                      <a:pt x="194" y="20"/>
                    </a:cubicBezTo>
                    <a:cubicBezTo>
                      <a:pt x="190" y="20"/>
                      <a:pt x="186" y="21"/>
                      <a:pt x="182" y="22"/>
                    </a:cubicBezTo>
                    <a:cubicBezTo>
                      <a:pt x="182" y="22"/>
                      <a:pt x="181" y="22"/>
                      <a:pt x="180" y="22"/>
                    </a:cubicBezTo>
                    <a:cubicBezTo>
                      <a:pt x="177" y="23"/>
                      <a:pt x="174" y="23"/>
                      <a:pt x="171" y="24"/>
                    </a:cubicBezTo>
                    <a:cubicBezTo>
                      <a:pt x="170" y="24"/>
                      <a:pt x="169" y="24"/>
                      <a:pt x="168" y="25"/>
                    </a:cubicBezTo>
                    <a:cubicBezTo>
                      <a:pt x="164" y="25"/>
                      <a:pt x="160" y="26"/>
                      <a:pt x="157" y="27"/>
                    </a:cubicBezTo>
                    <a:cubicBezTo>
                      <a:pt x="153" y="28"/>
                      <a:pt x="150" y="28"/>
                      <a:pt x="146" y="29"/>
                    </a:cubicBezTo>
                    <a:cubicBezTo>
                      <a:pt x="145" y="29"/>
                      <a:pt x="144" y="30"/>
                      <a:pt x="143" y="30"/>
                    </a:cubicBezTo>
                    <a:cubicBezTo>
                      <a:pt x="140" y="31"/>
                      <a:pt x="138" y="31"/>
                      <a:pt x="135" y="32"/>
                    </a:cubicBezTo>
                    <a:cubicBezTo>
                      <a:pt x="134" y="32"/>
                      <a:pt x="134" y="32"/>
                      <a:pt x="133" y="32"/>
                    </a:cubicBezTo>
                    <a:cubicBezTo>
                      <a:pt x="130" y="33"/>
                      <a:pt x="126" y="34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18" y="36"/>
                      <a:pt x="116" y="37"/>
                      <a:pt x="113" y="38"/>
                    </a:cubicBezTo>
                    <a:cubicBezTo>
                      <a:pt x="113" y="38"/>
                      <a:pt x="112" y="38"/>
                      <a:pt x="111" y="38"/>
                    </a:cubicBezTo>
                    <a:cubicBezTo>
                      <a:pt x="108" y="39"/>
                      <a:pt x="105" y="40"/>
                      <a:pt x="102" y="41"/>
                    </a:cubicBezTo>
                    <a:cubicBezTo>
                      <a:pt x="102" y="41"/>
                      <a:pt x="101" y="41"/>
                      <a:pt x="101" y="41"/>
                    </a:cubicBezTo>
                    <a:cubicBezTo>
                      <a:pt x="98" y="42"/>
                      <a:pt x="96" y="43"/>
                      <a:pt x="93" y="44"/>
                    </a:cubicBezTo>
                    <a:cubicBezTo>
                      <a:pt x="93" y="44"/>
                      <a:pt x="92" y="44"/>
                      <a:pt x="91" y="44"/>
                    </a:cubicBezTo>
                    <a:cubicBezTo>
                      <a:pt x="88" y="45"/>
                      <a:pt x="86" y="46"/>
                      <a:pt x="83" y="47"/>
                    </a:cubicBezTo>
                    <a:cubicBezTo>
                      <a:pt x="80" y="48"/>
                      <a:pt x="78" y="49"/>
                      <a:pt x="75" y="50"/>
                    </a:cubicBezTo>
                    <a:cubicBezTo>
                      <a:pt x="74" y="50"/>
                      <a:pt x="74" y="50"/>
                      <a:pt x="73" y="51"/>
                    </a:cubicBezTo>
                    <a:cubicBezTo>
                      <a:pt x="71" y="52"/>
                      <a:pt x="69" y="52"/>
                      <a:pt x="67" y="53"/>
                    </a:cubicBezTo>
                    <a:cubicBezTo>
                      <a:pt x="66" y="53"/>
                      <a:pt x="66" y="54"/>
                      <a:pt x="65" y="54"/>
                    </a:cubicBezTo>
                    <a:cubicBezTo>
                      <a:pt x="63" y="55"/>
                      <a:pt x="61" y="56"/>
                      <a:pt x="59" y="57"/>
                    </a:cubicBezTo>
                    <a:cubicBezTo>
                      <a:pt x="58" y="57"/>
                      <a:pt x="57" y="57"/>
                      <a:pt x="57" y="57"/>
                    </a:cubicBezTo>
                    <a:cubicBezTo>
                      <a:pt x="55" y="58"/>
                      <a:pt x="53" y="59"/>
                      <a:pt x="52" y="60"/>
                    </a:cubicBezTo>
                    <a:cubicBezTo>
                      <a:pt x="51" y="60"/>
                      <a:pt x="51" y="60"/>
                      <a:pt x="50" y="61"/>
                    </a:cubicBezTo>
                    <a:cubicBezTo>
                      <a:pt x="48" y="62"/>
                      <a:pt x="46" y="63"/>
                      <a:pt x="44" y="64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41" y="65"/>
                      <a:pt x="40" y="66"/>
                      <a:pt x="38" y="67"/>
                    </a:cubicBezTo>
                    <a:cubicBezTo>
                      <a:pt x="38" y="67"/>
                      <a:pt x="37" y="67"/>
                      <a:pt x="37" y="68"/>
                    </a:cubicBezTo>
                    <a:cubicBezTo>
                      <a:pt x="35" y="69"/>
                      <a:pt x="33" y="70"/>
                      <a:pt x="31" y="71"/>
                    </a:cubicBezTo>
                    <a:cubicBezTo>
                      <a:pt x="30" y="72"/>
                      <a:pt x="28" y="73"/>
                      <a:pt x="27" y="74"/>
                    </a:cubicBezTo>
                    <a:cubicBezTo>
                      <a:pt x="26" y="74"/>
                      <a:pt x="26" y="75"/>
                      <a:pt x="25" y="75"/>
                    </a:cubicBezTo>
                    <a:cubicBezTo>
                      <a:pt x="24" y="76"/>
                      <a:pt x="23" y="77"/>
                      <a:pt x="22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19" y="79"/>
                      <a:pt x="18" y="80"/>
                      <a:pt x="17" y="82"/>
                    </a:cubicBezTo>
                    <a:cubicBezTo>
                      <a:pt x="16" y="82"/>
                      <a:pt x="16" y="82"/>
                      <a:pt x="16" y="82"/>
                    </a:cubicBezTo>
                    <a:cubicBezTo>
                      <a:pt x="15" y="83"/>
                      <a:pt x="14" y="84"/>
                      <a:pt x="13" y="85"/>
                    </a:cubicBezTo>
                    <a:cubicBezTo>
                      <a:pt x="12" y="86"/>
                      <a:pt x="12" y="86"/>
                      <a:pt x="12" y="86"/>
                    </a:cubicBezTo>
                    <a:cubicBezTo>
                      <a:pt x="11" y="87"/>
                      <a:pt x="10" y="88"/>
                      <a:pt x="9" y="89"/>
                    </a:cubicBezTo>
                    <a:cubicBezTo>
                      <a:pt x="9" y="90"/>
                      <a:pt x="9" y="90"/>
                      <a:pt x="9" y="90"/>
                    </a:cubicBezTo>
                    <a:cubicBezTo>
                      <a:pt x="8" y="91"/>
                      <a:pt x="7" y="92"/>
                      <a:pt x="7" y="93"/>
                    </a:cubicBezTo>
                    <a:cubicBezTo>
                      <a:pt x="6" y="94"/>
                      <a:pt x="6" y="94"/>
                      <a:pt x="6" y="94"/>
                    </a:cubicBezTo>
                    <a:cubicBezTo>
                      <a:pt x="5" y="95"/>
                      <a:pt x="5" y="96"/>
                      <a:pt x="4" y="97"/>
                    </a:cubicBezTo>
                    <a:cubicBezTo>
                      <a:pt x="3" y="98"/>
                      <a:pt x="3" y="99"/>
                      <a:pt x="2" y="100"/>
                    </a:cubicBezTo>
                    <a:cubicBezTo>
                      <a:pt x="2" y="101"/>
                      <a:pt x="2" y="101"/>
                      <a:pt x="2" y="101"/>
                    </a:cubicBezTo>
                    <a:cubicBezTo>
                      <a:pt x="1" y="102"/>
                      <a:pt x="1" y="103"/>
                      <a:pt x="1" y="104"/>
                    </a:cubicBezTo>
                    <a:cubicBezTo>
                      <a:pt x="1" y="105"/>
                      <a:pt x="1" y="105"/>
                      <a:pt x="1" y="105"/>
                    </a:cubicBezTo>
                    <a:cubicBezTo>
                      <a:pt x="0" y="106"/>
                      <a:pt x="0" y="107"/>
                      <a:pt x="0" y="108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110"/>
                      <a:pt x="0" y="111"/>
                      <a:pt x="0" y="112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0" y="115"/>
                      <a:pt x="0" y="115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0" y="117"/>
                      <a:pt x="0" y="118"/>
                      <a:pt x="0" y="119"/>
                    </a:cubicBezTo>
                    <a:cubicBezTo>
                      <a:pt x="0" y="120"/>
                      <a:pt x="1" y="121"/>
                      <a:pt x="1" y="122"/>
                    </a:cubicBezTo>
                    <a:cubicBezTo>
                      <a:pt x="1" y="123"/>
                      <a:pt x="1" y="123"/>
                      <a:pt x="1" y="123"/>
                    </a:cubicBezTo>
                    <a:cubicBezTo>
                      <a:pt x="2" y="123"/>
                      <a:pt x="2" y="124"/>
                      <a:pt x="2" y="125"/>
                    </a:cubicBezTo>
                    <a:cubicBezTo>
                      <a:pt x="2" y="125"/>
                      <a:pt x="3" y="125"/>
                      <a:pt x="3" y="126"/>
                    </a:cubicBezTo>
                    <a:cubicBezTo>
                      <a:pt x="3" y="126"/>
                      <a:pt x="3" y="127"/>
                      <a:pt x="4" y="128"/>
                    </a:cubicBezTo>
                    <a:cubicBezTo>
                      <a:pt x="4" y="128"/>
                      <a:pt x="4" y="129"/>
                      <a:pt x="4" y="129"/>
                    </a:cubicBezTo>
                    <a:cubicBezTo>
                      <a:pt x="5" y="129"/>
                      <a:pt x="5" y="130"/>
                      <a:pt x="5" y="131"/>
                    </a:cubicBezTo>
                    <a:cubicBezTo>
                      <a:pt x="6" y="131"/>
                      <a:pt x="6" y="132"/>
                      <a:pt x="6" y="132"/>
                    </a:cubicBezTo>
                    <a:cubicBezTo>
                      <a:pt x="7" y="133"/>
                      <a:pt x="7" y="133"/>
                      <a:pt x="8" y="134"/>
                    </a:cubicBezTo>
                    <a:cubicBezTo>
                      <a:pt x="8" y="134"/>
                      <a:pt x="8" y="134"/>
                      <a:pt x="9" y="135"/>
                    </a:cubicBezTo>
                    <a:cubicBezTo>
                      <a:pt x="9" y="136"/>
                      <a:pt x="10" y="136"/>
                      <a:pt x="10" y="137"/>
                    </a:cubicBezTo>
                    <a:cubicBezTo>
                      <a:pt x="11" y="138"/>
                      <a:pt x="11" y="138"/>
                      <a:pt x="11" y="138"/>
                    </a:cubicBezTo>
                    <a:cubicBezTo>
                      <a:pt x="12" y="139"/>
                      <a:pt x="13" y="140"/>
                      <a:pt x="14" y="141"/>
                    </a:cubicBezTo>
                    <a:cubicBezTo>
                      <a:pt x="15" y="142"/>
                      <a:pt x="16" y="143"/>
                      <a:pt x="17" y="144"/>
                    </a:cubicBezTo>
                    <a:cubicBezTo>
                      <a:pt x="17" y="144"/>
                      <a:pt x="18" y="144"/>
                      <a:pt x="18" y="145"/>
                    </a:cubicBezTo>
                    <a:cubicBezTo>
                      <a:pt x="19" y="145"/>
                      <a:pt x="20" y="146"/>
                      <a:pt x="21" y="147"/>
                    </a:cubicBezTo>
                    <a:cubicBezTo>
                      <a:pt x="21" y="147"/>
                      <a:pt x="22" y="147"/>
                      <a:pt x="22" y="148"/>
                    </a:cubicBezTo>
                    <a:cubicBezTo>
                      <a:pt x="23" y="148"/>
                      <a:pt x="24" y="149"/>
                      <a:pt x="25" y="150"/>
                    </a:cubicBezTo>
                    <a:cubicBezTo>
                      <a:pt x="25" y="150"/>
                      <a:pt x="26" y="150"/>
                      <a:pt x="26" y="151"/>
                    </a:cubicBezTo>
                    <a:cubicBezTo>
                      <a:pt x="27" y="151"/>
                      <a:pt x="28" y="152"/>
                      <a:pt x="29" y="153"/>
                    </a:cubicBezTo>
                    <a:cubicBezTo>
                      <a:pt x="29" y="153"/>
                      <a:pt x="30" y="153"/>
                      <a:pt x="31" y="154"/>
                    </a:cubicBezTo>
                    <a:cubicBezTo>
                      <a:pt x="32" y="154"/>
                      <a:pt x="32" y="155"/>
                      <a:pt x="33" y="155"/>
                    </a:cubicBezTo>
                    <a:cubicBezTo>
                      <a:pt x="34" y="156"/>
                      <a:pt x="35" y="156"/>
                      <a:pt x="35" y="157"/>
                    </a:cubicBezTo>
                    <a:cubicBezTo>
                      <a:pt x="36" y="157"/>
                      <a:pt x="37" y="158"/>
                      <a:pt x="39" y="159"/>
                    </a:cubicBezTo>
                    <a:cubicBezTo>
                      <a:pt x="39" y="159"/>
                      <a:pt x="40" y="159"/>
                      <a:pt x="40" y="159"/>
                    </a:cubicBezTo>
                    <a:cubicBezTo>
                      <a:pt x="42" y="160"/>
                      <a:pt x="43" y="225"/>
                      <a:pt x="45" y="226"/>
                    </a:cubicBezTo>
                    <a:cubicBezTo>
                      <a:pt x="61" y="235"/>
                      <a:pt x="81" y="242"/>
                      <a:pt x="104" y="249"/>
                    </a:cubicBezTo>
                    <a:cubicBezTo>
                      <a:pt x="104" y="249"/>
                      <a:pt x="104" y="249"/>
                      <a:pt x="104" y="249"/>
                    </a:cubicBezTo>
                    <a:cubicBezTo>
                      <a:pt x="107" y="249"/>
                      <a:pt x="110" y="248"/>
                      <a:pt x="112" y="248"/>
                    </a:cubicBezTo>
                    <a:cubicBezTo>
                      <a:pt x="116" y="248"/>
                      <a:pt x="120" y="247"/>
                      <a:pt x="124" y="247"/>
                    </a:cubicBezTo>
                    <a:cubicBezTo>
                      <a:pt x="127" y="247"/>
                      <a:pt x="129" y="246"/>
                      <a:pt x="132" y="246"/>
                    </a:cubicBezTo>
                    <a:cubicBezTo>
                      <a:pt x="136" y="246"/>
                      <a:pt x="140" y="245"/>
                      <a:pt x="144" y="245"/>
                    </a:cubicBezTo>
                    <a:cubicBezTo>
                      <a:pt x="145" y="245"/>
                      <a:pt x="146" y="245"/>
                      <a:pt x="147" y="245"/>
                    </a:cubicBezTo>
                    <a:cubicBezTo>
                      <a:pt x="149" y="245"/>
                      <a:pt x="150" y="244"/>
                      <a:pt x="152" y="244"/>
                    </a:cubicBezTo>
                    <a:cubicBezTo>
                      <a:pt x="154" y="244"/>
                      <a:pt x="156" y="244"/>
                      <a:pt x="159" y="244"/>
                    </a:cubicBezTo>
                    <a:cubicBezTo>
                      <a:pt x="160" y="244"/>
                      <a:pt x="162" y="243"/>
                      <a:pt x="163" y="243"/>
                    </a:cubicBezTo>
                    <a:cubicBezTo>
                      <a:pt x="172" y="243"/>
                      <a:pt x="172" y="243"/>
                      <a:pt x="172" y="243"/>
                    </a:cubicBezTo>
                    <a:cubicBezTo>
                      <a:pt x="174" y="242"/>
                      <a:pt x="177" y="242"/>
                      <a:pt x="180" y="242"/>
                    </a:cubicBezTo>
                    <a:cubicBezTo>
                      <a:pt x="181" y="242"/>
                      <a:pt x="182" y="242"/>
                      <a:pt x="183" y="242"/>
                    </a:cubicBezTo>
                    <a:cubicBezTo>
                      <a:pt x="185" y="242"/>
                      <a:pt x="186" y="241"/>
                      <a:pt x="187" y="241"/>
                    </a:cubicBezTo>
                    <a:cubicBezTo>
                      <a:pt x="189" y="241"/>
                      <a:pt x="190" y="241"/>
                      <a:pt x="192" y="241"/>
                    </a:cubicBezTo>
                    <a:cubicBezTo>
                      <a:pt x="196" y="241"/>
                      <a:pt x="200" y="240"/>
                      <a:pt x="205" y="240"/>
                    </a:cubicBezTo>
                    <a:cubicBezTo>
                      <a:pt x="205" y="240"/>
                      <a:pt x="206" y="240"/>
                      <a:pt x="206" y="240"/>
                    </a:cubicBezTo>
                    <a:cubicBezTo>
                      <a:pt x="208" y="240"/>
                      <a:pt x="209" y="240"/>
                      <a:pt x="211" y="240"/>
                    </a:cubicBezTo>
                    <a:cubicBezTo>
                      <a:pt x="214" y="239"/>
                      <a:pt x="217" y="239"/>
                      <a:pt x="219" y="239"/>
                    </a:cubicBezTo>
                    <a:cubicBezTo>
                      <a:pt x="221" y="239"/>
                      <a:pt x="223" y="239"/>
                      <a:pt x="225" y="239"/>
                    </a:cubicBezTo>
                    <a:cubicBezTo>
                      <a:pt x="226" y="239"/>
                      <a:pt x="227" y="239"/>
                      <a:pt x="228" y="239"/>
                    </a:cubicBezTo>
                    <a:cubicBezTo>
                      <a:pt x="229" y="238"/>
                      <a:pt x="230" y="238"/>
                      <a:pt x="231" y="238"/>
                    </a:cubicBezTo>
                    <a:cubicBezTo>
                      <a:pt x="238" y="238"/>
                      <a:pt x="244" y="237"/>
                      <a:pt x="251" y="237"/>
                    </a:cubicBezTo>
                    <a:cubicBezTo>
                      <a:pt x="253" y="237"/>
                      <a:pt x="255" y="237"/>
                      <a:pt x="256" y="237"/>
                    </a:cubicBezTo>
                    <a:cubicBezTo>
                      <a:pt x="261" y="236"/>
                      <a:pt x="266" y="236"/>
                      <a:pt x="271" y="236"/>
                    </a:cubicBezTo>
                    <a:cubicBezTo>
                      <a:pt x="272" y="236"/>
                      <a:pt x="274" y="236"/>
                      <a:pt x="275" y="236"/>
                    </a:cubicBezTo>
                    <a:cubicBezTo>
                      <a:pt x="276" y="236"/>
                      <a:pt x="277" y="236"/>
                      <a:pt x="279" y="236"/>
                    </a:cubicBezTo>
                    <a:cubicBezTo>
                      <a:pt x="279" y="236"/>
                      <a:pt x="279" y="236"/>
                      <a:pt x="279" y="236"/>
                    </a:cubicBezTo>
                    <a:cubicBezTo>
                      <a:pt x="283" y="235"/>
                      <a:pt x="287" y="235"/>
                      <a:pt x="291" y="235"/>
                    </a:cubicBezTo>
                    <a:cubicBezTo>
                      <a:pt x="293" y="235"/>
                      <a:pt x="296" y="235"/>
                      <a:pt x="299" y="235"/>
                    </a:cubicBezTo>
                    <a:cubicBezTo>
                      <a:pt x="300" y="235"/>
                      <a:pt x="300" y="235"/>
                      <a:pt x="300" y="235"/>
                    </a:cubicBezTo>
                    <a:cubicBezTo>
                      <a:pt x="303" y="235"/>
                      <a:pt x="307" y="234"/>
                      <a:pt x="311" y="234"/>
                    </a:cubicBezTo>
                    <a:cubicBezTo>
                      <a:pt x="311" y="234"/>
                      <a:pt x="311" y="234"/>
                      <a:pt x="311" y="234"/>
                    </a:cubicBezTo>
                    <a:cubicBezTo>
                      <a:pt x="314" y="234"/>
                      <a:pt x="316" y="234"/>
                      <a:pt x="319" y="234"/>
                    </a:cubicBezTo>
                    <a:cubicBezTo>
                      <a:pt x="320" y="234"/>
                      <a:pt x="321" y="234"/>
                      <a:pt x="322" y="234"/>
                    </a:cubicBezTo>
                    <a:cubicBezTo>
                      <a:pt x="325" y="234"/>
                      <a:pt x="328" y="234"/>
                      <a:pt x="331" y="233"/>
                    </a:cubicBezTo>
                    <a:cubicBezTo>
                      <a:pt x="334" y="233"/>
                      <a:pt x="337" y="233"/>
                      <a:pt x="340" y="233"/>
                    </a:cubicBezTo>
                    <a:cubicBezTo>
                      <a:pt x="340" y="233"/>
                      <a:pt x="340" y="233"/>
                      <a:pt x="340" y="233"/>
                    </a:cubicBezTo>
                    <a:cubicBezTo>
                      <a:pt x="344" y="233"/>
                      <a:pt x="347" y="233"/>
                      <a:pt x="351" y="233"/>
                    </a:cubicBezTo>
                    <a:cubicBezTo>
                      <a:pt x="352" y="233"/>
                      <a:pt x="353" y="233"/>
                      <a:pt x="354" y="233"/>
                    </a:cubicBezTo>
                    <a:cubicBezTo>
                      <a:pt x="355" y="233"/>
                      <a:pt x="355" y="233"/>
                      <a:pt x="355" y="233"/>
                    </a:cubicBezTo>
                    <a:cubicBezTo>
                      <a:pt x="357" y="233"/>
                      <a:pt x="359" y="233"/>
                      <a:pt x="360" y="233"/>
                    </a:cubicBezTo>
                    <a:cubicBezTo>
                      <a:pt x="362" y="233"/>
                      <a:pt x="364" y="233"/>
                      <a:pt x="365" y="233"/>
                    </a:cubicBezTo>
                    <a:cubicBezTo>
                      <a:pt x="367" y="233"/>
                      <a:pt x="369" y="232"/>
                      <a:pt x="371" y="232"/>
                    </a:cubicBezTo>
                    <a:cubicBezTo>
                      <a:pt x="371" y="232"/>
                      <a:pt x="371" y="232"/>
                      <a:pt x="371" y="232"/>
                    </a:cubicBezTo>
                    <a:cubicBezTo>
                      <a:pt x="372" y="232"/>
                      <a:pt x="372" y="232"/>
                      <a:pt x="372" y="232"/>
                    </a:cubicBezTo>
                    <a:cubicBezTo>
                      <a:pt x="375" y="232"/>
                      <a:pt x="378" y="232"/>
                      <a:pt x="380" y="232"/>
                    </a:cubicBezTo>
                    <a:cubicBezTo>
                      <a:pt x="384" y="232"/>
                      <a:pt x="388" y="232"/>
                      <a:pt x="391" y="232"/>
                    </a:cubicBezTo>
                    <a:cubicBezTo>
                      <a:pt x="392" y="232"/>
                      <a:pt x="392" y="232"/>
                      <a:pt x="392" y="232"/>
                    </a:cubicBezTo>
                    <a:cubicBezTo>
                      <a:pt x="395" y="232"/>
                      <a:pt x="398" y="232"/>
                      <a:pt x="400" y="232"/>
                    </a:cubicBezTo>
                    <a:cubicBezTo>
                      <a:pt x="404" y="232"/>
                      <a:pt x="408" y="232"/>
                      <a:pt x="412" y="232"/>
                    </a:cubicBezTo>
                    <a:cubicBezTo>
                      <a:pt x="414" y="232"/>
                      <a:pt x="416" y="232"/>
                      <a:pt x="418" y="232"/>
                    </a:cubicBezTo>
                    <a:cubicBezTo>
                      <a:pt x="418" y="232"/>
                      <a:pt x="419" y="232"/>
                      <a:pt x="420" y="232"/>
                    </a:cubicBezTo>
                    <a:cubicBezTo>
                      <a:pt x="423" y="232"/>
                      <a:pt x="423" y="232"/>
                      <a:pt x="423" y="232"/>
                    </a:cubicBezTo>
                    <a:cubicBezTo>
                      <a:pt x="424" y="232"/>
                      <a:pt x="425" y="232"/>
                      <a:pt x="426" y="232"/>
                    </a:cubicBezTo>
                    <a:cubicBezTo>
                      <a:pt x="428" y="232"/>
                      <a:pt x="428" y="232"/>
                      <a:pt x="428" y="232"/>
                    </a:cubicBezTo>
                    <a:cubicBezTo>
                      <a:pt x="432" y="232"/>
                      <a:pt x="436" y="232"/>
                      <a:pt x="439" y="232"/>
                    </a:cubicBezTo>
                    <a:cubicBezTo>
                      <a:pt x="442" y="232"/>
                      <a:pt x="445" y="232"/>
                      <a:pt x="448" y="232"/>
                    </a:cubicBezTo>
                    <a:cubicBezTo>
                      <a:pt x="452" y="232"/>
                      <a:pt x="456" y="232"/>
                      <a:pt x="460" y="232"/>
                    </a:cubicBezTo>
                    <a:cubicBezTo>
                      <a:pt x="462" y="232"/>
                      <a:pt x="462" y="232"/>
                      <a:pt x="462" y="232"/>
                    </a:cubicBezTo>
                    <a:cubicBezTo>
                      <a:pt x="464" y="232"/>
                      <a:pt x="466" y="232"/>
                      <a:pt x="469" y="232"/>
                    </a:cubicBezTo>
                    <a:cubicBezTo>
                      <a:pt x="472" y="232"/>
                      <a:pt x="475" y="232"/>
                      <a:pt x="479" y="232"/>
                    </a:cubicBezTo>
                    <a:cubicBezTo>
                      <a:pt x="479" y="232"/>
                      <a:pt x="479" y="232"/>
                      <a:pt x="479" y="232"/>
                    </a:cubicBezTo>
                    <a:cubicBezTo>
                      <a:pt x="480" y="232"/>
                      <a:pt x="482" y="232"/>
                      <a:pt x="483" y="232"/>
                    </a:cubicBezTo>
                    <a:cubicBezTo>
                      <a:pt x="484" y="232"/>
                      <a:pt x="486" y="232"/>
                      <a:pt x="489" y="232"/>
                    </a:cubicBezTo>
                    <a:cubicBezTo>
                      <a:pt x="492" y="232"/>
                      <a:pt x="496" y="232"/>
                      <a:pt x="499" y="232"/>
                    </a:cubicBezTo>
                    <a:cubicBezTo>
                      <a:pt x="501" y="232"/>
                      <a:pt x="502" y="232"/>
                      <a:pt x="504" y="232"/>
                    </a:cubicBezTo>
                    <a:cubicBezTo>
                      <a:pt x="505" y="232"/>
                      <a:pt x="507" y="232"/>
                      <a:pt x="509" y="232"/>
                    </a:cubicBezTo>
                    <a:cubicBezTo>
                      <a:pt x="512" y="232"/>
                      <a:pt x="515" y="232"/>
                      <a:pt x="518" y="233"/>
                    </a:cubicBezTo>
                    <a:cubicBezTo>
                      <a:pt x="519" y="233"/>
                      <a:pt x="519" y="233"/>
                      <a:pt x="519" y="233"/>
                    </a:cubicBezTo>
                    <a:cubicBezTo>
                      <a:pt x="521" y="233"/>
                      <a:pt x="522" y="233"/>
                      <a:pt x="524" y="233"/>
                    </a:cubicBezTo>
                    <a:cubicBezTo>
                      <a:pt x="525" y="233"/>
                      <a:pt x="527" y="233"/>
                      <a:pt x="529" y="233"/>
                    </a:cubicBezTo>
                    <a:cubicBezTo>
                      <a:pt x="532" y="233"/>
                      <a:pt x="535" y="233"/>
                      <a:pt x="538" y="233"/>
                    </a:cubicBezTo>
                    <a:cubicBezTo>
                      <a:pt x="542" y="233"/>
                      <a:pt x="545" y="233"/>
                      <a:pt x="549" y="233"/>
                    </a:cubicBezTo>
                    <a:cubicBezTo>
                      <a:pt x="550" y="233"/>
                      <a:pt x="551" y="233"/>
                      <a:pt x="553" y="233"/>
                    </a:cubicBezTo>
                    <a:cubicBezTo>
                      <a:pt x="554" y="234"/>
                      <a:pt x="556" y="234"/>
                      <a:pt x="558" y="234"/>
                    </a:cubicBezTo>
                    <a:cubicBezTo>
                      <a:pt x="559" y="234"/>
                      <a:pt x="559" y="234"/>
                      <a:pt x="560" y="234"/>
                    </a:cubicBezTo>
                    <a:cubicBezTo>
                      <a:pt x="561" y="234"/>
                      <a:pt x="562" y="234"/>
                      <a:pt x="563" y="234"/>
                    </a:cubicBezTo>
                    <a:cubicBezTo>
                      <a:pt x="565" y="234"/>
                      <a:pt x="567" y="234"/>
                      <a:pt x="568" y="234"/>
                    </a:cubicBezTo>
                    <a:cubicBezTo>
                      <a:pt x="570" y="234"/>
                      <a:pt x="572" y="234"/>
                      <a:pt x="574" y="234"/>
                    </a:cubicBezTo>
                    <a:cubicBezTo>
                      <a:pt x="575" y="234"/>
                      <a:pt x="576" y="234"/>
                      <a:pt x="577" y="234"/>
                    </a:cubicBezTo>
                    <a:cubicBezTo>
                      <a:pt x="580" y="234"/>
                      <a:pt x="584" y="235"/>
                      <a:pt x="587" y="235"/>
                    </a:cubicBezTo>
                    <a:cubicBezTo>
                      <a:pt x="588" y="235"/>
                      <a:pt x="590" y="235"/>
                      <a:pt x="591" y="235"/>
                    </a:cubicBezTo>
                    <a:cubicBezTo>
                      <a:pt x="594" y="235"/>
                      <a:pt x="596" y="235"/>
                      <a:pt x="599" y="235"/>
                    </a:cubicBezTo>
                    <a:cubicBezTo>
                      <a:pt x="599" y="235"/>
                      <a:pt x="600" y="235"/>
                      <a:pt x="601" y="235"/>
                    </a:cubicBezTo>
                    <a:cubicBezTo>
                      <a:pt x="602" y="235"/>
                      <a:pt x="604" y="236"/>
                      <a:pt x="606" y="236"/>
                    </a:cubicBezTo>
                    <a:cubicBezTo>
                      <a:pt x="607" y="236"/>
                      <a:pt x="607" y="236"/>
                      <a:pt x="607" y="236"/>
                    </a:cubicBezTo>
                    <a:cubicBezTo>
                      <a:pt x="609" y="236"/>
                      <a:pt x="611" y="236"/>
                      <a:pt x="613" y="236"/>
                    </a:cubicBezTo>
                    <a:cubicBezTo>
                      <a:pt x="615" y="236"/>
                      <a:pt x="616" y="236"/>
                      <a:pt x="617" y="236"/>
                    </a:cubicBezTo>
                    <a:cubicBezTo>
                      <a:pt x="620" y="236"/>
                      <a:pt x="623" y="236"/>
                      <a:pt x="625" y="237"/>
                    </a:cubicBezTo>
                    <a:cubicBezTo>
                      <a:pt x="626" y="237"/>
                      <a:pt x="626" y="237"/>
                      <a:pt x="627" y="237"/>
                    </a:cubicBezTo>
                    <a:cubicBezTo>
                      <a:pt x="629" y="237"/>
                      <a:pt x="631" y="237"/>
                      <a:pt x="633" y="237"/>
                    </a:cubicBezTo>
                    <a:cubicBezTo>
                      <a:pt x="634" y="237"/>
                      <a:pt x="635" y="237"/>
                      <a:pt x="636" y="237"/>
                    </a:cubicBezTo>
                    <a:cubicBezTo>
                      <a:pt x="637" y="237"/>
                      <a:pt x="637" y="237"/>
                      <a:pt x="637" y="237"/>
                    </a:cubicBezTo>
                    <a:cubicBezTo>
                      <a:pt x="639" y="237"/>
                      <a:pt x="642" y="238"/>
                      <a:pt x="645" y="238"/>
                    </a:cubicBezTo>
                    <a:cubicBezTo>
                      <a:pt x="648" y="238"/>
                      <a:pt x="651" y="238"/>
                      <a:pt x="653" y="238"/>
                    </a:cubicBezTo>
                    <a:cubicBezTo>
                      <a:pt x="654" y="238"/>
                      <a:pt x="654" y="238"/>
                      <a:pt x="655" y="238"/>
                    </a:cubicBezTo>
                    <a:cubicBezTo>
                      <a:pt x="658" y="239"/>
                      <a:pt x="661" y="239"/>
                      <a:pt x="664" y="239"/>
                    </a:cubicBezTo>
                    <a:cubicBezTo>
                      <a:pt x="665" y="239"/>
                      <a:pt x="665" y="239"/>
                      <a:pt x="665" y="239"/>
                    </a:cubicBezTo>
                    <a:cubicBezTo>
                      <a:pt x="666" y="239"/>
                      <a:pt x="667" y="239"/>
                      <a:pt x="668" y="239"/>
                    </a:cubicBezTo>
                    <a:cubicBezTo>
                      <a:pt x="669" y="239"/>
                      <a:pt x="670" y="239"/>
                      <a:pt x="670" y="239"/>
                    </a:cubicBezTo>
                    <a:cubicBezTo>
                      <a:pt x="671" y="239"/>
                      <a:pt x="672" y="239"/>
                      <a:pt x="673" y="240"/>
                    </a:cubicBezTo>
                    <a:cubicBezTo>
                      <a:pt x="673" y="240"/>
                      <a:pt x="674" y="240"/>
                      <a:pt x="675" y="240"/>
                    </a:cubicBezTo>
                    <a:cubicBezTo>
                      <a:pt x="677" y="240"/>
                      <a:pt x="680" y="240"/>
                      <a:pt x="682" y="240"/>
                    </a:cubicBezTo>
                    <a:cubicBezTo>
                      <a:pt x="682" y="240"/>
                      <a:pt x="682" y="240"/>
                      <a:pt x="682" y="240"/>
                    </a:cubicBezTo>
                    <a:cubicBezTo>
                      <a:pt x="686" y="240"/>
                      <a:pt x="689" y="241"/>
                      <a:pt x="692" y="241"/>
                    </a:cubicBezTo>
                    <a:cubicBezTo>
                      <a:pt x="692" y="241"/>
                      <a:pt x="693" y="241"/>
                      <a:pt x="694" y="241"/>
                    </a:cubicBezTo>
                    <a:cubicBezTo>
                      <a:pt x="696" y="241"/>
                      <a:pt x="698" y="241"/>
                      <a:pt x="700" y="242"/>
                    </a:cubicBezTo>
                    <a:cubicBezTo>
                      <a:pt x="704" y="242"/>
                      <a:pt x="708" y="242"/>
                      <a:pt x="712" y="243"/>
                    </a:cubicBezTo>
                    <a:cubicBezTo>
                      <a:pt x="714" y="243"/>
                      <a:pt x="716" y="243"/>
                      <a:pt x="718" y="243"/>
                    </a:cubicBezTo>
                    <a:cubicBezTo>
                      <a:pt x="720" y="243"/>
                      <a:pt x="722" y="243"/>
                      <a:pt x="723" y="243"/>
                    </a:cubicBezTo>
                    <a:cubicBezTo>
                      <a:pt x="724" y="243"/>
                      <a:pt x="724" y="243"/>
                      <a:pt x="724" y="243"/>
                    </a:cubicBezTo>
                    <a:cubicBezTo>
                      <a:pt x="726" y="244"/>
                      <a:pt x="728" y="244"/>
                      <a:pt x="730" y="244"/>
                    </a:cubicBezTo>
                    <a:cubicBezTo>
                      <a:pt x="730" y="244"/>
                      <a:pt x="730" y="244"/>
                      <a:pt x="730" y="244"/>
                    </a:cubicBezTo>
                    <a:cubicBezTo>
                      <a:pt x="731" y="244"/>
                      <a:pt x="731" y="244"/>
                      <a:pt x="731" y="244"/>
                    </a:cubicBezTo>
                    <a:cubicBezTo>
                      <a:pt x="732" y="244"/>
                      <a:pt x="733" y="244"/>
                      <a:pt x="734" y="244"/>
                    </a:cubicBezTo>
                    <a:cubicBezTo>
                      <a:pt x="735" y="244"/>
                      <a:pt x="736" y="245"/>
                      <a:pt x="737" y="245"/>
                    </a:cubicBezTo>
                    <a:cubicBezTo>
                      <a:pt x="740" y="245"/>
                      <a:pt x="742" y="245"/>
                      <a:pt x="745" y="245"/>
                    </a:cubicBezTo>
                    <a:cubicBezTo>
                      <a:pt x="746" y="245"/>
                      <a:pt x="746" y="245"/>
                      <a:pt x="747" y="246"/>
                    </a:cubicBezTo>
                    <a:cubicBezTo>
                      <a:pt x="748" y="246"/>
                      <a:pt x="749" y="246"/>
                      <a:pt x="750" y="246"/>
                    </a:cubicBezTo>
                    <a:cubicBezTo>
                      <a:pt x="753" y="246"/>
                      <a:pt x="755" y="246"/>
                      <a:pt x="757" y="247"/>
                    </a:cubicBezTo>
                    <a:cubicBezTo>
                      <a:pt x="765" y="247"/>
                      <a:pt x="772" y="248"/>
                      <a:pt x="779" y="249"/>
                    </a:cubicBezTo>
                    <a:cubicBezTo>
                      <a:pt x="781" y="249"/>
                      <a:pt x="782" y="249"/>
                      <a:pt x="784" y="249"/>
                    </a:cubicBezTo>
                    <a:cubicBezTo>
                      <a:pt x="784" y="249"/>
                      <a:pt x="785" y="249"/>
                      <a:pt x="785" y="249"/>
                    </a:cubicBezTo>
                    <a:cubicBezTo>
                      <a:pt x="787" y="250"/>
                      <a:pt x="790" y="250"/>
                      <a:pt x="792" y="250"/>
                    </a:cubicBezTo>
                    <a:cubicBezTo>
                      <a:pt x="793" y="250"/>
                      <a:pt x="793" y="250"/>
                      <a:pt x="793" y="250"/>
                    </a:cubicBezTo>
                    <a:cubicBezTo>
                      <a:pt x="794" y="250"/>
                      <a:pt x="795" y="250"/>
                      <a:pt x="796" y="249"/>
                    </a:cubicBezTo>
                    <a:cubicBezTo>
                      <a:pt x="796" y="249"/>
                      <a:pt x="797" y="249"/>
                      <a:pt x="797" y="249"/>
                    </a:cubicBezTo>
                    <a:cubicBezTo>
                      <a:pt x="800" y="248"/>
                      <a:pt x="802" y="247"/>
                      <a:pt x="804" y="247"/>
                    </a:cubicBezTo>
                    <a:cubicBezTo>
                      <a:pt x="805" y="246"/>
                      <a:pt x="806" y="246"/>
                      <a:pt x="807" y="246"/>
                    </a:cubicBezTo>
                    <a:cubicBezTo>
                      <a:pt x="809" y="245"/>
                      <a:pt x="812" y="244"/>
                      <a:pt x="815" y="243"/>
                    </a:cubicBezTo>
                    <a:cubicBezTo>
                      <a:pt x="818" y="242"/>
                      <a:pt x="820" y="241"/>
                      <a:pt x="823" y="240"/>
                    </a:cubicBezTo>
                    <a:cubicBezTo>
                      <a:pt x="823" y="240"/>
                      <a:pt x="824" y="240"/>
                      <a:pt x="825" y="239"/>
                    </a:cubicBezTo>
                    <a:cubicBezTo>
                      <a:pt x="827" y="239"/>
                      <a:pt x="829" y="238"/>
                      <a:pt x="831" y="237"/>
                    </a:cubicBezTo>
                    <a:cubicBezTo>
                      <a:pt x="831" y="237"/>
                      <a:pt x="832" y="237"/>
                      <a:pt x="832" y="236"/>
                    </a:cubicBezTo>
                    <a:cubicBezTo>
                      <a:pt x="835" y="235"/>
                      <a:pt x="837" y="235"/>
                      <a:pt x="839" y="234"/>
                    </a:cubicBezTo>
                    <a:cubicBezTo>
                      <a:pt x="840" y="233"/>
                      <a:pt x="840" y="233"/>
                      <a:pt x="841" y="233"/>
                    </a:cubicBezTo>
                    <a:cubicBezTo>
                      <a:pt x="843" y="232"/>
                      <a:pt x="844" y="231"/>
                      <a:pt x="846" y="230"/>
                    </a:cubicBezTo>
                    <a:cubicBezTo>
                      <a:pt x="847" y="230"/>
                      <a:pt x="847" y="230"/>
                      <a:pt x="848" y="230"/>
                    </a:cubicBezTo>
                    <a:cubicBezTo>
                      <a:pt x="850" y="229"/>
                      <a:pt x="852" y="228"/>
                      <a:pt x="854" y="227"/>
                    </a:cubicBezTo>
                    <a:cubicBezTo>
                      <a:pt x="856" y="162"/>
                      <a:pt x="856" y="162"/>
                      <a:pt x="856" y="162"/>
                    </a:cubicBezTo>
                    <a:cubicBezTo>
                      <a:pt x="857" y="161"/>
                      <a:pt x="859" y="160"/>
                      <a:pt x="860" y="160"/>
                    </a:cubicBezTo>
                    <a:cubicBezTo>
                      <a:pt x="861" y="159"/>
                      <a:pt x="861" y="159"/>
                      <a:pt x="862" y="159"/>
                    </a:cubicBezTo>
                    <a:cubicBezTo>
                      <a:pt x="864" y="158"/>
                      <a:pt x="865" y="157"/>
                      <a:pt x="867" y="156"/>
                    </a:cubicBezTo>
                    <a:cubicBezTo>
                      <a:pt x="869" y="154"/>
                      <a:pt x="870" y="153"/>
                      <a:pt x="872" y="152"/>
                    </a:cubicBezTo>
                    <a:cubicBezTo>
                      <a:pt x="872" y="152"/>
                      <a:pt x="873" y="152"/>
                      <a:pt x="873" y="151"/>
                    </a:cubicBezTo>
                    <a:cubicBezTo>
                      <a:pt x="875" y="151"/>
                      <a:pt x="876" y="150"/>
                      <a:pt x="877" y="149"/>
                    </a:cubicBezTo>
                    <a:cubicBezTo>
                      <a:pt x="878" y="148"/>
                      <a:pt x="878" y="148"/>
                      <a:pt x="878" y="148"/>
                    </a:cubicBezTo>
                    <a:cubicBezTo>
                      <a:pt x="879" y="147"/>
                      <a:pt x="880" y="146"/>
                      <a:pt x="882" y="145"/>
                    </a:cubicBezTo>
                    <a:cubicBezTo>
                      <a:pt x="883" y="144"/>
                      <a:pt x="883" y="144"/>
                      <a:pt x="883" y="144"/>
                    </a:cubicBezTo>
                    <a:cubicBezTo>
                      <a:pt x="884" y="143"/>
                      <a:pt x="884" y="142"/>
                      <a:pt x="885" y="141"/>
                    </a:cubicBezTo>
                    <a:cubicBezTo>
                      <a:pt x="886" y="140"/>
                      <a:pt x="886" y="140"/>
                      <a:pt x="886" y="140"/>
                    </a:cubicBezTo>
                    <a:cubicBezTo>
                      <a:pt x="887" y="139"/>
                      <a:pt x="888" y="138"/>
                      <a:pt x="889" y="137"/>
                    </a:cubicBezTo>
                    <a:cubicBezTo>
                      <a:pt x="890" y="137"/>
                      <a:pt x="890" y="137"/>
                      <a:pt x="890" y="137"/>
                    </a:cubicBezTo>
                    <a:cubicBezTo>
                      <a:pt x="890" y="136"/>
                      <a:pt x="891" y="135"/>
                      <a:pt x="892" y="134"/>
                    </a:cubicBezTo>
                    <a:cubicBezTo>
                      <a:pt x="893" y="133"/>
                      <a:pt x="893" y="133"/>
                      <a:pt x="893" y="133"/>
                    </a:cubicBezTo>
                    <a:cubicBezTo>
                      <a:pt x="893" y="132"/>
                      <a:pt x="894" y="131"/>
                      <a:pt x="895" y="129"/>
                    </a:cubicBezTo>
                    <a:cubicBezTo>
                      <a:pt x="895" y="128"/>
                      <a:pt x="896" y="127"/>
                      <a:pt x="896" y="126"/>
                    </a:cubicBezTo>
                    <a:cubicBezTo>
                      <a:pt x="897" y="125"/>
                      <a:pt x="897" y="125"/>
                      <a:pt x="897" y="125"/>
                    </a:cubicBezTo>
                    <a:cubicBezTo>
                      <a:pt x="897" y="124"/>
                      <a:pt x="897" y="123"/>
                      <a:pt x="898" y="122"/>
                    </a:cubicBezTo>
                    <a:cubicBezTo>
                      <a:pt x="898" y="121"/>
                      <a:pt x="898" y="121"/>
                      <a:pt x="898" y="121"/>
                    </a:cubicBezTo>
                    <a:cubicBezTo>
                      <a:pt x="898" y="120"/>
                      <a:pt x="898" y="119"/>
                      <a:pt x="899" y="118"/>
                    </a:cubicBezTo>
                    <a:cubicBezTo>
                      <a:pt x="899" y="117"/>
                      <a:pt x="899" y="117"/>
                      <a:pt x="899" y="117"/>
                    </a:cubicBezTo>
                    <a:cubicBezTo>
                      <a:pt x="899" y="117"/>
                      <a:pt x="899" y="116"/>
                      <a:pt x="899" y="115"/>
                    </a:cubicBezTo>
                    <a:cubicBezTo>
                      <a:pt x="899" y="114"/>
                      <a:pt x="899" y="114"/>
                      <a:pt x="899" y="114"/>
                    </a:cubicBezTo>
                    <a:cubicBezTo>
                      <a:pt x="899" y="114"/>
                      <a:pt x="899" y="114"/>
                      <a:pt x="899" y="114"/>
                    </a:cubicBezTo>
                    <a:cubicBezTo>
                      <a:pt x="899" y="113"/>
                      <a:pt x="899" y="113"/>
                      <a:pt x="899" y="113"/>
                    </a:cubicBezTo>
                    <a:cubicBezTo>
                      <a:pt x="899" y="113"/>
                      <a:pt x="899" y="112"/>
                      <a:pt x="899" y="111"/>
                    </a:cubicBezTo>
                    <a:cubicBezTo>
                      <a:pt x="899" y="111"/>
                      <a:pt x="899" y="111"/>
                      <a:pt x="899" y="111"/>
                    </a:cubicBezTo>
                    <a:cubicBezTo>
                      <a:pt x="899" y="110"/>
                      <a:pt x="899" y="109"/>
                      <a:pt x="898" y="108"/>
                    </a:cubicBezTo>
                    <a:cubicBezTo>
                      <a:pt x="898" y="107"/>
                      <a:pt x="898" y="106"/>
                      <a:pt x="897" y="105"/>
                    </a:cubicBezTo>
                    <a:cubicBezTo>
                      <a:pt x="897" y="104"/>
                      <a:pt x="897" y="104"/>
                      <a:pt x="897" y="104"/>
                    </a:cubicBezTo>
                    <a:cubicBezTo>
                      <a:pt x="897" y="103"/>
                      <a:pt x="897" y="102"/>
                      <a:pt x="896" y="102"/>
                    </a:cubicBezTo>
                    <a:cubicBezTo>
                      <a:pt x="896" y="101"/>
                      <a:pt x="896" y="101"/>
                      <a:pt x="896" y="100"/>
                    </a:cubicBezTo>
                    <a:cubicBezTo>
                      <a:pt x="896" y="100"/>
                      <a:pt x="895" y="99"/>
                      <a:pt x="895" y="99"/>
                    </a:cubicBezTo>
                    <a:cubicBezTo>
                      <a:pt x="895" y="98"/>
                      <a:pt x="894" y="98"/>
                      <a:pt x="894" y="97"/>
                    </a:cubicBezTo>
                    <a:cubicBezTo>
                      <a:pt x="894" y="97"/>
                      <a:pt x="893" y="96"/>
                      <a:pt x="893" y="96"/>
                    </a:cubicBezTo>
                    <a:cubicBezTo>
                      <a:pt x="893" y="95"/>
                      <a:pt x="893" y="95"/>
                      <a:pt x="892" y="94"/>
                    </a:cubicBezTo>
                    <a:cubicBezTo>
                      <a:pt x="892" y="94"/>
                      <a:pt x="891" y="93"/>
                      <a:pt x="891" y="93"/>
                    </a:cubicBezTo>
                    <a:cubicBezTo>
                      <a:pt x="891" y="92"/>
                      <a:pt x="890" y="92"/>
                      <a:pt x="890" y="91"/>
                    </a:cubicBezTo>
                    <a:cubicBezTo>
                      <a:pt x="890" y="91"/>
                      <a:pt x="889" y="90"/>
                      <a:pt x="888" y="90"/>
                    </a:cubicBezTo>
                    <a:cubicBezTo>
                      <a:pt x="888" y="89"/>
                      <a:pt x="888" y="89"/>
                      <a:pt x="888" y="89"/>
                    </a:cubicBezTo>
                    <a:cubicBezTo>
                      <a:pt x="887" y="88"/>
                      <a:pt x="886" y="87"/>
                      <a:pt x="885" y="86"/>
                    </a:cubicBezTo>
                    <a:cubicBezTo>
                      <a:pt x="884" y="85"/>
                      <a:pt x="883" y="84"/>
                      <a:pt x="881" y="83"/>
                    </a:cubicBezTo>
                    <a:cubicBezTo>
                      <a:pt x="880" y="82"/>
                      <a:pt x="880" y="82"/>
                      <a:pt x="880" y="82"/>
                    </a:cubicBezTo>
                    <a:cubicBezTo>
                      <a:pt x="880" y="81"/>
                      <a:pt x="879" y="80"/>
                      <a:pt x="878" y="80"/>
                    </a:cubicBezTo>
                    <a:cubicBezTo>
                      <a:pt x="877" y="79"/>
                      <a:pt x="877" y="79"/>
                      <a:pt x="876" y="79"/>
                    </a:cubicBezTo>
                    <a:cubicBezTo>
                      <a:pt x="876" y="78"/>
                      <a:pt x="875" y="77"/>
                      <a:pt x="874" y="77"/>
                    </a:cubicBezTo>
                    <a:cubicBezTo>
                      <a:pt x="873" y="76"/>
                      <a:pt x="873" y="76"/>
                      <a:pt x="872" y="76"/>
                    </a:cubicBezTo>
                    <a:cubicBezTo>
                      <a:pt x="872" y="75"/>
                      <a:pt x="871" y="74"/>
                      <a:pt x="870" y="74"/>
                    </a:cubicBezTo>
                    <a:cubicBezTo>
                      <a:pt x="869" y="73"/>
                      <a:pt x="869" y="73"/>
                      <a:pt x="868" y="73"/>
                    </a:cubicBezTo>
                    <a:cubicBezTo>
                      <a:pt x="867" y="72"/>
                      <a:pt x="866" y="71"/>
                      <a:pt x="865" y="71"/>
                    </a:cubicBezTo>
                    <a:cubicBezTo>
                      <a:pt x="865" y="71"/>
                      <a:pt x="864" y="70"/>
                      <a:pt x="863" y="70"/>
                    </a:cubicBezTo>
                    <a:cubicBezTo>
                      <a:pt x="862" y="69"/>
                      <a:pt x="861" y="68"/>
                      <a:pt x="860" y="68"/>
                    </a:cubicBezTo>
                    <a:cubicBezTo>
                      <a:pt x="859" y="68"/>
                      <a:pt x="859" y="67"/>
                      <a:pt x="858" y="67"/>
                    </a:cubicBezTo>
                    <a:cubicBezTo>
                      <a:pt x="857" y="66"/>
                      <a:pt x="855" y="65"/>
                      <a:pt x="853" y="64"/>
                    </a:cubicBezTo>
                    <a:cubicBezTo>
                      <a:pt x="774" y="24"/>
                      <a:pt x="613" y="0"/>
                      <a:pt x="446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38100">
                <a:solidFill>
                  <a:srgbClr val="232A4E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Ubuntu" panose="020B0504030602030204" pitchFamily="34" charset="0"/>
                </a:endParaRPr>
              </a:p>
            </p:txBody>
          </p:sp>
          <p:sp>
            <p:nvSpPr>
              <p:cNvPr id="10" name="Freeform 55">
                <a:extLst>
                  <a:ext uri="{FF2B5EF4-FFF2-40B4-BE49-F238E27FC236}">
                    <a16:creationId xmlns:a16="http://schemas.microsoft.com/office/drawing/2014/main" id="{37269225-BB90-44DD-A7B8-748BEE1E9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9535" y="1866593"/>
                <a:ext cx="4403694" cy="994329"/>
              </a:xfrm>
              <a:custGeom>
                <a:avLst/>
                <a:gdLst>
                  <a:gd name="T0" fmla="*/ 2025 w 2032"/>
                  <a:gd name="T1" fmla="*/ 14 h 459"/>
                  <a:gd name="T2" fmla="*/ 2014 w 2032"/>
                  <a:gd name="T3" fmla="*/ 27 h 459"/>
                  <a:gd name="T4" fmla="*/ 2001 w 2032"/>
                  <a:gd name="T5" fmla="*/ 39 h 459"/>
                  <a:gd name="T6" fmla="*/ 1986 w 2032"/>
                  <a:gd name="T7" fmla="*/ 51 h 459"/>
                  <a:gd name="T8" fmla="*/ 1970 w 2032"/>
                  <a:gd name="T9" fmla="*/ 62 h 459"/>
                  <a:gd name="T10" fmla="*/ 1951 w 2032"/>
                  <a:gd name="T11" fmla="*/ 73 h 459"/>
                  <a:gd name="T12" fmla="*/ 1928 w 2032"/>
                  <a:gd name="T13" fmla="*/ 85 h 459"/>
                  <a:gd name="T14" fmla="*/ 1922 w 2032"/>
                  <a:gd name="T15" fmla="*/ 88 h 459"/>
                  <a:gd name="T16" fmla="*/ 1902 w 2032"/>
                  <a:gd name="T17" fmla="*/ 97 h 459"/>
                  <a:gd name="T18" fmla="*/ 1874 w 2032"/>
                  <a:gd name="T19" fmla="*/ 109 h 459"/>
                  <a:gd name="T20" fmla="*/ 1847 w 2032"/>
                  <a:gd name="T21" fmla="*/ 119 h 459"/>
                  <a:gd name="T22" fmla="*/ 1818 w 2032"/>
                  <a:gd name="T23" fmla="*/ 128 h 459"/>
                  <a:gd name="T24" fmla="*/ 1799 w 2032"/>
                  <a:gd name="T25" fmla="*/ 134 h 459"/>
                  <a:gd name="T26" fmla="*/ 1771 w 2032"/>
                  <a:gd name="T27" fmla="*/ 142 h 459"/>
                  <a:gd name="T28" fmla="*/ 1736 w 2032"/>
                  <a:gd name="T29" fmla="*/ 151 h 459"/>
                  <a:gd name="T30" fmla="*/ 1700 w 2032"/>
                  <a:gd name="T31" fmla="*/ 160 h 459"/>
                  <a:gd name="T32" fmla="*/ 1663 w 2032"/>
                  <a:gd name="T33" fmla="*/ 168 h 459"/>
                  <a:gd name="T34" fmla="*/ 1623 w 2032"/>
                  <a:gd name="T35" fmla="*/ 176 h 459"/>
                  <a:gd name="T36" fmla="*/ 1579 w 2032"/>
                  <a:gd name="T37" fmla="*/ 183 h 459"/>
                  <a:gd name="T38" fmla="*/ 1535 w 2032"/>
                  <a:gd name="T39" fmla="*/ 190 h 459"/>
                  <a:gd name="T40" fmla="*/ 1511 w 2032"/>
                  <a:gd name="T41" fmla="*/ 193 h 459"/>
                  <a:gd name="T42" fmla="*/ 518 w 2032"/>
                  <a:gd name="T43" fmla="*/ 191 h 459"/>
                  <a:gd name="T44" fmla="*/ 110 w 2032"/>
                  <a:gd name="T45" fmla="*/ 85 h 459"/>
                  <a:gd name="T46" fmla="*/ 82 w 2032"/>
                  <a:gd name="T47" fmla="*/ 70 h 459"/>
                  <a:gd name="T48" fmla="*/ 62 w 2032"/>
                  <a:gd name="T49" fmla="*/ 59 h 459"/>
                  <a:gd name="T50" fmla="*/ 43 w 2032"/>
                  <a:gd name="T51" fmla="*/ 46 h 459"/>
                  <a:gd name="T52" fmla="*/ 29 w 2032"/>
                  <a:gd name="T53" fmla="*/ 34 h 459"/>
                  <a:gd name="T54" fmla="*/ 16 w 2032"/>
                  <a:gd name="T55" fmla="*/ 21 h 459"/>
                  <a:gd name="T56" fmla="*/ 6 w 2032"/>
                  <a:gd name="T57" fmla="*/ 9 h 459"/>
                  <a:gd name="T58" fmla="*/ 152 w 2032"/>
                  <a:gd name="T59" fmla="*/ 267 h 459"/>
                  <a:gd name="T60" fmla="*/ 156 w 2032"/>
                  <a:gd name="T61" fmla="*/ 273 h 459"/>
                  <a:gd name="T62" fmla="*/ 161 w 2032"/>
                  <a:gd name="T63" fmla="*/ 281 h 459"/>
                  <a:gd name="T64" fmla="*/ 168 w 2032"/>
                  <a:gd name="T65" fmla="*/ 289 h 459"/>
                  <a:gd name="T66" fmla="*/ 177 w 2032"/>
                  <a:gd name="T67" fmla="*/ 297 h 459"/>
                  <a:gd name="T68" fmla="*/ 188 w 2032"/>
                  <a:gd name="T69" fmla="*/ 306 h 459"/>
                  <a:gd name="T70" fmla="*/ 198 w 2032"/>
                  <a:gd name="T71" fmla="*/ 314 h 459"/>
                  <a:gd name="T72" fmla="*/ 210 w 2032"/>
                  <a:gd name="T73" fmla="*/ 322 h 459"/>
                  <a:gd name="T74" fmla="*/ 218 w 2032"/>
                  <a:gd name="T75" fmla="*/ 326 h 459"/>
                  <a:gd name="T76" fmla="*/ 234 w 2032"/>
                  <a:gd name="T77" fmla="*/ 335 h 459"/>
                  <a:gd name="T78" fmla="*/ 953 w 2032"/>
                  <a:gd name="T79" fmla="*/ 458 h 459"/>
                  <a:gd name="T80" fmla="*/ 1094 w 2032"/>
                  <a:gd name="T81" fmla="*/ 458 h 459"/>
                  <a:gd name="T82" fmla="*/ 1429 w 2032"/>
                  <a:gd name="T83" fmla="*/ 433 h 459"/>
                  <a:gd name="T84" fmla="*/ 1474 w 2032"/>
                  <a:gd name="T85" fmla="*/ 426 h 459"/>
                  <a:gd name="T86" fmla="*/ 1522 w 2032"/>
                  <a:gd name="T87" fmla="*/ 418 h 459"/>
                  <a:gd name="T88" fmla="*/ 1563 w 2032"/>
                  <a:gd name="T89" fmla="*/ 411 h 459"/>
                  <a:gd name="T90" fmla="*/ 1606 w 2032"/>
                  <a:gd name="T91" fmla="*/ 401 h 459"/>
                  <a:gd name="T92" fmla="*/ 1642 w 2032"/>
                  <a:gd name="T93" fmla="*/ 393 h 459"/>
                  <a:gd name="T94" fmla="*/ 1679 w 2032"/>
                  <a:gd name="T95" fmla="*/ 382 h 459"/>
                  <a:gd name="T96" fmla="*/ 1706 w 2032"/>
                  <a:gd name="T97" fmla="*/ 374 h 459"/>
                  <a:gd name="T98" fmla="*/ 1739 w 2032"/>
                  <a:gd name="T99" fmla="*/ 363 h 459"/>
                  <a:gd name="T100" fmla="*/ 1764 w 2032"/>
                  <a:gd name="T101" fmla="*/ 352 h 459"/>
                  <a:gd name="T102" fmla="*/ 1792 w 2032"/>
                  <a:gd name="T103" fmla="*/ 340 h 459"/>
                  <a:gd name="T104" fmla="*/ 1812 w 2032"/>
                  <a:gd name="T105" fmla="*/ 329 h 459"/>
                  <a:gd name="T106" fmla="*/ 1822 w 2032"/>
                  <a:gd name="T107" fmla="*/ 323 h 459"/>
                  <a:gd name="T108" fmla="*/ 1841 w 2032"/>
                  <a:gd name="T109" fmla="*/ 311 h 459"/>
                  <a:gd name="T110" fmla="*/ 1856 w 2032"/>
                  <a:gd name="T111" fmla="*/ 299 h 459"/>
                  <a:gd name="T112" fmla="*/ 1868 w 2032"/>
                  <a:gd name="T113" fmla="*/ 285 h 459"/>
                  <a:gd name="T114" fmla="*/ 1877 w 2032"/>
                  <a:gd name="T115" fmla="*/ 273 h 459"/>
                  <a:gd name="T116" fmla="*/ 2032 w 2032"/>
                  <a:gd name="T117" fmla="*/ 3 h 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032" h="459">
                    <a:moveTo>
                      <a:pt x="2029" y="8"/>
                    </a:moveTo>
                    <a:cubicBezTo>
                      <a:pt x="2029" y="9"/>
                      <a:pt x="2029" y="9"/>
                      <a:pt x="2029" y="9"/>
                    </a:cubicBezTo>
                    <a:cubicBezTo>
                      <a:pt x="2028" y="11"/>
                      <a:pt x="2026" y="12"/>
                      <a:pt x="2025" y="14"/>
                    </a:cubicBezTo>
                    <a:cubicBezTo>
                      <a:pt x="2025" y="14"/>
                      <a:pt x="2025" y="14"/>
                      <a:pt x="2025" y="14"/>
                    </a:cubicBezTo>
                    <a:cubicBezTo>
                      <a:pt x="2023" y="16"/>
                      <a:pt x="2022" y="18"/>
                      <a:pt x="2021" y="20"/>
                    </a:cubicBezTo>
                    <a:cubicBezTo>
                      <a:pt x="2020" y="20"/>
                      <a:pt x="2020" y="21"/>
                      <a:pt x="2020" y="21"/>
                    </a:cubicBezTo>
                    <a:cubicBezTo>
                      <a:pt x="2018" y="23"/>
                      <a:pt x="2016" y="24"/>
                      <a:pt x="2015" y="26"/>
                    </a:cubicBezTo>
                    <a:cubicBezTo>
                      <a:pt x="2014" y="27"/>
                      <a:pt x="2014" y="27"/>
                      <a:pt x="2014" y="27"/>
                    </a:cubicBezTo>
                    <a:cubicBezTo>
                      <a:pt x="2013" y="28"/>
                      <a:pt x="2011" y="30"/>
                      <a:pt x="2009" y="32"/>
                    </a:cubicBezTo>
                    <a:cubicBezTo>
                      <a:pt x="2009" y="32"/>
                      <a:pt x="2009" y="32"/>
                      <a:pt x="2008" y="33"/>
                    </a:cubicBezTo>
                    <a:cubicBezTo>
                      <a:pt x="2006" y="34"/>
                      <a:pt x="2005" y="36"/>
                      <a:pt x="2003" y="38"/>
                    </a:cubicBezTo>
                    <a:cubicBezTo>
                      <a:pt x="2002" y="38"/>
                      <a:pt x="2002" y="39"/>
                      <a:pt x="2001" y="39"/>
                    </a:cubicBezTo>
                    <a:cubicBezTo>
                      <a:pt x="1999" y="41"/>
                      <a:pt x="1997" y="42"/>
                      <a:pt x="1995" y="44"/>
                    </a:cubicBezTo>
                    <a:cubicBezTo>
                      <a:pt x="1995" y="44"/>
                      <a:pt x="1995" y="44"/>
                      <a:pt x="1995" y="44"/>
                    </a:cubicBezTo>
                    <a:cubicBezTo>
                      <a:pt x="1993" y="46"/>
                      <a:pt x="1990" y="48"/>
                      <a:pt x="1988" y="50"/>
                    </a:cubicBezTo>
                    <a:cubicBezTo>
                      <a:pt x="1988" y="50"/>
                      <a:pt x="1987" y="50"/>
                      <a:pt x="1986" y="51"/>
                    </a:cubicBezTo>
                    <a:cubicBezTo>
                      <a:pt x="1984" y="52"/>
                      <a:pt x="1982" y="54"/>
                      <a:pt x="1979" y="56"/>
                    </a:cubicBezTo>
                    <a:cubicBezTo>
                      <a:pt x="1978" y="56"/>
                      <a:pt x="1978" y="56"/>
                      <a:pt x="1978" y="56"/>
                    </a:cubicBezTo>
                    <a:cubicBezTo>
                      <a:pt x="1976" y="58"/>
                      <a:pt x="1974" y="60"/>
                      <a:pt x="1971" y="61"/>
                    </a:cubicBezTo>
                    <a:cubicBezTo>
                      <a:pt x="1971" y="61"/>
                      <a:pt x="1970" y="62"/>
                      <a:pt x="1970" y="62"/>
                    </a:cubicBezTo>
                    <a:cubicBezTo>
                      <a:pt x="1967" y="64"/>
                      <a:pt x="1964" y="65"/>
                      <a:pt x="1962" y="67"/>
                    </a:cubicBezTo>
                    <a:cubicBezTo>
                      <a:pt x="1961" y="67"/>
                      <a:pt x="1960" y="68"/>
                      <a:pt x="1960" y="68"/>
                    </a:cubicBezTo>
                    <a:cubicBezTo>
                      <a:pt x="1957" y="70"/>
                      <a:pt x="1954" y="71"/>
                      <a:pt x="1951" y="73"/>
                    </a:cubicBezTo>
                    <a:cubicBezTo>
                      <a:pt x="1951" y="73"/>
                      <a:pt x="1951" y="73"/>
                      <a:pt x="1951" y="73"/>
                    </a:cubicBezTo>
                    <a:cubicBezTo>
                      <a:pt x="1948" y="75"/>
                      <a:pt x="1945" y="76"/>
                      <a:pt x="1942" y="78"/>
                    </a:cubicBezTo>
                    <a:cubicBezTo>
                      <a:pt x="1941" y="78"/>
                      <a:pt x="1940" y="79"/>
                      <a:pt x="1940" y="79"/>
                    </a:cubicBezTo>
                    <a:cubicBezTo>
                      <a:pt x="1936" y="81"/>
                      <a:pt x="1933" y="82"/>
                      <a:pt x="1930" y="84"/>
                    </a:cubicBezTo>
                    <a:cubicBezTo>
                      <a:pt x="1930" y="84"/>
                      <a:pt x="1929" y="84"/>
                      <a:pt x="1928" y="85"/>
                    </a:cubicBezTo>
                    <a:cubicBezTo>
                      <a:pt x="1927" y="85"/>
                      <a:pt x="1926" y="86"/>
                      <a:pt x="1925" y="86"/>
                    </a:cubicBezTo>
                    <a:cubicBezTo>
                      <a:pt x="1925" y="87"/>
                      <a:pt x="1924" y="87"/>
                      <a:pt x="1924" y="87"/>
                    </a:cubicBezTo>
                    <a:cubicBezTo>
                      <a:pt x="1923" y="87"/>
                      <a:pt x="1923" y="87"/>
                      <a:pt x="1923" y="87"/>
                    </a:cubicBezTo>
                    <a:cubicBezTo>
                      <a:pt x="1923" y="88"/>
                      <a:pt x="1922" y="88"/>
                      <a:pt x="1922" y="88"/>
                    </a:cubicBezTo>
                    <a:cubicBezTo>
                      <a:pt x="1921" y="88"/>
                      <a:pt x="1920" y="89"/>
                      <a:pt x="1919" y="89"/>
                    </a:cubicBezTo>
                    <a:cubicBezTo>
                      <a:pt x="1917" y="90"/>
                      <a:pt x="1916" y="91"/>
                      <a:pt x="1914" y="92"/>
                    </a:cubicBezTo>
                    <a:cubicBezTo>
                      <a:pt x="1913" y="92"/>
                      <a:pt x="1913" y="92"/>
                      <a:pt x="1912" y="93"/>
                    </a:cubicBezTo>
                    <a:cubicBezTo>
                      <a:pt x="1909" y="94"/>
                      <a:pt x="1905" y="96"/>
                      <a:pt x="1902" y="97"/>
                    </a:cubicBezTo>
                    <a:cubicBezTo>
                      <a:pt x="1901" y="98"/>
                      <a:pt x="1900" y="98"/>
                      <a:pt x="1899" y="98"/>
                    </a:cubicBezTo>
                    <a:cubicBezTo>
                      <a:pt x="1896" y="100"/>
                      <a:pt x="1892" y="101"/>
                      <a:pt x="1888" y="103"/>
                    </a:cubicBezTo>
                    <a:cubicBezTo>
                      <a:pt x="1884" y="105"/>
                      <a:pt x="1881" y="106"/>
                      <a:pt x="1877" y="108"/>
                    </a:cubicBezTo>
                    <a:cubicBezTo>
                      <a:pt x="1876" y="108"/>
                      <a:pt x="1875" y="108"/>
                      <a:pt x="1874" y="109"/>
                    </a:cubicBezTo>
                    <a:cubicBezTo>
                      <a:pt x="1870" y="110"/>
                      <a:pt x="1866" y="112"/>
                      <a:pt x="1862" y="113"/>
                    </a:cubicBezTo>
                    <a:cubicBezTo>
                      <a:pt x="1862" y="113"/>
                      <a:pt x="1861" y="114"/>
                      <a:pt x="1860" y="114"/>
                    </a:cubicBezTo>
                    <a:cubicBezTo>
                      <a:pt x="1857" y="115"/>
                      <a:pt x="1853" y="117"/>
                      <a:pt x="1849" y="118"/>
                    </a:cubicBezTo>
                    <a:cubicBezTo>
                      <a:pt x="1848" y="118"/>
                      <a:pt x="1848" y="118"/>
                      <a:pt x="1847" y="119"/>
                    </a:cubicBezTo>
                    <a:cubicBezTo>
                      <a:pt x="1843" y="120"/>
                      <a:pt x="1839" y="122"/>
                      <a:pt x="1834" y="123"/>
                    </a:cubicBezTo>
                    <a:cubicBezTo>
                      <a:pt x="1834" y="123"/>
                      <a:pt x="1833" y="124"/>
                      <a:pt x="1832" y="124"/>
                    </a:cubicBezTo>
                    <a:cubicBezTo>
                      <a:pt x="1827" y="125"/>
                      <a:pt x="1823" y="127"/>
                      <a:pt x="1818" y="128"/>
                    </a:cubicBezTo>
                    <a:cubicBezTo>
                      <a:pt x="1818" y="128"/>
                      <a:pt x="1818" y="128"/>
                      <a:pt x="1818" y="128"/>
                    </a:cubicBezTo>
                    <a:cubicBezTo>
                      <a:pt x="1813" y="130"/>
                      <a:pt x="1809" y="131"/>
                      <a:pt x="1804" y="133"/>
                    </a:cubicBezTo>
                    <a:cubicBezTo>
                      <a:pt x="1803" y="133"/>
                      <a:pt x="1803" y="133"/>
                      <a:pt x="1803" y="133"/>
                    </a:cubicBezTo>
                    <a:cubicBezTo>
                      <a:pt x="1803" y="133"/>
                      <a:pt x="1802" y="133"/>
                      <a:pt x="1801" y="133"/>
                    </a:cubicBezTo>
                    <a:cubicBezTo>
                      <a:pt x="1801" y="134"/>
                      <a:pt x="1800" y="134"/>
                      <a:pt x="1799" y="134"/>
                    </a:cubicBezTo>
                    <a:cubicBezTo>
                      <a:pt x="1795" y="135"/>
                      <a:pt x="1791" y="136"/>
                      <a:pt x="1787" y="138"/>
                    </a:cubicBezTo>
                    <a:cubicBezTo>
                      <a:pt x="1787" y="138"/>
                      <a:pt x="1786" y="138"/>
                      <a:pt x="1785" y="138"/>
                    </a:cubicBezTo>
                    <a:cubicBezTo>
                      <a:pt x="1785" y="138"/>
                      <a:pt x="1785" y="138"/>
                      <a:pt x="1785" y="138"/>
                    </a:cubicBezTo>
                    <a:cubicBezTo>
                      <a:pt x="1780" y="140"/>
                      <a:pt x="1776" y="141"/>
                      <a:pt x="1771" y="142"/>
                    </a:cubicBezTo>
                    <a:cubicBezTo>
                      <a:pt x="1771" y="142"/>
                      <a:pt x="1770" y="142"/>
                      <a:pt x="1770" y="143"/>
                    </a:cubicBezTo>
                    <a:cubicBezTo>
                      <a:pt x="1765" y="144"/>
                      <a:pt x="1760" y="145"/>
                      <a:pt x="1755" y="147"/>
                    </a:cubicBezTo>
                    <a:cubicBezTo>
                      <a:pt x="1754" y="147"/>
                      <a:pt x="1752" y="147"/>
                      <a:pt x="1751" y="147"/>
                    </a:cubicBezTo>
                    <a:cubicBezTo>
                      <a:pt x="1746" y="149"/>
                      <a:pt x="1741" y="150"/>
                      <a:pt x="1736" y="151"/>
                    </a:cubicBezTo>
                    <a:cubicBezTo>
                      <a:pt x="1735" y="152"/>
                      <a:pt x="1735" y="152"/>
                      <a:pt x="1734" y="152"/>
                    </a:cubicBezTo>
                    <a:cubicBezTo>
                      <a:pt x="1729" y="153"/>
                      <a:pt x="1724" y="154"/>
                      <a:pt x="1719" y="155"/>
                    </a:cubicBezTo>
                    <a:cubicBezTo>
                      <a:pt x="1718" y="156"/>
                      <a:pt x="1717" y="156"/>
                      <a:pt x="1716" y="156"/>
                    </a:cubicBezTo>
                    <a:cubicBezTo>
                      <a:pt x="1711" y="157"/>
                      <a:pt x="1706" y="159"/>
                      <a:pt x="1700" y="160"/>
                    </a:cubicBezTo>
                    <a:cubicBezTo>
                      <a:pt x="1699" y="160"/>
                      <a:pt x="1698" y="160"/>
                      <a:pt x="1697" y="161"/>
                    </a:cubicBezTo>
                    <a:cubicBezTo>
                      <a:pt x="1692" y="162"/>
                      <a:pt x="1687" y="163"/>
                      <a:pt x="1681" y="164"/>
                    </a:cubicBezTo>
                    <a:cubicBezTo>
                      <a:pt x="1681" y="164"/>
                      <a:pt x="1680" y="164"/>
                      <a:pt x="1680" y="164"/>
                    </a:cubicBezTo>
                    <a:cubicBezTo>
                      <a:pt x="1674" y="166"/>
                      <a:pt x="1668" y="167"/>
                      <a:pt x="1663" y="168"/>
                    </a:cubicBezTo>
                    <a:cubicBezTo>
                      <a:pt x="1661" y="168"/>
                      <a:pt x="1660" y="168"/>
                      <a:pt x="1659" y="169"/>
                    </a:cubicBezTo>
                    <a:cubicBezTo>
                      <a:pt x="1653" y="170"/>
                      <a:pt x="1647" y="171"/>
                      <a:pt x="1641" y="172"/>
                    </a:cubicBezTo>
                    <a:cubicBezTo>
                      <a:pt x="1641" y="172"/>
                      <a:pt x="1640" y="172"/>
                      <a:pt x="1639" y="173"/>
                    </a:cubicBezTo>
                    <a:cubicBezTo>
                      <a:pt x="1634" y="174"/>
                      <a:pt x="1628" y="175"/>
                      <a:pt x="1623" y="176"/>
                    </a:cubicBezTo>
                    <a:cubicBezTo>
                      <a:pt x="1622" y="176"/>
                      <a:pt x="1620" y="176"/>
                      <a:pt x="1619" y="176"/>
                    </a:cubicBezTo>
                    <a:cubicBezTo>
                      <a:pt x="1613" y="177"/>
                      <a:pt x="1607" y="178"/>
                      <a:pt x="1601" y="179"/>
                    </a:cubicBezTo>
                    <a:cubicBezTo>
                      <a:pt x="1600" y="180"/>
                      <a:pt x="1599" y="180"/>
                      <a:pt x="1597" y="180"/>
                    </a:cubicBezTo>
                    <a:cubicBezTo>
                      <a:pt x="1591" y="181"/>
                      <a:pt x="1585" y="182"/>
                      <a:pt x="1579" y="183"/>
                    </a:cubicBezTo>
                    <a:cubicBezTo>
                      <a:pt x="1578" y="183"/>
                      <a:pt x="1578" y="183"/>
                      <a:pt x="1578" y="183"/>
                    </a:cubicBezTo>
                    <a:cubicBezTo>
                      <a:pt x="1572" y="184"/>
                      <a:pt x="1565" y="185"/>
                      <a:pt x="1559" y="186"/>
                    </a:cubicBezTo>
                    <a:cubicBezTo>
                      <a:pt x="1558" y="187"/>
                      <a:pt x="1556" y="187"/>
                      <a:pt x="1555" y="187"/>
                    </a:cubicBezTo>
                    <a:cubicBezTo>
                      <a:pt x="1548" y="188"/>
                      <a:pt x="1542" y="189"/>
                      <a:pt x="1535" y="190"/>
                    </a:cubicBezTo>
                    <a:cubicBezTo>
                      <a:pt x="1534" y="190"/>
                      <a:pt x="1533" y="190"/>
                      <a:pt x="1532" y="190"/>
                    </a:cubicBezTo>
                    <a:cubicBezTo>
                      <a:pt x="1531" y="191"/>
                      <a:pt x="1530" y="191"/>
                      <a:pt x="1529" y="191"/>
                    </a:cubicBezTo>
                    <a:cubicBezTo>
                      <a:pt x="1524" y="192"/>
                      <a:pt x="1519" y="192"/>
                      <a:pt x="1514" y="193"/>
                    </a:cubicBezTo>
                    <a:cubicBezTo>
                      <a:pt x="1513" y="193"/>
                      <a:pt x="1512" y="193"/>
                      <a:pt x="1511" y="193"/>
                    </a:cubicBezTo>
                    <a:cubicBezTo>
                      <a:pt x="1504" y="194"/>
                      <a:pt x="1497" y="195"/>
                      <a:pt x="1491" y="196"/>
                    </a:cubicBezTo>
                    <a:cubicBezTo>
                      <a:pt x="1489" y="196"/>
                      <a:pt x="1488" y="197"/>
                      <a:pt x="1486" y="197"/>
                    </a:cubicBezTo>
                    <a:cubicBezTo>
                      <a:pt x="1479" y="198"/>
                      <a:pt x="1472" y="199"/>
                      <a:pt x="1465" y="199"/>
                    </a:cubicBezTo>
                    <a:cubicBezTo>
                      <a:pt x="1153" y="237"/>
                      <a:pt x="800" y="232"/>
                      <a:pt x="518" y="191"/>
                    </a:cubicBezTo>
                    <a:cubicBezTo>
                      <a:pt x="513" y="191"/>
                      <a:pt x="507" y="190"/>
                      <a:pt x="502" y="189"/>
                    </a:cubicBezTo>
                    <a:cubicBezTo>
                      <a:pt x="407" y="175"/>
                      <a:pt x="321" y="157"/>
                      <a:pt x="247" y="136"/>
                    </a:cubicBezTo>
                    <a:cubicBezTo>
                      <a:pt x="246" y="136"/>
                      <a:pt x="246" y="136"/>
                      <a:pt x="246" y="136"/>
                    </a:cubicBezTo>
                    <a:cubicBezTo>
                      <a:pt x="194" y="120"/>
                      <a:pt x="148" y="103"/>
                      <a:pt x="110" y="85"/>
                    </a:cubicBezTo>
                    <a:cubicBezTo>
                      <a:pt x="108" y="84"/>
                      <a:pt x="107" y="83"/>
                      <a:pt x="105" y="82"/>
                    </a:cubicBezTo>
                    <a:cubicBezTo>
                      <a:pt x="102" y="81"/>
                      <a:pt x="98" y="79"/>
                      <a:pt x="95" y="77"/>
                    </a:cubicBezTo>
                    <a:cubicBezTo>
                      <a:pt x="91" y="75"/>
                      <a:pt x="88" y="74"/>
                      <a:pt x="85" y="72"/>
                    </a:cubicBezTo>
                    <a:cubicBezTo>
                      <a:pt x="84" y="71"/>
                      <a:pt x="83" y="71"/>
                      <a:pt x="82" y="70"/>
                    </a:cubicBezTo>
                    <a:cubicBezTo>
                      <a:pt x="79" y="69"/>
                      <a:pt x="77" y="67"/>
                      <a:pt x="75" y="66"/>
                    </a:cubicBezTo>
                    <a:cubicBezTo>
                      <a:pt x="74" y="66"/>
                      <a:pt x="73" y="65"/>
                      <a:pt x="71" y="64"/>
                    </a:cubicBezTo>
                    <a:cubicBezTo>
                      <a:pt x="69" y="63"/>
                      <a:pt x="67" y="62"/>
                      <a:pt x="65" y="60"/>
                    </a:cubicBezTo>
                    <a:cubicBezTo>
                      <a:pt x="64" y="60"/>
                      <a:pt x="63" y="59"/>
                      <a:pt x="62" y="59"/>
                    </a:cubicBezTo>
                    <a:cubicBezTo>
                      <a:pt x="59" y="57"/>
                      <a:pt x="57" y="55"/>
                      <a:pt x="54" y="53"/>
                    </a:cubicBezTo>
                    <a:cubicBezTo>
                      <a:pt x="53" y="53"/>
                      <a:pt x="53" y="52"/>
                      <a:pt x="52" y="52"/>
                    </a:cubicBezTo>
                    <a:cubicBezTo>
                      <a:pt x="50" y="51"/>
                      <a:pt x="48" y="49"/>
                      <a:pt x="46" y="48"/>
                    </a:cubicBezTo>
                    <a:cubicBezTo>
                      <a:pt x="45" y="47"/>
                      <a:pt x="44" y="46"/>
                      <a:pt x="43" y="46"/>
                    </a:cubicBezTo>
                    <a:cubicBezTo>
                      <a:pt x="42" y="44"/>
                      <a:pt x="40" y="43"/>
                      <a:pt x="38" y="42"/>
                    </a:cubicBezTo>
                    <a:cubicBezTo>
                      <a:pt x="37" y="41"/>
                      <a:pt x="37" y="41"/>
                      <a:pt x="36" y="40"/>
                    </a:cubicBezTo>
                    <a:cubicBezTo>
                      <a:pt x="34" y="38"/>
                      <a:pt x="32" y="37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7" y="32"/>
                      <a:pt x="25" y="31"/>
                      <a:pt x="23" y="29"/>
                    </a:cubicBezTo>
                    <a:cubicBezTo>
                      <a:pt x="23" y="28"/>
                      <a:pt x="22" y="28"/>
                      <a:pt x="21" y="27"/>
                    </a:cubicBezTo>
                    <a:cubicBezTo>
                      <a:pt x="20" y="26"/>
                      <a:pt x="19" y="24"/>
                      <a:pt x="18" y="23"/>
                    </a:cubicBezTo>
                    <a:cubicBezTo>
                      <a:pt x="17" y="22"/>
                      <a:pt x="16" y="22"/>
                      <a:pt x="16" y="21"/>
                    </a:cubicBezTo>
                    <a:cubicBezTo>
                      <a:pt x="14" y="20"/>
                      <a:pt x="13" y="18"/>
                      <a:pt x="12" y="17"/>
                    </a:cubicBezTo>
                    <a:cubicBezTo>
                      <a:pt x="12" y="16"/>
                      <a:pt x="11" y="16"/>
                      <a:pt x="11" y="15"/>
                    </a:cubicBezTo>
                    <a:cubicBezTo>
                      <a:pt x="9" y="13"/>
                      <a:pt x="8" y="12"/>
                      <a:pt x="6" y="1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4" y="7"/>
                      <a:pt x="3" y="5"/>
                      <a:pt x="2" y="4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1"/>
                      <a:pt x="1" y="1"/>
                      <a:pt x="0" y="0"/>
                    </a:cubicBezTo>
                    <a:cubicBezTo>
                      <a:pt x="51" y="89"/>
                      <a:pt x="101" y="178"/>
                      <a:pt x="152" y="267"/>
                    </a:cubicBezTo>
                    <a:cubicBezTo>
                      <a:pt x="153" y="268"/>
                      <a:pt x="153" y="268"/>
                      <a:pt x="153" y="268"/>
                    </a:cubicBezTo>
                    <a:cubicBezTo>
                      <a:pt x="153" y="269"/>
                      <a:pt x="153" y="269"/>
                      <a:pt x="153" y="269"/>
                    </a:cubicBezTo>
                    <a:cubicBezTo>
                      <a:pt x="153" y="269"/>
                      <a:pt x="154" y="270"/>
                      <a:pt x="154" y="270"/>
                    </a:cubicBezTo>
                    <a:cubicBezTo>
                      <a:pt x="154" y="271"/>
                      <a:pt x="155" y="272"/>
                      <a:pt x="156" y="273"/>
                    </a:cubicBezTo>
                    <a:cubicBezTo>
                      <a:pt x="156" y="273"/>
                      <a:pt x="156" y="274"/>
                      <a:pt x="157" y="274"/>
                    </a:cubicBezTo>
                    <a:cubicBezTo>
                      <a:pt x="157" y="275"/>
                      <a:pt x="158" y="276"/>
                      <a:pt x="158" y="277"/>
                    </a:cubicBezTo>
                    <a:cubicBezTo>
                      <a:pt x="159" y="277"/>
                      <a:pt x="159" y="278"/>
                      <a:pt x="159" y="278"/>
                    </a:cubicBezTo>
                    <a:cubicBezTo>
                      <a:pt x="160" y="279"/>
                      <a:pt x="161" y="280"/>
                      <a:pt x="161" y="281"/>
                    </a:cubicBezTo>
                    <a:cubicBezTo>
                      <a:pt x="162" y="281"/>
                      <a:pt x="162" y="282"/>
                      <a:pt x="163" y="282"/>
                    </a:cubicBezTo>
                    <a:cubicBezTo>
                      <a:pt x="163" y="283"/>
                      <a:pt x="164" y="284"/>
                      <a:pt x="165" y="285"/>
                    </a:cubicBezTo>
                    <a:cubicBezTo>
                      <a:pt x="165" y="285"/>
                      <a:pt x="165" y="286"/>
                      <a:pt x="166" y="286"/>
                    </a:cubicBezTo>
                    <a:cubicBezTo>
                      <a:pt x="167" y="287"/>
                      <a:pt x="167" y="288"/>
                      <a:pt x="168" y="289"/>
                    </a:cubicBezTo>
                    <a:cubicBezTo>
                      <a:pt x="169" y="289"/>
                      <a:pt x="169" y="290"/>
                      <a:pt x="170" y="290"/>
                    </a:cubicBezTo>
                    <a:cubicBezTo>
                      <a:pt x="171" y="291"/>
                      <a:pt x="171" y="292"/>
                      <a:pt x="172" y="293"/>
                    </a:cubicBezTo>
                    <a:cubicBezTo>
                      <a:pt x="173" y="293"/>
                      <a:pt x="173" y="294"/>
                      <a:pt x="174" y="294"/>
                    </a:cubicBezTo>
                    <a:cubicBezTo>
                      <a:pt x="175" y="295"/>
                      <a:pt x="176" y="296"/>
                      <a:pt x="177" y="297"/>
                    </a:cubicBezTo>
                    <a:cubicBezTo>
                      <a:pt x="177" y="297"/>
                      <a:pt x="178" y="298"/>
                      <a:pt x="178" y="298"/>
                    </a:cubicBezTo>
                    <a:cubicBezTo>
                      <a:pt x="179" y="299"/>
                      <a:pt x="181" y="301"/>
                      <a:pt x="183" y="302"/>
                    </a:cubicBezTo>
                    <a:cubicBezTo>
                      <a:pt x="183" y="303"/>
                      <a:pt x="183" y="303"/>
                      <a:pt x="183" y="303"/>
                    </a:cubicBezTo>
                    <a:cubicBezTo>
                      <a:pt x="185" y="304"/>
                      <a:pt x="186" y="305"/>
                      <a:pt x="188" y="306"/>
                    </a:cubicBezTo>
                    <a:cubicBezTo>
                      <a:pt x="188" y="306"/>
                      <a:pt x="189" y="307"/>
                      <a:pt x="189" y="307"/>
                    </a:cubicBezTo>
                    <a:cubicBezTo>
                      <a:pt x="190" y="308"/>
                      <a:pt x="192" y="309"/>
                      <a:pt x="193" y="310"/>
                    </a:cubicBezTo>
                    <a:cubicBezTo>
                      <a:pt x="193" y="310"/>
                      <a:pt x="194" y="311"/>
                      <a:pt x="195" y="311"/>
                    </a:cubicBezTo>
                    <a:cubicBezTo>
                      <a:pt x="196" y="312"/>
                      <a:pt x="197" y="313"/>
                      <a:pt x="198" y="314"/>
                    </a:cubicBezTo>
                    <a:cubicBezTo>
                      <a:pt x="199" y="314"/>
                      <a:pt x="200" y="315"/>
                      <a:pt x="201" y="315"/>
                    </a:cubicBezTo>
                    <a:cubicBezTo>
                      <a:pt x="202" y="316"/>
                      <a:pt x="203" y="317"/>
                      <a:pt x="204" y="318"/>
                    </a:cubicBezTo>
                    <a:cubicBezTo>
                      <a:pt x="205" y="318"/>
                      <a:pt x="206" y="319"/>
                      <a:pt x="207" y="319"/>
                    </a:cubicBezTo>
                    <a:cubicBezTo>
                      <a:pt x="208" y="320"/>
                      <a:pt x="209" y="321"/>
                      <a:pt x="210" y="322"/>
                    </a:cubicBezTo>
                    <a:cubicBezTo>
                      <a:pt x="211" y="322"/>
                      <a:pt x="211" y="322"/>
                      <a:pt x="212" y="322"/>
                    </a:cubicBezTo>
                    <a:cubicBezTo>
                      <a:pt x="212" y="323"/>
                      <a:pt x="213" y="323"/>
                      <a:pt x="213" y="323"/>
                    </a:cubicBezTo>
                    <a:cubicBezTo>
                      <a:pt x="214" y="324"/>
                      <a:pt x="216" y="325"/>
                      <a:pt x="217" y="325"/>
                    </a:cubicBezTo>
                    <a:cubicBezTo>
                      <a:pt x="218" y="326"/>
                      <a:pt x="218" y="326"/>
                      <a:pt x="218" y="326"/>
                    </a:cubicBezTo>
                    <a:cubicBezTo>
                      <a:pt x="218" y="326"/>
                      <a:pt x="219" y="327"/>
                      <a:pt x="220" y="327"/>
                    </a:cubicBezTo>
                    <a:cubicBezTo>
                      <a:pt x="221" y="328"/>
                      <a:pt x="223" y="329"/>
                      <a:pt x="224" y="330"/>
                    </a:cubicBezTo>
                    <a:cubicBezTo>
                      <a:pt x="225" y="330"/>
                      <a:pt x="226" y="330"/>
                      <a:pt x="226" y="331"/>
                    </a:cubicBezTo>
                    <a:cubicBezTo>
                      <a:pt x="229" y="332"/>
                      <a:pt x="231" y="333"/>
                      <a:pt x="234" y="335"/>
                    </a:cubicBezTo>
                    <a:cubicBezTo>
                      <a:pt x="326" y="382"/>
                      <a:pt x="478" y="418"/>
                      <a:pt x="655" y="438"/>
                    </a:cubicBezTo>
                    <a:cubicBezTo>
                      <a:pt x="744" y="448"/>
                      <a:pt x="839" y="455"/>
                      <a:pt x="937" y="457"/>
                    </a:cubicBezTo>
                    <a:cubicBezTo>
                      <a:pt x="938" y="457"/>
                      <a:pt x="940" y="457"/>
                      <a:pt x="941" y="457"/>
                    </a:cubicBezTo>
                    <a:cubicBezTo>
                      <a:pt x="945" y="458"/>
                      <a:pt x="949" y="458"/>
                      <a:pt x="953" y="458"/>
                    </a:cubicBezTo>
                    <a:cubicBezTo>
                      <a:pt x="994" y="458"/>
                      <a:pt x="1036" y="459"/>
                      <a:pt x="1077" y="458"/>
                    </a:cubicBezTo>
                    <a:cubicBezTo>
                      <a:pt x="1081" y="458"/>
                      <a:pt x="1086" y="458"/>
                      <a:pt x="1090" y="458"/>
                    </a:cubicBezTo>
                    <a:cubicBezTo>
                      <a:pt x="1091" y="458"/>
                      <a:pt x="1092" y="458"/>
                      <a:pt x="1093" y="458"/>
                    </a:cubicBezTo>
                    <a:cubicBezTo>
                      <a:pt x="1094" y="458"/>
                      <a:pt x="1094" y="458"/>
                      <a:pt x="1094" y="458"/>
                    </a:cubicBezTo>
                    <a:cubicBezTo>
                      <a:pt x="1189" y="456"/>
                      <a:pt x="1284" y="450"/>
                      <a:pt x="1375" y="439"/>
                    </a:cubicBezTo>
                    <a:cubicBezTo>
                      <a:pt x="1383" y="438"/>
                      <a:pt x="1391" y="438"/>
                      <a:pt x="1399" y="437"/>
                    </a:cubicBezTo>
                    <a:cubicBezTo>
                      <a:pt x="1407" y="436"/>
                      <a:pt x="1414" y="435"/>
                      <a:pt x="1422" y="434"/>
                    </a:cubicBezTo>
                    <a:cubicBezTo>
                      <a:pt x="1424" y="433"/>
                      <a:pt x="1427" y="433"/>
                      <a:pt x="1429" y="433"/>
                    </a:cubicBezTo>
                    <a:cubicBezTo>
                      <a:pt x="1434" y="432"/>
                      <a:pt x="1439" y="431"/>
                      <a:pt x="1445" y="431"/>
                    </a:cubicBezTo>
                    <a:cubicBezTo>
                      <a:pt x="1447" y="430"/>
                      <a:pt x="1450" y="430"/>
                      <a:pt x="1452" y="429"/>
                    </a:cubicBezTo>
                    <a:cubicBezTo>
                      <a:pt x="1457" y="429"/>
                      <a:pt x="1462" y="428"/>
                      <a:pt x="1467" y="427"/>
                    </a:cubicBezTo>
                    <a:cubicBezTo>
                      <a:pt x="1470" y="427"/>
                      <a:pt x="1472" y="427"/>
                      <a:pt x="1474" y="426"/>
                    </a:cubicBezTo>
                    <a:cubicBezTo>
                      <a:pt x="1481" y="425"/>
                      <a:pt x="1487" y="424"/>
                      <a:pt x="1494" y="423"/>
                    </a:cubicBezTo>
                    <a:cubicBezTo>
                      <a:pt x="1494" y="423"/>
                      <a:pt x="1495" y="423"/>
                      <a:pt x="1495" y="423"/>
                    </a:cubicBezTo>
                    <a:cubicBezTo>
                      <a:pt x="1502" y="422"/>
                      <a:pt x="1509" y="421"/>
                      <a:pt x="1516" y="419"/>
                    </a:cubicBezTo>
                    <a:cubicBezTo>
                      <a:pt x="1518" y="419"/>
                      <a:pt x="1520" y="419"/>
                      <a:pt x="1522" y="418"/>
                    </a:cubicBezTo>
                    <a:cubicBezTo>
                      <a:pt x="1527" y="417"/>
                      <a:pt x="1532" y="417"/>
                      <a:pt x="1536" y="416"/>
                    </a:cubicBezTo>
                    <a:cubicBezTo>
                      <a:pt x="1539" y="415"/>
                      <a:pt x="1541" y="415"/>
                      <a:pt x="1543" y="414"/>
                    </a:cubicBezTo>
                    <a:cubicBezTo>
                      <a:pt x="1548" y="414"/>
                      <a:pt x="1552" y="413"/>
                      <a:pt x="1557" y="412"/>
                    </a:cubicBezTo>
                    <a:cubicBezTo>
                      <a:pt x="1559" y="411"/>
                      <a:pt x="1561" y="411"/>
                      <a:pt x="1563" y="411"/>
                    </a:cubicBezTo>
                    <a:cubicBezTo>
                      <a:pt x="1569" y="409"/>
                      <a:pt x="1574" y="408"/>
                      <a:pt x="1579" y="407"/>
                    </a:cubicBezTo>
                    <a:cubicBezTo>
                      <a:pt x="1580" y="407"/>
                      <a:pt x="1581" y="407"/>
                      <a:pt x="1582" y="407"/>
                    </a:cubicBezTo>
                    <a:cubicBezTo>
                      <a:pt x="1588" y="405"/>
                      <a:pt x="1594" y="404"/>
                      <a:pt x="1600" y="403"/>
                    </a:cubicBezTo>
                    <a:cubicBezTo>
                      <a:pt x="1602" y="402"/>
                      <a:pt x="1604" y="402"/>
                      <a:pt x="1606" y="401"/>
                    </a:cubicBezTo>
                    <a:cubicBezTo>
                      <a:pt x="1610" y="400"/>
                      <a:pt x="1614" y="399"/>
                      <a:pt x="1618" y="398"/>
                    </a:cubicBezTo>
                    <a:cubicBezTo>
                      <a:pt x="1621" y="398"/>
                      <a:pt x="1623" y="397"/>
                      <a:pt x="1625" y="397"/>
                    </a:cubicBezTo>
                    <a:cubicBezTo>
                      <a:pt x="1629" y="396"/>
                      <a:pt x="1632" y="395"/>
                      <a:pt x="1636" y="394"/>
                    </a:cubicBezTo>
                    <a:cubicBezTo>
                      <a:pt x="1638" y="394"/>
                      <a:pt x="1640" y="393"/>
                      <a:pt x="1642" y="393"/>
                    </a:cubicBezTo>
                    <a:cubicBezTo>
                      <a:pt x="1647" y="391"/>
                      <a:pt x="1651" y="390"/>
                      <a:pt x="1656" y="389"/>
                    </a:cubicBezTo>
                    <a:cubicBezTo>
                      <a:pt x="1657" y="389"/>
                      <a:pt x="1658" y="388"/>
                      <a:pt x="1659" y="388"/>
                    </a:cubicBezTo>
                    <a:cubicBezTo>
                      <a:pt x="1664" y="387"/>
                      <a:pt x="1669" y="385"/>
                      <a:pt x="1675" y="384"/>
                    </a:cubicBezTo>
                    <a:cubicBezTo>
                      <a:pt x="1676" y="383"/>
                      <a:pt x="1678" y="383"/>
                      <a:pt x="1679" y="382"/>
                    </a:cubicBezTo>
                    <a:cubicBezTo>
                      <a:pt x="1681" y="382"/>
                      <a:pt x="1682" y="382"/>
                      <a:pt x="1683" y="381"/>
                    </a:cubicBezTo>
                    <a:cubicBezTo>
                      <a:pt x="1686" y="380"/>
                      <a:pt x="1688" y="380"/>
                      <a:pt x="1690" y="379"/>
                    </a:cubicBezTo>
                    <a:cubicBezTo>
                      <a:pt x="1692" y="378"/>
                      <a:pt x="1694" y="378"/>
                      <a:pt x="1696" y="377"/>
                    </a:cubicBezTo>
                    <a:cubicBezTo>
                      <a:pt x="1699" y="376"/>
                      <a:pt x="1702" y="375"/>
                      <a:pt x="1706" y="374"/>
                    </a:cubicBezTo>
                    <a:cubicBezTo>
                      <a:pt x="1707" y="374"/>
                      <a:pt x="1709" y="373"/>
                      <a:pt x="1711" y="372"/>
                    </a:cubicBezTo>
                    <a:cubicBezTo>
                      <a:pt x="1714" y="371"/>
                      <a:pt x="1718" y="370"/>
                      <a:pt x="1722" y="369"/>
                    </a:cubicBezTo>
                    <a:cubicBezTo>
                      <a:pt x="1723" y="368"/>
                      <a:pt x="1724" y="368"/>
                      <a:pt x="1725" y="368"/>
                    </a:cubicBezTo>
                    <a:cubicBezTo>
                      <a:pt x="1730" y="366"/>
                      <a:pt x="1734" y="364"/>
                      <a:pt x="1739" y="363"/>
                    </a:cubicBezTo>
                    <a:cubicBezTo>
                      <a:pt x="1740" y="362"/>
                      <a:pt x="1741" y="362"/>
                      <a:pt x="1742" y="361"/>
                    </a:cubicBezTo>
                    <a:cubicBezTo>
                      <a:pt x="1745" y="360"/>
                      <a:pt x="1748" y="359"/>
                      <a:pt x="1752" y="358"/>
                    </a:cubicBezTo>
                    <a:cubicBezTo>
                      <a:pt x="1753" y="357"/>
                      <a:pt x="1755" y="356"/>
                      <a:pt x="1756" y="356"/>
                    </a:cubicBezTo>
                    <a:cubicBezTo>
                      <a:pt x="1759" y="355"/>
                      <a:pt x="1762" y="354"/>
                      <a:pt x="1764" y="352"/>
                    </a:cubicBezTo>
                    <a:cubicBezTo>
                      <a:pt x="1766" y="352"/>
                      <a:pt x="1767" y="351"/>
                      <a:pt x="1769" y="351"/>
                    </a:cubicBezTo>
                    <a:cubicBezTo>
                      <a:pt x="1772" y="349"/>
                      <a:pt x="1775" y="348"/>
                      <a:pt x="1778" y="347"/>
                    </a:cubicBezTo>
                    <a:cubicBezTo>
                      <a:pt x="1779" y="346"/>
                      <a:pt x="1780" y="346"/>
                      <a:pt x="1780" y="345"/>
                    </a:cubicBezTo>
                    <a:cubicBezTo>
                      <a:pt x="1784" y="344"/>
                      <a:pt x="1788" y="342"/>
                      <a:pt x="1792" y="340"/>
                    </a:cubicBezTo>
                    <a:cubicBezTo>
                      <a:pt x="1792" y="340"/>
                      <a:pt x="1793" y="339"/>
                      <a:pt x="1794" y="339"/>
                    </a:cubicBezTo>
                    <a:cubicBezTo>
                      <a:pt x="1797" y="338"/>
                      <a:pt x="1799" y="336"/>
                      <a:pt x="1802" y="335"/>
                    </a:cubicBezTo>
                    <a:cubicBezTo>
                      <a:pt x="1803" y="334"/>
                      <a:pt x="1804" y="334"/>
                      <a:pt x="1806" y="333"/>
                    </a:cubicBezTo>
                    <a:cubicBezTo>
                      <a:pt x="1808" y="332"/>
                      <a:pt x="1810" y="330"/>
                      <a:pt x="1812" y="329"/>
                    </a:cubicBezTo>
                    <a:cubicBezTo>
                      <a:pt x="1813" y="329"/>
                      <a:pt x="1813" y="329"/>
                      <a:pt x="1813" y="329"/>
                    </a:cubicBezTo>
                    <a:cubicBezTo>
                      <a:pt x="1814" y="328"/>
                      <a:pt x="1815" y="328"/>
                      <a:pt x="1816" y="327"/>
                    </a:cubicBezTo>
                    <a:cubicBezTo>
                      <a:pt x="1817" y="327"/>
                      <a:pt x="1818" y="326"/>
                      <a:pt x="1820" y="325"/>
                    </a:cubicBezTo>
                    <a:cubicBezTo>
                      <a:pt x="1820" y="324"/>
                      <a:pt x="1821" y="324"/>
                      <a:pt x="1822" y="323"/>
                    </a:cubicBezTo>
                    <a:cubicBezTo>
                      <a:pt x="1823" y="323"/>
                      <a:pt x="1824" y="322"/>
                      <a:pt x="1825" y="322"/>
                    </a:cubicBezTo>
                    <a:cubicBezTo>
                      <a:pt x="1828" y="320"/>
                      <a:pt x="1830" y="318"/>
                      <a:pt x="1833" y="316"/>
                    </a:cubicBezTo>
                    <a:cubicBezTo>
                      <a:pt x="1834" y="316"/>
                      <a:pt x="1834" y="315"/>
                      <a:pt x="1835" y="315"/>
                    </a:cubicBezTo>
                    <a:cubicBezTo>
                      <a:pt x="1837" y="314"/>
                      <a:pt x="1839" y="312"/>
                      <a:pt x="1841" y="311"/>
                    </a:cubicBezTo>
                    <a:cubicBezTo>
                      <a:pt x="1842" y="310"/>
                      <a:pt x="1843" y="309"/>
                      <a:pt x="1844" y="309"/>
                    </a:cubicBezTo>
                    <a:cubicBezTo>
                      <a:pt x="1845" y="307"/>
                      <a:pt x="1847" y="306"/>
                      <a:pt x="1849" y="305"/>
                    </a:cubicBezTo>
                    <a:cubicBezTo>
                      <a:pt x="1849" y="304"/>
                      <a:pt x="1850" y="303"/>
                      <a:pt x="1851" y="303"/>
                    </a:cubicBezTo>
                    <a:cubicBezTo>
                      <a:pt x="1853" y="301"/>
                      <a:pt x="1854" y="300"/>
                      <a:pt x="1856" y="299"/>
                    </a:cubicBezTo>
                    <a:cubicBezTo>
                      <a:pt x="1856" y="298"/>
                      <a:pt x="1857" y="298"/>
                      <a:pt x="1857" y="297"/>
                    </a:cubicBezTo>
                    <a:cubicBezTo>
                      <a:pt x="1860" y="295"/>
                      <a:pt x="1861" y="293"/>
                      <a:pt x="1863" y="291"/>
                    </a:cubicBezTo>
                    <a:cubicBezTo>
                      <a:pt x="1864" y="290"/>
                      <a:pt x="1864" y="290"/>
                      <a:pt x="1864" y="290"/>
                    </a:cubicBezTo>
                    <a:cubicBezTo>
                      <a:pt x="1866" y="289"/>
                      <a:pt x="1867" y="287"/>
                      <a:pt x="1868" y="285"/>
                    </a:cubicBezTo>
                    <a:cubicBezTo>
                      <a:pt x="1869" y="285"/>
                      <a:pt x="1869" y="284"/>
                      <a:pt x="1870" y="283"/>
                    </a:cubicBezTo>
                    <a:cubicBezTo>
                      <a:pt x="1871" y="282"/>
                      <a:pt x="1872" y="281"/>
                      <a:pt x="1873" y="279"/>
                    </a:cubicBezTo>
                    <a:cubicBezTo>
                      <a:pt x="1874" y="279"/>
                      <a:pt x="1874" y="278"/>
                      <a:pt x="1875" y="277"/>
                    </a:cubicBezTo>
                    <a:cubicBezTo>
                      <a:pt x="1875" y="276"/>
                      <a:pt x="1876" y="274"/>
                      <a:pt x="1877" y="273"/>
                    </a:cubicBezTo>
                    <a:cubicBezTo>
                      <a:pt x="1878" y="272"/>
                      <a:pt x="1878" y="272"/>
                      <a:pt x="1878" y="272"/>
                    </a:cubicBezTo>
                    <a:cubicBezTo>
                      <a:pt x="1878" y="272"/>
                      <a:pt x="1878" y="272"/>
                      <a:pt x="1878" y="271"/>
                    </a:cubicBezTo>
                    <a:cubicBezTo>
                      <a:pt x="1879" y="271"/>
                      <a:pt x="1879" y="270"/>
                      <a:pt x="1879" y="270"/>
                    </a:cubicBezTo>
                    <a:cubicBezTo>
                      <a:pt x="1930" y="181"/>
                      <a:pt x="1981" y="92"/>
                      <a:pt x="2032" y="3"/>
                    </a:cubicBezTo>
                    <a:cubicBezTo>
                      <a:pt x="2031" y="5"/>
                      <a:pt x="2030" y="6"/>
                      <a:pt x="2029" y="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rgbClr val="232A4E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Ubuntu" panose="020B0504030602030204" pitchFamily="34" charset="0"/>
                </a:endParaRPr>
              </a:p>
            </p:txBody>
          </p:sp>
          <p:sp>
            <p:nvSpPr>
              <p:cNvPr id="11" name="Freeform 56">
                <a:extLst>
                  <a:ext uri="{FF2B5EF4-FFF2-40B4-BE49-F238E27FC236}">
                    <a16:creationId xmlns:a16="http://schemas.microsoft.com/office/drawing/2014/main" id="{752F8A2D-6FE3-4221-91E5-1ABAB01C1F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59555" y="1232021"/>
                <a:ext cx="4466985" cy="1137566"/>
              </a:xfrm>
              <a:custGeom>
                <a:avLst/>
                <a:gdLst>
                  <a:gd name="T0" fmla="*/ 117 w 2061"/>
                  <a:gd name="T1" fmla="*/ 382 h 525"/>
                  <a:gd name="T2" fmla="*/ 74 w 2061"/>
                  <a:gd name="T3" fmla="*/ 358 h 525"/>
                  <a:gd name="T4" fmla="*/ 34 w 2061"/>
                  <a:gd name="T5" fmla="*/ 328 h 525"/>
                  <a:gd name="T6" fmla="*/ 12 w 2061"/>
                  <a:gd name="T7" fmla="*/ 301 h 525"/>
                  <a:gd name="T8" fmla="*/ 2 w 2061"/>
                  <a:gd name="T9" fmla="*/ 276 h 525"/>
                  <a:gd name="T10" fmla="*/ 1 w 2061"/>
                  <a:gd name="T11" fmla="*/ 248 h 525"/>
                  <a:gd name="T12" fmla="*/ 7 w 2061"/>
                  <a:gd name="T13" fmla="*/ 229 h 525"/>
                  <a:gd name="T14" fmla="*/ 28 w 2061"/>
                  <a:gd name="T15" fmla="*/ 199 h 525"/>
                  <a:gd name="T16" fmla="*/ 59 w 2061"/>
                  <a:gd name="T17" fmla="*/ 173 h 525"/>
                  <a:gd name="T18" fmla="*/ 96 w 2061"/>
                  <a:gd name="T19" fmla="*/ 150 h 525"/>
                  <a:gd name="T20" fmla="*/ 138 w 2061"/>
                  <a:gd name="T21" fmla="*/ 129 h 525"/>
                  <a:gd name="T22" fmla="*/ 192 w 2061"/>
                  <a:gd name="T23" fmla="*/ 108 h 525"/>
                  <a:gd name="T24" fmla="*/ 242 w 2061"/>
                  <a:gd name="T25" fmla="*/ 92 h 525"/>
                  <a:gd name="T26" fmla="*/ 302 w 2061"/>
                  <a:gd name="T27" fmla="*/ 75 h 525"/>
                  <a:gd name="T28" fmla="*/ 405 w 2061"/>
                  <a:gd name="T29" fmla="*/ 53 h 525"/>
                  <a:gd name="T30" fmla="*/ 513 w 2061"/>
                  <a:gd name="T31" fmla="*/ 35 h 525"/>
                  <a:gd name="T32" fmla="*/ 1954 w 2061"/>
                  <a:gd name="T33" fmla="*/ 147 h 525"/>
                  <a:gd name="T34" fmla="*/ 2003 w 2061"/>
                  <a:gd name="T35" fmla="*/ 176 h 525"/>
                  <a:gd name="T36" fmla="*/ 2032 w 2061"/>
                  <a:gd name="T37" fmla="*/ 202 h 525"/>
                  <a:gd name="T38" fmla="*/ 2051 w 2061"/>
                  <a:gd name="T39" fmla="*/ 228 h 525"/>
                  <a:gd name="T40" fmla="*/ 2060 w 2061"/>
                  <a:gd name="T41" fmla="*/ 254 h 525"/>
                  <a:gd name="T42" fmla="*/ 2058 w 2061"/>
                  <a:gd name="T43" fmla="*/ 281 h 525"/>
                  <a:gd name="T44" fmla="*/ 2046 w 2061"/>
                  <a:gd name="T45" fmla="*/ 307 h 525"/>
                  <a:gd name="T46" fmla="*/ 2025 w 2061"/>
                  <a:gd name="T47" fmla="*/ 332 h 525"/>
                  <a:gd name="T48" fmla="*/ 1995 w 2061"/>
                  <a:gd name="T49" fmla="*/ 356 h 525"/>
                  <a:gd name="T50" fmla="*/ 1946 w 2061"/>
                  <a:gd name="T51" fmla="*/ 384 h 525"/>
                  <a:gd name="T52" fmla="*/ 1910 w 2061"/>
                  <a:gd name="T53" fmla="*/ 400 h 525"/>
                  <a:gd name="T54" fmla="*/ 1867 w 2061"/>
                  <a:gd name="T55" fmla="*/ 416 h 525"/>
                  <a:gd name="T56" fmla="*/ 1807 w 2061"/>
                  <a:gd name="T57" fmla="*/ 435 h 525"/>
                  <a:gd name="T58" fmla="*/ 1766 w 2061"/>
                  <a:gd name="T59" fmla="*/ 447 h 525"/>
                  <a:gd name="T60" fmla="*/ 1677 w 2061"/>
                  <a:gd name="T61" fmla="*/ 468 h 525"/>
                  <a:gd name="T62" fmla="*/ 1594 w 2061"/>
                  <a:gd name="T63" fmla="*/ 483 h 525"/>
                  <a:gd name="T64" fmla="*/ 1525 w 2061"/>
                  <a:gd name="T65" fmla="*/ 493 h 525"/>
                  <a:gd name="T66" fmla="*/ 1241 w 2061"/>
                  <a:gd name="T67" fmla="*/ 358 h 525"/>
                  <a:gd name="T68" fmla="*/ 1297 w 2061"/>
                  <a:gd name="T69" fmla="*/ 350 h 525"/>
                  <a:gd name="T70" fmla="*/ 1344 w 2061"/>
                  <a:gd name="T71" fmla="*/ 340 h 525"/>
                  <a:gd name="T72" fmla="*/ 1378 w 2061"/>
                  <a:gd name="T73" fmla="*/ 330 h 525"/>
                  <a:gd name="T74" fmla="*/ 1411 w 2061"/>
                  <a:gd name="T75" fmla="*/ 319 h 525"/>
                  <a:gd name="T76" fmla="*/ 1441 w 2061"/>
                  <a:gd name="T77" fmla="*/ 304 h 525"/>
                  <a:gd name="T78" fmla="*/ 1461 w 2061"/>
                  <a:gd name="T79" fmla="*/ 290 h 525"/>
                  <a:gd name="T80" fmla="*/ 1474 w 2061"/>
                  <a:gd name="T81" fmla="*/ 273 h 525"/>
                  <a:gd name="T82" fmla="*/ 1476 w 2061"/>
                  <a:gd name="T83" fmla="*/ 260 h 525"/>
                  <a:gd name="T84" fmla="*/ 1472 w 2061"/>
                  <a:gd name="T85" fmla="*/ 248 h 525"/>
                  <a:gd name="T86" fmla="*/ 1460 w 2061"/>
                  <a:gd name="T87" fmla="*/ 234 h 525"/>
                  <a:gd name="T88" fmla="*/ 1442 w 2061"/>
                  <a:gd name="T89" fmla="*/ 221 h 525"/>
                  <a:gd name="T90" fmla="*/ 806 w 2061"/>
                  <a:gd name="T91" fmla="*/ 167 h 525"/>
                  <a:gd name="T92" fmla="*/ 739 w 2061"/>
                  <a:gd name="T93" fmla="*/ 179 h 525"/>
                  <a:gd name="T94" fmla="*/ 703 w 2061"/>
                  <a:gd name="T95" fmla="*/ 187 h 525"/>
                  <a:gd name="T96" fmla="*/ 665 w 2061"/>
                  <a:gd name="T97" fmla="*/ 199 h 525"/>
                  <a:gd name="T98" fmla="*/ 634 w 2061"/>
                  <a:gd name="T99" fmla="*/ 211 h 525"/>
                  <a:gd name="T100" fmla="*/ 610 w 2061"/>
                  <a:gd name="T101" fmla="*/ 225 h 525"/>
                  <a:gd name="T102" fmla="*/ 593 w 2061"/>
                  <a:gd name="T103" fmla="*/ 240 h 525"/>
                  <a:gd name="T104" fmla="*/ 585 w 2061"/>
                  <a:gd name="T105" fmla="*/ 257 h 525"/>
                  <a:gd name="T106" fmla="*/ 586 w 2061"/>
                  <a:gd name="T107" fmla="*/ 270 h 525"/>
                  <a:gd name="T108" fmla="*/ 594 w 2061"/>
                  <a:gd name="T109" fmla="*/ 283 h 525"/>
                  <a:gd name="T110" fmla="*/ 606 w 2061"/>
                  <a:gd name="T111" fmla="*/ 294 h 525"/>
                  <a:gd name="T112" fmla="*/ 628 w 2061"/>
                  <a:gd name="T113" fmla="*/ 308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061" h="525">
                    <a:moveTo>
                      <a:pt x="1037" y="525"/>
                    </a:moveTo>
                    <a:cubicBezTo>
                      <a:pt x="861" y="525"/>
                      <a:pt x="686" y="513"/>
                      <a:pt x="531" y="491"/>
                    </a:cubicBezTo>
                    <a:cubicBezTo>
                      <a:pt x="528" y="491"/>
                      <a:pt x="528" y="491"/>
                      <a:pt x="528" y="491"/>
                    </a:cubicBezTo>
                    <a:cubicBezTo>
                      <a:pt x="524" y="490"/>
                      <a:pt x="520" y="490"/>
                      <a:pt x="516" y="489"/>
                    </a:cubicBezTo>
                    <a:cubicBezTo>
                      <a:pt x="419" y="475"/>
                      <a:pt x="333" y="457"/>
                      <a:pt x="260" y="436"/>
                    </a:cubicBezTo>
                    <a:cubicBezTo>
                      <a:pt x="260" y="435"/>
                      <a:pt x="259" y="435"/>
                      <a:pt x="259" y="435"/>
                    </a:cubicBezTo>
                    <a:cubicBezTo>
                      <a:pt x="206" y="420"/>
                      <a:pt x="160" y="403"/>
                      <a:pt x="122" y="384"/>
                    </a:cubicBezTo>
                    <a:cubicBezTo>
                      <a:pt x="120" y="383"/>
                      <a:pt x="120" y="383"/>
                      <a:pt x="120" y="383"/>
                    </a:cubicBezTo>
                    <a:cubicBezTo>
                      <a:pt x="119" y="383"/>
                      <a:pt x="118" y="382"/>
                      <a:pt x="117" y="382"/>
                    </a:cubicBezTo>
                    <a:cubicBezTo>
                      <a:pt x="114" y="380"/>
                      <a:pt x="110" y="379"/>
                      <a:pt x="107" y="377"/>
                    </a:cubicBezTo>
                    <a:cubicBezTo>
                      <a:pt x="103" y="375"/>
                      <a:pt x="100" y="373"/>
                      <a:pt x="97" y="371"/>
                    </a:cubicBezTo>
                    <a:cubicBezTo>
                      <a:pt x="95" y="371"/>
                      <a:pt x="94" y="370"/>
                      <a:pt x="93" y="369"/>
                    </a:cubicBezTo>
                    <a:cubicBezTo>
                      <a:pt x="92" y="368"/>
                      <a:pt x="90" y="367"/>
                      <a:pt x="88" y="366"/>
                    </a:cubicBezTo>
                    <a:cubicBezTo>
                      <a:pt x="87" y="366"/>
                      <a:pt x="87" y="366"/>
                      <a:pt x="87" y="366"/>
                    </a:cubicBezTo>
                    <a:cubicBezTo>
                      <a:pt x="85" y="365"/>
                      <a:pt x="84" y="364"/>
                      <a:pt x="83" y="364"/>
                    </a:cubicBezTo>
                    <a:cubicBezTo>
                      <a:pt x="76" y="360"/>
                      <a:pt x="76" y="360"/>
                      <a:pt x="76" y="360"/>
                    </a:cubicBezTo>
                    <a:cubicBezTo>
                      <a:pt x="76" y="359"/>
                      <a:pt x="75" y="359"/>
                      <a:pt x="75" y="359"/>
                    </a:cubicBezTo>
                    <a:cubicBezTo>
                      <a:pt x="74" y="358"/>
                      <a:pt x="74" y="358"/>
                      <a:pt x="74" y="358"/>
                    </a:cubicBezTo>
                    <a:cubicBezTo>
                      <a:pt x="71" y="356"/>
                      <a:pt x="68" y="354"/>
                      <a:pt x="66" y="352"/>
                    </a:cubicBezTo>
                    <a:cubicBezTo>
                      <a:pt x="65" y="352"/>
                      <a:pt x="64" y="352"/>
                      <a:pt x="64" y="351"/>
                    </a:cubicBezTo>
                    <a:cubicBezTo>
                      <a:pt x="62" y="350"/>
                      <a:pt x="59" y="348"/>
                      <a:pt x="57" y="347"/>
                    </a:cubicBezTo>
                    <a:cubicBezTo>
                      <a:pt x="55" y="345"/>
                      <a:pt x="55" y="345"/>
                      <a:pt x="55" y="345"/>
                    </a:cubicBezTo>
                    <a:cubicBezTo>
                      <a:pt x="53" y="344"/>
                      <a:pt x="51" y="342"/>
                      <a:pt x="50" y="341"/>
                    </a:cubicBezTo>
                    <a:cubicBezTo>
                      <a:pt x="47" y="339"/>
                      <a:pt x="47" y="339"/>
                      <a:pt x="47" y="339"/>
                    </a:cubicBezTo>
                    <a:cubicBezTo>
                      <a:pt x="45" y="337"/>
                      <a:pt x="43" y="336"/>
                      <a:pt x="41" y="334"/>
                    </a:cubicBezTo>
                    <a:cubicBezTo>
                      <a:pt x="41" y="333"/>
                      <a:pt x="41" y="333"/>
                      <a:pt x="41" y="333"/>
                    </a:cubicBezTo>
                    <a:cubicBezTo>
                      <a:pt x="38" y="331"/>
                      <a:pt x="36" y="329"/>
                      <a:pt x="34" y="328"/>
                    </a:cubicBezTo>
                    <a:cubicBezTo>
                      <a:pt x="33" y="326"/>
                      <a:pt x="33" y="326"/>
                      <a:pt x="33" y="326"/>
                    </a:cubicBezTo>
                    <a:cubicBezTo>
                      <a:pt x="31" y="325"/>
                      <a:pt x="30" y="323"/>
                      <a:pt x="29" y="322"/>
                    </a:cubicBezTo>
                    <a:cubicBezTo>
                      <a:pt x="27" y="320"/>
                      <a:pt x="27" y="320"/>
                      <a:pt x="27" y="320"/>
                    </a:cubicBezTo>
                    <a:cubicBezTo>
                      <a:pt x="25" y="318"/>
                      <a:pt x="24" y="317"/>
                      <a:pt x="23" y="315"/>
                    </a:cubicBezTo>
                    <a:cubicBezTo>
                      <a:pt x="22" y="314"/>
                      <a:pt x="22" y="314"/>
                      <a:pt x="22" y="314"/>
                    </a:cubicBezTo>
                    <a:cubicBezTo>
                      <a:pt x="20" y="312"/>
                      <a:pt x="19" y="310"/>
                      <a:pt x="17" y="308"/>
                    </a:cubicBezTo>
                    <a:cubicBezTo>
                      <a:pt x="16" y="307"/>
                      <a:pt x="16" y="307"/>
                      <a:pt x="16" y="307"/>
                    </a:cubicBezTo>
                    <a:cubicBezTo>
                      <a:pt x="15" y="305"/>
                      <a:pt x="14" y="304"/>
                      <a:pt x="13" y="302"/>
                    </a:cubicBezTo>
                    <a:cubicBezTo>
                      <a:pt x="13" y="302"/>
                      <a:pt x="13" y="301"/>
                      <a:pt x="12" y="301"/>
                    </a:cubicBezTo>
                    <a:cubicBezTo>
                      <a:pt x="11" y="298"/>
                      <a:pt x="11" y="298"/>
                      <a:pt x="11" y="298"/>
                    </a:cubicBezTo>
                    <a:cubicBezTo>
                      <a:pt x="10" y="298"/>
                      <a:pt x="10" y="296"/>
                      <a:pt x="10" y="296"/>
                    </a:cubicBezTo>
                    <a:cubicBezTo>
                      <a:pt x="9" y="295"/>
                      <a:pt x="9" y="295"/>
                      <a:pt x="9" y="294"/>
                    </a:cubicBezTo>
                    <a:cubicBezTo>
                      <a:pt x="8" y="293"/>
                      <a:pt x="7" y="291"/>
                      <a:pt x="6" y="289"/>
                    </a:cubicBezTo>
                    <a:cubicBezTo>
                      <a:pt x="6" y="289"/>
                      <a:pt x="6" y="289"/>
                      <a:pt x="6" y="289"/>
                    </a:cubicBezTo>
                    <a:cubicBezTo>
                      <a:pt x="6" y="288"/>
                      <a:pt x="6" y="288"/>
                      <a:pt x="6" y="288"/>
                    </a:cubicBezTo>
                    <a:cubicBezTo>
                      <a:pt x="5" y="286"/>
                      <a:pt x="4" y="284"/>
                      <a:pt x="4" y="282"/>
                    </a:cubicBezTo>
                    <a:cubicBezTo>
                      <a:pt x="3" y="281"/>
                      <a:pt x="3" y="281"/>
                      <a:pt x="3" y="281"/>
                    </a:cubicBezTo>
                    <a:cubicBezTo>
                      <a:pt x="3" y="279"/>
                      <a:pt x="2" y="278"/>
                      <a:pt x="2" y="276"/>
                    </a:cubicBezTo>
                    <a:cubicBezTo>
                      <a:pt x="1" y="274"/>
                      <a:pt x="1" y="274"/>
                      <a:pt x="1" y="274"/>
                    </a:cubicBezTo>
                    <a:cubicBezTo>
                      <a:pt x="1" y="273"/>
                      <a:pt x="1" y="271"/>
                      <a:pt x="1" y="270"/>
                    </a:cubicBezTo>
                    <a:cubicBezTo>
                      <a:pt x="1" y="268"/>
                      <a:pt x="1" y="268"/>
                      <a:pt x="1" y="268"/>
                    </a:cubicBezTo>
                    <a:cubicBezTo>
                      <a:pt x="0" y="266"/>
                      <a:pt x="0" y="265"/>
                      <a:pt x="0" y="263"/>
                    </a:cubicBezTo>
                    <a:cubicBezTo>
                      <a:pt x="0" y="263"/>
                      <a:pt x="0" y="262"/>
                      <a:pt x="0" y="262"/>
                    </a:cubicBezTo>
                    <a:cubicBezTo>
                      <a:pt x="0" y="260"/>
                      <a:pt x="0" y="258"/>
                      <a:pt x="0" y="256"/>
                    </a:cubicBezTo>
                    <a:cubicBezTo>
                      <a:pt x="0" y="255"/>
                      <a:pt x="0" y="255"/>
                      <a:pt x="0" y="255"/>
                    </a:cubicBezTo>
                    <a:cubicBezTo>
                      <a:pt x="0" y="253"/>
                      <a:pt x="1" y="251"/>
                      <a:pt x="1" y="250"/>
                    </a:cubicBezTo>
                    <a:cubicBezTo>
                      <a:pt x="1" y="248"/>
                      <a:pt x="1" y="248"/>
                      <a:pt x="1" y="248"/>
                    </a:cubicBezTo>
                    <a:cubicBezTo>
                      <a:pt x="1" y="246"/>
                      <a:pt x="2" y="245"/>
                      <a:pt x="2" y="244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2"/>
                      <a:pt x="3" y="242"/>
                    </a:cubicBezTo>
                    <a:cubicBezTo>
                      <a:pt x="3" y="240"/>
                      <a:pt x="3" y="239"/>
                      <a:pt x="4" y="238"/>
                    </a:cubicBezTo>
                    <a:cubicBezTo>
                      <a:pt x="4" y="237"/>
                      <a:pt x="4" y="237"/>
                      <a:pt x="4" y="237"/>
                    </a:cubicBezTo>
                    <a:cubicBezTo>
                      <a:pt x="4" y="237"/>
                      <a:pt x="4" y="236"/>
                      <a:pt x="4" y="236"/>
                    </a:cubicBezTo>
                    <a:cubicBezTo>
                      <a:pt x="5" y="236"/>
                      <a:pt x="5" y="236"/>
                      <a:pt x="5" y="236"/>
                    </a:cubicBezTo>
                    <a:cubicBezTo>
                      <a:pt x="5" y="234"/>
                      <a:pt x="6" y="232"/>
                      <a:pt x="7" y="230"/>
                    </a:cubicBezTo>
                    <a:cubicBezTo>
                      <a:pt x="7" y="229"/>
                      <a:pt x="7" y="229"/>
                      <a:pt x="7" y="229"/>
                    </a:cubicBezTo>
                    <a:cubicBezTo>
                      <a:pt x="8" y="227"/>
                      <a:pt x="9" y="226"/>
                      <a:pt x="10" y="224"/>
                    </a:cubicBezTo>
                    <a:cubicBezTo>
                      <a:pt x="10" y="223"/>
                      <a:pt x="11" y="223"/>
                      <a:pt x="11" y="222"/>
                    </a:cubicBezTo>
                    <a:cubicBezTo>
                      <a:pt x="12" y="221"/>
                      <a:pt x="13" y="219"/>
                      <a:pt x="13" y="218"/>
                    </a:cubicBezTo>
                    <a:cubicBezTo>
                      <a:pt x="14" y="218"/>
                      <a:pt x="15" y="216"/>
                      <a:pt x="15" y="216"/>
                    </a:cubicBezTo>
                    <a:cubicBezTo>
                      <a:pt x="16" y="215"/>
                      <a:pt x="17" y="213"/>
                      <a:pt x="18" y="212"/>
                    </a:cubicBezTo>
                    <a:cubicBezTo>
                      <a:pt x="18" y="211"/>
                      <a:pt x="18" y="211"/>
                      <a:pt x="19" y="210"/>
                    </a:cubicBezTo>
                    <a:cubicBezTo>
                      <a:pt x="20" y="208"/>
                      <a:pt x="22" y="206"/>
                      <a:pt x="23" y="205"/>
                    </a:cubicBezTo>
                    <a:cubicBezTo>
                      <a:pt x="24" y="204"/>
                      <a:pt x="24" y="204"/>
                      <a:pt x="24" y="204"/>
                    </a:cubicBezTo>
                    <a:cubicBezTo>
                      <a:pt x="25" y="202"/>
                      <a:pt x="27" y="200"/>
                      <a:pt x="28" y="199"/>
                    </a:cubicBezTo>
                    <a:cubicBezTo>
                      <a:pt x="29" y="198"/>
                      <a:pt x="29" y="198"/>
                      <a:pt x="29" y="198"/>
                    </a:cubicBezTo>
                    <a:cubicBezTo>
                      <a:pt x="30" y="197"/>
                      <a:pt x="30" y="197"/>
                      <a:pt x="30" y="197"/>
                    </a:cubicBezTo>
                    <a:cubicBezTo>
                      <a:pt x="31" y="196"/>
                      <a:pt x="33" y="194"/>
                      <a:pt x="34" y="193"/>
                    </a:cubicBezTo>
                    <a:cubicBezTo>
                      <a:pt x="35" y="192"/>
                      <a:pt x="36" y="192"/>
                      <a:pt x="36" y="191"/>
                    </a:cubicBezTo>
                    <a:cubicBezTo>
                      <a:pt x="38" y="190"/>
                      <a:pt x="39" y="188"/>
                      <a:pt x="41" y="187"/>
                    </a:cubicBezTo>
                    <a:cubicBezTo>
                      <a:pt x="41" y="187"/>
                      <a:pt x="42" y="186"/>
                      <a:pt x="42" y="186"/>
                    </a:cubicBezTo>
                    <a:cubicBezTo>
                      <a:pt x="47" y="182"/>
                      <a:pt x="51" y="178"/>
                      <a:pt x="56" y="174"/>
                    </a:cubicBezTo>
                    <a:cubicBezTo>
                      <a:pt x="57" y="174"/>
                      <a:pt x="57" y="174"/>
                      <a:pt x="57" y="174"/>
                    </a:cubicBezTo>
                    <a:cubicBezTo>
                      <a:pt x="57" y="174"/>
                      <a:pt x="58" y="173"/>
                      <a:pt x="59" y="173"/>
                    </a:cubicBezTo>
                    <a:cubicBezTo>
                      <a:pt x="60" y="172"/>
                      <a:pt x="62" y="170"/>
                      <a:pt x="64" y="169"/>
                    </a:cubicBezTo>
                    <a:cubicBezTo>
                      <a:pt x="65" y="169"/>
                      <a:pt x="65" y="168"/>
                      <a:pt x="66" y="168"/>
                    </a:cubicBezTo>
                    <a:cubicBezTo>
                      <a:pt x="67" y="167"/>
                      <a:pt x="67" y="167"/>
                      <a:pt x="67" y="167"/>
                    </a:cubicBezTo>
                    <a:cubicBezTo>
                      <a:pt x="69" y="166"/>
                      <a:pt x="70" y="165"/>
                      <a:pt x="72" y="163"/>
                    </a:cubicBezTo>
                    <a:cubicBezTo>
                      <a:pt x="75" y="162"/>
                      <a:pt x="75" y="162"/>
                      <a:pt x="75" y="162"/>
                    </a:cubicBezTo>
                    <a:cubicBezTo>
                      <a:pt x="78" y="160"/>
                      <a:pt x="80" y="159"/>
                      <a:pt x="83" y="157"/>
                    </a:cubicBezTo>
                    <a:cubicBezTo>
                      <a:pt x="84" y="156"/>
                      <a:pt x="84" y="156"/>
                      <a:pt x="84" y="156"/>
                    </a:cubicBezTo>
                    <a:cubicBezTo>
                      <a:pt x="87" y="155"/>
                      <a:pt x="90" y="153"/>
                      <a:pt x="93" y="151"/>
                    </a:cubicBezTo>
                    <a:cubicBezTo>
                      <a:pt x="94" y="151"/>
                      <a:pt x="95" y="150"/>
                      <a:pt x="96" y="150"/>
                    </a:cubicBezTo>
                    <a:cubicBezTo>
                      <a:pt x="98" y="148"/>
                      <a:pt x="100" y="147"/>
                      <a:pt x="103" y="146"/>
                    </a:cubicBezTo>
                    <a:cubicBezTo>
                      <a:pt x="103" y="146"/>
                      <a:pt x="105" y="145"/>
                      <a:pt x="106" y="144"/>
                    </a:cubicBezTo>
                    <a:cubicBezTo>
                      <a:pt x="108" y="143"/>
                      <a:pt x="108" y="143"/>
                      <a:pt x="108" y="143"/>
                    </a:cubicBezTo>
                    <a:cubicBezTo>
                      <a:pt x="109" y="142"/>
                      <a:pt x="111" y="142"/>
                      <a:pt x="113" y="141"/>
                    </a:cubicBezTo>
                    <a:cubicBezTo>
                      <a:pt x="114" y="140"/>
                      <a:pt x="115" y="139"/>
                      <a:pt x="116" y="139"/>
                    </a:cubicBezTo>
                    <a:cubicBezTo>
                      <a:pt x="119" y="138"/>
                      <a:pt x="122" y="136"/>
                      <a:pt x="125" y="135"/>
                    </a:cubicBezTo>
                    <a:cubicBezTo>
                      <a:pt x="126" y="134"/>
                      <a:pt x="126" y="134"/>
                      <a:pt x="127" y="134"/>
                    </a:cubicBezTo>
                    <a:cubicBezTo>
                      <a:pt x="130" y="133"/>
                      <a:pt x="133" y="131"/>
                      <a:pt x="136" y="130"/>
                    </a:cubicBezTo>
                    <a:cubicBezTo>
                      <a:pt x="138" y="129"/>
                      <a:pt x="138" y="129"/>
                      <a:pt x="138" y="129"/>
                    </a:cubicBezTo>
                    <a:cubicBezTo>
                      <a:pt x="139" y="129"/>
                      <a:pt x="139" y="129"/>
                      <a:pt x="139" y="129"/>
                    </a:cubicBezTo>
                    <a:cubicBezTo>
                      <a:pt x="140" y="128"/>
                      <a:pt x="140" y="128"/>
                      <a:pt x="141" y="128"/>
                    </a:cubicBezTo>
                    <a:cubicBezTo>
                      <a:pt x="144" y="126"/>
                      <a:pt x="147" y="125"/>
                      <a:pt x="150" y="124"/>
                    </a:cubicBezTo>
                    <a:cubicBezTo>
                      <a:pt x="151" y="123"/>
                      <a:pt x="152" y="123"/>
                      <a:pt x="154" y="122"/>
                    </a:cubicBezTo>
                    <a:cubicBezTo>
                      <a:pt x="157" y="121"/>
                      <a:pt x="159" y="120"/>
                      <a:pt x="162" y="119"/>
                    </a:cubicBezTo>
                    <a:cubicBezTo>
                      <a:pt x="166" y="117"/>
                      <a:pt x="166" y="117"/>
                      <a:pt x="166" y="117"/>
                    </a:cubicBezTo>
                    <a:cubicBezTo>
                      <a:pt x="169" y="116"/>
                      <a:pt x="173" y="115"/>
                      <a:pt x="176" y="114"/>
                    </a:cubicBezTo>
                    <a:cubicBezTo>
                      <a:pt x="177" y="113"/>
                      <a:pt x="178" y="113"/>
                      <a:pt x="179" y="113"/>
                    </a:cubicBezTo>
                    <a:cubicBezTo>
                      <a:pt x="183" y="111"/>
                      <a:pt x="187" y="109"/>
                      <a:pt x="192" y="108"/>
                    </a:cubicBezTo>
                    <a:cubicBezTo>
                      <a:pt x="193" y="107"/>
                      <a:pt x="194" y="107"/>
                      <a:pt x="195" y="107"/>
                    </a:cubicBezTo>
                    <a:cubicBezTo>
                      <a:pt x="198" y="106"/>
                      <a:pt x="198" y="106"/>
                      <a:pt x="198" y="106"/>
                    </a:cubicBezTo>
                    <a:cubicBezTo>
                      <a:pt x="201" y="105"/>
                      <a:pt x="203" y="104"/>
                      <a:pt x="205" y="103"/>
                    </a:cubicBezTo>
                    <a:cubicBezTo>
                      <a:pt x="210" y="102"/>
                      <a:pt x="210" y="102"/>
                      <a:pt x="210" y="102"/>
                    </a:cubicBezTo>
                    <a:cubicBezTo>
                      <a:pt x="213" y="101"/>
                      <a:pt x="216" y="100"/>
                      <a:pt x="219" y="99"/>
                    </a:cubicBezTo>
                    <a:cubicBezTo>
                      <a:pt x="221" y="98"/>
                      <a:pt x="222" y="98"/>
                      <a:pt x="224" y="97"/>
                    </a:cubicBezTo>
                    <a:cubicBezTo>
                      <a:pt x="228" y="96"/>
                      <a:pt x="231" y="95"/>
                      <a:pt x="235" y="94"/>
                    </a:cubicBezTo>
                    <a:cubicBezTo>
                      <a:pt x="239" y="93"/>
                      <a:pt x="239" y="93"/>
                      <a:pt x="239" y="93"/>
                    </a:cubicBezTo>
                    <a:cubicBezTo>
                      <a:pt x="242" y="92"/>
                      <a:pt x="242" y="92"/>
                      <a:pt x="242" y="92"/>
                    </a:cubicBezTo>
                    <a:cubicBezTo>
                      <a:pt x="246" y="91"/>
                      <a:pt x="249" y="89"/>
                      <a:pt x="253" y="88"/>
                    </a:cubicBezTo>
                    <a:cubicBezTo>
                      <a:pt x="257" y="87"/>
                      <a:pt x="257" y="87"/>
                      <a:pt x="257" y="87"/>
                    </a:cubicBezTo>
                    <a:cubicBezTo>
                      <a:pt x="260" y="86"/>
                      <a:pt x="262" y="86"/>
                      <a:pt x="264" y="85"/>
                    </a:cubicBezTo>
                    <a:cubicBezTo>
                      <a:pt x="269" y="84"/>
                      <a:pt x="269" y="84"/>
                      <a:pt x="269" y="84"/>
                    </a:cubicBezTo>
                    <a:cubicBezTo>
                      <a:pt x="269" y="84"/>
                      <a:pt x="273" y="83"/>
                      <a:pt x="274" y="82"/>
                    </a:cubicBezTo>
                    <a:cubicBezTo>
                      <a:pt x="277" y="82"/>
                      <a:pt x="279" y="81"/>
                      <a:pt x="281" y="81"/>
                    </a:cubicBezTo>
                    <a:cubicBezTo>
                      <a:pt x="285" y="80"/>
                      <a:pt x="285" y="80"/>
                      <a:pt x="285" y="80"/>
                    </a:cubicBezTo>
                    <a:cubicBezTo>
                      <a:pt x="291" y="78"/>
                      <a:pt x="291" y="78"/>
                      <a:pt x="291" y="78"/>
                    </a:cubicBezTo>
                    <a:cubicBezTo>
                      <a:pt x="294" y="77"/>
                      <a:pt x="298" y="76"/>
                      <a:pt x="302" y="75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312" y="73"/>
                      <a:pt x="318" y="71"/>
                      <a:pt x="323" y="70"/>
                    </a:cubicBezTo>
                    <a:cubicBezTo>
                      <a:pt x="327" y="69"/>
                      <a:pt x="327" y="69"/>
                      <a:pt x="327" y="69"/>
                    </a:cubicBezTo>
                    <a:cubicBezTo>
                      <a:pt x="332" y="68"/>
                      <a:pt x="336" y="67"/>
                      <a:pt x="340" y="66"/>
                    </a:cubicBezTo>
                    <a:cubicBezTo>
                      <a:pt x="358" y="62"/>
                      <a:pt x="358" y="62"/>
                      <a:pt x="358" y="62"/>
                    </a:cubicBezTo>
                    <a:cubicBezTo>
                      <a:pt x="360" y="62"/>
                      <a:pt x="362" y="61"/>
                      <a:pt x="363" y="61"/>
                    </a:cubicBezTo>
                    <a:cubicBezTo>
                      <a:pt x="383" y="57"/>
                      <a:pt x="383" y="57"/>
                      <a:pt x="383" y="57"/>
                    </a:cubicBezTo>
                    <a:cubicBezTo>
                      <a:pt x="388" y="56"/>
                      <a:pt x="395" y="55"/>
                      <a:pt x="401" y="53"/>
                    </a:cubicBezTo>
                    <a:cubicBezTo>
                      <a:pt x="402" y="53"/>
                      <a:pt x="403" y="53"/>
                      <a:pt x="405" y="53"/>
                    </a:cubicBezTo>
                    <a:cubicBezTo>
                      <a:pt x="410" y="52"/>
                      <a:pt x="414" y="51"/>
                      <a:pt x="419" y="50"/>
                    </a:cubicBezTo>
                    <a:cubicBezTo>
                      <a:pt x="426" y="49"/>
                      <a:pt x="426" y="49"/>
                      <a:pt x="426" y="49"/>
                    </a:cubicBezTo>
                    <a:cubicBezTo>
                      <a:pt x="439" y="46"/>
                      <a:pt x="439" y="46"/>
                      <a:pt x="439" y="46"/>
                    </a:cubicBezTo>
                    <a:cubicBezTo>
                      <a:pt x="441" y="46"/>
                      <a:pt x="444" y="46"/>
                      <a:pt x="446" y="45"/>
                    </a:cubicBezTo>
                    <a:cubicBezTo>
                      <a:pt x="450" y="44"/>
                      <a:pt x="455" y="44"/>
                      <a:pt x="459" y="43"/>
                    </a:cubicBezTo>
                    <a:cubicBezTo>
                      <a:pt x="466" y="42"/>
                      <a:pt x="466" y="42"/>
                      <a:pt x="466" y="42"/>
                    </a:cubicBezTo>
                    <a:cubicBezTo>
                      <a:pt x="472" y="41"/>
                      <a:pt x="479" y="40"/>
                      <a:pt x="486" y="39"/>
                    </a:cubicBezTo>
                    <a:cubicBezTo>
                      <a:pt x="489" y="38"/>
                      <a:pt x="489" y="38"/>
                      <a:pt x="489" y="38"/>
                    </a:cubicBezTo>
                    <a:cubicBezTo>
                      <a:pt x="513" y="35"/>
                      <a:pt x="513" y="35"/>
                      <a:pt x="513" y="35"/>
                    </a:cubicBezTo>
                    <a:cubicBezTo>
                      <a:pt x="535" y="31"/>
                      <a:pt x="535" y="31"/>
                      <a:pt x="535" y="31"/>
                    </a:cubicBezTo>
                    <a:cubicBezTo>
                      <a:pt x="538" y="31"/>
                      <a:pt x="549" y="30"/>
                      <a:pt x="549" y="30"/>
                    </a:cubicBezTo>
                    <a:cubicBezTo>
                      <a:pt x="551" y="29"/>
                      <a:pt x="553" y="29"/>
                      <a:pt x="555" y="29"/>
                    </a:cubicBezTo>
                    <a:cubicBezTo>
                      <a:pt x="557" y="29"/>
                      <a:pt x="557" y="29"/>
                      <a:pt x="557" y="29"/>
                    </a:cubicBezTo>
                    <a:cubicBezTo>
                      <a:pt x="563" y="28"/>
                      <a:pt x="569" y="27"/>
                      <a:pt x="576" y="26"/>
                    </a:cubicBezTo>
                    <a:cubicBezTo>
                      <a:pt x="578" y="26"/>
                      <a:pt x="578" y="26"/>
                      <a:pt x="578" y="26"/>
                    </a:cubicBezTo>
                    <a:cubicBezTo>
                      <a:pt x="718" y="9"/>
                      <a:pt x="868" y="0"/>
                      <a:pt x="1023" y="0"/>
                    </a:cubicBezTo>
                    <a:cubicBezTo>
                      <a:pt x="1214" y="0"/>
                      <a:pt x="1401" y="14"/>
                      <a:pt x="1564" y="39"/>
                    </a:cubicBezTo>
                    <a:cubicBezTo>
                      <a:pt x="1732" y="64"/>
                      <a:pt x="1867" y="102"/>
                      <a:pt x="1954" y="147"/>
                    </a:cubicBezTo>
                    <a:cubicBezTo>
                      <a:pt x="1957" y="148"/>
                      <a:pt x="1961" y="150"/>
                      <a:pt x="1964" y="152"/>
                    </a:cubicBezTo>
                    <a:cubicBezTo>
                      <a:pt x="1968" y="154"/>
                      <a:pt x="1968" y="154"/>
                      <a:pt x="1968" y="154"/>
                    </a:cubicBezTo>
                    <a:cubicBezTo>
                      <a:pt x="1970" y="155"/>
                      <a:pt x="1972" y="157"/>
                      <a:pt x="1974" y="158"/>
                    </a:cubicBezTo>
                    <a:cubicBezTo>
                      <a:pt x="1975" y="158"/>
                      <a:pt x="1976" y="159"/>
                      <a:pt x="1977" y="159"/>
                    </a:cubicBezTo>
                    <a:cubicBezTo>
                      <a:pt x="1980" y="161"/>
                      <a:pt x="1983" y="163"/>
                      <a:pt x="1985" y="165"/>
                    </a:cubicBezTo>
                    <a:cubicBezTo>
                      <a:pt x="1986" y="165"/>
                      <a:pt x="1986" y="165"/>
                      <a:pt x="1986" y="165"/>
                    </a:cubicBezTo>
                    <a:cubicBezTo>
                      <a:pt x="1989" y="167"/>
                      <a:pt x="1992" y="169"/>
                      <a:pt x="1995" y="171"/>
                    </a:cubicBezTo>
                    <a:cubicBezTo>
                      <a:pt x="1995" y="171"/>
                      <a:pt x="1996" y="172"/>
                      <a:pt x="1997" y="172"/>
                    </a:cubicBezTo>
                    <a:cubicBezTo>
                      <a:pt x="1999" y="174"/>
                      <a:pt x="2001" y="175"/>
                      <a:pt x="2003" y="176"/>
                    </a:cubicBezTo>
                    <a:cubicBezTo>
                      <a:pt x="2005" y="178"/>
                      <a:pt x="2005" y="178"/>
                      <a:pt x="2005" y="178"/>
                    </a:cubicBezTo>
                    <a:cubicBezTo>
                      <a:pt x="2007" y="180"/>
                      <a:pt x="2009" y="181"/>
                      <a:pt x="2012" y="183"/>
                    </a:cubicBezTo>
                    <a:cubicBezTo>
                      <a:pt x="2012" y="183"/>
                      <a:pt x="2012" y="183"/>
                      <a:pt x="2012" y="184"/>
                    </a:cubicBezTo>
                    <a:cubicBezTo>
                      <a:pt x="2015" y="186"/>
                      <a:pt x="2017" y="188"/>
                      <a:pt x="2019" y="189"/>
                    </a:cubicBezTo>
                    <a:cubicBezTo>
                      <a:pt x="2020" y="190"/>
                      <a:pt x="2020" y="190"/>
                      <a:pt x="2021" y="191"/>
                    </a:cubicBezTo>
                    <a:cubicBezTo>
                      <a:pt x="2021" y="191"/>
                      <a:pt x="2021" y="191"/>
                      <a:pt x="2021" y="191"/>
                    </a:cubicBezTo>
                    <a:cubicBezTo>
                      <a:pt x="2023" y="192"/>
                      <a:pt x="2024" y="194"/>
                      <a:pt x="2026" y="195"/>
                    </a:cubicBezTo>
                    <a:cubicBezTo>
                      <a:pt x="2028" y="197"/>
                      <a:pt x="2028" y="197"/>
                      <a:pt x="2028" y="197"/>
                    </a:cubicBezTo>
                    <a:cubicBezTo>
                      <a:pt x="2029" y="199"/>
                      <a:pt x="2031" y="200"/>
                      <a:pt x="2032" y="202"/>
                    </a:cubicBezTo>
                    <a:cubicBezTo>
                      <a:pt x="2033" y="203"/>
                      <a:pt x="2033" y="203"/>
                      <a:pt x="2033" y="203"/>
                    </a:cubicBezTo>
                    <a:cubicBezTo>
                      <a:pt x="2035" y="205"/>
                      <a:pt x="2037" y="207"/>
                      <a:pt x="2038" y="209"/>
                    </a:cubicBezTo>
                    <a:cubicBezTo>
                      <a:pt x="2039" y="210"/>
                      <a:pt x="2039" y="210"/>
                      <a:pt x="2039" y="210"/>
                    </a:cubicBezTo>
                    <a:cubicBezTo>
                      <a:pt x="2041" y="212"/>
                      <a:pt x="2042" y="213"/>
                      <a:pt x="2043" y="214"/>
                    </a:cubicBezTo>
                    <a:cubicBezTo>
                      <a:pt x="2043" y="215"/>
                      <a:pt x="2043" y="215"/>
                      <a:pt x="2044" y="216"/>
                    </a:cubicBezTo>
                    <a:cubicBezTo>
                      <a:pt x="2044" y="216"/>
                      <a:pt x="2044" y="216"/>
                      <a:pt x="2044" y="216"/>
                    </a:cubicBezTo>
                    <a:cubicBezTo>
                      <a:pt x="2045" y="218"/>
                      <a:pt x="2046" y="219"/>
                      <a:pt x="2047" y="221"/>
                    </a:cubicBezTo>
                    <a:cubicBezTo>
                      <a:pt x="2048" y="221"/>
                      <a:pt x="2048" y="222"/>
                      <a:pt x="2048" y="222"/>
                    </a:cubicBezTo>
                    <a:cubicBezTo>
                      <a:pt x="2049" y="224"/>
                      <a:pt x="2050" y="226"/>
                      <a:pt x="2051" y="228"/>
                    </a:cubicBezTo>
                    <a:cubicBezTo>
                      <a:pt x="2052" y="230"/>
                      <a:pt x="2052" y="230"/>
                      <a:pt x="2052" y="230"/>
                    </a:cubicBezTo>
                    <a:cubicBezTo>
                      <a:pt x="2053" y="231"/>
                      <a:pt x="2054" y="232"/>
                      <a:pt x="2054" y="234"/>
                    </a:cubicBezTo>
                    <a:cubicBezTo>
                      <a:pt x="2055" y="235"/>
                      <a:pt x="2055" y="235"/>
                      <a:pt x="2055" y="236"/>
                    </a:cubicBezTo>
                    <a:cubicBezTo>
                      <a:pt x="2056" y="237"/>
                      <a:pt x="2056" y="239"/>
                      <a:pt x="2057" y="240"/>
                    </a:cubicBezTo>
                    <a:cubicBezTo>
                      <a:pt x="2057" y="241"/>
                      <a:pt x="2057" y="241"/>
                      <a:pt x="2057" y="241"/>
                    </a:cubicBezTo>
                    <a:cubicBezTo>
                      <a:pt x="2057" y="242"/>
                      <a:pt x="2057" y="242"/>
                      <a:pt x="2057" y="242"/>
                    </a:cubicBezTo>
                    <a:cubicBezTo>
                      <a:pt x="2058" y="244"/>
                      <a:pt x="2058" y="246"/>
                      <a:pt x="2059" y="248"/>
                    </a:cubicBezTo>
                    <a:cubicBezTo>
                      <a:pt x="2059" y="248"/>
                      <a:pt x="2059" y="249"/>
                      <a:pt x="2059" y="249"/>
                    </a:cubicBezTo>
                    <a:cubicBezTo>
                      <a:pt x="2059" y="251"/>
                      <a:pt x="2060" y="252"/>
                      <a:pt x="2060" y="254"/>
                    </a:cubicBezTo>
                    <a:cubicBezTo>
                      <a:pt x="2060" y="256"/>
                      <a:pt x="2060" y="256"/>
                      <a:pt x="2060" y="256"/>
                    </a:cubicBezTo>
                    <a:cubicBezTo>
                      <a:pt x="2060" y="257"/>
                      <a:pt x="2060" y="259"/>
                      <a:pt x="2060" y="260"/>
                    </a:cubicBezTo>
                    <a:cubicBezTo>
                      <a:pt x="2060" y="261"/>
                      <a:pt x="2061" y="261"/>
                      <a:pt x="2061" y="262"/>
                    </a:cubicBezTo>
                    <a:cubicBezTo>
                      <a:pt x="2061" y="264"/>
                      <a:pt x="2061" y="266"/>
                      <a:pt x="2060" y="267"/>
                    </a:cubicBezTo>
                    <a:cubicBezTo>
                      <a:pt x="2060" y="269"/>
                      <a:pt x="2060" y="269"/>
                      <a:pt x="2060" y="269"/>
                    </a:cubicBezTo>
                    <a:cubicBezTo>
                      <a:pt x="2060" y="270"/>
                      <a:pt x="2060" y="272"/>
                      <a:pt x="2060" y="273"/>
                    </a:cubicBezTo>
                    <a:cubicBezTo>
                      <a:pt x="2060" y="274"/>
                      <a:pt x="2059" y="275"/>
                      <a:pt x="2059" y="275"/>
                    </a:cubicBezTo>
                    <a:cubicBezTo>
                      <a:pt x="2059" y="277"/>
                      <a:pt x="2059" y="278"/>
                      <a:pt x="2058" y="280"/>
                    </a:cubicBezTo>
                    <a:cubicBezTo>
                      <a:pt x="2058" y="280"/>
                      <a:pt x="2058" y="281"/>
                      <a:pt x="2058" y="281"/>
                    </a:cubicBezTo>
                    <a:cubicBezTo>
                      <a:pt x="2058" y="283"/>
                      <a:pt x="2057" y="285"/>
                      <a:pt x="2056" y="287"/>
                    </a:cubicBezTo>
                    <a:cubicBezTo>
                      <a:pt x="2056" y="287"/>
                      <a:pt x="2056" y="288"/>
                      <a:pt x="2056" y="288"/>
                    </a:cubicBezTo>
                    <a:cubicBezTo>
                      <a:pt x="2055" y="290"/>
                      <a:pt x="2055" y="291"/>
                      <a:pt x="2054" y="293"/>
                    </a:cubicBezTo>
                    <a:cubicBezTo>
                      <a:pt x="2053" y="295"/>
                      <a:pt x="2053" y="295"/>
                      <a:pt x="2053" y="295"/>
                    </a:cubicBezTo>
                    <a:cubicBezTo>
                      <a:pt x="2052" y="296"/>
                      <a:pt x="2052" y="298"/>
                      <a:pt x="2051" y="299"/>
                    </a:cubicBezTo>
                    <a:cubicBezTo>
                      <a:pt x="2051" y="300"/>
                      <a:pt x="2050" y="300"/>
                      <a:pt x="2050" y="300"/>
                    </a:cubicBezTo>
                    <a:cubicBezTo>
                      <a:pt x="2050" y="301"/>
                      <a:pt x="2050" y="301"/>
                      <a:pt x="2050" y="301"/>
                    </a:cubicBezTo>
                    <a:cubicBezTo>
                      <a:pt x="2049" y="303"/>
                      <a:pt x="2048" y="304"/>
                      <a:pt x="2047" y="306"/>
                    </a:cubicBezTo>
                    <a:cubicBezTo>
                      <a:pt x="2046" y="307"/>
                      <a:pt x="2046" y="307"/>
                      <a:pt x="2046" y="307"/>
                    </a:cubicBezTo>
                    <a:cubicBezTo>
                      <a:pt x="2045" y="309"/>
                      <a:pt x="2044" y="311"/>
                      <a:pt x="2042" y="312"/>
                    </a:cubicBezTo>
                    <a:cubicBezTo>
                      <a:pt x="2042" y="313"/>
                      <a:pt x="2042" y="313"/>
                      <a:pt x="2042" y="313"/>
                    </a:cubicBezTo>
                    <a:cubicBezTo>
                      <a:pt x="2041" y="315"/>
                      <a:pt x="2039" y="317"/>
                      <a:pt x="2038" y="318"/>
                    </a:cubicBezTo>
                    <a:cubicBezTo>
                      <a:pt x="2037" y="319"/>
                      <a:pt x="2037" y="319"/>
                      <a:pt x="2037" y="319"/>
                    </a:cubicBezTo>
                    <a:cubicBezTo>
                      <a:pt x="2035" y="321"/>
                      <a:pt x="2034" y="323"/>
                      <a:pt x="2032" y="325"/>
                    </a:cubicBezTo>
                    <a:cubicBezTo>
                      <a:pt x="2032" y="325"/>
                      <a:pt x="2032" y="325"/>
                      <a:pt x="2032" y="325"/>
                    </a:cubicBezTo>
                    <a:cubicBezTo>
                      <a:pt x="2031" y="326"/>
                      <a:pt x="2031" y="326"/>
                      <a:pt x="2031" y="326"/>
                    </a:cubicBezTo>
                    <a:cubicBezTo>
                      <a:pt x="2029" y="327"/>
                      <a:pt x="2028" y="329"/>
                      <a:pt x="2026" y="331"/>
                    </a:cubicBezTo>
                    <a:cubicBezTo>
                      <a:pt x="2026" y="331"/>
                      <a:pt x="2025" y="331"/>
                      <a:pt x="2025" y="332"/>
                    </a:cubicBezTo>
                    <a:cubicBezTo>
                      <a:pt x="2023" y="333"/>
                      <a:pt x="2021" y="335"/>
                      <a:pt x="2019" y="337"/>
                    </a:cubicBezTo>
                    <a:cubicBezTo>
                      <a:pt x="2018" y="338"/>
                      <a:pt x="2018" y="338"/>
                      <a:pt x="2018" y="338"/>
                    </a:cubicBezTo>
                    <a:cubicBezTo>
                      <a:pt x="2016" y="340"/>
                      <a:pt x="2014" y="341"/>
                      <a:pt x="2012" y="343"/>
                    </a:cubicBezTo>
                    <a:cubicBezTo>
                      <a:pt x="2009" y="341"/>
                      <a:pt x="2009" y="341"/>
                      <a:pt x="2009" y="341"/>
                    </a:cubicBezTo>
                    <a:cubicBezTo>
                      <a:pt x="2012" y="343"/>
                      <a:pt x="2012" y="343"/>
                      <a:pt x="2012" y="343"/>
                    </a:cubicBezTo>
                    <a:cubicBezTo>
                      <a:pt x="2009" y="345"/>
                      <a:pt x="2007" y="347"/>
                      <a:pt x="2004" y="349"/>
                    </a:cubicBezTo>
                    <a:cubicBezTo>
                      <a:pt x="2003" y="350"/>
                      <a:pt x="2003" y="350"/>
                      <a:pt x="2003" y="350"/>
                    </a:cubicBezTo>
                    <a:cubicBezTo>
                      <a:pt x="2001" y="352"/>
                      <a:pt x="1998" y="353"/>
                      <a:pt x="1996" y="355"/>
                    </a:cubicBezTo>
                    <a:cubicBezTo>
                      <a:pt x="1995" y="356"/>
                      <a:pt x="1995" y="356"/>
                      <a:pt x="1995" y="356"/>
                    </a:cubicBezTo>
                    <a:cubicBezTo>
                      <a:pt x="1992" y="357"/>
                      <a:pt x="1990" y="359"/>
                      <a:pt x="1987" y="360"/>
                    </a:cubicBezTo>
                    <a:cubicBezTo>
                      <a:pt x="1986" y="361"/>
                      <a:pt x="1986" y="361"/>
                      <a:pt x="1986" y="361"/>
                    </a:cubicBezTo>
                    <a:cubicBezTo>
                      <a:pt x="1984" y="363"/>
                      <a:pt x="1981" y="364"/>
                      <a:pt x="1979" y="366"/>
                    </a:cubicBezTo>
                    <a:cubicBezTo>
                      <a:pt x="1976" y="367"/>
                      <a:pt x="1976" y="367"/>
                      <a:pt x="1976" y="367"/>
                    </a:cubicBezTo>
                    <a:cubicBezTo>
                      <a:pt x="1973" y="369"/>
                      <a:pt x="1970" y="371"/>
                      <a:pt x="1967" y="372"/>
                    </a:cubicBezTo>
                    <a:cubicBezTo>
                      <a:pt x="1964" y="374"/>
                      <a:pt x="1961" y="376"/>
                      <a:pt x="1958" y="378"/>
                    </a:cubicBezTo>
                    <a:cubicBezTo>
                      <a:pt x="1956" y="379"/>
                      <a:pt x="1956" y="379"/>
                      <a:pt x="1956" y="379"/>
                    </a:cubicBezTo>
                    <a:cubicBezTo>
                      <a:pt x="1953" y="380"/>
                      <a:pt x="1953" y="380"/>
                      <a:pt x="1953" y="380"/>
                    </a:cubicBezTo>
                    <a:cubicBezTo>
                      <a:pt x="1951" y="381"/>
                      <a:pt x="1948" y="382"/>
                      <a:pt x="1946" y="384"/>
                    </a:cubicBezTo>
                    <a:cubicBezTo>
                      <a:pt x="1945" y="384"/>
                      <a:pt x="1945" y="384"/>
                      <a:pt x="1944" y="384"/>
                    </a:cubicBezTo>
                    <a:cubicBezTo>
                      <a:pt x="1943" y="385"/>
                      <a:pt x="1942" y="385"/>
                      <a:pt x="1941" y="386"/>
                    </a:cubicBezTo>
                    <a:cubicBezTo>
                      <a:pt x="1940" y="386"/>
                      <a:pt x="1940" y="386"/>
                      <a:pt x="1939" y="387"/>
                    </a:cubicBezTo>
                    <a:cubicBezTo>
                      <a:pt x="1937" y="388"/>
                      <a:pt x="1937" y="388"/>
                      <a:pt x="1937" y="388"/>
                    </a:cubicBezTo>
                    <a:cubicBezTo>
                      <a:pt x="1936" y="388"/>
                      <a:pt x="1936" y="388"/>
                      <a:pt x="1935" y="389"/>
                    </a:cubicBezTo>
                    <a:cubicBezTo>
                      <a:pt x="1933" y="389"/>
                      <a:pt x="1933" y="389"/>
                      <a:pt x="1933" y="389"/>
                    </a:cubicBezTo>
                    <a:cubicBezTo>
                      <a:pt x="1930" y="391"/>
                      <a:pt x="1926" y="393"/>
                      <a:pt x="1923" y="394"/>
                    </a:cubicBezTo>
                    <a:cubicBezTo>
                      <a:pt x="1920" y="395"/>
                      <a:pt x="1920" y="395"/>
                      <a:pt x="1920" y="395"/>
                    </a:cubicBezTo>
                    <a:cubicBezTo>
                      <a:pt x="1917" y="397"/>
                      <a:pt x="1913" y="398"/>
                      <a:pt x="1910" y="400"/>
                    </a:cubicBezTo>
                    <a:cubicBezTo>
                      <a:pt x="1909" y="400"/>
                      <a:pt x="1909" y="400"/>
                      <a:pt x="1909" y="400"/>
                    </a:cubicBezTo>
                    <a:cubicBezTo>
                      <a:pt x="1908" y="400"/>
                      <a:pt x="1908" y="400"/>
                      <a:pt x="1908" y="400"/>
                    </a:cubicBezTo>
                    <a:cubicBezTo>
                      <a:pt x="1905" y="402"/>
                      <a:pt x="1902" y="403"/>
                      <a:pt x="1899" y="404"/>
                    </a:cubicBezTo>
                    <a:cubicBezTo>
                      <a:pt x="1895" y="406"/>
                      <a:pt x="1895" y="406"/>
                      <a:pt x="1895" y="406"/>
                    </a:cubicBezTo>
                    <a:cubicBezTo>
                      <a:pt x="1891" y="407"/>
                      <a:pt x="1887" y="409"/>
                      <a:pt x="1883" y="410"/>
                    </a:cubicBezTo>
                    <a:cubicBezTo>
                      <a:pt x="1882" y="411"/>
                      <a:pt x="1882" y="411"/>
                      <a:pt x="1881" y="411"/>
                    </a:cubicBezTo>
                    <a:cubicBezTo>
                      <a:pt x="1877" y="412"/>
                      <a:pt x="1873" y="414"/>
                      <a:pt x="1869" y="415"/>
                    </a:cubicBezTo>
                    <a:cubicBezTo>
                      <a:pt x="1869" y="415"/>
                      <a:pt x="1869" y="415"/>
                      <a:pt x="1869" y="415"/>
                    </a:cubicBezTo>
                    <a:cubicBezTo>
                      <a:pt x="1869" y="416"/>
                      <a:pt x="1868" y="416"/>
                      <a:pt x="1867" y="416"/>
                    </a:cubicBezTo>
                    <a:cubicBezTo>
                      <a:pt x="1863" y="417"/>
                      <a:pt x="1859" y="419"/>
                      <a:pt x="1855" y="420"/>
                    </a:cubicBezTo>
                    <a:cubicBezTo>
                      <a:pt x="1854" y="420"/>
                      <a:pt x="1854" y="420"/>
                      <a:pt x="1854" y="420"/>
                    </a:cubicBezTo>
                    <a:cubicBezTo>
                      <a:pt x="1853" y="421"/>
                      <a:pt x="1853" y="421"/>
                      <a:pt x="1852" y="421"/>
                    </a:cubicBezTo>
                    <a:cubicBezTo>
                      <a:pt x="1847" y="423"/>
                      <a:pt x="1843" y="424"/>
                      <a:pt x="1838" y="426"/>
                    </a:cubicBezTo>
                    <a:cubicBezTo>
                      <a:pt x="1838" y="426"/>
                      <a:pt x="1838" y="426"/>
                      <a:pt x="1837" y="426"/>
                    </a:cubicBezTo>
                    <a:cubicBezTo>
                      <a:pt x="1835" y="427"/>
                      <a:pt x="1832" y="428"/>
                      <a:pt x="1829" y="429"/>
                    </a:cubicBezTo>
                    <a:cubicBezTo>
                      <a:pt x="1824" y="430"/>
                      <a:pt x="1824" y="430"/>
                      <a:pt x="1824" y="430"/>
                    </a:cubicBezTo>
                    <a:cubicBezTo>
                      <a:pt x="1824" y="430"/>
                      <a:pt x="1816" y="432"/>
                      <a:pt x="1815" y="433"/>
                    </a:cubicBezTo>
                    <a:cubicBezTo>
                      <a:pt x="1807" y="435"/>
                      <a:pt x="1807" y="435"/>
                      <a:pt x="1807" y="435"/>
                    </a:cubicBezTo>
                    <a:cubicBezTo>
                      <a:pt x="1806" y="435"/>
                      <a:pt x="1806" y="436"/>
                      <a:pt x="1805" y="436"/>
                    </a:cubicBezTo>
                    <a:cubicBezTo>
                      <a:pt x="1801" y="437"/>
                      <a:pt x="1801" y="437"/>
                      <a:pt x="1801" y="437"/>
                    </a:cubicBezTo>
                    <a:cubicBezTo>
                      <a:pt x="1802" y="437"/>
                      <a:pt x="1802" y="437"/>
                      <a:pt x="1802" y="437"/>
                    </a:cubicBezTo>
                    <a:cubicBezTo>
                      <a:pt x="1801" y="438"/>
                      <a:pt x="1801" y="438"/>
                      <a:pt x="1801" y="438"/>
                    </a:cubicBezTo>
                    <a:cubicBezTo>
                      <a:pt x="1795" y="440"/>
                      <a:pt x="1795" y="440"/>
                      <a:pt x="1795" y="440"/>
                    </a:cubicBezTo>
                    <a:cubicBezTo>
                      <a:pt x="1792" y="440"/>
                      <a:pt x="1789" y="441"/>
                      <a:pt x="1786" y="442"/>
                    </a:cubicBezTo>
                    <a:cubicBezTo>
                      <a:pt x="1785" y="442"/>
                      <a:pt x="1785" y="442"/>
                      <a:pt x="1785" y="442"/>
                    </a:cubicBezTo>
                    <a:cubicBezTo>
                      <a:pt x="1780" y="444"/>
                      <a:pt x="1775" y="445"/>
                      <a:pt x="1770" y="446"/>
                    </a:cubicBezTo>
                    <a:cubicBezTo>
                      <a:pt x="1770" y="446"/>
                      <a:pt x="1767" y="447"/>
                      <a:pt x="1766" y="447"/>
                    </a:cubicBezTo>
                    <a:cubicBezTo>
                      <a:pt x="1761" y="449"/>
                      <a:pt x="1756" y="450"/>
                      <a:pt x="1751" y="451"/>
                    </a:cubicBezTo>
                    <a:cubicBezTo>
                      <a:pt x="1750" y="451"/>
                      <a:pt x="1750" y="451"/>
                      <a:pt x="1749" y="452"/>
                    </a:cubicBezTo>
                    <a:cubicBezTo>
                      <a:pt x="1744" y="453"/>
                      <a:pt x="1739" y="454"/>
                      <a:pt x="1734" y="455"/>
                    </a:cubicBezTo>
                    <a:cubicBezTo>
                      <a:pt x="1733" y="455"/>
                      <a:pt x="1732" y="456"/>
                      <a:pt x="1731" y="456"/>
                    </a:cubicBezTo>
                    <a:cubicBezTo>
                      <a:pt x="1726" y="457"/>
                      <a:pt x="1721" y="458"/>
                      <a:pt x="1715" y="460"/>
                    </a:cubicBezTo>
                    <a:cubicBezTo>
                      <a:pt x="1712" y="460"/>
                      <a:pt x="1712" y="460"/>
                      <a:pt x="1712" y="460"/>
                    </a:cubicBezTo>
                    <a:cubicBezTo>
                      <a:pt x="1707" y="462"/>
                      <a:pt x="1701" y="463"/>
                      <a:pt x="1696" y="464"/>
                    </a:cubicBezTo>
                    <a:cubicBezTo>
                      <a:pt x="1696" y="464"/>
                      <a:pt x="1695" y="464"/>
                      <a:pt x="1695" y="464"/>
                    </a:cubicBezTo>
                    <a:cubicBezTo>
                      <a:pt x="1689" y="465"/>
                      <a:pt x="1683" y="467"/>
                      <a:pt x="1677" y="468"/>
                    </a:cubicBezTo>
                    <a:cubicBezTo>
                      <a:pt x="1674" y="469"/>
                      <a:pt x="1674" y="469"/>
                      <a:pt x="1674" y="469"/>
                    </a:cubicBezTo>
                    <a:cubicBezTo>
                      <a:pt x="1668" y="470"/>
                      <a:pt x="1662" y="471"/>
                      <a:pt x="1656" y="472"/>
                    </a:cubicBezTo>
                    <a:cubicBezTo>
                      <a:pt x="1654" y="472"/>
                      <a:pt x="1654" y="472"/>
                      <a:pt x="1654" y="472"/>
                    </a:cubicBezTo>
                    <a:cubicBezTo>
                      <a:pt x="1648" y="473"/>
                      <a:pt x="1643" y="474"/>
                      <a:pt x="1637" y="476"/>
                    </a:cubicBezTo>
                    <a:cubicBezTo>
                      <a:pt x="1634" y="476"/>
                      <a:pt x="1634" y="476"/>
                      <a:pt x="1634" y="476"/>
                    </a:cubicBezTo>
                    <a:cubicBezTo>
                      <a:pt x="1628" y="477"/>
                      <a:pt x="1622" y="478"/>
                      <a:pt x="1616" y="479"/>
                    </a:cubicBezTo>
                    <a:cubicBezTo>
                      <a:pt x="1615" y="480"/>
                      <a:pt x="1613" y="480"/>
                      <a:pt x="1612" y="480"/>
                    </a:cubicBezTo>
                    <a:cubicBezTo>
                      <a:pt x="1605" y="481"/>
                      <a:pt x="1605" y="481"/>
                      <a:pt x="1605" y="481"/>
                    </a:cubicBezTo>
                    <a:cubicBezTo>
                      <a:pt x="1601" y="482"/>
                      <a:pt x="1598" y="482"/>
                      <a:pt x="1594" y="483"/>
                    </a:cubicBezTo>
                    <a:cubicBezTo>
                      <a:pt x="1593" y="483"/>
                      <a:pt x="1593" y="483"/>
                      <a:pt x="1593" y="483"/>
                    </a:cubicBezTo>
                    <a:cubicBezTo>
                      <a:pt x="1587" y="484"/>
                      <a:pt x="1580" y="485"/>
                      <a:pt x="1574" y="486"/>
                    </a:cubicBezTo>
                    <a:cubicBezTo>
                      <a:pt x="1569" y="487"/>
                      <a:pt x="1569" y="487"/>
                      <a:pt x="1569" y="487"/>
                    </a:cubicBezTo>
                    <a:cubicBezTo>
                      <a:pt x="1563" y="488"/>
                      <a:pt x="1557" y="489"/>
                      <a:pt x="1550" y="490"/>
                    </a:cubicBezTo>
                    <a:cubicBezTo>
                      <a:pt x="1544" y="491"/>
                      <a:pt x="1544" y="491"/>
                      <a:pt x="1544" y="491"/>
                    </a:cubicBezTo>
                    <a:cubicBezTo>
                      <a:pt x="1530" y="493"/>
                      <a:pt x="1530" y="493"/>
                      <a:pt x="1530" y="493"/>
                    </a:cubicBezTo>
                    <a:cubicBezTo>
                      <a:pt x="1528" y="493"/>
                      <a:pt x="1528" y="493"/>
                      <a:pt x="1528" y="493"/>
                    </a:cubicBezTo>
                    <a:cubicBezTo>
                      <a:pt x="1528" y="493"/>
                      <a:pt x="1527" y="493"/>
                      <a:pt x="1526" y="493"/>
                    </a:cubicBezTo>
                    <a:cubicBezTo>
                      <a:pt x="1525" y="493"/>
                      <a:pt x="1525" y="493"/>
                      <a:pt x="1525" y="493"/>
                    </a:cubicBezTo>
                    <a:cubicBezTo>
                      <a:pt x="1520" y="494"/>
                      <a:pt x="1515" y="495"/>
                      <a:pt x="1510" y="495"/>
                    </a:cubicBezTo>
                    <a:cubicBezTo>
                      <a:pt x="1505" y="496"/>
                      <a:pt x="1505" y="496"/>
                      <a:pt x="1505" y="496"/>
                    </a:cubicBezTo>
                    <a:cubicBezTo>
                      <a:pt x="1504" y="496"/>
                      <a:pt x="1502" y="496"/>
                      <a:pt x="1501" y="497"/>
                    </a:cubicBezTo>
                    <a:cubicBezTo>
                      <a:pt x="1494" y="498"/>
                      <a:pt x="1487" y="498"/>
                      <a:pt x="1480" y="499"/>
                    </a:cubicBezTo>
                    <a:cubicBezTo>
                      <a:pt x="1340" y="516"/>
                      <a:pt x="1192" y="525"/>
                      <a:pt x="1037" y="525"/>
                    </a:cubicBezTo>
                    <a:close/>
                    <a:moveTo>
                      <a:pt x="689" y="331"/>
                    </a:moveTo>
                    <a:cubicBezTo>
                      <a:pt x="775" y="357"/>
                      <a:pt x="900" y="371"/>
                      <a:pt x="1033" y="371"/>
                    </a:cubicBezTo>
                    <a:cubicBezTo>
                      <a:pt x="1101" y="371"/>
                      <a:pt x="1166" y="367"/>
                      <a:pt x="1228" y="360"/>
                    </a:cubicBezTo>
                    <a:cubicBezTo>
                      <a:pt x="1232" y="359"/>
                      <a:pt x="1236" y="359"/>
                      <a:pt x="1241" y="358"/>
                    </a:cubicBezTo>
                    <a:cubicBezTo>
                      <a:pt x="1244" y="358"/>
                      <a:pt x="1244" y="358"/>
                      <a:pt x="1244" y="358"/>
                    </a:cubicBezTo>
                    <a:cubicBezTo>
                      <a:pt x="1248" y="357"/>
                      <a:pt x="1251" y="357"/>
                      <a:pt x="1255" y="356"/>
                    </a:cubicBezTo>
                    <a:cubicBezTo>
                      <a:pt x="1257" y="356"/>
                      <a:pt x="1257" y="356"/>
                      <a:pt x="1257" y="356"/>
                    </a:cubicBezTo>
                    <a:cubicBezTo>
                      <a:pt x="1261" y="355"/>
                      <a:pt x="1265" y="355"/>
                      <a:pt x="1269" y="354"/>
                    </a:cubicBezTo>
                    <a:cubicBezTo>
                      <a:pt x="1273" y="354"/>
                      <a:pt x="1273" y="354"/>
                      <a:pt x="1273" y="354"/>
                    </a:cubicBezTo>
                    <a:cubicBezTo>
                      <a:pt x="1276" y="353"/>
                      <a:pt x="1279" y="353"/>
                      <a:pt x="1282" y="352"/>
                    </a:cubicBezTo>
                    <a:cubicBezTo>
                      <a:pt x="1285" y="352"/>
                      <a:pt x="1285" y="352"/>
                      <a:pt x="1285" y="352"/>
                    </a:cubicBezTo>
                    <a:cubicBezTo>
                      <a:pt x="1289" y="351"/>
                      <a:pt x="1289" y="351"/>
                      <a:pt x="1289" y="351"/>
                    </a:cubicBezTo>
                    <a:cubicBezTo>
                      <a:pt x="1292" y="350"/>
                      <a:pt x="1294" y="350"/>
                      <a:pt x="1297" y="350"/>
                    </a:cubicBezTo>
                    <a:cubicBezTo>
                      <a:pt x="1297" y="349"/>
                      <a:pt x="1298" y="349"/>
                      <a:pt x="1299" y="349"/>
                    </a:cubicBezTo>
                    <a:cubicBezTo>
                      <a:pt x="1302" y="349"/>
                      <a:pt x="1305" y="348"/>
                      <a:pt x="1308" y="347"/>
                    </a:cubicBezTo>
                    <a:cubicBezTo>
                      <a:pt x="1309" y="347"/>
                      <a:pt x="1310" y="347"/>
                      <a:pt x="1311" y="347"/>
                    </a:cubicBezTo>
                    <a:cubicBezTo>
                      <a:pt x="1315" y="346"/>
                      <a:pt x="1318" y="345"/>
                      <a:pt x="1322" y="345"/>
                    </a:cubicBezTo>
                    <a:cubicBezTo>
                      <a:pt x="1322" y="345"/>
                      <a:pt x="1322" y="345"/>
                      <a:pt x="1322" y="345"/>
                    </a:cubicBezTo>
                    <a:cubicBezTo>
                      <a:pt x="1326" y="344"/>
                      <a:pt x="1329" y="343"/>
                      <a:pt x="1332" y="342"/>
                    </a:cubicBezTo>
                    <a:cubicBezTo>
                      <a:pt x="1333" y="342"/>
                      <a:pt x="1333" y="342"/>
                      <a:pt x="1333" y="342"/>
                    </a:cubicBezTo>
                    <a:cubicBezTo>
                      <a:pt x="1334" y="342"/>
                      <a:pt x="1334" y="342"/>
                      <a:pt x="1335" y="342"/>
                    </a:cubicBezTo>
                    <a:cubicBezTo>
                      <a:pt x="1338" y="341"/>
                      <a:pt x="1341" y="340"/>
                      <a:pt x="1344" y="340"/>
                    </a:cubicBezTo>
                    <a:cubicBezTo>
                      <a:pt x="1344" y="339"/>
                      <a:pt x="1345" y="339"/>
                      <a:pt x="1345" y="339"/>
                    </a:cubicBezTo>
                    <a:cubicBezTo>
                      <a:pt x="1349" y="338"/>
                      <a:pt x="1352" y="337"/>
                      <a:pt x="1355" y="337"/>
                    </a:cubicBezTo>
                    <a:cubicBezTo>
                      <a:pt x="1359" y="336"/>
                      <a:pt x="1359" y="336"/>
                      <a:pt x="1359" y="336"/>
                    </a:cubicBezTo>
                    <a:cubicBezTo>
                      <a:pt x="1361" y="335"/>
                      <a:pt x="1363" y="335"/>
                      <a:pt x="1365" y="334"/>
                    </a:cubicBezTo>
                    <a:cubicBezTo>
                      <a:pt x="1367" y="333"/>
                      <a:pt x="1367" y="333"/>
                      <a:pt x="1367" y="333"/>
                    </a:cubicBezTo>
                    <a:cubicBezTo>
                      <a:pt x="1368" y="333"/>
                      <a:pt x="1373" y="332"/>
                      <a:pt x="1373" y="332"/>
                    </a:cubicBezTo>
                    <a:cubicBezTo>
                      <a:pt x="1373" y="332"/>
                      <a:pt x="1373" y="332"/>
                      <a:pt x="1373" y="332"/>
                    </a:cubicBezTo>
                    <a:cubicBezTo>
                      <a:pt x="1374" y="331"/>
                      <a:pt x="1375" y="331"/>
                      <a:pt x="1376" y="331"/>
                    </a:cubicBezTo>
                    <a:cubicBezTo>
                      <a:pt x="1377" y="331"/>
                      <a:pt x="1377" y="330"/>
                      <a:pt x="1378" y="330"/>
                    </a:cubicBezTo>
                    <a:cubicBezTo>
                      <a:pt x="1380" y="330"/>
                      <a:pt x="1383" y="329"/>
                      <a:pt x="1385" y="328"/>
                    </a:cubicBezTo>
                    <a:cubicBezTo>
                      <a:pt x="1386" y="328"/>
                      <a:pt x="1386" y="328"/>
                      <a:pt x="1387" y="327"/>
                    </a:cubicBezTo>
                    <a:cubicBezTo>
                      <a:pt x="1390" y="326"/>
                      <a:pt x="1392" y="326"/>
                      <a:pt x="1394" y="325"/>
                    </a:cubicBezTo>
                    <a:cubicBezTo>
                      <a:pt x="1395" y="324"/>
                      <a:pt x="1395" y="324"/>
                      <a:pt x="1395" y="324"/>
                    </a:cubicBezTo>
                    <a:cubicBezTo>
                      <a:pt x="1396" y="324"/>
                      <a:pt x="1396" y="324"/>
                      <a:pt x="1396" y="324"/>
                    </a:cubicBezTo>
                    <a:cubicBezTo>
                      <a:pt x="1396" y="324"/>
                      <a:pt x="1396" y="324"/>
                      <a:pt x="1396" y="324"/>
                    </a:cubicBezTo>
                    <a:cubicBezTo>
                      <a:pt x="1399" y="323"/>
                      <a:pt x="1401" y="322"/>
                      <a:pt x="1403" y="322"/>
                    </a:cubicBezTo>
                    <a:cubicBezTo>
                      <a:pt x="1405" y="321"/>
                      <a:pt x="1405" y="321"/>
                      <a:pt x="1405" y="321"/>
                    </a:cubicBezTo>
                    <a:cubicBezTo>
                      <a:pt x="1407" y="320"/>
                      <a:pt x="1409" y="319"/>
                      <a:pt x="1411" y="319"/>
                    </a:cubicBezTo>
                    <a:cubicBezTo>
                      <a:pt x="1413" y="318"/>
                      <a:pt x="1413" y="318"/>
                      <a:pt x="1413" y="318"/>
                    </a:cubicBezTo>
                    <a:cubicBezTo>
                      <a:pt x="1415" y="317"/>
                      <a:pt x="1417" y="316"/>
                      <a:pt x="1419" y="315"/>
                    </a:cubicBezTo>
                    <a:cubicBezTo>
                      <a:pt x="1420" y="315"/>
                      <a:pt x="1420" y="315"/>
                      <a:pt x="1421" y="314"/>
                    </a:cubicBezTo>
                    <a:cubicBezTo>
                      <a:pt x="1423" y="314"/>
                      <a:pt x="1424" y="313"/>
                      <a:pt x="1426" y="312"/>
                    </a:cubicBezTo>
                    <a:cubicBezTo>
                      <a:pt x="1427" y="312"/>
                      <a:pt x="1427" y="311"/>
                      <a:pt x="1428" y="311"/>
                    </a:cubicBezTo>
                    <a:cubicBezTo>
                      <a:pt x="1430" y="310"/>
                      <a:pt x="1432" y="309"/>
                      <a:pt x="1434" y="308"/>
                    </a:cubicBezTo>
                    <a:cubicBezTo>
                      <a:pt x="1435" y="308"/>
                      <a:pt x="1435" y="308"/>
                      <a:pt x="1435" y="308"/>
                    </a:cubicBezTo>
                    <a:cubicBezTo>
                      <a:pt x="1436" y="307"/>
                      <a:pt x="1437" y="306"/>
                      <a:pt x="1439" y="305"/>
                    </a:cubicBezTo>
                    <a:cubicBezTo>
                      <a:pt x="1441" y="304"/>
                      <a:pt x="1441" y="304"/>
                      <a:pt x="1441" y="304"/>
                    </a:cubicBezTo>
                    <a:cubicBezTo>
                      <a:pt x="1442" y="303"/>
                      <a:pt x="1444" y="302"/>
                      <a:pt x="1446" y="301"/>
                    </a:cubicBezTo>
                    <a:cubicBezTo>
                      <a:pt x="1446" y="301"/>
                      <a:pt x="1446" y="301"/>
                      <a:pt x="1446" y="301"/>
                    </a:cubicBezTo>
                    <a:cubicBezTo>
                      <a:pt x="1447" y="301"/>
                      <a:pt x="1447" y="301"/>
                      <a:pt x="1447" y="301"/>
                    </a:cubicBezTo>
                    <a:cubicBezTo>
                      <a:pt x="1448" y="300"/>
                      <a:pt x="1449" y="299"/>
                      <a:pt x="1451" y="298"/>
                    </a:cubicBezTo>
                    <a:cubicBezTo>
                      <a:pt x="1451" y="298"/>
                      <a:pt x="1451" y="297"/>
                      <a:pt x="1452" y="297"/>
                    </a:cubicBezTo>
                    <a:cubicBezTo>
                      <a:pt x="1453" y="296"/>
                      <a:pt x="1454" y="295"/>
                      <a:pt x="1455" y="295"/>
                    </a:cubicBezTo>
                    <a:cubicBezTo>
                      <a:pt x="1456" y="294"/>
                      <a:pt x="1456" y="294"/>
                      <a:pt x="1456" y="294"/>
                    </a:cubicBezTo>
                    <a:cubicBezTo>
                      <a:pt x="1458" y="293"/>
                      <a:pt x="1459" y="292"/>
                      <a:pt x="1460" y="291"/>
                    </a:cubicBezTo>
                    <a:cubicBezTo>
                      <a:pt x="1461" y="290"/>
                      <a:pt x="1461" y="290"/>
                      <a:pt x="1461" y="290"/>
                    </a:cubicBezTo>
                    <a:cubicBezTo>
                      <a:pt x="1462" y="289"/>
                      <a:pt x="1463" y="288"/>
                      <a:pt x="1464" y="287"/>
                    </a:cubicBezTo>
                    <a:cubicBezTo>
                      <a:pt x="1464" y="287"/>
                      <a:pt x="1464" y="287"/>
                      <a:pt x="1465" y="287"/>
                    </a:cubicBezTo>
                    <a:cubicBezTo>
                      <a:pt x="1465" y="286"/>
                      <a:pt x="1466" y="285"/>
                      <a:pt x="1467" y="284"/>
                    </a:cubicBezTo>
                    <a:cubicBezTo>
                      <a:pt x="1467" y="283"/>
                      <a:pt x="1467" y="283"/>
                      <a:pt x="1467" y="283"/>
                    </a:cubicBezTo>
                    <a:cubicBezTo>
                      <a:pt x="1468" y="282"/>
                      <a:pt x="1469" y="281"/>
                      <a:pt x="1470" y="280"/>
                    </a:cubicBezTo>
                    <a:cubicBezTo>
                      <a:pt x="1470" y="280"/>
                      <a:pt x="1470" y="280"/>
                      <a:pt x="1470" y="279"/>
                    </a:cubicBezTo>
                    <a:cubicBezTo>
                      <a:pt x="1471" y="279"/>
                      <a:pt x="1471" y="278"/>
                      <a:pt x="1472" y="277"/>
                    </a:cubicBezTo>
                    <a:cubicBezTo>
                      <a:pt x="1472" y="276"/>
                      <a:pt x="1472" y="276"/>
                      <a:pt x="1472" y="276"/>
                    </a:cubicBezTo>
                    <a:cubicBezTo>
                      <a:pt x="1473" y="275"/>
                      <a:pt x="1473" y="274"/>
                      <a:pt x="1474" y="273"/>
                    </a:cubicBezTo>
                    <a:cubicBezTo>
                      <a:pt x="1474" y="272"/>
                      <a:pt x="1474" y="272"/>
                      <a:pt x="1474" y="272"/>
                    </a:cubicBezTo>
                    <a:cubicBezTo>
                      <a:pt x="1474" y="271"/>
                      <a:pt x="1475" y="271"/>
                      <a:pt x="1475" y="270"/>
                    </a:cubicBezTo>
                    <a:cubicBezTo>
                      <a:pt x="1475" y="269"/>
                      <a:pt x="1475" y="269"/>
                      <a:pt x="1475" y="269"/>
                    </a:cubicBezTo>
                    <a:cubicBezTo>
                      <a:pt x="1475" y="268"/>
                      <a:pt x="1476" y="267"/>
                      <a:pt x="1476" y="266"/>
                    </a:cubicBezTo>
                    <a:cubicBezTo>
                      <a:pt x="1476" y="265"/>
                      <a:pt x="1476" y="265"/>
                      <a:pt x="1476" y="265"/>
                    </a:cubicBezTo>
                    <a:cubicBezTo>
                      <a:pt x="1476" y="265"/>
                      <a:pt x="1476" y="264"/>
                      <a:pt x="1476" y="264"/>
                    </a:cubicBezTo>
                    <a:cubicBezTo>
                      <a:pt x="1476" y="262"/>
                      <a:pt x="1476" y="262"/>
                      <a:pt x="1476" y="262"/>
                    </a:cubicBezTo>
                    <a:cubicBezTo>
                      <a:pt x="1476" y="262"/>
                      <a:pt x="1476" y="261"/>
                      <a:pt x="1476" y="261"/>
                    </a:cubicBezTo>
                    <a:cubicBezTo>
                      <a:pt x="1476" y="260"/>
                      <a:pt x="1476" y="260"/>
                      <a:pt x="1476" y="260"/>
                    </a:cubicBezTo>
                    <a:cubicBezTo>
                      <a:pt x="1480" y="259"/>
                      <a:pt x="1480" y="259"/>
                      <a:pt x="1480" y="259"/>
                    </a:cubicBezTo>
                    <a:cubicBezTo>
                      <a:pt x="1476" y="259"/>
                      <a:pt x="1476" y="259"/>
                      <a:pt x="1476" y="259"/>
                    </a:cubicBezTo>
                    <a:cubicBezTo>
                      <a:pt x="1476" y="259"/>
                      <a:pt x="1476" y="258"/>
                      <a:pt x="1476" y="257"/>
                    </a:cubicBezTo>
                    <a:cubicBezTo>
                      <a:pt x="1475" y="256"/>
                      <a:pt x="1475" y="255"/>
                      <a:pt x="1475" y="254"/>
                    </a:cubicBezTo>
                    <a:cubicBezTo>
                      <a:pt x="1474" y="253"/>
                      <a:pt x="1474" y="253"/>
                      <a:pt x="1474" y="253"/>
                    </a:cubicBezTo>
                    <a:cubicBezTo>
                      <a:pt x="1474" y="253"/>
                      <a:pt x="1474" y="252"/>
                      <a:pt x="1474" y="251"/>
                    </a:cubicBezTo>
                    <a:cubicBezTo>
                      <a:pt x="1473" y="250"/>
                      <a:pt x="1473" y="250"/>
                      <a:pt x="1473" y="250"/>
                    </a:cubicBezTo>
                    <a:cubicBezTo>
                      <a:pt x="1473" y="250"/>
                      <a:pt x="1473" y="249"/>
                      <a:pt x="1472" y="249"/>
                    </a:cubicBezTo>
                    <a:cubicBezTo>
                      <a:pt x="1472" y="248"/>
                      <a:pt x="1472" y="248"/>
                      <a:pt x="1472" y="248"/>
                    </a:cubicBezTo>
                    <a:cubicBezTo>
                      <a:pt x="1471" y="247"/>
                      <a:pt x="1471" y="246"/>
                      <a:pt x="1471" y="246"/>
                    </a:cubicBezTo>
                    <a:cubicBezTo>
                      <a:pt x="1470" y="245"/>
                      <a:pt x="1470" y="245"/>
                      <a:pt x="1470" y="245"/>
                    </a:cubicBezTo>
                    <a:cubicBezTo>
                      <a:pt x="1470" y="244"/>
                      <a:pt x="1469" y="244"/>
                      <a:pt x="1469" y="243"/>
                    </a:cubicBezTo>
                    <a:cubicBezTo>
                      <a:pt x="1468" y="242"/>
                      <a:pt x="1468" y="242"/>
                      <a:pt x="1468" y="242"/>
                    </a:cubicBezTo>
                    <a:cubicBezTo>
                      <a:pt x="1467" y="241"/>
                      <a:pt x="1467" y="241"/>
                      <a:pt x="1466" y="240"/>
                    </a:cubicBezTo>
                    <a:cubicBezTo>
                      <a:pt x="1466" y="240"/>
                      <a:pt x="1466" y="240"/>
                      <a:pt x="1466" y="239"/>
                    </a:cubicBezTo>
                    <a:cubicBezTo>
                      <a:pt x="1465" y="238"/>
                      <a:pt x="1464" y="238"/>
                      <a:pt x="1463" y="237"/>
                    </a:cubicBezTo>
                    <a:cubicBezTo>
                      <a:pt x="1463" y="236"/>
                      <a:pt x="1463" y="236"/>
                      <a:pt x="1463" y="236"/>
                    </a:cubicBezTo>
                    <a:cubicBezTo>
                      <a:pt x="1462" y="235"/>
                      <a:pt x="1461" y="235"/>
                      <a:pt x="1460" y="234"/>
                    </a:cubicBezTo>
                    <a:cubicBezTo>
                      <a:pt x="1459" y="233"/>
                      <a:pt x="1459" y="233"/>
                      <a:pt x="1459" y="233"/>
                    </a:cubicBezTo>
                    <a:cubicBezTo>
                      <a:pt x="1456" y="231"/>
                      <a:pt x="1456" y="231"/>
                      <a:pt x="1456" y="231"/>
                    </a:cubicBezTo>
                    <a:cubicBezTo>
                      <a:pt x="1455" y="230"/>
                      <a:pt x="1455" y="230"/>
                      <a:pt x="1455" y="230"/>
                    </a:cubicBezTo>
                    <a:cubicBezTo>
                      <a:pt x="1454" y="229"/>
                      <a:pt x="1453" y="229"/>
                      <a:pt x="1453" y="228"/>
                    </a:cubicBezTo>
                    <a:cubicBezTo>
                      <a:pt x="1452" y="228"/>
                      <a:pt x="1452" y="227"/>
                      <a:pt x="1451" y="227"/>
                    </a:cubicBezTo>
                    <a:cubicBezTo>
                      <a:pt x="1450" y="226"/>
                      <a:pt x="1449" y="226"/>
                      <a:pt x="1448" y="225"/>
                    </a:cubicBezTo>
                    <a:cubicBezTo>
                      <a:pt x="1447" y="224"/>
                      <a:pt x="1447" y="224"/>
                      <a:pt x="1447" y="224"/>
                    </a:cubicBezTo>
                    <a:cubicBezTo>
                      <a:pt x="1446" y="223"/>
                      <a:pt x="1445" y="223"/>
                      <a:pt x="1444" y="222"/>
                    </a:cubicBezTo>
                    <a:cubicBezTo>
                      <a:pt x="1443" y="222"/>
                      <a:pt x="1443" y="222"/>
                      <a:pt x="1442" y="221"/>
                    </a:cubicBezTo>
                    <a:cubicBezTo>
                      <a:pt x="1442" y="221"/>
                      <a:pt x="1441" y="220"/>
                      <a:pt x="1440" y="220"/>
                    </a:cubicBezTo>
                    <a:cubicBezTo>
                      <a:pt x="1439" y="219"/>
                      <a:pt x="1439" y="219"/>
                      <a:pt x="1439" y="219"/>
                    </a:cubicBezTo>
                    <a:cubicBezTo>
                      <a:pt x="1438" y="219"/>
                      <a:pt x="1438" y="219"/>
                      <a:pt x="1437" y="218"/>
                    </a:cubicBezTo>
                    <a:cubicBezTo>
                      <a:pt x="1436" y="217"/>
                      <a:pt x="1434" y="216"/>
                      <a:pt x="1432" y="216"/>
                    </a:cubicBezTo>
                    <a:cubicBezTo>
                      <a:pt x="1357" y="177"/>
                      <a:pt x="1198" y="152"/>
                      <a:pt x="1027" y="152"/>
                    </a:cubicBezTo>
                    <a:cubicBezTo>
                      <a:pt x="960" y="152"/>
                      <a:pt x="894" y="156"/>
                      <a:pt x="833" y="163"/>
                    </a:cubicBezTo>
                    <a:cubicBezTo>
                      <a:pt x="830" y="164"/>
                      <a:pt x="827" y="164"/>
                      <a:pt x="824" y="165"/>
                    </a:cubicBezTo>
                    <a:cubicBezTo>
                      <a:pt x="824" y="165"/>
                      <a:pt x="817" y="165"/>
                      <a:pt x="816" y="165"/>
                    </a:cubicBezTo>
                    <a:cubicBezTo>
                      <a:pt x="813" y="166"/>
                      <a:pt x="809" y="166"/>
                      <a:pt x="806" y="167"/>
                    </a:cubicBezTo>
                    <a:cubicBezTo>
                      <a:pt x="803" y="167"/>
                      <a:pt x="803" y="167"/>
                      <a:pt x="803" y="167"/>
                    </a:cubicBezTo>
                    <a:cubicBezTo>
                      <a:pt x="799" y="168"/>
                      <a:pt x="795" y="168"/>
                      <a:pt x="791" y="169"/>
                    </a:cubicBezTo>
                    <a:cubicBezTo>
                      <a:pt x="790" y="169"/>
                      <a:pt x="789" y="169"/>
                      <a:pt x="788" y="170"/>
                    </a:cubicBezTo>
                    <a:cubicBezTo>
                      <a:pt x="785" y="170"/>
                      <a:pt x="782" y="171"/>
                      <a:pt x="778" y="171"/>
                    </a:cubicBezTo>
                    <a:cubicBezTo>
                      <a:pt x="777" y="171"/>
                      <a:pt x="776" y="172"/>
                      <a:pt x="776" y="172"/>
                    </a:cubicBezTo>
                    <a:cubicBezTo>
                      <a:pt x="772" y="172"/>
                      <a:pt x="768" y="173"/>
                      <a:pt x="764" y="174"/>
                    </a:cubicBezTo>
                    <a:cubicBezTo>
                      <a:pt x="752" y="176"/>
                      <a:pt x="752" y="176"/>
                      <a:pt x="752" y="176"/>
                    </a:cubicBezTo>
                    <a:cubicBezTo>
                      <a:pt x="750" y="177"/>
                      <a:pt x="750" y="177"/>
                      <a:pt x="750" y="177"/>
                    </a:cubicBezTo>
                    <a:cubicBezTo>
                      <a:pt x="746" y="177"/>
                      <a:pt x="742" y="178"/>
                      <a:pt x="739" y="179"/>
                    </a:cubicBezTo>
                    <a:cubicBezTo>
                      <a:pt x="738" y="179"/>
                      <a:pt x="738" y="179"/>
                      <a:pt x="738" y="179"/>
                    </a:cubicBezTo>
                    <a:cubicBezTo>
                      <a:pt x="738" y="179"/>
                      <a:pt x="730" y="181"/>
                      <a:pt x="728" y="181"/>
                    </a:cubicBezTo>
                    <a:cubicBezTo>
                      <a:pt x="725" y="182"/>
                      <a:pt x="725" y="182"/>
                      <a:pt x="725" y="182"/>
                    </a:cubicBezTo>
                    <a:cubicBezTo>
                      <a:pt x="723" y="182"/>
                      <a:pt x="723" y="182"/>
                      <a:pt x="723" y="182"/>
                    </a:cubicBezTo>
                    <a:cubicBezTo>
                      <a:pt x="721" y="183"/>
                      <a:pt x="719" y="183"/>
                      <a:pt x="717" y="184"/>
                    </a:cubicBezTo>
                    <a:cubicBezTo>
                      <a:pt x="716" y="184"/>
                      <a:pt x="716" y="184"/>
                      <a:pt x="716" y="184"/>
                    </a:cubicBezTo>
                    <a:cubicBezTo>
                      <a:pt x="716" y="184"/>
                      <a:pt x="716" y="184"/>
                      <a:pt x="715" y="184"/>
                    </a:cubicBezTo>
                    <a:cubicBezTo>
                      <a:pt x="712" y="185"/>
                      <a:pt x="708" y="186"/>
                      <a:pt x="705" y="187"/>
                    </a:cubicBezTo>
                    <a:cubicBezTo>
                      <a:pt x="703" y="187"/>
                      <a:pt x="703" y="187"/>
                      <a:pt x="703" y="187"/>
                    </a:cubicBezTo>
                    <a:cubicBezTo>
                      <a:pt x="701" y="188"/>
                      <a:pt x="698" y="189"/>
                      <a:pt x="696" y="189"/>
                    </a:cubicBezTo>
                    <a:cubicBezTo>
                      <a:pt x="695" y="190"/>
                      <a:pt x="694" y="190"/>
                      <a:pt x="693" y="190"/>
                    </a:cubicBezTo>
                    <a:cubicBezTo>
                      <a:pt x="690" y="191"/>
                      <a:pt x="687" y="192"/>
                      <a:pt x="684" y="193"/>
                    </a:cubicBezTo>
                    <a:cubicBezTo>
                      <a:pt x="684" y="193"/>
                      <a:pt x="683" y="193"/>
                      <a:pt x="683" y="193"/>
                    </a:cubicBezTo>
                    <a:cubicBezTo>
                      <a:pt x="680" y="194"/>
                      <a:pt x="678" y="195"/>
                      <a:pt x="676" y="195"/>
                    </a:cubicBezTo>
                    <a:cubicBezTo>
                      <a:pt x="675" y="195"/>
                      <a:pt x="675" y="196"/>
                      <a:pt x="674" y="196"/>
                    </a:cubicBezTo>
                    <a:cubicBezTo>
                      <a:pt x="673" y="196"/>
                      <a:pt x="673" y="196"/>
                      <a:pt x="673" y="196"/>
                    </a:cubicBezTo>
                    <a:cubicBezTo>
                      <a:pt x="671" y="197"/>
                      <a:pt x="668" y="198"/>
                      <a:pt x="665" y="199"/>
                    </a:cubicBezTo>
                    <a:cubicBezTo>
                      <a:pt x="665" y="199"/>
                      <a:pt x="665" y="199"/>
                      <a:pt x="665" y="199"/>
                    </a:cubicBezTo>
                    <a:cubicBezTo>
                      <a:pt x="663" y="200"/>
                      <a:pt x="661" y="200"/>
                      <a:pt x="660" y="201"/>
                    </a:cubicBezTo>
                    <a:cubicBezTo>
                      <a:pt x="657" y="202"/>
                      <a:pt x="657" y="202"/>
                      <a:pt x="657" y="202"/>
                    </a:cubicBezTo>
                    <a:cubicBezTo>
                      <a:pt x="656" y="202"/>
                      <a:pt x="656" y="202"/>
                      <a:pt x="656" y="202"/>
                    </a:cubicBezTo>
                    <a:cubicBezTo>
                      <a:pt x="653" y="203"/>
                      <a:pt x="651" y="204"/>
                      <a:pt x="649" y="205"/>
                    </a:cubicBezTo>
                    <a:cubicBezTo>
                      <a:pt x="649" y="205"/>
                      <a:pt x="649" y="205"/>
                      <a:pt x="648" y="205"/>
                    </a:cubicBezTo>
                    <a:cubicBezTo>
                      <a:pt x="646" y="206"/>
                      <a:pt x="643" y="207"/>
                      <a:pt x="641" y="208"/>
                    </a:cubicBezTo>
                    <a:cubicBezTo>
                      <a:pt x="640" y="209"/>
                      <a:pt x="640" y="209"/>
                      <a:pt x="640" y="209"/>
                    </a:cubicBezTo>
                    <a:cubicBezTo>
                      <a:pt x="640" y="209"/>
                      <a:pt x="640" y="209"/>
                      <a:pt x="640" y="209"/>
                    </a:cubicBezTo>
                    <a:cubicBezTo>
                      <a:pt x="638" y="210"/>
                      <a:pt x="636" y="211"/>
                      <a:pt x="634" y="211"/>
                    </a:cubicBezTo>
                    <a:cubicBezTo>
                      <a:pt x="634" y="212"/>
                      <a:pt x="633" y="212"/>
                      <a:pt x="633" y="212"/>
                    </a:cubicBezTo>
                    <a:cubicBezTo>
                      <a:pt x="631" y="213"/>
                      <a:pt x="629" y="214"/>
                      <a:pt x="627" y="215"/>
                    </a:cubicBezTo>
                    <a:cubicBezTo>
                      <a:pt x="627" y="215"/>
                      <a:pt x="626" y="215"/>
                      <a:pt x="626" y="216"/>
                    </a:cubicBezTo>
                    <a:cubicBezTo>
                      <a:pt x="624" y="217"/>
                      <a:pt x="623" y="217"/>
                      <a:pt x="621" y="218"/>
                    </a:cubicBezTo>
                    <a:cubicBezTo>
                      <a:pt x="621" y="219"/>
                      <a:pt x="620" y="219"/>
                      <a:pt x="620" y="219"/>
                    </a:cubicBezTo>
                    <a:cubicBezTo>
                      <a:pt x="618" y="220"/>
                      <a:pt x="617" y="221"/>
                      <a:pt x="615" y="222"/>
                    </a:cubicBezTo>
                    <a:cubicBezTo>
                      <a:pt x="614" y="223"/>
                      <a:pt x="614" y="223"/>
                      <a:pt x="614" y="223"/>
                    </a:cubicBezTo>
                    <a:cubicBezTo>
                      <a:pt x="614" y="223"/>
                      <a:pt x="614" y="223"/>
                      <a:pt x="614" y="223"/>
                    </a:cubicBezTo>
                    <a:cubicBezTo>
                      <a:pt x="612" y="224"/>
                      <a:pt x="611" y="224"/>
                      <a:pt x="610" y="225"/>
                    </a:cubicBezTo>
                    <a:cubicBezTo>
                      <a:pt x="609" y="226"/>
                      <a:pt x="609" y="226"/>
                      <a:pt x="609" y="226"/>
                    </a:cubicBezTo>
                    <a:cubicBezTo>
                      <a:pt x="607" y="227"/>
                      <a:pt x="606" y="228"/>
                      <a:pt x="605" y="229"/>
                    </a:cubicBezTo>
                    <a:cubicBezTo>
                      <a:pt x="604" y="229"/>
                      <a:pt x="604" y="229"/>
                      <a:pt x="604" y="229"/>
                    </a:cubicBezTo>
                    <a:cubicBezTo>
                      <a:pt x="603" y="230"/>
                      <a:pt x="602" y="231"/>
                      <a:pt x="601" y="233"/>
                    </a:cubicBezTo>
                    <a:cubicBezTo>
                      <a:pt x="600" y="233"/>
                      <a:pt x="600" y="233"/>
                      <a:pt x="600" y="233"/>
                    </a:cubicBezTo>
                    <a:cubicBezTo>
                      <a:pt x="599" y="234"/>
                      <a:pt x="598" y="235"/>
                      <a:pt x="597" y="236"/>
                    </a:cubicBezTo>
                    <a:cubicBezTo>
                      <a:pt x="597" y="236"/>
                      <a:pt x="596" y="236"/>
                      <a:pt x="596" y="237"/>
                    </a:cubicBezTo>
                    <a:cubicBezTo>
                      <a:pt x="595" y="238"/>
                      <a:pt x="594" y="239"/>
                      <a:pt x="593" y="240"/>
                    </a:cubicBezTo>
                    <a:cubicBezTo>
                      <a:pt x="593" y="240"/>
                      <a:pt x="593" y="240"/>
                      <a:pt x="593" y="240"/>
                    </a:cubicBezTo>
                    <a:cubicBezTo>
                      <a:pt x="592" y="241"/>
                      <a:pt x="592" y="242"/>
                      <a:pt x="591" y="243"/>
                    </a:cubicBezTo>
                    <a:cubicBezTo>
                      <a:pt x="590" y="244"/>
                      <a:pt x="590" y="244"/>
                      <a:pt x="590" y="244"/>
                    </a:cubicBezTo>
                    <a:cubicBezTo>
                      <a:pt x="590" y="245"/>
                      <a:pt x="589" y="246"/>
                      <a:pt x="588" y="247"/>
                    </a:cubicBezTo>
                    <a:cubicBezTo>
                      <a:pt x="588" y="247"/>
                      <a:pt x="588" y="247"/>
                      <a:pt x="588" y="247"/>
                    </a:cubicBezTo>
                    <a:cubicBezTo>
                      <a:pt x="588" y="248"/>
                      <a:pt x="587" y="249"/>
                      <a:pt x="587" y="250"/>
                    </a:cubicBezTo>
                    <a:cubicBezTo>
                      <a:pt x="587" y="251"/>
                      <a:pt x="587" y="251"/>
                      <a:pt x="587" y="251"/>
                    </a:cubicBezTo>
                    <a:cubicBezTo>
                      <a:pt x="586" y="252"/>
                      <a:pt x="586" y="253"/>
                      <a:pt x="586" y="254"/>
                    </a:cubicBezTo>
                    <a:cubicBezTo>
                      <a:pt x="585" y="254"/>
                      <a:pt x="585" y="254"/>
                      <a:pt x="585" y="254"/>
                    </a:cubicBezTo>
                    <a:cubicBezTo>
                      <a:pt x="585" y="255"/>
                      <a:pt x="585" y="256"/>
                      <a:pt x="585" y="257"/>
                    </a:cubicBezTo>
                    <a:cubicBezTo>
                      <a:pt x="585" y="258"/>
                      <a:pt x="585" y="258"/>
                      <a:pt x="585" y="258"/>
                    </a:cubicBezTo>
                    <a:cubicBezTo>
                      <a:pt x="585" y="259"/>
                      <a:pt x="584" y="260"/>
                      <a:pt x="584" y="260"/>
                    </a:cubicBezTo>
                    <a:cubicBezTo>
                      <a:pt x="584" y="261"/>
                      <a:pt x="584" y="261"/>
                      <a:pt x="584" y="261"/>
                    </a:cubicBezTo>
                    <a:cubicBezTo>
                      <a:pt x="584" y="263"/>
                      <a:pt x="584" y="263"/>
                      <a:pt x="584" y="263"/>
                    </a:cubicBezTo>
                    <a:cubicBezTo>
                      <a:pt x="585" y="264"/>
                      <a:pt x="585" y="264"/>
                      <a:pt x="585" y="264"/>
                    </a:cubicBezTo>
                    <a:cubicBezTo>
                      <a:pt x="585" y="265"/>
                      <a:pt x="585" y="266"/>
                      <a:pt x="585" y="266"/>
                    </a:cubicBezTo>
                    <a:cubicBezTo>
                      <a:pt x="585" y="267"/>
                      <a:pt x="585" y="267"/>
                      <a:pt x="585" y="267"/>
                    </a:cubicBezTo>
                    <a:cubicBezTo>
                      <a:pt x="585" y="268"/>
                      <a:pt x="585" y="268"/>
                      <a:pt x="586" y="269"/>
                    </a:cubicBezTo>
                    <a:cubicBezTo>
                      <a:pt x="586" y="270"/>
                      <a:pt x="586" y="270"/>
                      <a:pt x="586" y="270"/>
                    </a:cubicBezTo>
                    <a:cubicBezTo>
                      <a:pt x="586" y="271"/>
                      <a:pt x="587" y="271"/>
                      <a:pt x="587" y="272"/>
                    </a:cubicBezTo>
                    <a:cubicBezTo>
                      <a:pt x="587" y="273"/>
                      <a:pt x="587" y="273"/>
                      <a:pt x="587" y="273"/>
                    </a:cubicBezTo>
                    <a:cubicBezTo>
                      <a:pt x="587" y="273"/>
                      <a:pt x="588" y="274"/>
                      <a:pt x="588" y="275"/>
                    </a:cubicBezTo>
                    <a:cubicBezTo>
                      <a:pt x="588" y="275"/>
                      <a:pt x="589" y="275"/>
                      <a:pt x="589" y="276"/>
                    </a:cubicBezTo>
                    <a:cubicBezTo>
                      <a:pt x="589" y="276"/>
                      <a:pt x="589" y="277"/>
                      <a:pt x="590" y="277"/>
                    </a:cubicBezTo>
                    <a:cubicBezTo>
                      <a:pt x="590" y="278"/>
                      <a:pt x="590" y="278"/>
                      <a:pt x="590" y="278"/>
                    </a:cubicBezTo>
                    <a:cubicBezTo>
                      <a:pt x="591" y="279"/>
                      <a:pt x="591" y="280"/>
                      <a:pt x="592" y="280"/>
                    </a:cubicBezTo>
                    <a:cubicBezTo>
                      <a:pt x="593" y="281"/>
                      <a:pt x="593" y="281"/>
                      <a:pt x="593" y="281"/>
                    </a:cubicBezTo>
                    <a:cubicBezTo>
                      <a:pt x="593" y="282"/>
                      <a:pt x="594" y="283"/>
                      <a:pt x="594" y="283"/>
                    </a:cubicBezTo>
                    <a:cubicBezTo>
                      <a:pt x="595" y="284"/>
                      <a:pt x="595" y="284"/>
                      <a:pt x="595" y="284"/>
                    </a:cubicBezTo>
                    <a:cubicBezTo>
                      <a:pt x="595" y="284"/>
                      <a:pt x="595" y="284"/>
                      <a:pt x="595" y="284"/>
                    </a:cubicBezTo>
                    <a:cubicBezTo>
                      <a:pt x="596" y="285"/>
                      <a:pt x="596" y="286"/>
                      <a:pt x="597" y="286"/>
                    </a:cubicBezTo>
                    <a:cubicBezTo>
                      <a:pt x="598" y="287"/>
                      <a:pt x="598" y="287"/>
                      <a:pt x="598" y="287"/>
                    </a:cubicBezTo>
                    <a:cubicBezTo>
                      <a:pt x="599" y="288"/>
                      <a:pt x="600" y="289"/>
                      <a:pt x="601" y="290"/>
                    </a:cubicBezTo>
                    <a:cubicBezTo>
                      <a:pt x="601" y="290"/>
                      <a:pt x="602" y="290"/>
                      <a:pt x="602" y="291"/>
                    </a:cubicBezTo>
                    <a:cubicBezTo>
                      <a:pt x="604" y="293"/>
                      <a:pt x="604" y="293"/>
                      <a:pt x="604" y="293"/>
                    </a:cubicBezTo>
                    <a:cubicBezTo>
                      <a:pt x="605" y="293"/>
                      <a:pt x="605" y="293"/>
                      <a:pt x="605" y="293"/>
                    </a:cubicBezTo>
                    <a:cubicBezTo>
                      <a:pt x="605" y="293"/>
                      <a:pt x="605" y="293"/>
                      <a:pt x="606" y="294"/>
                    </a:cubicBezTo>
                    <a:cubicBezTo>
                      <a:pt x="606" y="294"/>
                      <a:pt x="607" y="295"/>
                      <a:pt x="608" y="295"/>
                    </a:cubicBezTo>
                    <a:cubicBezTo>
                      <a:pt x="609" y="296"/>
                      <a:pt x="609" y="296"/>
                      <a:pt x="609" y="296"/>
                    </a:cubicBezTo>
                    <a:cubicBezTo>
                      <a:pt x="610" y="297"/>
                      <a:pt x="611" y="298"/>
                      <a:pt x="612" y="298"/>
                    </a:cubicBezTo>
                    <a:cubicBezTo>
                      <a:pt x="613" y="299"/>
                      <a:pt x="613" y="299"/>
                      <a:pt x="614" y="299"/>
                    </a:cubicBezTo>
                    <a:cubicBezTo>
                      <a:pt x="615" y="300"/>
                      <a:pt x="616" y="301"/>
                      <a:pt x="617" y="301"/>
                    </a:cubicBezTo>
                    <a:cubicBezTo>
                      <a:pt x="617" y="301"/>
                      <a:pt x="618" y="302"/>
                      <a:pt x="618" y="302"/>
                    </a:cubicBezTo>
                    <a:cubicBezTo>
                      <a:pt x="622" y="304"/>
                      <a:pt x="622" y="304"/>
                      <a:pt x="622" y="304"/>
                    </a:cubicBezTo>
                    <a:cubicBezTo>
                      <a:pt x="622" y="304"/>
                      <a:pt x="623" y="305"/>
                      <a:pt x="623" y="305"/>
                    </a:cubicBezTo>
                    <a:cubicBezTo>
                      <a:pt x="625" y="306"/>
                      <a:pt x="627" y="307"/>
                      <a:pt x="628" y="308"/>
                    </a:cubicBezTo>
                    <a:cubicBezTo>
                      <a:pt x="644" y="316"/>
                      <a:pt x="664" y="324"/>
                      <a:pt x="687" y="330"/>
                    </a:cubicBezTo>
                    <a:cubicBezTo>
                      <a:pt x="687" y="331"/>
                      <a:pt x="687" y="331"/>
                      <a:pt x="687" y="331"/>
                    </a:cubicBezTo>
                    <a:cubicBezTo>
                      <a:pt x="688" y="331"/>
                      <a:pt x="688" y="331"/>
                      <a:pt x="688" y="331"/>
                    </a:cubicBezTo>
                    <a:lnTo>
                      <a:pt x="689" y="331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rgbClr val="232A4E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Ubuntu" panose="020B0504030602030204" pitchFamily="34" charset="0"/>
                </a:endParaRPr>
              </a:p>
            </p:txBody>
          </p:sp>
        </p:grp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E5FA396E-7E78-4DAC-ABBE-EB86E9AD47C6}"/>
              </a:ext>
            </a:extLst>
          </p:cNvPr>
          <p:cNvSpPr/>
          <p:nvPr/>
        </p:nvSpPr>
        <p:spPr>
          <a:xfrm>
            <a:off x="8981338" y="2220846"/>
            <a:ext cx="7677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latin typeface="Ubuntu" panose="020B0504030602030204" pitchFamily="34" charset="0"/>
                <a:cs typeface="Poppins" panose="02000000000000000000" pitchFamily="2" charset="0"/>
              </a:rPr>
              <a:t>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FF619EE-3B66-414F-9795-8FAA133E5CA1}"/>
              </a:ext>
            </a:extLst>
          </p:cNvPr>
          <p:cNvSpPr/>
          <p:nvPr/>
        </p:nvSpPr>
        <p:spPr>
          <a:xfrm>
            <a:off x="8981338" y="3013933"/>
            <a:ext cx="7677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Ubuntu" panose="020B0504030602030204" pitchFamily="34" charset="0"/>
                <a:cs typeface="Poppins" panose="02000000000000000000" pitchFamily="2" charset="0"/>
              </a:rPr>
              <a:t>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7A00DF4-454D-4E29-8CC9-41D6C04702C4}"/>
              </a:ext>
            </a:extLst>
          </p:cNvPr>
          <p:cNvSpPr/>
          <p:nvPr/>
        </p:nvSpPr>
        <p:spPr>
          <a:xfrm>
            <a:off x="8981338" y="3701003"/>
            <a:ext cx="7677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Ubuntu" panose="020B0504030602030204" pitchFamily="34" charset="0"/>
                <a:cs typeface="Poppins" panose="02000000000000000000" pitchFamily="2" charset="0"/>
              </a:rPr>
              <a:t>3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51E684F-8A7B-4FB5-BDFC-D64C66879348}"/>
              </a:ext>
            </a:extLst>
          </p:cNvPr>
          <p:cNvSpPr/>
          <p:nvPr/>
        </p:nvSpPr>
        <p:spPr>
          <a:xfrm>
            <a:off x="8981338" y="4307804"/>
            <a:ext cx="7677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Ubuntu" panose="020B0504030602030204" pitchFamily="34" charset="0"/>
                <a:cs typeface="Poppins" panose="02000000000000000000" pitchFamily="2" charset="0"/>
              </a:rPr>
              <a:t>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8C9958-4315-40E3-B021-0C000BAAA9D2}"/>
              </a:ext>
            </a:extLst>
          </p:cNvPr>
          <p:cNvSpPr/>
          <p:nvPr/>
        </p:nvSpPr>
        <p:spPr>
          <a:xfrm>
            <a:off x="1524000" y="796476"/>
            <a:ext cx="521063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Coding is a</a:t>
            </a:r>
            <a:r>
              <a:rPr lang="en-US" sz="3600" b="1" dirty="0">
                <a:solidFill>
                  <a:schemeClr val="bg1"/>
                </a:solidFill>
                <a:latin typeface="Ubuntu" panose="020B0504030602030204" pitchFamily="34" charset="0"/>
              </a:rPr>
              <a:t> </a:t>
            </a:r>
            <a:r>
              <a:rPr lang="en-US" sz="3600" b="1" dirty="0">
                <a:solidFill>
                  <a:schemeClr val="accent4"/>
                </a:solidFill>
                <a:latin typeface="Ubuntu" panose="020B0504030602030204" pitchFamily="34" charset="0"/>
              </a:rPr>
              <a:t>fundamental</a:t>
            </a:r>
            <a:r>
              <a:rPr lang="en-US" sz="3600" b="1" dirty="0">
                <a:solidFill>
                  <a:schemeClr val="bg1"/>
                </a:solidFill>
                <a:latin typeface="Ubuntu" panose="020B0504030602030204" pitchFamily="34" charset="0"/>
              </a:rPr>
              <a:t> </a:t>
            </a:r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skill that children need to learn.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B53AA5-2003-4AA8-B0E5-69BBAD3FA24D}"/>
              </a:ext>
            </a:extLst>
          </p:cNvPr>
          <p:cNvSpPr/>
          <p:nvPr/>
        </p:nvSpPr>
        <p:spPr>
          <a:xfrm>
            <a:off x="1523999" y="2829535"/>
            <a:ext cx="5142272" cy="88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another, so don't get hung too up on choosing your first language. 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A6A228E-E264-4CD6-96C1-13561F98EA47}"/>
              </a:ext>
            </a:extLst>
          </p:cNvPr>
          <p:cNvGrpSpPr/>
          <p:nvPr/>
        </p:nvGrpSpPr>
        <p:grpSpPr>
          <a:xfrm>
            <a:off x="1524000" y="4000577"/>
            <a:ext cx="3210232" cy="657208"/>
            <a:chOff x="1524000" y="3105190"/>
            <a:chExt cx="3410856" cy="65720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DBDC7FE-F71E-44DC-8967-79E1F32CBAF8}"/>
                </a:ext>
              </a:extLst>
            </p:cNvPr>
            <p:cNvSpPr/>
            <p:nvPr/>
          </p:nvSpPr>
          <p:spPr>
            <a:xfrm>
              <a:off x="1524000" y="3105190"/>
              <a:ext cx="3410856" cy="657208"/>
            </a:xfrm>
            <a:prstGeom prst="roundRect">
              <a:avLst>
                <a:gd name="adj" fmla="val 14597"/>
              </a:avLst>
            </a:prstGeom>
            <a:solidFill>
              <a:schemeClr val="bg1"/>
            </a:soli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377E578-682C-44B1-AE73-BAEE04E06954}"/>
                </a:ext>
              </a:extLst>
            </p:cNvPr>
            <p:cNvSpPr txBox="1"/>
            <p:nvPr/>
          </p:nvSpPr>
          <p:spPr>
            <a:xfrm>
              <a:off x="2443152" y="3256053"/>
              <a:ext cx="2460554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Choose the Language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A49AFED-C6FA-4E42-B248-0C7F10F418C1}"/>
                </a:ext>
              </a:extLst>
            </p:cNvPr>
            <p:cNvSpPr txBox="1"/>
            <p:nvPr/>
          </p:nvSpPr>
          <p:spPr>
            <a:xfrm>
              <a:off x="1748558" y="3190298"/>
              <a:ext cx="652322" cy="48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400" b="1" dirty="0">
                  <a:solidFill>
                    <a:schemeClr val="accent1"/>
                  </a:solidFill>
                  <a:latin typeface="Ubuntu" panose="020B0504030602030204" pitchFamily="34" charset="0"/>
                </a:rPr>
                <a:t>01.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AF15874-CDDD-45F8-AD90-76893CFF8D29}"/>
              </a:ext>
            </a:extLst>
          </p:cNvPr>
          <p:cNvGrpSpPr/>
          <p:nvPr/>
        </p:nvGrpSpPr>
        <p:grpSpPr>
          <a:xfrm>
            <a:off x="4949371" y="4000577"/>
            <a:ext cx="3210232" cy="657208"/>
            <a:chOff x="1524000" y="3105190"/>
            <a:chExt cx="3410856" cy="657208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41783ACF-61E1-43C5-B150-1479EC2C8A6C}"/>
                </a:ext>
              </a:extLst>
            </p:cNvPr>
            <p:cNvSpPr/>
            <p:nvPr/>
          </p:nvSpPr>
          <p:spPr>
            <a:xfrm>
              <a:off x="1524000" y="3105190"/>
              <a:ext cx="3410856" cy="657208"/>
            </a:xfrm>
            <a:prstGeom prst="roundRect">
              <a:avLst>
                <a:gd name="adj" fmla="val 14597"/>
              </a:avLst>
            </a:prstGeom>
            <a:solidFill>
              <a:schemeClr val="bg1"/>
            </a:soli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376B486-DDDC-43AB-A585-ABBD03453486}"/>
                </a:ext>
              </a:extLst>
            </p:cNvPr>
            <p:cNvSpPr txBox="1"/>
            <p:nvPr/>
          </p:nvSpPr>
          <p:spPr>
            <a:xfrm>
              <a:off x="2443152" y="3256053"/>
              <a:ext cx="2460554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Start Small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FC325B6-29AE-49D5-9751-500E13435DC4}"/>
                </a:ext>
              </a:extLst>
            </p:cNvPr>
            <p:cNvSpPr txBox="1"/>
            <p:nvPr/>
          </p:nvSpPr>
          <p:spPr>
            <a:xfrm>
              <a:off x="1748558" y="3190298"/>
              <a:ext cx="652322" cy="48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400" b="1" dirty="0">
                  <a:solidFill>
                    <a:schemeClr val="accent2"/>
                  </a:solidFill>
                  <a:latin typeface="Ubuntu" panose="020B0504030602030204" pitchFamily="34" charset="0"/>
                </a:rPr>
                <a:t>02.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30C0829-535D-42F9-B63A-72B2BD837968}"/>
              </a:ext>
            </a:extLst>
          </p:cNvPr>
          <p:cNvGrpSpPr/>
          <p:nvPr/>
        </p:nvGrpSpPr>
        <p:grpSpPr>
          <a:xfrm>
            <a:off x="1524000" y="4885949"/>
            <a:ext cx="3210232" cy="657208"/>
            <a:chOff x="1524000" y="3105190"/>
            <a:chExt cx="3410856" cy="657208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5933FACA-07DC-44F4-8CBB-4A8046A882F1}"/>
                </a:ext>
              </a:extLst>
            </p:cNvPr>
            <p:cNvSpPr/>
            <p:nvPr/>
          </p:nvSpPr>
          <p:spPr>
            <a:xfrm>
              <a:off x="1524000" y="3105190"/>
              <a:ext cx="3410856" cy="657208"/>
            </a:xfrm>
            <a:prstGeom prst="roundRect">
              <a:avLst>
                <a:gd name="adj" fmla="val 14597"/>
              </a:avLst>
            </a:prstGeom>
            <a:solidFill>
              <a:schemeClr val="bg1"/>
            </a:soli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EF97861-B673-4165-AD31-38AEAF4C1AFC}"/>
                </a:ext>
              </a:extLst>
            </p:cNvPr>
            <p:cNvSpPr txBox="1"/>
            <p:nvPr/>
          </p:nvSpPr>
          <p:spPr>
            <a:xfrm>
              <a:off x="2443152" y="3256053"/>
              <a:ext cx="2460554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Online Training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BB5D3A9-3151-4048-886D-60635DA459E7}"/>
                </a:ext>
              </a:extLst>
            </p:cNvPr>
            <p:cNvSpPr txBox="1"/>
            <p:nvPr/>
          </p:nvSpPr>
          <p:spPr>
            <a:xfrm>
              <a:off x="1748558" y="3190298"/>
              <a:ext cx="652322" cy="48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400" b="1" dirty="0">
                  <a:solidFill>
                    <a:schemeClr val="accent3"/>
                  </a:solidFill>
                  <a:latin typeface="Ubuntu" panose="020B0504030602030204" pitchFamily="34" charset="0"/>
                </a:rPr>
                <a:t>03.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1C64898-5533-43C5-A093-2F4457AC08A0}"/>
              </a:ext>
            </a:extLst>
          </p:cNvPr>
          <p:cNvGrpSpPr/>
          <p:nvPr/>
        </p:nvGrpSpPr>
        <p:grpSpPr>
          <a:xfrm>
            <a:off x="4949371" y="4885949"/>
            <a:ext cx="3210232" cy="657208"/>
            <a:chOff x="1524000" y="3105190"/>
            <a:chExt cx="3410856" cy="657208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5FBB53CB-D9CC-40FF-A508-9F53BF378AB6}"/>
                </a:ext>
              </a:extLst>
            </p:cNvPr>
            <p:cNvSpPr/>
            <p:nvPr/>
          </p:nvSpPr>
          <p:spPr>
            <a:xfrm>
              <a:off x="1524000" y="3105190"/>
              <a:ext cx="3410856" cy="657208"/>
            </a:xfrm>
            <a:prstGeom prst="roundRect">
              <a:avLst>
                <a:gd name="adj" fmla="val 14597"/>
              </a:avLst>
            </a:prstGeom>
            <a:solidFill>
              <a:schemeClr val="bg1"/>
            </a:soli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EBFB743-B03A-4B25-B6AB-613D4E6E8F21}"/>
                </a:ext>
              </a:extLst>
            </p:cNvPr>
            <p:cNvSpPr txBox="1"/>
            <p:nvPr/>
          </p:nvSpPr>
          <p:spPr>
            <a:xfrm>
              <a:off x="2443152" y="3256053"/>
              <a:ext cx="2460554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Play Coding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BCCBADA-A66D-4B54-9973-DFB68339CCA3}"/>
                </a:ext>
              </a:extLst>
            </p:cNvPr>
            <p:cNvSpPr txBox="1"/>
            <p:nvPr/>
          </p:nvSpPr>
          <p:spPr>
            <a:xfrm>
              <a:off x="1748558" y="3190298"/>
              <a:ext cx="652322" cy="48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400" b="1" dirty="0">
                  <a:solidFill>
                    <a:schemeClr val="accent4"/>
                  </a:solidFill>
                  <a:latin typeface="Ubuntu" panose="020B0504030602030204" pitchFamily="34" charset="0"/>
                </a:rPr>
                <a:t>04.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7943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37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64" grpId="0"/>
      <p:bldP spid="65" grpId="0"/>
      <p:bldP spid="66" grpId="0"/>
      <p:bldP spid="67" grpId="0"/>
      <p:bldP spid="4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D1E9669-3AA5-44B0-8096-8AD3E7381999}"/>
              </a:ext>
            </a:extLst>
          </p:cNvPr>
          <p:cNvGrpSpPr/>
          <p:nvPr/>
        </p:nvGrpSpPr>
        <p:grpSpPr>
          <a:xfrm>
            <a:off x="4636463" y="1974472"/>
            <a:ext cx="1836830" cy="2924640"/>
            <a:chOff x="2092210" y="2155947"/>
            <a:chExt cx="2329559" cy="3709176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778FCD8-EC2A-468F-9E7E-3CDC46B2E505}"/>
                </a:ext>
              </a:extLst>
            </p:cNvPr>
            <p:cNvSpPr/>
            <p:nvPr/>
          </p:nvSpPr>
          <p:spPr>
            <a:xfrm>
              <a:off x="2494221" y="2155947"/>
              <a:ext cx="1525539" cy="760240"/>
            </a:xfrm>
            <a:custGeom>
              <a:avLst/>
              <a:gdLst>
                <a:gd name="connsiteX0" fmla="*/ 0 w 1525539"/>
                <a:gd name="connsiteY0" fmla="*/ 0 h 760240"/>
                <a:gd name="connsiteX1" fmla="*/ 1525539 w 1525539"/>
                <a:gd name="connsiteY1" fmla="*/ 0 h 760240"/>
                <a:gd name="connsiteX2" fmla="*/ 1510320 w 1525539"/>
                <a:gd name="connsiteY2" fmla="*/ 150969 h 760240"/>
                <a:gd name="connsiteX3" fmla="*/ 762769 w 1525539"/>
                <a:gd name="connsiteY3" fmla="*/ 760240 h 760240"/>
                <a:gd name="connsiteX4" fmla="*/ 15219 w 1525539"/>
                <a:gd name="connsiteY4" fmla="*/ 150969 h 76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5539" h="760240">
                  <a:moveTo>
                    <a:pt x="0" y="0"/>
                  </a:moveTo>
                  <a:lnTo>
                    <a:pt x="1525539" y="0"/>
                  </a:lnTo>
                  <a:lnTo>
                    <a:pt x="1510320" y="150969"/>
                  </a:lnTo>
                  <a:cubicBezTo>
                    <a:pt x="1439168" y="498680"/>
                    <a:pt x="1131514" y="760240"/>
                    <a:pt x="762769" y="760240"/>
                  </a:cubicBezTo>
                  <a:cubicBezTo>
                    <a:pt x="394024" y="760240"/>
                    <a:pt x="86371" y="498680"/>
                    <a:pt x="15219" y="1509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Ubuntu" panose="020B0504030602030204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4" name="Text Placeholder 2">
              <a:extLst>
                <a:ext uri="{FF2B5EF4-FFF2-40B4-BE49-F238E27FC236}">
                  <a16:creationId xmlns:a16="http://schemas.microsoft.com/office/drawing/2014/main" id="{320B8E50-2173-463B-BB56-477747CA93D3}"/>
                </a:ext>
              </a:extLst>
            </p:cNvPr>
            <p:cNvSpPr txBox="1">
              <a:spLocks/>
            </p:cNvSpPr>
            <p:nvPr/>
          </p:nvSpPr>
          <p:spPr>
            <a:xfrm>
              <a:off x="2330650" y="2306321"/>
              <a:ext cx="1852681" cy="410610"/>
            </a:xfrm>
            <a:prstGeom prst="rect">
              <a:avLst/>
            </a:prstGeom>
          </p:spPr>
          <p:txBody>
            <a:bodyPr/>
            <a:lstStyle>
              <a:lvl1pPr marL="0" indent="0" algn="ctr" defTabSz="1460754" rtl="0" eaLnBrk="1" latinLnBrk="0" hangingPunct="1">
                <a:lnSpc>
                  <a:spcPct val="90000"/>
                </a:lnSpc>
                <a:spcBef>
                  <a:spcPts val="1598"/>
                </a:spcBef>
                <a:buFont typeface="Arial" panose="020B0604020202020204" pitchFamily="34" charset="0"/>
                <a:buNone/>
                <a:defRPr sz="4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095566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5943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556320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286697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017074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747451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77828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208205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1" dirty="0">
                  <a:solidFill>
                    <a:schemeClr val="bg1"/>
                  </a:solidFill>
                  <a:latin typeface="Ubuntu" panose="020B0504030602030204" pitchFamily="34" charset="0"/>
                  <a:cs typeface="Segoe UI" panose="020B0502040204020203" pitchFamily="34" charset="0"/>
                </a:rPr>
                <a:t>Basic</a:t>
              </a:r>
              <a:endParaRPr lang="id-ID" sz="1600" b="1" dirty="0">
                <a:solidFill>
                  <a:schemeClr val="bg1"/>
                </a:solidFill>
                <a:latin typeface="Ubuntu" panose="020B0504030602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D18BA01-23C7-4CCA-9F98-B046B097A7AD}"/>
                </a:ext>
              </a:extLst>
            </p:cNvPr>
            <p:cNvSpPr/>
            <p:nvPr/>
          </p:nvSpPr>
          <p:spPr>
            <a:xfrm>
              <a:off x="2626133" y="5482751"/>
              <a:ext cx="1261714" cy="38237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latin typeface="Ubuntu" panose="020B0504030602030204" pitchFamily="34" charset="0"/>
                  <a:cs typeface="Segoe UI Light" panose="020B0502040204020203" pitchFamily="34" charset="0"/>
                </a:rPr>
                <a:t>PURCHASE</a:t>
              </a:r>
              <a:endParaRPr lang="id-ID" sz="1050" b="1" dirty="0">
                <a:latin typeface="Ubuntu" panose="020B0504030602030204" pitchFamily="34" charset="0"/>
                <a:cs typeface="Segoe UI Light" panose="020B0502040204020203" pitchFamily="34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44A4DC6-D7B7-4E62-984A-4C8444A7E020}"/>
                </a:ext>
              </a:extLst>
            </p:cNvPr>
            <p:cNvGrpSpPr/>
            <p:nvPr/>
          </p:nvGrpSpPr>
          <p:grpSpPr>
            <a:xfrm>
              <a:off x="2182981" y="3992027"/>
              <a:ext cx="2164904" cy="593458"/>
              <a:chOff x="1851134" y="3705876"/>
              <a:chExt cx="2164904" cy="593458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C0F3980A-B4D0-488E-9481-2100EC569315}"/>
                  </a:ext>
                </a:extLst>
              </p:cNvPr>
              <p:cNvSpPr/>
              <p:nvPr/>
            </p:nvSpPr>
            <p:spPr>
              <a:xfrm>
                <a:off x="1851134" y="3705876"/>
                <a:ext cx="2148018" cy="593458"/>
              </a:xfrm>
              <a:prstGeom prst="roundRect">
                <a:avLst>
                  <a:gd name="adj" fmla="val 11188"/>
                </a:avLst>
              </a:prstGeom>
              <a:solidFill>
                <a:srgbClr val="F1F3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latin typeface="Ubuntu" panose="020B0504030602030204" pitchFamily="34" charset="0"/>
                  <a:cs typeface="Segoe UI Light" panose="020B0502040204020203" pitchFamily="34" charset="0"/>
                </a:endParaRPr>
              </a:p>
            </p:txBody>
          </p:sp>
          <p:sp>
            <p:nvSpPr>
              <p:cNvPr id="13" name="Freeform 45">
                <a:extLst>
                  <a:ext uri="{FF2B5EF4-FFF2-40B4-BE49-F238E27FC236}">
                    <a16:creationId xmlns:a16="http://schemas.microsoft.com/office/drawing/2014/main" id="{1A467A58-6FEB-4418-AD7D-95770FFEFD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54390" y="3923163"/>
                <a:ext cx="152642" cy="158885"/>
              </a:xfrm>
              <a:custGeom>
                <a:avLst/>
                <a:gdLst>
                  <a:gd name="T0" fmla="*/ 92739 w 55"/>
                  <a:gd name="T1" fmla="*/ 188912 h 55"/>
                  <a:gd name="T2" fmla="*/ 0 w 55"/>
                  <a:gd name="T3" fmla="*/ 92739 h 55"/>
                  <a:gd name="T4" fmla="*/ 92739 w 55"/>
                  <a:gd name="T5" fmla="*/ 0 h 55"/>
                  <a:gd name="T6" fmla="*/ 188912 w 55"/>
                  <a:gd name="T7" fmla="*/ 92739 h 55"/>
                  <a:gd name="T8" fmla="*/ 92739 w 55"/>
                  <a:gd name="T9" fmla="*/ 188912 h 55"/>
                  <a:gd name="T10" fmla="*/ 154564 w 55"/>
                  <a:gd name="T11" fmla="*/ 68695 h 55"/>
                  <a:gd name="T12" fmla="*/ 144260 w 55"/>
                  <a:gd name="T13" fmla="*/ 58391 h 55"/>
                  <a:gd name="T14" fmla="*/ 137391 w 55"/>
                  <a:gd name="T15" fmla="*/ 54956 h 55"/>
                  <a:gd name="T16" fmla="*/ 130521 w 55"/>
                  <a:gd name="T17" fmla="*/ 58391 h 55"/>
                  <a:gd name="T18" fmla="*/ 82434 w 55"/>
                  <a:gd name="T19" fmla="*/ 106478 h 55"/>
                  <a:gd name="T20" fmla="*/ 54956 w 55"/>
                  <a:gd name="T21" fmla="*/ 79000 h 55"/>
                  <a:gd name="T22" fmla="*/ 48087 w 55"/>
                  <a:gd name="T23" fmla="*/ 75565 h 55"/>
                  <a:gd name="T24" fmla="*/ 44652 w 55"/>
                  <a:gd name="T25" fmla="*/ 79000 h 55"/>
                  <a:gd name="T26" fmla="*/ 30913 w 55"/>
                  <a:gd name="T27" fmla="*/ 89304 h 55"/>
                  <a:gd name="T28" fmla="*/ 30913 w 55"/>
                  <a:gd name="T29" fmla="*/ 96173 h 55"/>
                  <a:gd name="T30" fmla="*/ 30913 w 55"/>
                  <a:gd name="T31" fmla="*/ 103043 h 55"/>
                  <a:gd name="T32" fmla="*/ 75565 w 55"/>
                  <a:gd name="T33" fmla="*/ 147695 h 55"/>
                  <a:gd name="T34" fmla="*/ 82434 w 55"/>
                  <a:gd name="T35" fmla="*/ 147695 h 55"/>
                  <a:gd name="T36" fmla="*/ 89304 w 55"/>
                  <a:gd name="T37" fmla="*/ 147695 h 55"/>
                  <a:gd name="T38" fmla="*/ 154564 w 55"/>
                  <a:gd name="T39" fmla="*/ 79000 h 55"/>
                  <a:gd name="T40" fmla="*/ 157999 w 55"/>
                  <a:gd name="T41" fmla="*/ 75565 h 55"/>
                  <a:gd name="T42" fmla="*/ 154564 w 55"/>
                  <a:gd name="T43" fmla="*/ 68695 h 5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/>
                  </a:gs>
                  <a:gs pos="0">
                    <a:schemeClr val="accent1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 dirty="0">
                  <a:solidFill>
                    <a:schemeClr val="bg1">
                      <a:lumMod val="65000"/>
                    </a:schemeClr>
                  </a:solidFill>
                  <a:latin typeface="Ubuntu" panose="020B0504030602030204" pitchFamily="34" charset="0"/>
                  <a:cs typeface="Segoe UI Light" panose="020B0502040204020203" pitchFamily="34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741C33A-290C-4760-A4EB-47AE78DA7C93}"/>
                  </a:ext>
                </a:extLst>
              </p:cNvPr>
              <p:cNvSpPr/>
              <p:nvPr/>
            </p:nvSpPr>
            <p:spPr>
              <a:xfrm>
                <a:off x="2207032" y="3859489"/>
                <a:ext cx="1809006" cy="3083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id-ID" sz="900" dirty="0">
                    <a:solidFill>
                      <a:schemeClr val="bg1">
                        <a:lumMod val="65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Insert Text in This </a:t>
                </a:r>
                <a:r>
                  <a:rPr lang="id-ID" sz="900" b="1" dirty="0">
                    <a:solidFill>
                      <a:schemeClr val="bg1">
                        <a:lumMod val="65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Text</a:t>
                </a:r>
                <a:endParaRPr lang="en-US" sz="900" b="1" dirty="0">
                  <a:solidFill>
                    <a:schemeClr val="bg1">
                      <a:lumMod val="6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A577548-33EA-426B-B39C-4B8906EE2BA6}"/>
                </a:ext>
              </a:extLst>
            </p:cNvPr>
            <p:cNvGrpSpPr/>
            <p:nvPr/>
          </p:nvGrpSpPr>
          <p:grpSpPr>
            <a:xfrm>
              <a:off x="2182981" y="4699370"/>
              <a:ext cx="2164904" cy="593458"/>
              <a:chOff x="1851134" y="4413219"/>
              <a:chExt cx="2164904" cy="593458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4D033E5B-C21D-4275-B7B9-FD6A55DCECF6}"/>
                  </a:ext>
                </a:extLst>
              </p:cNvPr>
              <p:cNvSpPr/>
              <p:nvPr/>
            </p:nvSpPr>
            <p:spPr>
              <a:xfrm>
                <a:off x="1851134" y="4413219"/>
                <a:ext cx="2148018" cy="593458"/>
              </a:xfrm>
              <a:prstGeom prst="roundRect">
                <a:avLst>
                  <a:gd name="adj" fmla="val 11188"/>
                </a:avLst>
              </a:prstGeom>
              <a:solidFill>
                <a:srgbClr val="F1F3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latin typeface="Ubuntu" panose="020B0504030602030204" pitchFamily="34" charset="0"/>
                  <a:cs typeface="Segoe UI Light" panose="020B0502040204020203" pitchFamily="34" charset="0"/>
                </a:endParaRPr>
              </a:p>
            </p:txBody>
          </p:sp>
          <p:sp>
            <p:nvSpPr>
              <p:cNvPr id="10" name="Freeform 45">
                <a:extLst>
                  <a:ext uri="{FF2B5EF4-FFF2-40B4-BE49-F238E27FC236}">
                    <a16:creationId xmlns:a16="http://schemas.microsoft.com/office/drawing/2014/main" id="{51D32B2B-6E72-4559-B4C8-ADD47AFB960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54390" y="4630506"/>
                <a:ext cx="152642" cy="158885"/>
              </a:xfrm>
              <a:custGeom>
                <a:avLst/>
                <a:gdLst>
                  <a:gd name="T0" fmla="*/ 92739 w 55"/>
                  <a:gd name="T1" fmla="*/ 188912 h 55"/>
                  <a:gd name="T2" fmla="*/ 0 w 55"/>
                  <a:gd name="T3" fmla="*/ 92739 h 55"/>
                  <a:gd name="T4" fmla="*/ 92739 w 55"/>
                  <a:gd name="T5" fmla="*/ 0 h 55"/>
                  <a:gd name="T6" fmla="*/ 188912 w 55"/>
                  <a:gd name="T7" fmla="*/ 92739 h 55"/>
                  <a:gd name="T8" fmla="*/ 92739 w 55"/>
                  <a:gd name="T9" fmla="*/ 188912 h 55"/>
                  <a:gd name="T10" fmla="*/ 154564 w 55"/>
                  <a:gd name="T11" fmla="*/ 68695 h 55"/>
                  <a:gd name="T12" fmla="*/ 144260 w 55"/>
                  <a:gd name="T13" fmla="*/ 58391 h 55"/>
                  <a:gd name="T14" fmla="*/ 137391 w 55"/>
                  <a:gd name="T15" fmla="*/ 54956 h 55"/>
                  <a:gd name="T16" fmla="*/ 130521 w 55"/>
                  <a:gd name="T17" fmla="*/ 58391 h 55"/>
                  <a:gd name="T18" fmla="*/ 82434 w 55"/>
                  <a:gd name="T19" fmla="*/ 106478 h 55"/>
                  <a:gd name="T20" fmla="*/ 54956 w 55"/>
                  <a:gd name="T21" fmla="*/ 79000 h 55"/>
                  <a:gd name="T22" fmla="*/ 48087 w 55"/>
                  <a:gd name="T23" fmla="*/ 75565 h 55"/>
                  <a:gd name="T24" fmla="*/ 44652 w 55"/>
                  <a:gd name="T25" fmla="*/ 79000 h 55"/>
                  <a:gd name="T26" fmla="*/ 30913 w 55"/>
                  <a:gd name="T27" fmla="*/ 89304 h 55"/>
                  <a:gd name="T28" fmla="*/ 30913 w 55"/>
                  <a:gd name="T29" fmla="*/ 96173 h 55"/>
                  <a:gd name="T30" fmla="*/ 30913 w 55"/>
                  <a:gd name="T31" fmla="*/ 103043 h 55"/>
                  <a:gd name="T32" fmla="*/ 75565 w 55"/>
                  <a:gd name="T33" fmla="*/ 147695 h 55"/>
                  <a:gd name="T34" fmla="*/ 82434 w 55"/>
                  <a:gd name="T35" fmla="*/ 147695 h 55"/>
                  <a:gd name="T36" fmla="*/ 89304 w 55"/>
                  <a:gd name="T37" fmla="*/ 147695 h 55"/>
                  <a:gd name="T38" fmla="*/ 154564 w 55"/>
                  <a:gd name="T39" fmla="*/ 79000 h 55"/>
                  <a:gd name="T40" fmla="*/ 157999 w 55"/>
                  <a:gd name="T41" fmla="*/ 75565 h 55"/>
                  <a:gd name="T42" fmla="*/ 154564 w 55"/>
                  <a:gd name="T43" fmla="*/ 68695 h 5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/>
                  </a:gs>
                  <a:gs pos="0">
                    <a:schemeClr val="accent1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 dirty="0">
                  <a:solidFill>
                    <a:schemeClr val="bg1">
                      <a:lumMod val="65000"/>
                    </a:schemeClr>
                  </a:solidFill>
                  <a:latin typeface="Ubuntu" panose="020B0504030602030204" pitchFamily="34" charset="0"/>
                  <a:cs typeface="Segoe UI Light" panose="020B0502040204020203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CA96C54-FAE2-49A7-AC28-D19161561215}"/>
                  </a:ext>
                </a:extLst>
              </p:cNvPr>
              <p:cNvSpPr/>
              <p:nvPr/>
            </p:nvSpPr>
            <p:spPr>
              <a:xfrm>
                <a:off x="2207032" y="4566832"/>
                <a:ext cx="1809006" cy="3083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id-ID" sz="900" dirty="0">
                    <a:solidFill>
                      <a:schemeClr val="bg1">
                        <a:lumMod val="65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Insert Text in This </a:t>
                </a:r>
                <a:r>
                  <a:rPr lang="id-ID" sz="900" b="1" dirty="0">
                    <a:solidFill>
                      <a:schemeClr val="bg1">
                        <a:lumMod val="65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Text</a:t>
                </a:r>
                <a:endParaRPr lang="en-US" sz="900" b="1" dirty="0">
                  <a:solidFill>
                    <a:schemeClr val="bg1">
                      <a:lumMod val="6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7BE536-CA77-4E0C-AC07-8CB0B46FCE2A}"/>
                </a:ext>
              </a:extLst>
            </p:cNvPr>
            <p:cNvSpPr/>
            <p:nvPr/>
          </p:nvSpPr>
          <p:spPr>
            <a:xfrm>
              <a:off x="2092210" y="2973279"/>
              <a:ext cx="2329559" cy="7970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id-ID" sz="1400" b="1" dirty="0">
                  <a:gradFill>
                    <a:gsLst>
                      <a:gs pos="100000">
                        <a:schemeClr val="accent1"/>
                      </a:gs>
                      <a:gs pos="0">
                        <a:schemeClr val="accent1">
                          <a:lumMod val="75000"/>
                        </a:schemeClr>
                      </a:gs>
                    </a:gsLst>
                    <a:lin ang="2700000" scaled="1"/>
                  </a:gra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$</a:t>
              </a:r>
              <a:r>
                <a:rPr lang="en-US" sz="3200" b="1" dirty="0">
                  <a:gradFill>
                    <a:gsLst>
                      <a:gs pos="100000">
                        <a:schemeClr val="accent1"/>
                      </a:gs>
                      <a:gs pos="0">
                        <a:schemeClr val="accent1">
                          <a:lumMod val="75000"/>
                        </a:schemeClr>
                      </a:gs>
                    </a:gsLst>
                    <a:lin ang="2700000" scaled="1"/>
                  </a:gra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47</a:t>
              </a:r>
              <a:r>
                <a:rPr lang="id-ID" sz="1400" b="1" dirty="0">
                  <a:gradFill>
                    <a:gsLst>
                      <a:gs pos="100000">
                        <a:schemeClr val="accent1"/>
                      </a:gs>
                      <a:gs pos="0">
                        <a:schemeClr val="accent1">
                          <a:lumMod val="75000"/>
                        </a:schemeClr>
                      </a:gs>
                    </a:gsLst>
                    <a:lin ang="2700000" scaled="1"/>
                  </a:gra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,</a:t>
              </a:r>
              <a:r>
                <a:rPr lang="en-US" sz="1400" b="1" dirty="0">
                  <a:gradFill>
                    <a:gsLst>
                      <a:gs pos="100000">
                        <a:schemeClr val="accent1"/>
                      </a:gs>
                      <a:gs pos="0">
                        <a:schemeClr val="accent1">
                          <a:lumMod val="75000"/>
                        </a:schemeClr>
                      </a:gs>
                    </a:gsLst>
                    <a:lin ang="2700000" scaled="1"/>
                  </a:gra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99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72448A-596F-471B-8973-C91FAD520EDD}"/>
              </a:ext>
            </a:extLst>
          </p:cNvPr>
          <p:cNvGrpSpPr/>
          <p:nvPr/>
        </p:nvGrpSpPr>
        <p:grpSpPr>
          <a:xfrm>
            <a:off x="9347363" y="1974472"/>
            <a:ext cx="1836830" cy="2924640"/>
            <a:chOff x="7770232" y="2155947"/>
            <a:chExt cx="2329559" cy="370917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ECFBB9-C2B8-4509-A8B4-390C6692FC28}"/>
                </a:ext>
              </a:extLst>
            </p:cNvPr>
            <p:cNvSpPr/>
            <p:nvPr/>
          </p:nvSpPr>
          <p:spPr>
            <a:xfrm>
              <a:off x="8172243" y="2155947"/>
              <a:ext cx="1525539" cy="760240"/>
            </a:xfrm>
            <a:custGeom>
              <a:avLst/>
              <a:gdLst>
                <a:gd name="connsiteX0" fmla="*/ 0 w 1525539"/>
                <a:gd name="connsiteY0" fmla="*/ 0 h 760240"/>
                <a:gd name="connsiteX1" fmla="*/ 1525539 w 1525539"/>
                <a:gd name="connsiteY1" fmla="*/ 0 h 760240"/>
                <a:gd name="connsiteX2" fmla="*/ 1510320 w 1525539"/>
                <a:gd name="connsiteY2" fmla="*/ 150969 h 760240"/>
                <a:gd name="connsiteX3" fmla="*/ 762769 w 1525539"/>
                <a:gd name="connsiteY3" fmla="*/ 760240 h 760240"/>
                <a:gd name="connsiteX4" fmla="*/ 15219 w 1525539"/>
                <a:gd name="connsiteY4" fmla="*/ 150969 h 76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5539" h="760240">
                  <a:moveTo>
                    <a:pt x="0" y="0"/>
                  </a:moveTo>
                  <a:lnTo>
                    <a:pt x="1525539" y="0"/>
                  </a:lnTo>
                  <a:lnTo>
                    <a:pt x="1510320" y="150969"/>
                  </a:lnTo>
                  <a:cubicBezTo>
                    <a:pt x="1439168" y="498680"/>
                    <a:pt x="1131514" y="760240"/>
                    <a:pt x="762769" y="760240"/>
                  </a:cubicBezTo>
                  <a:cubicBezTo>
                    <a:pt x="394024" y="760240"/>
                    <a:pt x="86371" y="498680"/>
                    <a:pt x="15219" y="15096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Ubuntu" panose="020B0504030602030204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7" name="Text Placeholder 2">
              <a:extLst>
                <a:ext uri="{FF2B5EF4-FFF2-40B4-BE49-F238E27FC236}">
                  <a16:creationId xmlns:a16="http://schemas.microsoft.com/office/drawing/2014/main" id="{08445AE5-A916-4CDE-96E6-9C77C363F803}"/>
                </a:ext>
              </a:extLst>
            </p:cNvPr>
            <p:cNvSpPr txBox="1">
              <a:spLocks/>
            </p:cNvSpPr>
            <p:nvPr/>
          </p:nvSpPr>
          <p:spPr>
            <a:xfrm>
              <a:off x="8008672" y="2306321"/>
              <a:ext cx="1852681" cy="410610"/>
            </a:xfrm>
            <a:prstGeom prst="rect">
              <a:avLst/>
            </a:prstGeom>
          </p:spPr>
          <p:txBody>
            <a:bodyPr/>
            <a:lstStyle>
              <a:lvl1pPr marL="0" indent="0" algn="ctr" defTabSz="1460754" rtl="0" eaLnBrk="1" latinLnBrk="0" hangingPunct="1">
                <a:lnSpc>
                  <a:spcPct val="90000"/>
                </a:lnSpc>
                <a:spcBef>
                  <a:spcPts val="1598"/>
                </a:spcBef>
                <a:buFont typeface="Arial" panose="020B0604020202020204" pitchFamily="34" charset="0"/>
                <a:buNone/>
                <a:defRPr sz="4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095566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5943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556320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286697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017074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747451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77828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208205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1" dirty="0">
                  <a:solidFill>
                    <a:schemeClr val="bg1"/>
                  </a:solidFill>
                  <a:latin typeface="Ubuntu" panose="020B0504030602030204" pitchFamily="34" charset="0"/>
                  <a:cs typeface="Segoe UI" panose="020B0502040204020203" pitchFamily="34" charset="0"/>
                </a:rPr>
                <a:t>Pro</a:t>
              </a:r>
              <a:endParaRPr lang="id-ID" sz="1600" b="1" dirty="0">
                <a:solidFill>
                  <a:schemeClr val="bg1"/>
                </a:solidFill>
                <a:latin typeface="Ubuntu" panose="020B0504030602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FE5AC94-BB42-4802-9D73-D4C006A47291}"/>
                </a:ext>
              </a:extLst>
            </p:cNvPr>
            <p:cNvSpPr/>
            <p:nvPr/>
          </p:nvSpPr>
          <p:spPr>
            <a:xfrm>
              <a:off x="8304155" y="5482751"/>
              <a:ext cx="1261714" cy="382372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latin typeface="Ubuntu" panose="020B0504030602030204" pitchFamily="34" charset="0"/>
                  <a:cs typeface="Segoe UI Light" panose="020B0502040204020203" pitchFamily="34" charset="0"/>
                </a:rPr>
                <a:t>PURCHASE</a:t>
              </a:r>
              <a:endParaRPr lang="id-ID" sz="1050" b="1" dirty="0">
                <a:latin typeface="Ubuntu" panose="020B0504030602030204" pitchFamily="34" charset="0"/>
                <a:cs typeface="Segoe UI Light" panose="020B0502040204020203" pitchFamily="34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6CB9EF9-500D-49AB-ACC8-E459911DC5F2}"/>
                </a:ext>
              </a:extLst>
            </p:cNvPr>
            <p:cNvGrpSpPr/>
            <p:nvPr/>
          </p:nvGrpSpPr>
          <p:grpSpPr>
            <a:xfrm>
              <a:off x="7861003" y="3992027"/>
              <a:ext cx="2148018" cy="593458"/>
              <a:chOff x="1851134" y="3705876"/>
              <a:chExt cx="2148018" cy="593458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050186E-EFBA-4CB8-85B9-02EE1E43603B}"/>
                  </a:ext>
                </a:extLst>
              </p:cNvPr>
              <p:cNvSpPr/>
              <p:nvPr/>
            </p:nvSpPr>
            <p:spPr>
              <a:xfrm>
                <a:off x="1851134" y="3705876"/>
                <a:ext cx="2148018" cy="593458"/>
              </a:xfrm>
              <a:prstGeom prst="roundRect">
                <a:avLst>
                  <a:gd name="adj" fmla="val 11188"/>
                </a:avLst>
              </a:prstGeom>
              <a:solidFill>
                <a:srgbClr val="F1F3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latin typeface="Ubuntu" panose="020B0504030602030204" pitchFamily="34" charset="0"/>
                  <a:cs typeface="Segoe UI Light" panose="020B0502040204020203" pitchFamily="34" charset="0"/>
                </a:endParaRPr>
              </a:p>
            </p:txBody>
          </p:sp>
          <p:sp>
            <p:nvSpPr>
              <p:cNvPr id="26" name="Freeform 45">
                <a:extLst>
                  <a:ext uri="{FF2B5EF4-FFF2-40B4-BE49-F238E27FC236}">
                    <a16:creationId xmlns:a16="http://schemas.microsoft.com/office/drawing/2014/main" id="{18D971F3-56C8-4359-9958-57A57D38A6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54390" y="3923163"/>
                <a:ext cx="152642" cy="158885"/>
              </a:xfrm>
              <a:custGeom>
                <a:avLst/>
                <a:gdLst>
                  <a:gd name="T0" fmla="*/ 92739 w 55"/>
                  <a:gd name="T1" fmla="*/ 188912 h 55"/>
                  <a:gd name="T2" fmla="*/ 0 w 55"/>
                  <a:gd name="T3" fmla="*/ 92739 h 55"/>
                  <a:gd name="T4" fmla="*/ 92739 w 55"/>
                  <a:gd name="T5" fmla="*/ 0 h 55"/>
                  <a:gd name="T6" fmla="*/ 188912 w 55"/>
                  <a:gd name="T7" fmla="*/ 92739 h 55"/>
                  <a:gd name="T8" fmla="*/ 92739 w 55"/>
                  <a:gd name="T9" fmla="*/ 188912 h 55"/>
                  <a:gd name="T10" fmla="*/ 154564 w 55"/>
                  <a:gd name="T11" fmla="*/ 68695 h 55"/>
                  <a:gd name="T12" fmla="*/ 144260 w 55"/>
                  <a:gd name="T13" fmla="*/ 58391 h 55"/>
                  <a:gd name="T14" fmla="*/ 137391 w 55"/>
                  <a:gd name="T15" fmla="*/ 54956 h 55"/>
                  <a:gd name="T16" fmla="*/ 130521 w 55"/>
                  <a:gd name="T17" fmla="*/ 58391 h 55"/>
                  <a:gd name="T18" fmla="*/ 82434 w 55"/>
                  <a:gd name="T19" fmla="*/ 106478 h 55"/>
                  <a:gd name="T20" fmla="*/ 54956 w 55"/>
                  <a:gd name="T21" fmla="*/ 79000 h 55"/>
                  <a:gd name="T22" fmla="*/ 48087 w 55"/>
                  <a:gd name="T23" fmla="*/ 75565 h 55"/>
                  <a:gd name="T24" fmla="*/ 44652 w 55"/>
                  <a:gd name="T25" fmla="*/ 79000 h 55"/>
                  <a:gd name="T26" fmla="*/ 30913 w 55"/>
                  <a:gd name="T27" fmla="*/ 89304 h 55"/>
                  <a:gd name="T28" fmla="*/ 30913 w 55"/>
                  <a:gd name="T29" fmla="*/ 96173 h 55"/>
                  <a:gd name="T30" fmla="*/ 30913 w 55"/>
                  <a:gd name="T31" fmla="*/ 103043 h 55"/>
                  <a:gd name="T32" fmla="*/ 75565 w 55"/>
                  <a:gd name="T33" fmla="*/ 147695 h 55"/>
                  <a:gd name="T34" fmla="*/ 82434 w 55"/>
                  <a:gd name="T35" fmla="*/ 147695 h 55"/>
                  <a:gd name="T36" fmla="*/ 89304 w 55"/>
                  <a:gd name="T37" fmla="*/ 147695 h 55"/>
                  <a:gd name="T38" fmla="*/ 154564 w 55"/>
                  <a:gd name="T39" fmla="*/ 79000 h 55"/>
                  <a:gd name="T40" fmla="*/ 157999 w 55"/>
                  <a:gd name="T41" fmla="*/ 75565 h 55"/>
                  <a:gd name="T42" fmla="*/ 154564 w 55"/>
                  <a:gd name="T43" fmla="*/ 68695 h 5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3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 dirty="0">
                  <a:solidFill>
                    <a:schemeClr val="bg1">
                      <a:lumMod val="65000"/>
                    </a:schemeClr>
                  </a:solidFill>
                  <a:latin typeface="Ubuntu" panose="020B0504030602030204" pitchFamily="34" charset="0"/>
                  <a:cs typeface="Segoe UI Light" panose="020B0502040204020203" pitchFamily="34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1E56A26-6924-4715-B226-EBD96CC843D6}"/>
                  </a:ext>
                </a:extLst>
              </p:cNvPr>
              <p:cNvSpPr/>
              <p:nvPr/>
            </p:nvSpPr>
            <p:spPr>
              <a:xfrm>
                <a:off x="2207031" y="3859489"/>
                <a:ext cx="1765728" cy="3047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id-ID" sz="900">
                    <a:solidFill>
                      <a:schemeClr val="bg1">
                        <a:lumMod val="65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Insert Text in This Text</a:t>
                </a:r>
                <a:endParaRPr lang="en-US" sz="900" dirty="0">
                  <a:solidFill>
                    <a:schemeClr val="bg1">
                      <a:lumMod val="6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2778758-1E39-4248-BB73-761872451556}"/>
                </a:ext>
              </a:extLst>
            </p:cNvPr>
            <p:cNvGrpSpPr/>
            <p:nvPr/>
          </p:nvGrpSpPr>
          <p:grpSpPr>
            <a:xfrm>
              <a:off x="7861003" y="4699370"/>
              <a:ext cx="2148018" cy="593458"/>
              <a:chOff x="1851134" y="4413219"/>
              <a:chExt cx="2148018" cy="593458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4969AF5F-2CA1-4ACD-BFB7-D2B5FFE3AE30}"/>
                  </a:ext>
                </a:extLst>
              </p:cNvPr>
              <p:cNvSpPr/>
              <p:nvPr/>
            </p:nvSpPr>
            <p:spPr>
              <a:xfrm>
                <a:off x="1851134" y="4413219"/>
                <a:ext cx="2148018" cy="593458"/>
              </a:xfrm>
              <a:prstGeom prst="roundRect">
                <a:avLst>
                  <a:gd name="adj" fmla="val 11188"/>
                </a:avLst>
              </a:prstGeom>
              <a:solidFill>
                <a:srgbClr val="F1F3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latin typeface="Ubuntu" panose="020B0504030602030204" pitchFamily="34" charset="0"/>
                  <a:cs typeface="Segoe UI Light" panose="020B0502040204020203" pitchFamily="34" charset="0"/>
                </a:endParaRPr>
              </a:p>
            </p:txBody>
          </p:sp>
          <p:sp>
            <p:nvSpPr>
              <p:cNvPr id="23" name="Freeform 45">
                <a:extLst>
                  <a:ext uri="{FF2B5EF4-FFF2-40B4-BE49-F238E27FC236}">
                    <a16:creationId xmlns:a16="http://schemas.microsoft.com/office/drawing/2014/main" id="{38553C47-2F51-47E7-987B-63290E93C8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54390" y="4630506"/>
                <a:ext cx="152642" cy="158885"/>
              </a:xfrm>
              <a:custGeom>
                <a:avLst/>
                <a:gdLst>
                  <a:gd name="T0" fmla="*/ 92739 w 55"/>
                  <a:gd name="T1" fmla="*/ 188912 h 55"/>
                  <a:gd name="T2" fmla="*/ 0 w 55"/>
                  <a:gd name="T3" fmla="*/ 92739 h 55"/>
                  <a:gd name="T4" fmla="*/ 92739 w 55"/>
                  <a:gd name="T5" fmla="*/ 0 h 55"/>
                  <a:gd name="T6" fmla="*/ 188912 w 55"/>
                  <a:gd name="T7" fmla="*/ 92739 h 55"/>
                  <a:gd name="T8" fmla="*/ 92739 w 55"/>
                  <a:gd name="T9" fmla="*/ 188912 h 55"/>
                  <a:gd name="T10" fmla="*/ 154564 w 55"/>
                  <a:gd name="T11" fmla="*/ 68695 h 55"/>
                  <a:gd name="T12" fmla="*/ 144260 w 55"/>
                  <a:gd name="T13" fmla="*/ 58391 h 55"/>
                  <a:gd name="T14" fmla="*/ 137391 w 55"/>
                  <a:gd name="T15" fmla="*/ 54956 h 55"/>
                  <a:gd name="T16" fmla="*/ 130521 w 55"/>
                  <a:gd name="T17" fmla="*/ 58391 h 55"/>
                  <a:gd name="T18" fmla="*/ 82434 w 55"/>
                  <a:gd name="T19" fmla="*/ 106478 h 55"/>
                  <a:gd name="T20" fmla="*/ 54956 w 55"/>
                  <a:gd name="T21" fmla="*/ 79000 h 55"/>
                  <a:gd name="T22" fmla="*/ 48087 w 55"/>
                  <a:gd name="T23" fmla="*/ 75565 h 55"/>
                  <a:gd name="T24" fmla="*/ 44652 w 55"/>
                  <a:gd name="T25" fmla="*/ 79000 h 55"/>
                  <a:gd name="T26" fmla="*/ 30913 w 55"/>
                  <a:gd name="T27" fmla="*/ 89304 h 55"/>
                  <a:gd name="T28" fmla="*/ 30913 w 55"/>
                  <a:gd name="T29" fmla="*/ 96173 h 55"/>
                  <a:gd name="T30" fmla="*/ 30913 w 55"/>
                  <a:gd name="T31" fmla="*/ 103043 h 55"/>
                  <a:gd name="T32" fmla="*/ 75565 w 55"/>
                  <a:gd name="T33" fmla="*/ 147695 h 55"/>
                  <a:gd name="T34" fmla="*/ 82434 w 55"/>
                  <a:gd name="T35" fmla="*/ 147695 h 55"/>
                  <a:gd name="T36" fmla="*/ 89304 w 55"/>
                  <a:gd name="T37" fmla="*/ 147695 h 55"/>
                  <a:gd name="T38" fmla="*/ 154564 w 55"/>
                  <a:gd name="T39" fmla="*/ 79000 h 55"/>
                  <a:gd name="T40" fmla="*/ 157999 w 55"/>
                  <a:gd name="T41" fmla="*/ 75565 h 55"/>
                  <a:gd name="T42" fmla="*/ 154564 w 55"/>
                  <a:gd name="T43" fmla="*/ 68695 h 5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3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 dirty="0">
                  <a:solidFill>
                    <a:schemeClr val="bg1">
                      <a:lumMod val="65000"/>
                    </a:schemeClr>
                  </a:solidFill>
                  <a:latin typeface="Ubuntu" panose="020B0504030602030204" pitchFamily="34" charset="0"/>
                  <a:cs typeface="Segoe UI Light" panose="020B0502040204020203" pitchFamily="34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5F25D04-5D7E-4E1A-B064-8763A63A5EEF}"/>
                  </a:ext>
                </a:extLst>
              </p:cNvPr>
              <p:cNvSpPr/>
              <p:nvPr/>
            </p:nvSpPr>
            <p:spPr>
              <a:xfrm>
                <a:off x="2207031" y="4566832"/>
                <a:ext cx="1765728" cy="3047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id-ID" sz="900" dirty="0">
                    <a:solidFill>
                      <a:schemeClr val="bg1">
                        <a:lumMod val="65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Insert Text in </a:t>
                </a:r>
                <a:r>
                  <a:rPr lang="id-ID" sz="900">
                    <a:solidFill>
                      <a:schemeClr val="bg1">
                        <a:lumMod val="65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This </a:t>
                </a:r>
                <a:r>
                  <a:rPr lang="id-ID" sz="900" dirty="0">
                    <a:solidFill>
                      <a:schemeClr val="bg1">
                        <a:lumMod val="65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Text</a:t>
                </a:r>
                <a:endParaRPr lang="en-US" sz="900" dirty="0">
                  <a:solidFill>
                    <a:schemeClr val="bg1">
                      <a:lumMod val="6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2157569-62D1-4012-A4B5-4DD4CFFAF930}"/>
                </a:ext>
              </a:extLst>
            </p:cNvPr>
            <p:cNvSpPr/>
            <p:nvPr/>
          </p:nvSpPr>
          <p:spPr>
            <a:xfrm>
              <a:off x="7770232" y="2973279"/>
              <a:ext cx="2329559" cy="7970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id-ID" sz="1400" b="1" dirty="0">
                  <a:gradFill>
                    <a:gsLst>
                      <a:gs pos="100000">
                        <a:schemeClr val="accent3"/>
                      </a:gs>
                      <a:gs pos="0">
                        <a:schemeClr val="accent3">
                          <a:lumMod val="75000"/>
                        </a:schemeClr>
                      </a:gs>
                    </a:gsLst>
                    <a:lin ang="2700000" scaled="1"/>
                  </a:gra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$</a:t>
              </a:r>
              <a:r>
                <a:rPr lang="en-US" sz="3200" b="1" dirty="0">
                  <a:gradFill>
                    <a:gsLst>
                      <a:gs pos="100000">
                        <a:schemeClr val="accent3"/>
                      </a:gs>
                      <a:gs pos="0">
                        <a:schemeClr val="accent3">
                          <a:lumMod val="75000"/>
                        </a:schemeClr>
                      </a:gs>
                    </a:gsLst>
                    <a:lin ang="2700000" scaled="1"/>
                  </a:gra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6</a:t>
              </a:r>
              <a:r>
                <a:rPr lang="id-ID" sz="3200" b="1" dirty="0">
                  <a:gradFill>
                    <a:gsLst>
                      <a:gs pos="100000">
                        <a:schemeClr val="accent3"/>
                      </a:gs>
                      <a:gs pos="0">
                        <a:schemeClr val="accent3">
                          <a:lumMod val="75000"/>
                        </a:schemeClr>
                      </a:gs>
                    </a:gsLst>
                    <a:lin ang="2700000" scaled="1"/>
                  </a:gra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5</a:t>
              </a:r>
              <a:r>
                <a:rPr lang="id-ID" sz="1400" b="1" dirty="0">
                  <a:gradFill>
                    <a:gsLst>
                      <a:gs pos="100000">
                        <a:schemeClr val="accent3"/>
                      </a:gs>
                      <a:gs pos="0">
                        <a:schemeClr val="accent3">
                          <a:lumMod val="75000"/>
                        </a:schemeClr>
                      </a:gs>
                    </a:gsLst>
                    <a:lin ang="2700000" scaled="1"/>
                  </a:gra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,</a:t>
              </a:r>
              <a:r>
                <a:rPr lang="en-US" sz="1400" b="1" dirty="0">
                  <a:gradFill>
                    <a:gsLst>
                      <a:gs pos="100000">
                        <a:schemeClr val="accent3"/>
                      </a:gs>
                      <a:gs pos="0">
                        <a:schemeClr val="accent3">
                          <a:lumMod val="75000"/>
                        </a:schemeClr>
                      </a:gs>
                    </a:gsLst>
                    <a:lin ang="2700000" scaled="1"/>
                  </a:gra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99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AB40F17-AC1F-41AD-B78F-1C27BA0AEDC4}"/>
              </a:ext>
            </a:extLst>
          </p:cNvPr>
          <p:cNvGrpSpPr/>
          <p:nvPr/>
        </p:nvGrpSpPr>
        <p:grpSpPr>
          <a:xfrm>
            <a:off x="6636864" y="1582204"/>
            <a:ext cx="2523006" cy="3970027"/>
            <a:chOff x="4834499" y="2155947"/>
            <a:chExt cx="2523006" cy="3970027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5B21E749-EEAB-4182-A362-E75C1160C12B}"/>
                </a:ext>
              </a:extLst>
            </p:cNvPr>
            <p:cNvSpPr/>
            <p:nvPr/>
          </p:nvSpPr>
          <p:spPr>
            <a:xfrm>
              <a:off x="4834499" y="2155947"/>
              <a:ext cx="2523006" cy="3970027"/>
            </a:xfrm>
            <a:prstGeom prst="roundRect">
              <a:avLst>
                <a:gd name="adj" fmla="val 4365"/>
              </a:avLst>
            </a:prstGeom>
            <a:solidFill>
              <a:schemeClr val="bg1"/>
            </a:solidFill>
            <a:ln>
              <a:noFill/>
            </a:ln>
            <a:effectLst>
              <a:outerShdw blurRad="635000" dist="266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Ubuntu" panose="020B0504030602030204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46D3A1F-9FF6-4AC5-8FCD-566BBC03CFFA}"/>
                </a:ext>
              </a:extLst>
            </p:cNvPr>
            <p:cNvSpPr/>
            <p:nvPr/>
          </p:nvSpPr>
          <p:spPr>
            <a:xfrm>
              <a:off x="5333233" y="2155947"/>
              <a:ext cx="1525539" cy="760240"/>
            </a:xfrm>
            <a:custGeom>
              <a:avLst/>
              <a:gdLst>
                <a:gd name="connsiteX0" fmla="*/ 0 w 1525539"/>
                <a:gd name="connsiteY0" fmla="*/ 0 h 760240"/>
                <a:gd name="connsiteX1" fmla="*/ 1525539 w 1525539"/>
                <a:gd name="connsiteY1" fmla="*/ 0 h 760240"/>
                <a:gd name="connsiteX2" fmla="*/ 1510320 w 1525539"/>
                <a:gd name="connsiteY2" fmla="*/ 150969 h 760240"/>
                <a:gd name="connsiteX3" fmla="*/ 762769 w 1525539"/>
                <a:gd name="connsiteY3" fmla="*/ 760240 h 760240"/>
                <a:gd name="connsiteX4" fmla="*/ 15219 w 1525539"/>
                <a:gd name="connsiteY4" fmla="*/ 150969 h 76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5539" h="760240">
                  <a:moveTo>
                    <a:pt x="0" y="0"/>
                  </a:moveTo>
                  <a:lnTo>
                    <a:pt x="1525539" y="0"/>
                  </a:lnTo>
                  <a:lnTo>
                    <a:pt x="1510320" y="150969"/>
                  </a:lnTo>
                  <a:cubicBezTo>
                    <a:pt x="1439168" y="498680"/>
                    <a:pt x="1131514" y="760240"/>
                    <a:pt x="762769" y="760240"/>
                  </a:cubicBezTo>
                  <a:cubicBezTo>
                    <a:pt x="394024" y="760240"/>
                    <a:pt x="86371" y="498680"/>
                    <a:pt x="15219" y="1509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Ubuntu" panose="020B0504030602030204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1" name="Text Placeholder 2">
              <a:extLst>
                <a:ext uri="{FF2B5EF4-FFF2-40B4-BE49-F238E27FC236}">
                  <a16:creationId xmlns:a16="http://schemas.microsoft.com/office/drawing/2014/main" id="{4C24F48D-57AD-43B8-8534-6E57572E1ED2}"/>
                </a:ext>
              </a:extLst>
            </p:cNvPr>
            <p:cNvSpPr txBox="1">
              <a:spLocks/>
            </p:cNvSpPr>
            <p:nvPr/>
          </p:nvSpPr>
          <p:spPr>
            <a:xfrm>
              <a:off x="5169661" y="2306321"/>
              <a:ext cx="1852681" cy="410610"/>
            </a:xfrm>
            <a:prstGeom prst="rect">
              <a:avLst/>
            </a:prstGeom>
          </p:spPr>
          <p:txBody>
            <a:bodyPr/>
            <a:lstStyle>
              <a:lvl1pPr marL="0" indent="0" algn="ctr" defTabSz="1460754" rtl="0" eaLnBrk="1" latinLnBrk="0" hangingPunct="1">
                <a:lnSpc>
                  <a:spcPct val="90000"/>
                </a:lnSpc>
                <a:spcBef>
                  <a:spcPts val="1598"/>
                </a:spcBef>
                <a:buFont typeface="Arial" panose="020B0604020202020204" pitchFamily="34" charset="0"/>
                <a:buNone/>
                <a:defRPr sz="4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095566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5943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556320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286697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017074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747451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77828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208205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800" b="1" dirty="0">
                  <a:solidFill>
                    <a:schemeClr val="bg1"/>
                  </a:solidFill>
                  <a:latin typeface="Ubuntu" panose="020B0504030602030204" pitchFamily="34" charset="0"/>
                  <a:cs typeface="Segoe UI" panose="020B0502040204020203" pitchFamily="34" charset="0"/>
                </a:rPr>
                <a:t>Premium</a:t>
              </a:r>
              <a:endParaRPr lang="id-ID" sz="1800" b="1" dirty="0">
                <a:solidFill>
                  <a:schemeClr val="bg1"/>
                </a:solidFill>
                <a:latin typeface="Ubuntu" panose="020B0504030602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D697DB9-1565-41C2-9BD3-716889DA0A95}"/>
                </a:ext>
              </a:extLst>
            </p:cNvPr>
            <p:cNvSpPr/>
            <p:nvPr/>
          </p:nvSpPr>
          <p:spPr>
            <a:xfrm>
              <a:off x="5465144" y="5482751"/>
              <a:ext cx="1261714" cy="38237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latin typeface="Ubuntu" panose="020B0504030602030204" pitchFamily="34" charset="0"/>
                  <a:cs typeface="Segoe UI Light" panose="020B0502040204020203" pitchFamily="34" charset="0"/>
                </a:rPr>
                <a:t>PURCHASE</a:t>
              </a:r>
              <a:endParaRPr lang="id-ID" sz="1100" b="1" dirty="0">
                <a:latin typeface="Ubuntu" panose="020B0504030602030204" pitchFamily="34" charset="0"/>
                <a:cs typeface="Segoe UI Light" panose="020B0502040204020203" pitchFamily="34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0844F02-0C78-4AD4-928F-8E50C088B71F}"/>
                </a:ext>
              </a:extLst>
            </p:cNvPr>
            <p:cNvGrpSpPr/>
            <p:nvPr/>
          </p:nvGrpSpPr>
          <p:grpSpPr>
            <a:xfrm>
              <a:off x="5021992" y="3992027"/>
              <a:ext cx="2148018" cy="593458"/>
              <a:chOff x="1851134" y="3705876"/>
              <a:chExt cx="2148018" cy="593458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02293590-28EC-4F16-BB0D-207800883DCD}"/>
                  </a:ext>
                </a:extLst>
              </p:cNvPr>
              <p:cNvSpPr/>
              <p:nvPr/>
            </p:nvSpPr>
            <p:spPr>
              <a:xfrm>
                <a:off x="1851134" y="3705876"/>
                <a:ext cx="2148018" cy="593458"/>
              </a:xfrm>
              <a:prstGeom prst="roundRect">
                <a:avLst>
                  <a:gd name="adj" fmla="val 11188"/>
                </a:avLst>
              </a:prstGeom>
              <a:solidFill>
                <a:srgbClr val="F1F3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latin typeface="Ubuntu" panose="020B0504030602030204" pitchFamily="34" charset="0"/>
                  <a:cs typeface="Segoe UI Light" panose="020B0502040204020203" pitchFamily="34" charset="0"/>
                </a:endParaRPr>
              </a:p>
            </p:txBody>
          </p:sp>
          <p:sp>
            <p:nvSpPr>
              <p:cNvPr id="40" name="Freeform 45">
                <a:extLst>
                  <a:ext uri="{FF2B5EF4-FFF2-40B4-BE49-F238E27FC236}">
                    <a16:creationId xmlns:a16="http://schemas.microsoft.com/office/drawing/2014/main" id="{36E28137-5AFC-47A4-9BDA-69DC70F952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54390" y="3923163"/>
                <a:ext cx="152642" cy="158885"/>
              </a:xfrm>
              <a:custGeom>
                <a:avLst/>
                <a:gdLst>
                  <a:gd name="T0" fmla="*/ 92739 w 55"/>
                  <a:gd name="T1" fmla="*/ 188912 h 55"/>
                  <a:gd name="T2" fmla="*/ 0 w 55"/>
                  <a:gd name="T3" fmla="*/ 92739 h 55"/>
                  <a:gd name="T4" fmla="*/ 92739 w 55"/>
                  <a:gd name="T5" fmla="*/ 0 h 55"/>
                  <a:gd name="T6" fmla="*/ 188912 w 55"/>
                  <a:gd name="T7" fmla="*/ 92739 h 55"/>
                  <a:gd name="T8" fmla="*/ 92739 w 55"/>
                  <a:gd name="T9" fmla="*/ 188912 h 55"/>
                  <a:gd name="T10" fmla="*/ 154564 w 55"/>
                  <a:gd name="T11" fmla="*/ 68695 h 55"/>
                  <a:gd name="T12" fmla="*/ 144260 w 55"/>
                  <a:gd name="T13" fmla="*/ 58391 h 55"/>
                  <a:gd name="T14" fmla="*/ 137391 w 55"/>
                  <a:gd name="T15" fmla="*/ 54956 h 55"/>
                  <a:gd name="T16" fmla="*/ 130521 w 55"/>
                  <a:gd name="T17" fmla="*/ 58391 h 55"/>
                  <a:gd name="T18" fmla="*/ 82434 w 55"/>
                  <a:gd name="T19" fmla="*/ 106478 h 55"/>
                  <a:gd name="T20" fmla="*/ 54956 w 55"/>
                  <a:gd name="T21" fmla="*/ 79000 h 55"/>
                  <a:gd name="T22" fmla="*/ 48087 w 55"/>
                  <a:gd name="T23" fmla="*/ 75565 h 55"/>
                  <a:gd name="T24" fmla="*/ 44652 w 55"/>
                  <a:gd name="T25" fmla="*/ 79000 h 55"/>
                  <a:gd name="T26" fmla="*/ 30913 w 55"/>
                  <a:gd name="T27" fmla="*/ 89304 h 55"/>
                  <a:gd name="T28" fmla="*/ 30913 w 55"/>
                  <a:gd name="T29" fmla="*/ 96173 h 55"/>
                  <a:gd name="T30" fmla="*/ 30913 w 55"/>
                  <a:gd name="T31" fmla="*/ 103043 h 55"/>
                  <a:gd name="T32" fmla="*/ 75565 w 55"/>
                  <a:gd name="T33" fmla="*/ 147695 h 55"/>
                  <a:gd name="T34" fmla="*/ 82434 w 55"/>
                  <a:gd name="T35" fmla="*/ 147695 h 55"/>
                  <a:gd name="T36" fmla="*/ 89304 w 55"/>
                  <a:gd name="T37" fmla="*/ 147695 h 55"/>
                  <a:gd name="T38" fmla="*/ 154564 w 55"/>
                  <a:gd name="T39" fmla="*/ 79000 h 55"/>
                  <a:gd name="T40" fmla="*/ 157999 w 55"/>
                  <a:gd name="T41" fmla="*/ 75565 h 55"/>
                  <a:gd name="T42" fmla="*/ 154564 w 55"/>
                  <a:gd name="T43" fmla="*/ 68695 h 5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2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 dirty="0">
                  <a:solidFill>
                    <a:schemeClr val="bg1">
                      <a:lumMod val="65000"/>
                    </a:schemeClr>
                  </a:solidFill>
                  <a:latin typeface="Ubuntu" panose="020B0504030602030204" pitchFamily="34" charset="0"/>
                  <a:cs typeface="Segoe UI Light" panose="020B0502040204020203" pitchFamily="34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FBF7CC7-49E1-4750-ADCF-BF022422022F}"/>
                  </a:ext>
                </a:extLst>
              </p:cNvPr>
              <p:cNvSpPr/>
              <p:nvPr/>
            </p:nvSpPr>
            <p:spPr>
              <a:xfrm>
                <a:off x="2207032" y="3859489"/>
                <a:ext cx="1588865" cy="2682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id-ID" sz="1050" dirty="0">
                    <a:solidFill>
                      <a:schemeClr val="bg1">
                        <a:lumMod val="65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Insert Text in This </a:t>
                </a:r>
                <a:r>
                  <a:rPr lang="id-ID" sz="1050" b="1" dirty="0">
                    <a:solidFill>
                      <a:schemeClr val="bg1">
                        <a:lumMod val="65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Text</a:t>
                </a:r>
                <a:endParaRPr lang="en-US" sz="1050" b="1" dirty="0">
                  <a:solidFill>
                    <a:schemeClr val="bg1">
                      <a:lumMod val="6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6F80468-C2F9-45B3-902F-52E6A68516BC}"/>
                </a:ext>
              </a:extLst>
            </p:cNvPr>
            <p:cNvGrpSpPr/>
            <p:nvPr/>
          </p:nvGrpSpPr>
          <p:grpSpPr>
            <a:xfrm>
              <a:off x="5021992" y="4699370"/>
              <a:ext cx="2148018" cy="593458"/>
              <a:chOff x="1851134" y="4413219"/>
              <a:chExt cx="2148018" cy="593458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6AE73AF-83FC-4A83-BE38-2A49024D1058}"/>
                  </a:ext>
                </a:extLst>
              </p:cNvPr>
              <p:cNvSpPr/>
              <p:nvPr/>
            </p:nvSpPr>
            <p:spPr>
              <a:xfrm>
                <a:off x="1851134" y="4413219"/>
                <a:ext cx="2148018" cy="593458"/>
              </a:xfrm>
              <a:prstGeom prst="roundRect">
                <a:avLst>
                  <a:gd name="adj" fmla="val 11188"/>
                </a:avLst>
              </a:prstGeom>
              <a:solidFill>
                <a:srgbClr val="F1F3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latin typeface="Ubuntu" panose="020B0504030602030204" pitchFamily="34" charset="0"/>
                  <a:cs typeface="Segoe UI Light" panose="020B0502040204020203" pitchFamily="34" charset="0"/>
                </a:endParaRPr>
              </a:p>
            </p:txBody>
          </p:sp>
          <p:sp>
            <p:nvSpPr>
              <p:cNvPr id="37" name="Freeform 45">
                <a:extLst>
                  <a:ext uri="{FF2B5EF4-FFF2-40B4-BE49-F238E27FC236}">
                    <a16:creationId xmlns:a16="http://schemas.microsoft.com/office/drawing/2014/main" id="{5EA022C5-44AF-464A-AAD8-2134B3C007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54390" y="4630506"/>
                <a:ext cx="152642" cy="158885"/>
              </a:xfrm>
              <a:custGeom>
                <a:avLst/>
                <a:gdLst>
                  <a:gd name="T0" fmla="*/ 92739 w 55"/>
                  <a:gd name="T1" fmla="*/ 188912 h 55"/>
                  <a:gd name="T2" fmla="*/ 0 w 55"/>
                  <a:gd name="T3" fmla="*/ 92739 h 55"/>
                  <a:gd name="T4" fmla="*/ 92739 w 55"/>
                  <a:gd name="T5" fmla="*/ 0 h 55"/>
                  <a:gd name="T6" fmla="*/ 188912 w 55"/>
                  <a:gd name="T7" fmla="*/ 92739 h 55"/>
                  <a:gd name="T8" fmla="*/ 92739 w 55"/>
                  <a:gd name="T9" fmla="*/ 188912 h 55"/>
                  <a:gd name="T10" fmla="*/ 154564 w 55"/>
                  <a:gd name="T11" fmla="*/ 68695 h 55"/>
                  <a:gd name="T12" fmla="*/ 144260 w 55"/>
                  <a:gd name="T13" fmla="*/ 58391 h 55"/>
                  <a:gd name="T14" fmla="*/ 137391 w 55"/>
                  <a:gd name="T15" fmla="*/ 54956 h 55"/>
                  <a:gd name="T16" fmla="*/ 130521 w 55"/>
                  <a:gd name="T17" fmla="*/ 58391 h 55"/>
                  <a:gd name="T18" fmla="*/ 82434 w 55"/>
                  <a:gd name="T19" fmla="*/ 106478 h 55"/>
                  <a:gd name="T20" fmla="*/ 54956 w 55"/>
                  <a:gd name="T21" fmla="*/ 79000 h 55"/>
                  <a:gd name="T22" fmla="*/ 48087 w 55"/>
                  <a:gd name="T23" fmla="*/ 75565 h 55"/>
                  <a:gd name="T24" fmla="*/ 44652 w 55"/>
                  <a:gd name="T25" fmla="*/ 79000 h 55"/>
                  <a:gd name="T26" fmla="*/ 30913 w 55"/>
                  <a:gd name="T27" fmla="*/ 89304 h 55"/>
                  <a:gd name="T28" fmla="*/ 30913 w 55"/>
                  <a:gd name="T29" fmla="*/ 96173 h 55"/>
                  <a:gd name="T30" fmla="*/ 30913 w 55"/>
                  <a:gd name="T31" fmla="*/ 103043 h 55"/>
                  <a:gd name="T32" fmla="*/ 75565 w 55"/>
                  <a:gd name="T33" fmla="*/ 147695 h 55"/>
                  <a:gd name="T34" fmla="*/ 82434 w 55"/>
                  <a:gd name="T35" fmla="*/ 147695 h 55"/>
                  <a:gd name="T36" fmla="*/ 89304 w 55"/>
                  <a:gd name="T37" fmla="*/ 147695 h 55"/>
                  <a:gd name="T38" fmla="*/ 154564 w 55"/>
                  <a:gd name="T39" fmla="*/ 79000 h 55"/>
                  <a:gd name="T40" fmla="*/ 157999 w 55"/>
                  <a:gd name="T41" fmla="*/ 75565 h 55"/>
                  <a:gd name="T42" fmla="*/ 154564 w 55"/>
                  <a:gd name="T43" fmla="*/ 68695 h 5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55" h="55">
                    <a:moveTo>
                      <a:pt x="27" y="55"/>
                    </a:moveTo>
                    <a:cubicBezTo>
                      <a:pt x="12" y="55"/>
                      <a:pt x="0" y="42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ubicBezTo>
                      <a:pt x="55" y="42"/>
                      <a:pt x="42" y="55"/>
                      <a:pt x="27" y="55"/>
                    </a:cubicBezTo>
                    <a:close/>
                    <a:moveTo>
                      <a:pt x="45" y="20"/>
                    </a:moveTo>
                    <a:cubicBezTo>
                      <a:pt x="42" y="17"/>
                      <a:pt x="42" y="17"/>
                      <a:pt x="42" y="17"/>
                    </a:cubicBezTo>
                    <a:cubicBezTo>
                      <a:pt x="41" y="16"/>
                      <a:pt x="41" y="16"/>
                      <a:pt x="40" y="16"/>
                    </a:cubicBezTo>
                    <a:cubicBezTo>
                      <a:pt x="39" y="16"/>
                      <a:pt x="39" y="16"/>
                      <a:pt x="38" y="17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3"/>
                      <a:pt x="15" y="22"/>
                      <a:pt x="14" y="22"/>
                    </a:cubicBezTo>
                    <a:cubicBezTo>
                      <a:pt x="14" y="22"/>
                      <a:pt x="13" y="23"/>
                      <a:pt x="13" y="23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9" y="27"/>
                      <a:pt x="9" y="28"/>
                    </a:cubicBezTo>
                    <a:cubicBezTo>
                      <a:pt x="9" y="29"/>
                      <a:pt x="9" y="29"/>
                      <a:pt x="9" y="30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3" y="43"/>
                      <a:pt x="23" y="43"/>
                      <a:pt x="24" y="43"/>
                    </a:cubicBezTo>
                    <a:cubicBezTo>
                      <a:pt x="25" y="43"/>
                      <a:pt x="25" y="43"/>
                      <a:pt x="26" y="4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6" y="22"/>
                      <a:pt x="46" y="22"/>
                    </a:cubicBezTo>
                    <a:cubicBezTo>
                      <a:pt x="46" y="21"/>
                      <a:pt x="45" y="20"/>
                      <a:pt x="45" y="2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2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200" dirty="0">
                  <a:solidFill>
                    <a:schemeClr val="bg1">
                      <a:lumMod val="65000"/>
                    </a:schemeClr>
                  </a:solidFill>
                  <a:latin typeface="Ubuntu" panose="020B0504030602030204" pitchFamily="34" charset="0"/>
                  <a:cs typeface="Segoe UI Light" panose="020B0502040204020203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AEBF84D-5B13-4B9F-8E88-2A2E976FC31B}"/>
                  </a:ext>
                </a:extLst>
              </p:cNvPr>
              <p:cNvSpPr/>
              <p:nvPr/>
            </p:nvSpPr>
            <p:spPr>
              <a:xfrm>
                <a:off x="2207032" y="4566832"/>
                <a:ext cx="1588865" cy="2682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id-ID" sz="1050">
                    <a:solidFill>
                      <a:schemeClr val="bg1">
                        <a:lumMod val="65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Insert Text in This </a:t>
                </a:r>
                <a:r>
                  <a:rPr lang="id-ID" sz="1050" b="1">
                    <a:solidFill>
                      <a:schemeClr val="bg1">
                        <a:lumMod val="65000"/>
                      </a:schemeClr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Text</a:t>
                </a:r>
                <a:endParaRPr lang="en-US" sz="1050" b="1" dirty="0">
                  <a:solidFill>
                    <a:schemeClr val="bg1">
                      <a:lumMod val="6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DDA7C8D-3A95-4BDD-BA15-CC8F2DA3E03B}"/>
                </a:ext>
              </a:extLst>
            </p:cNvPr>
            <p:cNvSpPr/>
            <p:nvPr/>
          </p:nvSpPr>
          <p:spPr>
            <a:xfrm>
              <a:off x="4931221" y="2973279"/>
              <a:ext cx="2329559" cy="7625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id-ID" b="1" dirty="0">
                  <a:gradFill>
                    <a:gsLst>
                      <a:gs pos="100000">
                        <a:schemeClr val="accent2"/>
                      </a:gs>
                      <a:gs pos="0">
                        <a:schemeClr val="accent2">
                          <a:lumMod val="75000"/>
                        </a:schemeClr>
                      </a:gs>
                    </a:gsLst>
                    <a:lin ang="2700000" scaled="1"/>
                  </a:gra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$</a:t>
              </a:r>
              <a:r>
                <a:rPr lang="en-US" sz="4000" b="1" dirty="0">
                  <a:gradFill>
                    <a:gsLst>
                      <a:gs pos="100000">
                        <a:schemeClr val="accent2"/>
                      </a:gs>
                      <a:gs pos="0">
                        <a:schemeClr val="accent2">
                          <a:lumMod val="75000"/>
                        </a:schemeClr>
                      </a:gs>
                    </a:gsLst>
                    <a:lin ang="2700000" scaled="1"/>
                  </a:gra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8</a:t>
              </a:r>
              <a:r>
                <a:rPr lang="id-ID" sz="4000" b="1" dirty="0">
                  <a:gradFill>
                    <a:gsLst>
                      <a:gs pos="100000">
                        <a:schemeClr val="accent2"/>
                      </a:gs>
                      <a:gs pos="0">
                        <a:schemeClr val="accent2">
                          <a:lumMod val="75000"/>
                        </a:schemeClr>
                      </a:gs>
                    </a:gsLst>
                    <a:lin ang="2700000" scaled="1"/>
                  </a:gra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5</a:t>
              </a:r>
              <a:r>
                <a:rPr lang="id-ID" b="1" dirty="0">
                  <a:gradFill>
                    <a:gsLst>
                      <a:gs pos="100000">
                        <a:schemeClr val="accent2"/>
                      </a:gs>
                      <a:gs pos="0">
                        <a:schemeClr val="accent2">
                          <a:lumMod val="75000"/>
                        </a:schemeClr>
                      </a:gs>
                    </a:gsLst>
                    <a:lin ang="2700000" scaled="1"/>
                  </a:gra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,</a:t>
              </a:r>
              <a:r>
                <a:rPr lang="en-US" b="1" dirty="0">
                  <a:gradFill>
                    <a:gsLst>
                      <a:gs pos="100000">
                        <a:schemeClr val="accent2"/>
                      </a:gs>
                      <a:gs pos="0">
                        <a:schemeClr val="accent2">
                          <a:lumMod val="75000"/>
                        </a:schemeClr>
                      </a:gs>
                    </a:gsLst>
                    <a:lin ang="2700000" scaled="1"/>
                  </a:gradFill>
                  <a:latin typeface="Ubuntu" panose="020B0504030602030204" pitchFamily="34" charset="0"/>
                  <a:ea typeface="Lato Heavy" panose="020F0502020204030203" pitchFamily="34" charset="0"/>
                  <a:cs typeface="Segoe UI" panose="020B0502040204020203" pitchFamily="34" charset="0"/>
                </a:rPr>
                <a:t>99</a:t>
              </a: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47C5C02-F7CE-4986-BEE9-CF50CB1C3F49}"/>
              </a:ext>
            </a:extLst>
          </p:cNvPr>
          <p:cNvSpPr/>
          <p:nvPr/>
        </p:nvSpPr>
        <p:spPr>
          <a:xfrm>
            <a:off x="831850" y="2037014"/>
            <a:ext cx="2689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Pricing Plan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988BE7F-FF7E-4C29-A3F3-1A1706245660}"/>
              </a:ext>
            </a:extLst>
          </p:cNvPr>
          <p:cNvSpPr/>
          <p:nvPr/>
        </p:nvSpPr>
        <p:spPr>
          <a:xfrm>
            <a:off x="831850" y="2989365"/>
            <a:ext cx="3213100" cy="1165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another, so don't get hung too up on choosing your first language. 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E3FA138-F0FF-4FFA-821F-5EF75C6F3FD0}"/>
              </a:ext>
            </a:extLst>
          </p:cNvPr>
          <p:cNvSpPr/>
          <p:nvPr/>
        </p:nvSpPr>
        <p:spPr>
          <a:xfrm>
            <a:off x="927099" y="4615130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Ubuntu" panose="020B0504030602030204" pitchFamily="34" charset="0"/>
              </a:rPr>
              <a:t>MORE DETAILS</a:t>
            </a:r>
          </a:p>
        </p:txBody>
      </p:sp>
    </p:spTree>
    <p:extLst>
      <p:ext uri="{BB962C8B-B14F-4D97-AF65-F5344CB8AC3E}">
        <p14:creationId xmlns:p14="http://schemas.microsoft.com/office/powerpoint/2010/main" val="266104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A3149D51-89ED-4B07-9852-F7C9276AB643}"/>
              </a:ext>
            </a:extLst>
          </p:cNvPr>
          <p:cNvGrpSpPr/>
          <p:nvPr/>
        </p:nvGrpSpPr>
        <p:grpSpPr>
          <a:xfrm>
            <a:off x="3650261" y="1612453"/>
            <a:ext cx="4891478" cy="3515110"/>
            <a:chOff x="3650261" y="2276091"/>
            <a:chExt cx="4891478" cy="351511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856C2A2-0649-469C-BF02-527BC64C2BBC}"/>
                </a:ext>
              </a:extLst>
            </p:cNvPr>
            <p:cNvGrpSpPr/>
            <p:nvPr/>
          </p:nvGrpSpPr>
          <p:grpSpPr>
            <a:xfrm>
              <a:off x="6971632" y="2353934"/>
              <a:ext cx="1570107" cy="1142350"/>
              <a:chOff x="6869988" y="2507365"/>
              <a:chExt cx="1387845" cy="1009743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D339C389-48F2-48DA-B276-A3BA2BD08932}"/>
                  </a:ext>
                </a:extLst>
              </p:cNvPr>
              <p:cNvGrpSpPr/>
              <p:nvPr/>
            </p:nvGrpSpPr>
            <p:grpSpPr>
              <a:xfrm>
                <a:off x="6869988" y="2507365"/>
                <a:ext cx="1387845" cy="1009743"/>
                <a:chOff x="6869988" y="2433625"/>
                <a:chExt cx="1387845" cy="1009743"/>
              </a:xfrm>
            </p:grpSpPr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D05341F3-0C8A-414B-968F-F4D48A2592B6}"/>
                    </a:ext>
                  </a:extLst>
                </p:cNvPr>
                <p:cNvSpPr/>
                <p:nvPr/>
              </p:nvSpPr>
              <p:spPr>
                <a:xfrm rot="15300000">
                  <a:off x="6942043" y="2840096"/>
                  <a:ext cx="384292" cy="528401"/>
                </a:xfrm>
                <a:custGeom>
                  <a:avLst/>
                  <a:gdLst>
                    <a:gd name="connsiteX0" fmla="*/ 0 w 304800"/>
                    <a:gd name="connsiteY0" fmla="*/ 0 h 419100"/>
                    <a:gd name="connsiteX1" fmla="*/ 304800 w 304800"/>
                    <a:gd name="connsiteY1" fmla="*/ 0 h 419100"/>
                    <a:gd name="connsiteX2" fmla="*/ 304800 w 304800"/>
                    <a:gd name="connsiteY2" fmla="*/ 54015 h 419100"/>
                    <a:gd name="connsiteX3" fmla="*/ 299770 w 304800"/>
                    <a:gd name="connsiteY3" fmla="*/ 57406 h 419100"/>
                    <a:gd name="connsiteX4" fmla="*/ 241742 w 304800"/>
                    <a:gd name="connsiteY4" fmla="*/ 197498 h 419100"/>
                    <a:gd name="connsiteX5" fmla="*/ 299770 w 304800"/>
                    <a:gd name="connsiteY5" fmla="*/ 337590 h 419100"/>
                    <a:gd name="connsiteX6" fmla="*/ 304800 w 304800"/>
                    <a:gd name="connsiteY6" fmla="*/ 340982 h 419100"/>
                    <a:gd name="connsiteX7" fmla="*/ 304800 w 304800"/>
                    <a:gd name="connsiteY7" fmla="*/ 419100 h 419100"/>
                    <a:gd name="connsiteX8" fmla="*/ 0 w 304800"/>
                    <a:gd name="connsiteY8" fmla="*/ 419100 h 419100"/>
                    <a:gd name="connsiteX9" fmla="*/ 0 w 304800"/>
                    <a:gd name="connsiteY9" fmla="*/ 340982 h 419100"/>
                    <a:gd name="connsiteX10" fmla="*/ 5031 w 304800"/>
                    <a:gd name="connsiteY10" fmla="*/ 337590 h 419100"/>
                    <a:gd name="connsiteX11" fmla="*/ 63059 w 304800"/>
                    <a:gd name="connsiteY11" fmla="*/ 197498 h 419100"/>
                    <a:gd name="connsiteX12" fmla="*/ 5031 w 304800"/>
                    <a:gd name="connsiteY12" fmla="*/ 57406 h 419100"/>
                    <a:gd name="connsiteX13" fmla="*/ 0 w 304800"/>
                    <a:gd name="connsiteY13" fmla="*/ 54014 h 419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04800" h="419100">
                      <a:moveTo>
                        <a:pt x="0" y="0"/>
                      </a:moveTo>
                      <a:lnTo>
                        <a:pt x="304800" y="0"/>
                      </a:lnTo>
                      <a:lnTo>
                        <a:pt x="304800" y="54015"/>
                      </a:lnTo>
                      <a:lnTo>
                        <a:pt x="299770" y="57406"/>
                      </a:lnTo>
                      <a:cubicBezTo>
                        <a:pt x="263918" y="93259"/>
                        <a:pt x="241742" y="142789"/>
                        <a:pt x="241742" y="197498"/>
                      </a:cubicBezTo>
                      <a:cubicBezTo>
                        <a:pt x="241742" y="252208"/>
                        <a:pt x="263918" y="301738"/>
                        <a:pt x="299770" y="337590"/>
                      </a:cubicBezTo>
                      <a:lnTo>
                        <a:pt x="304800" y="340982"/>
                      </a:lnTo>
                      <a:lnTo>
                        <a:pt x="304800" y="419100"/>
                      </a:lnTo>
                      <a:lnTo>
                        <a:pt x="0" y="419100"/>
                      </a:lnTo>
                      <a:lnTo>
                        <a:pt x="0" y="340982"/>
                      </a:lnTo>
                      <a:lnTo>
                        <a:pt x="5031" y="337590"/>
                      </a:lnTo>
                      <a:cubicBezTo>
                        <a:pt x="40884" y="301738"/>
                        <a:pt x="63059" y="252208"/>
                        <a:pt x="63059" y="197498"/>
                      </a:cubicBezTo>
                      <a:cubicBezTo>
                        <a:pt x="63059" y="142789"/>
                        <a:pt x="40884" y="93259"/>
                        <a:pt x="5031" y="57406"/>
                      </a:cubicBezTo>
                      <a:lnTo>
                        <a:pt x="0" y="540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99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100000" t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D385AC04-7E23-4033-BD0B-0488CC9474C6}"/>
                    </a:ext>
                  </a:extLst>
                </p:cNvPr>
                <p:cNvSpPr/>
                <p:nvPr/>
              </p:nvSpPr>
              <p:spPr>
                <a:xfrm rot="15300000">
                  <a:off x="7248090" y="2433626"/>
                  <a:ext cx="1009743" cy="1009742"/>
                </a:xfrm>
                <a:prstGeom prst="ellipse">
                  <a:avLst/>
                </a:prstGeom>
                <a:gradFill>
                  <a:gsLst>
                    <a:gs pos="0">
                      <a:schemeClr val="accent2"/>
                    </a:gs>
                    <a:gs pos="99000">
                      <a:schemeClr val="accent2">
                        <a:lumMod val="60000"/>
                        <a:lumOff val="40000"/>
                      </a:schemeClr>
                    </a:gs>
                  </a:gsLst>
                  <a:path path="circle">
                    <a:fillToRect l="100000" t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BA4A4D4-FD0A-4012-A39D-90AA5E021AF7}"/>
                  </a:ext>
                </a:extLst>
              </p:cNvPr>
              <p:cNvSpPr/>
              <p:nvPr/>
            </p:nvSpPr>
            <p:spPr>
              <a:xfrm rot="15300000">
                <a:off x="7310538" y="2569814"/>
                <a:ext cx="884848" cy="88484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9986D31-E631-4FDF-B4CA-6788ADDE5241}"/>
                </a:ext>
              </a:extLst>
            </p:cNvPr>
            <p:cNvGrpSpPr/>
            <p:nvPr/>
          </p:nvGrpSpPr>
          <p:grpSpPr>
            <a:xfrm>
              <a:off x="6697639" y="3825356"/>
              <a:ext cx="1439296" cy="1237124"/>
              <a:chOff x="6627800" y="3807981"/>
              <a:chExt cx="1272219" cy="1093516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89036C09-E617-47AB-8644-E994748F2630}"/>
                  </a:ext>
                </a:extLst>
              </p:cNvPr>
              <p:cNvGrpSpPr/>
              <p:nvPr/>
            </p:nvGrpSpPr>
            <p:grpSpPr>
              <a:xfrm>
                <a:off x="6627800" y="3807981"/>
                <a:ext cx="1272219" cy="1093516"/>
                <a:chOff x="6627800" y="3734241"/>
                <a:chExt cx="1272219" cy="1093516"/>
              </a:xfrm>
            </p:grpSpPr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BD619C3-B654-40F4-A298-B126A2A1E027}"/>
                    </a:ext>
                  </a:extLst>
                </p:cNvPr>
                <p:cNvSpPr/>
                <p:nvPr/>
              </p:nvSpPr>
              <p:spPr>
                <a:xfrm rot="18494370">
                  <a:off x="6699855" y="3662186"/>
                  <a:ext cx="384292" cy="528401"/>
                </a:xfrm>
                <a:custGeom>
                  <a:avLst/>
                  <a:gdLst>
                    <a:gd name="connsiteX0" fmla="*/ 0 w 304800"/>
                    <a:gd name="connsiteY0" fmla="*/ 0 h 419100"/>
                    <a:gd name="connsiteX1" fmla="*/ 304800 w 304800"/>
                    <a:gd name="connsiteY1" fmla="*/ 0 h 419100"/>
                    <a:gd name="connsiteX2" fmla="*/ 304800 w 304800"/>
                    <a:gd name="connsiteY2" fmla="*/ 54015 h 419100"/>
                    <a:gd name="connsiteX3" fmla="*/ 299770 w 304800"/>
                    <a:gd name="connsiteY3" fmla="*/ 57406 h 419100"/>
                    <a:gd name="connsiteX4" fmla="*/ 241742 w 304800"/>
                    <a:gd name="connsiteY4" fmla="*/ 197498 h 419100"/>
                    <a:gd name="connsiteX5" fmla="*/ 299770 w 304800"/>
                    <a:gd name="connsiteY5" fmla="*/ 337590 h 419100"/>
                    <a:gd name="connsiteX6" fmla="*/ 304800 w 304800"/>
                    <a:gd name="connsiteY6" fmla="*/ 340982 h 419100"/>
                    <a:gd name="connsiteX7" fmla="*/ 304800 w 304800"/>
                    <a:gd name="connsiteY7" fmla="*/ 419100 h 419100"/>
                    <a:gd name="connsiteX8" fmla="*/ 0 w 304800"/>
                    <a:gd name="connsiteY8" fmla="*/ 419100 h 419100"/>
                    <a:gd name="connsiteX9" fmla="*/ 0 w 304800"/>
                    <a:gd name="connsiteY9" fmla="*/ 340982 h 419100"/>
                    <a:gd name="connsiteX10" fmla="*/ 5031 w 304800"/>
                    <a:gd name="connsiteY10" fmla="*/ 337590 h 419100"/>
                    <a:gd name="connsiteX11" fmla="*/ 63059 w 304800"/>
                    <a:gd name="connsiteY11" fmla="*/ 197498 h 419100"/>
                    <a:gd name="connsiteX12" fmla="*/ 5031 w 304800"/>
                    <a:gd name="connsiteY12" fmla="*/ 57406 h 419100"/>
                    <a:gd name="connsiteX13" fmla="*/ 0 w 304800"/>
                    <a:gd name="connsiteY13" fmla="*/ 54014 h 419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04800" h="419100">
                      <a:moveTo>
                        <a:pt x="0" y="0"/>
                      </a:moveTo>
                      <a:lnTo>
                        <a:pt x="304800" y="0"/>
                      </a:lnTo>
                      <a:lnTo>
                        <a:pt x="304800" y="54015"/>
                      </a:lnTo>
                      <a:lnTo>
                        <a:pt x="299770" y="57406"/>
                      </a:lnTo>
                      <a:cubicBezTo>
                        <a:pt x="263918" y="93259"/>
                        <a:pt x="241742" y="142789"/>
                        <a:pt x="241742" y="197498"/>
                      </a:cubicBezTo>
                      <a:cubicBezTo>
                        <a:pt x="241742" y="252208"/>
                        <a:pt x="263918" y="301738"/>
                        <a:pt x="299770" y="337590"/>
                      </a:cubicBezTo>
                      <a:lnTo>
                        <a:pt x="304800" y="340982"/>
                      </a:lnTo>
                      <a:lnTo>
                        <a:pt x="304800" y="419100"/>
                      </a:lnTo>
                      <a:lnTo>
                        <a:pt x="0" y="419100"/>
                      </a:lnTo>
                      <a:lnTo>
                        <a:pt x="0" y="340982"/>
                      </a:lnTo>
                      <a:lnTo>
                        <a:pt x="5031" y="337590"/>
                      </a:lnTo>
                      <a:cubicBezTo>
                        <a:pt x="40884" y="301738"/>
                        <a:pt x="63059" y="252208"/>
                        <a:pt x="63059" y="197498"/>
                      </a:cubicBezTo>
                      <a:cubicBezTo>
                        <a:pt x="63059" y="142789"/>
                        <a:pt x="40884" y="93259"/>
                        <a:pt x="5031" y="57406"/>
                      </a:cubicBezTo>
                      <a:lnTo>
                        <a:pt x="0" y="540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99000">
                      <a:schemeClr val="accent1">
                        <a:lumMod val="60000"/>
                        <a:lumOff val="40000"/>
                      </a:schemeClr>
                    </a:gs>
                  </a:gsLst>
                  <a:path path="circle">
                    <a:fillToRect l="100000" t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600923E5-E779-4C3F-AD4B-751570953FCC}"/>
                    </a:ext>
                  </a:extLst>
                </p:cNvPr>
                <p:cNvSpPr/>
                <p:nvPr/>
              </p:nvSpPr>
              <p:spPr>
                <a:xfrm rot="18494370">
                  <a:off x="6890276" y="3818015"/>
                  <a:ext cx="1009743" cy="1009742"/>
                </a:xfrm>
                <a:prstGeom prst="ellipse">
                  <a:avLst/>
                </a:prstGeom>
                <a:gradFill>
                  <a:gsLst>
                    <a:gs pos="0">
                      <a:schemeClr val="accent1"/>
                    </a:gs>
                    <a:gs pos="99000">
                      <a:schemeClr val="accent1">
                        <a:lumMod val="60000"/>
                        <a:lumOff val="40000"/>
                      </a:schemeClr>
                    </a:gs>
                  </a:gsLst>
                  <a:path path="circle">
                    <a:fillToRect l="100000" t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51AEE31-6B42-4A21-97C0-4A62A505D226}"/>
                  </a:ext>
                </a:extLst>
              </p:cNvPr>
              <p:cNvSpPr/>
              <p:nvPr/>
            </p:nvSpPr>
            <p:spPr>
              <a:xfrm rot="18494370">
                <a:off x="6952724" y="3954203"/>
                <a:ext cx="884848" cy="88484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90DD166-F2E6-47C9-A65E-36A25F4AFAB0}"/>
                </a:ext>
              </a:extLst>
            </p:cNvPr>
            <p:cNvGrpSpPr/>
            <p:nvPr/>
          </p:nvGrpSpPr>
          <p:grpSpPr>
            <a:xfrm>
              <a:off x="5524825" y="4196401"/>
              <a:ext cx="1142350" cy="1594800"/>
              <a:chOff x="5591129" y="4135954"/>
              <a:chExt cx="1009743" cy="1409672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616E07E1-1915-4F9A-8909-4553531ED238}"/>
                  </a:ext>
                </a:extLst>
              </p:cNvPr>
              <p:cNvGrpSpPr/>
              <p:nvPr/>
            </p:nvGrpSpPr>
            <p:grpSpPr>
              <a:xfrm>
                <a:off x="5591129" y="4135954"/>
                <a:ext cx="1009743" cy="1409672"/>
                <a:chOff x="5591129" y="4062214"/>
                <a:chExt cx="1009743" cy="1409672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A1B46D7-C79F-4574-B709-C8865F010D5E}"/>
                    </a:ext>
                  </a:extLst>
                </p:cNvPr>
                <p:cNvSpPr/>
                <p:nvPr/>
              </p:nvSpPr>
              <p:spPr>
                <a:xfrm>
                  <a:off x="5903854" y="4062214"/>
                  <a:ext cx="384292" cy="528401"/>
                </a:xfrm>
                <a:custGeom>
                  <a:avLst/>
                  <a:gdLst>
                    <a:gd name="connsiteX0" fmla="*/ 0 w 304800"/>
                    <a:gd name="connsiteY0" fmla="*/ 0 h 419100"/>
                    <a:gd name="connsiteX1" fmla="*/ 304800 w 304800"/>
                    <a:gd name="connsiteY1" fmla="*/ 0 h 419100"/>
                    <a:gd name="connsiteX2" fmla="*/ 304800 w 304800"/>
                    <a:gd name="connsiteY2" fmla="*/ 54015 h 419100"/>
                    <a:gd name="connsiteX3" fmla="*/ 299770 w 304800"/>
                    <a:gd name="connsiteY3" fmla="*/ 57406 h 419100"/>
                    <a:gd name="connsiteX4" fmla="*/ 241742 w 304800"/>
                    <a:gd name="connsiteY4" fmla="*/ 197498 h 419100"/>
                    <a:gd name="connsiteX5" fmla="*/ 299770 w 304800"/>
                    <a:gd name="connsiteY5" fmla="*/ 337590 h 419100"/>
                    <a:gd name="connsiteX6" fmla="*/ 304800 w 304800"/>
                    <a:gd name="connsiteY6" fmla="*/ 340982 h 419100"/>
                    <a:gd name="connsiteX7" fmla="*/ 304800 w 304800"/>
                    <a:gd name="connsiteY7" fmla="*/ 419100 h 419100"/>
                    <a:gd name="connsiteX8" fmla="*/ 0 w 304800"/>
                    <a:gd name="connsiteY8" fmla="*/ 419100 h 419100"/>
                    <a:gd name="connsiteX9" fmla="*/ 0 w 304800"/>
                    <a:gd name="connsiteY9" fmla="*/ 340982 h 419100"/>
                    <a:gd name="connsiteX10" fmla="*/ 5031 w 304800"/>
                    <a:gd name="connsiteY10" fmla="*/ 337590 h 419100"/>
                    <a:gd name="connsiteX11" fmla="*/ 63059 w 304800"/>
                    <a:gd name="connsiteY11" fmla="*/ 197498 h 419100"/>
                    <a:gd name="connsiteX12" fmla="*/ 5031 w 304800"/>
                    <a:gd name="connsiteY12" fmla="*/ 57406 h 419100"/>
                    <a:gd name="connsiteX13" fmla="*/ 0 w 304800"/>
                    <a:gd name="connsiteY13" fmla="*/ 54014 h 419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04800" h="419100">
                      <a:moveTo>
                        <a:pt x="0" y="0"/>
                      </a:moveTo>
                      <a:lnTo>
                        <a:pt x="304800" y="0"/>
                      </a:lnTo>
                      <a:lnTo>
                        <a:pt x="304800" y="54015"/>
                      </a:lnTo>
                      <a:lnTo>
                        <a:pt x="299770" y="57406"/>
                      </a:lnTo>
                      <a:cubicBezTo>
                        <a:pt x="263918" y="93259"/>
                        <a:pt x="241742" y="142789"/>
                        <a:pt x="241742" y="197498"/>
                      </a:cubicBezTo>
                      <a:cubicBezTo>
                        <a:pt x="241742" y="252208"/>
                        <a:pt x="263918" y="301738"/>
                        <a:pt x="299770" y="337590"/>
                      </a:cubicBezTo>
                      <a:lnTo>
                        <a:pt x="304800" y="340982"/>
                      </a:lnTo>
                      <a:lnTo>
                        <a:pt x="304800" y="419100"/>
                      </a:lnTo>
                      <a:lnTo>
                        <a:pt x="0" y="419100"/>
                      </a:lnTo>
                      <a:lnTo>
                        <a:pt x="0" y="340982"/>
                      </a:lnTo>
                      <a:lnTo>
                        <a:pt x="5031" y="337590"/>
                      </a:lnTo>
                      <a:cubicBezTo>
                        <a:pt x="40884" y="301738"/>
                        <a:pt x="63059" y="252208"/>
                        <a:pt x="63059" y="197498"/>
                      </a:cubicBezTo>
                      <a:cubicBezTo>
                        <a:pt x="63059" y="142789"/>
                        <a:pt x="40884" y="93259"/>
                        <a:pt x="5031" y="57406"/>
                      </a:cubicBezTo>
                      <a:lnTo>
                        <a:pt x="0" y="5401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4"/>
                    </a:gs>
                    <a:gs pos="99000">
                      <a:schemeClr val="accent4">
                        <a:lumMod val="60000"/>
                        <a:lumOff val="40000"/>
                      </a:schemeClr>
                    </a:gs>
                  </a:gsLst>
                  <a:path path="circle">
                    <a:fillToRect l="100000" t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F8E67961-6037-42B0-B68B-865927994063}"/>
                    </a:ext>
                  </a:extLst>
                </p:cNvPr>
                <p:cNvSpPr/>
                <p:nvPr/>
              </p:nvSpPr>
              <p:spPr>
                <a:xfrm>
                  <a:off x="5591129" y="4462144"/>
                  <a:ext cx="1009743" cy="1009742"/>
                </a:xfrm>
                <a:prstGeom prst="ellipse">
                  <a:avLst/>
                </a:prstGeom>
                <a:gradFill>
                  <a:gsLst>
                    <a:gs pos="0">
                      <a:schemeClr val="accent4"/>
                    </a:gs>
                    <a:gs pos="99000">
                      <a:schemeClr val="accent4">
                        <a:lumMod val="60000"/>
                        <a:lumOff val="40000"/>
                      </a:schemeClr>
                    </a:gs>
                  </a:gsLst>
                  <a:path path="circle">
                    <a:fillToRect l="100000" t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422DEF6-C932-41C9-A824-C471B36991F3}"/>
                  </a:ext>
                </a:extLst>
              </p:cNvPr>
              <p:cNvSpPr/>
              <p:nvPr/>
            </p:nvSpPr>
            <p:spPr>
              <a:xfrm>
                <a:off x="5653576" y="4598331"/>
                <a:ext cx="884848" cy="88484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61E65D6-60DA-4012-BD24-EE0D6CA37AFD}"/>
                </a:ext>
              </a:extLst>
            </p:cNvPr>
            <p:cNvGrpSpPr/>
            <p:nvPr/>
          </p:nvGrpSpPr>
          <p:grpSpPr>
            <a:xfrm>
              <a:off x="4055066" y="3825356"/>
              <a:ext cx="1439293" cy="1237124"/>
              <a:chOff x="4291983" y="3807981"/>
              <a:chExt cx="1272217" cy="109351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767DC89-734A-4459-9389-8A6958002F36}"/>
                  </a:ext>
                </a:extLst>
              </p:cNvPr>
              <p:cNvGrpSpPr/>
              <p:nvPr/>
            </p:nvGrpSpPr>
            <p:grpSpPr>
              <a:xfrm>
                <a:off x="4291983" y="3807981"/>
                <a:ext cx="1272217" cy="1093516"/>
                <a:chOff x="4291983" y="3807981"/>
                <a:chExt cx="1272217" cy="1093516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9BB91112-02AA-49FF-B86D-93F02572620B}"/>
                    </a:ext>
                  </a:extLst>
                </p:cNvPr>
                <p:cNvGrpSpPr/>
                <p:nvPr/>
              </p:nvGrpSpPr>
              <p:grpSpPr>
                <a:xfrm>
                  <a:off x="4291983" y="3807981"/>
                  <a:ext cx="1272217" cy="1093516"/>
                  <a:chOff x="4291983" y="3734241"/>
                  <a:chExt cx="1272217" cy="1093516"/>
                </a:xfrm>
              </p:grpSpPr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DE218FCF-4D26-431B-BE64-7DB7862EEB27}"/>
                      </a:ext>
                    </a:extLst>
                  </p:cNvPr>
                  <p:cNvSpPr/>
                  <p:nvPr/>
                </p:nvSpPr>
                <p:spPr>
                  <a:xfrm rot="3105630" flipH="1">
                    <a:off x="5107854" y="3662186"/>
                    <a:ext cx="384292" cy="528401"/>
                  </a:xfrm>
                  <a:custGeom>
                    <a:avLst/>
                    <a:gdLst>
                      <a:gd name="connsiteX0" fmla="*/ 0 w 304800"/>
                      <a:gd name="connsiteY0" fmla="*/ 0 h 419100"/>
                      <a:gd name="connsiteX1" fmla="*/ 304800 w 304800"/>
                      <a:gd name="connsiteY1" fmla="*/ 0 h 419100"/>
                      <a:gd name="connsiteX2" fmla="*/ 304800 w 304800"/>
                      <a:gd name="connsiteY2" fmla="*/ 54015 h 419100"/>
                      <a:gd name="connsiteX3" fmla="*/ 299770 w 304800"/>
                      <a:gd name="connsiteY3" fmla="*/ 57406 h 419100"/>
                      <a:gd name="connsiteX4" fmla="*/ 241742 w 304800"/>
                      <a:gd name="connsiteY4" fmla="*/ 197498 h 419100"/>
                      <a:gd name="connsiteX5" fmla="*/ 299770 w 304800"/>
                      <a:gd name="connsiteY5" fmla="*/ 337590 h 419100"/>
                      <a:gd name="connsiteX6" fmla="*/ 304800 w 304800"/>
                      <a:gd name="connsiteY6" fmla="*/ 340982 h 419100"/>
                      <a:gd name="connsiteX7" fmla="*/ 304800 w 304800"/>
                      <a:gd name="connsiteY7" fmla="*/ 419100 h 419100"/>
                      <a:gd name="connsiteX8" fmla="*/ 0 w 304800"/>
                      <a:gd name="connsiteY8" fmla="*/ 419100 h 419100"/>
                      <a:gd name="connsiteX9" fmla="*/ 0 w 304800"/>
                      <a:gd name="connsiteY9" fmla="*/ 340982 h 419100"/>
                      <a:gd name="connsiteX10" fmla="*/ 5031 w 304800"/>
                      <a:gd name="connsiteY10" fmla="*/ 337590 h 419100"/>
                      <a:gd name="connsiteX11" fmla="*/ 63059 w 304800"/>
                      <a:gd name="connsiteY11" fmla="*/ 197498 h 419100"/>
                      <a:gd name="connsiteX12" fmla="*/ 5031 w 304800"/>
                      <a:gd name="connsiteY12" fmla="*/ 57406 h 419100"/>
                      <a:gd name="connsiteX13" fmla="*/ 0 w 304800"/>
                      <a:gd name="connsiteY13" fmla="*/ 54014 h 419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304800" h="419100">
                        <a:moveTo>
                          <a:pt x="0" y="0"/>
                        </a:moveTo>
                        <a:lnTo>
                          <a:pt x="304800" y="0"/>
                        </a:lnTo>
                        <a:lnTo>
                          <a:pt x="304800" y="54015"/>
                        </a:lnTo>
                        <a:lnTo>
                          <a:pt x="299770" y="57406"/>
                        </a:lnTo>
                        <a:cubicBezTo>
                          <a:pt x="263918" y="93259"/>
                          <a:pt x="241742" y="142789"/>
                          <a:pt x="241742" y="197498"/>
                        </a:cubicBezTo>
                        <a:cubicBezTo>
                          <a:pt x="241742" y="252208"/>
                          <a:pt x="263918" y="301738"/>
                          <a:pt x="299770" y="337590"/>
                        </a:cubicBezTo>
                        <a:lnTo>
                          <a:pt x="304800" y="340982"/>
                        </a:lnTo>
                        <a:lnTo>
                          <a:pt x="304800" y="419100"/>
                        </a:lnTo>
                        <a:lnTo>
                          <a:pt x="0" y="419100"/>
                        </a:lnTo>
                        <a:lnTo>
                          <a:pt x="0" y="340982"/>
                        </a:lnTo>
                        <a:lnTo>
                          <a:pt x="5031" y="337590"/>
                        </a:lnTo>
                        <a:cubicBezTo>
                          <a:pt x="40884" y="301738"/>
                          <a:pt x="63059" y="252208"/>
                          <a:pt x="63059" y="197498"/>
                        </a:cubicBezTo>
                        <a:cubicBezTo>
                          <a:pt x="63059" y="142789"/>
                          <a:pt x="40884" y="93259"/>
                          <a:pt x="5031" y="57406"/>
                        </a:cubicBezTo>
                        <a:lnTo>
                          <a:pt x="0" y="5401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99000">
                        <a:schemeClr val="accent2">
                          <a:lumMod val="60000"/>
                          <a:lumOff val="4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0611B589-679B-45A8-A1BF-49133D90A666}"/>
                      </a:ext>
                    </a:extLst>
                  </p:cNvPr>
                  <p:cNvSpPr/>
                  <p:nvPr/>
                </p:nvSpPr>
                <p:spPr>
                  <a:xfrm rot="3105630" flipH="1">
                    <a:off x="4291982" y="3818015"/>
                    <a:ext cx="1009743" cy="1009742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2"/>
                      </a:gs>
                      <a:gs pos="99000">
                        <a:schemeClr val="accent2">
                          <a:lumMod val="60000"/>
                          <a:lumOff val="4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7ABF84D8-0CF0-498A-8075-8089FD792E7B}"/>
                    </a:ext>
                  </a:extLst>
                </p:cNvPr>
                <p:cNvSpPr/>
                <p:nvPr/>
              </p:nvSpPr>
              <p:spPr>
                <a:xfrm rot="3105630" flipH="1">
                  <a:off x="4354429" y="3954203"/>
                  <a:ext cx="884848" cy="88484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BB09FAD-7CC0-41C2-8EDA-393473A3077B}"/>
                  </a:ext>
                </a:extLst>
              </p:cNvPr>
              <p:cNvSpPr/>
              <p:nvPr/>
            </p:nvSpPr>
            <p:spPr>
              <a:xfrm>
                <a:off x="4487273" y="4227349"/>
                <a:ext cx="619160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+mj-lt"/>
                    <a:ea typeface="Lato" panose="020F0502020204030203" pitchFamily="34" charset="0"/>
                    <a:cs typeface="Lato" panose="020F0502020204030203" pitchFamily="34" charset="0"/>
                  </a:rPr>
                  <a:t>05</a:t>
                </a:r>
                <a:endParaRPr lang="id-ID" sz="1400" b="1" dirty="0">
                  <a:solidFill>
                    <a:schemeClr val="bg1"/>
                  </a:solidFill>
                  <a:latin typeface="+mj-lt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B5C4E82-7531-4322-84AC-88EBC76C2C61}"/>
                </a:ext>
              </a:extLst>
            </p:cNvPr>
            <p:cNvGrpSpPr/>
            <p:nvPr/>
          </p:nvGrpSpPr>
          <p:grpSpPr>
            <a:xfrm>
              <a:off x="3650261" y="2353934"/>
              <a:ext cx="1570103" cy="1142350"/>
              <a:chOff x="3934169" y="2507365"/>
              <a:chExt cx="1387842" cy="100974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ECFB332-A77D-4203-BBC8-7813CD883B54}"/>
                  </a:ext>
                </a:extLst>
              </p:cNvPr>
              <p:cNvGrpSpPr/>
              <p:nvPr/>
            </p:nvGrpSpPr>
            <p:grpSpPr>
              <a:xfrm>
                <a:off x="3934169" y="2507365"/>
                <a:ext cx="1387842" cy="1009743"/>
                <a:chOff x="3934169" y="2507365"/>
                <a:chExt cx="1387842" cy="1009743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2663F7A6-48A4-44B9-81DD-D2201D1115A6}"/>
                    </a:ext>
                  </a:extLst>
                </p:cNvPr>
                <p:cNvGrpSpPr/>
                <p:nvPr/>
              </p:nvGrpSpPr>
              <p:grpSpPr>
                <a:xfrm>
                  <a:off x="3934169" y="2507365"/>
                  <a:ext cx="1387842" cy="1009743"/>
                  <a:chOff x="3934169" y="2433625"/>
                  <a:chExt cx="1387842" cy="1009743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E105B6E4-EE91-4134-81B1-96959E4C0260}"/>
                      </a:ext>
                    </a:extLst>
                  </p:cNvPr>
                  <p:cNvSpPr/>
                  <p:nvPr/>
                </p:nvSpPr>
                <p:spPr>
                  <a:xfrm rot="6300000" flipH="1">
                    <a:off x="4865665" y="2840096"/>
                    <a:ext cx="384292" cy="528401"/>
                  </a:xfrm>
                  <a:custGeom>
                    <a:avLst/>
                    <a:gdLst>
                      <a:gd name="connsiteX0" fmla="*/ 0 w 304800"/>
                      <a:gd name="connsiteY0" fmla="*/ 0 h 419100"/>
                      <a:gd name="connsiteX1" fmla="*/ 304800 w 304800"/>
                      <a:gd name="connsiteY1" fmla="*/ 0 h 419100"/>
                      <a:gd name="connsiteX2" fmla="*/ 304800 w 304800"/>
                      <a:gd name="connsiteY2" fmla="*/ 54015 h 419100"/>
                      <a:gd name="connsiteX3" fmla="*/ 299770 w 304800"/>
                      <a:gd name="connsiteY3" fmla="*/ 57406 h 419100"/>
                      <a:gd name="connsiteX4" fmla="*/ 241742 w 304800"/>
                      <a:gd name="connsiteY4" fmla="*/ 197498 h 419100"/>
                      <a:gd name="connsiteX5" fmla="*/ 299770 w 304800"/>
                      <a:gd name="connsiteY5" fmla="*/ 337590 h 419100"/>
                      <a:gd name="connsiteX6" fmla="*/ 304800 w 304800"/>
                      <a:gd name="connsiteY6" fmla="*/ 340982 h 419100"/>
                      <a:gd name="connsiteX7" fmla="*/ 304800 w 304800"/>
                      <a:gd name="connsiteY7" fmla="*/ 419100 h 419100"/>
                      <a:gd name="connsiteX8" fmla="*/ 0 w 304800"/>
                      <a:gd name="connsiteY8" fmla="*/ 419100 h 419100"/>
                      <a:gd name="connsiteX9" fmla="*/ 0 w 304800"/>
                      <a:gd name="connsiteY9" fmla="*/ 340982 h 419100"/>
                      <a:gd name="connsiteX10" fmla="*/ 5031 w 304800"/>
                      <a:gd name="connsiteY10" fmla="*/ 337590 h 419100"/>
                      <a:gd name="connsiteX11" fmla="*/ 63059 w 304800"/>
                      <a:gd name="connsiteY11" fmla="*/ 197498 h 419100"/>
                      <a:gd name="connsiteX12" fmla="*/ 5031 w 304800"/>
                      <a:gd name="connsiteY12" fmla="*/ 57406 h 419100"/>
                      <a:gd name="connsiteX13" fmla="*/ 0 w 304800"/>
                      <a:gd name="connsiteY13" fmla="*/ 54014 h 419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304800" h="419100">
                        <a:moveTo>
                          <a:pt x="0" y="0"/>
                        </a:moveTo>
                        <a:lnTo>
                          <a:pt x="304800" y="0"/>
                        </a:lnTo>
                        <a:lnTo>
                          <a:pt x="304800" y="54015"/>
                        </a:lnTo>
                        <a:lnTo>
                          <a:pt x="299770" y="57406"/>
                        </a:lnTo>
                        <a:cubicBezTo>
                          <a:pt x="263918" y="93259"/>
                          <a:pt x="241742" y="142789"/>
                          <a:pt x="241742" y="197498"/>
                        </a:cubicBezTo>
                        <a:cubicBezTo>
                          <a:pt x="241742" y="252208"/>
                          <a:pt x="263918" y="301738"/>
                          <a:pt x="299770" y="337590"/>
                        </a:cubicBezTo>
                        <a:lnTo>
                          <a:pt x="304800" y="340982"/>
                        </a:lnTo>
                        <a:lnTo>
                          <a:pt x="304800" y="419100"/>
                        </a:lnTo>
                        <a:lnTo>
                          <a:pt x="0" y="419100"/>
                        </a:lnTo>
                        <a:lnTo>
                          <a:pt x="0" y="340982"/>
                        </a:lnTo>
                        <a:lnTo>
                          <a:pt x="5031" y="337590"/>
                        </a:lnTo>
                        <a:cubicBezTo>
                          <a:pt x="40884" y="301738"/>
                          <a:pt x="63059" y="252208"/>
                          <a:pt x="63059" y="197498"/>
                        </a:cubicBezTo>
                        <a:cubicBezTo>
                          <a:pt x="63059" y="142789"/>
                          <a:pt x="40884" y="93259"/>
                          <a:pt x="5031" y="57406"/>
                        </a:cubicBezTo>
                        <a:lnTo>
                          <a:pt x="0" y="5401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99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75FF8ED0-20A6-42B5-9E21-8E3038DCCAA4}"/>
                      </a:ext>
                    </a:extLst>
                  </p:cNvPr>
                  <p:cNvSpPr/>
                  <p:nvPr/>
                </p:nvSpPr>
                <p:spPr>
                  <a:xfrm rot="6300000" flipH="1">
                    <a:off x="3934168" y="2433626"/>
                    <a:ext cx="1009743" cy="1009742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1"/>
                      </a:gs>
                      <a:gs pos="99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path path="circle">
                      <a:fillToRect l="100000" t="100000"/>
                    </a:path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91435099-7CAB-4688-B20D-BA2F732D66B2}"/>
                    </a:ext>
                  </a:extLst>
                </p:cNvPr>
                <p:cNvSpPr/>
                <p:nvPr/>
              </p:nvSpPr>
              <p:spPr>
                <a:xfrm rot="6300000" flipH="1">
                  <a:off x="3996615" y="2569814"/>
                  <a:ext cx="884848" cy="88484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9B99B87-BD55-4A76-8708-586A168957A1}"/>
                  </a:ext>
                </a:extLst>
              </p:cNvPr>
              <p:cNvSpPr/>
              <p:nvPr/>
            </p:nvSpPr>
            <p:spPr>
              <a:xfrm>
                <a:off x="4129459" y="2842960"/>
                <a:ext cx="619160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+mj-lt"/>
                    <a:ea typeface="Lato" panose="020F0502020204030203" pitchFamily="34" charset="0"/>
                    <a:cs typeface="Lato" panose="020F0502020204030203" pitchFamily="34" charset="0"/>
                  </a:rPr>
                  <a:t>06</a:t>
                </a:r>
                <a:endParaRPr lang="id-ID" sz="1400" b="1" dirty="0">
                  <a:solidFill>
                    <a:schemeClr val="bg1"/>
                  </a:solidFill>
                  <a:latin typeface="+mj-lt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4C3B8A3-AD41-42EE-B18A-654CD96F286E}"/>
                </a:ext>
              </a:extLst>
            </p:cNvPr>
            <p:cNvSpPr/>
            <p:nvPr/>
          </p:nvSpPr>
          <p:spPr>
            <a:xfrm>
              <a:off x="5061513" y="2276091"/>
              <a:ext cx="2068973" cy="2068973"/>
            </a:xfrm>
            <a:prstGeom prst="ellipse">
              <a:avLst/>
            </a:prstGeom>
            <a:solidFill>
              <a:srgbClr val="232A4E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1FCE089-31D4-490B-A27A-699CBB2956A4}"/>
                </a:ext>
              </a:extLst>
            </p:cNvPr>
            <p:cNvSpPr/>
            <p:nvPr/>
          </p:nvSpPr>
          <p:spPr>
            <a:xfrm>
              <a:off x="5287920" y="2502498"/>
              <a:ext cx="1616160" cy="1616159"/>
            </a:xfrm>
            <a:prstGeom prst="ellipse">
              <a:avLst/>
            </a:prstGeom>
            <a:noFill/>
            <a:ln>
              <a:noFill/>
            </a:ln>
            <a:effectLst>
              <a:outerShdw blurRad="1524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492F7048-8AC5-4A70-BF89-14948A345811}"/>
              </a:ext>
            </a:extLst>
          </p:cNvPr>
          <p:cNvSpPr/>
          <p:nvPr/>
        </p:nvSpPr>
        <p:spPr>
          <a:xfrm>
            <a:off x="2251588" y="711738"/>
            <a:ext cx="76888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Ubuntu" panose="020B0504030602030204" pitchFamily="34" charset="0"/>
              </a:rPr>
              <a:t>Mind map </a:t>
            </a:r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infographic slide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29E0226B-048F-4301-906F-7485E534CE60}"/>
              </a:ext>
            </a:extLst>
          </p:cNvPr>
          <p:cNvSpPr>
            <a:spLocks/>
          </p:cNvSpPr>
          <p:nvPr/>
        </p:nvSpPr>
        <p:spPr bwMode="auto">
          <a:xfrm flipV="1">
            <a:off x="7374867" y="3530163"/>
            <a:ext cx="378876" cy="511768"/>
          </a:xfrm>
          <a:custGeom>
            <a:avLst/>
            <a:gdLst>
              <a:gd name="connsiteX0" fmla="*/ 4385106 w 4388197"/>
              <a:gd name="connsiteY0" fmla="*/ 558456 h 5927380"/>
              <a:gd name="connsiteX1" fmla="*/ 4113435 w 4388197"/>
              <a:gd name="connsiteY1" fmla="*/ 295861 h 5927380"/>
              <a:gd name="connsiteX2" fmla="*/ 3363997 w 4388197"/>
              <a:gd name="connsiteY2" fmla="*/ 82390 h 5927380"/>
              <a:gd name="connsiteX3" fmla="*/ 1853593 w 4388197"/>
              <a:gd name="connsiteY3" fmla="*/ 9427 h 5927380"/>
              <a:gd name="connsiteX4" fmla="*/ 953547 w 4388197"/>
              <a:gd name="connsiteY4" fmla="*/ 139099 h 5927380"/>
              <a:gd name="connsiteX5" fmla="*/ 822756 w 4388197"/>
              <a:gd name="connsiteY5" fmla="*/ 179554 h 5927380"/>
              <a:gd name="connsiteX6" fmla="*/ 1472749 w 4388197"/>
              <a:gd name="connsiteY6" fmla="*/ 129708 h 5927380"/>
              <a:gd name="connsiteX7" fmla="*/ 3187807 w 4388197"/>
              <a:gd name="connsiteY7" fmla="*/ 161855 h 5927380"/>
              <a:gd name="connsiteX8" fmla="*/ 4057587 w 4388197"/>
              <a:gd name="connsiteY8" fmla="*/ 371353 h 5927380"/>
              <a:gd name="connsiteX9" fmla="*/ 4385106 w 4388197"/>
              <a:gd name="connsiteY9" fmla="*/ 558456 h 5927380"/>
              <a:gd name="connsiteX10" fmla="*/ 827301 w 4388197"/>
              <a:gd name="connsiteY10" fmla="*/ 909092 h 5927380"/>
              <a:gd name="connsiteX11" fmla="*/ 925716 w 4388197"/>
              <a:gd name="connsiteY11" fmla="*/ 905687 h 5927380"/>
              <a:gd name="connsiteX12" fmla="*/ 523475 w 4388197"/>
              <a:gd name="connsiteY12" fmla="*/ 808284 h 5927380"/>
              <a:gd name="connsiteX13" fmla="*/ 373537 w 4388197"/>
              <a:gd name="connsiteY13" fmla="*/ 698615 h 5927380"/>
              <a:gd name="connsiteX14" fmla="*/ 414626 w 4388197"/>
              <a:gd name="connsiteY14" fmla="*/ 629350 h 5927380"/>
              <a:gd name="connsiteX15" fmla="*/ 618989 w 4388197"/>
              <a:gd name="connsiteY15" fmla="*/ 564414 h 5927380"/>
              <a:gd name="connsiteX16" fmla="*/ 1496637 w 4388197"/>
              <a:gd name="connsiteY16" fmla="*/ 467372 h 5927380"/>
              <a:gd name="connsiteX17" fmla="*/ 2360588 w 4388197"/>
              <a:gd name="connsiteY17" fmla="*/ 477112 h 5927380"/>
              <a:gd name="connsiteX18" fmla="*/ 3466027 w 4388197"/>
              <a:gd name="connsiteY18" fmla="*/ 562971 h 5927380"/>
              <a:gd name="connsiteX19" fmla="*/ 3934947 w 4388197"/>
              <a:gd name="connsiteY19" fmla="*/ 673362 h 5927380"/>
              <a:gd name="connsiteX20" fmla="*/ 4057493 w 4388197"/>
              <a:gd name="connsiteY20" fmla="*/ 772569 h 5927380"/>
              <a:gd name="connsiteX21" fmla="*/ 4043797 w 4388197"/>
              <a:gd name="connsiteY21" fmla="*/ 854821 h 5927380"/>
              <a:gd name="connsiteX22" fmla="*/ 4115162 w 4388197"/>
              <a:gd name="connsiteY22" fmla="*/ 761025 h 5927380"/>
              <a:gd name="connsiteX23" fmla="*/ 4075155 w 4388197"/>
              <a:gd name="connsiteY23" fmla="*/ 687792 h 5927380"/>
              <a:gd name="connsiteX24" fmla="*/ 3826457 w 4388197"/>
              <a:gd name="connsiteY24" fmla="*/ 543851 h 5927380"/>
              <a:gd name="connsiteX25" fmla="*/ 3124339 w 4388197"/>
              <a:gd name="connsiteY25" fmla="*/ 377544 h 5927380"/>
              <a:gd name="connsiteX26" fmla="*/ 1500962 w 4388197"/>
              <a:gd name="connsiteY26" fmla="*/ 308640 h 5927380"/>
              <a:gd name="connsiteX27" fmla="*/ 718108 w 4388197"/>
              <a:gd name="connsiteY27" fmla="*/ 351209 h 5927380"/>
              <a:gd name="connsiteX28" fmla="*/ 204855 w 4388197"/>
              <a:gd name="connsiteY28" fmla="*/ 437068 h 5927380"/>
              <a:gd name="connsiteX29" fmla="*/ 18513 w 4388197"/>
              <a:gd name="connsiteY29" fmla="*/ 529421 h 5927380"/>
              <a:gd name="connsiteX30" fmla="*/ 18873 w 4388197"/>
              <a:gd name="connsiteY30" fmla="*/ 640173 h 5927380"/>
              <a:gd name="connsiteX31" fmla="*/ 148628 w 4388197"/>
              <a:gd name="connsiteY31" fmla="*/ 749842 h 5927380"/>
              <a:gd name="connsiteX32" fmla="*/ 534288 w 4388197"/>
              <a:gd name="connsiteY32" fmla="*/ 873580 h 5927380"/>
              <a:gd name="connsiteX33" fmla="*/ 827301 w 4388197"/>
              <a:gd name="connsiteY33" fmla="*/ 909092 h 5927380"/>
              <a:gd name="connsiteX34" fmla="*/ 1370321 w 4388197"/>
              <a:gd name="connsiteY34" fmla="*/ 1345856 h 5927380"/>
              <a:gd name="connsiteX35" fmla="*/ 1369239 w 4388197"/>
              <a:gd name="connsiteY35" fmla="*/ 1231740 h 5927380"/>
              <a:gd name="connsiteX36" fmla="*/ 1611510 w 4388197"/>
              <a:gd name="connsiteY36" fmla="*/ 1166738 h 5927380"/>
              <a:gd name="connsiteX37" fmla="*/ 2221515 w 4388197"/>
              <a:gd name="connsiteY37" fmla="*/ 1164932 h 5927380"/>
              <a:gd name="connsiteX38" fmla="*/ 2766986 w 4388197"/>
              <a:gd name="connsiteY38" fmla="*/ 1232463 h 5927380"/>
              <a:gd name="connsiteX39" fmla="*/ 2888482 w 4388197"/>
              <a:gd name="connsiteY39" fmla="*/ 1188044 h 5927380"/>
              <a:gd name="connsiteX40" fmla="*/ 3116693 w 4388197"/>
              <a:gd name="connsiteY40" fmla="*/ 1065623 h 5927380"/>
              <a:gd name="connsiteX41" fmla="*/ 2450807 w 4388197"/>
              <a:gd name="connsiteY41" fmla="*/ 902032 h 5927380"/>
              <a:gd name="connsiteX42" fmla="*/ 1852340 w 4388197"/>
              <a:gd name="connsiteY42" fmla="*/ 889032 h 5927380"/>
              <a:gd name="connsiteX43" fmla="*/ 1288122 w 4388197"/>
              <a:gd name="connsiteY43" fmla="*/ 997370 h 5927380"/>
              <a:gd name="connsiteX44" fmla="*/ 1132736 w 4388197"/>
              <a:gd name="connsiteY44" fmla="*/ 1123764 h 5927380"/>
              <a:gd name="connsiteX45" fmla="*/ 1172394 w 4388197"/>
              <a:gd name="connsiteY45" fmla="*/ 1251241 h 5927380"/>
              <a:gd name="connsiteX46" fmla="*/ 1370321 w 4388197"/>
              <a:gd name="connsiteY46" fmla="*/ 1345856 h 5927380"/>
              <a:gd name="connsiteX47" fmla="*/ 1243547 w 4388197"/>
              <a:gd name="connsiteY47" fmla="*/ 1991968 h 5927380"/>
              <a:gd name="connsiteX48" fmla="*/ 1187297 w 4388197"/>
              <a:gd name="connsiteY48" fmla="*/ 1867588 h 5927380"/>
              <a:gd name="connsiteX49" fmla="*/ 1321072 w 4388197"/>
              <a:gd name="connsiteY49" fmla="*/ 1784788 h 5927380"/>
              <a:gd name="connsiteX50" fmla="*/ 1979848 w 4388197"/>
              <a:gd name="connsiteY50" fmla="*/ 1750078 h 5927380"/>
              <a:gd name="connsiteX51" fmla="*/ 2937183 w 4388197"/>
              <a:gd name="connsiteY51" fmla="*/ 1846978 h 5927380"/>
              <a:gd name="connsiteX52" fmla="*/ 3049684 w 4388197"/>
              <a:gd name="connsiteY52" fmla="*/ 1794551 h 5927380"/>
              <a:gd name="connsiteX53" fmla="*/ 3211944 w 4388197"/>
              <a:gd name="connsiteY53" fmla="*/ 1705966 h 5927380"/>
              <a:gd name="connsiteX54" fmla="*/ 2069632 w 4388197"/>
              <a:gd name="connsiteY54" fmla="*/ 1528073 h 5927380"/>
              <a:gd name="connsiteX55" fmla="*/ 1203884 w 4388197"/>
              <a:gd name="connsiteY55" fmla="*/ 1605449 h 5927380"/>
              <a:gd name="connsiteX56" fmla="*/ 988619 w 4388197"/>
              <a:gd name="connsiteY56" fmla="*/ 1690780 h 5927380"/>
              <a:gd name="connsiteX57" fmla="*/ 978883 w 4388197"/>
              <a:gd name="connsiteY57" fmla="*/ 1851679 h 5927380"/>
              <a:gd name="connsiteX58" fmla="*/ 1243547 w 4388197"/>
              <a:gd name="connsiteY58" fmla="*/ 1991968 h 5927380"/>
              <a:gd name="connsiteX59" fmla="*/ 1461814 w 4388197"/>
              <a:gd name="connsiteY59" fmla="*/ 2674738 h 5927380"/>
              <a:gd name="connsiteX60" fmla="*/ 1009858 w 4388197"/>
              <a:gd name="connsiteY60" fmla="*/ 2520318 h 5927380"/>
              <a:gd name="connsiteX61" fmla="*/ 910385 w 4388197"/>
              <a:gd name="connsiteY61" fmla="*/ 2438056 h 5927380"/>
              <a:gd name="connsiteX62" fmla="*/ 951832 w 4388197"/>
              <a:gd name="connsiteY62" fmla="*/ 2376721 h 5927380"/>
              <a:gd name="connsiteX63" fmla="*/ 1180333 w 4388197"/>
              <a:gd name="connsiteY63" fmla="*/ 2333425 h 5927380"/>
              <a:gd name="connsiteX64" fmla="*/ 1929268 w 4388197"/>
              <a:gd name="connsiteY64" fmla="*/ 2309974 h 5927380"/>
              <a:gd name="connsiteX65" fmla="*/ 3443718 w 4388197"/>
              <a:gd name="connsiteY65" fmla="*/ 2460786 h 5927380"/>
              <a:gd name="connsiteX66" fmla="*/ 3242248 w 4388197"/>
              <a:gd name="connsiteY66" fmla="*/ 2334508 h 5927380"/>
              <a:gd name="connsiteX67" fmla="*/ 3020234 w 4388197"/>
              <a:gd name="connsiteY67" fmla="*/ 2281471 h 5927380"/>
              <a:gd name="connsiteX68" fmla="*/ 1510470 w 4388197"/>
              <a:gd name="connsiteY68" fmla="*/ 2169264 h 5927380"/>
              <a:gd name="connsiteX69" fmla="*/ 835059 w 4388197"/>
              <a:gd name="connsiteY69" fmla="*/ 2221579 h 5927380"/>
              <a:gd name="connsiteX70" fmla="*/ 525105 w 4388197"/>
              <a:gd name="connsiteY70" fmla="*/ 2295181 h 5927380"/>
              <a:gd name="connsiteX71" fmla="*/ 476089 w 4388197"/>
              <a:gd name="connsiteY71" fmla="*/ 2361928 h 5927380"/>
              <a:gd name="connsiteX72" fmla="*/ 652330 w 4388197"/>
              <a:gd name="connsiteY72" fmla="*/ 2484960 h 5927380"/>
              <a:gd name="connsiteX73" fmla="*/ 1343239 w 4388197"/>
              <a:gd name="connsiteY73" fmla="*/ 2671130 h 5927380"/>
              <a:gd name="connsiteX74" fmla="*/ 1461814 w 4388197"/>
              <a:gd name="connsiteY74" fmla="*/ 2674738 h 5927380"/>
              <a:gd name="connsiteX75" fmla="*/ 3887622 w 4388197"/>
              <a:gd name="connsiteY75" fmla="*/ 2739577 h 5927380"/>
              <a:gd name="connsiteX76" fmla="*/ 4309754 w 4388197"/>
              <a:gd name="connsiteY76" fmla="*/ 2545171 h 5927380"/>
              <a:gd name="connsiteX77" fmla="*/ 4370335 w 4388197"/>
              <a:gd name="connsiteY77" fmla="*/ 2201036 h 5927380"/>
              <a:gd name="connsiteX78" fmla="*/ 4141353 w 4388197"/>
              <a:gd name="connsiteY78" fmla="*/ 1893658 h 5927380"/>
              <a:gd name="connsiteX79" fmla="*/ 3473881 w 4388197"/>
              <a:gd name="connsiteY79" fmla="*/ 1577631 h 5927380"/>
              <a:gd name="connsiteX80" fmla="*/ 3637954 w 4388197"/>
              <a:gd name="connsiteY80" fmla="*/ 1685376 h 5927380"/>
              <a:gd name="connsiteX81" fmla="*/ 3999637 w 4388197"/>
              <a:gd name="connsiteY81" fmla="*/ 1997078 h 5927380"/>
              <a:gd name="connsiteX82" fmla="*/ 4147844 w 4388197"/>
              <a:gd name="connsiteY82" fmla="*/ 2301574 h 5927380"/>
              <a:gd name="connsiteX83" fmla="*/ 3978362 w 4388197"/>
              <a:gd name="connsiteY83" fmla="*/ 2621204 h 5927380"/>
              <a:gd name="connsiteX84" fmla="*/ 3615597 w 4388197"/>
              <a:gd name="connsiteY84" fmla="*/ 2658321 h 5927380"/>
              <a:gd name="connsiteX85" fmla="*/ 3887622 w 4388197"/>
              <a:gd name="connsiteY85" fmla="*/ 2739577 h 5927380"/>
              <a:gd name="connsiteX86" fmla="*/ 3497694 w 4388197"/>
              <a:gd name="connsiteY86" fmla="*/ 4725642 h 5927380"/>
              <a:gd name="connsiteX87" fmla="*/ 3338011 w 4388197"/>
              <a:gd name="connsiteY87" fmla="*/ 4620052 h 5927380"/>
              <a:gd name="connsiteX88" fmla="*/ 2751547 w 4388197"/>
              <a:gd name="connsiteY88" fmla="*/ 4173546 h 5927380"/>
              <a:gd name="connsiteX89" fmla="*/ 2561226 w 4388197"/>
              <a:gd name="connsiteY89" fmla="*/ 3902543 h 5927380"/>
              <a:gd name="connsiteX90" fmla="*/ 2571318 w 4388197"/>
              <a:gd name="connsiteY90" fmla="*/ 3668659 h 5927380"/>
              <a:gd name="connsiteX91" fmla="*/ 2772814 w 4388197"/>
              <a:gd name="connsiteY91" fmla="*/ 3335311 h 5927380"/>
              <a:gd name="connsiteX92" fmla="*/ 2865091 w 4388197"/>
              <a:gd name="connsiteY92" fmla="*/ 2998359 h 5927380"/>
              <a:gd name="connsiteX93" fmla="*/ 2754070 w 4388197"/>
              <a:gd name="connsiteY93" fmla="*/ 2773124 h 5927380"/>
              <a:gd name="connsiteX94" fmla="*/ 2414880 w 4388197"/>
              <a:gd name="connsiteY94" fmla="*/ 2492030 h 5927380"/>
              <a:gd name="connsiteX95" fmla="*/ 2574202 w 4388197"/>
              <a:gd name="connsiteY95" fmla="*/ 2765916 h 5927380"/>
              <a:gd name="connsiteX96" fmla="*/ 2536354 w 4388197"/>
              <a:gd name="connsiteY96" fmla="*/ 3009530 h 5927380"/>
              <a:gd name="connsiteX97" fmla="*/ 2253035 w 4388197"/>
              <a:gd name="connsiteY97" fmla="*/ 3463605 h 5927380"/>
              <a:gd name="connsiteX98" fmla="*/ 2278627 w 4388197"/>
              <a:gd name="connsiteY98" fmla="*/ 3971014 h 5927380"/>
              <a:gd name="connsiteX99" fmla="*/ 2765245 w 4388197"/>
              <a:gd name="connsiteY99" fmla="*/ 4426530 h 5927380"/>
              <a:gd name="connsiteX100" fmla="*/ 3497694 w 4388197"/>
              <a:gd name="connsiteY100" fmla="*/ 4725642 h 5927380"/>
              <a:gd name="connsiteX101" fmla="*/ 2810103 w 4388197"/>
              <a:gd name="connsiteY101" fmla="*/ 5927380 h 5927380"/>
              <a:gd name="connsiteX102" fmla="*/ 2880016 w 4388197"/>
              <a:gd name="connsiteY102" fmla="*/ 5803705 h 5927380"/>
              <a:gd name="connsiteX103" fmla="*/ 2882899 w 4388197"/>
              <a:gd name="connsiteY103" fmla="*/ 5199032 h 5927380"/>
              <a:gd name="connsiteX104" fmla="*/ 2714243 w 4388197"/>
              <a:gd name="connsiteY104" fmla="*/ 4884616 h 5927380"/>
              <a:gd name="connsiteX105" fmla="*/ 2521082 w 4388197"/>
              <a:gd name="connsiteY105" fmla="*/ 4684501 h 5927380"/>
              <a:gd name="connsiteX106" fmla="*/ 2024484 w 4388197"/>
              <a:gd name="connsiteY106" fmla="*/ 4199176 h 5927380"/>
              <a:gd name="connsiteX107" fmla="*/ 1733661 w 4388197"/>
              <a:gd name="connsiteY107" fmla="*/ 3770821 h 5927380"/>
              <a:gd name="connsiteX108" fmla="*/ 1784114 w 4388197"/>
              <a:gd name="connsiteY108" fmla="*/ 3376720 h 5927380"/>
              <a:gd name="connsiteX109" fmla="*/ 2172599 w 4388197"/>
              <a:gd name="connsiteY109" fmla="*/ 2719043 h 5927380"/>
              <a:gd name="connsiteX110" fmla="*/ 1741950 w 4388197"/>
              <a:gd name="connsiteY110" fmla="*/ 3181652 h 5927380"/>
              <a:gd name="connsiteX111" fmla="*/ 1428423 w 4388197"/>
              <a:gd name="connsiteY111" fmla="*/ 3663011 h 5927380"/>
              <a:gd name="connsiteX112" fmla="*/ 1444640 w 4388197"/>
              <a:gd name="connsiteY112" fmla="*/ 3939567 h 5927380"/>
              <a:gd name="connsiteX113" fmla="*/ 1739427 w 4388197"/>
              <a:gd name="connsiteY113" fmla="*/ 4320327 h 5927380"/>
              <a:gd name="connsiteX114" fmla="*/ 2427745 w 4388197"/>
              <a:gd name="connsiteY114" fmla="*/ 4904808 h 5927380"/>
              <a:gd name="connsiteX115" fmla="*/ 2825239 w 4388197"/>
              <a:gd name="connsiteY115" fmla="*/ 5695895 h 5927380"/>
              <a:gd name="connsiteX116" fmla="*/ 2810103 w 4388197"/>
              <a:gd name="connsiteY116" fmla="*/ 5927380 h 5927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4388197" h="5927380">
                <a:moveTo>
                  <a:pt x="4385106" y="558456"/>
                </a:moveTo>
                <a:cubicBezTo>
                  <a:pt x="4344031" y="432035"/>
                  <a:pt x="4224409" y="355460"/>
                  <a:pt x="4113435" y="295861"/>
                </a:cubicBezTo>
                <a:cubicBezTo>
                  <a:pt x="3882479" y="170162"/>
                  <a:pt x="3620536" y="123567"/>
                  <a:pt x="3363997" y="82390"/>
                </a:cubicBezTo>
                <a:cubicBezTo>
                  <a:pt x="2864252" y="11233"/>
                  <a:pt x="2357661" y="-16219"/>
                  <a:pt x="1853593" y="9427"/>
                </a:cubicBezTo>
                <a:cubicBezTo>
                  <a:pt x="1550215" y="24597"/>
                  <a:pt x="1247557" y="62885"/>
                  <a:pt x="953547" y="139099"/>
                </a:cubicBezTo>
                <a:cubicBezTo>
                  <a:pt x="909230" y="150657"/>
                  <a:pt x="865632" y="163661"/>
                  <a:pt x="822756" y="179554"/>
                </a:cubicBezTo>
                <a:cubicBezTo>
                  <a:pt x="1039660" y="165467"/>
                  <a:pt x="1255844" y="139099"/>
                  <a:pt x="1472749" y="129708"/>
                </a:cubicBezTo>
                <a:cubicBezTo>
                  <a:pt x="2043835" y="95393"/>
                  <a:pt x="2618884" y="94671"/>
                  <a:pt x="3187807" y="161855"/>
                </a:cubicBezTo>
                <a:cubicBezTo>
                  <a:pt x="3483619" y="201226"/>
                  <a:pt x="3780872" y="255406"/>
                  <a:pt x="4057587" y="371353"/>
                </a:cubicBezTo>
                <a:cubicBezTo>
                  <a:pt x="4174327" y="420115"/>
                  <a:pt x="4280977" y="487660"/>
                  <a:pt x="4385106" y="558456"/>
                </a:cubicBezTo>
                <a:close/>
                <a:moveTo>
                  <a:pt x="827301" y="909092"/>
                </a:moveTo>
                <a:cubicBezTo>
                  <a:pt x="860095" y="909588"/>
                  <a:pt x="892917" y="908573"/>
                  <a:pt x="925716" y="905687"/>
                </a:cubicBezTo>
                <a:cubicBezTo>
                  <a:pt x="790554" y="878631"/>
                  <a:pt x="652509" y="858068"/>
                  <a:pt x="523475" y="808284"/>
                </a:cubicBezTo>
                <a:cubicBezTo>
                  <a:pt x="466888" y="783752"/>
                  <a:pt x="401650" y="758139"/>
                  <a:pt x="373537" y="698615"/>
                </a:cubicBezTo>
                <a:cubicBezTo>
                  <a:pt x="362724" y="667229"/>
                  <a:pt x="390477" y="643419"/>
                  <a:pt x="414626" y="629350"/>
                </a:cubicBezTo>
                <a:cubicBezTo>
                  <a:pt x="477340" y="593275"/>
                  <a:pt x="549427" y="579566"/>
                  <a:pt x="618989" y="564414"/>
                </a:cubicBezTo>
                <a:cubicBezTo>
                  <a:pt x="908055" y="505972"/>
                  <a:pt x="1202886" y="487213"/>
                  <a:pt x="1496637" y="467372"/>
                </a:cubicBezTo>
                <a:cubicBezTo>
                  <a:pt x="1784621" y="455467"/>
                  <a:pt x="2072604" y="472062"/>
                  <a:pt x="2360588" y="477112"/>
                </a:cubicBezTo>
                <a:cubicBezTo>
                  <a:pt x="2730029" y="493346"/>
                  <a:pt x="3099470" y="513548"/>
                  <a:pt x="3466027" y="562971"/>
                </a:cubicBezTo>
                <a:cubicBezTo>
                  <a:pt x="3624617" y="588224"/>
                  <a:pt x="3785729" y="612395"/>
                  <a:pt x="3934947" y="673362"/>
                </a:cubicBezTo>
                <a:cubicBezTo>
                  <a:pt x="3982163" y="695368"/>
                  <a:pt x="4037309" y="720621"/>
                  <a:pt x="4057493" y="772569"/>
                </a:cubicBezTo>
                <a:cubicBezTo>
                  <a:pt x="4059656" y="800708"/>
                  <a:pt x="4049203" y="827764"/>
                  <a:pt x="4043797" y="854821"/>
                </a:cubicBezTo>
                <a:cubicBezTo>
                  <a:pt x="4075155" y="831011"/>
                  <a:pt x="4115162" y="805037"/>
                  <a:pt x="4115162" y="761025"/>
                </a:cubicBezTo>
                <a:cubicBezTo>
                  <a:pt x="4118406" y="730361"/>
                  <a:pt x="4094257" y="707994"/>
                  <a:pt x="4075155" y="687792"/>
                </a:cubicBezTo>
                <a:cubicBezTo>
                  <a:pt x="4005231" y="620331"/>
                  <a:pt x="3914403" y="581370"/>
                  <a:pt x="3826457" y="543851"/>
                </a:cubicBezTo>
                <a:cubicBezTo>
                  <a:pt x="3601549" y="455467"/>
                  <a:pt x="3362223" y="411816"/>
                  <a:pt x="3124339" y="377544"/>
                </a:cubicBezTo>
                <a:cubicBezTo>
                  <a:pt x="2585857" y="312969"/>
                  <a:pt x="2042689" y="302868"/>
                  <a:pt x="1500962" y="308640"/>
                </a:cubicBezTo>
                <a:cubicBezTo>
                  <a:pt x="1239650" y="312248"/>
                  <a:pt x="978699" y="329203"/>
                  <a:pt x="718108" y="351209"/>
                </a:cubicBezTo>
                <a:cubicBezTo>
                  <a:pt x="545462" y="368165"/>
                  <a:pt x="372816" y="393778"/>
                  <a:pt x="204855" y="437068"/>
                </a:cubicBezTo>
                <a:cubicBezTo>
                  <a:pt x="138897" y="457992"/>
                  <a:pt x="67892" y="478194"/>
                  <a:pt x="18513" y="529421"/>
                </a:cubicBezTo>
                <a:cubicBezTo>
                  <a:pt x="-10682" y="559725"/>
                  <a:pt x="-1311" y="608066"/>
                  <a:pt x="18873" y="640173"/>
                </a:cubicBezTo>
                <a:cubicBezTo>
                  <a:pt x="49510" y="689235"/>
                  <a:pt x="98889" y="722424"/>
                  <a:pt x="148628" y="749842"/>
                </a:cubicBezTo>
                <a:cubicBezTo>
                  <a:pt x="269012" y="812974"/>
                  <a:pt x="402371" y="844720"/>
                  <a:pt x="534288" y="873580"/>
                </a:cubicBezTo>
                <a:cubicBezTo>
                  <a:pt x="630794" y="892520"/>
                  <a:pt x="728921" y="907604"/>
                  <a:pt x="827301" y="909092"/>
                </a:cubicBezTo>
                <a:close/>
                <a:moveTo>
                  <a:pt x="1370321" y="1345856"/>
                </a:moveTo>
                <a:cubicBezTo>
                  <a:pt x="1357702" y="1310105"/>
                  <a:pt x="1331024" y="1261714"/>
                  <a:pt x="1369239" y="1231740"/>
                </a:cubicBezTo>
                <a:cubicBezTo>
                  <a:pt x="1437378" y="1179377"/>
                  <a:pt x="1528951" y="1173960"/>
                  <a:pt x="1611510" y="1166738"/>
                </a:cubicBezTo>
                <a:cubicBezTo>
                  <a:pt x="1814485" y="1159154"/>
                  <a:pt x="2018180" y="1156265"/>
                  <a:pt x="2221515" y="1164932"/>
                </a:cubicBezTo>
                <a:cubicBezTo>
                  <a:pt x="2403939" y="1178655"/>
                  <a:pt x="2588888" y="1186600"/>
                  <a:pt x="2766986" y="1232463"/>
                </a:cubicBezTo>
                <a:cubicBezTo>
                  <a:pt x="2813493" y="1248352"/>
                  <a:pt x="2850267" y="1207184"/>
                  <a:pt x="2888482" y="1188044"/>
                </a:cubicBezTo>
                <a:cubicBezTo>
                  <a:pt x="2960587" y="1140014"/>
                  <a:pt x="3043146" y="1110763"/>
                  <a:pt x="3116693" y="1065623"/>
                </a:cubicBezTo>
                <a:cubicBezTo>
                  <a:pt x="2900019" y="992675"/>
                  <a:pt x="2677937" y="932367"/>
                  <a:pt x="2450807" y="902032"/>
                </a:cubicBezTo>
                <a:cubicBezTo>
                  <a:pt x="2252881" y="872781"/>
                  <a:pt x="2051709" y="874587"/>
                  <a:pt x="1852340" y="889032"/>
                </a:cubicBezTo>
                <a:cubicBezTo>
                  <a:pt x="1660902" y="900949"/>
                  <a:pt x="1467662" y="927311"/>
                  <a:pt x="1288122" y="997370"/>
                </a:cubicBezTo>
                <a:cubicBezTo>
                  <a:pt x="1226833" y="1023732"/>
                  <a:pt x="1158333" y="1057678"/>
                  <a:pt x="1132736" y="1123764"/>
                </a:cubicBezTo>
                <a:cubicBezTo>
                  <a:pt x="1113268" y="1169266"/>
                  <a:pt x="1137784" y="1220546"/>
                  <a:pt x="1172394" y="1251241"/>
                </a:cubicBezTo>
                <a:cubicBezTo>
                  <a:pt x="1228996" y="1299271"/>
                  <a:pt x="1298577" y="1329244"/>
                  <a:pt x="1370321" y="1345856"/>
                </a:cubicBezTo>
                <a:close/>
                <a:moveTo>
                  <a:pt x="1243547" y="1991968"/>
                </a:moveTo>
                <a:cubicBezTo>
                  <a:pt x="1217586" y="1955088"/>
                  <a:pt x="1174316" y="1917846"/>
                  <a:pt x="1187297" y="1867588"/>
                </a:cubicBezTo>
                <a:cubicBezTo>
                  <a:pt x="1210374" y="1815522"/>
                  <a:pt x="1270951" y="1798528"/>
                  <a:pt x="1321072" y="1784788"/>
                </a:cubicBezTo>
                <a:cubicBezTo>
                  <a:pt x="1537058" y="1737061"/>
                  <a:pt x="1760256" y="1747185"/>
                  <a:pt x="1979848" y="1750078"/>
                </a:cubicBezTo>
                <a:cubicBezTo>
                  <a:pt x="2300402" y="1763817"/>
                  <a:pt x="2621317" y="1788766"/>
                  <a:pt x="2937183" y="1846978"/>
                </a:cubicBezTo>
                <a:cubicBezTo>
                  <a:pt x="2983698" y="1860718"/>
                  <a:pt x="3016150" y="1819138"/>
                  <a:pt x="3049684" y="1794551"/>
                </a:cubicBezTo>
                <a:cubicBezTo>
                  <a:pt x="3097641" y="1754416"/>
                  <a:pt x="3154973" y="1729106"/>
                  <a:pt x="3211944" y="1705966"/>
                </a:cubicBezTo>
                <a:cubicBezTo>
                  <a:pt x="2843794" y="1585925"/>
                  <a:pt x="2457254" y="1520480"/>
                  <a:pt x="2069632" y="1528073"/>
                </a:cubicBezTo>
                <a:cubicBezTo>
                  <a:pt x="1780088" y="1536028"/>
                  <a:pt x="1488019" y="1542536"/>
                  <a:pt x="1203884" y="1605449"/>
                </a:cubicBezTo>
                <a:cubicBezTo>
                  <a:pt x="1129244" y="1624251"/>
                  <a:pt x="1052441" y="1645945"/>
                  <a:pt x="988619" y="1690780"/>
                </a:cubicBezTo>
                <a:cubicBezTo>
                  <a:pt x="937056" y="1727299"/>
                  <a:pt x="944268" y="1805759"/>
                  <a:pt x="978883" y="1851679"/>
                </a:cubicBezTo>
                <a:cubicBezTo>
                  <a:pt x="1039821" y="1936286"/>
                  <a:pt x="1145110" y="1972805"/>
                  <a:pt x="1243547" y="1991968"/>
                </a:cubicBezTo>
                <a:close/>
                <a:moveTo>
                  <a:pt x="1461814" y="2674738"/>
                </a:moveTo>
                <a:cubicBezTo>
                  <a:pt x="1309000" y="2631443"/>
                  <a:pt x="1153663" y="2590673"/>
                  <a:pt x="1009858" y="2520318"/>
                </a:cubicBezTo>
                <a:cubicBezTo>
                  <a:pt x="972015" y="2500474"/>
                  <a:pt x="930568" y="2478104"/>
                  <a:pt x="910385" y="2438056"/>
                </a:cubicBezTo>
                <a:cubicBezTo>
                  <a:pt x="893806" y="2408110"/>
                  <a:pt x="927684" y="2386102"/>
                  <a:pt x="951832" y="2376721"/>
                </a:cubicBezTo>
                <a:cubicBezTo>
                  <a:pt x="1024635" y="2348218"/>
                  <a:pt x="1103205" y="2342445"/>
                  <a:pt x="1180333" y="2333425"/>
                </a:cubicBezTo>
                <a:cubicBezTo>
                  <a:pt x="1429017" y="2311056"/>
                  <a:pt x="1679503" y="2306727"/>
                  <a:pt x="1929268" y="2309974"/>
                </a:cubicBezTo>
                <a:cubicBezTo>
                  <a:pt x="2436728" y="2328374"/>
                  <a:pt x="2941665" y="2384658"/>
                  <a:pt x="3443718" y="2460786"/>
                </a:cubicBezTo>
                <a:cubicBezTo>
                  <a:pt x="3377763" y="2417130"/>
                  <a:pt x="3309285" y="2376721"/>
                  <a:pt x="3242248" y="2334508"/>
                </a:cubicBezTo>
                <a:cubicBezTo>
                  <a:pt x="3177013" y="2290852"/>
                  <a:pt x="3094479" y="2297346"/>
                  <a:pt x="3020234" y="2281471"/>
                </a:cubicBezTo>
                <a:cubicBezTo>
                  <a:pt x="2519983" y="2213281"/>
                  <a:pt x="2016127" y="2152306"/>
                  <a:pt x="1510470" y="2169264"/>
                </a:cubicBezTo>
                <a:cubicBezTo>
                  <a:pt x="1284852" y="2180448"/>
                  <a:pt x="1059235" y="2192715"/>
                  <a:pt x="835059" y="2221579"/>
                </a:cubicBezTo>
                <a:cubicBezTo>
                  <a:pt x="730179" y="2237093"/>
                  <a:pt x="623137" y="2252968"/>
                  <a:pt x="525105" y="2295181"/>
                </a:cubicBezTo>
                <a:cubicBezTo>
                  <a:pt x="499876" y="2307448"/>
                  <a:pt x="462393" y="2328014"/>
                  <a:pt x="476089" y="2361928"/>
                </a:cubicBezTo>
                <a:cubicBezTo>
                  <a:pt x="514292" y="2426150"/>
                  <a:pt x="589258" y="2452488"/>
                  <a:pt x="652330" y="2484960"/>
                </a:cubicBezTo>
                <a:cubicBezTo>
                  <a:pt x="872541" y="2579488"/>
                  <a:pt x="1106449" y="2638658"/>
                  <a:pt x="1343239" y="2671130"/>
                </a:cubicBezTo>
                <a:cubicBezTo>
                  <a:pt x="1382524" y="2676181"/>
                  <a:pt x="1422530" y="2676181"/>
                  <a:pt x="1461814" y="2674738"/>
                </a:cubicBezTo>
                <a:close/>
                <a:moveTo>
                  <a:pt x="3887622" y="2739577"/>
                </a:moveTo>
                <a:cubicBezTo>
                  <a:pt x="4047642" y="2740886"/>
                  <a:pt x="4209687" y="2671743"/>
                  <a:pt x="4309754" y="2545171"/>
                </a:cubicBezTo>
                <a:cubicBezTo>
                  <a:pt x="4383316" y="2448957"/>
                  <a:pt x="4408919" y="2316709"/>
                  <a:pt x="4370335" y="2201036"/>
                </a:cubicBezTo>
                <a:cubicBezTo>
                  <a:pt x="4329587" y="2077076"/>
                  <a:pt x="4239076" y="1976899"/>
                  <a:pt x="4141353" y="1893658"/>
                </a:cubicBezTo>
                <a:cubicBezTo>
                  <a:pt x="3948432" y="1736906"/>
                  <a:pt x="3712959" y="1640332"/>
                  <a:pt x="3473881" y="1577631"/>
                </a:cubicBezTo>
                <a:cubicBezTo>
                  <a:pt x="3525808" y="1617630"/>
                  <a:pt x="3583864" y="1648260"/>
                  <a:pt x="3637954" y="1685376"/>
                </a:cubicBezTo>
                <a:cubicBezTo>
                  <a:pt x="3770295" y="1774382"/>
                  <a:pt x="3894342" y="1877082"/>
                  <a:pt x="3999637" y="1997078"/>
                </a:cubicBezTo>
                <a:cubicBezTo>
                  <a:pt x="4072478" y="2084283"/>
                  <a:pt x="4135584" y="2186622"/>
                  <a:pt x="4147844" y="2301574"/>
                </a:cubicBezTo>
                <a:cubicBezTo>
                  <a:pt x="4158662" y="2427336"/>
                  <a:pt x="4098802" y="2567873"/>
                  <a:pt x="3978362" y="2621204"/>
                </a:cubicBezTo>
                <a:cubicBezTo>
                  <a:pt x="3865133" y="2674536"/>
                  <a:pt x="3737120" y="2667690"/>
                  <a:pt x="3615597" y="2658321"/>
                </a:cubicBezTo>
                <a:cubicBezTo>
                  <a:pt x="3696327" y="2712643"/>
                  <a:pt x="3791610" y="2738791"/>
                  <a:pt x="3887622" y="2739577"/>
                </a:cubicBezTo>
                <a:close/>
                <a:moveTo>
                  <a:pt x="3497694" y="4725642"/>
                </a:moveTo>
                <a:cubicBezTo>
                  <a:pt x="3448311" y="4684560"/>
                  <a:pt x="3391359" y="4655009"/>
                  <a:pt x="3338011" y="4620052"/>
                </a:cubicBezTo>
                <a:cubicBezTo>
                  <a:pt x="3131830" y="4485992"/>
                  <a:pt x="2927811" y="4345806"/>
                  <a:pt x="2751547" y="4173546"/>
                </a:cubicBezTo>
                <a:cubicBezTo>
                  <a:pt x="2675130" y="4093542"/>
                  <a:pt x="2600876" y="4007412"/>
                  <a:pt x="2561226" y="3902543"/>
                </a:cubicBezTo>
                <a:cubicBezTo>
                  <a:pt x="2531308" y="3827585"/>
                  <a:pt x="2536715" y="3741095"/>
                  <a:pt x="2571318" y="3668659"/>
                </a:cubicBezTo>
                <a:cubicBezTo>
                  <a:pt x="2625747" y="3550095"/>
                  <a:pt x="2710455" y="3449189"/>
                  <a:pt x="2772814" y="3335311"/>
                </a:cubicBezTo>
                <a:cubicBezTo>
                  <a:pt x="2830487" y="3233324"/>
                  <a:pt x="2880951" y="3118004"/>
                  <a:pt x="2865091" y="2998359"/>
                </a:cubicBezTo>
                <a:cubicBezTo>
                  <a:pt x="2852475" y="2914031"/>
                  <a:pt x="2807418" y="2838352"/>
                  <a:pt x="2754070" y="2773124"/>
                </a:cubicBezTo>
                <a:cubicBezTo>
                  <a:pt x="2658549" y="2660326"/>
                  <a:pt x="2541400" y="2567709"/>
                  <a:pt x="2414880" y="2492030"/>
                </a:cubicBezTo>
                <a:cubicBezTo>
                  <a:pt x="2471111" y="2581043"/>
                  <a:pt x="2538877" y="2665371"/>
                  <a:pt x="2574202" y="2765916"/>
                </a:cubicBezTo>
                <a:cubicBezTo>
                  <a:pt x="2601597" y="2848082"/>
                  <a:pt x="2578167" y="2937095"/>
                  <a:pt x="2536354" y="3009530"/>
                </a:cubicBezTo>
                <a:cubicBezTo>
                  <a:pt x="2447682" y="3164493"/>
                  <a:pt x="2314673" y="3293507"/>
                  <a:pt x="2253035" y="3463605"/>
                </a:cubicBezTo>
                <a:cubicBezTo>
                  <a:pt x="2189594" y="3626135"/>
                  <a:pt x="2194640" y="3816774"/>
                  <a:pt x="2278627" y="3971014"/>
                </a:cubicBezTo>
                <a:cubicBezTo>
                  <a:pt x="2384962" y="4172465"/>
                  <a:pt x="2574202" y="4311210"/>
                  <a:pt x="2765245" y="4426530"/>
                </a:cubicBezTo>
                <a:cubicBezTo>
                  <a:pt x="2995937" y="4555184"/>
                  <a:pt x="3241409" y="4660054"/>
                  <a:pt x="3497694" y="4725642"/>
                </a:cubicBezTo>
                <a:close/>
                <a:moveTo>
                  <a:pt x="2810103" y="5927380"/>
                </a:moveTo>
                <a:cubicBezTo>
                  <a:pt x="2841456" y="5891324"/>
                  <a:pt x="2868124" y="5850579"/>
                  <a:pt x="2880016" y="5803705"/>
                </a:cubicBezTo>
                <a:cubicBezTo>
                  <a:pt x="2933352" y="5607556"/>
                  <a:pt x="2945244" y="5394821"/>
                  <a:pt x="2882899" y="5199032"/>
                </a:cubicBezTo>
                <a:cubicBezTo>
                  <a:pt x="2845420" y="5085453"/>
                  <a:pt x="2789201" y="4977643"/>
                  <a:pt x="2714243" y="4884616"/>
                </a:cubicBezTo>
                <a:cubicBezTo>
                  <a:pt x="2656943" y="4811421"/>
                  <a:pt x="2587031" y="4749403"/>
                  <a:pt x="2521082" y="4684501"/>
                </a:cubicBezTo>
                <a:cubicBezTo>
                  <a:pt x="2353507" y="4525130"/>
                  <a:pt x="2183410" y="4367562"/>
                  <a:pt x="2024484" y="4199176"/>
                </a:cubicBezTo>
                <a:cubicBezTo>
                  <a:pt x="1907362" y="4072256"/>
                  <a:pt x="1791682" y="3936322"/>
                  <a:pt x="1733661" y="3770821"/>
                </a:cubicBezTo>
                <a:cubicBezTo>
                  <a:pt x="1688614" y="3639213"/>
                  <a:pt x="1736905" y="3500756"/>
                  <a:pt x="1784114" y="3376720"/>
                </a:cubicBezTo>
                <a:cubicBezTo>
                  <a:pt x="1883938" y="3141629"/>
                  <a:pt x="2023764" y="2925649"/>
                  <a:pt x="2172599" y="2719043"/>
                </a:cubicBezTo>
                <a:cubicBezTo>
                  <a:pt x="2018358" y="2862910"/>
                  <a:pt x="1877451" y="3020118"/>
                  <a:pt x="1741950" y="3181652"/>
                </a:cubicBezTo>
                <a:cubicBezTo>
                  <a:pt x="1621945" y="3330927"/>
                  <a:pt x="1500138" y="3483448"/>
                  <a:pt x="1428423" y="3663011"/>
                </a:cubicBezTo>
                <a:cubicBezTo>
                  <a:pt x="1397431" y="3752432"/>
                  <a:pt x="1404999" y="3854112"/>
                  <a:pt x="1444640" y="3939567"/>
                </a:cubicBezTo>
                <a:cubicBezTo>
                  <a:pt x="1509868" y="4088481"/>
                  <a:pt x="1624468" y="4208190"/>
                  <a:pt x="1739427" y="4320327"/>
                </a:cubicBezTo>
                <a:cubicBezTo>
                  <a:pt x="1958896" y="4526932"/>
                  <a:pt x="2196744" y="4712265"/>
                  <a:pt x="2427745" y="4904808"/>
                </a:cubicBezTo>
                <a:cubicBezTo>
                  <a:pt x="2659106" y="5100236"/>
                  <a:pt x="2821275" y="5389052"/>
                  <a:pt x="2825239" y="5695895"/>
                </a:cubicBezTo>
                <a:cubicBezTo>
                  <a:pt x="2829203" y="5773778"/>
                  <a:pt x="2810463" y="5849858"/>
                  <a:pt x="2810103" y="59273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62" name="Group 23">
            <a:extLst>
              <a:ext uri="{FF2B5EF4-FFF2-40B4-BE49-F238E27FC236}">
                <a16:creationId xmlns:a16="http://schemas.microsoft.com/office/drawing/2014/main" id="{1461C60D-08DB-4B14-A329-813C70CDEB2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66387" y="4445157"/>
            <a:ext cx="459226" cy="219768"/>
            <a:chOff x="2557" y="1548"/>
            <a:chExt cx="2566" cy="1228"/>
          </a:xfrm>
          <a:solidFill>
            <a:schemeClr val="accent4"/>
          </a:solidFill>
        </p:grpSpPr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30B59A2E-E599-4569-A900-38CCB077AD1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34" y="1548"/>
              <a:ext cx="829" cy="971"/>
            </a:xfrm>
            <a:custGeom>
              <a:avLst/>
              <a:gdLst>
                <a:gd name="T0" fmla="*/ 826 w 3651"/>
                <a:gd name="T1" fmla="*/ 4264 h 4265"/>
                <a:gd name="T2" fmla="*/ 1746 w 3651"/>
                <a:gd name="T3" fmla="*/ 4264 h 4265"/>
                <a:gd name="T4" fmla="*/ 1529 w 3651"/>
                <a:gd name="T5" fmla="*/ 3132 h 4265"/>
                <a:gd name="T6" fmla="*/ 2847 w 3651"/>
                <a:gd name="T7" fmla="*/ 3094 h 4265"/>
                <a:gd name="T8" fmla="*/ 3515 w 3651"/>
                <a:gd name="T9" fmla="*/ 2738 h 4265"/>
                <a:gd name="T10" fmla="*/ 3593 w 3651"/>
                <a:gd name="T11" fmla="*/ 1997 h 4265"/>
                <a:gd name="T12" fmla="*/ 3207 w 3651"/>
                <a:gd name="T13" fmla="*/ 2 h 4265"/>
                <a:gd name="T14" fmla="*/ 2272 w 3651"/>
                <a:gd name="T15" fmla="*/ 3 h 4265"/>
                <a:gd name="T16" fmla="*/ 2641 w 3651"/>
                <a:gd name="T17" fmla="*/ 1902 h 4265"/>
                <a:gd name="T18" fmla="*/ 2580 w 3651"/>
                <a:gd name="T19" fmla="*/ 2333 h 4265"/>
                <a:gd name="T20" fmla="*/ 2205 w 3651"/>
                <a:gd name="T21" fmla="*/ 2437 h 4265"/>
                <a:gd name="T22" fmla="*/ 1395 w 3651"/>
                <a:gd name="T23" fmla="*/ 2440 h 4265"/>
                <a:gd name="T24" fmla="*/ 916 w 3651"/>
                <a:gd name="T25" fmla="*/ 0 h 4265"/>
                <a:gd name="T26" fmla="*/ 0 w 3651"/>
                <a:gd name="T27" fmla="*/ 2 h 4265"/>
                <a:gd name="T28" fmla="*/ 826 w 3651"/>
                <a:gd name="T29" fmla="*/ 4264 h 4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51" h="4265">
                  <a:moveTo>
                    <a:pt x="826" y="4264"/>
                  </a:moveTo>
                  <a:cubicBezTo>
                    <a:pt x="1132" y="4265"/>
                    <a:pt x="1439" y="4264"/>
                    <a:pt x="1746" y="4264"/>
                  </a:cubicBezTo>
                  <a:cubicBezTo>
                    <a:pt x="1675" y="3886"/>
                    <a:pt x="1599" y="3510"/>
                    <a:pt x="1529" y="3132"/>
                  </a:cubicBezTo>
                  <a:cubicBezTo>
                    <a:pt x="1968" y="3120"/>
                    <a:pt x="2411" y="3159"/>
                    <a:pt x="2847" y="3094"/>
                  </a:cubicBezTo>
                  <a:cubicBezTo>
                    <a:pt x="3097" y="3052"/>
                    <a:pt x="3371" y="2963"/>
                    <a:pt x="3515" y="2738"/>
                  </a:cubicBezTo>
                  <a:cubicBezTo>
                    <a:pt x="3651" y="2517"/>
                    <a:pt x="3637" y="2243"/>
                    <a:pt x="3593" y="1997"/>
                  </a:cubicBezTo>
                  <a:cubicBezTo>
                    <a:pt x="3465" y="1332"/>
                    <a:pt x="3336" y="667"/>
                    <a:pt x="3207" y="2"/>
                  </a:cubicBezTo>
                  <a:cubicBezTo>
                    <a:pt x="2895" y="2"/>
                    <a:pt x="2584" y="1"/>
                    <a:pt x="2272" y="3"/>
                  </a:cubicBezTo>
                  <a:cubicBezTo>
                    <a:pt x="2394" y="636"/>
                    <a:pt x="2520" y="1269"/>
                    <a:pt x="2641" y="1902"/>
                  </a:cubicBezTo>
                  <a:cubicBezTo>
                    <a:pt x="2662" y="2045"/>
                    <a:pt x="2689" y="2219"/>
                    <a:pt x="2580" y="2333"/>
                  </a:cubicBezTo>
                  <a:cubicBezTo>
                    <a:pt x="2476" y="2419"/>
                    <a:pt x="2334" y="2430"/>
                    <a:pt x="2205" y="2437"/>
                  </a:cubicBezTo>
                  <a:cubicBezTo>
                    <a:pt x="1935" y="2444"/>
                    <a:pt x="1665" y="2439"/>
                    <a:pt x="1395" y="2440"/>
                  </a:cubicBezTo>
                  <a:cubicBezTo>
                    <a:pt x="1232" y="1627"/>
                    <a:pt x="1084" y="812"/>
                    <a:pt x="916" y="0"/>
                  </a:cubicBezTo>
                  <a:cubicBezTo>
                    <a:pt x="611" y="5"/>
                    <a:pt x="306" y="0"/>
                    <a:pt x="0" y="2"/>
                  </a:cubicBezTo>
                  <a:cubicBezTo>
                    <a:pt x="275" y="1423"/>
                    <a:pt x="550" y="2843"/>
                    <a:pt x="826" y="42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5">
              <a:extLst>
                <a:ext uri="{FF2B5EF4-FFF2-40B4-BE49-F238E27FC236}">
                  <a16:creationId xmlns:a16="http://schemas.microsoft.com/office/drawing/2014/main" id="{D52A8BAC-DBE1-4080-8B7C-419D4664A02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2557" y="1806"/>
              <a:ext cx="920" cy="970"/>
            </a:xfrm>
            <a:custGeom>
              <a:avLst/>
              <a:gdLst>
                <a:gd name="T0" fmla="*/ 821 w 4052"/>
                <a:gd name="T1" fmla="*/ 4258 h 4260"/>
                <a:gd name="T2" fmla="*/ 2575 w 4052"/>
                <a:gd name="T3" fmla="*/ 4258 h 4260"/>
                <a:gd name="T4" fmla="*/ 3673 w 4052"/>
                <a:gd name="T5" fmla="*/ 3938 h 4260"/>
                <a:gd name="T6" fmla="*/ 4043 w 4052"/>
                <a:gd name="T7" fmla="*/ 3120 h 4260"/>
                <a:gd name="T8" fmla="*/ 3665 w 4052"/>
                <a:gd name="T9" fmla="*/ 1883 h 4260"/>
                <a:gd name="T10" fmla="*/ 2750 w 4052"/>
                <a:gd name="T11" fmla="*/ 1227 h 4260"/>
                <a:gd name="T12" fmla="*/ 1146 w 4052"/>
                <a:gd name="T13" fmla="*/ 1132 h 4260"/>
                <a:gd name="T14" fmla="*/ 926 w 4052"/>
                <a:gd name="T15" fmla="*/ 1 h 4260"/>
                <a:gd name="T16" fmla="*/ 0 w 4052"/>
                <a:gd name="T17" fmla="*/ 0 h 4260"/>
                <a:gd name="T18" fmla="*/ 821 w 4052"/>
                <a:gd name="T19" fmla="*/ 4258 h 4260"/>
                <a:gd name="T20" fmla="*/ 1626 w 4052"/>
                <a:gd name="T21" fmla="*/ 3587 h 4260"/>
                <a:gd name="T22" fmla="*/ 1280 w 4052"/>
                <a:gd name="T23" fmla="*/ 1807 h 4260"/>
                <a:gd name="T24" fmla="*/ 2554 w 4052"/>
                <a:gd name="T25" fmla="*/ 1940 h 4260"/>
                <a:gd name="T26" fmla="*/ 3034 w 4052"/>
                <a:gd name="T27" fmla="*/ 2658 h 4260"/>
                <a:gd name="T28" fmla="*/ 3017 w 4052"/>
                <a:gd name="T29" fmla="*/ 3319 h 4260"/>
                <a:gd name="T30" fmla="*/ 2544 w 4052"/>
                <a:gd name="T31" fmla="*/ 3570 h 4260"/>
                <a:gd name="T32" fmla="*/ 1626 w 4052"/>
                <a:gd name="T33" fmla="*/ 3587 h 4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52" h="4260">
                  <a:moveTo>
                    <a:pt x="821" y="4258"/>
                  </a:moveTo>
                  <a:cubicBezTo>
                    <a:pt x="1406" y="4259"/>
                    <a:pt x="1990" y="4258"/>
                    <a:pt x="2575" y="4258"/>
                  </a:cubicBezTo>
                  <a:cubicBezTo>
                    <a:pt x="2959" y="4260"/>
                    <a:pt x="3372" y="4195"/>
                    <a:pt x="3673" y="3938"/>
                  </a:cubicBezTo>
                  <a:cubicBezTo>
                    <a:pt x="3915" y="3740"/>
                    <a:pt x="4038" y="3427"/>
                    <a:pt x="4043" y="3120"/>
                  </a:cubicBezTo>
                  <a:cubicBezTo>
                    <a:pt x="4052" y="2683"/>
                    <a:pt x="3932" y="2234"/>
                    <a:pt x="3665" y="1883"/>
                  </a:cubicBezTo>
                  <a:cubicBezTo>
                    <a:pt x="3435" y="1580"/>
                    <a:pt x="3120" y="1331"/>
                    <a:pt x="2750" y="1227"/>
                  </a:cubicBezTo>
                  <a:cubicBezTo>
                    <a:pt x="2227" y="1085"/>
                    <a:pt x="1680" y="1148"/>
                    <a:pt x="1146" y="1132"/>
                  </a:cubicBezTo>
                  <a:cubicBezTo>
                    <a:pt x="1072" y="755"/>
                    <a:pt x="1001" y="378"/>
                    <a:pt x="926" y="1"/>
                  </a:cubicBezTo>
                  <a:cubicBezTo>
                    <a:pt x="617" y="0"/>
                    <a:pt x="308" y="0"/>
                    <a:pt x="0" y="0"/>
                  </a:cubicBezTo>
                  <a:cubicBezTo>
                    <a:pt x="272" y="1420"/>
                    <a:pt x="547" y="2838"/>
                    <a:pt x="821" y="4258"/>
                  </a:cubicBezTo>
                  <a:moveTo>
                    <a:pt x="1626" y="3587"/>
                  </a:moveTo>
                  <a:cubicBezTo>
                    <a:pt x="1510" y="2994"/>
                    <a:pt x="1395" y="2400"/>
                    <a:pt x="1280" y="1807"/>
                  </a:cubicBezTo>
                  <a:cubicBezTo>
                    <a:pt x="1705" y="1820"/>
                    <a:pt x="2156" y="1751"/>
                    <a:pt x="2554" y="1940"/>
                  </a:cubicBezTo>
                  <a:cubicBezTo>
                    <a:pt x="2831" y="2072"/>
                    <a:pt x="2971" y="2372"/>
                    <a:pt x="3034" y="2658"/>
                  </a:cubicBezTo>
                  <a:cubicBezTo>
                    <a:pt x="3079" y="2873"/>
                    <a:pt x="3119" y="3113"/>
                    <a:pt x="3017" y="3319"/>
                  </a:cubicBezTo>
                  <a:cubicBezTo>
                    <a:pt x="2926" y="3489"/>
                    <a:pt x="2722" y="3547"/>
                    <a:pt x="2544" y="3570"/>
                  </a:cubicBezTo>
                  <a:cubicBezTo>
                    <a:pt x="2239" y="3601"/>
                    <a:pt x="1932" y="3584"/>
                    <a:pt x="1626" y="358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6">
              <a:extLst>
                <a:ext uri="{FF2B5EF4-FFF2-40B4-BE49-F238E27FC236}">
                  <a16:creationId xmlns:a16="http://schemas.microsoft.com/office/drawing/2014/main" id="{B5655615-2724-4B8A-9F1F-81FB449F695B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4201" y="1806"/>
              <a:ext cx="922" cy="970"/>
            </a:xfrm>
            <a:custGeom>
              <a:avLst/>
              <a:gdLst>
                <a:gd name="T0" fmla="*/ 0 w 4060"/>
                <a:gd name="T1" fmla="*/ 0 h 4260"/>
                <a:gd name="T2" fmla="*/ 826 w 4060"/>
                <a:gd name="T3" fmla="*/ 4260 h 4260"/>
                <a:gd name="T4" fmla="*/ 2567 w 4060"/>
                <a:gd name="T5" fmla="*/ 4258 h 4260"/>
                <a:gd name="T6" fmla="*/ 3671 w 4060"/>
                <a:gd name="T7" fmla="*/ 3941 h 4260"/>
                <a:gd name="T8" fmla="*/ 4041 w 4060"/>
                <a:gd name="T9" fmla="*/ 3158 h 4260"/>
                <a:gd name="T10" fmla="*/ 3615 w 4060"/>
                <a:gd name="T11" fmla="*/ 1820 h 4260"/>
                <a:gd name="T12" fmla="*/ 2637 w 4060"/>
                <a:gd name="T13" fmla="*/ 1199 h 4260"/>
                <a:gd name="T14" fmla="*/ 1145 w 4060"/>
                <a:gd name="T15" fmla="*/ 1131 h 4260"/>
                <a:gd name="T16" fmla="*/ 926 w 4060"/>
                <a:gd name="T17" fmla="*/ 0 h 4260"/>
                <a:gd name="T18" fmla="*/ 0 w 4060"/>
                <a:gd name="T19" fmla="*/ 0 h 4260"/>
                <a:gd name="T20" fmla="*/ 1625 w 4060"/>
                <a:gd name="T21" fmla="*/ 3588 h 4260"/>
                <a:gd name="T22" fmla="*/ 1280 w 4060"/>
                <a:gd name="T23" fmla="*/ 1807 h 4260"/>
                <a:gd name="T24" fmla="*/ 2547 w 4060"/>
                <a:gd name="T25" fmla="*/ 1937 h 4260"/>
                <a:gd name="T26" fmla="*/ 3039 w 4060"/>
                <a:gd name="T27" fmla="*/ 2678 h 4260"/>
                <a:gd name="T28" fmla="*/ 3016 w 4060"/>
                <a:gd name="T29" fmla="*/ 3321 h 4260"/>
                <a:gd name="T30" fmla="*/ 2570 w 4060"/>
                <a:gd name="T31" fmla="*/ 3567 h 4260"/>
                <a:gd name="T32" fmla="*/ 1625 w 4060"/>
                <a:gd name="T33" fmla="*/ 3588 h 4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60" h="4260">
                  <a:moveTo>
                    <a:pt x="0" y="0"/>
                  </a:moveTo>
                  <a:cubicBezTo>
                    <a:pt x="275" y="1420"/>
                    <a:pt x="542" y="2842"/>
                    <a:pt x="826" y="4260"/>
                  </a:cubicBezTo>
                  <a:cubicBezTo>
                    <a:pt x="1406" y="4256"/>
                    <a:pt x="1987" y="4260"/>
                    <a:pt x="2567" y="4258"/>
                  </a:cubicBezTo>
                  <a:cubicBezTo>
                    <a:pt x="2953" y="4260"/>
                    <a:pt x="3368" y="4199"/>
                    <a:pt x="3671" y="3941"/>
                  </a:cubicBezTo>
                  <a:cubicBezTo>
                    <a:pt x="3903" y="3751"/>
                    <a:pt x="4028" y="3454"/>
                    <a:pt x="4041" y="3158"/>
                  </a:cubicBezTo>
                  <a:cubicBezTo>
                    <a:pt x="4060" y="2682"/>
                    <a:pt x="3924" y="2189"/>
                    <a:pt x="3615" y="1820"/>
                  </a:cubicBezTo>
                  <a:cubicBezTo>
                    <a:pt x="3367" y="1516"/>
                    <a:pt x="3025" y="1278"/>
                    <a:pt x="2637" y="1199"/>
                  </a:cubicBezTo>
                  <a:cubicBezTo>
                    <a:pt x="2146" y="1095"/>
                    <a:pt x="1642" y="1148"/>
                    <a:pt x="1145" y="1131"/>
                  </a:cubicBezTo>
                  <a:cubicBezTo>
                    <a:pt x="1073" y="754"/>
                    <a:pt x="1000" y="377"/>
                    <a:pt x="926" y="0"/>
                  </a:cubicBezTo>
                  <a:cubicBezTo>
                    <a:pt x="618" y="0"/>
                    <a:pt x="309" y="0"/>
                    <a:pt x="0" y="0"/>
                  </a:cubicBezTo>
                  <a:moveTo>
                    <a:pt x="1625" y="3588"/>
                  </a:moveTo>
                  <a:cubicBezTo>
                    <a:pt x="1510" y="2994"/>
                    <a:pt x="1394" y="2401"/>
                    <a:pt x="1280" y="1807"/>
                  </a:cubicBezTo>
                  <a:cubicBezTo>
                    <a:pt x="1703" y="1820"/>
                    <a:pt x="2151" y="1752"/>
                    <a:pt x="2547" y="1937"/>
                  </a:cubicBezTo>
                  <a:cubicBezTo>
                    <a:pt x="2836" y="2070"/>
                    <a:pt x="2976" y="2384"/>
                    <a:pt x="3039" y="2678"/>
                  </a:cubicBezTo>
                  <a:cubicBezTo>
                    <a:pt x="3079" y="2888"/>
                    <a:pt x="3117" y="3121"/>
                    <a:pt x="3016" y="3321"/>
                  </a:cubicBezTo>
                  <a:cubicBezTo>
                    <a:pt x="2930" y="3482"/>
                    <a:pt x="2739" y="3541"/>
                    <a:pt x="2570" y="3567"/>
                  </a:cubicBezTo>
                  <a:cubicBezTo>
                    <a:pt x="2256" y="3603"/>
                    <a:pt x="1940" y="3583"/>
                    <a:pt x="1625" y="358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6" name="Group 29">
            <a:extLst>
              <a:ext uri="{FF2B5EF4-FFF2-40B4-BE49-F238E27FC236}">
                <a16:creationId xmlns:a16="http://schemas.microsoft.com/office/drawing/2014/main" id="{2DB67863-9526-4702-9FB0-001AAB13A46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07272" y="3602576"/>
            <a:ext cx="415554" cy="423058"/>
            <a:chOff x="2789" y="1091"/>
            <a:chExt cx="2104" cy="2142"/>
          </a:xfrm>
          <a:solidFill>
            <a:schemeClr val="accent2"/>
          </a:solidFill>
        </p:grpSpPr>
        <p:sp>
          <p:nvSpPr>
            <p:cNvPr id="67" name="Freeform 30">
              <a:extLst>
                <a:ext uri="{FF2B5EF4-FFF2-40B4-BE49-F238E27FC236}">
                  <a16:creationId xmlns:a16="http://schemas.microsoft.com/office/drawing/2014/main" id="{D381298E-9B1F-4829-BA18-15D8B12911E2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2789" y="1091"/>
              <a:ext cx="1547" cy="1576"/>
            </a:xfrm>
            <a:custGeom>
              <a:avLst/>
              <a:gdLst>
                <a:gd name="T0" fmla="*/ 3445 w 6804"/>
                <a:gd name="T1" fmla="*/ 6806 h 6935"/>
                <a:gd name="T2" fmla="*/ 5652 w 6804"/>
                <a:gd name="T3" fmla="*/ 6818 h 6935"/>
                <a:gd name="T4" fmla="*/ 6559 w 6804"/>
                <a:gd name="T5" fmla="*/ 6320 h 6935"/>
                <a:gd name="T6" fmla="*/ 6802 w 6804"/>
                <a:gd name="T7" fmla="*/ 5630 h 6935"/>
                <a:gd name="T8" fmla="*/ 6801 w 6804"/>
                <a:gd name="T9" fmla="*/ 3512 h 6935"/>
                <a:gd name="T10" fmla="*/ 6371 w 6804"/>
                <a:gd name="T11" fmla="*/ 2644 h 6935"/>
                <a:gd name="T12" fmla="*/ 5652 w 6804"/>
                <a:gd name="T13" fmla="*/ 2400 h 6935"/>
                <a:gd name="T14" fmla="*/ 3675 w 6804"/>
                <a:gd name="T15" fmla="*/ 2400 h 6935"/>
                <a:gd name="T16" fmla="*/ 3116 w 6804"/>
                <a:gd name="T17" fmla="*/ 2348 h 6935"/>
                <a:gd name="T18" fmla="*/ 2105 w 6804"/>
                <a:gd name="T19" fmla="*/ 1044 h 6935"/>
                <a:gd name="T20" fmla="*/ 2102 w 6804"/>
                <a:gd name="T21" fmla="*/ 3 h 6935"/>
                <a:gd name="T22" fmla="*/ 1314 w 6804"/>
                <a:gd name="T23" fmla="*/ 4 h 6935"/>
                <a:gd name="T24" fmla="*/ 632 w 6804"/>
                <a:gd name="T25" fmla="*/ 259 h 6935"/>
                <a:gd name="T26" fmla="*/ 164 w 6804"/>
                <a:gd name="T27" fmla="*/ 1120 h 6935"/>
                <a:gd name="T28" fmla="*/ 7 w 6804"/>
                <a:gd name="T29" fmla="*/ 2279 h 6935"/>
                <a:gd name="T30" fmla="*/ 154 w 6804"/>
                <a:gd name="T31" fmla="*/ 3373 h 6935"/>
                <a:gd name="T32" fmla="*/ 687 w 6804"/>
                <a:gd name="T33" fmla="*/ 4247 h 6935"/>
                <a:gd name="T34" fmla="*/ 1558 w 6804"/>
                <a:gd name="T35" fmla="*/ 4528 h 6935"/>
                <a:gd name="T36" fmla="*/ 4584 w 6804"/>
                <a:gd name="T37" fmla="*/ 4528 h 6935"/>
                <a:gd name="T38" fmla="*/ 4584 w 6804"/>
                <a:gd name="T39" fmla="*/ 4801 h 6935"/>
                <a:gd name="T40" fmla="*/ 2372 w 6804"/>
                <a:gd name="T41" fmla="*/ 4801 h 6935"/>
                <a:gd name="T42" fmla="*/ 2374 w 6804"/>
                <a:gd name="T43" fmla="*/ 5771 h 6935"/>
                <a:gd name="T44" fmla="*/ 2609 w 6804"/>
                <a:gd name="T45" fmla="*/ 6450 h 6935"/>
                <a:gd name="T46" fmla="*/ 3445 w 6804"/>
                <a:gd name="T47" fmla="*/ 6806 h 6935"/>
                <a:gd name="T48" fmla="*/ 3192 w 6804"/>
                <a:gd name="T49" fmla="*/ 6185 h 6935"/>
                <a:gd name="T50" fmla="*/ 2931 w 6804"/>
                <a:gd name="T51" fmla="*/ 5771 h 6935"/>
                <a:gd name="T52" fmla="*/ 3360 w 6804"/>
                <a:gd name="T53" fmla="*/ 5377 h 6935"/>
                <a:gd name="T54" fmla="*/ 3720 w 6804"/>
                <a:gd name="T55" fmla="*/ 5955 h 6935"/>
                <a:gd name="T56" fmla="*/ 3192 w 6804"/>
                <a:gd name="T57" fmla="*/ 6185 h 6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804" h="6935">
                  <a:moveTo>
                    <a:pt x="3445" y="6806"/>
                  </a:moveTo>
                  <a:cubicBezTo>
                    <a:pt x="4173" y="6935"/>
                    <a:pt x="4923" y="6931"/>
                    <a:pt x="5652" y="6818"/>
                  </a:cubicBezTo>
                  <a:cubicBezTo>
                    <a:pt x="6000" y="6765"/>
                    <a:pt x="6337" y="6598"/>
                    <a:pt x="6559" y="6320"/>
                  </a:cubicBezTo>
                  <a:cubicBezTo>
                    <a:pt x="6722" y="6130"/>
                    <a:pt x="6802" y="5879"/>
                    <a:pt x="6802" y="5630"/>
                  </a:cubicBezTo>
                  <a:cubicBezTo>
                    <a:pt x="6802" y="4924"/>
                    <a:pt x="6804" y="4218"/>
                    <a:pt x="6801" y="3512"/>
                  </a:cubicBezTo>
                  <a:cubicBezTo>
                    <a:pt x="6794" y="3177"/>
                    <a:pt x="6635" y="2851"/>
                    <a:pt x="6371" y="2644"/>
                  </a:cubicBezTo>
                  <a:cubicBezTo>
                    <a:pt x="6173" y="2475"/>
                    <a:pt x="5910" y="2398"/>
                    <a:pt x="5652" y="2400"/>
                  </a:cubicBezTo>
                  <a:cubicBezTo>
                    <a:pt x="4993" y="2400"/>
                    <a:pt x="4334" y="2400"/>
                    <a:pt x="3675" y="2400"/>
                  </a:cubicBezTo>
                  <a:cubicBezTo>
                    <a:pt x="3488" y="2400"/>
                    <a:pt x="3297" y="2406"/>
                    <a:pt x="3116" y="2348"/>
                  </a:cubicBezTo>
                  <a:cubicBezTo>
                    <a:pt x="2550" y="2187"/>
                    <a:pt x="2108" y="1638"/>
                    <a:pt x="2105" y="1044"/>
                  </a:cubicBezTo>
                  <a:cubicBezTo>
                    <a:pt x="2100" y="697"/>
                    <a:pt x="2106" y="350"/>
                    <a:pt x="2102" y="3"/>
                  </a:cubicBezTo>
                  <a:cubicBezTo>
                    <a:pt x="1839" y="3"/>
                    <a:pt x="1577" y="0"/>
                    <a:pt x="1314" y="4"/>
                  </a:cubicBezTo>
                  <a:cubicBezTo>
                    <a:pt x="1066" y="9"/>
                    <a:pt x="818" y="93"/>
                    <a:pt x="632" y="259"/>
                  </a:cubicBezTo>
                  <a:cubicBezTo>
                    <a:pt x="384" y="484"/>
                    <a:pt x="243" y="800"/>
                    <a:pt x="164" y="1120"/>
                  </a:cubicBezTo>
                  <a:cubicBezTo>
                    <a:pt x="72" y="1499"/>
                    <a:pt x="0" y="1888"/>
                    <a:pt x="7" y="2279"/>
                  </a:cubicBezTo>
                  <a:cubicBezTo>
                    <a:pt x="2" y="2649"/>
                    <a:pt x="71" y="3015"/>
                    <a:pt x="154" y="3373"/>
                  </a:cubicBezTo>
                  <a:cubicBezTo>
                    <a:pt x="231" y="3710"/>
                    <a:pt x="407" y="4036"/>
                    <a:pt x="687" y="4247"/>
                  </a:cubicBezTo>
                  <a:cubicBezTo>
                    <a:pt x="933" y="4438"/>
                    <a:pt x="1248" y="4528"/>
                    <a:pt x="1558" y="4528"/>
                  </a:cubicBezTo>
                  <a:cubicBezTo>
                    <a:pt x="2567" y="4528"/>
                    <a:pt x="3575" y="4529"/>
                    <a:pt x="4584" y="4528"/>
                  </a:cubicBezTo>
                  <a:cubicBezTo>
                    <a:pt x="4584" y="4619"/>
                    <a:pt x="4584" y="4710"/>
                    <a:pt x="4584" y="4801"/>
                  </a:cubicBezTo>
                  <a:cubicBezTo>
                    <a:pt x="3847" y="4801"/>
                    <a:pt x="3109" y="4799"/>
                    <a:pt x="2372" y="4801"/>
                  </a:cubicBezTo>
                  <a:cubicBezTo>
                    <a:pt x="2373" y="5125"/>
                    <a:pt x="2370" y="5448"/>
                    <a:pt x="2374" y="5771"/>
                  </a:cubicBezTo>
                  <a:cubicBezTo>
                    <a:pt x="2384" y="6012"/>
                    <a:pt x="2430" y="6273"/>
                    <a:pt x="2609" y="6450"/>
                  </a:cubicBezTo>
                  <a:cubicBezTo>
                    <a:pt x="2831" y="6669"/>
                    <a:pt x="3148" y="6747"/>
                    <a:pt x="3445" y="6806"/>
                  </a:cubicBezTo>
                  <a:moveTo>
                    <a:pt x="3192" y="6185"/>
                  </a:moveTo>
                  <a:cubicBezTo>
                    <a:pt x="3030" y="6121"/>
                    <a:pt x="2920" y="5946"/>
                    <a:pt x="2931" y="5771"/>
                  </a:cubicBezTo>
                  <a:cubicBezTo>
                    <a:pt x="2938" y="5553"/>
                    <a:pt x="3139" y="5359"/>
                    <a:pt x="3360" y="5377"/>
                  </a:cubicBezTo>
                  <a:cubicBezTo>
                    <a:pt x="3638" y="5378"/>
                    <a:pt x="3837" y="5706"/>
                    <a:pt x="3720" y="5955"/>
                  </a:cubicBezTo>
                  <a:cubicBezTo>
                    <a:pt x="3643" y="6159"/>
                    <a:pt x="3394" y="6268"/>
                    <a:pt x="3192" y="618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31">
              <a:extLst>
                <a:ext uri="{FF2B5EF4-FFF2-40B4-BE49-F238E27FC236}">
                  <a16:creationId xmlns:a16="http://schemas.microsoft.com/office/drawing/2014/main" id="{58B6FCA8-C7C5-41A8-B882-A9F899DE7929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3329" y="1638"/>
              <a:ext cx="1564" cy="1595"/>
            </a:xfrm>
            <a:custGeom>
              <a:avLst/>
              <a:gdLst>
                <a:gd name="T0" fmla="*/ 4700 w 6881"/>
                <a:gd name="T1" fmla="*/ 7012 h 7015"/>
                <a:gd name="T2" fmla="*/ 5571 w 6881"/>
                <a:gd name="T3" fmla="*/ 7011 h 7015"/>
                <a:gd name="T4" fmla="*/ 6227 w 6881"/>
                <a:gd name="T5" fmla="*/ 6729 h 7015"/>
                <a:gd name="T6" fmla="*/ 6641 w 6881"/>
                <a:gd name="T7" fmla="*/ 5860 h 7015"/>
                <a:gd name="T8" fmla="*/ 6688 w 6881"/>
                <a:gd name="T9" fmla="*/ 3802 h 7015"/>
                <a:gd name="T10" fmla="*/ 6233 w 6881"/>
                <a:gd name="T11" fmla="*/ 2800 h 7015"/>
                <a:gd name="T12" fmla="*/ 5534 w 6881"/>
                <a:gd name="T13" fmla="*/ 2497 h 7015"/>
                <a:gd name="T14" fmla="*/ 2214 w 6881"/>
                <a:gd name="T15" fmla="*/ 2496 h 7015"/>
                <a:gd name="T16" fmla="*/ 2214 w 6881"/>
                <a:gd name="T17" fmla="*/ 2214 h 7015"/>
                <a:gd name="T18" fmla="*/ 4424 w 6881"/>
                <a:gd name="T19" fmla="*/ 2214 h 7015"/>
                <a:gd name="T20" fmla="*/ 4423 w 6881"/>
                <a:gd name="T21" fmla="*/ 1348 h 7015"/>
                <a:gd name="T22" fmla="*/ 4130 w 6881"/>
                <a:gd name="T23" fmla="*/ 673 h 7015"/>
                <a:gd name="T24" fmla="*/ 2923 w 6881"/>
                <a:gd name="T25" fmla="*/ 141 h 7015"/>
                <a:gd name="T26" fmla="*/ 899 w 6881"/>
                <a:gd name="T27" fmla="*/ 309 h 7015"/>
                <a:gd name="T28" fmla="*/ 148 w 6881"/>
                <a:gd name="T29" fmla="*/ 862 h 7015"/>
                <a:gd name="T30" fmla="*/ 2 w 6881"/>
                <a:gd name="T31" fmla="*/ 1379 h 7015"/>
                <a:gd name="T32" fmla="*/ 2 w 6881"/>
                <a:gd name="T33" fmla="*/ 3497 h 7015"/>
                <a:gd name="T34" fmla="*/ 852 w 6881"/>
                <a:gd name="T35" fmla="*/ 4582 h 7015"/>
                <a:gd name="T36" fmla="*/ 1373 w 6881"/>
                <a:gd name="T37" fmla="*/ 4615 h 7015"/>
                <a:gd name="T38" fmla="*/ 3349 w 6881"/>
                <a:gd name="T39" fmla="*/ 4616 h 7015"/>
                <a:gd name="T40" fmla="*/ 4695 w 6881"/>
                <a:gd name="T41" fmla="*/ 5934 h 7015"/>
                <a:gd name="T42" fmla="*/ 4700 w 6881"/>
                <a:gd name="T43" fmla="*/ 7012 h 7015"/>
                <a:gd name="T44" fmla="*/ 3292 w 6881"/>
                <a:gd name="T45" fmla="*/ 1613 h 7015"/>
                <a:gd name="T46" fmla="*/ 3046 w 6881"/>
                <a:gd name="T47" fmla="*/ 1176 h 7015"/>
                <a:gd name="T48" fmla="*/ 3525 w 6881"/>
                <a:gd name="T49" fmla="*/ 808 h 7015"/>
                <a:gd name="T50" fmla="*/ 3857 w 6881"/>
                <a:gd name="T51" fmla="*/ 1333 h 7015"/>
                <a:gd name="T52" fmla="*/ 3292 w 6881"/>
                <a:gd name="T53" fmla="*/ 1613 h 7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881" h="7015">
                  <a:moveTo>
                    <a:pt x="4700" y="7012"/>
                  </a:moveTo>
                  <a:cubicBezTo>
                    <a:pt x="4990" y="7011"/>
                    <a:pt x="5281" y="7015"/>
                    <a:pt x="5571" y="7011"/>
                  </a:cubicBezTo>
                  <a:cubicBezTo>
                    <a:pt x="5816" y="7007"/>
                    <a:pt x="6059" y="6909"/>
                    <a:pt x="6227" y="6729"/>
                  </a:cubicBezTo>
                  <a:cubicBezTo>
                    <a:pt x="6450" y="6489"/>
                    <a:pt x="6565" y="6173"/>
                    <a:pt x="6641" y="5860"/>
                  </a:cubicBezTo>
                  <a:cubicBezTo>
                    <a:pt x="6809" y="5190"/>
                    <a:pt x="6881" y="4475"/>
                    <a:pt x="6688" y="3802"/>
                  </a:cubicBezTo>
                  <a:cubicBezTo>
                    <a:pt x="6583" y="3451"/>
                    <a:pt x="6468" y="3088"/>
                    <a:pt x="6233" y="2800"/>
                  </a:cubicBezTo>
                  <a:cubicBezTo>
                    <a:pt x="6066" y="2593"/>
                    <a:pt x="5796" y="2492"/>
                    <a:pt x="5534" y="2497"/>
                  </a:cubicBezTo>
                  <a:cubicBezTo>
                    <a:pt x="4428" y="2496"/>
                    <a:pt x="3321" y="2497"/>
                    <a:pt x="2214" y="2496"/>
                  </a:cubicBezTo>
                  <a:cubicBezTo>
                    <a:pt x="2214" y="2402"/>
                    <a:pt x="2214" y="2308"/>
                    <a:pt x="2214" y="2214"/>
                  </a:cubicBezTo>
                  <a:cubicBezTo>
                    <a:pt x="2951" y="2214"/>
                    <a:pt x="3687" y="2215"/>
                    <a:pt x="4424" y="2214"/>
                  </a:cubicBezTo>
                  <a:cubicBezTo>
                    <a:pt x="4423" y="1925"/>
                    <a:pt x="4426" y="1637"/>
                    <a:pt x="4423" y="1348"/>
                  </a:cubicBezTo>
                  <a:cubicBezTo>
                    <a:pt x="4422" y="1095"/>
                    <a:pt x="4315" y="845"/>
                    <a:pt x="4130" y="673"/>
                  </a:cubicBezTo>
                  <a:cubicBezTo>
                    <a:pt x="3806" y="357"/>
                    <a:pt x="3354" y="231"/>
                    <a:pt x="2923" y="141"/>
                  </a:cubicBezTo>
                  <a:cubicBezTo>
                    <a:pt x="2250" y="0"/>
                    <a:pt x="1542" y="70"/>
                    <a:pt x="899" y="309"/>
                  </a:cubicBezTo>
                  <a:cubicBezTo>
                    <a:pt x="607" y="422"/>
                    <a:pt x="324" y="596"/>
                    <a:pt x="148" y="862"/>
                  </a:cubicBezTo>
                  <a:cubicBezTo>
                    <a:pt x="49" y="1015"/>
                    <a:pt x="0" y="1198"/>
                    <a:pt x="2" y="1379"/>
                  </a:cubicBezTo>
                  <a:cubicBezTo>
                    <a:pt x="2" y="2085"/>
                    <a:pt x="0" y="2791"/>
                    <a:pt x="2" y="3497"/>
                  </a:cubicBezTo>
                  <a:cubicBezTo>
                    <a:pt x="2" y="3994"/>
                    <a:pt x="371" y="4463"/>
                    <a:pt x="852" y="4582"/>
                  </a:cubicBezTo>
                  <a:cubicBezTo>
                    <a:pt x="1022" y="4627"/>
                    <a:pt x="1199" y="4613"/>
                    <a:pt x="1373" y="4615"/>
                  </a:cubicBezTo>
                  <a:cubicBezTo>
                    <a:pt x="2031" y="4616"/>
                    <a:pt x="2690" y="4613"/>
                    <a:pt x="3349" y="4616"/>
                  </a:cubicBezTo>
                  <a:cubicBezTo>
                    <a:pt x="4047" y="4628"/>
                    <a:pt x="4658" y="5242"/>
                    <a:pt x="4695" y="5934"/>
                  </a:cubicBezTo>
                  <a:cubicBezTo>
                    <a:pt x="4705" y="6293"/>
                    <a:pt x="4697" y="6653"/>
                    <a:pt x="4700" y="7012"/>
                  </a:cubicBezTo>
                  <a:moveTo>
                    <a:pt x="3292" y="1613"/>
                  </a:moveTo>
                  <a:cubicBezTo>
                    <a:pt x="3126" y="1541"/>
                    <a:pt x="3022" y="1355"/>
                    <a:pt x="3046" y="1176"/>
                  </a:cubicBezTo>
                  <a:cubicBezTo>
                    <a:pt x="3066" y="948"/>
                    <a:pt x="3297" y="763"/>
                    <a:pt x="3525" y="808"/>
                  </a:cubicBezTo>
                  <a:cubicBezTo>
                    <a:pt x="3761" y="843"/>
                    <a:pt x="3923" y="1105"/>
                    <a:pt x="3857" y="1333"/>
                  </a:cubicBezTo>
                  <a:cubicBezTo>
                    <a:pt x="3805" y="1573"/>
                    <a:pt x="3515" y="1721"/>
                    <a:pt x="3292" y="161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682976D-BA0E-407A-BE2E-92E122BACCEC}"/>
              </a:ext>
            </a:extLst>
          </p:cNvPr>
          <p:cNvGrpSpPr/>
          <p:nvPr/>
        </p:nvGrpSpPr>
        <p:grpSpPr>
          <a:xfrm>
            <a:off x="7768861" y="2029752"/>
            <a:ext cx="409939" cy="418924"/>
            <a:chOff x="-4856996" y="-3670989"/>
            <a:chExt cx="2825750" cy="2887663"/>
          </a:xfrm>
          <a:solidFill>
            <a:schemeClr val="accent2"/>
          </a:solidFill>
        </p:grpSpPr>
        <p:sp>
          <p:nvSpPr>
            <p:cNvPr id="70" name="Freeform 37">
              <a:extLst>
                <a:ext uri="{FF2B5EF4-FFF2-40B4-BE49-F238E27FC236}">
                  <a16:creationId xmlns:a16="http://schemas.microsoft.com/office/drawing/2014/main" id="{FB72972F-1A04-4FBF-BB08-8F042ED404F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-4856996" y="-3670989"/>
              <a:ext cx="2684463" cy="2887663"/>
            </a:xfrm>
            <a:custGeom>
              <a:avLst/>
              <a:gdLst>
                <a:gd name="T0" fmla="*/ 2443 w 9935"/>
                <a:gd name="T1" fmla="*/ 9783 h 10668"/>
                <a:gd name="T2" fmla="*/ 5460 w 9935"/>
                <a:gd name="T3" fmla="*/ 10659 h 10668"/>
                <a:gd name="T4" fmla="*/ 6924 w 9935"/>
                <a:gd name="T5" fmla="*/ 10410 h 10668"/>
                <a:gd name="T6" fmla="*/ 7613 w 9935"/>
                <a:gd name="T7" fmla="*/ 10125 h 10668"/>
                <a:gd name="T8" fmla="*/ 9755 w 9935"/>
                <a:gd name="T9" fmla="*/ 8300 h 10668"/>
                <a:gd name="T10" fmla="*/ 9935 w 9935"/>
                <a:gd name="T11" fmla="*/ 8000 h 10668"/>
                <a:gd name="T12" fmla="*/ 9817 w 9935"/>
                <a:gd name="T13" fmla="*/ 7903 h 10668"/>
                <a:gd name="T14" fmla="*/ 7916 w 9935"/>
                <a:gd name="T15" fmla="*/ 6806 h 10668"/>
                <a:gd name="T16" fmla="*/ 7645 w 9935"/>
                <a:gd name="T17" fmla="*/ 6664 h 10668"/>
                <a:gd name="T18" fmla="*/ 7405 w 9935"/>
                <a:gd name="T19" fmla="*/ 6979 h 10668"/>
                <a:gd name="T20" fmla="*/ 6670 w 9935"/>
                <a:gd name="T21" fmla="*/ 7609 h 10668"/>
                <a:gd name="T22" fmla="*/ 4794 w 9935"/>
                <a:gd name="T23" fmla="*/ 7885 h 10668"/>
                <a:gd name="T24" fmla="*/ 3675 w 9935"/>
                <a:gd name="T25" fmla="*/ 7347 h 10668"/>
                <a:gd name="T26" fmla="*/ 3207 w 9935"/>
                <a:gd name="T27" fmla="*/ 6872 h 10668"/>
                <a:gd name="T28" fmla="*/ 2723 w 9935"/>
                <a:gd name="T29" fmla="*/ 5315 h 10668"/>
                <a:gd name="T30" fmla="*/ 2827 w 9935"/>
                <a:gd name="T31" fmla="*/ 4588 h 10668"/>
                <a:gd name="T32" fmla="*/ 5354 w 9935"/>
                <a:gd name="T33" fmla="*/ 2682 h 10668"/>
                <a:gd name="T34" fmla="*/ 7344 w 9935"/>
                <a:gd name="T35" fmla="*/ 3571 h 10668"/>
                <a:gd name="T36" fmla="*/ 7674 w 9935"/>
                <a:gd name="T37" fmla="*/ 3990 h 10668"/>
                <a:gd name="T38" fmla="*/ 9935 w 9935"/>
                <a:gd name="T39" fmla="*/ 2672 h 10668"/>
                <a:gd name="T40" fmla="*/ 6183 w 9935"/>
                <a:gd name="T41" fmla="*/ 102 h 10668"/>
                <a:gd name="T42" fmla="*/ 3943 w 9935"/>
                <a:gd name="T43" fmla="*/ 226 h 10668"/>
                <a:gd name="T44" fmla="*/ 1023 w 9935"/>
                <a:gd name="T45" fmla="*/ 2246 h 10668"/>
                <a:gd name="T46" fmla="*/ 739 w 9935"/>
                <a:gd name="T47" fmla="*/ 2676 h 10668"/>
                <a:gd name="T48" fmla="*/ 352 w 9935"/>
                <a:gd name="T49" fmla="*/ 3455 h 10668"/>
                <a:gd name="T50" fmla="*/ 16 w 9935"/>
                <a:gd name="T51" fmla="*/ 4855 h 10668"/>
                <a:gd name="T52" fmla="*/ 8 w 9935"/>
                <a:gd name="T53" fmla="*/ 5598 h 10668"/>
                <a:gd name="T54" fmla="*/ 137 w 9935"/>
                <a:gd name="T55" fmla="*/ 6507 h 10668"/>
                <a:gd name="T56" fmla="*/ 380 w 9935"/>
                <a:gd name="T57" fmla="*/ 7284 h 10668"/>
                <a:gd name="T58" fmla="*/ 1271 w 9935"/>
                <a:gd name="T59" fmla="*/ 8763 h 10668"/>
                <a:gd name="T60" fmla="*/ 2443 w 9935"/>
                <a:gd name="T61" fmla="*/ 9783 h 10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935" h="10668">
                  <a:moveTo>
                    <a:pt x="2443" y="9783"/>
                  </a:moveTo>
                  <a:cubicBezTo>
                    <a:pt x="3325" y="10380"/>
                    <a:pt x="4399" y="10668"/>
                    <a:pt x="5460" y="10659"/>
                  </a:cubicBezTo>
                  <a:cubicBezTo>
                    <a:pt x="5954" y="10631"/>
                    <a:pt x="6453" y="10571"/>
                    <a:pt x="6924" y="10410"/>
                  </a:cubicBezTo>
                  <a:cubicBezTo>
                    <a:pt x="7150" y="10306"/>
                    <a:pt x="7395" y="10248"/>
                    <a:pt x="7613" y="10125"/>
                  </a:cubicBezTo>
                  <a:cubicBezTo>
                    <a:pt x="8476" y="9727"/>
                    <a:pt x="9221" y="9084"/>
                    <a:pt x="9755" y="8300"/>
                  </a:cubicBezTo>
                  <a:cubicBezTo>
                    <a:pt x="9818" y="8203"/>
                    <a:pt x="9907" y="8115"/>
                    <a:pt x="9935" y="8000"/>
                  </a:cubicBezTo>
                  <a:cubicBezTo>
                    <a:pt x="9913" y="7952"/>
                    <a:pt x="9859" y="7931"/>
                    <a:pt x="9817" y="7903"/>
                  </a:cubicBezTo>
                  <a:cubicBezTo>
                    <a:pt x="9180" y="7544"/>
                    <a:pt x="8551" y="7170"/>
                    <a:pt x="7916" y="6806"/>
                  </a:cubicBezTo>
                  <a:cubicBezTo>
                    <a:pt x="7827" y="6755"/>
                    <a:pt x="7742" y="6696"/>
                    <a:pt x="7645" y="6664"/>
                  </a:cubicBezTo>
                  <a:cubicBezTo>
                    <a:pt x="7540" y="6746"/>
                    <a:pt x="7497" y="6884"/>
                    <a:pt x="7405" y="6979"/>
                  </a:cubicBezTo>
                  <a:cubicBezTo>
                    <a:pt x="7187" y="7218"/>
                    <a:pt x="6939" y="7430"/>
                    <a:pt x="6670" y="7609"/>
                  </a:cubicBezTo>
                  <a:cubicBezTo>
                    <a:pt x="6101" y="7904"/>
                    <a:pt x="5426" y="8033"/>
                    <a:pt x="4794" y="7885"/>
                  </a:cubicBezTo>
                  <a:cubicBezTo>
                    <a:pt x="4389" y="7793"/>
                    <a:pt x="3977" y="7644"/>
                    <a:pt x="3675" y="7347"/>
                  </a:cubicBezTo>
                  <a:cubicBezTo>
                    <a:pt x="3516" y="7192"/>
                    <a:pt x="3343" y="7048"/>
                    <a:pt x="3207" y="6872"/>
                  </a:cubicBezTo>
                  <a:cubicBezTo>
                    <a:pt x="2910" y="6410"/>
                    <a:pt x="2703" y="5871"/>
                    <a:pt x="2723" y="5315"/>
                  </a:cubicBezTo>
                  <a:cubicBezTo>
                    <a:pt x="2714" y="5069"/>
                    <a:pt x="2751" y="4823"/>
                    <a:pt x="2827" y="4588"/>
                  </a:cubicBezTo>
                  <a:cubicBezTo>
                    <a:pt x="3087" y="3469"/>
                    <a:pt x="4212" y="2638"/>
                    <a:pt x="5354" y="2682"/>
                  </a:cubicBezTo>
                  <a:cubicBezTo>
                    <a:pt x="6106" y="2657"/>
                    <a:pt x="6848" y="3014"/>
                    <a:pt x="7344" y="3571"/>
                  </a:cubicBezTo>
                  <a:cubicBezTo>
                    <a:pt x="7466" y="3701"/>
                    <a:pt x="7550" y="3862"/>
                    <a:pt x="7674" y="3990"/>
                  </a:cubicBezTo>
                  <a:cubicBezTo>
                    <a:pt x="8418" y="3535"/>
                    <a:pt x="9187" y="3122"/>
                    <a:pt x="9935" y="2672"/>
                  </a:cubicBezTo>
                  <a:cubicBezTo>
                    <a:pt x="9161" y="1302"/>
                    <a:pt x="7728" y="353"/>
                    <a:pt x="6183" y="102"/>
                  </a:cubicBezTo>
                  <a:cubicBezTo>
                    <a:pt x="5438" y="0"/>
                    <a:pt x="4669" y="20"/>
                    <a:pt x="3943" y="226"/>
                  </a:cubicBezTo>
                  <a:cubicBezTo>
                    <a:pt x="2783" y="549"/>
                    <a:pt x="1721" y="1259"/>
                    <a:pt x="1023" y="2246"/>
                  </a:cubicBezTo>
                  <a:cubicBezTo>
                    <a:pt x="927" y="2388"/>
                    <a:pt x="843" y="2539"/>
                    <a:pt x="739" y="2676"/>
                  </a:cubicBezTo>
                  <a:cubicBezTo>
                    <a:pt x="563" y="2910"/>
                    <a:pt x="472" y="3192"/>
                    <a:pt x="352" y="3455"/>
                  </a:cubicBezTo>
                  <a:cubicBezTo>
                    <a:pt x="174" y="3903"/>
                    <a:pt x="79" y="4379"/>
                    <a:pt x="16" y="4855"/>
                  </a:cubicBezTo>
                  <a:cubicBezTo>
                    <a:pt x="0" y="5102"/>
                    <a:pt x="9" y="5350"/>
                    <a:pt x="8" y="5598"/>
                  </a:cubicBezTo>
                  <a:cubicBezTo>
                    <a:pt x="2" y="5906"/>
                    <a:pt x="85" y="6206"/>
                    <a:pt x="137" y="6507"/>
                  </a:cubicBezTo>
                  <a:cubicBezTo>
                    <a:pt x="173" y="6779"/>
                    <a:pt x="322" y="7017"/>
                    <a:pt x="380" y="7284"/>
                  </a:cubicBezTo>
                  <a:cubicBezTo>
                    <a:pt x="617" y="7809"/>
                    <a:pt x="889" y="8327"/>
                    <a:pt x="1271" y="8763"/>
                  </a:cubicBezTo>
                  <a:cubicBezTo>
                    <a:pt x="1630" y="9137"/>
                    <a:pt x="2007" y="9500"/>
                    <a:pt x="2443" y="978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38">
              <a:extLst>
                <a:ext uri="{FF2B5EF4-FFF2-40B4-BE49-F238E27FC236}">
                  <a16:creationId xmlns:a16="http://schemas.microsoft.com/office/drawing/2014/main" id="{3594E302-AF63-46D1-A9D6-0AA240D2789C}"/>
                </a:ext>
              </a:extLst>
            </p:cNvPr>
            <p:cNvSpPr>
              <a:spLocks noEditPoints="1"/>
            </p:cNvSpPr>
            <p:nvPr/>
          </p:nvSpPr>
          <p:spPr bwMode="auto">
            <a:xfrm flipV="1">
              <a:off x="-2644021" y="-2631177"/>
              <a:ext cx="612775" cy="782638"/>
            </a:xfrm>
            <a:custGeom>
              <a:avLst/>
              <a:gdLst>
                <a:gd name="T0" fmla="*/ 606 w 2269"/>
                <a:gd name="T1" fmla="*/ 2887 h 2890"/>
                <a:gd name="T2" fmla="*/ 1007 w 2269"/>
                <a:gd name="T3" fmla="*/ 2882 h 2890"/>
                <a:gd name="T4" fmla="*/ 947 w 2269"/>
                <a:gd name="T5" fmla="*/ 2207 h 2890"/>
                <a:gd name="T6" fmla="*/ 1477 w 2269"/>
                <a:gd name="T7" fmla="*/ 2216 h 2890"/>
                <a:gd name="T8" fmla="*/ 1524 w 2269"/>
                <a:gd name="T9" fmla="*/ 2883 h 2890"/>
                <a:gd name="T10" fmla="*/ 1945 w 2269"/>
                <a:gd name="T11" fmla="*/ 2885 h 2890"/>
                <a:gd name="T12" fmla="*/ 1891 w 2269"/>
                <a:gd name="T13" fmla="*/ 2194 h 2890"/>
                <a:gd name="T14" fmla="*/ 2269 w 2269"/>
                <a:gd name="T15" fmla="*/ 2185 h 2890"/>
                <a:gd name="T16" fmla="*/ 2268 w 2269"/>
                <a:gd name="T17" fmla="*/ 1816 h 2890"/>
                <a:gd name="T18" fmla="*/ 1865 w 2269"/>
                <a:gd name="T19" fmla="*/ 1818 h 2890"/>
                <a:gd name="T20" fmla="*/ 1765 w 2269"/>
                <a:gd name="T21" fmla="*/ 1190 h 2890"/>
                <a:gd name="T22" fmla="*/ 2155 w 2269"/>
                <a:gd name="T23" fmla="*/ 1182 h 2890"/>
                <a:gd name="T24" fmla="*/ 2156 w 2269"/>
                <a:gd name="T25" fmla="*/ 796 h 2890"/>
                <a:gd name="T26" fmla="*/ 1761 w 2269"/>
                <a:gd name="T27" fmla="*/ 796 h 2890"/>
                <a:gd name="T28" fmla="*/ 1655 w 2269"/>
                <a:gd name="T29" fmla="*/ 30 h 2890"/>
                <a:gd name="T30" fmla="*/ 1236 w 2269"/>
                <a:gd name="T31" fmla="*/ 31 h 2890"/>
                <a:gd name="T32" fmla="*/ 1312 w 2269"/>
                <a:gd name="T33" fmla="*/ 794 h 2890"/>
                <a:gd name="T34" fmla="*/ 808 w 2269"/>
                <a:gd name="T35" fmla="*/ 795 h 2890"/>
                <a:gd name="T36" fmla="*/ 720 w 2269"/>
                <a:gd name="T37" fmla="*/ 49 h 2890"/>
                <a:gd name="T38" fmla="*/ 317 w 2269"/>
                <a:gd name="T39" fmla="*/ 30 h 2890"/>
                <a:gd name="T40" fmla="*/ 361 w 2269"/>
                <a:gd name="T41" fmla="*/ 794 h 2890"/>
                <a:gd name="T42" fmla="*/ 3 w 2269"/>
                <a:gd name="T43" fmla="*/ 795 h 2890"/>
                <a:gd name="T44" fmla="*/ 4 w 2269"/>
                <a:gd name="T45" fmla="*/ 1182 h 2890"/>
                <a:gd name="T46" fmla="*/ 423 w 2269"/>
                <a:gd name="T47" fmla="*/ 1187 h 2890"/>
                <a:gd name="T48" fmla="*/ 471 w 2269"/>
                <a:gd name="T49" fmla="*/ 1793 h 2890"/>
                <a:gd name="T50" fmla="*/ 110 w 2269"/>
                <a:gd name="T51" fmla="*/ 1815 h 2890"/>
                <a:gd name="T52" fmla="*/ 109 w 2269"/>
                <a:gd name="T53" fmla="*/ 2196 h 2890"/>
                <a:gd name="T54" fmla="*/ 523 w 2269"/>
                <a:gd name="T55" fmla="*/ 2212 h 2890"/>
                <a:gd name="T56" fmla="*/ 606 w 2269"/>
                <a:gd name="T57" fmla="*/ 2887 h 2890"/>
                <a:gd name="T58" fmla="*/ 913 w 2269"/>
                <a:gd name="T59" fmla="*/ 1817 h 2890"/>
                <a:gd name="T60" fmla="*/ 843 w 2269"/>
                <a:gd name="T61" fmla="*/ 1187 h 2890"/>
                <a:gd name="T62" fmla="*/ 1354 w 2269"/>
                <a:gd name="T63" fmla="*/ 1186 h 2890"/>
                <a:gd name="T64" fmla="*/ 1414 w 2269"/>
                <a:gd name="T65" fmla="*/ 1812 h 2890"/>
                <a:gd name="T66" fmla="*/ 913 w 2269"/>
                <a:gd name="T67" fmla="*/ 1817 h 2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69" h="2890">
                  <a:moveTo>
                    <a:pt x="606" y="2887"/>
                  </a:moveTo>
                  <a:cubicBezTo>
                    <a:pt x="740" y="2889"/>
                    <a:pt x="874" y="2890"/>
                    <a:pt x="1007" y="2882"/>
                  </a:cubicBezTo>
                  <a:cubicBezTo>
                    <a:pt x="1010" y="2655"/>
                    <a:pt x="952" y="2433"/>
                    <a:pt x="947" y="2207"/>
                  </a:cubicBezTo>
                  <a:cubicBezTo>
                    <a:pt x="1124" y="2208"/>
                    <a:pt x="1301" y="2201"/>
                    <a:pt x="1477" y="2216"/>
                  </a:cubicBezTo>
                  <a:cubicBezTo>
                    <a:pt x="1477" y="2439"/>
                    <a:pt x="1513" y="2660"/>
                    <a:pt x="1524" y="2883"/>
                  </a:cubicBezTo>
                  <a:cubicBezTo>
                    <a:pt x="1664" y="2890"/>
                    <a:pt x="1805" y="2890"/>
                    <a:pt x="1945" y="2885"/>
                  </a:cubicBezTo>
                  <a:cubicBezTo>
                    <a:pt x="1937" y="2654"/>
                    <a:pt x="1859" y="2425"/>
                    <a:pt x="1891" y="2194"/>
                  </a:cubicBezTo>
                  <a:cubicBezTo>
                    <a:pt x="2016" y="2177"/>
                    <a:pt x="2143" y="2190"/>
                    <a:pt x="2269" y="2185"/>
                  </a:cubicBezTo>
                  <a:cubicBezTo>
                    <a:pt x="2269" y="2062"/>
                    <a:pt x="2269" y="1939"/>
                    <a:pt x="2268" y="1816"/>
                  </a:cubicBezTo>
                  <a:cubicBezTo>
                    <a:pt x="2134" y="1812"/>
                    <a:pt x="1999" y="1812"/>
                    <a:pt x="1865" y="1818"/>
                  </a:cubicBezTo>
                  <a:cubicBezTo>
                    <a:pt x="1806" y="1613"/>
                    <a:pt x="1807" y="1398"/>
                    <a:pt x="1765" y="1190"/>
                  </a:cubicBezTo>
                  <a:cubicBezTo>
                    <a:pt x="1895" y="1187"/>
                    <a:pt x="2025" y="1181"/>
                    <a:pt x="2155" y="1182"/>
                  </a:cubicBezTo>
                  <a:cubicBezTo>
                    <a:pt x="2158" y="1053"/>
                    <a:pt x="2157" y="925"/>
                    <a:pt x="2156" y="796"/>
                  </a:cubicBezTo>
                  <a:cubicBezTo>
                    <a:pt x="2024" y="790"/>
                    <a:pt x="1893" y="790"/>
                    <a:pt x="1761" y="796"/>
                  </a:cubicBezTo>
                  <a:cubicBezTo>
                    <a:pt x="1685" y="547"/>
                    <a:pt x="1703" y="283"/>
                    <a:pt x="1655" y="30"/>
                  </a:cubicBezTo>
                  <a:cubicBezTo>
                    <a:pt x="1515" y="26"/>
                    <a:pt x="1375" y="26"/>
                    <a:pt x="1236" y="31"/>
                  </a:cubicBezTo>
                  <a:cubicBezTo>
                    <a:pt x="1271" y="284"/>
                    <a:pt x="1315" y="538"/>
                    <a:pt x="1312" y="794"/>
                  </a:cubicBezTo>
                  <a:cubicBezTo>
                    <a:pt x="1144" y="790"/>
                    <a:pt x="976" y="789"/>
                    <a:pt x="808" y="795"/>
                  </a:cubicBezTo>
                  <a:cubicBezTo>
                    <a:pt x="753" y="550"/>
                    <a:pt x="771" y="293"/>
                    <a:pt x="720" y="49"/>
                  </a:cubicBezTo>
                  <a:cubicBezTo>
                    <a:pt x="595" y="0"/>
                    <a:pt x="449" y="37"/>
                    <a:pt x="317" y="30"/>
                  </a:cubicBezTo>
                  <a:cubicBezTo>
                    <a:pt x="337" y="284"/>
                    <a:pt x="369" y="538"/>
                    <a:pt x="361" y="794"/>
                  </a:cubicBezTo>
                  <a:cubicBezTo>
                    <a:pt x="241" y="792"/>
                    <a:pt x="122" y="789"/>
                    <a:pt x="3" y="795"/>
                  </a:cubicBezTo>
                  <a:cubicBezTo>
                    <a:pt x="1" y="924"/>
                    <a:pt x="0" y="1053"/>
                    <a:pt x="4" y="1182"/>
                  </a:cubicBezTo>
                  <a:cubicBezTo>
                    <a:pt x="143" y="1185"/>
                    <a:pt x="283" y="1184"/>
                    <a:pt x="423" y="1187"/>
                  </a:cubicBezTo>
                  <a:cubicBezTo>
                    <a:pt x="454" y="1388"/>
                    <a:pt x="469" y="1590"/>
                    <a:pt x="471" y="1793"/>
                  </a:cubicBezTo>
                  <a:cubicBezTo>
                    <a:pt x="350" y="1794"/>
                    <a:pt x="229" y="1796"/>
                    <a:pt x="110" y="1815"/>
                  </a:cubicBezTo>
                  <a:cubicBezTo>
                    <a:pt x="112" y="1942"/>
                    <a:pt x="112" y="2069"/>
                    <a:pt x="109" y="2196"/>
                  </a:cubicBezTo>
                  <a:cubicBezTo>
                    <a:pt x="246" y="2210"/>
                    <a:pt x="385" y="2207"/>
                    <a:pt x="523" y="2212"/>
                  </a:cubicBezTo>
                  <a:cubicBezTo>
                    <a:pt x="553" y="2437"/>
                    <a:pt x="563" y="2664"/>
                    <a:pt x="606" y="2887"/>
                  </a:cubicBezTo>
                  <a:moveTo>
                    <a:pt x="913" y="1817"/>
                  </a:moveTo>
                  <a:cubicBezTo>
                    <a:pt x="875" y="1609"/>
                    <a:pt x="875" y="1396"/>
                    <a:pt x="843" y="1187"/>
                  </a:cubicBezTo>
                  <a:cubicBezTo>
                    <a:pt x="1013" y="1183"/>
                    <a:pt x="1184" y="1183"/>
                    <a:pt x="1354" y="1186"/>
                  </a:cubicBezTo>
                  <a:cubicBezTo>
                    <a:pt x="1384" y="1393"/>
                    <a:pt x="1403" y="1603"/>
                    <a:pt x="1414" y="1812"/>
                  </a:cubicBezTo>
                  <a:cubicBezTo>
                    <a:pt x="1247" y="1814"/>
                    <a:pt x="1080" y="1811"/>
                    <a:pt x="913" y="18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A9773097-45FE-4139-8E02-F1FC12AEFE69}"/>
              </a:ext>
            </a:extLst>
          </p:cNvPr>
          <p:cNvSpPr>
            <a:spLocks/>
          </p:cNvSpPr>
          <p:nvPr/>
        </p:nvSpPr>
        <p:spPr bwMode="auto">
          <a:xfrm flipV="1">
            <a:off x="4011839" y="2016280"/>
            <a:ext cx="475774" cy="416719"/>
          </a:xfrm>
          <a:custGeom>
            <a:avLst/>
            <a:gdLst>
              <a:gd name="connsiteX0" fmla="*/ 2401648 w 3499977"/>
              <a:gd name="connsiteY0" fmla="*/ 1861829 h 3065543"/>
              <a:gd name="connsiteX1" fmla="*/ 2504093 w 3499977"/>
              <a:gd name="connsiteY1" fmla="*/ 1860168 h 3065543"/>
              <a:gd name="connsiteX2" fmla="*/ 2510032 w 3499977"/>
              <a:gd name="connsiteY2" fmla="*/ 1854205 h 3065543"/>
              <a:gd name="connsiteX3" fmla="*/ 2517321 w 3499977"/>
              <a:gd name="connsiteY3" fmla="*/ 1641429 h 3065543"/>
              <a:gd name="connsiteX4" fmla="*/ 2728689 w 3499977"/>
              <a:gd name="connsiteY4" fmla="*/ 1641158 h 3065543"/>
              <a:gd name="connsiteX5" fmla="*/ 2728959 w 3499977"/>
              <a:gd name="connsiteY5" fmla="*/ 1428924 h 3065543"/>
              <a:gd name="connsiteX6" fmla="*/ 2511922 w 3499977"/>
              <a:gd name="connsiteY6" fmla="*/ 1428111 h 3065543"/>
              <a:gd name="connsiteX7" fmla="*/ 2510032 w 3499977"/>
              <a:gd name="connsiteY7" fmla="*/ 1214792 h 3065543"/>
              <a:gd name="connsiteX8" fmla="*/ 2466840 w 3499977"/>
              <a:gd name="connsiteY8" fmla="*/ 1202053 h 3065543"/>
              <a:gd name="connsiteX9" fmla="*/ 2297853 w 3499977"/>
              <a:gd name="connsiteY9" fmla="*/ 1205034 h 3065543"/>
              <a:gd name="connsiteX10" fmla="*/ 2292454 w 3499977"/>
              <a:gd name="connsiteY10" fmla="*/ 1422419 h 3065543"/>
              <a:gd name="connsiteX11" fmla="*/ 2081355 w 3499977"/>
              <a:gd name="connsiteY11" fmla="*/ 1422690 h 3065543"/>
              <a:gd name="connsiteX12" fmla="*/ 2080276 w 3499977"/>
              <a:gd name="connsiteY12" fmla="*/ 1641429 h 3065543"/>
              <a:gd name="connsiteX13" fmla="*/ 2298663 w 3499977"/>
              <a:gd name="connsiteY13" fmla="*/ 1642513 h 3065543"/>
              <a:gd name="connsiteX14" fmla="*/ 2299203 w 3499977"/>
              <a:gd name="connsiteY14" fmla="*/ 1861253 h 3065543"/>
              <a:gd name="connsiteX15" fmla="*/ 2401648 w 3499977"/>
              <a:gd name="connsiteY15" fmla="*/ 1861829 h 3065543"/>
              <a:gd name="connsiteX16" fmla="*/ 3274944 w 3499977"/>
              <a:gd name="connsiteY16" fmla="*/ 1862104 h 3065543"/>
              <a:gd name="connsiteX17" fmla="*/ 3279542 w 3499977"/>
              <a:gd name="connsiteY17" fmla="*/ 1646303 h 3065543"/>
              <a:gd name="connsiteX18" fmla="*/ 3499977 w 3499977"/>
              <a:gd name="connsiteY18" fmla="*/ 1641700 h 3065543"/>
              <a:gd name="connsiteX19" fmla="*/ 3499166 w 3499977"/>
              <a:gd name="connsiteY19" fmla="*/ 1423191 h 3065543"/>
              <a:gd name="connsiteX20" fmla="*/ 3280894 w 3499977"/>
              <a:gd name="connsiteY20" fmla="*/ 1422108 h 3065543"/>
              <a:gd name="connsiteX21" fmla="*/ 3280353 w 3499977"/>
              <a:gd name="connsiteY21" fmla="*/ 1203329 h 3065543"/>
              <a:gd name="connsiteX22" fmla="*/ 3055320 w 3499977"/>
              <a:gd name="connsiteY22" fmla="*/ 1204141 h 3065543"/>
              <a:gd name="connsiteX23" fmla="*/ 3054238 w 3499977"/>
              <a:gd name="connsiteY23" fmla="*/ 1422379 h 3065543"/>
              <a:gd name="connsiteX24" fmla="*/ 2841376 w 3499977"/>
              <a:gd name="connsiteY24" fmla="*/ 1422379 h 3065543"/>
              <a:gd name="connsiteX25" fmla="*/ 2837319 w 3499977"/>
              <a:gd name="connsiteY25" fmla="*/ 1637909 h 3065543"/>
              <a:gd name="connsiteX26" fmla="*/ 3047476 w 3499977"/>
              <a:gd name="connsiteY26" fmla="*/ 1643595 h 3065543"/>
              <a:gd name="connsiteX27" fmla="*/ 3061541 w 3499977"/>
              <a:gd name="connsiteY27" fmla="*/ 1693687 h 3065543"/>
              <a:gd name="connsiteX28" fmla="*/ 3061541 w 3499977"/>
              <a:gd name="connsiteY28" fmla="*/ 1861563 h 3065543"/>
              <a:gd name="connsiteX29" fmla="*/ 3274944 w 3499977"/>
              <a:gd name="connsiteY29" fmla="*/ 1862104 h 3065543"/>
              <a:gd name="connsiteX30" fmla="*/ 1469867 w 3499977"/>
              <a:gd name="connsiteY30" fmla="*/ 3064588 h 3065543"/>
              <a:gd name="connsiteX31" fmla="*/ 1855948 w 3499977"/>
              <a:gd name="connsiteY31" fmla="*/ 3032278 h 3065543"/>
              <a:gd name="connsiteX32" fmla="*/ 2034628 w 3499977"/>
              <a:gd name="connsiteY32" fmla="*/ 2981664 h 3065543"/>
              <a:gd name="connsiteX33" fmla="*/ 2765027 w 3499977"/>
              <a:gd name="connsiteY33" fmla="*/ 2441150 h 3065543"/>
              <a:gd name="connsiteX34" fmla="*/ 2842338 w 3499977"/>
              <a:gd name="connsiteY34" fmla="*/ 2313397 h 3065543"/>
              <a:gd name="connsiteX35" fmla="*/ 2534717 w 3499977"/>
              <a:gd name="connsiteY35" fmla="*/ 2133406 h 3065543"/>
              <a:gd name="connsiteX36" fmla="*/ 2202766 w 3499977"/>
              <a:gd name="connsiteY36" fmla="*/ 1946919 h 3065543"/>
              <a:gd name="connsiteX37" fmla="*/ 2168166 w 3499977"/>
              <a:gd name="connsiteY37" fmla="*/ 1957205 h 3065543"/>
              <a:gd name="connsiteX38" fmla="*/ 1608067 w 3499977"/>
              <a:gd name="connsiteY38" fmla="*/ 2297969 h 3065543"/>
              <a:gd name="connsiteX39" fmla="*/ 1312339 w 3499977"/>
              <a:gd name="connsiteY39" fmla="*/ 2269550 h 3065543"/>
              <a:gd name="connsiteX40" fmla="*/ 1158528 w 3499977"/>
              <a:gd name="connsiteY40" fmla="*/ 2202967 h 3065543"/>
              <a:gd name="connsiteX41" fmla="*/ 818468 w 3499977"/>
              <a:gd name="connsiteY41" fmla="*/ 1813483 h 3065543"/>
              <a:gd name="connsiteX42" fmla="*/ 1013368 w 3499977"/>
              <a:gd name="connsiteY42" fmla="*/ 964142 h 3065543"/>
              <a:gd name="connsiteX43" fmla="*/ 1260168 w 3499977"/>
              <a:gd name="connsiteY43" fmla="*/ 815548 h 3065543"/>
              <a:gd name="connsiteX44" fmla="*/ 1808102 w 3499977"/>
              <a:gd name="connsiteY44" fmla="*/ 817172 h 3065543"/>
              <a:gd name="connsiteX45" fmla="*/ 2193305 w 3499977"/>
              <a:gd name="connsiteY45" fmla="*/ 1144945 h 3065543"/>
              <a:gd name="connsiteX46" fmla="*/ 2386042 w 3499977"/>
              <a:gd name="connsiteY46" fmla="*/ 1037491 h 3065543"/>
              <a:gd name="connsiteX47" fmla="*/ 2828552 w 3499977"/>
              <a:gd name="connsiteY47" fmla="*/ 794165 h 3065543"/>
              <a:gd name="connsiteX48" fmla="*/ 2850718 w 3499977"/>
              <a:gd name="connsiteY48" fmla="*/ 762227 h 3065543"/>
              <a:gd name="connsiteX49" fmla="*/ 2703125 w 3499977"/>
              <a:gd name="connsiteY49" fmla="*/ 549486 h 3065543"/>
              <a:gd name="connsiteX50" fmla="*/ 2353874 w 3499977"/>
              <a:gd name="connsiteY50" fmla="*/ 241201 h 3065543"/>
              <a:gd name="connsiteX51" fmla="*/ 2020842 w 3499977"/>
              <a:gd name="connsiteY51" fmla="*/ 79886 h 3065543"/>
              <a:gd name="connsiteX52" fmla="*/ 1618339 w 3499977"/>
              <a:gd name="connsiteY52" fmla="*/ 5453 h 3065543"/>
              <a:gd name="connsiteX53" fmla="*/ 1426954 w 3499977"/>
              <a:gd name="connsiteY53" fmla="*/ 6265 h 3065543"/>
              <a:gd name="connsiteX54" fmla="*/ 1036885 w 3499977"/>
              <a:gd name="connsiteY54" fmla="*/ 80968 h 3065543"/>
              <a:gd name="connsiteX55" fmla="*/ 590861 w 3499977"/>
              <a:gd name="connsiteY55" fmla="*/ 322129 h 3065543"/>
              <a:gd name="connsiteX56" fmla="*/ 287564 w 3499977"/>
              <a:gd name="connsiteY56" fmla="*/ 636639 h 3065543"/>
              <a:gd name="connsiteX57" fmla="*/ 80501 w 3499977"/>
              <a:gd name="connsiteY57" fmla="*/ 1035597 h 3065543"/>
              <a:gd name="connsiteX58" fmla="*/ 18328 w 3499977"/>
              <a:gd name="connsiteY58" fmla="*/ 1302200 h 3065543"/>
              <a:gd name="connsiteX59" fmla="*/ 7785 w 3499977"/>
              <a:gd name="connsiteY59" fmla="*/ 1673820 h 3065543"/>
              <a:gd name="connsiteX60" fmla="*/ 56442 w 3499977"/>
              <a:gd name="connsiteY60" fmla="*/ 1946107 h 3065543"/>
              <a:gd name="connsiteX61" fmla="*/ 368660 w 3499977"/>
              <a:gd name="connsiteY61" fmla="*/ 2533717 h 3065543"/>
              <a:gd name="connsiteX62" fmla="*/ 611135 w 3499977"/>
              <a:gd name="connsiteY62" fmla="*/ 2759450 h 3065543"/>
              <a:gd name="connsiteX63" fmla="*/ 1088246 w 3499977"/>
              <a:gd name="connsiteY63" fmla="*/ 3000881 h 3065543"/>
              <a:gd name="connsiteX64" fmla="*/ 1469867 w 3499977"/>
              <a:gd name="connsiteY64" fmla="*/ 3064588 h 306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3499977" h="3065543">
                <a:moveTo>
                  <a:pt x="2401648" y="1861829"/>
                </a:moveTo>
                <a:cubicBezTo>
                  <a:pt x="2435796" y="1862066"/>
                  <a:pt x="2469945" y="1861930"/>
                  <a:pt x="2504093" y="1860168"/>
                </a:cubicBezTo>
                <a:lnTo>
                  <a:pt x="2510032" y="1854205"/>
                </a:lnTo>
                <a:cubicBezTo>
                  <a:pt x="2515701" y="1783461"/>
                  <a:pt x="2503553" y="1711632"/>
                  <a:pt x="2517321" y="1641429"/>
                </a:cubicBezTo>
                <a:cubicBezTo>
                  <a:pt x="2587777" y="1642242"/>
                  <a:pt x="2658233" y="1642242"/>
                  <a:pt x="2728689" y="1641158"/>
                </a:cubicBezTo>
                <a:cubicBezTo>
                  <a:pt x="2730039" y="1570413"/>
                  <a:pt x="2729769" y="1499669"/>
                  <a:pt x="2728959" y="1428924"/>
                </a:cubicBezTo>
                <a:cubicBezTo>
                  <a:pt x="2656613" y="1427026"/>
                  <a:pt x="2584268" y="1428382"/>
                  <a:pt x="2511922" y="1428111"/>
                </a:cubicBezTo>
                <a:cubicBezTo>
                  <a:pt x="2508952" y="1357095"/>
                  <a:pt x="2513271" y="1285808"/>
                  <a:pt x="2510032" y="1214792"/>
                </a:cubicBezTo>
                <a:cubicBezTo>
                  <a:pt x="2502203" y="1198529"/>
                  <a:pt x="2481148" y="1203950"/>
                  <a:pt x="2466840" y="1202053"/>
                </a:cubicBezTo>
                <a:cubicBezTo>
                  <a:pt x="2410691" y="1202866"/>
                  <a:pt x="2354002" y="1200155"/>
                  <a:pt x="2297853" y="1205034"/>
                </a:cubicBezTo>
                <a:cubicBezTo>
                  <a:pt x="2287325" y="1277134"/>
                  <a:pt x="2294614" y="1350047"/>
                  <a:pt x="2292454" y="1422419"/>
                </a:cubicBezTo>
                <a:cubicBezTo>
                  <a:pt x="2221998" y="1422148"/>
                  <a:pt x="2151542" y="1422148"/>
                  <a:pt x="2081355" y="1422690"/>
                </a:cubicBezTo>
                <a:cubicBezTo>
                  <a:pt x="2077576" y="1495332"/>
                  <a:pt x="2079196" y="1568516"/>
                  <a:pt x="2080276" y="1641429"/>
                </a:cubicBezTo>
                <a:cubicBezTo>
                  <a:pt x="2153161" y="1642513"/>
                  <a:pt x="2225777" y="1641429"/>
                  <a:pt x="2298663" y="1642513"/>
                </a:cubicBezTo>
                <a:cubicBezTo>
                  <a:pt x="2297583" y="1715426"/>
                  <a:pt x="2297313" y="1788340"/>
                  <a:pt x="2299203" y="1861253"/>
                </a:cubicBezTo>
                <a:cubicBezTo>
                  <a:pt x="2333351" y="1860982"/>
                  <a:pt x="2367500" y="1861591"/>
                  <a:pt x="2401648" y="1861829"/>
                </a:cubicBezTo>
                <a:close/>
                <a:moveTo>
                  <a:pt x="3274944" y="1862104"/>
                </a:moveTo>
                <a:cubicBezTo>
                  <a:pt x="3284410" y="1790622"/>
                  <a:pt x="3278190" y="1718056"/>
                  <a:pt x="3279542" y="1646303"/>
                </a:cubicBezTo>
                <a:cubicBezTo>
                  <a:pt x="3352570" y="1637368"/>
                  <a:pt x="3426679" y="1644949"/>
                  <a:pt x="3499977" y="1641700"/>
                </a:cubicBezTo>
                <a:cubicBezTo>
                  <a:pt x="3498625" y="1568864"/>
                  <a:pt x="3499707" y="1496028"/>
                  <a:pt x="3499166" y="1423191"/>
                </a:cubicBezTo>
                <a:cubicBezTo>
                  <a:pt x="3426409" y="1421837"/>
                  <a:pt x="3353651" y="1423462"/>
                  <a:pt x="3280894" y="1422108"/>
                </a:cubicBezTo>
                <a:cubicBezTo>
                  <a:pt x="3279271" y="1349272"/>
                  <a:pt x="3279271" y="1276165"/>
                  <a:pt x="3280353" y="1203329"/>
                </a:cubicBezTo>
                <a:cubicBezTo>
                  <a:pt x="3205432" y="1203599"/>
                  <a:pt x="3130241" y="1201704"/>
                  <a:pt x="3055320" y="1204141"/>
                </a:cubicBezTo>
                <a:cubicBezTo>
                  <a:pt x="3054779" y="1276977"/>
                  <a:pt x="3056402" y="1349813"/>
                  <a:pt x="3054238" y="1422379"/>
                </a:cubicBezTo>
                <a:cubicBezTo>
                  <a:pt x="2983374" y="1422921"/>
                  <a:pt x="2912240" y="1422921"/>
                  <a:pt x="2841376" y="1422379"/>
                </a:cubicBezTo>
                <a:cubicBezTo>
                  <a:pt x="2831639" y="1493591"/>
                  <a:pt x="2836508" y="1566156"/>
                  <a:pt x="2837319" y="1637909"/>
                </a:cubicBezTo>
                <a:cubicBezTo>
                  <a:pt x="2906560" y="1649552"/>
                  <a:pt x="2977694" y="1636826"/>
                  <a:pt x="3047476" y="1643595"/>
                </a:cubicBezTo>
                <a:cubicBezTo>
                  <a:pt x="3065598" y="1654155"/>
                  <a:pt x="3059918" y="1676358"/>
                  <a:pt x="3061541" y="1693687"/>
                </a:cubicBezTo>
                <a:cubicBezTo>
                  <a:pt x="3061000" y="1749736"/>
                  <a:pt x="3060729" y="1805514"/>
                  <a:pt x="3061541" y="1861563"/>
                </a:cubicBezTo>
                <a:cubicBezTo>
                  <a:pt x="3132675" y="1861833"/>
                  <a:pt x="3203810" y="1861292"/>
                  <a:pt x="3274944" y="1862104"/>
                </a:cubicBezTo>
                <a:close/>
                <a:moveTo>
                  <a:pt x="1469867" y="3064588"/>
                </a:moveTo>
                <a:cubicBezTo>
                  <a:pt x="1599214" y="3069088"/>
                  <a:pt x="1729304" y="3057585"/>
                  <a:pt x="1855948" y="3032278"/>
                </a:cubicBezTo>
                <a:cubicBezTo>
                  <a:pt x="1915688" y="3016580"/>
                  <a:pt x="1975429" y="3000069"/>
                  <a:pt x="2034628" y="2981664"/>
                </a:cubicBezTo>
                <a:cubicBezTo>
                  <a:pt x="2325491" y="2881519"/>
                  <a:pt x="2582292" y="2688536"/>
                  <a:pt x="2765027" y="2441150"/>
                </a:cubicBezTo>
                <a:cubicBezTo>
                  <a:pt x="2793411" y="2400280"/>
                  <a:pt x="2822335" y="2359139"/>
                  <a:pt x="2842338" y="2313397"/>
                </a:cubicBezTo>
                <a:cubicBezTo>
                  <a:pt x="2741510" y="2250333"/>
                  <a:pt x="2635275" y="2196471"/>
                  <a:pt x="2534717" y="2133406"/>
                </a:cubicBezTo>
                <a:cubicBezTo>
                  <a:pt x="2422264" y="2074402"/>
                  <a:pt x="2315759" y="2004841"/>
                  <a:pt x="2202766" y="1946919"/>
                </a:cubicBezTo>
                <a:cubicBezTo>
                  <a:pt x="2190602" y="1939070"/>
                  <a:pt x="2174383" y="1944483"/>
                  <a:pt x="2168166" y="1957205"/>
                </a:cubicBezTo>
                <a:cubicBezTo>
                  <a:pt x="2040846" y="2142609"/>
                  <a:pt x="1833782" y="2277128"/>
                  <a:pt x="1608067" y="2297969"/>
                </a:cubicBezTo>
                <a:cubicBezTo>
                  <a:pt x="1509130" y="2302029"/>
                  <a:pt x="1406950" y="2303653"/>
                  <a:pt x="1312339" y="2269550"/>
                </a:cubicBezTo>
                <a:cubicBezTo>
                  <a:pt x="1260438" y="2249250"/>
                  <a:pt x="1206915" y="2231116"/>
                  <a:pt x="1158528" y="2202967"/>
                </a:cubicBezTo>
                <a:cubicBezTo>
                  <a:pt x="1002555" y="2120414"/>
                  <a:pt x="880642" y="1978316"/>
                  <a:pt x="818468" y="1813483"/>
                </a:cubicBezTo>
                <a:cubicBezTo>
                  <a:pt x="698177" y="1526580"/>
                  <a:pt x="782516" y="1170928"/>
                  <a:pt x="1013368" y="964142"/>
                </a:cubicBezTo>
                <a:cubicBezTo>
                  <a:pt x="1086624" y="901618"/>
                  <a:pt x="1169071" y="848298"/>
                  <a:pt x="1260168" y="815548"/>
                </a:cubicBezTo>
                <a:cubicBezTo>
                  <a:pt x="1433171" y="742198"/>
                  <a:pt x="1634828" y="746799"/>
                  <a:pt x="1808102" y="817172"/>
                </a:cubicBezTo>
                <a:cubicBezTo>
                  <a:pt x="1969482" y="878071"/>
                  <a:pt x="2102478" y="999869"/>
                  <a:pt x="2193305" y="1144945"/>
                </a:cubicBezTo>
                <a:cubicBezTo>
                  <a:pt x="2254397" y="1104074"/>
                  <a:pt x="2320895" y="1071866"/>
                  <a:pt x="2386042" y="1037491"/>
                </a:cubicBezTo>
                <a:cubicBezTo>
                  <a:pt x="2533095" y="955751"/>
                  <a:pt x="2680688" y="874823"/>
                  <a:pt x="2828552" y="794165"/>
                </a:cubicBezTo>
                <a:cubicBezTo>
                  <a:pt x="2839365" y="786857"/>
                  <a:pt x="2861801" y="779279"/>
                  <a:pt x="2850718" y="762227"/>
                </a:cubicBezTo>
                <a:cubicBezTo>
                  <a:pt x="2811792" y="684817"/>
                  <a:pt x="2756107" y="617422"/>
                  <a:pt x="2703125" y="549486"/>
                </a:cubicBezTo>
                <a:cubicBezTo>
                  <a:pt x="2600674" y="432289"/>
                  <a:pt x="2484708" y="326189"/>
                  <a:pt x="2353874" y="241201"/>
                </a:cubicBezTo>
                <a:cubicBezTo>
                  <a:pt x="2248180" y="177595"/>
                  <a:pt x="2137890" y="120214"/>
                  <a:pt x="2020842" y="79886"/>
                </a:cubicBezTo>
                <a:cubicBezTo>
                  <a:pt x="1890279" y="39557"/>
                  <a:pt x="1755390" y="10054"/>
                  <a:pt x="1618339" y="5453"/>
                </a:cubicBezTo>
                <a:cubicBezTo>
                  <a:pt x="1554814" y="-3208"/>
                  <a:pt x="1490749" y="-501"/>
                  <a:pt x="1426954" y="6265"/>
                </a:cubicBezTo>
                <a:cubicBezTo>
                  <a:pt x="1293687" y="10325"/>
                  <a:pt x="1163935" y="43617"/>
                  <a:pt x="1036885" y="80968"/>
                </a:cubicBezTo>
                <a:cubicBezTo>
                  <a:pt x="877668" y="138890"/>
                  <a:pt x="723317" y="215217"/>
                  <a:pt x="590861" y="322129"/>
                </a:cubicBezTo>
                <a:cubicBezTo>
                  <a:pt x="474354" y="410636"/>
                  <a:pt x="376228" y="520796"/>
                  <a:pt x="287564" y="636639"/>
                </a:cubicBezTo>
                <a:cubicBezTo>
                  <a:pt x="199711" y="758438"/>
                  <a:pt x="131861" y="894581"/>
                  <a:pt x="80501" y="1035597"/>
                </a:cubicBezTo>
                <a:cubicBezTo>
                  <a:pt x="57524" y="1123833"/>
                  <a:pt x="24004" y="1210445"/>
                  <a:pt x="18328" y="1302200"/>
                </a:cubicBezTo>
                <a:cubicBezTo>
                  <a:pt x="487" y="1425081"/>
                  <a:pt x="-6812" y="1550127"/>
                  <a:pt x="7785" y="1673820"/>
                </a:cubicBezTo>
                <a:cubicBezTo>
                  <a:pt x="13462" y="1765846"/>
                  <a:pt x="27789" y="1858142"/>
                  <a:pt x="56442" y="1946107"/>
                </a:cubicBezTo>
                <a:cubicBezTo>
                  <a:pt x="113480" y="2162638"/>
                  <a:pt x="224040" y="2363470"/>
                  <a:pt x="368660" y="2533717"/>
                </a:cubicBezTo>
                <a:cubicBezTo>
                  <a:pt x="445700" y="2613021"/>
                  <a:pt x="520038" y="2696115"/>
                  <a:pt x="611135" y="2759450"/>
                </a:cubicBezTo>
                <a:cubicBezTo>
                  <a:pt x="753863" y="2868256"/>
                  <a:pt x="915242" y="2952703"/>
                  <a:pt x="1088246" y="3000881"/>
                </a:cubicBezTo>
                <a:cubicBezTo>
                  <a:pt x="1211916" y="3039586"/>
                  <a:pt x="1340520" y="3060089"/>
                  <a:pt x="1469867" y="30645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6F362C7-ABC8-46A8-A1BC-35414862D14E}"/>
              </a:ext>
            </a:extLst>
          </p:cNvPr>
          <p:cNvSpPr/>
          <p:nvPr/>
        </p:nvSpPr>
        <p:spPr>
          <a:xfrm>
            <a:off x="8794018" y="1692841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a-DK" sz="1400" b="1" dirty="0">
                <a:solidFill>
                  <a:schemeClr val="accent2"/>
                </a:solidFill>
                <a:latin typeface="Ubuntu" panose="020B0504030602030204" pitchFamily="34" charset="0"/>
              </a:rPr>
              <a:t>C#</a:t>
            </a:r>
            <a:endParaRPr lang="en-US" sz="1400" b="1" dirty="0">
              <a:solidFill>
                <a:schemeClr val="accent2"/>
              </a:solidFill>
              <a:latin typeface="Ubuntu" panose="020B050403060203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1C7A9BA-F306-4F9A-98B1-7D5036CE253A}"/>
              </a:ext>
            </a:extLst>
          </p:cNvPr>
          <p:cNvSpPr/>
          <p:nvPr/>
        </p:nvSpPr>
        <p:spPr>
          <a:xfrm>
            <a:off x="8794018" y="2126369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A3D9A65-4753-4284-A918-BCADA6D38B5A}"/>
              </a:ext>
            </a:extLst>
          </p:cNvPr>
          <p:cNvSpPr/>
          <p:nvPr/>
        </p:nvSpPr>
        <p:spPr>
          <a:xfrm>
            <a:off x="1962974" y="1692841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da-DK" sz="1400" b="1" dirty="0">
                <a:solidFill>
                  <a:schemeClr val="accent1"/>
                </a:solidFill>
                <a:latin typeface="Ubuntu" panose="020B0504030602030204" pitchFamily="34" charset="0"/>
              </a:rPr>
              <a:t>C++</a:t>
            </a:r>
            <a:endParaRPr lang="en-US" sz="1400" b="1" dirty="0">
              <a:solidFill>
                <a:schemeClr val="accent1"/>
              </a:solidFill>
              <a:latin typeface="Ubuntu" panose="020B050403060203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C64AA7B-8238-4DB3-BC10-88797CB1E541}"/>
              </a:ext>
            </a:extLst>
          </p:cNvPr>
          <p:cNvSpPr/>
          <p:nvPr/>
        </p:nvSpPr>
        <p:spPr>
          <a:xfrm>
            <a:off x="609600" y="2126369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0083313-920A-4EEB-AF70-D930E1E7AC59}"/>
              </a:ext>
            </a:extLst>
          </p:cNvPr>
          <p:cNvSpPr/>
          <p:nvPr/>
        </p:nvSpPr>
        <p:spPr>
          <a:xfrm>
            <a:off x="8466076" y="3285667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da-DK" sz="1400" b="1" dirty="0">
                <a:solidFill>
                  <a:schemeClr val="accent1"/>
                </a:solidFill>
                <a:latin typeface="Ubuntu" panose="020B0504030602030204" pitchFamily="34" charset="0"/>
              </a:rPr>
              <a:t>Java</a:t>
            </a:r>
            <a:endParaRPr lang="en-US" sz="1400" b="1" dirty="0">
              <a:solidFill>
                <a:schemeClr val="accent1"/>
              </a:solidFill>
              <a:latin typeface="Ubuntu" panose="020B0504030602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510344D-7B05-489B-B89F-CB5EDDBDD9EB}"/>
              </a:ext>
            </a:extLst>
          </p:cNvPr>
          <p:cNvSpPr/>
          <p:nvPr/>
        </p:nvSpPr>
        <p:spPr>
          <a:xfrm>
            <a:off x="8466076" y="3719195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BA9A386-8D05-4EA4-94FC-C8C14BEE14A0}"/>
              </a:ext>
            </a:extLst>
          </p:cNvPr>
          <p:cNvSpPr/>
          <p:nvPr/>
        </p:nvSpPr>
        <p:spPr>
          <a:xfrm>
            <a:off x="2397583" y="3285667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400" b="1" dirty="0">
                <a:solidFill>
                  <a:schemeClr val="accent2"/>
                </a:solidFill>
                <a:latin typeface="Ubuntu" panose="020B0504030602030204" pitchFamily="34" charset="0"/>
              </a:rPr>
              <a:t>Python 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586581C-CA17-430B-8483-B043BF637FA7}"/>
              </a:ext>
            </a:extLst>
          </p:cNvPr>
          <p:cNvSpPr/>
          <p:nvPr/>
        </p:nvSpPr>
        <p:spPr>
          <a:xfrm>
            <a:off x="1044209" y="3719195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6706C24-C194-4F46-B802-05FD92703AB7}"/>
              </a:ext>
            </a:extLst>
          </p:cNvPr>
          <p:cNvSpPr/>
          <p:nvPr/>
        </p:nvSpPr>
        <p:spPr>
          <a:xfrm>
            <a:off x="5378496" y="5261949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da-DK" sz="1400" b="1" dirty="0">
                <a:solidFill>
                  <a:schemeClr val="accent4"/>
                </a:solidFill>
                <a:latin typeface="Ubuntu" panose="020B0504030602030204" pitchFamily="34" charset="0"/>
              </a:rPr>
              <a:t>Php</a:t>
            </a:r>
            <a:endParaRPr lang="en-US" sz="1400" b="1" dirty="0">
              <a:solidFill>
                <a:schemeClr val="accent4"/>
              </a:solidFill>
              <a:latin typeface="Ubuntu" panose="020B05040306020302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0DE33E4-6C3E-4420-B372-9749297CAB73}"/>
              </a:ext>
            </a:extLst>
          </p:cNvPr>
          <p:cNvSpPr/>
          <p:nvPr/>
        </p:nvSpPr>
        <p:spPr>
          <a:xfrm>
            <a:off x="4701809" y="5695477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A3DCCD-2981-4BEC-A3F7-A57E21FF6B63}"/>
              </a:ext>
            </a:extLst>
          </p:cNvPr>
          <p:cNvGrpSpPr/>
          <p:nvPr/>
        </p:nvGrpSpPr>
        <p:grpSpPr>
          <a:xfrm>
            <a:off x="5235693" y="2229372"/>
            <a:ext cx="1720614" cy="816948"/>
            <a:chOff x="5235693" y="2229372"/>
            <a:chExt cx="1720614" cy="816948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09D73DA-9450-41FB-B7FF-BE274A9522ED}"/>
                </a:ext>
              </a:extLst>
            </p:cNvPr>
            <p:cNvSpPr/>
            <p:nvPr/>
          </p:nvSpPr>
          <p:spPr>
            <a:xfrm>
              <a:off x="5235693" y="2229372"/>
              <a:ext cx="1720614" cy="369332"/>
            </a:xfrm>
            <a:prstGeom prst="rect">
              <a:avLst/>
            </a:prstGeom>
            <a:solidFill>
              <a:srgbClr val="232A4E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Programming </a:t>
              </a:r>
              <a:endParaRPr lang="en-US" b="1" i="0" dirty="0">
                <a:solidFill>
                  <a:schemeClr val="bg1"/>
                </a:solidFill>
                <a:effectLst/>
                <a:latin typeface="Ubuntu" panose="020B0504030602030204" pitchFamily="34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D392CC6-4C52-4EA2-8A1F-957EACC6C48A}"/>
                </a:ext>
              </a:extLst>
            </p:cNvPr>
            <p:cNvSpPr/>
            <p:nvPr/>
          </p:nvSpPr>
          <p:spPr>
            <a:xfrm>
              <a:off x="5406544" y="2676988"/>
              <a:ext cx="1378912" cy="369332"/>
            </a:xfrm>
            <a:prstGeom prst="rect">
              <a:avLst/>
            </a:prstGeom>
            <a:solidFill>
              <a:srgbClr val="F1F3FE">
                <a:alpha val="20000"/>
              </a:srgb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Language </a:t>
              </a:r>
              <a:endParaRPr lang="en-US" b="1" i="0" dirty="0">
                <a:solidFill>
                  <a:schemeClr val="bg1"/>
                </a:solidFill>
                <a:effectLst/>
                <a:latin typeface="Ubuntu" panose="020B05040306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85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72" grpId="0" animBg="1"/>
      <p:bldP spid="73" grpId="0"/>
      <p:bldP spid="74" grpId="0"/>
      <p:bldP spid="75" grpId="0"/>
      <p:bldP spid="76" grpId="0"/>
      <p:bldP spid="82" grpId="0"/>
      <p:bldP spid="83" grpId="0"/>
      <p:bldP spid="84" grpId="0"/>
      <p:bldP spid="85" grpId="0"/>
      <p:bldP spid="86" grpId="0"/>
      <p:bldP spid="8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FC95BB3-C15E-49A1-9C0D-CBE8B35A2E93}"/>
              </a:ext>
            </a:extLst>
          </p:cNvPr>
          <p:cNvSpPr/>
          <p:nvPr/>
        </p:nvSpPr>
        <p:spPr>
          <a:xfrm>
            <a:off x="2251588" y="711738"/>
            <a:ext cx="76888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mini puzzle game</a:t>
            </a:r>
            <a:endParaRPr lang="en-US" sz="3600" b="0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F0BB47-296A-4FD5-8227-61A3D8691CEF}"/>
              </a:ext>
            </a:extLst>
          </p:cNvPr>
          <p:cNvSpPr txBox="1"/>
          <p:nvPr/>
        </p:nvSpPr>
        <p:spPr>
          <a:xfrm>
            <a:off x="4884586" y="1356253"/>
            <a:ext cx="2422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Ubuntu" panose="020B0504030602030204" pitchFamily="34" charset="0"/>
              </a:rPr>
              <a:t>Subtitle here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3C9BD56-8AAB-45F3-BC23-3C8E38CA1CD4}"/>
              </a:ext>
            </a:extLst>
          </p:cNvPr>
          <p:cNvGrpSpPr/>
          <p:nvPr/>
        </p:nvGrpSpPr>
        <p:grpSpPr>
          <a:xfrm>
            <a:off x="881742" y="1917906"/>
            <a:ext cx="7848600" cy="3357009"/>
            <a:chOff x="838200" y="1961448"/>
            <a:chExt cx="7848600" cy="3357009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0AE1A2C-2A88-412E-A5FF-23460F698A10}"/>
                </a:ext>
              </a:extLst>
            </p:cNvPr>
            <p:cNvSpPr>
              <a:spLocks/>
            </p:cNvSpPr>
            <p:nvPr/>
          </p:nvSpPr>
          <p:spPr bwMode="auto">
            <a:xfrm rot="21408831">
              <a:off x="1646608" y="3214760"/>
              <a:ext cx="549384" cy="428480"/>
            </a:xfrm>
            <a:custGeom>
              <a:avLst/>
              <a:gdLst>
                <a:gd name="T0" fmla="*/ 1054 w 1136"/>
                <a:gd name="T1" fmla="*/ 358 h 886"/>
                <a:gd name="T2" fmla="*/ 1014 w 1136"/>
                <a:gd name="T3" fmla="*/ 368 h 886"/>
                <a:gd name="T4" fmla="*/ 974 w 1136"/>
                <a:gd name="T5" fmla="*/ 386 h 886"/>
                <a:gd name="T6" fmla="*/ 958 w 1136"/>
                <a:gd name="T7" fmla="*/ 392 h 886"/>
                <a:gd name="T8" fmla="*/ 944 w 1136"/>
                <a:gd name="T9" fmla="*/ 394 h 886"/>
                <a:gd name="T10" fmla="*/ 922 w 1136"/>
                <a:gd name="T11" fmla="*/ 388 h 886"/>
                <a:gd name="T12" fmla="*/ 906 w 1136"/>
                <a:gd name="T13" fmla="*/ 378 h 886"/>
                <a:gd name="T14" fmla="*/ 894 w 1136"/>
                <a:gd name="T15" fmla="*/ 358 h 886"/>
                <a:gd name="T16" fmla="*/ 888 w 1136"/>
                <a:gd name="T17" fmla="*/ 334 h 886"/>
                <a:gd name="T18" fmla="*/ 888 w 1136"/>
                <a:gd name="T19" fmla="*/ 332 h 886"/>
                <a:gd name="T20" fmla="*/ 886 w 1136"/>
                <a:gd name="T21" fmla="*/ 332 h 886"/>
                <a:gd name="T22" fmla="*/ 886 w 1136"/>
                <a:gd name="T23" fmla="*/ 326 h 886"/>
                <a:gd name="T24" fmla="*/ 886 w 1136"/>
                <a:gd name="T25" fmla="*/ 0 h 886"/>
                <a:gd name="T26" fmla="*/ 0 w 1136"/>
                <a:gd name="T27" fmla="*/ 886 h 886"/>
                <a:gd name="T28" fmla="*/ 278 w 1136"/>
                <a:gd name="T29" fmla="*/ 886 h 886"/>
                <a:gd name="T30" fmla="*/ 278 w 1136"/>
                <a:gd name="T31" fmla="*/ 880 h 886"/>
                <a:gd name="T32" fmla="*/ 278 w 1136"/>
                <a:gd name="T33" fmla="*/ 878 h 886"/>
                <a:gd name="T34" fmla="*/ 314 w 1136"/>
                <a:gd name="T35" fmla="*/ 886 h 886"/>
                <a:gd name="T36" fmla="*/ 324 w 1136"/>
                <a:gd name="T37" fmla="*/ 878 h 886"/>
                <a:gd name="T38" fmla="*/ 336 w 1136"/>
                <a:gd name="T39" fmla="*/ 854 h 886"/>
                <a:gd name="T40" fmla="*/ 338 w 1136"/>
                <a:gd name="T41" fmla="*/ 840 h 886"/>
                <a:gd name="T42" fmla="*/ 330 w 1136"/>
                <a:gd name="T43" fmla="*/ 810 h 886"/>
                <a:gd name="T44" fmla="*/ 322 w 1136"/>
                <a:gd name="T45" fmla="*/ 792 h 886"/>
                <a:gd name="T46" fmla="*/ 306 w 1136"/>
                <a:gd name="T47" fmla="*/ 748 h 886"/>
                <a:gd name="T48" fmla="*/ 304 w 1136"/>
                <a:gd name="T49" fmla="*/ 730 h 886"/>
                <a:gd name="T50" fmla="*/ 312 w 1136"/>
                <a:gd name="T51" fmla="*/ 698 h 886"/>
                <a:gd name="T52" fmla="*/ 332 w 1136"/>
                <a:gd name="T53" fmla="*/ 672 h 886"/>
                <a:gd name="T54" fmla="*/ 362 w 1136"/>
                <a:gd name="T55" fmla="*/ 654 h 886"/>
                <a:gd name="T56" fmla="*/ 400 w 1136"/>
                <a:gd name="T57" fmla="*/ 648 h 886"/>
                <a:gd name="T58" fmla="*/ 418 w 1136"/>
                <a:gd name="T59" fmla="*/ 650 h 886"/>
                <a:gd name="T60" fmla="*/ 454 w 1136"/>
                <a:gd name="T61" fmla="*/ 662 h 886"/>
                <a:gd name="T62" fmla="*/ 480 w 1136"/>
                <a:gd name="T63" fmla="*/ 684 h 886"/>
                <a:gd name="T64" fmla="*/ 494 w 1136"/>
                <a:gd name="T65" fmla="*/ 714 h 886"/>
                <a:gd name="T66" fmla="*/ 496 w 1136"/>
                <a:gd name="T67" fmla="*/ 730 h 886"/>
                <a:gd name="T68" fmla="*/ 486 w 1136"/>
                <a:gd name="T69" fmla="*/ 770 h 886"/>
                <a:gd name="T70" fmla="*/ 470 w 1136"/>
                <a:gd name="T71" fmla="*/ 810 h 886"/>
                <a:gd name="T72" fmla="*/ 464 w 1136"/>
                <a:gd name="T73" fmla="*/ 826 h 886"/>
                <a:gd name="T74" fmla="*/ 462 w 1136"/>
                <a:gd name="T75" fmla="*/ 840 h 886"/>
                <a:gd name="T76" fmla="*/ 468 w 1136"/>
                <a:gd name="T77" fmla="*/ 866 h 886"/>
                <a:gd name="T78" fmla="*/ 486 w 1136"/>
                <a:gd name="T79" fmla="*/ 886 h 886"/>
                <a:gd name="T80" fmla="*/ 886 w 1136"/>
                <a:gd name="T81" fmla="*/ 886 h 886"/>
                <a:gd name="T82" fmla="*/ 886 w 1136"/>
                <a:gd name="T83" fmla="*/ 586 h 886"/>
                <a:gd name="T84" fmla="*/ 886 w 1136"/>
                <a:gd name="T85" fmla="*/ 580 h 886"/>
                <a:gd name="T86" fmla="*/ 888 w 1136"/>
                <a:gd name="T87" fmla="*/ 578 h 886"/>
                <a:gd name="T88" fmla="*/ 892 w 1136"/>
                <a:gd name="T89" fmla="*/ 552 h 886"/>
                <a:gd name="T90" fmla="*/ 904 w 1136"/>
                <a:gd name="T91" fmla="*/ 534 h 886"/>
                <a:gd name="T92" fmla="*/ 922 w 1136"/>
                <a:gd name="T93" fmla="*/ 522 h 886"/>
                <a:gd name="T94" fmla="*/ 944 w 1136"/>
                <a:gd name="T95" fmla="*/ 516 h 886"/>
                <a:gd name="T96" fmla="*/ 958 w 1136"/>
                <a:gd name="T97" fmla="*/ 518 h 886"/>
                <a:gd name="T98" fmla="*/ 974 w 1136"/>
                <a:gd name="T99" fmla="*/ 524 h 886"/>
                <a:gd name="T100" fmla="*/ 1014 w 1136"/>
                <a:gd name="T101" fmla="*/ 542 h 886"/>
                <a:gd name="T102" fmla="*/ 1054 w 1136"/>
                <a:gd name="T103" fmla="*/ 552 h 886"/>
                <a:gd name="T104" fmla="*/ 1070 w 1136"/>
                <a:gd name="T105" fmla="*/ 550 h 886"/>
                <a:gd name="T106" fmla="*/ 1100 w 1136"/>
                <a:gd name="T107" fmla="*/ 534 h 886"/>
                <a:gd name="T108" fmla="*/ 1122 w 1136"/>
                <a:gd name="T109" fmla="*/ 508 h 886"/>
                <a:gd name="T110" fmla="*/ 1134 w 1136"/>
                <a:gd name="T111" fmla="*/ 474 h 886"/>
                <a:gd name="T112" fmla="*/ 1136 w 1136"/>
                <a:gd name="T113" fmla="*/ 454 h 886"/>
                <a:gd name="T114" fmla="*/ 1130 w 1136"/>
                <a:gd name="T115" fmla="*/ 418 h 886"/>
                <a:gd name="T116" fmla="*/ 1112 w 1136"/>
                <a:gd name="T117" fmla="*/ 386 h 886"/>
                <a:gd name="T118" fmla="*/ 1086 w 1136"/>
                <a:gd name="T119" fmla="*/ 366 h 886"/>
                <a:gd name="T120" fmla="*/ 1054 w 1136"/>
                <a:gd name="T121" fmla="*/ 35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6" h="886">
                  <a:moveTo>
                    <a:pt x="1054" y="358"/>
                  </a:moveTo>
                  <a:lnTo>
                    <a:pt x="1054" y="358"/>
                  </a:lnTo>
                  <a:lnTo>
                    <a:pt x="1036" y="362"/>
                  </a:lnTo>
                  <a:lnTo>
                    <a:pt x="1014" y="368"/>
                  </a:lnTo>
                  <a:lnTo>
                    <a:pt x="992" y="376"/>
                  </a:lnTo>
                  <a:lnTo>
                    <a:pt x="974" y="386"/>
                  </a:lnTo>
                  <a:lnTo>
                    <a:pt x="974" y="386"/>
                  </a:lnTo>
                  <a:lnTo>
                    <a:pt x="958" y="392"/>
                  </a:lnTo>
                  <a:lnTo>
                    <a:pt x="944" y="394"/>
                  </a:lnTo>
                  <a:lnTo>
                    <a:pt x="944" y="394"/>
                  </a:lnTo>
                  <a:lnTo>
                    <a:pt x="932" y="392"/>
                  </a:lnTo>
                  <a:lnTo>
                    <a:pt x="922" y="388"/>
                  </a:lnTo>
                  <a:lnTo>
                    <a:pt x="914" y="384"/>
                  </a:lnTo>
                  <a:lnTo>
                    <a:pt x="906" y="378"/>
                  </a:lnTo>
                  <a:lnTo>
                    <a:pt x="898" y="368"/>
                  </a:lnTo>
                  <a:lnTo>
                    <a:pt x="894" y="358"/>
                  </a:lnTo>
                  <a:lnTo>
                    <a:pt x="890" y="348"/>
                  </a:lnTo>
                  <a:lnTo>
                    <a:pt x="888" y="334"/>
                  </a:lnTo>
                  <a:lnTo>
                    <a:pt x="888" y="334"/>
                  </a:lnTo>
                  <a:lnTo>
                    <a:pt x="888" y="332"/>
                  </a:lnTo>
                  <a:lnTo>
                    <a:pt x="888" y="332"/>
                  </a:lnTo>
                  <a:lnTo>
                    <a:pt x="886" y="332"/>
                  </a:lnTo>
                  <a:lnTo>
                    <a:pt x="886" y="332"/>
                  </a:lnTo>
                  <a:lnTo>
                    <a:pt x="886" y="326"/>
                  </a:lnTo>
                  <a:lnTo>
                    <a:pt x="886" y="326"/>
                  </a:lnTo>
                  <a:lnTo>
                    <a:pt x="886" y="0"/>
                  </a:lnTo>
                  <a:lnTo>
                    <a:pt x="0" y="0"/>
                  </a:lnTo>
                  <a:lnTo>
                    <a:pt x="0" y="886"/>
                  </a:lnTo>
                  <a:lnTo>
                    <a:pt x="278" y="886"/>
                  </a:lnTo>
                  <a:lnTo>
                    <a:pt x="278" y="886"/>
                  </a:lnTo>
                  <a:lnTo>
                    <a:pt x="278" y="880"/>
                  </a:lnTo>
                  <a:lnTo>
                    <a:pt x="278" y="880"/>
                  </a:lnTo>
                  <a:lnTo>
                    <a:pt x="278" y="878"/>
                  </a:lnTo>
                  <a:lnTo>
                    <a:pt x="278" y="878"/>
                  </a:lnTo>
                  <a:lnTo>
                    <a:pt x="278" y="886"/>
                  </a:lnTo>
                  <a:lnTo>
                    <a:pt x="314" y="886"/>
                  </a:lnTo>
                  <a:lnTo>
                    <a:pt x="314" y="886"/>
                  </a:lnTo>
                  <a:lnTo>
                    <a:pt x="324" y="878"/>
                  </a:lnTo>
                  <a:lnTo>
                    <a:pt x="332" y="866"/>
                  </a:lnTo>
                  <a:lnTo>
                    <a:pt x="336" y="854"/>
                  </a:lnTo>
                  <a:lnTo>
                    <a:pt x="338" y="840"/>
                  </a:lnTo>
                  <a:lnTo>
                    <a:pt x="338" y="840"/>
                  </a:lnTo>
                  <a:lnTo>
                    <a:pt x="336" y="826"/>
                  </a:lnTo>
                  <a:lnTo>
                    <a:pt x="330" y="810"/>
                  </a:lnTo>
                  <a:lnTo>
                    <a:pt x="330" y="810"/>
                  </a:lnTo>
                  <a:lnTo>
                    <a:pt x="322" y="792"/>
                  </a:lnTo>
                  <a:lnTo>
                    <a:pt x="314" y="770"/>
                  </a:lnTo>
                  <a:lnTo>
                    <a:pt x="306" y="748"/>
                  </a:lnTo>
                  <a:lnTo>
                    <a:pt x="304" y="730"/>
                  </a:lnTo>
                  <a:lnTo>
                    <a:pt x="304" y="730"/>
                  </a:lnTo>
                  <a:lnTo>
                    <a:pt x="306" y="714"/>
                  </a:lnTo>
                  <a:lnTo>
                    <a:pt x="312" y="698"/>
                  </a:lnTo>
                  <a:lnTo>
                    <a:pt x="320" y="684"/>
                  </a:lnTo>
                  <a:lnTo>
                    <a:pt x="332" y="672"/>
                  </a:lnTo>
                  <a:lnTo>
                    <a:pt x="346" y="662"/>
                  </a:lnTo>
                  <a:lnTo>
                    <a:pt x="362" y="654"/>
                  </a:lnTo>
                  <a:lnTo>
                    <a:pt x="380" y="650"/>
                  </a:lnTo>
                  <a:lnTo>
                    <a:pt x="400" y="648"/>
                  </a:lnTo>
                  <a:lnTo>
                    <a:pt x="400" y="648"/>
                  </a:lnTo>
                  <a:lnTo>
                    <a:pt x="418" y="650"/>
                  </a:lnTo>
                  <a:lnTo>
                    <a:pt x="436" y="654"/>
                  </a:lnTo>
                  <a:lnTo>
                    <a:pt x="454" y="662"/>
                  </a:lnTo>
                  <a:lnTo>
                    <a:pt x="468" y="672"/>
                  </a:lnTo>
                  <a:lnTo>
                    <a:pt x="480" y="684"/>
                  </a:lnTo>
                  <a:lnTo>
                    <a:pt x="488" y="698"/>
                  </a:lnTo>
                  <a:lnTo>
                    <a:pt x="494" y="714"/>
                  </a:lnTo>
                  <a:lnTo>
                    <a:pt x="496" y="730"/>
                  </a:lnTo>
                  <a:lnTo>
                    <a:pt x="496" y="730"/>
                  </a:lnTo>
                  <a:lnTo>
                    <a:pt x="494" y="748"/>
                  </a:lnTo>
                  <a:lnTo>
                    <a:pt x="486" y="770"/>
                  </a:lnTo>
                  <a:lnTo>
                    <a:pt x="478" y="792"/>
                  </a:lnTo>
                  <a:lnTo>
                    <a:pt x="470" y="810"/>
                  </a:lnTo>
                  <a:lnTo>
                    <a:pt x="470" y="810"/>
                  </a:lnTo>
                  <a:lnTo>
                    <a:pt x="464" y="826"/>
                  </a:lnTo>
                  <a:lnTo>
                    <a:pt x="462" y="840"/>
                  </a:lnTo>
                  <a:lnTo>
                    <a:pt x="462" y="840"/>
                  </a:lnTo>
                  <a:lnTo>
                    <a:pt x="464" y="854"/>
                  </a:lnTo>
                  <a:lnTo>
                    <a:pt x="468" y="866"/>
                  </a:lnTo>
                  <a:lnTo>
                    <a:pt x="476" y="878"/>
                  </a:lnTo>
                  <a:lnTo>
                    <a:pt x="486" y="886"/>
                  </a:lnTo>
                  <a:lnTo>
                    <a:pt x="886" y="886"/>
                  </a:lnTo>
                  <a:lnTo>
                    <a:pt x="886" y="886"/>
                  </a:lnTo>
                  <a:lnTo>
                    <a:pt x="886" y="586"/>
                  </a:lnTo>
                  <a:lnTo>
                    <a:pt x="886" y="586"/>
                  </a:lnTo>
                  <a:lnTo>
                    <a:pt x="886" y="580"/>
                  </a:lnTo>
                  <a:lnTo>
                    <a:pt x="886" y="580"/>
                  </a:lnTo>
                  <a:lnTo>
                    <a:pt x="888" y="578"/>
                  </a:lnTo>
                  <a:lnTo>
                    <a:pt x="888" y="578"/>
                  </a:lnTo>
                  <a:lnTo>
                    <a:pt x="890" y="564"/>
                  </a:lnTo>
                  <a:lnTo>
                    <a:pt x="892" y="552"/>
                  </a:lnTo>
                  <a:lnTo>
                    <a:pt x="898" y="542"/>
                  </a:lnTo>
                  <a:lnTo>
                    <a:pt x="904" y="534"/>
                  </a:lnTo>
                  <a:lnTo>
                    <a:pt x="912" y="526"/>
                  </a:lnTo>
                  <a:lnTo>
                    <a:pt x="922" y="522"/>
                  </a:lnTo>
                  <a:lnTo>
                    <a:pt x="932" y="518"/>
                  </a:lnTo>
                  <a:lnTo>
                    <a:pt x="944" y="516"/>
                  </a:lnTo>
                  <a:lnTo>
                    <a:pt x="944" y="516"/>
                  </a:lnTo>
                  <a:lnTo>
                    <a:pt x="958" y="518"/>
                  </a:lnTo>
                  <a:lnTo>
                    <a:pt x="974" y="524"/>
                  </a:lnTo>
                  <a:lnTo>
                    <a:pt x="974" y="524"/>
                  </a:lnTo>
                  <a:lnTo>
                    <a:pt x="992" y="534"/>
                  </a:lnTo>
                  <a:lnTo>
                    <a:pt x="1014" y="542"/>
                  </a:lnTo>
                  <a:lnTo>
                    <a:pt x="1036" y="548"/>
                  </a:lnTo>
                  <a:lnTo>
                    <a:pt x="1054" y="552"/>
                  </a:lnTo>
                  <a:lnTo>
                    <a:pt x="1054" y="552"/>
                  </a:lnTo>
                  <a:lnTo>
                    <a:pt x="1070" y="550"/>
                  </a:lnTo>
                  <a:lnTo>
                    <a:pt x="1086" y="544"/>
                  </a:lnTo>
                  <a:lnTo>
                    <a:pt x="1100" y="534"/>
                  </a:lnTo>
                  <a:lnTo>
                    <a:pt x="1112" y="522"/>
                  </a:lnTo>
                  <a:lnTo>
                    <a:pt x="1122" y="508"/>
                  </a:lnTo>
                  <a:lnTo>
                    <a:pt x="1130" y="492"/>
                  </a:lnTo>
                  <a:lnTo>
                    <a:pt x="1134" y="474"/>
                  </a:lnTo>
                  <a:lnTo>
                    <a:pt x="1136" y="454"/>
                  </a:lnTo>
                  <a:lnTo>
                    <a:pt x="1136" y="454"/>
                  </a:lnTo>
                  <a:lnTo>
                    <a:pt x="1134" y="436"/>
                  </a:lnTo>
                  <a:lnTo>
                    <a:pt x="1130" y="418"/>
                  </a:lnTo>
                  <a:lnTo>
                    <a:pt x="1122" y="402"/>
                  </a:lnTo>
                  <a:lnTo>
                    <a:pt x="1112" y="386"/>
                  </a:lnTo>
                  <a:lnTo>
                    <a:pt x="1100" y="376"/>
                  </a:lnTo>
                  <a:lnTo>
                    <a:pt x="1086" y="366"/>
                  </a:lnTo>
                  <a:lnTo>
                    <a:pt x="1070" y="360"/>
                  </a:lnTo>
                  <a:lnTo>
                    <a:pt x="1054" y="358"/>
                  </a:lnTo>
                  <a:lnTo>
                    <a:pt x="1054" y="35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4555D1F-347F-4916-A78A-F50115116A3F}"/>
                </a:ext>
              </a:extLst>
            </p:cNvPr>
            <p:cNvSpPr/>
            <p:nvPr/>
          </p:nvSpPr>
          <p:spPr>
            <a:xfrm>
              <a:off x="838200" y="1961448"/>
              <a:ext cx="7848600" cy="33570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</a:pP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public class </a:t>
              </a:r>
              <a:r>
                <a:rPr lang="en-US" sz="2400" b="1" dirty="0" err="1">
                  <a:solidFill>
                    <a:schemeClr val="accent2"/>
                  </a:solidFill>
                  <a:latin typeface="Consolas" panose="020B0609020204030204" pitchFamily="49" charset="0"/>
                </a:rPr>
                <a:t>MyClass</a:t>
              </a: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</a:pP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 public static </a:t>
              </a:r>
              <a:r>
                <a:rPr lang="en-US" sz="2400" b="1" dirty="0">
                  <a:solidFill>
                    <a:schemeClr val="accent4"/>
                  </a:solidFill>
                  <a:latin typeface="Consolas" panose="020B0609020204030204" pitchFamily="49" charset="0"/>
                </a:rPr>
                <a:t>void</a:t>
              </a: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main(</a:t>
              </a:r>
              <a:r>
                <a:rPr lang="en-US" sz="2400" b="1" dirty="0">
                  <a:solidFill>
                    <a:schemeClr val="accent4"/>
                  </a:solidFill>
                  <a:latin typeface="Consolas" panose="020B0609020204030204" pitchFamily="49" charset="0"/>
                </a:rPr>
                <a:t>String</a:t>
              </a: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[] </a:t>
              </a:r>
              <a:r>
                <a:rPr lang="en-US" sz="2400" b="1" dirty="0" err="1">
                  <a:solidFill>
                    <a:schemeClr val="accent4"/>
                  </a:solidFill>
                  <a:latin typeface="Consolas" panose="020B0609020204030204" pitchFamily="49" charset="0"/>
                </a:rPr>
                <a:t>args</a:t>
              </a: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</a:pP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  </a:t>
              </a:r>
              <a:r>
                <a:rPr lang="en-US" sz="2400" b="1" dirty="0">
                  <a:noFill/>
                  <a:latin typeface="Consolas" panose="020B0609020204030204" pitchFamily="49" charset="0"/>
                </a:rPr>
                <a:t> for </a:t>
              </a: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(int </a:t>
              </a:r>
              <a:r>
                <a:rPr lang="en-US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= 0; </a:t>
              </a:r>
              <a:r>
                <a:rPr lang="en-US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&lt; 5; </a:t>
              </a:r>
              <a:r>
                <a:rPr lang="en-US" sz="2400" b="1" dirty="0" err="1">
                  <a:noFill/>
                  <a:latin typeface="Consolas" panose="020B0609020204030204" pitchFamily="49" charset="0"/>
                </a:rPr>
                <a:t>i</a:t>
              </a:r>
              <a:r>
                <a:rPr lang="en-US" sz="2400" b="1" dirty="0">
                  <a:noFill/>
                  <a:latin typeface="Consolas" panose="020B0609020204030204" pitchFamily="49" charset="0"/>
                </a:rPr>
                <a:t>++</a:t>
              </a: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) {</a:t>
              </a:r>
            </a:p>
            <a:p>
              <a:pPr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</a:pP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     </a:t>
              </a:r>
              <a:r>
                <a:rPr lang="en-US" sz="2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System.out.println</a:t>
              </a:r>
              <a:r>
                <a:rPr lang="en-US" sz="2400" b="1" dirty="0">
                  <a:noFill/>
                  <a:latin typeface="Consolas" panose="020B0609020204030204" pitchFamily="49" charset="0"/>
                </a:rPr>
                <a:t>(</a:t>
              </a:r>
              <a:r>
                <a:rPr lang="en-US" sz="2400" b="1" dirty="0" err="1">
                  <a:noFill/>
                  <a:latin typeface="Consolas" panose="020B0609020204030204" pitchFamily="49" charset="0"/>
                </a:rPr>
                <a:t>i</a:t>
              </a:r>
              <a:r>
                <a:rPr lang="en-US" sz="2400" b="1" dirty="0">
                  <a:noFill/>
                  <a:latin typeface="Consolas" panose="020B0609020204030204" pitchFamily="49" charset="0"/>
                </a:rPr>
                <a:t>) </a:t>
              </a: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</a:pP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   }  }</a:t>
              </a:r>
            </a:p>
            <a:p>
              <a:pPr>
                <a:lnSpc>
                  <a:spcPct val="150000"/>
                </a:lnSpc>
                <a:buClr>
                  <a:schemeClr val="bg1">
                    <a:lumMod val="75000"/>
                  </a:schemeClr>
                </a:buClr>
              </a:pPr>
              <a:r>
                <a:rPr lang="en-US" sz="2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0DF7ECD4-3218-4E54-B4B9-BA7FDF821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3338" y="3103530"/>
              <a:ext cx="550350" cy="650940"/>
            </a:xfrm>
            <a:custGeom>
              <a:avLst/>
              <a:gdLst>
                <a:gd name="T0" fmla="*/ 1038 w 1138"/>
                <a:gd name="T1" fmla="*/ 578 h 1346"/>
                <a:gd name="T2" fmla="*/ 976 w 1138"/>
                <a:gd name="T3" fmla="*/ 602 h 1346"/>
                <a:gd name="T4" fmla="*/ 944 w 1138"/>
                <a:gd name="T5" fmla="*/ 610 h 1346"/>
                <a:gd name="T6" fmla="*/ 924 w 1138"/>
                <a:gd name="T7" fmla="*/ 606 h 1346"/>
                <a:gd name="T8" fmla="*/ 900 w 1138"/>
                <a:gd name="T9" fmla="*/ 586 h 1346"/>
                <a:gd name="T10" fmla="*/ 888 w 1138"/>
                <a:gd name="T11" fmla="*/ 552 h 1346"/>
                <a:gd name="T12" fmla="*/ 888 w 1138"/>
                <a:gd name="T13" fmla="*/ 548 h 1346"/>
                <a:gd name="T14" fmla="*/ 476 w 1138"/>
                <a:gd name="T15" fmla="*/ 230 h 1346"/>
                <a:gd name="T16" fmla="*/ 466 w 1138"/>
                <a:gd name="T17" fmla="*/ 214 h 1346"/>
                <a:gd name="T18" fmla="*/ 462 w 1138"/>
                <a:gd name="T19" fmla="*/ 192 h 1346"/>
                <a:gd name="T20" fmla="*/ 470 w 1138"/>
                <a:gd name="T21" fmla="*/ 162 h 1346"/>
                <a:gd name="T22" fmla="*/ 494 w 1138"/>
                <a:gd name="T23" fmla="*/ 100 h 1346"/>
                <a:gd name="T24" fmla="*/ 494 w 1138"/>
                <a:gd name="T25" fmla="*/ 66 h 1346"/>
                <a:gd name="T26" fmla="*/ 468 w 1138"/>
                <a:gd name="T27" fmla="*/ 24 h 1346"/>
                <a:gd name="T28" fmla="*/ 418 w 1138"/>
                <a:gd name="T29" fmla="*/ 2 h 1346"/>
                <a:gd name="T30" fmla="*/ 380 w 1138"/>
                <a:gd name="T31" fmla="*/ 2 h 1346"/>
                <a:gd name="T32" fmla="*/ 332 w 1138"/>
                <a:gd name="T33" fmla="*/ 24 h 1346"/>
                <a:gd name="T34" fmla="*/ 306 w 1138"/>
                <a:gd name="T35" fmla="*/ 66 h 1346"/>
                <a:gd name="T36" fmla="*/ 306 w 1138"/>
                <a:gd name="T37" fmla="*/ 100 h 1346"/>
                <a:gd name="T38" fmla="*/ 330 w 1138"/>
                <a:gd name="T39" fmla="*/ 162 h 1346"/>
                <a:gd name="T40" fmla="*/ 338 w 1138"/>
                <a:gd name="T41" fmla="*/ 192 h 1346"/>
                <a:gd name="T42" fmla="*/ 334 w 1138"/>
                <a:gd name="T43" fmla="*/ 214 h 1346"/>
                <a:gd name="T44" fmla="*/ 0 w 1138"/>
                <a:gd name="T45" fmla="*/ 230 h 1346"/>
                <a:gd name="T46" fmla="*/ 324 w 1138"/>
                <a:gd name="T47" fmla="*/ 1116 h 1346"/>
                <a:gd name="T48" fmla="*/ 338 w 1138"/>
                <a:gd name="T49" fmla="*/ 1142 h 1346"/>
                <a:gd name="T50" fmla="*/ 338 w 1138"/>
                <a:gd name="T51" fmla="*/ 1166 h 1346"/>
                <a:gd name="T52" fmla="*/ 324 w 1138"/>
                <a:gd name="T53" fmla="*/ 1202 h 1346"/>
                <a:gd name="T54" fmla="*/ 304 w 1138"/>
                <a:gd name="T55" fmla="*/ 1262 h 1346"/>
                <a:gd name="T56" fmla="*/ 312 w 1138"/>
                <a:gd name="T57" fmla="*/ 1294 h 1346"/>
                <a:gd name="T58" fmla="*/ 348 w 1138"/>
                <a:gd name="T59" fmla="*/ 1332 h 1346"/>
                <a:gd name="T60" fmla="*/ 402 w 1138"/>
                <a:gd name="T61" fmla="*/ 1346 h 1346"/>
                <a:gd name="T62" fmla="*/ 438 w 1138"/>
                <a:gd name="T63" fmla="*/ 1338 h 1346"/>
                <a:gd name="T64" fmla="*/ 480 w 1138"/>
                <a:gd name="T65" fmla="*/ 1308 h 1346"/>
                <a:gd name="T66" fmla="*/ 498 w 1138"/>
                <a:gd name="T67" fmla="*/ 1262 h 1346"/>
                <a:gd name="T68" fmla="*/ 488 w 1138"/>
                <a:gd name="T69" fmla="*/ 1224 h 1346"/>
                <a:gd name="T70" fmla="*/ 470 w 1138"/>
                <a:gd name="T71" fmla="*/ 1184 h 1346"/>
                <a:gd name="T72" fmla="*/ 462 w 1138"/>
                <a:gd name="T73" fmla="*/ 1152 h 1346"/>
                <a:gd name="T74" fmla="*/ 472 w 1138"/>
                <a:gd name="T75" fmla="*/ 1124 h 1346"/>
                <a:gd name="T76" fmla="*/ 888 w 1138"/>
                <a:gd name="T77" fmla="*/ 796 h 1346"/>
                <a:gd name="T78" fmla="*/ 888 w 1138"/>
                <a:gd name="T79" fmla="*/ 796 h 1346"/>
                <a:gd name="T80" fmla="*/ 900 w 1138"/>
                <a:gd name="T81" fmla="*/ 760 h 1346"/>
                <a:gd name="T82" fmla="*/ 924 w 1138"/>
                <a:gd name="T83" fmla="*/ 738 h 1346"/>
                <a:gd name="T84" fmla="*/ 944 w 1138"/>
                <a:gd name="T85" fmla="*/ 734 h 1346"/>
                <a:gd name="T86" fmla="*/ 976 w 1138"/>
                <a:gd name="T87" fmla="*/ 742 h 1346"/>
                <a:gd name="T88" fmla="*/ 1038 w 1138"/>
                <a:gd name="T89" fmla="*/ 766 h 1346"/>
                <a:gd name="T90" fmla="*/ 1072 w 1138"/>
                <a:gd name="T91" fmla="*/ 766 h 1346"/>
                <a:gd name="T92" fmla="*/ 1114 w 1138"/>
                <a:gd name="T93" fmla="*/ 740 h 1346"/>
                <a:gd name="T94" fmla="*/ 1136 w 1138"/>
                <a:gd name="T95" fmla="*/ 690 h 1346"/>
                <a:gd name="T96" fmla="*/ 1136 w 1138"/>
                <a:gd name="T97" fmla="*/ 652 h 1346"/>
                <a:gd name="T98" fmla="*/ 1114 w 1138"/>
                <a:gd name="T99" fmla="*/ 604 h 1346"/>
                <a:gd name="T100" fmla="*/ 1072 w 1138"/>
                <a:gd name="T101" fmla="*/ 578 h 1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38" h="1346">
                  <a:moveTo>
                    <a:pt x="1054" y="576"/>
                  </a:moveTo>
                  <a:lnTo>
                    <a:pt x="1054" y="576"/>
                  </a:lnTo>
                  <a:lnTo>
                    <a:pt x="1038" y="578"/>
                  </a:lnTo>
                  <a:lnTo>
                    <a:pt x="1016" y="586"/>
                  </a:lnTo>
                  <a:lnTo>
                    <a:pt x="994" y="594"/>
                  </a:lnTo>
                  <a:lnTo>
                    <a:pt x="976" y="602"/>
                  </a:lnTo>
                  <a:lnTo>
                    <a:pt x="976" y="602"/>
                  </a:lnTo>
                  <a:lnTo>
                    <a:pt x="960" y="608"/>
                  </a:lnTo>
                  <a:lnTo>
                    <a:pt x="944" y="610"/>
                  </a:lnTo>
                  <a:lnTo>
                    <a:pt x="944" y="610"/>
                  </a:lnTo>
                  <a:lnTo>
                    <a:pt x="934" y="610"/>
                  </a:lnTo>
                  <a:lnTo>
                    <a:pt x="924" y="606"/>
                  </a:lnTo>
                  <a:lnTo>
                    <a:pt x="914" y="600"/>
                  </a:lnTo>
                  <a:lnTo>
                    <a:pt x="906" y="594"/>
                  </a:lnTo>
                  <a:lnTo>
                    <a:pt x="900" y="586"/>
                  </a:lnTo>
                  <a:lnTo>
                    <a:pt x="894" y="576"/>
                  </a:lnTo>
                  <a:lnTo>
                    <a:pt x="890" y="564"/>
                  </a:lnTo>
                  <a:lnTo>
                    <a:pt x="888" y="552"/>
                  </a:lnTo>
                  <a:lnTo>
                    <a:pt x="888" y="552"/>
                  </a:lnTo>
                  <a:lnTo>
                    <a:pt x="888" y="548"/>
                  </a:lnTo>
                  <a:lnTo>
                    <a:pt x="888" y="548"/>
                  </a:lnTo>
                  <a:lnTo>
                    <a:pt x="888" y="548"/>
                  </a:lnTo>
                  <a:lnTo>
                    <a:pt x="888" y="230"/>
                  </a:lnTo>
                  <a:lnTo>
                    <a:pt x="476" y="230"/>
                  </a:lnTo>
                  <a:lnTo>
                    <a:pt x="476" y="230"/>
                  </a:lnTo>
                  <a:lnTo>
                    <a:pt x="470" y="222"/>
                  </a:lnTo>
                  <a:lnTo>
                    <a:pt x="466" y="214"/>
                  </a:lnTo>
                  <a:lnTo>
                    <a:pt x="462" y="204"/>
                  </a:lnTo>
                  <a:lnTo>
                    <a:pt x="462" y="192"/>
                  </a:lnTo>
                  <a:lnTo>
                    <a:pt x="462" y="192"/>
                  </a:lnTo>
                  <a:lnTo>
                    <a:pt x="464" y="178"/>
                  </a:lnTo>
                  <a:lnTo>
                    <a:pt x="470" y="162"/>
                  </a:lnTo>
                  <a:lnTo>
                    <a:pt x="470" y="162"/>
                  </a:lnTo>
                  <a:lnTo>
                    <a:pt x="478" y="144"/>
                  </a:lnTo>
                  <a:lnTo>
                    <a:pt x="486" y="122"/>
                  </a:lnTo>
                  <a:lnTo>
                    <a:pt x="494" y="100"/>
                  </a:lnTo>
                  <a:lnTo>
                    <a:pt x="496" y="82"/>
                  </a:lnTo>
                  <a:lnTo>
                    <a:pt x="496" y="82"/>
                  </a:lnTo>
                  <a:lnTo>
                    <a:pt x="494" y="66"/>
                  </a:lnTo>
                  <a:lnTo>
                    <a:pt x="488" y="50"/>
                  </a:lnTo>
                  <a:lnTo>
                    <a:pt x="480" y="36"/>
                  </a:lnTo>
                  <a:lnTo>
                    <a:pt x="468" y="24"/>
                  </a:lnTo>
                  <a:lnTo>
                    <a:pt x="454" y="14"/>
                  </a:lnTo>
                  <a:lnTo>
                    <a:pt x="436" y="6"/>
                  </a:lnTo>
                  <a:lnTo>
                    <a:pt x="418" y="2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380" y="2"/>
                  </a:lnTo>
                  <a:lnTo>
                    <a:pt x="362" y="6"/>
                  </a:lnTo>
                  <a:lnTo>
                    <a:pt x="346" y="14"/>
                  </a:lnTo>
                  <a:lnTo>
                    <a:pt x="332" y="24"/>
                  </a:lnTo>
                  <a:lnTo>
                    <a:pt x="320" y="36"/>
                  </a:lnTo>
                  <a:lnTo>
                    <a:pt x="312" y="50"/>
                  </a:lnTo>
                  <a:lnTo>
                    <a:pt x="306" y="66"/>
                  </a:lnTo>
                  <a:lnTo>
                    <a:pt x="304" y="82"/>
                  </a:lnTo>
                  <a:lnTo>
                    <a:pt x="304" y="82"/>
                  </a:lnTo>
                  <a:lnTo>
                    <a:pt x="306" y="100"/>
                  </a:lnTo>
                  <a:lnTo>
                    <a:pt x="312" y="122"/>
                  </a:lnTo>
                  <a:lnTo>
                    <a:pt x="322" y="144"/>
                  </a:lnTo>
                  <a:lnTo>
                    <a:pt x="330" y="162"/>
                  </a:lnTo>
                  <a:lnTo>
                    <a:pt x="330" y="162"/>
                  </a:lnTo>
                  <a:lnTo>
                    <a:pt x="336" y="178"/>
                  </a:lnTo>
                  <a:lnTo>
                    <a:pt x="338" y="192"/>
                  </a:lnTo>
                  <a:lnTo>
                    <a:pt x="338" y="192"/>
                  </a:lnTo>
                  <a:lnTo>
                    <a:pt x="336" y="204"/>
                  </a:lnTo>
                  <a:lnTo>
                    <a:pt x="334" y="214"/>
                  </a:lnTo>
                  <a:lnTo>
                    <a:pt x="330" y="222"/>
                  </a:lnTo>
                  <a:lnTo>
                    <a:pt x="322" y="230"/>
                  </a:lnTo>
                  <a:lnTo>
                    <a:pt x="0" y="230"/>
                  </a:lnTo>
                  <a:lnTo>
                    <a:pt x="0" y="1116"/>
                  </a:lnTo>
                  <a:lnTo>
                    <a:pt x="324" y="1116"/>
                  </a:lnTo>
                  <a:lnTo>
                    <a:pt x="324" y="1116"/>
                  </a:lnTo>
                  <a:lnTo>
                    <a:pt x="330" y="1124"/>
                  </a:lnTo>
                  <a:lnTo>
                    <a:pt x="336" y="1132"/>
                  </a:lnTo>
                  <a:lnTo>
                    <a:pt x="338" y="1142"/>
                  </a:lnTo>
                  <a:lnTo>
                    <a:pt x="340" y="1152"/>
                  </a:lnTo>
                  <a:lnTo>
                    <a:pt x="340" y="1152"/>
                  </a:lnTo>
                  <a:lnTo>
                    <a:pt x="338" y="1166"/>
                  </a:lnTo>
                  <a:lnTo>
                    <a:pt x="332" y="1184"/>
                  </a:lnTo>
                  <a:lnTo>
                    <a:pt x="332" y="1184"/>
                  </a:lnTo>
                  <a:lnTo>
                    <a:pt x="324" y="1202"/>
                  </a:lnTo>
                  <a:lnTo>
                    <a:pt x="314" y="1224"/>
                  </a:lnTo>
                  <a:lnTo>
                    <a:pt x="308" y="1244"/>
                  </a:lnTo>
                  <a:lnTo>
                    <a:pt x="304" y="1262"/>
                  </a:lnTo>
                  <a:lnTo>
                    <a:pt x="304" y="1262"/>
                  </a:lnTo>
                  <a:lnTo>
                    <a:pt x="306" y="1280"/>
                  </a:lnTo>
                  <a:lnTo>
                    <a:pt x="312" y="1294"/>
                  </a:lnTo>
                  <a:lnTo>
                    <a:pt x="322" y="1308"/>
                  </a:lnTo>
                  <a:lnTo>
                    <a:pt x="334" y="1322"/>
                  </a:lnTo>
                  <a:lnTo>
                    <a:pt x="348" y="1332"/>
                  </a:lnTo>
                  <a:lnTo>
                    <a:pt x="364" y="1338"/>
                  </a:lnTo>
                  <a:lnTo>
                    <a:pt x="382" y="1344"/>
                  </a:lnTo>
                  <a:lnTo>
                    <a:pt x="402" y="1346"/>
                  </a:lnTo>
                  <a:lnTo>
                    <a:pt x="402" y="1346"/>
                  </a:lnTo>
                  <a:lnTo>
                    <a:pt x="420" y="1344"/>
                  </a:lnTo>
                  <a:lnTo>
                    <a:pt x="438" y="1338"/>
                  </a:lnTo>
                  <a:lnTo>
                    <a:pt x="454" y="1332"/>
                  </a:lnTo>
                  <a:lnTo>
                    <a:pt x="470" y="1322"/>
                  </a:lnTo>
                  <a:lnTo>
                    <a:pt x="480" y="1308"/>
                  </a:lnTo>
                  <a:lnTo>
                    <a:pt x="490" y="1294"/>
                  </a:lnTo>
                  <a:lnTo>
                    <a:pt x="496" y="1280"/>
                  </a:lnTo>
                  <a:lnTo>
                    <a:pt x="498" y="1262"/>
                  </a:lnTo>
                  <a:lnTo>
                    <a:pt x="498" y="1262"/>
                  </a:lnTo>
                  <a:lnTo>
                    <a:pt x="494" y="1244"/>
                  </a:lnTo>
                  <a:lnTo>
                    <a:pt x="488" y="1224"/>
                  </a:lnTo>
                  <a:lnTo>
                    <a:pt x="480" y="1202"/>
                  </a:lnTo>
                  <a:lnTo>
                    <a:pt x="470" y="1184"/>
                  </a:lnTo>
                  <a:lnTo>
                    <a:pt x="470" y="1184"/>
                  </a:lnTo>
                  <a:lnTo>
                    <a:pt x="464" y="1166"/>
                  </a:lnTo>
                  <a:lnTo>
                    <a:pt x="462" y="1152"/>
                  </a:lnTo>
                  <a:lnTo>
                    <a:pt x="462" y="1152"/>
                  </a:lnTo>
                  <a:lnTo>
                    <a:pt x="464" y="1142"/>
                  </a:lnTo>
                  <a:lnTo>
                    <a:pt x="466" y="1132"/>
                  </a:lnTo>
                  <a:lnTo>
                    <a:pt x="472" y="1124"/>
                  </a:lnTo>
                  <a:lnTo>
                    <a:pt x="478" y="1116"/>
                  </a:lnTo>
                  <a:lnTo>
                    <a:pt x="888" y="1116"/>
                  </a:lnTo>
                  <a:lnTo>
                    <a:pt x="888" y="796"/>
                  </a:lnTo>
                  <a:lnTo>
                    <a:pt x="888" y="796"/>
                  </a:lnTo>
                  <a:lnTo>
                    <a:pt x="888" y="796"/>
                  </a:lnTo>
                  <a:lnTo>
                    <a:pt x="888" y="796"/>
                  </a:lnTo>
                  <a:lnTo>
                    <a:pt x="890" y="782"/>
                  </a:lnTo>
                  <a:lnTo>
                    <a:pt x="894" y="770"/>
                  </a:lnTo>
                  <a:lnTo>
                    <a:pt x="900" y="760"/>
                  </a:lnTo>
                  <a:lnTo>
                    <a:pt x="906" y="750"/>
                  </a:lnTo>
                  <a:lnTo>
                    <a:pt x="914" y="744"/>
                  </a:lnTo>
                  <a:lnTo>
                    <a:pt x="924" y="738"/>
                  </a:lnTo>
                  <a:lnTo>
                    <a:pt x="934" y="734"/>
                  </a:lnTo>
                  <a:lnTo>
                    <a:pt x="944" y="734"/>
                  </a:lnTo>
                  <a:lnTo>
                    <a:pt x="944" y="734"/>
                  </a:lnTo>
                  <a:lnTo>
                    <a:pt x="960" y="736"/>
                  </a:lnTo>
                  <a:lnTo>
                    <a:pt x="976" y="742"/>
                  </a:lnTo>
                  <a:lnTo>
                    <a:pt x="976" y="742"/>
                  </a:lnTo>
                  <a:lnTo>
                    <a:pt x="994" y="750"/>
                  </a:lnTo>
                  <a:lnTo>
                    <a:pt x="1016" y="758"/>
                  </a:lnTo>
                  <a:lnTo>
                    <a:pt x="1038" y="766"/>
                  </a:lnTo>
                  <a:lnTo>
                    <a:pt x="1054" y="768"/>
                  </a:lnTo>
                  <a:lnTo>
                    <a:pt x="1054" y="768"/>
                  </a:lnTo>
                  <a:lnTo>
                    <a:pt x="1072" y="766"/>
                  </a:lnTo>
                  <a:lnTo>
                    <a:pt x="1088" y="760"/>
                  </a:lnTo>
                  <a:lnTo>
                    <a:pt x="1102" y="752"/>
                  </a:lnTo>
                  <a:lnTo>
                    <a:pt x="1114" y="740"/>
                  </a:lnTo>
                  <a:lnTo>
                    <a:pt x="1124" y="726"/>
                  </a:lnTo>
                  <a:lnTo>
                    <a:pt x="1132" y="710"/>
                  </a:lnTo>
                  <a:lnTo>
                    <a:pt x="1136" y="690"/>
                  </a:lnTo>
                  <a:lnTo>
                    <a:pt x="1138" y="672"/>
                  </a:lnTo>
                  <a:lnTo>
                    <a:pt x="1138" y="672"/>
                  </a:lnTo>
                  <a:lnTo>
                    <a:pt x="1136" y="652"/>
                  </a:lnTo>
                  <a:lnTo>
                    <a:pt x="1132" y="634"/>
                  </a:lnTo>
                  <a:lnTo>
                    <a:pt x="1124" y="618"/>
                  </a:lnTo>
                  <a:lnTo>
                    <a:pt x="1114" y="604"/>
                  </a:lnTo>
                  <a:lnTo>
                    <a:pt x="1102" y="592"/>
                  </a:lnTo>
                  <a:lnTo>
                    <a:pt x="1088" y="584"/>
                  </a:lnTo>
                  <a:lnTo>
                    <a:pt x="1072" y="578"/>
                  </a:lnTo>
                  <a:lnTo>
                    <a:pt x="1054" y="576"/>
                  </a:lnTo>
                  <a:lnTo>
                    <a:pt x="1054" y="576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07E6CAB-09CB-46F1-9741-030C753B4EE2}"/>
                </a:ext>
              </a:extLst>
            </p:cNvPr>
            <p:cNvSpPr>
              <a:spLocks/>
            </p:cNvSpPr>
            <p:nvPr/>
          </p:nvSpPr>
          <p:spPr bwMode="auto">
            <a:xfrm rot="193691">
              <a:off x="5043064" y="3756038"/>
              <a:ext cx="549384" cy="428480"/>
            </a:xfrm>
            <a:custGeom>
              <a:avLst/>
              <a:gdLst>
                <a:gd name="T0" fmla="*/ 1054 w 1136"/>
                <a:gd name="T1" fmla="*/ 528 h 886"/>
                <a:gd name="T2" fmla="*/ 1014 w 1136"/>
                <a:gd name="T3" fmla="*/ 518 h 886"/>
                <a:gd name="T4" fmla="*/ 974 w 1136"/>
                <a:gd name="T5" fmla="*/ 500 h 886"/>
                <a:gd name="T6" fmla="*/ 958 w 1136"/>
                <a:gd name="T7" fmla="*/ 494 h 886"/>
                <a:gd name="T8" fmla="*/ 944 w 1136"/>
                <a:gd name="T9" fmla="*/ 492 h 886"/>
                <a:gd name="T10" fmla="*/ 922 w 1136"/>
                <a:gd name="T11" fmla="*/ 496 h 886"/>
                <a:gd name="T12" fmla="*/ 906 w 1136"/>
                <a:gd name="T13" fmla="*/ 508 h 886"/>
                <a:gd name="T14" fmla="*/ 894 w 1136"/>
                <a:gd name="T15" fmla="*/ 528 h 886"/>
                <a:gd name="T16" fmla="*/ 888 w 1136"/>
                <a:gd name="T17" fmla="*/ 552 h 886"/>
                <a:gd name="T18" fmla="*/ 888 w 1136"/>
                <a:gd name="T19" fmla="*/ 554 h 886"/>
                <a:gd name="T20" fmla="*/ 886 w 1136"/>
                <a:gd name="T21" fmla="*/ 554 h 886"/>
                <a:gd name="T22" fmla="*/ 886 w 1136"/>
                <a:gd name="T23" fmla="*/ 560 h 886"/>
                <a:gd name="T24" fmla="*/ 886 w 1136"/>
                <a:gd name="T25" fmla="*/ 886 h 886"/>
                <a:gd name="T26" fmla="*/ 0 w 1136"/>
                <a:gd name="T27" fmla="*/ 0 h 886"/>
                <a:gd name="T28" fmla="*/ 278 w 1136"/>
                <a:gd name="T29" fmla="*/ 0 h 886"/>
                <a:gd name="T30" fmla="*/ 278 w 1136"/>
                <a:gd name="T31" fmla="*/ 6 h 886"/>
                <a:gd name="T32" fmla="*/ 278 w 1136"/>
                <a:gd name="T33" fmla="*/ 8 h 886"/>
                <a:gd name="T34" fmla="*/ 314 w 1136"/>
                <a:gd name="T35" fmla="*/ 0 h 886"/>
                <a:gd name="T36" fmla="*/ 324 w 1136"/>
                <a:gd name="T37" fmla="*/ 8 h 886"/>
                <a:gd name="T38" fmla="*/ 336 w 1136"/>
                <a:gd name="T39" fmla="*/ 32 h 886"/>
                <a:gd name="T40" fmla="*/ 338 w 1136"/>
                <a:gd name="T41" fmla="*/ 46 h 886"/>
                <a:gd name="T42" fmla="*/ 330 w 1136"/>
                <a:gd name="T43" fmla="*/ 76 h 886"/>
                <a:gd name="T44" fmla="*/ 322 w 1136"/>
                <a:gd name="T45" fmla="*/ 94 h 886"/>
                <a:gd name="T46" fmla="*/ 306 w 1136"/>
                <a:gd name="T47" fmla="*/ 138 h 886"/>
                <a:gd name="T48" fmla="*/ 304 w 1136"/>
                <a:gd name="T49" fmla="*/ 156 h 886"/>
                <a:gd name="T50" fmla="*/ 312 w 1136"/>
                <a:gd name="T51" fmla="*/ 188 h 886"/>
                <a:gd name="T52" fmla="*/ 332 w 1136"/>
                <a:gd name="T53" fmla="*/ 214 h 886"/>
                <a:gd name="T54" fmla="*/ 362 w 1136"/>
                <a:gd name="T55" fmla="*/ 232 h 886"/>
                <a:gd name="T56" fmla="*/ 400 w 1136"/>
                <a:gd name="T57" fmla="*/ 238 h 886"/>
                <a:gd name="T58" fmla="*/ 418 w 1136"/>
                <a:gd name="T59" fmla="*/ 236 h 886"/>
                <a:gd name="T60" fmla="*/ 454 w 1136"/>
                <a:gd name="T61" fmla="*/ 224 h 886"/>
                <a:gd name="T62" fmla="*/ 480 w 1136"/>
                <a:gd name="T63" fmla="*/ 202 h 886"/>
                <a:gd name="T64" fmla="*/ 494 w 1136"/>
                <a:gd name="T65" fmla="*/ 172 h 886"/>
                <a:gd name="T66" fmla="*/ 496 w 1136"/>
                <a:gd name="T67" fmla="*/ 156 h 886"/>
                <a:gd name="T68" fmla="*/ 486 w 1136"/>
                <a:gd name="T69" fmla="*/ 116 h 886"/>
                <a:gd name="T70" fmla="*/ 470 w 1136"/>
                <a:gd name="T71" fmla="*/ 76 h 886"/>
                <a:gd name="T72" fmla="*/ 464 w 1136"/>
                <a:gd name="T73" fmla="*/ 60 h 886"/>
                <a:gd name="T74" fmla="*/ 462 w 1136"/>
                <a:gd name="T75" fmla="*/ 46 h 886"/>
                <a:gd name="T76" fmla="*/ 468 w 1136"/>
                <a:gd name="T77" fmla="*/ 20 h 886"/>
                <a:gd name="T78" fmla="*/ 486 w 1136"/>
                <a:gd name="T79" fmla="*/ 0 h 886"/>
                <a:gd name="T80" fmla="*/ 886 w 1136"/>
                <a:gd name="T81" fmla="*/ 0 h 886"/>
                <a:gd name="T82" fmla="*/ 886 w 1136"/>
                <a:gd name="T83" fmla="*/ 300 h 886"/>
                <a:gd name="T84" fmla="*/ 886 w 1136"/>
                <a:gd name="T85" fmla="*/ 306 h 886"/>
                <a:gd name="T86" fmla="*/ 888 w 1136"/>
                <a:gd name="T87" fmla="*/ 308 h 886"/>
                <a:gd name="T88" fmla="*/ 892 w 1136"/>
                <a:gd name="T89" fmla="*/ 332 h 886"/>
                <a:gd name="T90" fmla="*/ 904 w 1136"/>
                <a:gd name="T91" fmla="*/ 352 h 886"/>
                <a:gd name="T92" fmla="*/ 922 w 1136"/>
                <a:gd name="T93" fmla="*/ 364 h 886"/>
                <a:gd name="T94" fmla="*/ 944 w 1136"/>
                <a:gd name="T95" fmla="*/ 368 h 886"/>
                <a:gd name="T96" fmla="*/ 958 w 1136"/>
                <a:gd name="T97" fmla="*/ 366 h 886"/>
                <a:gd name="T98" fmla="*/ 974 w 1136"/>
                <a:gd name="T99" fmla="*/ 362 h 886"/>
                <a:gd name="T100" fmla="*/ 1014 w 1136"/>
                <a:gd name="T101" fmla="*/ 344 h 886"/>
                <a:gd name="T102" fmla="*/ 1054 w 1136"/>
                <a:gd name="T103" fmla="*/ 334 h 886"/>
                <a:gd name="T104" fmla="*/ 1070 w 1136"/>
                <a:gd name="T105" fmla="*/ 336 h 886"/>
                <a:gd name="T106" fmla="*/ 1100 w 1136"/>
                <a:gd name="T107" fmla="*/ 350 h 886"/>
                <a:gd name="T108" fmla="*/ 1122 w 1136"/>
                <a:gd name="T109" fmla="*/ 378 h 886"/>
                <a:gd name="T110" fmla="*/ 1134 w 1136"/>
                <a:gd name="T111" fmla="*/ 412 h 886"/>
                <a:gd name="T112" fmla="*/ 1136 w 1136"/>
                <a:gd name="T113" fmla="*/ 432 h 886"/>
                <a:gd name="T114" fmla="*/ 1130 w 1136"/>
                <a:gd name="T115" fmla="*/ 468 h 886"/>
                <a:gd name="T116" fmla="*/ 1112 w 1136"/>
                <a:gd name="T117" fmla="*/ 498 h 886"/>
                <a:gd name="T118" fmla="*/ 1086 w 1136"/>
                <a:gd name="T119" fmla="*/ 520 h 886"/>
                <a:gd name="T120" fmla="*/ 1054 w 1136"/>
                <a:gd name="T121" fmla="*/ 52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6" h="886">
                  <a:moveTo>
                    <a:pt x="1054" y="528"/>
                  </a:moveTo>
                  <a:lnTo>
                    <a:pt x="1054" y="528"/>
                  </a:lnTo>
                  <a:lnTo>
                    <a:pt x="1036" y="524"/>
                  </a:lnTo>
                  <a:lnTo>
                    <a:pt x="1014" y="518"/>
                  </a:lnTo>
                  <a:lnTo>
                    <a:pt x="992" y="508"/>
                  </a:lnTo>
                  <a:lnTo>
                    <a:pt x="974" y="500"/>
                  </a:lnTo>
                  <a:lnTo>
                    <a:pt x="974" y="500"/>
                  </a:lnTo>
                  <a:lnTo>
                    <a:pt x="958" y="494"/>
                  </a:lnTo>
                  <a:lnTo>
                    <a:pt x="944" y="492"/>
                  </a:lnTo>
                  <a:lnTo>
                    <a:pt x="944" y="492"/>
                  </a:lnTo>
                  <a:lnTo>
                    <a:pt x="932" y="494"/>
                  </a:lnTo>
                  <a:lnTo>
                    <a:pt x="922" y="496"/>
                  </a:lnTo>
                  <a:lnTo>
                    <a:pt x="914" y="502"/>
                  </a:lnTo>
                  <a:lnTo>
                    <a:pt x="906" y="508"/>
                  </a:lnTo>
                  <a:lnTo>
                    <a:pt x="898" y="518"/>
                  </a:lnTo>
                  <a:lnTo>
                    <a:pt x="894" y="528"/>
                  </a:lnTo>
                  <a:lnTo>
                    <a:pt x="890" y="538"/>
                  </a:lnTo>
                  <a:lnTo>
                    <a:pt x="888" y="552"/>
                  </a:lnTo>
                  <a:lnTo>
                    <a:pt x="888" y="552"/>
                  </a:lnTo>
                  <a:lnTo>
                    <a:pt x="888" y="554"/>
                  </a:lnTo>
                  <a:lnTo>
                    <a:pt x="888" y="554"/>
                  </a:lnTo>
                  <a:lnTo>
                    <a:pt x="886" y="554"/>
                  </a:lnTo>
                  <a:lnTo>
                    <a:pt x="886" y="554"/>
                  </a:lnTo>
                  <a:lnTo>
                    <a:pt x="886" y="560"/>
                  </a:lnTo>
                  <a:lnTo>
                    <a:pt x="886" y="560"/>
                  </a:lnTo>
                  <a:lnTo>
                    <a:pt x="886" y="886"/>
                  </a:lnTo>
                  <a:lnTo>
                    <a:pt x="0" y="886"/>
                  </a:lnTo>
                  <a:lnTo>
                    <a:pt x="0" y="0"/>
                  </a:lnTo>
                  <a:lnTo>
                    <a:pt x="278" y="0"/>
                  </a:lnTo>
                  <a:lnTo>
                    <a:pt x="278" y="0"/>
                  </a:lnTo>
                  <a:lnTo>
                    <a:pt x="278" y="6"/>
                  </a:lnTo>
                  <a:lnTo>
                    <a:pt x="278" y="6"/>
                  </a:lnTo>
                  <a:lnTo>
                    <a:pt x="278" y="8"/>
                  </a:lnTo>
                  <a:lnTo>
                    <a:pt x="278" y="8"/>
                  </a:lnTo>
                  <a:lnTo>
                    <a:pt x="278" y="0"/>
                  </a:lnTo>
                  <a:lnTo>
                    <a:pt x="314" y="0"/>
                  </a:lnTo>
                  <a:lnTo>
                    <a:pt x="314" y="0"/>
                  </a:lnTo>
                  <a:lnTo>
                    <a:pt x="324" y="8"/>
                  </a:lnTo>
                  <a:lnTo>
                    <a:pt x="332" y="20"/>
                  </a:lnTo>
                  <a:lnTo>
                    <a:pt x="336" y="32"/>
                  </a:lnTo>
                  <a:lnTo>
                    <a:pt x="338" y="46"/>
                  </a:lnTo>
                  <a:lnTo>
                    <a:pt x="338" y="46"/>
                  </a:lnTo>
                  <a:lnTo>
                    <a:pt x="336" y="60"/>
                  </a:lnTo>
                  <a:lnTo>
                    <a:pt x="330" y="76"/>
                  </a:lnTo>
                  <a:lnTo>
                    <a:pt x="330" y="76"/>
                  </a:lnTo>
                  <a:lnTo>
                    <a:pt x="322" y="94"/>
                  </a:lnTo>
                  <a:lnTo>
                    <a:pt x="314" y="116"/>
                  </a:lnTo>
                  <a:lnTo>
                    <a:pt x="306" y="138"/>
                  </a:lnTo>
                  <a:lnTo>
                    <a:pt x="304" y="156"/>
                  </a:lnTo>
                  <a:lnTo>
                    <a:pt x="304" y="156"/>
                  </a:lnTo>
                  <a:lnTo>
                    <a:pt x="306" y="172"/>
                  </a:lnTo>
                  <a:lnTo>
                    <a:pt x="312" y="188"/>
                  </a:lnTo>
                  <a:lnTo>
                    <a:pt x="320" y="202"/>
                  </a:lnTo>
                  <a:lnTo>
                    <a:pt x="332" y="214"/>
                  </a:lnTo>
                  <a:lnTo>
                    <a:pt x="346" y="224"/>
                  </a:lnTo>
                  <a:lnTo>
                    <a:pt x="362" y="232"/>
                  </a:lnTo>
                  <a:lnTo>
                    <a:pt x="380" y="236"/>
                  </a:lnTo>
                  <a:lnTo>
                    <a:pt x="400" y="238"/>
                  </a:lnTo>
                  <a:lnTo>
                    <a:pt x="400" y="238"/>
                  </a:lnTo>
                  <a:lnTo>
                    <a:pt x="418" y="236"/>
                  </a:lnTo>
                  <a:lnTo>
                    <a:pt x="436" y="232"/>
                  </a:lnTo>
                  <a:lnTo>
                    <a:pt x="454" y="224"/>
                  </a:lnTo>
                  <a:lnTo>
                    <a:pt x="468" y="214"/>
                  </a:lnTo>
                  <a:lnTo>
                    <a:pt x="480" y="202"/>
                  </a:lnTo>
                  <a:lnTo>
                    <a:pt x="488" y="188"/>
                  </a:lnTo>
                  <a:lnTo>
                    <a:pt x="494" y="172"/>
                  </a:lnTo>
                  <a:lnTo>
                    <a:pt x="496" y="156"/>
                  </a:lnTo>
                  <a:lnTo>
                    <a:pt x="496" y="156"/>
                  </a:lnTo>
                  <a:lnTo>
                    <a:pt x="494" y="138"/>
                  </a:lnTo>
                  <a:lnTo>
                    <a:pt x="486" y="116"/>
                  </a:lnTo>
                  <a:lnTo>
                    <a:pt x="478" y="94"/>
                  </a:lnTo>
                  <a:lnTo>
                    <a:pt x="470" y="76"/>
                  </a:lnTo>
                  <a:lnTo>
                    <a:pt x="470" y="76"/>
                  </a:lnTo>
                  <a:lnTo>
                    <a:pt x="464" y="60"/>
                  </a:lnTo>
                  <a:lnTo>
                    <a:pt x="462" y="46"/>
                  </a:lnTo>
                  <a:lnTo>
                    <a:pt x="462" y="46"/>
                  </a:lnTo>
                  <a:lnTo>
                    <a:pt x="464" y="32"/>
                  </a:lnTo>
                  <a:lnTo>
                    <a:pt x="468" y="20"/>
                  </a:lnTo>
                  <a:lnTo>
                    <a:pt x="476" y="8"/>
                  </a:lnTo>
                  <a:lnTo>
                    <a:pt x="486" y="0"/>
                  </a:lnTo>
                  <a:lnTo>
                    <a:pt x="886" y="0"/>
                  </a:lnTo>
                  <a:lnTo>
                    <a:pt x="886" y="0"/>
                  </a:lnTo>
                  <a:lnTo>
                    <a:pt x="886" y="300"/>
                  </a:lnTo>
                  <a:lnTo>
                    <a:pt x="886" y="300"/>
                  </a:lnTo>
                  <a:lnTo>
                    <a:pt x="886" y="306"/>
                  </a:lnTo>
                  <a:lnTo>
                    <a:pt x="886" y="306"/>
                  </a:lnTo>
                  <a:lnTo>
                    <a:pt x="888" y="308"/>
                  </a:lnTo>
                  <a:lnTo>
                    <a:pt x="888" y="308"/>
                  </a:lnTo>
                  <a:lnTo>
                    <a:pt x="890" y="320"/>
                  </a:lnTo>
                  <a:lnTo>
                    <a:pt x="892" y="332"/>
                  </a:lnTo>
                  <a:lnTo>
                    <a:pt x="898" y="344"/>
                  </a:lnTo>
                  <a:lnTo>
                    <a:pt x="904" y="352"/>
                  </a:lnTo>
                  <a:lnTo>
                    <a:pt x="912" y="360"/>
                  </a:lnTo>
                  <a:lnTo>
                    <a:pt x="922" y="364"/>
                  </a:lnTo>
                  <a:lnTo>
                    <a:pt x="932" y="368"/>
                  </a:lnTo>
                  <a:lnTo>
                    <a:pt x="944" y="368"/>
                  </a:lnTo>
                  <a:lnTo>
                    <a:pt x="944" y="368"/>
                  </a:lnTo>
                  <a:lnTo>
                    <a:pt x="958" y="366"/>
                  </a:lnTo>
                  <a:lnTo>
                    <a:pt x="974" y="362"/>
                  </a:lnTo>
                  <a:lnTo>
                    <a:pt x="974" y="362"/>
                  </a:lnTo>
                  <a:lnTo>
                    <a:pt x="992" y="352"/>
                  </a:lnTo>
                  <a:lnTo>
                    <a:pt x="1014" y="344"/>
                  </a:lnTo>
                  <a:lnTo>
                    <a:pt x="1036" y="338"/>
                  </a:lnTo>
                  <a:lnTo>
                    <a:pt x="1054" y="334"/>
                  </a:lnTo>
                  <a:lnTo>
                    <a:pt x="1054" y="334"/>
                  </a:lnTo>
                  <a:lnTo>
                    <a:pt x="1070" y="336"/>
                  </a:lnTo>
                  <a:lnTo>
                    <a:pt x="1086" y="342"/>
                  </a:lnTo>
                  <a:lnTo>
                    <a:pt x="1100" y="350"/>
                  </a:lnTo>
                  <a:lnTo>
                    <a:pt x="1112" y="362"/>
                  </a:lnTo>
                  <a:lnTo>
                    <a:pt x="1122" y="378"/>
                  </a:lnTo>
                  <a:lnTo>
                    <a:pt x="1130" y="394"/>
                  </a:lnTo>
                  <a:lnTo>
                    <a:pt x="1134" y="412"/>
                  </a:lnTo>
                  <a:lnTo>
                    <a:pt x="1136" y="432"/>
                  </a:lnTo>
                  <a:lnTo>
                    <a:pt x="1136" y="432"/>
                  </a:lnTo>
                  <a:lnTo>
                    <a:pt x="1134" y="450"/>
                  </a:lnTo>
                  <a:lnTo>
                    <a:pt x="1130" y="468"/>
                  </a:lnTo>
                  <a:lnTo>
                    <a:pt x="1122" y="484"/>
                  </a:lnTo>
                  <a:lnTo>
                    <a:pt x="1112" y="498"/>
                  </a:lnTo>
                  <a:lnTo>
                    <a:pt x="1100" y="510"/>
                  </a:lnTo>
                  <a:lnTo>
                    <a:pt x="1086" y="520"/>
                  </a:lnTo>
                  <a:lnTo>
                    <a:pt x="1070" y="526"/>
                  </a:lnTo>
                  <a:lnTo>
                    <a:pt x="1054" y="528"/>
                  </a:lnTo>
                  <a:lnTo>
                    <a:pt x="1054" y="52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7056490-D2CB-48A3-911B-8775023A15C9}"/>
              </a:ext>
            </a:extLst>
          </p:cNvPr>
          <p:cNvSpPr/>
          <p:nvPr/>
        </p:nvSpPr>
        <p:spPr>
          <a:xfrm>
            <a:off x="609600" y="1814286"/>
            <a:ext cx="9347200" cy="3541485"/>
          </a:xfrm>
          <a:prstGeom prst="roundRect">
            <a:avLst>
              <a:gd name="adj" fmla="val 5601"/>
            </a:avLst>
          </a:prstGeom>
          <a:noFill/>
          <a:ln>
            <a:solidFill>
              <a:schemeClr val="bg1"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0F409F-ADF7-4E30-9B1B-E838CBBD7ACE}"/>
              </a:ext>
            </a:extLst>
          </p:cNvPr>
          <p:cNvGrpSpPr/>
          <p:nvPr/>
        </p:nvGrpSpPr>
        <p:grpSpPr>
          <a:xfrm>
            <a:off x="8839199" y="2413453"/>
            <a:ext cx="1836965" cy="2343150"/>
            <a:chOff x="8839199" y="2413453"/>
            <a:chExt cx="1836965" cy="234315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E64DB17-EBCB-45C4-A29C-055CCD4AAC03}"/>
                </a:ext>
              </a:extLst>
            </p:cNvPr>
            <p:cNvGrpSpPr/>
            <p:nvPr/>
          </p:nvGrpSpPr>
          <p:grpSpPr>
            <a:xfrm>
              <a:off x="8839199" y="2413453"/>
              <a:ext cx="1828797" cy="2343150"/>
              <a:chOff x="1799303" y="1268361"/>
              <a:chExt cx="692261" cy="914401"/>
            </a:xfrm>
            <a:solidFill>
              <a:srgbClr val="232A4E"/>
            </a:solidFill>
            <a:effectLst>
              <a:outerShdw blurRad="609600" dist="114300" dir="5400000" algn="t" rotWithShape="0">
                <a:prstClr val="black">
                  <a:alpha val="14000"/>
                </a:prstClr>
              </a:outerShdw>
            </a:effectLst>
          </p:grpSpPr>
          <p:sp>
            <p:nvSpPr>
              <p:cNvPr id="16" name="Rectangle: Top Corners Rounded 15">
                <a:extLst>
                  <a:ext uri="{FF2B5EF4-FFF2-40B4-BE49-F238E27FC236}">
                    <a16:creationId xmlns:a16="http://schemas.microsoft.com/office/drawing/2014/main" id="{F2890928-1176-4577-8B91-98D2BA1A1FA7}"/>
                  </a:ext>
                </a:extLst>
              </p:cNvPr>
              <p:cNvSpPr/>
              <p:nvPr/>
            </p:nvSpPr>
            <p:spPr>
              <a:xfrm rot="16200000">
                <a:off x="1408586" y="1659078"/>
                <a:ext cx="914400" cy="132966"/>
              </a:xfrm>
              <a:prstGeom prst="round2SameRect">
                <a:avLst>
                  <a:gd name="adj1" fmla="val 30371"/>
                  <a:gd name="adj2" fmla="val 0"/>
                </a:avLst>
              </a:prstGeom>
              <a:solidFill>
                <a:schemeClr val="bg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Top Corners Rounded 16">
                <a:extLst>
                  <a:ext uri="{FF2B5EF4-FFF2-40B4-BE49-F238E27FC236}">
                    <a16:creationId xmlns:a16="http://schemas.microsoft.com/office/drawing/2014/main" id="{35BAA9C8-6D87-4340-A692-63E3BB19D8D1}"/>
                  </a:ext>
                </a:extLst>
              </p:cNvPr>
              <p:cNvSpPr/>
              <p:nvPr/>
            </p:nvSpPr>
            <p:spPr>
              <a:xfrm rot="5400000">
                <a:off x="1754717" y="1445914"/>
                <a:ext cx="914400" cy="559295"/>
              </a:xfrm>
              <a:prstGeom prst="round2SameRect">
                <a:avLst>
                  <a:gd name="adj1" fmla="val 5168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381534B-B9A3-4633-BF14-A18BF496E120}"/>
                </a:ext>
              </a:extLst>
            </p:cNvPr>
            <p:cNvSpPr/>
            <p:nvPr/>
          </p:nvSpPr>
          <p:spPr>
            <a:xfrm>
              <a:off x="9241156" y="2445762"/>
              <a:ext cx="1435008" cy="3386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da-DK" sz="14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Result Code</a:t>
              </a:r>
              <a:endParaRPr lang="en-US" sz="1400" b="1" dirty="0">
                <a:solidFill>
                  <a:srgbClr val="232A4E"/>
                </a:solidFill>
                <a:latin typeface="Ubuntu" panose="020B0504030602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999BBD1-3B6C-46FE-85E3-7DBBDCCBCB1C}"/>
                </a:ext>
              </a:extLst>
            </p:cNvPr>
            <p:cNvSpPr/>
            <p:nvPr/>
          </p:nvSpPr>
          <p:spPr>
            <a:xfrm>
              <a:off x="9241156" y="2900889"/>
              <a:ext cx="1435008" cy="14589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da-DK" sz="1400" b="1" dirty="0">
                  <a:solidFill>
                    <a:schemeClr val="accent1"/>
                  </a:solidFill>
                  <a:latin typeface="Ubuntu" panose="020B0504030602030204" pitchFamily="34" charset="0"/>
                </a:rPr>
                <a:t>1</a:t>
              </a:r>
            </a:p>
            <a:p>
              <a:pPr>
                <a:lnSpc>
                  <a:spcPct val="130000"/>
                </a:lnSpc>
              </a:pPr>
              <a:r>
                <a:rPr lang="da-DK" sz="1400" b="1" dirty="0">
                  <a:solidFill>
                    <a:schemeClr val="accent1"/>
                  </a:solidFill>
                  <a:latin typeface="Ubuntu" panose="020B0504030602030204" pitchFamily="34" charset="0"/>
                </a:rPr>
                <a:t>2</a:t>
              </a:r>
            </a:p>
            <a:p>
              <a:pPr>
                <a:lnSpc>
                  <a:spcPct val="130000"/>
                </a:lnSpc>
              </a:pPr>
              <a:r>
                <a:rPr lang="da-DK" sz="1400" b="1" dirty="0">
                  <a:solidFill>
                    <a:schemeClr val="accent1"/>
                  </a:solidFill>
                  <a:latin typeface="Ubuntu" panose="020B0504030602030204" pitchFamily="34" charset="0"/>
                </a:rPr>
                <a:t>3</a:t>
              </a:r>
            </a:p>
            <a:p>
              <a:pPr>
                <a:lnSpc>
                  <a:spcPct val="130000"/>
                </a:lnSpc>
              </a:pPr>
              <a:r>
                <a:rPr lang="da-DK" sz="1400" b="1" dirty="0">
                  <a:solidFill>
                    <a:schemeClr val="accent1"/>
                  </a:solidFill>
                  <a:latin typeface="Ubuntu" panose="020B0504030602030204" pitchFamily="34" charset="0"/>
                </a:rPr>
                <a:t>4</a:t>
              </a:r>
            </a:p>
            <a:p>
              <a:pPr>
                <a:lnSpc>
                  <a:spcPct val="130000"/>
                </a:lnSpc>
              </a:pPr>
              <a:r>
                <a:rPr lang="da-DK" sz="1400" b="1" dirty="0">
                  <a:solidFill>
                    <a:schemeClr val="accent1"/>
                  </a:solidFill>
                  <a:latin typeface="Ubuntu" panose="020B0504030602030204" pitchFamily="34" charset="0"/>
                </a:rPr>
                <a:t>5</a:t>
              </a:r>
              <a:endParaRPr lang="en-US" sz="1400" b="1" dirty="0">
                <a:solidFill>
                  <a:schemeClr val="accent1"/>
                </a:solidFill>
                <a:latin typeface="Ubuntu" panose="020B050403060203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7B735C0-5810-4986-A864-B338B1771FB0}"/>
              </a:ext>
            </a:extLst>
          </p:cNvPr>
          <p:cNvGrpSpPr/>
          <p:nvPr/>
        </p:nvGrpSpPr>
        <p:grpSpPr>
          <a:xfrm rot="3600000">
            <a:off x="5536550" y="5077239"/>
            <a:ext cx="559450" cy="650940"/>
            <a:chOff x="5407493" y="4801701"/>
            <a:chExt cx="559450" cy="650940"/>
          </a:xfrm>
          <a:effectLst>
            <a:outerShdw dist="762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074F57C3-2D59-48BB-905D-BD89E1458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6593" y="4801701"/>
              <a:ext cx="550350" cy="650940"/>
            </a:xfrm>
            <a:custGeom>
              <a:avLst/>
              <a:gdLst>
                <a:gd name="T0" fmla="*/ 1038 w 1138"/>
                <a:gd name="T1" fmla="*/ 578 h 1346"/>
                <a:gd name="T2" fmla="*/ 976 w 1138"/>
                <a:gd name="T3" fmla="*/ 602 h 1346"/>
                <a:gd name="T4" fmla="*/ 944 w 1138"/>
                <a:gd name="T5" fmla="*/ 610 h 1346"/>
                <a:gd name="T6" fmla="*/ 924 w 1138"/>
                <a:gd name="T7" fmla="*/ 606 h 1346"/>
                <a:gd name="T8" fmla="*/ 900 w 1138"/>
                <a:gd name="T9" fmla="*/ 586 h 1346"/>
                <a:gd name="T10" fmla="*/ 888 w 1138"/>
                <a:gd name="T11" fmla="*/ 552 h 1346"/>
                <a:gd name="T12" fmla="*/ 888 w 1138"/>
                <a:gd name="T13" fmla="*/ 548 h 1346"/>
                <a:gd name="T14" fmla="*/ 476 w 1138"/>
                <a:gd name="T15" fmla="*/ 230 h 1346"/>
                <a:gd name="T16" fmla="*/ 466 w 1138"/>
                <a:gd name="T17" fmla="*/ 214 h 1346"/>
                <a:gd name="T18" fmla="*/ 462 w 1138"/>
                <a:gd name="T19" fmla="*/ 192 h 1346"/>
                <a:gd name="T20" fmla="*/ 470 w 1138"/>
                <a:gd name="T21" fmla="*/ 162 h 1346"/>
                <a:gd name="T22" fmla="*/ 494 w 1138"/>
                <a:gd name="T23" fmla="*/ 100 h 1346"/>
                <a:gd name="T24" fmla="*/ 494 w 1138"/>
                <a:gd name="T25" fmla="*/ 66 h 1346"/>
                <a:gd name="T26" fmla="*/ 468 w 1138"/>
                <a:gd name="T27" fmla="*/ 24 h 1346"/>
                <a:gd name="T28" fmla="*/ 418 w 1138"/>
                <a:gd name="T29" fmla="*/ 2 h 1346"/>
                <a:gd name="T30" fmla="*/ 380 w 1138"/>
                <a:gd name="T31" fmla="*/ 2 h 1346"/>
                <a:gd name="T32" fmla="*/ 332 w 1138"/>
                <a:gd name="T33" fmla="*/ 24 h 1346"/>
                <a:gd name="T34" fmla="*/ 306 w 1138"/>
                <a:gd name="T35" fmla="*/ 66 h 1346"/>
                <a:gd name="T36" fmla="*/ 306 w 1138"/>
                <a:gd name="T37" fmla="*/ 100 h 1346"/>
                <a:gd name="T38" fmla="*/ 330 w 1138"/>
                <a:gd name="T39" fmla="*/ 162 h 1346"/>
                <a:gd name="T40" fmla="*/ 338 w 1138"/>
                <a:gd name="T41" fmla="*/ 192 h 1346"/>
                <a:gd name="T42" fmla="*/ 334 w 1138"/>
                <a:gd name="T43" fmla="*/ 214 h 1346"/>
                <a:gd name="T44" fmla="*/ 0 w 1138"/>
                <a:gd name="T45" fmla="*/ 230 h 1346"/>
                <a:gd name="T46" fmla="*/ 324 w 1138"/>
                <a:gd name="T47" fmla="*/ 1116 h 1346"/>
                <a:gd name="T48" fmla="*/ 338 w 1138"/>
                <a:gd name="T49" fmla="*/ 1142 h 1346"/>
                <a:gd name="T50" fmla="*/ 338 w 1138"/>
                <a:gd name="T51" fmla="*/ 1166 h 1346"/>
                <a:gd name="T52" fmla="*/ 324 w 1138"/>
                <a:gd name="T53" fmla="*/ 1202 h 1346"/>
                <a:gd name="T54" fmla="*/ 304 w 1138"/>
                <a:gd name="T55" fmla="*/ 1262 h 1346"/>
                <a:gd name="T56" fmla="*/ 312 w 1138"/>
                <a:gd name="T57" fmla="*/ 1294 h 1346"/>
                <a:gd name="T58" fmla="*/ 348 w 1138"/>
                <a:gd name="T59" fmla="*/ 1332 h 1346"/>
                <a:gd name="T60" fmla="*/ 402 w 1138"/>
                <a:gd name="T61" fmla="*/ 1346 h 1346"/>
                <a:gd name="T62" fmla="*/ 438 w 1138"/>
                <a:gd name="T63" fmla="*/ 1338 h 1346"/>
                <a:gd name="T64" fmla="*/ 480 w 1138"/>
                <a:gd name="T65" fmla="*/ 1308 h 1346"/>
                <a:gd name="T66" fmla="*/ 498 w 1138"/>
                <a:gd name="T67" fmla="*/ 1262 h 1346"/>
                <a:gd name="T68" fmla="*/ 488 w 1138"/>
                <a:gd name="T69" fmla="*/ 1224 h 1346"/>
                <a:gd name="T70" fmla="*/ 470 w 1138"/>
                <a:gd name="T71" fmla="*/ 1184 h 1346"/>
                <a:gd name="T72" fmla="*/ 462 w 1138"/>
                <a:gd name="T73" fmla="*/ 1152 h 1346"/>
                <a:gd name="T74" fmla="*/ 472 w 1138"/>
                <a:gd name="T75" fmla="*/ 1124 h 1346"/>
                <a:gd name="T76" fmla="*/ 888 w 1138"/>
                <a:gd name="T77" fmla="*/ 796 h 1346"/>
                <a:gd name="T78" fmla="*/ 888 w 1138"/>
                <a:gd name="T79" fmla="*/ 796 h 1346"/>
                <a:gd name="T80" fmla="*/ 900 w 1138"/>
                <a:gd name="T81" fmla="*/ 760 h 1346"/>
                <a:gd name="T82" fmla="*/ 924 w 1138"/>
                <a:gd name="T83" fmla="*/ 738 h 1346"/>
                <a:gd name="T84" fmla="*/ 944 w 1138"/>
                <a:gd name="T85" fmla="*/ 734 h 1346"/>
                <a:gd name="T86" fmla="*/ 976 w 1138"/>
                <a:gd name="T87" fmla="*/ 742 h 1346"/>
                <a:gd name="T88" fmla="*/ 1038 w 1138"/>
                <a:gd name="T89" fmla="*/ 766 h 1346"/>
                <a:gd name="T90" fmla="*/ 1072 w 1138"/>
                <a:gd name="T91" fmla="*/ 766 h 1346"/>
                <a:gd name="T92" fmla="*/ 1114 w 1138"/>
                <a:gd name="T93" fmla="*/ 740 h 1346"/>
                <a:gd name="T94" fmla="*/ 1136 w 1138"/>
                <a:gd name="T95" fmla="*/ 690 h 1346"/>
                <a:gd name="T96" fmla="*/ 1136 w 1138"/>
                <a:gd name="T97" fmla="*/ 652 h 1346"/>
                <a:gd name="T98" fmla="*/ 1114 w 1138"/>
                <a:gd name="T99" fmla="*/ 604 h 1346"/>
                <a:gd name="T100" fmla="*/ 1072 w 1138"/>
                <a:gd name="T101" fmla="*/ 578 h 1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38" h="1346">
                  <a:moveTo>
                    <a:pt x="1054" y="576"/>
                  </a:moveTo>
                  <a:lnTo>
                    <a:pt x="1054" y="576"/>
                  </a:lnTo>
                  <a:lnTo>
                    <a:pt x="1038" y="578"/>
                  </a:lnTo>
                  <a:lnTo>
                    <a:pt x="1016" y="586"/>
                  </a:lnTo>
                  <a:lnTo>
                    <a:pt x="994" y="594"/>
                  </a:lnTo>
                  <a:lnTo>
                    <a:pt x="976" y="602"/>
                  </a:lnTo>
                  <a:lnTo>
                    <a:pt x="976" y="602"/>
                  </a:lnTo>
                  <a:lnTo>
                    <a:pt x="960" y="608"/>
                  </a:lnTo>
                  <a:lnTo>
                    <a:pt x="944" y="610"/>
                  </a:lnTo>
                  <a:lnTo>
                    <a:pt x="944" y="610"/>
                  </a:lnTo>
                  <a:lnTo>
                    <a:pt x="934" y="610"/>
                  </a:lnTo>
                  <a:lnTo>
                    <a:pt x="924" y="606"/>
                  </a:lnTo>
                  <a:lnTo>
                    <a:pt x="914" y="600"/>
                  </a:lnTo>
                  <a:lnTo>
                    <a:pt x="906" y="594"/>
                  </a:lnTo>
                  <a:lnTo>
                    <a:pt x="900" y="586"/>
                  </a:lnTo>
                  <a:lnTo>
                    <a:pt x="894" y="576"/>
                  </a:lnTo>
                  <a:lnTo>
                    <a:pt x="890" y="564"/>
                  </a:lnTo>
                  <a:lnTo>
                    <a:pt x="888" y="552"/>
                  </a:lnTo>
                  <a:lnTo>
                    <a:pt x="888" y="552"/>
                  </a:lnTo>
                  <a:lnTo>
                    <a:pt x="888" y="548"/>
                  </a:lnTo>
                  <a:lnTo>
                    <a:pt x="888" y="548"/>
                  </a:lnTo>
                  <a:lnTo>
                    <a:pt x="888" y="548"/>
                  </a:lnTo>
                  <a:lnTo>
                    <a:pt x="888" y="230"/>
                  </a:lnTo>
                  <a:lnTo>
                    <a:pt x="476" y="230"/>
                  </a:lnTo>
                  <a:lnTo>
                    <a:pt x="476" y="230"/>
                  </a:lnTo>
                  <a:lnTo>
                    <a:pt x="470" y="222"/>
                  </a:lnTo>
                  <a:lnTo>
                    <a:pt x="466" y="214"/>
                  </a:lnTo>
                  <a:lnTo>
                    <a:pt x="462" y="204"/>
                  </a:lnTo>
                  <a:lnTo>
                    <a:pt x="462" y="192"/>
                  </a:lnTo>
                  <a:lnTo>
                    <a:pt x="462" y="192"/>
                  </a:lnTo>
                  <a:lnTo>
                    <a:pt x="464" y="178"/>
                  </a:lnTo>
                  <a:lnTo>
                    <a:pt x="470" y="162"/>
                  </a:lnTo>
                  <a:lnTo>
                    <a:pt x="470" y="162"/>
                  </a:lnTo>
                  <a:lnTo>
                    <a:pt x="478" y="144"/>
                  </a:lnTo>
                  <a:lnTo>
                    <a:pt x="486" y="122"/>
                  </a:lnTo>
                  <a:lnTo>
                    <a:pt x="494" y="100"/>
                  </a:lnTo>
                  <a:lnTo>
                    <a:pt x="496" y="82"/>
                  </a:lnTo>
                  <a:lnTo>
                    <a:pt x="496" y="82"/>
                  </a:lnTo>
                  <a:lnTo>
                    <a:pt x="494" y="66"/>
                  </a:lnTo>
                  <a:lnTo>
                    <a:pt x="488" y="50"/>
                  </a:lnTo>
                  <a:lnTo>
                    <a:pt x="480" y="36"/>
                  </a:lnTo>
                  <a:lnTo>
                    <a:pt x="468" y="24"/>
                  </a:lnTo>
                  <a:lnTo>
                    <a:pt x="454" y="14"/>
                  </a:lnTo>
                  <a:lnTo>
                    <a:pt x="436" y="6"/>
                  </a:lnTo>
                  <a:lnTo>
                    <a:pt x="418" y="2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380" y="2"/>
                  </a:lnTo>
                  <a:lnTo>
                    <a:pt x="362" y="6"/>
                  </a:lnTo>
                  <a:lnTo>
                    <a:pt x="346" y="14"/>
                  </a:lnTo>
                  <a:lnTo>
                    <a:pt x="332" y="24"/>
                  </a:lnTo>
                  <a:lnTo>
                    <a:pt x="320" y="36"/>
                  </a:lnTo>
                  <a:lnTo>
                    <a:pt x="312" y="50"/>
                  </a:lnTo>
                  <a:lnTo>
                    <a:pt x="306" y="66"/>
                  </a:lnTo>
                  <a:lnTo>
                    <a:pt x="304" y="82"/>
                  </a:lnTo>
                  <a:lnTo>
                    <a:pt x="304" y="82"/>
                  </a:lnTo>
                  <a:lnTo>
                    <a:pt x="306" y="100"/>
                  </a:lnTo>
                  <a:lnTo>
                    <a:pt x="312" y="122"/>
                  </a:lnTo>
                  <a:lnTo>
                    <a:pt x="322" y="144"/>
                  </a:lnTo>
                  <a:lnTo>
                    <a:pt x="330" y="162"/>
                  </a:lnTo>
                  <a:lnTo>
                    <a:pt x="330" y="162"/>
                  </a:lnTo>
                  <a:lnTo>
                    <a:pt x="336" y="178"/>
                  </a:lnTo>
                  <a:lnTo>
                    <a:pt x="338" y="192"/>
                  </a:lnTo>
                  <a:lnTo>
                    <a:pt x="338" y="192"/>
                  </a:lnTo>
                  <a:lnTo>
                    <a:pt x="336" y="204"/>
                  </a:lnTo>
                  <a:lnTo>
                    <a:pt x="334" y="214"/>
                  </a:lnTo>
                  <a:lnTo>
                    <a:pt x="330" y="222"/>
                  </a:lnTo>
                  <a:lnTo>
                    <a:pt x="322" y="230"/>
                  </a:lnTo>
                  <a:lnTo>
                    <a:pt x="0" y="230"/>
                  </a:lnTo>
                  <a:lnTo>
                    <a:pt x="0" y="1116"/>
                  </a:lnTo>
                  <a:lnTo>
                    <a:pt x="324" y="1116"/>
                  </a:lnTo>
                  <a:lnTo>
                    <a:pt x="324" y="1116"/>
                  </a:lnTo>
                  <a:lnTo>
                    <a:pt x="330" y="1124"/>
                  </a:lnTo>
                  <a:lnTo>
                    <a:pt x="336" y="1132"/>
                  </a:lnTo>
                  <a:lnTo>
                    <a:pt x="338" y="1142"/>
                  </a:lnTo>
                  <a:lnTo>
                    <a:pt x="340" y="1152"/>
                  </a:lnTo>
                  <a:lnTo>
                    <a:pt x="340" y="1152"/>
                  </a:lnTo>
                  <a:lnTo>
                    <a:pt x="338" y="1166"/>
                  </a:lnTo>
                  <a:lnTo>
                    <a:pt x="332" y="1184"/>
                  </a:lnTo>
                  <a:lnTo>
                    <a:pt x="332" y="1184"/>
                  </a:lnTo>
                  <a:lnTo>
                    <a:pt x="324" y="1202"/>
                  </a:lnTo>
                  <a:lnTo>
                    <a:pt x="314" y="1224"/>
                  </a:lnTo>
                  <a:lnTo>
                    <a:pt x="308" y="1244"/>
                  </a:lnTo>
                  <a:lnTo>
                    <a:pt x="304" y="1262"/>
                  </a:lnTo>
                  <a:lnTo>
                    <a:pt x="304" y="1262"/>
                  </a:lnTo>
                  <a:lnTo>
                    <a:pt x="306" y="1280"/>
                  </a:lnTo>
                  <a:lnTo>
                    <a:pt x="312" y="1294"/>
                  </a:lnTo>
                  <a:lnTo>
                    <a:pt x="322" y="1308"/>
                  </a:lnTo>
                  <a:lnTo>
                    <a:pt x="334" y="1322"/>
                  </a:lnTo>
                  <a:lnTo>
                    <a:pt x="348" y="1332"/>
                  </a:lnTo>
                  <a:lnTo>
                    <a:pt x="364" y="1338"/>
                  </a:lnTo>
                  <a:lnTo>
                    <a:pt x="382" y="1344"/>
                  </a:lnTo>
                  <a:lnTo>
                    <a:pt x="402" y="1346"/>
                  </a:lnTo>
                  <a:lnTo>
                    <a:pt x="402" y="1346"/>
                  </a:lnTo>
                  <a:lnTo>
                    <a:pt x="420" y="1344"/>
                  </a:lnTo>
                  <a:lnTo>
                    <a:pt x="438" y="1338"/>
                  </a:lnTo>
                  <a:lnTo>
                    <a:pt x="454" y="1332"/>
                  </a:lnTo>
                  <a:lnTo>
                    <a:pt x="470" y="1322"/>
                  </a:lnTo>
                  <a:lnTo>
                    <a:pt x="480" y="1308"/>
                  </a:lnTo>
                  <a:lnTo>
                    <a:pt x="490" y="1294"/>
                  </a:lnTo>
                  <a:lnTo>
                    <a:pt x="496" y="1280"/>
                  </a:lnTo>
                  <a:lnTo>
                    <a:pt x="498" y="1262"/>
                  </a:lnTo>
                  <a:lnTo>
                    <a:pt x="498" y="1262"/>
                  </a:lnTo>
                  <a:lnTo>
                    <a:pt x="494" y="1244"/>
                  </a:lnTo>
                  <a:lnTo>
                    <a:pt x="488" y="1224"/>
                  </a:lnTo>
                  <a:lnTo>
                    <a:pt x="480" y="1202"/>
                  </a:lnTo>
                  <a:lnTo>
                    <a:pt x="470" y="1184"/>
                  </a:lnTo>
                  <a:lnTo>
                    <a:pt x="470" y="1184"/>
                  </a:lnTo>
                  <a:lnTo>
                    <a:pt x="464" y="1166"/>
                  </a:lnTo>
                  <a:lnTo>
                    <a:pt x="462" y="1152"/>
                  </a:lnTo>
                  <a:lnTo>
                    <a:pt x="462" y="1152"/>
                  </a:lnTo>
                  <a:lnTo>
                    <a:pt x="464" y="1142"/>
                  </a:lnTo>
                  <a:lnTo>
                    <a:pt x="466" y="1132"/>
                  </a:lnTo>
                  <a:lnTo>
                    <a:pt x="472" y="1124"/>
                  </a:lnTo>
                  <a:lnTo>
                    <a:pt x="478" y="1116"/>
                  </a:lnTo>
                  <a:lnTo>
                    <a:pt x="888" y="1116"/>
                  </a:lnTo>
                  <a:lnTo>
                    <a:pt x="888" y="796"/>
                  </a:lnTo>
                  <a:lnTo>
                    <a:pt x="888" y="796"/>
                  </a:lnTo>
                  <a:lnTo>
                    <a:pt x="888" y="796"/>
                  </a:lnTo>
                  <a:lnTo>
                    <a:pt x="888" y="796"/>
                  </a:lnTo>
                  <a:lnTo>
                    <a:pt x="890" y="782"/>
                  </a:lnTo>
                  <a:lnTo>
                    <a:pt x="894" y="770"/>
                  </a:lnTo>
                  <a:lnTo>
                    <a:pt x="900" y="760"/>
                  </a:lnTo>
                  <a:lnTo>
                    <a:pt x="906" y="750"/>
                  </a:lnTo>
                  <a:lnTo>
                    <a:pt x="914" y="744"/>
                  </a:lnTo>
                  <a:lnTo>
                    <a:pt x="924" y="738"/>
                  </a:lnTo>
                  <a:lnTo>
                    <a:pt x="934" y="734"/>
                  </a:lnTo>
                  <a:lnTo>
                    <a:pt x="944" y="734"/>
                  </a:lnTo>
                  <a:lnTo>
                    <a:pt x="944" y="734"/>
                  </a:lnTo>
                  <a:lnTo>
                    <a:pt x="960" y="736"/>
                  </a:lnTo>
                  <a:lnTo>
                    <a:pt x="976" y="742"/>
                  </a:lnTo>
                  <a:lnTo>
                    <a:pt x="976" y="742"/>
                  </a:lnTo>
                  <a:lnTo>
                    <a:pt x="994" y="750"/>
                  </a:lnTo>
                  <a:lnTo>
                    <a:pt x="1016" y="758"/>
                  </a:lnTo>
                  <a:lnTo>
                    <a:pt x="1038" y="766"/>
                  </a:lnTo>
                  <a:lnTo>
                    <a:pt x="1054" y="768"/>
                  </a:lnTo>
                  <a:lnTo>
                    <a:pt x="1054" y="768"/>
                  </a:lnTo>
                  <a:lnTo>
                    <a:pt x="1072" y="766"/>
                  </a:lnTo>
                  <a:lnTo>
                    <a:pt x="1088" y="760"/>
                  </a:lnTo>
                  <a:lnTo>
                    <a:pt x="1102" y="752"/>
                  </a:lnTo>
                  <a:lnTo>
                    <a:pt x="1114" y="740"/>
                  </a:lnTo>
                  <a:lnTo>
                    <a:pt x="1124" y="726"/>
                  </a:lnTo>
                  <a:lnTo>
                    <a:pt x="1132" y="710"/>
                  </a:lnTo>
                  <a:lnTo>
                    <a:pt x="1136" y="690"/>
                  </a:lnTo>
                  <a:lnTo>
                    <a:pt x="1138" y="672"/>
                  </a:lnTo>
                  <a:lnTo>
                    <a:pt x="1138" y="672"/>
                  </a:lnTo>
                  <a:lnTo>
                    <a:pt x="1136" y="652"/>
                  </a:lnTo>
                  <a:lnTo>
                    <a:pt x="1132" y="634"/>
                  </a:lnTo>
                  <a:lnTo>
                    <a:pt x="1124" y="618"/>
                  </a:lnTo>
                  <a:lnTo>
                    <a:pt x="1114" y="604"/>
                  </a:lnTo>
                  <a:lnTo>
                    <a:pt x="1102" y="592"/>
                  </a:lnTo>
                  <a:lnTo>
                    <a:pt x="1088" y="584"/>
                  </a:lnTo>
                  <a:lnTo>
                    <a:pt x="1072" y="578"/>
                  </a:lnTo>
                  <a:lnTo>
                    <a:pt x="1054" y="576"/>
                  </a:lnTo>
                  <a:lnTo>
                    <a:pt x="1054" y="5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b="1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5313446-3088-499C-8775-50483EC02091}"/>
                </a:ext>
              </a:extLst>
            </p:cNvPr>
            <p:cNvSpPr/>
            <p:nvPr/>
          </p:nvSpPr>
          <p:spPr>
            <a:xfrm>
              <a:off x="5407493" y="4973283"/>
              <a:ext cx="48282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 err="1">
                  <a:solidFill>
                    <a:schemeClr val="accent2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400" b="1" dirty="0">
                  <a:solidFill>
                    <a:schemeClr val="accent2"/>
                  </a:solidFill>
                  <a:latin typeface="Consolas" panose="020B0609020204030204" pitchFamily="49" charset="0"/>
                </a:rPr>
                <a:t>++</a:t>
              </a:r>
              <a:endParaRPr lang="en-US" sz="14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2333E3-251D-4E73-8B39-119CD6B9F8F5}"/>
              </a:ext>
            </a:extLst>
          </p:cNvPr>
          <p:cNvGrpSpPr/>
          <p:nvPr/>
        </p:nvGrpSpPr>
        <p:grpSpPr>
          <a:xfrm rot="873171">
            <a:off x="3795118" y="5148445"/>
            <a:ext cx="573682" cy="428480"/>
            <a:chOff x="4987925" y="5433346"/>
            <a:chExt cx="573682" cy="428480"/>
          </a:xfrm>
          <a:effectLst>
            <a:outerShdw dist="762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38E3E76-B0F7-476B-A2CF-1D757E44E80A}"/>
                </a:ext>
              </a:extLst>
            </p:cNvPr>
            <p:cNvSpPr>
              <a:spLocks/>
            </p:cNvSpPr>
            <p:nvPr/>
          </p:nvSpPr>
          <p:spPr bwMode="auto">
            <a:xfrm rot="193691">
              <a:off x="5012223" y="5433346"/>
              <a:ext cx="549384" cy="428480"/>
            </a:xfrm>
            <a:custGeom>
              <a:avLst/>
              <a:gdLst>
                <a:gd name="T0" fmla="*/ 1054 w 1136"/>
                <a:gd name="T1" fmla="*/ 528 h 886"/>
                <a:gd name="T2" fmla="*/ 1014 w 1136"/>
                <a:gd name="T3" fmla="*/ 518 h 886"/>
                <a:gd name="T4" fmla="*/ 974 w 1136"/>
                <a:gd name="T5" fmla="*/ 500 h 886"/>
                <a:gd name="T6" fmla="*/ 958 w 1136"/>
                <a:gd name="T7" fmla="*/ 494 h 886"/>
                <a:gd name="T8" fmla="*/ 944 w 1136"/>
                <a:gd name="T9" fmla="*/ 492 h 886"/>
                <a:gd name="T10" fmla="*/ 922 w 1136"/>
                <a:gd name="T11" fmla="*/ 496 h 886"/>
                <a:gd name="T12" fmla="*/ 906 w 1136"/>
                <a:gd name="T13" fmla="*/ 508 h 886"/>
                <a:gd name="T14" fmla="*/ 894 w 1136"/>
                <a:gd name="T15" fmla="*/ 528 h 886"/>
                <a:gd name="T16" fmla="*/ 888 w 1136"/>
                <a:gd name="T17" fmla="*/ 552 h 886"/>
                <a:gd name="T18" fmla="*/ 888 w 1136"/>
                <a:gd name="T19" fmla="*/ 554 h 886"/>
                <a:gd name="T20" fmla="*/ 886 w 1136"/>
                <a:gd name="T21" fmla="*/ 554 h 886"/>
                <a:gd name="T22" fmla="*/ 886 w 1136"/>
                <a:gd name="T23" fmla="*/ 560 h 886"/>
                <a:gd name="T24" fmla="*/ 886 w 1136"/>
                <a:gd name="T25" fmla="*/ 886 h 886"/>
                <a:gd name="T26" fmla="*/ 0 w 1136"/>
                <a:gd name="T27" fmla="*/ 0 h 886"/>
                <a:gd name="T28" fmla="*/ 278 w 1136"/>
                <a:gd name="T29" fmla="*/ 0 h 886"/>
                <a:gd name="T30" fmla="*/ 278 w 1136"/>
                <a:gd name="T31" fmla="*/ 6 h 886"/>
                <a:gd name="T32" fmla="*/ 278 w 1136"/>
                <a:gd name="T33" fmla="*/ 8 h 886"/>
                <a:gd name="T34" fmla="*/ 314 w 1136"/>
                <a:gd name="T35" fmla="*/ 0 h 886"/>
                <a:gd name="T36" fmla="*/ 324 w 1136"/>
                <a:gd name="T37" fmla="*/ 8 h 886"/>
                <a:gd name="T38" fmla="*/ 336 w 1136"/>
                <a:gd name="T39" fmla="*/ 32 h 886"/>
                <a:gd name="T40" fmla="*/ 338 w 1136"/>
                <a:gd name="T41" fmla="*/ 46 h 886"/>
                <a:gd name="T42" fmla="*/ 330 w 1136"/>
                <a:gd name="T43" fmla="*/ 76 h 886"/>
                <a:gd name="T44" fmla="*/ 322 w 1136"/>
                <a:gd name="T45" fmla="*/ 94 h 886"/>
                <a:gd name="T46" fmla="*/ 306 w 1136"/>
                <a:gd name="T47" fmla="*/ 138 h 886"/>
                <a:gd name="T48" fmla="*/ 304 w 1136"/>
                <a:gd name="T49" fmla="*/ 156 h 886"/>
                <a:gd name="T50" fmla="*/ 312 w 1136"/>
                <a:gd name="T51" fmla="*/ 188 h 886"/>
                <a:gd name="T52" fmla="*/ 332 w 1136"/>
                <a:gd name="T53" fmla="*/ 214 h 886"/>
                <a:gd name="T54" fmla="*/ 362 w 1136"/>
                <a:gd name="T55" fmla="*/ 232 h 886"/>
                <a:gd name="T56" fmla="*/ 400 w 1136"/>
                <a:gd name="T57" fmla="*/ 238 h 886"/>
                <a:gd name="T58" fmla="*/ 418 w 1136"/>
                <a:gd name="T59" fmla="*/ 236 h 886"/>
                <a:gd name="T60" fmla="*/ 454 w 1136"/>
                <a:gd name="T61" fmla="*/ 224 h 886"/>
                <a:gd name="T62" fmla="*/ 480 w 1136"/>
                <a:gd name="T63" fmla="*/ 202 h 886"/>
                <a:gd name="T64" fmla="*/ 494 w 1136"/>
                <a:gd name="T65" fmla="*/ 172 h 886"/>
                <a:gd name="T66" fmla="*/ 496 w 1136"/>
                <a:gd name="T67" fmla="*/ 156 h 886"/>
                <a:gd name="T68" fmla="*/ 486 w 1136"/>
                <a:gd name="T69" fmla="*/ 116 h 886"/>
                <a:gd name="T70" fmla="*/ 470 w 1136"/>
                <a:gd name="T71" fmla="*/ 76 h 886"/>
                <a:gd name="T72" fmla="*/ 464 w 1136"/>
                <a:gd name="T73" fmla="*/ 60 h 886"/>
                <a:gd name="T74" fmla="*/ 462 w 1136"/>
                <a:gd name="T75" fmla="*/ 46 h 886"/>
                <a:gd name="T76" fmla="*/ 468 w 1136"/>
                <a:gd name="T77" fmla="*/ 20 h 886"/>
                <a:gd name="T78" fmla="*/ 486 w 1136"/>
                <a:gd name="T79" fmla="*/ 0 h 886"/>
                <a:gd name="T80" fmla="*/ 886 w 1136"/>
                <a:gd name="T81" fmla="*/ 0 h 886"/>
                <a:gd name="T82" fmla="*/ 886 w 1136"/>
                <a:gd name="T83" fmla="*/ 300 h 886"/>
                <a:gd name="T84" fmla="*/ 886 w 1136"/>
                <a:gd name="T85" fmla="*/ 306 h 886"/>
                <a:gd name="T86" fmla="*/ 888 w 1136"/>
                <a:gd name="T87" fmla="*/ 308 h 886"/>
                <a:gd name="T88" fmla="*/ 892 w 1136"/>
                <a:gd name="T89" fmla="*/ 332 h 886"/>
                <a:gd name="T90" fmla="*/ 904 w 1136"/>
                <a:gd name="T91" fmla="*/ 352 h 886"/>
                <a:gd name="T92" fmla="*/ 922 w 1136"/>
                <a:gd name="T93" fmla="*/ 364 h 886"/>
                <a:gd name="T94" fmla="*/ 944 w 1136"/>
                <a:gd name="T95" fmla="*/ 368 h 886"/>
                <a:gd name="T96" fmla="*/ 958 w 1136"/>
                <a:gd name="T97" fmla="*/ 366 h 886"/>
                <a:gd name="T98" fmla="*/ 974 w 1136"/>
                <a:gd name="T99" fmla="*/ 362 h 886"/>
                <a:gd name="T100" fmla="*/ 1014 w 1136"/>
                <a:gd name="T101" fmla="*/ 344 h 886"/>
                <a:gd name="T102" fmla="*/ 1054 w 1136"/>
                <a:gd name="T103" fmla="*/ 334 h 886"/>
                <a:gd name="T104" fmla="*/ 1070 w 1136"/>
                <a:gd name="T105" fmla="*/ 336 h 886"/>
                <a:gd name="T106" fmla="*/ 1100 w 1136"/>
                <a:gd name="T107" fmla="*/ 350 h 886"/>
                <a:gd name="T108" fmla="*/ 1122 w 1136"/>
                <a:gd name="T109" fmla="*/ 378 h 886"/>
                <a:gd name="T110" fmla="*/ 1134 w 1136"/>
                <a:gd name="T111" fmla="*/ 412 h 886"/>
                <a:gd name="T112" fmla="*/ 1136 w 1136"/>
                <a:gd name="T113" fmla="*/ 432 h 886"/>
                <a:gd name="T114" fmla="*/ 1130 w 1136"/>
                <a:gd name="T115" fmla="*/ 468 h 886"/>
                <a:gd name="T116" fmla="*/ 1112 w 1136"/>
                <a:gd name="T117" fmla="*/ 498 h 886"/>
                <a:gd name="T118" fmla="*/ 1086 w 1136"/>
                <a:gd name="T119" fmla="*/ 520 h 886"/>
                <a:gd name="T120" fmla="*/ 1054 w 1136"/>
                <a:gd name="T121" fmla="*/ 52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6" h="886">
                  <a:moveTo>
                    <a:pt x="1054" y="528"/>
                  </a:moveTo>
                  <a:lnTo>
                    <a:pt x="1054" y="528"/>
                  </a:lnTo>
                  <a:lnTo>
                    <a:pt x="1036" y="524"/>
                  </a:lnTo>
                  <a:lnTo>
                    <a:pt x="1014" y="518"/>
                  </a:lnTo>
                  <a:lnTo>
                    <a:pt x="992" y="508"/>
                  </a:lnTo>
                  <a:lnTo>
                    <a:pt x="974" y="500"/>
                  </a:lnTo>
                  <a:lnTo>
                    <a:pt x="974" y="500"/>
                  </a:lnTo>
                  <a:lnTo>
                    <a:pt x="958" y="494"/>
                  </a:lnTo>
                  <a:lnTo>
                    <a:pt x="944" y="492"/>
                  </a:lnTo>
                  <a:lnTo>
                    <a:pt x="944" y="492"/>
                  </a:lnTo>
                  <a:lnTo>
                    <a:pt x="932" y="494"/>
                  </a:lnTo>
                  <a:lnTo>
                    <a:pt x="922" y="496"/>
                  </a:lnTo>
                  <a:lnTo>
                    <a:pt x="914" y="502"/>
                  </a:lnTo>
                  <a:lnTo>
                    <a:pt x="906" y="508"/>
                  </a:lnTo>
                  <a:lnTo>
                    <a:pt x="898" y="518"/>
                  </a:lnTo>
                  <a:lnTo>
                    <a:pt x="894" y="528"/>
                  </a:lnTo>
                  <a:lnTo>
                    <a:pt x="890" y="538"/>
                  </a:lnTo>
                  <a:lnTo>
                    <a:pt x="888" y="552"/>
                  </a:lnTo>
                  <a:lnTo>
                    <a:pt x="888" y="552"/>
                  </a:lnTo>
                  <a:lnTo>
                    <a:pt x="888" y="554"/>
                  </a:lnTo>
                  <a:lnTo>
                    <a:pt x="888" y="554"/>
                  </a:lnTo>
                  <a:lnTo>
                    <a:pt x="886" y="554"/>
                  </a:lnTo>
                  <a:lnTo>
                    <a:pt x="886" y="554"/>
                  </a:lnTo>
                  <a:lnTo>
                    <a:pt x="886" y="560"/>
                  </a:lnTo>
                  <a:lnTo>
                    <a:pt x="886" y="560"/>
                  </a:lnTo>
                  <a:lnTo>
                    <a:pt x="886" y="886"/>
                  </a:lnTo>
                  <a:lnTo>
                    <a:pt x="0" y="886"/>
                  </a:lnTo>
                  <a:lnTo>
                    <a:pt x="0" y="0"/>
                  </a:lnTo>
                  <a:lnTo>
                    <a:pt x="278" y="0"/>
                  </a:lnTo>
                  <a:lnTo>
                    <a:pt x="278" y="0"/>
                  </a:lnTo>
                  <a:lnTo>
                    <a:pt x="278" y="6"/>
                  </a:lnTo>
                  <a:lnTo>
                    <a:pt x="278" y="6"/>
                  </a:lnTo>
                  <a:lnTo>
                    <a:pt x="278" y="8"/>
                  </a:lnTo>
                  <a:lnTo>
                    <a:pt x="278" y="8"/>
                  </a:lnTo>
                  <a:lnTo>
                    <a:pt x="278" y="0"/>
                  </a:lnTo>
                  <a:lnTo>
                    <a:pt x="314" y="0"/>
                  </a:lnTo>
                  <a:lnTo>
                    <a:pt x="314" y="0"/>
                  </a:lnTo>
                  <a:lnTo>
                    <a:pt x="324" y="8"/>
                  </a:lnTo>
                  <a:lnTo>
                    <a:pt x="332" y="20"/>
                  </a:lnTo>
                  <a:lnTo>
                    <a:pt x="336" y="32"/>
                  </a:lnTo>
                  <a:lnTo>
                    <a:pt x="338" y="46"/>
                  </a:lnTo>
                  <a:lnTo>
                    <a:pt x="338" y="46"/>
                  </a:lnTo>
                  <a:lnTo>
                    <a:pt x="336" y="60"/>
                  </a:lnTo>
                  <a:lnTo>
                    <a:pt x="330" y="76"/>
                  </a:lnTo>
                  <a:lnTo>
                    <a:pt x="330" y="76"/>
                  </a:lnTo>
                  <a:lnTo>
                    <a:pt x="322" y="94"/>
                  </a:lnTo>
                  <a:lnTo>
                    <a:pt x="314" y="116"/>
                  </a:lnTo>
                  <a:lnTo>
                    <a:pt x="306" y="138"/>
                  </a:lnTo>
                  <a:lnTo>
                    <a:pt x="304" y="156"/>
                  </a:lnTo>
                  <a:lnTo>
                    <a:pt x="304" y="156"/>
                  </a:lnTo>
                  <a:lnTo>
                    <a:pt x="306" y="172"/>
                  </a:lnTo>
                  <a:lnTo>
                    <a:pt x="312" y="188"/>
                  </a:lnTo>
                  <a:lnTo>
                    <a:pt x="320" y="202"/>
                  </a:lnTo>
                  <a:lnTo>
                    <a:pt x="332" y="214"/>
                  </a:lnTo>
                  <a:lnTo>
                    <a:pt x="346" y="224"/>
                  </a:lnTo>
                  <a:lnTo>
                    <a:pt x="362" y="232"/>
                  </a:lnTo>
                  <a:lnTo>
                    <a:pt x="380" y="236"/>
                  </a:lnTo>
                  <a:lnTo>
                    <a:pt x="400" y="238"/>
                  </a:lnTo>
                  <a:lnTo>
                    <a:pt x="400" y="238"/>
                  </a:lnTo>
                  <a:lnTo>
                    <a:pt x="418" y="236"/>
                  </a:lnTo>
                  <a:lnTo>
                    <a:pt x="436" y="232"/>
                  </a:lnTo>
                  <a:lnTo>
                    <a:pt x="454" y="224"/>
                  </a:lnTo>
                  <a:lnTo>
                    <a:pt x="468" y="214"/>
                  </a:lnTo>
                  <a:lnTo>
                    <a:pt x="480" y="202"/>
                  </a:lnTo>
                  <a:lnTo>
                    <a:pt x="488" y="188"/>
                  </a:lnTo>
                  <a:lnTo>
                    <a:pt x="494" y="172"/>
                  </a:lnTo>
                  <a:lnTo>
                    <a:pt x="496" y="156"/>
                  </a:lnTo>
                  <a:lnTo>
                    <a:pt x="496" y="156"/>
                  </a:lnTo>
                  <a:lnTo>
                    <a:pt x="494" y="138"/>
                  </a:lnTo>
                  <a:lnTo>
                    <a:pt x="486" y="116"/>
                  </a:lnTo>
                  <a:lnTo>
                    <a:pt x="478" y="94"/>
                  </a:lnTo>
                  <a:lnTo>
                    <a:pt x="470" y="76"/>
                  </a:lnTo>
                  <a:lnTo>
                    <a:pt x="470" y="76"/>
                  </a:lnTo>
                  <a:lnTo>
                    <a:pt x="464" y="60"/>
                  </a:lnTo>
                  <a:lnTo>
                    <a:pt x="462" y="46"/>
                  </a:lnTo>
                  <a:lnTo>
                    <a:pt x="462" y="46"/>
                  </a:lnTo>
                  <a:lnTo>
                    <a:pt x="464" y="32"/>
                  </a:lnTo>
                  <a:lnTo>
                    <a:pt x="468" y="20"/>
                  </a:lnTo>
                  <a:lnTo>
                    <a:pt x="476" y="8"/>
                  </a:lnTo>
                  <a:lnTo>
                    <a:pt x="486" y="0"/>
                  </a:lnTo>
                  <a:lnTo>
                    <a:pt x="886" y="0"/>
                  </a:lnTo>
                  <a:lnTo>
                    <a:pt x="886" y="0"/>
                  </a:lnTo>
                  <a:lnTo>
                    <a:pt x="886" y="300"/>
                  </a:lnTo>
                  <a:lnTo>
                    <a:pt x="886" y="300"/>
                  </a:lnTo>
                  <a:lnTo>
                    <a:pt x="886" y="306"/>
                  </a:lnTo>
                  <a:lnTo>
                    <a:pt x="886" y="306"/>
                  </a:lnTo>
                  <a:lnTo>
                    <a:pt x="888" y="308"/>
                  </a:lnTo>
                  <a:lnTo>
                    <a:pt x="888" y="308"/>
                  </a:lnTo>
                  <a:lnTo>
                    <a:pt x="890" y="320"/>
                  </a:lnTo>
                  <a:lnTo>
                    <a:pt x="892" y="332"/>
                  </a:lnTo>
                  <a:lnTo>
                    <a:pt x="898" y="344"/>
                  </a:lnTo>
                  <a:lnTo>
                    <a:pt x="904" y="352"/>
                  </a:lnTo>
                  <a:lnTo>
                    <a:pt x="912" y="360"/>
                  </a:lnTo>
                  <a:lnTo>
                    <a:pt x="922" y="364"/>
                  </a:lnTo>
                  <a:lnTo>
                    <a:pt x="932" y="368"/>
                  </a:lnTo>
                  <a:lnTo>
                    <a:pt x="944" y="368"/>
                  </a:lnTo>
                  <a:lnTo>
                    <a:pt x="944" y="368"/>
                  </a:lnTo>
                  <a:lnTo>
                    <a:pt x="958" y="366"/>
                  </a:lnTo>
                  <a:lnTo>
                    <a:pt x="974" y="362"/>
                  </a:lnTo>
                  <a:lnTo>
                    <a:pt x="974" y="362"/>
                  </a:lnTo>
                  <a:lnTo>
                    <a:pt x="992" y="352"/>
                  </a:lnTo>
                  <a:lnTo>
                    <a:pt x="1014" y="344"/>
                  </a:lnTo>
                  <a:lnTo>
                    <a:pt x="1036" y="338"/>
                  </a:lnTo>
                  <a:lnTo>
                    <a:pt x="1054" y="334"/>
                  </a:lnTo>
                  <a:lnTo>
                    <a:pt x="1054" y="334"/>
                  </a:lnTo>
                  <a:lnTo>
                    <a:pt x="1070" y="336"/>
                  </a:lnTo>
                  <a:lnTo>
                    <a:pt x="1086" y="342"/>
                  </a:lnTo>
                  <a:lnTo>
                    <a:pt x="1100" y="350"/>
                  </a:lnTo>
                  <a:lnTo>
                    <a:pt x="1112" y="362"/>
                  </a:lnTo>
                  <a:lnTo>
                    <a:pt x="1122" y="378"/>
                  </a:lnTo>
                  <a:lnTo>
                    <a:pt x="1130" y="394"/>
                  </a:lnTo>
                  <a:lnTo>
                    <a:pt x="1134" y="412"/>
                  </a:lnTo>
                  <a:lnTo>
                    <a:pt x="1136" y="432"/>
                  </a:lnTo>
                  <a:lnTo>
                    <a:pt x="1136" y="432"/>
                  </a:lnTo>
                  <a:lnTo>
                    <a:pt x="1134" y="450"/>
                  </a:lnTo>
                  <a:lnTo>
                    <a:pt x="1130" y="468"/>
                  </a:lnTo>
                  <a:lnTo>
                    <a:pt x="1122" y="484"/>
                  </a:lnTo>
                  <a:lnTo>
                    <a:pt x="1112" y="498"/>
                  </a:lnTo>
                  <a:lnTo>
                    <a:pt x="1100" y="510"/>
                  </a:lnTo>
                  <a:lnTo>
                    <a:pt x="1086" y="520"/>
                  </a:lnTo>
                  <a:lnTo>
                    <a:pt x="1070" y="526"/>
                  </a:lnTo>
                  <a:lnTo>
                    <a:pt x="1054" y="528"/>
                  </a:lnTo>
                  <a:lnTo>
                    <a:pt x="1054" y="5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b="1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E3D2E37-4F64-43C9-84EE-32326A40B0E5}"/>
                </a:ext>
              </a:extLst>
            </p:cNvPr>
            <p:cNvSpPr/>
            <p:nvPr/>
          </p:nvSpPr>
          <p:spPr>
            <a:xfrm>
              <a:off x="4987925" y="5517634"/>
              <a:ext cx="489174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4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i</a:t>
              </a:r>
              <a:r>
                <a:rPr lang="en-US" sz="14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)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EB33FDC-F5D7-48CD-802C-9510E0FFAF1F}"/>
              </a:ext>
            </a:extLst>
          </p:cNvPr>
          <p:cNvGrpSpPr/>
          <p:nvPr/>
        </p:nvGrpSpPr>
        <p:grpSpPr>
          <a:xfrm rot="20293411">
            <a:off x="2438400" y="5159908"/>
            <a:ext cx="583259" cy="428480"/>
            <a:chOff x="1612733" y="4912931"/>
            <a:chExt cx="583259" cy="428480"/>
          </a:xfrm>
          <a:effectLst>
            <a:outerShdw dist="762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1BEE1455-ADB7-4316-8163-AC34F09DAD63}"/>
                </a:ext>
              </a:extLst>
            </p:cNvPr>
            <p:cNvSpPr>
              <a:spLocks/>
            </p:cNvSpPr>
            <p:nvPr/>
          </p:nvSpPr>
          <p:spPr bwMode="auto">
            <a:xfrm rot="21408831">
              <a:off x="1646608" y="4912931"/>
              <a:ext cx="549384" cy="428480"/>
            </a:xfrm>
            <a:custGeom>
              <a:avLst/>
              <a:gdLst>
                <a:gd name="T0" fmla="*/ 1054 w 1136"/>
                <a:gd name="T1" fmla="*/ 358 h 886"/>
                <a:gd name="T2" fmla="*/ 1014 w 1136"/>
                <a:gd name="T3" fmla="*/ 368 h 886"/>
                <a:gd name="T4" fmla="*/ 974 w 1136"/>
                <a:gd name="T5" fmla="*/ 386 h 886"/>
                <a:gd name="T6" fmla="*/ 958 w 1136"/>
                <a:gd name="T7" fmla="*/ 392 h 886"/>
                <a:gd name="T8" fmla="*/ 944 w 1136"/>
                <a:gd name="T9" fmla="*/ 394 h 886"/>
                <a:gd name="T10" fmla="*/ 922 w 1136"/>
                <a:gd name="T11" fmla="*/ 388 h 886"/>
                <a:gd name="T12" fmla="*/ 906 w 1136"/>
                <a:gd name="T13" fmla="*/ 378 h 886"/>
                <a:gd name="T14" fmla="*/ 894 w 1136"/>
                <a:gd name="T15" fmla="*/ 358 h 886"/>
                <a:gd name="T16" fmla="*/ 888 w 1136"/>
                <a:gd name="T17" fmla="*/ 334 h 886"/>
                <a:gd name="T18" fmla="*/ 888 w 1136"/>
                <a:gd name="T19" fmla="*/ 332 h 886"/>
                <a:gd name="T20" fmla="*/ 886 w 1136"/>
                <a:gd name="T21" fmla="*/ 332 h 886"/>
                <a:gd name="T22" fmla="*/ 886 w 1136"/>
                <a:gd name="T23" fmla="*/ 326 h 886"/>
                <a:gd name="T24" fmla="*/ 886 w 1136"/>
                <a:gd name="T25" fmla="*/ 0 h 886"/>
                <a:gd name="T26" fmla="*/ 0 w 1136"/>
                <a:gd name="T27" fmla="*/ 886 h 886"/>
                <a:gd name="T28" fmla="*/ 278 w 1136"/>
                <a:gd name="T29" fmla="*/ 886 h 886"/>
                <a:gd name="T30" fmla="*/ 278 w 1136"/>
                <a:gd name="T31" fmla="*/ 880 h 886"/>
                <a:gd name="T32" fmla="*/ 278 w 1136"/>
                <a:gd name="T33" fmla="*/ 878 h 886"/>
                <a:gd name="T34" fmla="*/ 314 w 1136"/>
                <a:gd name="T35" fmla="*/ 886 h 886"/>
                <a:gd name="T36" fmla="*/ 324 w 1136"/>
                <a:gd name="T37" fmla="*/ 878 h 886"/>
                <a:gd name="T38" fmla="*/ 336 w 1136"/>
                <a:gd name="T39" fmla="*/ 854 h 886"/>
                <a:gd name="T40" fmla="*/ 338 w 1136"/>
                <a:gd name="T41" fmla="*/ 840 h 886"/>
                <a:gd name="T42" fmla="*/ 330 w 1136"/>
                <a:gd name="T43" fmla="*/ 810 h 886"/>
                <a:gd name="T44" fmla="*/ 322 w 1136"/>
                <a:gd name="T45" fmla="*/ 792 h 886"/>
                <a:gd name="T46" fmla="*/ 306 w 1136"/>
                <a:gd name="T47" fmla="*/ 748 h 886"/>
                <a:gd name="T48" fmla="*/ 304 w 1136"/>
                <a:gd name="T49" fmla="*/ 730 h 886"/>
                <a:gd name="T50" fmla="*/ 312 w 1136"/>
                <a:gd name="T51" fmla="*/ 698 h 886"/>
                <a:gd name="T52" fmla="*/ 332 w 1136"/>
                <a:gd name="T53" fmla="*/ 672 h 886"/>
                <a:gd name="T54" fmla="*/ 362 w 1136"/>
                <a:gd name="T55" fmla="*/ 654 h 886"/>
                <a:gd name="T56" fmla="*/ 400 w 1136"/>
                <a:gd name="T57" fmla="*/ 648 h 886"/>
                <a:gd name="T58" fmla="*/ 418 w 1136"/>
                <a:gd name="T59" fmla="*/ 650 h 886"/>
                <a:gd name="T60" fmla="*/ 454 w 1136"/>
                <a:gd name="T61" fmla="*/ 662 h 886"/>
                <a:gd name="T62" fmla="*/ 480 w 1136"/>
                <a:gd name="T63" fmla="*/ 684 h 886"/>
                <a:gd name="T64" fmla="*/ 494 w 1136"/>
                <a:gd name="T65" fmla="*/ 714 h 886"/>
                <a:gd name="T66" fmla="*/ 496 w 1136"/>
                <a:gd name="T67" fmla="*/ 730 h 886"/>
                <a:gd name="T68" fmla="*/ 486 w 1136"/>
                <a:gd name="T69" fmla="*/ 770 h 886"/>
                <a:gd name="T70" fmla="*/ 470 w 1136"/>
                <a:gd name="T71" fmla="*/ 810 h 886"/>
                <a:gd name="T72" fmla="*/ 464 w 1136"/>
                <a:gd name="T73" fmla="*/ 826 h 886"/>
                <a:gd name="T74" fmla="*/ 462 w 1136"/>
                <a:gd name="T75" fmla="*/ 840 h 886"/>
                <a:gd name="T76" fmla="*/ 468 w 1136"/>
                <a:gd name="T77" fmla="*/ 866 h 886"/>
                <a:gd name="T78" fmla="*/ 486 w 1136"/>
                <a:gd name="T79" fmla="*/ 886 h 886"/>
                <a:gd name="T80" fmla="*/ 886 w 1136"/>
                <a:gd name="T81" fmla="*/ 886 h 886"/>
                <a:gd name="T82" fmla="*/ 886 w 1136"/>
                <a:gd name="T83" fmla="*/ 586 h 886"/>
                <a:gd name="T84" fmla="*/ 886 w 1136"/>
                <a:gd name="T85" fmla="*/ 580 h 886"/>
                <a:gd name="T86" fmla="*/ 888 w 1136"/>
                <a:gd name="T87" fmla="*/ 578 h 886"/>
                <a:gd name="T88" fmla="*/ 892 w 1136"/>
                <a:gd name="T89" fmla="*/ 552 h 886"/>
                <a:gd name="T90" fmla="*/ 904 w 1136"/>
                <a:gd name="T91" fmla="*/ 534 h 886"/>
                <a:gd name="T92" fmla="*/ 922 w 1136"/>
                <a:gd name="T93" fmla="*/ 522 h 886"/>
                <a:gd name="T94" fmla="*/ 944 w 1136"/>
                <a:gd name="T95" fmla="*/ 516 h 886"/>
                <a:gd name="T96" fmla="*/ 958 w 1136"/>
                <a:gd name="T97" fmla="*/ 518 h 886"/>
                <a:gd name="T98" fmla="*/ 974 w 1136"/>
                <a:gd name="T99" fmla="*/ 524 h 886"/>
                <a:gd name="T100" fmla="*/ 1014 w 1136"/>
                <a:gd name="T101" fmla="*/ 542 h 886"/>
                <a:gd name="T102" fmla="*/ 1054 w 1136"/>
                <a:gd name="T103" fmla="*/ 552 h 886"/>
                <a:gd name="T104" fmla="*/ 1070 w 1136"/>
                <a:gd name="T105" fmla="*/ 550 h 886"/>
                <a:gd name="T106" fmla="*/ 1100 w 1136"/>
                <a:gd name="T107" fmla="*/ 534 h 886"/>
                <a:gd name="T108" fmla="*/ 1122 w 1136"/>
                <a:gd name="T109" fmla="*/ 508 h 886"/>
                <a:gd name="T110" fmla="*/ 1134 w 1136"/>
                <a:gd name="T111" fmla="*/ 474 h 886"/>
                <a:gd name="T112" fmla="*/ 1136 w 1136"/>
                <a:gd name="T113" fmla="*/ 454 h 886"/>
                <a:gd name="T114" fmla="*/ 1130 w 1136"/>
                <a:gd name="T115" fmla="*/ 418 h 886"/>
                <a:gd name="T116" fmla="*/ 1112 w 1136"/>
                <a:gd name="T117" fmla="*/ 386 h 886"/>
                <a:gd name="T118" fmla="*/ 1086 w 1136"/>
                <a:gd name="T119" fmla="*/ 366 h 886"/>
                <a:gd name="T120" fmla="*/ 1054 w 1136"/>
                <a:gd name="T121" fmla="*/ 35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6" h="886">
                  <a:moveTo>
                    <a:pt x="1054" y="358"/>
                  </a:moveTo>
                  <a:lnTo>
                    <a:pt x="1054" y="358"/>
                  </a:lnTo>
                  <a:lnTo>
                    <a:pt x="1036" y="362"/>
                  </a:lnTo>
                  <a:lnTo>
                    <a:pt x="1014" y="368"/>
                  </a:lnTo>
                  <a:lnTo>
                    <a:pt x="992" y="376"/>
                  </a:lnTo>
                  <a:lnTo>
                    <a:pt x="974" y="386"/>
                  </a:lnTo>
                  <a:lnTo>
                    <a:pt x="974" y="386"/>
                  </a:lnTo>
                  <a:lnTo>
                    <a:pt x="958" y="392"/>
                  </a:lnTo>
                  <a:lnTo>
                    <a:pt x="944" y="394"/>
                  </a:lnTo>
                  <a:lnTo>
                    <a:pt x="944" y="394"/>
                  </a:lnTo>
                  <a:lnTo>
                    <a:pt x="932" y="392"/>
                  </a:lnTo>
                  <a:lnTo>
                    <a:pt x="922" y="388"/>
                  </a:lnTo>
                  <a:lnTo>
                    <a:pt x="914" y="384"/>
                  </a:lnTo>
                  <a:lnTo>
                    <a:pt x="906" y="378"/>
                  </a:lnTo>
                  <a:lnTo>
                    <a:pt x="898" y="368"/>
                  </a:lnTo>
                  <a:lnTo>
                    <a:pt x="894" y="358"/>
                  </a:lnTo>
                  <a:lnTo>
                    <a:pt x="890" y="348"/>
                  </a:lnTo>
                  <a:lnTo>
                    <a:pt x="888" y="334"/>
                  </a:lnTo>
                  <a:lnTo>
                    <a:pt x="888" y="334"/>
                  </a:lnTo>
                  <a:lnTo>
                    <a:pt x="888" y="332"/>
                  </a:lnTo>
                  <a:lnTo>
                    <a:pt x="888" y="332"/>
                  </a:lnTo>
                  <a:lnTo>
                    <a:pt x="886" y="332"/>
                  </a:lnTo>
                  <a:lnTo>
                    <a:pt x="886" y="332"/>
                  </a:lnTo>
                  <a:lnTo>
                    <a:pt x="886" y="326"/>
                  </a:lnTo>
                  <a:lnTo>
                    <a:pt x="886" y="326"/>
                  </a:lnTo>
                  <a:lnTo>
                    <a:pt x="886" y="0"/>
                  </a:lnTo>
                  <a:lnTo>
                    <a:pt x="0" y="0"/>
                  </a:lnTo>
                  <a:lnTo>
                    <a:pt x="0" y="886"/>
                  </a:lnTo>
                  <a:lnTo>
                    <a:pt x="278" y="886"/>
                  </a:lnTo>
                  <a:lnTo>
                    <a:pt x="278" y="886"/>
                  </a:lnTo>
                  <a:lnTo>
                    <a:pt x="278" y="880"/>
                  </a:lnTo>
                  <a:lnTo>
                    <a:pt x="278" y="880"/>
                  </a:lnTo>
                  <a:lnTo>
                    <a:pt x="278" y="878"/>
                  </a:lnTo>
                  <a:lnTo>
                    <a:pt x="278" y="878"/>
                  </a:lnTo>
                  <a:lnTo>
                    <a:pt x="278" y="886"/>
                  </a:lnTo>
                  <a:lnTo>
                    <a:pt x="314" y="886"/>
                  </a:lnTo>
                  <a:lnTo>
                    <a:pt x="314" y="886"/>
                  </a:lnTo>
                  <a:lnTo>
                    <a:pt x="324" y="878"/>
                  </a:lnTo>
                  <a:lnTo>
                    <a:pt x="332" y="866"/>
                  </a:lnTo>
                  <a:lnTo>
                    <a:pt x="336" y="854"/>
                  </a:lnTo>
                  <a:lnTo>
                    <a:pt x="338" y="840"/>
                  </a:lnTo>
                  <a:lnTo>
                    <a:pt x="338" y="840"/>
                  </a:lnTo>
                  <a:lnTo>
                    <a:pt x="336" y="826"/>
                  </a:lnTo>
                  <a:lnTo>
                    <a:pt x="330" y="810"/>
                  </a:lnTo>
                  <a:lnTo>
                    <a:pt x="330" y="810"/>
                  </a:lnTo>
                  <a:lnTo>
                    <a:pt x="322" y="792"/>
                  </a:lnTo>
                  <a:lnTo>
                    <a:pt x="314" y="770"/>
                  </a:lnTo>
                  <a:lnTo>
                    <a:pt x="306" y="748"/>
                  </a:lnTo>
                  <a:lnTo>
                    <a:pt x="304" y="730"/>
                  </a:lnTo>
                  <a:lnTo>
                    <a:pt x="304" y="730"/>
                  </a:lnTo>
                  <a:lnTo>
                    <a:pt x="306" y="714"/>
                  </a:lnTo>
                  <a:lnTo>
                    <a:pt x="312" y="698"/>
                  </a:lnTo>
                  <a:lnTo>
                    <a:pt x="320" y="684"/>
                  </a:lnTo>
                  <a:lnTo>
                    <a:pt x="332" y="672"/>
                  </a:lnTo>
                  <a:lnTo>
                    <a:pt x="346" y="662"/>
                  </a:lnTo>
                  <a:lnTo>
                    <a:pt x="362" y="654"/>
                  </a:lnTo>
                  <a:lnTo>
                    <a:pt x="380" y="650"/>
                  </a:lnTo>
                  <a:lnTo>
                    <a:pt x="400" y="648"/>
                  </a:lnTo>
                  <a:lnTo>
                    <a:pt x="400" y="648"/>
                  </a:lnTo>
                  <a:lnTo>
                    <a:pt x="418" y="650"/>
                  </a:lnTo>
                  <a:lnTo>
                    <a:pt x="436" y="654"/>
                  </a:lnTo>
                  <a:lnTo>
                    <a:pt x="454" y="662"/>
                  </a:lnTo>
                  <a:lnTo>
                    <a:pt x="468" y="672"/>
                  </a:lnTo>
                  <a:lnTo>
                    <a:pt x="480" y="684"/>
                  </a:lnTo>
                  <a:lnTo>
                    <a:pt x="488" y="698"/>
                  </a:lnTo>
                  <a:lnTo>
                    <a:pt x="494" y="714"/>
                  </a:lnTo>
                  <a:lnTo>
                    <a:pt x="496" y="730"/>
                  </a:lnTo>
                  <a:lnTo>
                    <a:pt x="496" y="730"/>
                  </a:lnTo>
                  <a:lnTo>
                    <a:pt x="494" y="748"/>
                  </a:lnTo>
                  <a:lnTo>
                    <a:pt x="486" y="770"/>
                  </a:lnTo>
                  <a:lnTo>
                    <a:pt x="478" y="792"/>
                  </a:lnTo>
                  <a:lnTo>
                    <a:pt x="470" y="810"/>
                  </a:lnTo>
                  <a:lnTo>
                    <a:pt x="470" y="810"/>
                  </a:lnTo>
                  <a:lnTo>
                    <a:pt x="464" y="826"/>
                  </a:lnTo>
                  <a:lnTo>
                    <a:pt x="462" y="840"/>
                  </a:lnTo>
                  <a:lnTo>
                    <a:pt x="462" y="840"/>
                  </a:lnTo>
                  <a:lnTo>
                    <a:pt x="464" y="854"/>
                  </a:lnTo>
                  <a:lnTo>
                    <a:pt x="468" y="866"/>
                  </a:lnTo>
                  <a:lnTo>
                    <a:pt x="476" y="878"/>
                  </a:lnTo>
                  <a:lnTo>
                    <a:pt x="486" y="886"/>
                  </a:lnTo>
                  <a:lnTo>
                    <a:pt x="886" y="886"/>
                  </a:lnTo>
                  <a:lnTo>
                    <a:pt x="886" y="886"/>
                  </a:lnTo>
                  <a:lnTo>
                    <a:pt x="886" y="586"/>
                  </a:lnTo>
                  <a:lnTo>
                    <a:pt x="886" y="586"/>
                  </a:lnTo>
                  <a:lnTo>
                    <a:pt x="886" y="580"/>
                  </a:lnTo>
                  <a:lnTo>
                    <a:pt x="886" y="580"/>
                  </a:lnTo>
                  <a:lnTo>
                    <a:pt x="888" y="578"/>
                  </a:lnTo>
                  <a:lnTo>
                    <a:pt x="888" y="578"/>
                  </a:lnTo>
                  <a:lnTo>
                    <a:pt x="890" y="564"/>
                  </a:lnTo>
                  <a:lnTo>
                    <a:pt x="892" y="552"/>
                  </a:lnTo>
                  <a:lnTo>
                    <a:pt x="898" y="542"/>
                  </a:lnTo>
                  <a:lnTo>
                    <a:pt x="904" y="534"/>
                  </a:lnTo>
                  <a:lnTo>
                    <a:pt x="912" y="526"/>
                  </a:lnTo>
                  <a:lnTo>
                    <a:pt x="922" y="522"/>
                  </a:lnTo>
                  <a:lnTo>
                    <a:pt x="932" y="518"/>
                  </a:lnTo>
                  <a:lnTo>
                    <a:pt x="944" y="516"/>
                  </a:lnTo>
                  <a:lnTo>
                    <a:pt x="944" y="516"/>
                  </a:lnTo>
                  <a:lnTo>
                    <a:pt x="958" y="518"/>
                  </a:lnTo>
                  <a:lnTo>
                    <a:pt x="974" y="524"/>
                  </a:lnTo>
                  <a:lnTo>
                    <a:pt x="974" y="524"/>
                  </a:lnTo>
                  <a:lnTo>
                    <a:pt x="992" y="534"/>
                  </a:lnTo>
                  <a:lnTo>
                    <a:pt x="1014" y="542"/>
                  </a:lnTo>
                  <a:lnTo>
                    <a:pt x="1036" y="548"/>
                  </a:lnTo>
                  <a:lnTo>
                    <a:pt x="1054" y="552"/>
                  </a:lnTo>
                  <a:lnTo>
                    <a:pt x="1054" y="552"/>
                  </a:lnTo>
                  <a:lnTo>
                    <a:pt x="1070" y="550"/>
                  </a:lnTo>
                  <a:lnTo>
                    <a:pt x="1086" y="544"/>
                  </a:lnTo>
                  <a:lnTo>
                    <a:pt x="1100" y="534"/>
                  </a:lnTo>
                  <a:lnTo>
                    <a:pt x="1112" y="522"/>
                  </a:lnTo>
                  <a:lnTo>
                    <a:pt x="1122" y="508"/>
                  </a:lnTo>
                  <a:lnTo>
                    <a:pt x="1130" y="492"/>
                  </a:lnTo>
                  <a:lnTo>
                    <a:pt x="1134" y="474"/>
                  </a:lnTo>
                  <a:lnTo>
                    <a:pt x="1136" y="454"/>
                  </a:lnTo>
                  <a:lnTo>
                    <a:pt x="1136" y="454"/>
                  </a:lnTo>
                  <a:lnTo>
                    <a:pt x="1134" y="436"/>
                  </a:lnTo>
                  <a:lnTo>
                    <a:pt x="1130" y="418"/>
                  </a:lnTo>
                  <a:lnTo>
                    <a:pt x="1122" y="402"/>
                  </a:lnTo>
                  <a:lnTo>
                    <a:pt x="1112" y="386"/>
                  </a:lnTo>
                  <a:lnTo>
                    <a:pt x="1100" y="376"/>
                  </a:lnTo>
                  <a:lnTo>
                    <a:pt x="1086" y="366"/>
                  </a:lnTo>
                  <a:lnTo>
                    <a:pt x="1070" y="360"/>
                  </a:lnTo>
                  <a:lnTo>
                    <a:pt x="1054" y="358"/>
                  </a:lnTo>
                  <a:lnTo>
                    <a:pt x="1054" y="358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b="1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47233BF-76E7-4429-915B-7FF417C6E50B}"/>
                </a:ext>
              </a:extLst>
            </p:cNvPr>
            <p:cNvSpPr/>
            <p:nvPr/>
          </p:nvSpPr>
          <p:spPr>
            <a:xfrm>
              <a:off x="1612733" y="4935659"/>
              <a:ext cx="48282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for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E2A26AF-3C7E-4083-8F1A-6AF0555CAC6F}"/>
              </a:ext>
            </a:extLst>
          </p:cNvPr>
          <p:cNvGrpSpPr/>
          <p:nvPr/>
        </p:nvGrpSpPr>
        <p:grpSpPr>
          <a:xfrm flipH="1">
            <a:off x="7585073" y="3385456"/>
            <a:ext cx="1675041" cy="1997249"/>
            <a:chOff x="8922185" y="-386741"/>
            <a:chExt cx="1675041" cy="1997249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17018A9-DA7F-41CF-8F50-7B9FFE0B9C9F}"/>
                </a:ext>
              </a:extLst>
            </p:cNvPr>
            <p:cNvSpPr/>
            <p:nvPr/>
          </p:nvSpPr>
          <p:spPr>
            <a:xfrm>
              <a:off x="9369423" y="103953"/>
              <a:ext cx="221150" cy="265380"/>
            </a:xfrm>
            <a:custGeom>
              <a:avLst/>
              <a:gdLst>
                <a:gd name="connsiteX0" fmla="*/ 14854 w 190500"/>
                <a:gd name="connsiteY0" fmla="*/ 0 h 228600"/>
                <a:gd name="connsiteX1" fmla="*/ 4377 w 190500"/>
                <a:gd name="connsiteY1" fmla="*/ 168593 h 228600"/>
                <a:gd name="connsiteX2" fmla="*/ 97721 w 190500"/>
                <a:gd name="connsiteY2" fmla="*/ 232410 h 228600"/>
                <a:gd name="connsiteX3" fmla="*/ 198686 w 190500"/>
                <a:gd name="connsiteY3" fmla="*/ 155258 h 228600"/>
                <a:gd name="connsiteX4" fmla="*/ 171064 w 190500"/>
                <a:gd name="connsiteY4" fmla="*/ 116205 h 228600"/>
                <a:gd name="connsiteX5" fmla="*/ 171064 w 190500"/>
                <a:gd name="connsiteY5" fmla="*/ 39053 h 228600"/>
                <a:gd name="connsiteX6" fmla="*/ 14854 w 190500"/>
                <a:gd name="connsiteY6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0" h="228600">
                  <a:moveTo>
                    <a:pt x="14854" y="0"/>
                  </a:moveTo>
                  <a:cubicBezTo>
                    <a:pt x="14854" y="0"/>
                    <a:pt x="24379" y="143828"/>
                    <a:pt x="4377" y="168593"/>
                  </a:cubicBezTo>
                  <a:cubicBezTo>
                    <a:pt x="-16579" y="193358"/>
                    <a:pt x="41524" y="232410"/>
                    <a:pt x="97721" y="232410"/>
                  </a:cubicBezTo>
                  <a:cubicBezTo>
                    <a:pt x="153919" y="232410"/>
                    <a:pt x="198686" y="155258"/>
                    <a:pt x="198686" y="155258"/>
                  </a:cubicBezTo>
                  <a:cubicBezTo>
                    <a:pt x="198686" y="155258"/>
                    <a:pt x="171064" y="156210"/>
                    <a:pt x="171064" y="116205"/>
                  </a:cubicBezTo>
                  <a:cubicBezTo>
                    <a:pt x="171064" y="76200"/>
                    <a:pt x="171064" y="39053"/>
                    <a:pt x="171064" y="39053"/>
                  </a:cubicBezTo>
                  <a:lnTo>
                    <a:pt x="14854" y="0"/>
                  </a:lnTo>
                  <a:close/>
                </a:path>
              </a:pathLst>
            </a:custGeom>
            <a:solidFill>
              <a:srgbClr val="F9D0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0052BC-C669-4558-9F26-5645F3639E25}"/>
                </a:ext>
              </a:extLst>
            </p:cNvPr>
            <p:cNvSpPr/>
            <p:nvPr/>
          </p:nvSpPr>
          <p:spPr>
            <a:xfrm>
              <a:off x="9297422" y="-225560"/>
              <a:ext cx="398071" cy="398071"/>
            </a:xfrm>
            <a:custGeom>
              <a:avLst/>
              <a:gdLst>
                <a:gd name="connsiteX0" fmla="*/ 108309 w 342900"/>
                <a:gd name="connsiteY0" fmla="*/ 307657 h 342900"/>
                <a:gd name="connsiteX1" fmla="*/ 342624 w 342900"/>
                <a:gd name="connsiteY1" fmla="*/ 276225 h 342900"/>
                <a:gd name="connsiteX2" fmla="*/ 328336 w 342900"/>
                <a:gd name="connsiteY2" fmla="*/ 0 h 342900"/>
                <a:gd name="connsiteX3" fmla="*/ 3534 w 342900"/>
                <a:gd name="connsiteY3" fmla="*/ 43815 h 342900"/>
                <a:gd name="connsiteX4" fmla="*/ 108309 w 342900"/>
                <a:gd name="connsiteY4" fmla="*/ 307657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900" h="342900">
                  <a:moveTo>
                    <a:pt x="108309" y="307657"/>
                  </a:moveTo>
                  <a:cubicBezTo>
                    <a:pt x="108309" y="307657"/>
                    <a:pt x="336909" y="413385"/>
                    <a:pt x="342624" y="276225"/>
                  </a:cubicBezTo>
                  <a:cubicBezTo>
                    <a:pt x="348339" y="139065"/>
                    <a:pt x="328336" y="0"/>
                    <a:pt x="328336" y="0"/>
                  </a:cubicBezTo>
                  <a:lnTo>
                    <a:pt x="3534" y="43815"/>
                  </a:lnTo>
                  <a:cubicBezTo>
                    <a:pt x="3534" y="43815"/>
                    <a:pt x="-29804" y="279082"/>
                    <a:pt x="108309" y="307657"/>
                  </a:cubicBezTo>
                  <a:close/>
                </a:path>
              </a:pathLst>
            </a:custGeom>
            <a:solidFill>
              <a:srgbClr val="F9D0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43C256E-02C1-4BA1-BA50-6120A6B4E6DD}"/>
                </a:ext>
              </a:extLst>
            </p:cNvPr>
            <p:cNvSpPr/>
            <p:nvPr/>
          </p:nvSpPr>
          <p:spPr>
            <a:xfrm>
              <a:off x="9515551" y="167830"/>
              <a:ext cx="66345" cy="121633"/>
            </a:xfrm>
            <a:custGeom>
              <a:avLst/>
              <a:gdLst>
                <a:gd name="connsiteX0" fmla="*/ 65191 w 57150"/>
                <a:gd name="connsiteY0" fmla="*/ 99282 h 104775"/>
                <a:gd name="connsiteX1" fmla="*/ 45189 w 57150"/>
                <a:gd name="connsiteY1" fmla="*/ 62134 h 104775"/>
                <a:gd name="connsiteX2" fmla="*/ 45189 w 57150"/>
                <a:gd name="connsiteY2" fmla="*/ 5937 h 104775"/>
                <a:gd name="connsiteX3" fmla="*/ 7089 w 57150"/>
                <a:gd name="connsiteY3" fmla="*/ 222 h 104775"/>
                <a:gd name="connsiteX4" fmla="*/ 50904 w 57150"/>
                <a:gd name="connsiteY4" fmla="*/ 105949 h 104775"/>
                <a:gd name="connsiteX5" fmla="*/ 65191 w 57150"/>
                <a:gd name="connsiteY5" fmla="*/ 9928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150" h="104775">
                  <a:moveTo>
                    <a:pt x="65191" y="99282"/>
                  </a:moveTo>
                  <a:cubicBezTo>
                    <a:pt x="57571" y="96424"/>
                    <a:pt x="45189" y="87852"/>
                    <a:pt x="45189" y="62134"/>
                  </a:cubicBezTo>
                  <a:cubicBezTo>
                    <a:pt x="45189" y="41179"/>
                    <a:pt x="45189" y="20224"/>
                    <a:pt x="45189" y="5937"/>
                  </a:cubicBezTo>
                  <a:cubicBezTo>
                    <a:pt x="45189" y="5937"/>
                    <a:pt x="27091" y="4984"/>
                    <a:pt x="7089" y="222"/>
                  </a:cubicBezTo>
                  <a:cubicBezTo>
                    <a:pt x="-12914" y="-5493"/>
                    <a:pt x="11851" y="101187"/>
                    <a:pt x="50904" y="105949"/>
                  </a:cubicBezTo>
                  <a:cubicBezTo>
                    <a:pt x="58524" y="106902"/>
                    <a:pt x="62334" y="104044"/>
                    <a:pt x="65191" y="99282"/>
                  </a:cubicBezTo>
                  <a:close/>
                </a:path>
              </a:pathLst>
            </a:custGeom>
            <a:solidFill>
              <a:srgbClr val="FA8579">
                <a:alpha val="34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B107943-544D-4950-A12F-3627AF956D5C}"/>
                </a:ext>
              </a:extLst>
            </p:cNvPr>
            <p:cNvSpPr/>
            <p:nvPr/>
          </p:nvSpPr>
          <p:spPr>
            <a:xfrm>
              <a:off x="9179540" y="-386741"/>
              <a:ext cx="552876" cy="552876"/>
            </a:xfrm>
            <a:custGeom>
              <a:avLst/>
              <a:gdLst>
                <a:gd name="connsiteX0" fmla="*/ 402258 w 476250"/>
                <a:gd name="connsiteY0" fmla="*/ 19779 h 476250"/>
                <a:gd name="connsiteX1" fmla="*/ 193660 w 476250"/>
                <a:gd name="connsiteY1" fmla="*/ 37877 h 476250"/>
                <a:gd name="connsiteX2" fmla="*/ 2208 w 476250"/>
                <a:gd name="connsiteY2" fmla="*/ 203612 h 476250"/>
                <a:gd name="connsiteX3" fmla="*/ 188898 w 476250"/>
                <a:gd name="connsiteY3" fmla="*/ 476979 h 476250"/>
                <a:gd name="connsiteX4" fmla="*/ 224140 w 476250"/>
                <a:gd name="connsiteY4" fmla="*/ 483647 h 476250"/>
                <a:gd name="connsiteX5" fmla="*/ 342250 w 476250"/>
                <a:gd name="connsiteY5" fmla="*/ 403637 h 476250"/>
                <a:gd name="connsiteX6" fmla="*/ 349870 w 476250"/>
                <a:gd name="connsiteY6" fmla="*/ 385539 h 476250"/>
                <a:gd name="connsiteX7" fmla="*/ 346060 w 476250"/>
                <a:gd name="connsiteY7" fmla="*/ 381729 h 476250"/>
                <a:gd name="connsiteX8" fmla="*/ 284148 w 476250"/>
                <a:gd name="connsiteY8" fmla="*/ 313149 h 476250"/>
                <a:gd name="connsiteX9" fmla="*/ 318438 w 476250"/>
                <a:gd name="connsiteY9" fmla="*/ 260762 h 476250"/>
                <a:gd name="connsiteX10" fmla="*/ 373683 w 476250"/>
                <a:gd name="connsiteY10" fmla="*/ 290289 h 476250"/>
                <a:gd name="connsiteX11" fmla="*/ 404163 w 476250"/>
                <a:gd name="connsiteY11" fmla="*/ 184562 h 476250"/>
                <a:gd name="connsiteX12" fmla="*/ 404163 w 476250"/>
                <a:gd name="connsiteY12" fmla="*/ 143604 h 476250"/>
                <a:gd name="connsiteX13" fmla="*/ 477505 w 476250"/>
                <a:gd name="connsiteY13" fmla="*/ 196944 h 476250"/>
                <a:gd name="connsiteX14" fmla="*/ 402258 w 476250"/>
                <a:gd name="connsiteY14" fmla="*/ 19779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6250" h="476250">
                  <a:moveTo>
                    <a:pt x="402258" y="19779"/>
                  </a:moveTo>
                  <a:cubicBezTo>
                    <a:pt x="303198" y="-33561"/>
                    <a:pt x="193660" y="37877"/>
                    <a:pt x="193660" y="37877"/>
                  </a:cubicBezTo>
                  <a:cubicBezTo>
                    <a:pt x="40308" y="729"/>
                    <a:pt x="2208" y="203612"/>
                    <a:pt x="2208" y="203612"/>
                  </a:cubicBezTo>
                  <a:cubicBezTo>
                    <a:pt x="-13032" y="279812"/>
                    <a:pt x="50785" y="422687"/>
                    <a:pt x="188898" y="476979"/>
                  </a:cubicBezTo>
                  <a:cubicBezTo>
                    <a:pt x="199375" y="480789"/>
                    <a:pt x="211758" y="483647"/>
                    <a:pt x="224140" y="483647"/>
                  </a:cubicBezTo>
                  <a:cubicBezTo>
                    <a:pt x="275575" y="484599"/>
                    <a:pt x="322248" y="452214"/>
                    <a:pt x="342250" y="403637"/>
                  </a:cubicBezTo>
                  <a:lnTo>
                    <a:pt x="349870" y="385539"/>
                  </a:lnTo>
                  <a:cubicBezTo>
                    <a:pt x="349870" y="383634"/>
                    <a:pt x="347965" y="381729"/>
                    <a:pt x="346060" y="381729"/>
                  </a:cubicBezTo>
                  <a:cubicBezTo>
                    <a:pt x="333678" y="379824"/>
                    <a:pt x="292720" y="368394"/>
                    <a:pt x="284148" y="313149"/>
                  </a:cubicBezTo>
                  <a:cubicBezTo>
                    <a:pt x="284148" y="313149"/>
                    <a:pt x="278433" y="262667"/>
                    <a:pt x="318438" y="260762"/>
                  </a:cubicBezTo>
                  <a:cubicBezTo>
                    <a:pt x="358443" y="258857"/>
                    <a:pt x="373683" y="290289"/>
                    <a:pt x="373683" y="290289"/>
                  </a:cubicBezTo>
                  <a:cubicBezTo>
                    <a:pt x="373683" y="290289"/>
                    <a:pt x="404163" y="255999"/>
                    <a:pt x="404163" y="184562"/>
                  </a:cubicBezTo>
                  <a:lnTo>
                    <a:pt x="404163" y="143604"/>
                  </a:lnTo>
                  <a:cubicBezTo>
                    <a:pt x="412735" y="166464"/>
                    <a:pt x="477505" y="196944"/>
                    <a:pt x="477505" y="196944"/>
                  </a:cubicBezTo>
                  <a:cubicBezTo>
                    <a:pt x="477505" y="196944"/>
                    <a:pt x="497508" y="70262"/>
                    <a:pt x="402258" y="19779"/>
                  </a:cubicBezTo>
                  <a:close/>
                </a:path>
              </a:pathLst>
            </a:custGeom>
            <a:solidFill>
              <a:srgbClr val="3B234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B887D5A-8254-4487-907F-7A4AFA618273}"/>
                </a:ext>
              </a:extLst>
            </p:cNvPr>
            <p:cNvSpPr/>
            <p:nvPr/>
          </p:nvSpPr>
          <p:spPr>
            <a:xfrm>
              <a:off x="10431363" y="-208063"/>
              <a:ext cx="165863" cy="276438"/>
            </a:xfrm>
            <a:custGeom>
              <a:avLst/>
              <a:gdLst>
                <a:gd name="connsiteX0" fmla="*/ 207 w 142875"/>
                <a:gd name="connsiteY0" fmla="*/ 203050 h 238125"/>
                <a:gd name="connsiteX1" fmla="*/ 31639 w 142875"/>
                <a:gd name="connsiteY1" fmla="*/ 93513 h 238125"/>
                <a:gd name="connsiteX2" fmla="*/ 102124 w 142875"/>
                <a:gd name="connsiteY2" fmla="*/ 168 h 238125"/>
                <a:gd name="connsiteX3" fmla="*/ 84027 w 142875"/>
                <a:gd name="connsiteY3" fmla="*/ 83988 h 238125"/>
                <a:gd name="connsiteX4" fmla="*/ 113554 w 142875"/>
                <a:gd name="connsiteY4" fmla="*/ 106848 h 238125"/>
                <a:gd name="connsiteX5" fmla="*/ 135462 w 142875"/>
                <a:gd name="connsiteY5" fmla="*/ 130660 h 238125"/>
                <a:gd name="connsiteX6" fmla="*/ 141177 w 142875"/>
                <a:gd name="connsiteY6" fmla="*/ 163045 h 238125"/>
                <a:gd name="connsiteX7" fmla="*/ 83074 w 142875"/>
                <a:gd name="connsiteY7" fmla="*/ 238293 h 238125"/>
                <a:gd name="connsiteX8" fmla="*/ 207 w 142875"/>
                <a:gd name="connsiteY8" fmla="*/ 203050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875" h="238125">
                  <a:moveTo>
                    <a:pt x="207" y="203050"/>
                  </a:moveTo>
                  <a:cubicBezTo>
                    <a:pt x="207" y="203050"/>
                    <a:pt x="-4556" y="102085"/>
                    <a:pt x="31639" y="93513"/>
                  </a:cubicBezTo>
                  <a:cubicBezTo>
                    <a:pt x="31639" y="93513"/>
                    <a:pt x="87837" y="-4595"/>
                    <a:pt x="102124" y="168"/>
                  </a:cubicBezTo>
                  <a:cubicBezTo>
                    <a:pt x="116412" y="5883"/>
                    <a:pt x="84027" y="83988"/>
                    <a:pt x="84027" y="83988"/>
                  </a:cubicBezTo>
                  <a:cubicBezTo>
                    <a:pt x="84027" y="83988"/>
                    <a:pt x="110697" y="83035"/>
                    <a:pt x="113554" y="106848"/>
                  </a:cubicBezTo>
                  <a:cubicBezTo>
                    <a:pt x="113554" y="106848"/>
                    <a:pt x="135462" y="118278"/>
                    <a:pt x="135462" y="130660"/>
                  </a:cubicBezTo>
                  <a:cubicBezTo>
                    <a:pt x="135462" y="130660"/>
                    <a:pt x="150702" y="144948"/>
                    <a:pt x="141177" y="163045"/>
                  </a:cubicBezTo>
                  <a:cubicBezTo>
                    <a:pt x="131652" y="181143"/>
                    <a:pt x="83074" y="238293"/>
                    <a:pt x="83074" y="238293"/>
                  </a:cubicBezTo>
                  <a:lnTo>
                    <a:pt x="207" y="203050"/>
                  </a:lnTo>
                  <a:close/>
                </a:path>
              </a:pathLst>
            </a:custGeom>
            <a:solidFill>
              <a:srgbClr val="F9D0C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C85E003-285F-4E1E-9EF6-5BFEBD55A849}"/>
                </a:ext>
              </a:extLst>
            </p:cNvPr>
            <p:cNvSpPr/>
            <p:nvPr/>
          </p:nvSpPr>
          <p:spPr>
            <a:xfrm>
              <a:off x="9735396" y="16599"/>
              <a:ext cx="807199" cy="597106"/>
            </a:xfrm>
            <a:custGeom>
              <a:avLst/>
              <a:gdLst>
                <a:gd name="connsiteX0" fmla="*/ 22500 w 695325"/>
                <a:gd name="connsiteY0" fmla="*/ 220980 h 514350"/>
                <a:gd name="connsiteX1" fmla="*/ 394928 w 695325"/>
                <a:gd name="connsiteY1" fmla="*/ 305753 h 514350"/>
                <a:gd name="connsiteX2" fmla="*/ 591143 w 695325"/>
                <a:gd name="connsiteY2" fmla="*/ 0 h 514350"/>
                <a:gd name="connsiteX3" fmla="*/ 698775 w 695325"/>
                <a:gd name="connsiteY3" fmla="*/ 35242 h 514350"/>
                <a:gd name="connsiteX4" fmla="*/ 497798 w 695325"/>
                <a:gd name="connsiteY4" fmla="*/ 459105 h 514350"/>
                <a:gd name="connsiteX5" fmla="*/ 413978 w 695325"/>
                <a:gd name="connsiteY5" fmla="*/ 509588 h 514350"/>
                <a:gd name="connsiteX6" fmla="*/ 52028 w 695325"/>
                <a:gd name="connsiteY6" fmla="*/ 506730 h 514350"/>
                <a:gd name="connsiteX7" fmla="*/ 22500 w 695325"/>
                <a:gd name="connsiteY7" fmla="*/ 220980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5325" h="514350">
                  <a:moveTo>
                    <a:pt x="22500" y="220980"/>
                  </a:moveTo>
                  <a:cubicBezTo>
                    <a:pt x="22500" y="220980"/>
                    <a:pt x="177758" y="233363"/>
                    <a:pt x="394928" y="305753"/>
                  </a:cubicBezTo>
                  <a:cubicBezTo>
                    <a:pt x="394928" y="305753"/>
                    <a:pt x="533040" y="119063"/>
                    <a:pt x="591143" y="0"/>
                  </a:cubicBezTo>
                  <a:lnTo>
                    <a:pt x="698775" y="35242"/>
                  </a:lnTo>
                  <a:cubicBezTo>
                    <a:pt x="698775" y="35242"/>
                    <a:pt x="588285" y="305753"/>
                    <a:pt x="497798" y="459105"/>
                  </a:cubicBezTo>
                  <a:cubicBezTo>
                    <a:pt x="480653" y="488633"/>
                    <a:pt x="448268" y="507683"/>
                    <a:pt x="413978" y="509588"/>
                  </a:cubicBezTo>
                  <a:cubicBezTo>
                    <a:pt x="318728" y="514350"/>
                    <a:pt x="123465" y="521017"/>
                    <a:pt x="52028" y="506730"/>
                  </a:cubicBezTo>
                  <a:cubicBezTo>
                    <a:pt x="-44175" y="488633"/>
                    <a:pt x="22500" y="220980"/>
                    <a:pt x="22500" y="22098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6E867AC-F5C5-4319-8E8D-C7038B16D66A}"/>
                </a:ext>
              </a:extLst>
            </p:cNvPr>
            <p:cNvSpPr/>
            <p:nvPr/>
          </p:nvSpPr>
          <p:spPr>
            <a:xfrm>
              <a:off x="8922185" y="332844"/>
              <a:ext cx="265380" cy="884601"/>
            </a:xfrm>
            <a:custGeom>
              <a:avLst/>
              <a:gdLst>
                <a:gd name="connsiteX0" fmla="*/ 200082 w 228600"/>
                <a:gd name="connsiteY0" fmla="*/ 0 h 762000"/>
                <a:gd name="connsiteX1" fmla="*/ 87687 w 228600"/>
                <a:gd name="connsiteY1" fmla="*/ 155257 h 762000"/>
                <a:gd name="connsiteX2" fmla="*/ 57207 w 228600"/>
                <a:gd name="connsiteY2" fmla="*/ 728662 h 762000"/>
                <a:gd name="connsiteX3" fmla="*/ 237229 w 228600"/>
                <a:gd name="connsiteY3" fmla="*/ 761048 h 762000"/>
                <a:gd name="connsiteX4" fmla="*/ 200082 w 228600"/>
                <a:gd name="connsiteY4" fmla="*/ 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" h="762000">
                  <a:moveTo>
                    <a:pt x="200082" y="0"/>
                  </a:moveTo>
                  <a:cubicBezTo>
                    <a:pt x="200082" y="0"/>
                    <a:pt x="113404" y="39052"/>
                    <a:pt x="87687" y="155257"/>
                  </a:cubicBezTo>
                  <a:cubicBezTo>
                    <a:pt x="61969" y="272415"/>
                    <a:pt x="-76143" y="666750"/>
                    <a:pt x="57207" y="728662"/>
                  </a:cubicBezTo>
                  <a:cubicBezTo>
                    <a:pt x="190557" y="790575"/>
                    <a:pt x="237229" y="761048"/>
                    <a:pt x="237229" y="761048"/>
                  </a:cubicBezTo>
                  <a:lnTo>
                    <a:pt x="200082" y="0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7C4037D-2CAF-4207-82DD-05CE7D390214}"/>
                </a:ext>
              </a:extLst>
            </p:cNvPr>
            <p:cNvSpPr/>
            <p:nvPr/>
          </p:nvSpPr>
          <p:spPr>
            <a:xfrm>
              <a:off x="9115374" y="272548"/>
              <a:ext cx="807199" cy="1337960"/>
            </a:xfrm>
            <a:custGeom>
              <a:avLst/>
              <a:gdLst>
                <a:gd name="connsiteX0" fmla="*/ 573735 w 695325"/>
                <a:gd name="connsiteY0" fmla="*/ 2409 h 1152525"/>
                <a:gd name="connsiteX1" fmla="*/ 696608 w 695325"/>
                <a:gd name="connsiteY1" fmla="*/ 1081592 h 1152525"/>
                <a:gd name="connsiteX2" fmla="*/ 46050 w 695325"/>
                <a:gd name="connsiteY2" fmla="*/ 1134932 h 1152525"/>
                <a:gd name="connsiteX3" fmla="*/ 25096 w 695325"/>
                <a:gd name="connsiteY3" fmla="*/ 670112 h 1152525"/>
                <a:gd name="connsiteX4" fmla="*/ 331 w 695325"/>
                <a:gd name="connsiteY4" fmla="*/ 123376 h 1152525"/>
                <a:gd name="connsiteX5" fmla="*/ 67958 w 695325"/>
                <a:gd name="connsiteY5" fmla="*/ 35746 h 1152525"/>
                <a:gd name="connsiteX6" fmla="*/ 573735 w 695325"/>
                <a:gd name="connsiteY6" fmla="*/ 2409 h 115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5325" h="1152525">
                  <a:moveTo>
                    <a:pt x="573735" y="2409"/>
                  </a:moveTo>
                  <a:cubicBezTo>
                    <a:pt x="641363" y="10029"/>
                    <a:pt x="713753" y="1006344"/>
                    <a:pt x="696608" y="1081592"/>
                  </a:cubicBezTo>
                  <a:cubicBezTo>
                    <a:pt x="673748" y="1184462"/>
                    <a:pt x="82246" y="1164459"/>
                    <a:pt x="46050" y="1134932"/>
                  </a:cubicBezTo>
                  <a:cubicBezTo>
                    <a:pt x="-3479" y="1094926"/>
                    <a:pt x="25096" y="1066351"/>
                    <a:pt x="25096" y="670112"/>
                  </a:cubicBezTo>
                  <a:cubicBezTo>
                    <a:pt x="25096" y="274824"/>
                    <a:pt x="331" y="123376"/>
                    <a:pt x="331" y="123376"/>
                  </a:cubicBezTo>
                  <a:cubicBezTo>
                    <a:pt x="-3479" y="81466"/>
                    <a:pt x="26048" y="43366"/>
                    <a:pt x="67958" y="35746"/>
                  </a:cubicBezTo>
                  <a:cubicBezTo>
                    <a:pt x="111773" y="29079"/>
                    <a:pt x="465150" y="-9974"/>
                    <a:pt x="573735" y="240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73875CE-17BC-4BCA-831A-596B73851EFD}"/>
                </a:ext>
              </a:extLst>
            </p:cNvPr>
            <p:cNvSpPr/>
            <p:nvPr/>
          </p:nvSpPr>
          <p:spPr>
            <a:xfrm>
              <a:off x="9134556" y="614810"/>
              <a:ext cx="442301" cy="995177"/>
            </a:xfrm>
            <a:custGeom>
              <a:avLst/>
              <a:gdLst>
                <a:gd name="connsiteX0" fmla="*/ 0 w 381000"/>
                <a:gd name="connsiteY0" fmla="*/ 0 h 857250"/>
                <a:gd name="connsiteX1" fmla="*/ 0 w 381000"/>
                <a:gd name="connsiteY1" fmla="*/ 0 h 857250"/>
                <a:gd name="connsiteX2" fmla="*/ 9525 w 381000"/>
                <a:gd name="connsiteY2" fmla="*/ 375285 h 857250"/>
                <a:gd name="connsiteX3" fmla="*/ 30480 w 381000"/>
                <a:gd name="connsiteY3" fmla="*/ 840105 h 857250"/>
                <a:gd name="connsiteX4" fmla="*/ 384810 w 381000"/>
                <a:gd name="connsiteY4" fmla="*/ 862013 h 857250"/>
                <a:gd name="connsiteX5" fmla="*/ 0 w 381000"/>
                <a:gd name="connsiteY5" fmla="*/ 0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00" h="857250">
                  <a:moveTo>
                    <a:pt x="0" y="0"/>
                  </a:moveTo>
                  <a:lnTo>
                    <a:pt x="0" y="0"/>
                  </a:lnTo>
                  <a:cubicBezTo>
                    <a:pt x="4763" y="86678"/>
                    <a:pt x="9525" y="209550"/>
                    <a:pt x="9525" y="375285"/>
                  </a:cubicBezTo>
                  <a:cubicBezTo>
                    <a:pt x="9525" y="770573"/>
                    <a:pt x="-19050" y="799148"/>
                    <a:pt x="30480" y="840105"/>
                  </a:cubicBezTo>
                  <a:cubicBezTo>
                    <a:pt x="49530" y="855345"/>
                    <a:pt x="221933" y="868680"/>
                    <a:pt x="384810" y="862013"/>
                  </a:cubicBezTo>
                  <a:cubicBezTo>
                    <a:pt x="91440" y="78486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>
                <a:alpha val="16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4451A9B-1DCB-4889-B4A9-C738E82E6361}"/>
                </a:ext>
              </a:extLst>
            </p:cNvPr>
            <p:cNvSpPr/>
            <p:nvPr/>
          </p:nvSpPr>
          <p:spPr>
            <a:xfrm>
              <a:off x="9374504" y="224118"/>
              <a:ext cx="210093" cy="88460"/>
            </a:xfrm>
            <a:custGeom>
              <a:avLst/>
              <a:gdLst>
                <a:gd name="connsiteX0" fmla="*/ 0 w 180975"/>
                <a:gd name="connsiteY0" fmla="*/ 65082 h 76200"/>
                <a:gd name="connsiteX1" fmla="*/ 3810 w 180975"/>
                <a:gd name="connsiteY1" fmla="*/ 12695 h 76200"/>
                <a:gd name="connsiteX2" fmla="*/ 179070 w 180975"/>
                <a:gd name="connsiteY2" fmla="*/ 2217 h 76200"/>
                <a:gd name="connsiteX3" fmla="*/ 186690 w 180975"/>
                <a:gd name="connsiteY3" fmla="*/ 45080 h 76200"/>
                <a:gd name="connsiteX4" fmla="*/ 0 w 180975"/>
                <a:gd name="connsiteY4" fmla="*/ 65082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975" h="76200">
                  <a:moveTo>
                    <a:pt x="0" y="65082"/>
                  </a:moveTo>
                  <a:lnTo>
                    <a:pt x="3810" y="12695"/>
                  </a:lnTo>
                  <a:cubicBezTo>
                    <a:pt x="3810" y="12695"/>
                    <a:pt x="93345" y="-6355"/>
                    <a:pt x="179070" y="2217"/>
                  </a:cubicBezTo>
                  <a:lnTo>
                    <a:pt x="186690" y="45080"/>
                  </a:lnTo>
                  <a:cubicBezTo>
                    <a:pt x="186690" y="45080"/>
                    <a:pt x="102870" y="116517"/>
                    <a:pt x="0" y="65082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accent1">
                    <a:lumMod val="20000"/>
                    <a:lumOff val="8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128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81B779-7F1A-4654-968A-99CA054D82BB}"/>
              </a:ext>
            </a:extLst>
          </p:cNvPr>
          <p:cNvSpPr/>
          <p:nvPr/>
        </p:nvSpPr>
        <p:spPr>
          <a:xfrm>
            <a:off x="2251588" y="711738"/>
            <a:ext cx="76888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Binary </a:t>
            </a:r>
            <a:r>
              <a:rPr lang="en-US" sz="3600" dirty="0">
                <a:solidFill>
                  <a:schemeClr val="accent1"/>
                </a:solidFill>
                <a:latin typeface="Ubuntu" panose="020B0504030602030204" pitchFamily="34" charset="0"/>
              </a:rPr>
              <a:t>tree</a:t>
            </a:r>
            <a:endParaRPr lang="en-US" sz="3600" b="1" dirty="0">
              <a:solidFill>
                <a:schemeClr val="accent1"/>
              </a:solidFill>
              <a:latin typeface="Ubuntu" panose="020B0504030602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31B65E-4B96-4AB4-AE86-4F3DB4207630}"/>
              </a:ext>
            </a:extLst>
          </p:cNvPr>
          <p:cNvSpPr/>
          <p:nvPr/>
        </p:nvSpPr>
        <p:spPr>
          <a:xfrm>
            <a:off x="2225672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A8AD1D-CEE7-4BC1-A16A-93E51CCF4205}"/>
              </a:ext>
            </a:extLst>
          </p:cNvPr>
          <p:cNvSpPr/>
          <p:nvPr/>
        </p:nvSpPr>
        <p:spPr>
          <a:xfrm>
            <a:off x="2748186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38129B-96D4-44EB-A98C-73DF90501A4C}"/>
              </a:ext>
            </a:extLst>
          </p:cNvPr>
          <p:cNvSpPr/>
          <p:nvPr/>
        </p:nvSpPr>
        <p:spPr>
          <a:xfrm>
            <a:off x="3270700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FF8D54-8399-46D9-924D-779F06A7947B}"/>
              </a:ext>
            </a:extLst>
          </p:cNvPr>
          <p:cNvSpPr/>
          <p:nvPr/>
        </p:nvSpPr>
        <p:spPr>
          <a:xfrm>
            <a:off x="3793214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9ACB47-E22E-4329-AC9F-C2685B6EBFE9}"/>
              </a:ext>
            </a:extLst>
          </p:cNvPr>
          <p:cNvSpPr/>
          <p:nvPr/>
        </p:nvSpPr>
        <p:spPr>
          <a:xfrm>
            <a:off x="4315728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A009C8-B936-4B04-85C2-83296402A69F}"/>
              </a:ext>
            </a:extLst>
          </p:cNvPr>
          <p:cNvSpPr/>
          <p:nvPr/>
        </p:nvSpPr>
        <p:spPr>
          <a:xfrm>
            <a:off x="4838242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F7EBBE-EE37-49FB-B44C-5354BC032249}"/>
              </a:ext>
            </a:extLst>
          </p:cNvPr>
          <p:cNvSpPr/>
          <p:nvPr/>
        </p:nvSpPr>
        <p:spPr>
          <a:xfrm>
            <a:off x="5360756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27EA0D-F4C7-4B2E-B023-F7034E1027DD}"/>
              </a:ext>
            </a:extLst>
          </p:cNvPr>
          <p:cNvSpPr/>
          <p:nvPr/>
        </p:nvSpPr>
        <p:spPr>
          <a:xfrm>
            <a:off x="5883270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C98AB58-1AD2-4145-8E77-61C98D4B276F}"/>
              </a:ext>
            </a:extLst>
          </p:cNvPr>
          <p:cNvSpPr/>
          <p:nvPr/>
        </p:nvSpPr>
        <p:spPr>
          <a:xfrm>
            <a:off x="6405784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8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9B8EEA-3B28-448D-A4CA-918F39334DA7}"/>
              </a:ext>
            </a:extLst>
          </p:cNvPr>
          <p:cNvSpPr/>
          <p:nvPr/>
        </p:nvSpPr>
        <p:spPr>
          <a:xfrm>
            <a:off x="6928298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9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6E00BC-461F-43CE-BB5B-DDED3FA81BF1}"/>
              </a:ext>
            </a:extLst>
          </p:cNvPr>
          <p:cNvSpPr/>
          <p:nvPr/>
        </p:nvSpPr>
        <p:spPr>
          <a:xfrm>
            <a:off x="7450812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10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105AD1-EA89-4D49-8C1F-86CBFCE16728}"/>
              </a:ext>
            </a:extLst>
          </p:cNvPr>
          <p:cNvSpPr/>
          <p:nvPr/>
        </p:nvSpPr>
        <p:spPr>
          <a:xfrm>
            <a:off x="7973326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11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A10307-77CF-432E-9B4A-93E5A9836655}"/>
              </a:ext>
            </a:extLst>
          </p:cNvPr>
          <p:cNvSpPr/>
          <p:nvPr/>
        </p:nvSpPr>
        <p:spPr>
          <a:xfrm>
            <a:off x="8495840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12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C2244FA-4800-47EA-8554-261B73AEE85A}"/>
              </a:ext>
            </a:extLst>
          </p:cNvPr>
          <p:cNvSpPr/>
          <p:nvPr/>
        </p:nvSpPr>
        <p:spPr>
          <a:xfrm>
            <a:off x="9018354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13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6634AAA-155E-4FFF-A152-1E1F047D73A3}"/>
              </a:ext>
            </a:extLst>
          </p:cNvPr>
          <p:cNvSpPr/>
          <p:nvPr/>
        </p:nvSpPr>
        <p:spPr>
          <a:xfrm>
            <a:off x="9540872" y="1667691"/>
            <a:ext cx="425456" cy="425456"/>
          </a:xfrm>
          <a:prstGeom prst="roundRect">
            <a:avLst/>
          </a:prstGeom>
          <a:solidFill>
            <a:schemeClr val="bg1"/>
          </a:solidFill>
          <a:ln>
            <a:solidFill>
              <a:srgbClr val="F1F3FE"/>
            </a:solidFill>
          </a:ln>
          <a:effectLst>
            <a:outerShdw blurRad="1270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232A4E"/>
                </a:solidFill>
                <a:latin typeface="Ubuntu" panose="020B0504030602030204" pitchFamily="34" charset="0"/>
              </a:rPr>
              <a:t>14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BF9B85-EDAB-4C0B-A89D-87C33D75B1DE}"/>
              </a:ext>
            </a:extLst>
          </p:cNvPr>
          <p:cNvGrpSpPr/>
          <p:nvPr/>
        </p:nvGrpSpPr>
        <p:grpSpPr>
          <a:xfrm>
            <a:off x="1392237" y="2585539"/>
            <a:ext cx="9407526" cy="3137086"/>
            <a:chOff x="1392237" y="2585539"/>
            <a:chExt cx="9407526" cy="3137086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1D640AC-EC21-4B5C-8FD9-CA45150269CE}"/>
                </a:ext>
              </a:extLst>
            </p:cNvPr>
            <p:cNvCxnSpPr>
              <a:stCxn id="20" idx="1"/>
              <a:endCxn id="26" idx="3"/>
            </p:cNvCxnSpPr>
            <p:nvPr/>
          </p:nvCxnSpPr>
          <p:spPr>
            <a:xfrm flipH="1">
              <a:off x="3946529" y="3109597"/>
              <a:ext cx="1901820" cy="609600"/>
            </a:xfrm>
            <a:prstGeom prst="line">
              <a:avLst/>
            </a:prstGeom>
            <a:ln>
              <a:solidFill>
                <a:srgbClr val="F1F3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C3DB61B-C3BA-4064-9536-05DC978B413A}"/>
                </a:ext>
              </a:extLst>
            </p:cNvPr>
            <p:cNvCxnSpPr>
              <a:stCxn id="20" idx="3"/>
              <a:endCxn id="29" idx="1"/>
            </p:cNvCxnSpPr>
            <p:nvPr/>
          </p:nvCxnSpPr>
          <p:spPr>
            <a:xfrm>
              <a:off x="6273805" y="3109597"/>
              <a:ext cx="1901820" cy="609600"/>
            </a:xfrm>
            <a:prstGeom prst="line">
              <a:avLst/>
            </a:prstGeom>
            <a:ln>
              <a:solidFill>
                <a:srgbClr val="F1F3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86C315F-3FAE-4C0D-9FBA-B59BC76ACD4E}"/>
                </a:ext>
              </a:extLst>
            </p:cNvPr>
            <p:cNvCxnSpPr>
              <a:stCxn id="26" idx="1"/>
              <a:endCxn id="32" idx="3"/>
            </p:cNvCxnSpPr>
            <p:nvPr/>
          </p:nvCxnSpPr>
          <p:spPr>
            <a:xfrm flipH="1">
              <a:off x="2782891" y="3719197"/>
              <a:ext cx="738182" cy="838200"/>
            </a:xfrm>
            <a:prstGeom prst="line">
              <a:avLst/>
            </a:prstGeom>
            <a:ln>
              <a:solidFill>
                <a:srgbClr val="F1F3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F9D7065-213F-4997-B22B-996E595D8D0A}"/>
                </a:ext>
              </a:extLst>
            </p:cNvPr>
            <p:cNvCxnSpPr>
              <a:stCxn id="26" idx="3"/>
              <a:endCxn id="38" idx="1"/>
            </p:cNvCxnSpPr>
            <p:nvPr/>
          </p:nvCxnSpPr>
          <p:spPr>
            <a:xfrm>
              <a:off x="3946529" y="3719197"/>
              <a:ext cx="738182" cy="838200"/>
            </a:xfrm>
            <a:prstGeom prst="line">
              <a:avLst/>
            </a:prstGeom>
            <a:ln>
              <a:solidFill>
                <a:srgbClr val="F1F3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C5FD1E4-ADCD-4CFD-81E2-19F3AFE661FD}"/>
                </a:ext>
              </a:extLst>
            </p:cNvPr>
            <p:cNvCxnSpPr>
              <a:stCxn id="29" idx="1"/>
              <a:endCxn id="35" idx="3"/>
            </p:cNvCxnSpPr>
            <p:nvPr/>
          </p:nvCxnSpPr>
          <p:spPr>
            <a:xfrm flipH="1">
              <a:off x="7437443" y="3719197"/>
              <a:ext cx="738182" cy="838200"/>
            </a:xfrm>
            <a:prstGeom prst="line">
              <a:avLst/>
            </a:prstGeom>
            <a:ln>
              <a:solidFill>
                <a:srgbClr val="F1F3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2AFBDD82-747E-4576-B533-5BEE0918A05F}"/>
                </a:ext>
              </a:extLst>
            </p:cNvPr>
            <p:cNvCxnSpPr>
              <a:stCxn id="29" idx="3"/>
              <a:endCxn id="41" idx="1"/>
            </p:cNvCxnSpPr>
            <p:nvPr/>
          </p:nvCxnSpPr>
          <p:spPr>
            <a:xfrm>
              <a:off x="8601081" y="3719197"/>
              <a:ext cx="738180" cy="838200"/>
            </a:xfrm>
            <a:prstGeom prst="line">
              <a:avLst/>
            </a:prstGeom>
            <a:ln>
              <a:solidFill>
                <a:srgbClr val="F1F3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A3B2DB0-21DF-4046-99D2-C182B7F11449}"/>
                </a:ext>
              </a:extLst>
            </p:cNvPr>
            <p:cNvCxnSpPr>
              <a:cxnSpLocks/>
              <a:stCxn id="32" idx="1"/>
              <a:endCxn id="44" idx="0"/>
            </p:cNvCxnSpPr>
            <p:nvPr/>
          </p:nvCxnSpPr>
          <p:spPr>
            <a:xfrm flipH="1">
              <a:off x="2006600" y="4557397"/>
              <a:ext cx="350835" cy="739772"/>
            </a:xfrm>
            <a:prstGeom prst="line">
              <a:avLst/>
            </a:prstGeom>
            <a:ln>
              <a:solidFill>
                <a:srgbClr val="F1F3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9FA0BAA-01BE-4B35-A61C-2D95AF1B7ED7}"/>
                </a:ext>
              </a:extLst>
            </p:cNvPr>
            <p:cNvCxnSpPr>
              <a:cxnSpLocks/>
              <a:stCxn id="32" idx="3"/>
              <a:endCxn id="56" idx="0"/>
            </p:cNvCxnSpPr>
            <p:nvPr/>
          </p:nvCxnSpPr>
          <p:spPr>
            <a:xfrm>
              <a:off x="2782891" y="4557397"/>
              <a:ext cx="392109" cy="739772"/>
            </a:xfrm>
            <a:prstGeom prst="line">
              <a:avLst/>
            </a:prstGeom>
            <a:ln>
              <a:solidFill>
                <a:srgbClr val="F1F3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25809491-E5E6-4332-A1FA-0289199A079F}"/>
                </a:ext>
              </a:extLst>
            </p:cNvPr>
            <p:cNvCxnSpPr>
              <a:cxnSpLocks/>
              <a:stCxn id="38" idx="1"/>
              <a:endCxn id="50" idx="0"/>
            </p:cNvCxnSpPr>
            <p:nvPr/>
          </p:nvCxnSpPr>
          <p:spPr>
            <a:xfrm flipH="1">
              <a:off x="4343400" y="4557397"/>
              <a:ext cx="341311" cy="739772"/>
            </a:xfrm>
            <a:prstGeom prst="line">
              <a:avLst/>
            </a:prstGeom>
            <a:ln>
              <a:solidFill>
                <a:srgbClr val="F1F3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3209BE09-FB5B-4209-9347-905ED7A34131}"/>
                </a:ext>
              </a:extLst>
            </p:cNvPr>
            <p:cNvCxnSpPr>
              <a:cxnSpLocks/>
              <a:stCxn id="38" idx="3"/>
              <a:endCxn id="62" idx="0"/>
            </p:cNvCxnSpPr>
            <p:nvPr/>
          </p:nvCxnSpPr>
          <p:spPr>
            <a:xfrm>
              <a:off x="5110167" y="4557397"/>
              <a:ext cx="401633" cy="739772"/>
            </a:xfrm>
            <a:prstGeom prst="line">
              <a:avLst/>
            </a:prstGeom>
            <a:ln>
              <a:solidFill>
                <a:srgbClr val="F1F3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8A7AE75D-8DDC-4A6A-AF5D-0AC511604678}"/>
                </a:ext>
              </a:extLst>
            </p:cNvPr>
            <p:cNvCxnSpPr>
              <a:stCxn id="35" idx="1"/>
              <a:endCxn id="47" idx="0"/>
            </p:cNvCxnSpPr>
            <p:nvPr/>
          </p:nvCxnSpPr>
          <p:spPr>
            <a:xfrm flipH="1">
              <a:off x="6680200" y="4557397"/>
              <a:ext cx="331787" cy="739772"/>
            </a:xfrm>
            <a:prstGeom prst="line">
              <a:avLst/>
            </a:prstGeom>
            <a:ln>
              <a:solidFill>
                <a:srgbClr val="F1F3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B106DECB-E750-407C-95C5-E83C82D220A7}"/>
                </a:ext>
              </a:extLst>
            </p:cNvPr>
            <p:cNvCxnSpPr>
              <a:stCxn id="35" idx="3"/>
              <a:endCxn id="59" idx="0"/>
            </p:cNvCxnSpPr>
            <p:nvPr/>
          </p:nvCxnSpPr>
          <p:spPr>
            <a:xfrm>
              <a:off x="7437443" y="4557397"/>
              <a:ext cx="411157" cy="739772"/>
            </a:xfrm>
            <a:prstGeom prst="line">
              <a:avLst/>
            </a:prstGeom>
            <a:ln>
              <a:solidFill>
                <a:srgbClr val="F1F3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2FDC2B7B-EA4F-462C-9D2C-AAC99A01C94E}"/>
                </a:ext>
              </a:extLst>
            </p:cNvPr>
            <p:cNvCxnSpPr>
              <a:stCxn id="41" idx="1"/>
              <a:endCxn id="53" idx="0"/>
            </p:cNvCxnSpPr>
            <p:nvPr/>
          </p:nvCxnSpPr>
          <p:spPr>
            <a:xfrm flipH="1">
              <a:off x="9017000" y="4557397"/>
              <a:ext cx="322261" cy="739772"/>
            </a:xfrm>
            <a:prstGeom prst="line">
              <a:avLst/>
            </a:prstGeom>
            <a:ln>
              <a:solidFill>
                <a:srgbClr val="F1F3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F012E433-FB32-42F6-8B3E-D73627AFE853}"/>
                </a:ext>
              </a:extLst>
            </p:cNvPr>
            <p:cNvCxnSpPr>
              <a:stCxn id="41" idx="3"/>
              <a:endCxn id="65" idx="0"/>
            </p:cNvCxnSpPr>
            <p:nvPr/>
          </p:nvCxnSpPr>
          <p:spPr>
            <a:xfrm>
              <a:off x="9764717" y="4557397"/>
              <a:ext cx="420683" cy="739772"/>
            </a:xfrm>
            <a:prstGeom prst="line">
              <a:avLst/>
            </a:prstGeom>
            <a:ln>
              <a:solidFill>
                <a:srgbClr val="F1F3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BD5446E-D9D5-44F9-A423-C687FD4785E7}"/>
                </a:ext>
              </a:extLst>
            </p:cNvPr>
            <p:cNvGrpSpPr/>
            <p:nvPr/>
          </p:nvGrpSpPr>
          <p:grpSpPr>
            <a:xfrm>
              <a:off x="5446714" y="2585539"/>
              <a:ext cx="1228726" cy="736786"/>
              <a:chOff x="5481637" y="2256247"/>
              <a:chExt cx="1228726" cy="736786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5CA508C1-0F3D-4723-9BF9-332C0FEEB3BE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B5F59E9-2A0D-4368-8380-4690B71B9352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1000 &lt;-&gt; 2000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1E3B821-1197-4D60-9608-18D633B2D8C4}"/>
                </a:ext>
              </a:extLst>
            </p:cNvPr>
            <p:cNvGrpSpPr/>
            <p:nvPr/>
          </p:nvGrpSpPr>
          <p:grpSpPr>
            <a:xfrm>
              <a:off x="3119438" y="3195139"/>
              <a:ext cx="1228726" cy="736786"/>
              <a:chOff x="5481637" y="2256247"/>
              <a:chExt cx="1228726" cy="736786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F89DB09E-E2AC-4764-BC8B-E4D81F328969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1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604100E-DCA9-4D7F-9FB5-307A47259D75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1000 &lt;-&gt; 1500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335C5A4-4446-4EF0-B3CC-A37E108B9304}"/>
                </a:ext>
              </a:extLst>
            </p:cNvPr>
            <p:cNvGrpSpPr/>
            <p:nvPr/>
          </p:nvGrpSpPr>
          <p:grpSpPr>
            <a:xfrm>
              <a:off x="7773990" y="3195139"/>
              <a:ext cx="1228726" cy="736786"/>
              <a:chOff x="5481637" y="2256247"/>
              <a:chExt cx="1228726" cy="736786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F7B94A12-99E3-4CE4-8EF5-794FD98A7E2F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2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10BDF2-7D7F-4522-8679-5DE3C5EBC113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1500 &lt;-&gt; 2000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BD8DC6C-40DD-43F5-B517-0964E88F6D11}"/>
                </a:ext>
              </a:extLst>
            </p:cNvPr>
            <p:cNvGrpSpPr/>
            <p:nvPr/>
          </p:nvGrpSpPr>
          <p:grpSpPr>
            <a:xfrm>
              <a:off x="1955800" y="4033339"/>
              <a:ext cx="1228726" cy="736786"/>
              <a:chOff x="5481637" y="2256247"/>
              <a:chExt cx="1228726" cy="736786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1C408421-3BC3-4C6E-9AF4-E5F12432527F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3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34E9BC-50E3-45A0-A3A5-30FF37D20F60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1000 &lt;-&gt; 1250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0883DBA-C6F2-4472-910F-072DAB81907F}"/>
                </a:ext>
              </a:extLst>
            </p:cNvPr>
            <p:cNvGrpSpPr/>
            <p:nvPr/>
          </p:nvGrpSpPr>
          <p:grpSpPr>
            <a:xfrm>
              <a:off x="6610352" y="4033339"/>
              <a:ext cx="1228726" cy="736786"/>
              <a:chOff x="5481637" y="2256247"/>
              <a:chExt cx="1228726" cy="736786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ECA0943B-1A4D-481C-9B9B-19B27171F4FA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5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EE7F0FA-EDB7-4D4D-A336-D029B67F0F17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1500 &lt;-&gt; 1750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D8A9E13-F62F-40EB-B139-EA5DADA2D0E7}"/>
                </a:ext>
              </a:extLst>
            </p:cNvPr>
            <p:cNvGrpSpPr/>
            <p:nvPr/>
          </p:nvGrpSpPr>
          <p:grpSpPr>
            <a:xfrm>
              <a:off x="4283076" y="4033339"/>
              <a:ext cx="1228726" cy="736786"/>
              <a:chOff x="5481637" y="2256247"/>
              <a:chExt cx="1228726" cy="736786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5218550C-74F9-49E3-90D4-9FE2FD24CEEE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4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D156751-DD5D-4EFE-9BD1-C311E8C6261E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1250 &lt;-&gt; 1500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E322808-879F-4AE2-8560-4ADD89F9BA21}"/>
                </a:ext>
              </a:extLst>
            </p:cNvPr>
            <p:cNvGrpSpPr/>
            <p:nvPr/>
          </p:nvGrpSpPr>
          <p:grpSpPr>
            <a:xfrm>
              <a:off x="8937626" y="4033339"/>
              <a:ext cx="1228726" cy="736786"/>
              <a:chOff x="5481637" y="2256247"/>
              <a:chExt cx="1228726" cy="736786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45794417-CC1A-49EB-A0A9-A83D069EA99E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6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A9E7652-020E-4556-A9E5-FC627128578B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1750 &lt;-&gt; 2000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CC0AEFD-11A0-4D03-9983-64A4AA487392}"/>
                </a:ext>
              </a:extLst>
            </p:cNvPr>
            <p:cNvGrpSpPr/>
            <p:nvPr/>
          </p:nvGrpSpPr>
          <p:grpSpPr>
            <a:xfrm>
              <a:off x="1392237" y="4985839"/>
              <a:ext cx="1228726" cy="736786"/>
              <a:chOff x="5481637" y="2256247"/>
              <a:chExt cx="1228726" cy="736786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FA55613D-FD30-4C0C-8EAE-FDB11B59678D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7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81DF027-AD96-4578-B6CD-87B613BC1F2D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1000 &lt;-&gt; 1125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AC2FBA7-9A7C-4DB2-B24E-D14D20CC0769}"/>
                </a:ext>
              </a:extLst>
            </p:cNvPr>
            <p:cNvGrpSpPr/>
            <p:nvPr/>
          </p:nvGrpSpPr>
          <p:grpSpPr>
            <a:xfrm>
              <a:off x="6065837" y="4985839"/>
              <a:ext cx="1228726" cy="736786"/>
              <a:chOff x="5481637" y="2256247"/>
              <a:chExt cx="1228726" cy="736786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C54A5039-6D7F-4029-B776-42EDB611A0CC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11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C609D21-D463-424D-87E5-DF042190B89B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1500 &lt;-&gt; 1625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41E188F-B354-4126-BB9B-1D4D16531C8F}"/>
                </a:ext>
              </a:extLst>
            </p:cNvPr>
            <p:cNvGrpSpPr/>
            <p:nvPr/>
          </p:nvGrpSpPr>
          <p:grpSpPr>
            <a:xfrm>
              <a:off x="3729037" y="4985839"/>
              <a:ext cx="1228726" cy="736786"/>
              <a:chOff x="5481637" y="2256247"/>
              <a:chExt cx="1228726" cy="736786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5219E4EB-781B-4241-810C-AF91111D2930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9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320A758-59DA-45DB-AF45-E3813DA85FF9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1250 &lt;-&gt; 1375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AC29697-33D2-467E-B9B1-0B468880581C}"/>
                </a:ext>
              </a:extLst>
            </p:cNvPr>
            <p:cNvGrpSpPr/>
            <p:nvPr/>
          </p:nvGrpSpPr>
          <p:grpSpPr>
            <a:xfrm>
              <a:off x="8402637" y="4985839"/>
              <a:ext cx="1228726" cy="736786"/>
              <a:chOff x="5481637" y="2256247"/>
              <a:chExt cx="1228726" cy="736786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76316319-3789-4D59-8799-C8926317323C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13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8BB2693-5DDE-4E97-924D-993D6A303654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1750 &lt;-&gt; 1875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50571EF-970A-469B-BAB5-CEE339B66D81}"/>
                </a:ext>
              </a:extLst>
            </p:cNvPr>
            <p:cNvGrpSpPr/>
            <p:nvPr/>
          </p:nvGrpSpPr>
          <p:grpSpPr>
            <a:xfrm>
              <a:off x="2560637" y="4985839"/>
              <a:ext cx="1228726" cy="736786"/>
              <a:chOff x="5481637" y="2256247"/>
              <a:chExt cx="1228726" cy="736786"/>
            </a:xfrm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E1889386-7C0A-4A8E-9CE9-D81A8FC718EB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8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67B6A10-1FE5-4DFD-8968-28C1E88FBEB4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1125 &lt;-&gt; 1250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637A414-B10B-4628-8C8D-FBC6A4DC1D63}"/>
                </a:ext>
              </a:extLst>
            </p:cNvPr>
            <p:cNvGrpSpPr/>
            <p:nvPr/>
          </p:nvGrpSpPr>
          <p:grpSpPr>
            <a:xfrm>
              <a:off x="7234237" y="4985839"/>
              <a:ext cx="1228726" cy="736786"/>
              <a:chOff x="5481637" y="2256247"/>
              <a:chExt cx="1228726" cy="736786"/>
            </a:xfrm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04FAF10A-EB95-4783-BB79-4D421CE5310C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12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70DCAFF-5868-43F8-9F8A-EFF9E4DF308F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1625 &lt;-&gt; 1750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7DD87C1-254E-42B0-B3C1-A8707603100E}"/>
                </a:ext>
              </a:extLst>
            </p:cNvPr>
            <p:cNvGrpSpPr/>
            <p:nvPr/>
          </p:nvGrpSpPr>
          <p:grpSpPr>
            <a:xfrm>
              <a:off x="4897437" y="4985839"/>
              <a:ext cx="1228726" cy="736786"/>
              <a:chOff x="5481637" y="2256247"/>
              <a:chExt cx="1228726" cy="736786"/>
            </a:xfrm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BE7C7971-5282-4209-96F6-8D8B733379A4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10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A44C615-CAEA-4234-81CC-656484A9CE1A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1375 &lt;-&gt; 1500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975675B-EAEF-4A87-A935-F744D380E728}"/>
                </a:ext>
              </a:extLst>
            </p:cNvPr>
            <p:cNvGrpSpPr/>
            <p:nvPr/>
          </p:nvGrpSpPr>
          <p:grpSpPr>
            <a:xfrm>
              <a:off x="9571037" y="4985839"/>
              <a:ext cx="1228726" cy="736786"/>
              <a:chOff x="5481637" y="2256247"/>
              <a:chExt cx="1228726" cy="736786"/>
            </a:xfrm>
          </p:grpSpPr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785A847D-AB94-4B84-8A35-24A5D0A66E08}"/>
                  </a:ext>
                </a:extLst>
              </p:cNvPr>
              <p:cNvSpPr/>
              <p:nvPr/>
            </p:nvSpPr>
            <p:spPr>
              <a:xfrm>
                <a:off x="5883272" y="2567577"/>
                <a:ext cx="425456" cy="425456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1270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Ubuntu" panose="020B0504030602030204" pitchFamily="34" charset="0"/>
                  </a:rPr>
                  <a:t>14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F2EF1F5-9EED-44DE-B7EF-0362CDCA56CB}"/>
                  </a:ext>
                </a:extLst>
              </p:cNvPr>
              <p:cNvSpPr txBox="1"/>
              <p:nvPr/>
            </p:nvSpPr>
            <p:spPr>
              <a:xfrm>
                <a:off x="5481637" y="2256247"/>
                <a:ext cx="1228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232A4E"/>
                    </a:solidFill>
                    <a:latin typeface="Ubuntu" panose="020B0504030602030204" pitchFamily="34" charset="0"/>
                  </a:rPr>
                  <a:t>1875 &lt;-&gt; 2000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097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050">
            <a:extLst>
              <a:ext uri="{FF2B5EF4-FFF2-40B4-BE49-F238E27FC236}">
                <a16:creationId xmlns:a16="http://schemas.microsoft.com/office/drawing/2014/main" id="{2676D1A8-57FB-4B0F-A6C9-B06800A59D87}"/>
              </a:ext>
            </a:extLst>
          </p:cNvPr>
          <p:cNvGrpSpPr/>
          <p:nvPr/>
        </p:nvGrpSpPr>
        <p:grpSpPr>
          <a:xfrm>
            <a:off x="1524000" y="1776413"/>
            <a:ext cx="3321645" cy="1180186"/>
            <a:chOff x="762000" y="1049812"/>
            <a:chExt cx="3321645" cy="1180186"/>
          </a:xfrm>
        </p:grpSpPr>
        <p:grpSp>
          <p:nvGrpSpPr>
            <p:cNvPr id="2048" name="Group 2047">
              <a:extLst>
                <a:ext uri="{FF2B5EF4-FFF2-40B4-BE49-F238E27FC236}">
                  <a16:creationId xmlns:a16="http://schemas.microsoft.com/office/drawing/2014/main" id="{7DD87E20-3C23-4BC8-9872-7F773EA22D07}"/>
                </a:ext>
              </a:extLst>
            </p:cNvPr>
            <p:cNvGrpSpPr/>
            <p:nvPr/>
          </p:nvGrpSpPr>
          <p:grpSpPr>
            <a:xfrm>
              <a:off x="1958173" y="1049812"/>
              <a:ext cx="2125472" cy="1180186"/>
              <a:chOff x="1958173" y="1049812"/>
              <a:chExt cx="2125472" cy="1180186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19ED214-8637-49EF-909C-465C17385827}"/>
                  </a:ext>
                </a:extLst>
              </p:cNvPr>
              <p:cNvGrpSpPr/>
              <p:nvPr/>
            </p:nvGrpSpPr>
            <p:grpSpPr>
              <a:xfrm>
                <a:off x="2447141" y="1050262"/>
                <a:ext cx="1147536" cy="1179286"/>
                <a:chOff x="2567894" y="1040039"/>
                <a:chExt cx="1147536" cy="1179286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41C6DBB4-73DB-4BDD-AB3D-E0FF8AF4D813}"/>
                    </a:ext>
                  </a:extLst>
                </p:cNvPr>
                <p:cNvGrpSpPr/>
                <p:nvPr/>
              </p:nvGrpSpPr>
              <p:grpSpPr>
                <a:xfrm>
                  <a:off x="2567894" y="1040039"/>
                  <a:ext cx="331561" cy="1179286"/>
                  <a:chOff x="2567894" y="1040039"/>
                  <a:chExt cx="331561" cy="1179286"/>
                </a:xfrm>
              </p:grpSpPr>
              <p:sp>
                <p:nvSpPr>
                  <p:cNvPr id="2" name="Rectangle: Rounded Corners 1">
                    <a:extLst>
                      <a:ext uri="{FF2B5EF4-FFF2-40B4-BE49-F238E27FC236}">
                        <a16:creationId xmlns:a16="http://schemas.microsoft.com/office/drawing/2014/main" id="{F3C85947-74D7-4326-9926-8CDDDA597D3F}"/>
                      </a:ext>
                    </a:extLst>
                  </p:cNvPr>
                  <p:cNvSpPr/>
                  <p:nvPr/>
                </p:nvSpPr>
                <p:spPr>
                  <a:xfrm>
                    <a:off x="2567894" y="1040039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1</a:t>
                    </a:r>
                  </a:p>
                </p:txBody>
              </p:sp>
              <p:sp>
                <p:nvSpPr>
                  <p:cNvPr id="8" name="Rectangle: Rounded Corners 7">
                    <a:extLst>
                      <a:ext uri="{FF2B5EF4-FFF2-40B4-BE49-F238E27FC236}">
                        <a16:creationId xmlns:a16="http://schemas.microsoft.com/office/drawing/2014/main" id="{C19C7ADD-8F1C-43A7-B671-8BE317CB5CCA}"/>
                      </a:ext>
                    </a:extLst>
                  </p:cNvPr>
                  <p:cNvSpPr/>
                  <p:nvPr/>
                </p:nvSpPr>
                <p:spPr>
                  <a:xfrm>
                    <a:off x="2567894" y="1463901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9" name="Rectangle: Rounded Corners 8">
                    <a:extLst>
                      <a:ext uri="{FF2B5EF4-FFF2-40B4-BE49-F238E27FC236}">
                        <a16:creationId xmlns:a16="http://schemas.microsoft.com/office/drawing/2014/main" id="{88C63AC7-17FA-42B7-A5E1-F75CEA9C1564}"/>
                      </a:ext>
                    </a:extLst>
                  </p:cNvPr>
                  <p:cNvSpPr/>
                  <p:nvPr/>
                </p:nvSpPr>
                <p:spPr>
                  <a:xfrm>
                    <a:off x="2567894" y="1887764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3</a:t>
                    </a:r>
                  </a:p>
                </p:txBody>
              </p: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28DEA815-E7F3-45B6-BEEE-A40F717BF8D4}"/>
                    </a:ext>
                  </a:extLst>
                </p:cNvPr>
                <p:cNvGrpSpPr/>
                <p:nvPr/>
              </p:nvGrpSpPr>
              <p:grpSpPr>
                <a:xfrm>
                  <a:off x="2975882" y="1040039"/>
                  <a:ext cx="331561" cy="1179286"/>
                  <a:chOff x="2567894" y="1040039"/>
                  <a:chExt cx="331561" cy="1179286"/>
                </a:xfrm>
              </p:grpSpPr>
              <p:sp>
                <p:nvSpPr>
                  <p:cNvPr id="22" name="Rectangle: Rounded Corners 21">
                    <a:extLst>
                      <a:ext uri="{FF2B5EF4-FFF2-40B4-BE49-F238E27FC236}">
                        <a16:creationId xmlns:a16="http://schemas.microsoft.com/office/drawing/2014/main" id="{A51DA560-A938-4A7F-A87E-713C761282CA}"/>
                      </a:ext>
                    </a:extLst>
                  </p:cNvPr>
                  <p:cNvSpPr/>
                  <p:nvPr/>
                </p:nvSpPr>
                <p:spPr>
                  <a:xfrm>
                    <a:off x="2567894" y="1040039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3</a:t>
                    </a:r>
                  </a:p>
                </p:txBody>
              </p:sp>
              <p:sp>
                <p:nvSpPr>
                  <p:cNvPr id="23" name="Rectangle: Rounded Corners 22">
                    <a:extLst>
                      <a:ext uri="{FF2B5EF4-FFF2-40B4-BE49-F238E27FC236}">
                        <a16:creationId xmlns:a16="http://schemas.microsoft.com/office/drawing/2014/main" id="{34EBA799-8485-4E29-B372-C38578363A58}"/>
                      </a:ext>
                    </a:extLst>
                  </p:cNvPr>
                  <p:cNvSpPr/>
                  <p:nvPr/>
                </p:nvSpPr>
                <p:spPr>
                  <a:xfrm>
                    <a:off x="2567894" y="1463901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4</a:t>
                    </a:r>
                  </a:p>
                </p:txBody>
              </p:sp>
              <p:sp>
                <p:nvSpPr>
                  <p:cNvPr id="24" name="Rectangle: Rounded Corners 23">
                    <a:extLst>
                      <a:ext uri="{FF2B5EF4-FFF2-40B4-BE49-F238E27FC236}">
                        <a16:creationId xmlns:a16="http://schemas.microsoft.com/office/drawing/2014/main" id="{F42D95FC-B29A-4AF8-A56E-6A4F0D189223}"/>
                      </a:ext>
                    </a:extLst>
                  </p:cNvPr>
                  <p:cNvSpPr/>
                  <p:nvPr/>
                </p:nvSpPr>
                <p:spPr>
                  <a:xfrm>
                    <a:off x="2567894" y="1887764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4</a:t>
                    </a:r>
                  </a:p>
                </p:txBody>
              </p:sp>
            </p:grp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8F1433E7-13E3-4923-BF21-6748F8A1A62D}"/>
                    </a:ext>
                  </a:extLst>
                </p:cNvPr>
                <p:cNvGrpSpPr/>
                <p:nvPr/>
              </p:nvGrpSpPr>
              <p:grpSpPr>
                <a:xfrm>
                  <a:off x="3383869" y="1040039"/>
                  <a:ext cx="331561" cy="1179286"/>
                  <a:chOff x="2567894" y="1040039"/>
                  <a:chExt cx="331561" cy="1179286"/>
                </a:xfrm>
              </p:grpSpPr>
              <p:sp>
                <p:nvSpPr>
                  <p:cNvPr id="26" name="Rectangle: Rounded Corners 25">
                    <a:extLst>
                      <a:ext uri="{FF2B5EF4-FFF2-40B4-BE49-F238E27FC236}">
                        <a16:creationId xmlns:a16="http://schemas.microsoft.com/office/drawing/2014/main" id="{6A517BD2-C0A8-4EAB-965E-171EE6209CEB}"/>
                      </a:ext>
                    </a:extLst>
                  </p:cNvPr>
                  <p:cNvSpPr/>
                  <p:nvPr/>
                </p:nvSpPr>
                <p:spPr>
                  <a:xfrm>
                    <a:off x="2567894" y="1040039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4</a:t>
                    </a:r>
                  </a:p>
                </p:txBody>
              </p:sp>
              <p:sp>
                <p:nvSpPr>
                  <p:cNvPr id="27" name="Rectangle: Rounded Corners 26">
                    <a:extLst>
                      <a:ext uri="{FF2B5EF4-FFF2-40B4-BE49-F238E27FC236}">
                        <a16:creationId xmlns:a16="http://schemas.microsoft.com/office/drawing/2014/main" id="{218B2B77-886F-45C9-823F-CE46ABBF35A7}"/>
                      </a:ext>
                    </a:extLst>
                  </p:cNvPr>
                  <p:cNvSpPr/>
                  <p:nvPr/>
                </p:nvSpPr>
                <p:spPr>
                  <a:xfrm>
                    <a:off x="2567894" y="1463901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3</a:t>
                    </a:r>
                  </a:p>
                </p:txBody>
              </p:sp>
              <p:sp>
                <p:nvSpPr>
                  <p:cNvPr id="28" name="Rectangle: Rounded Corners 27">
                    <a:extLst>
                      <a:ext uri="{FF2B5EF4-FFF2-40B4-BE49-F238E27FC236}">
                        <a16:creationId xmlns:a16="http://schemas.microsoft.com/office/drawing/2014/main" id="{D943B865-2E7E-4F75-83C1-0C08459B3BB3}"/>
                      </a:ext>
                    </a:extLst>
                  </p:cNvPr>
                  <p:cNvSpPr/>
                  <p:nvPr/>
                </p:nvSpPr>
                <p:spPr>
                  <a:xfrm>
                    <a:off x="2567894" y="1887764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5</a:t>
                    </a:r>
                  </a:p>
                </p:txBody>
              </p:sp>
            </p:grpSp>
          </p:grp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58971D3-42A1-4553-90F0-EBDA4D57CB45}"/>
                  </a:ext>
                </a:extLst>
              </p:cNvPr>
              <p:cNvSpPr/>
              <p:nvPr/>
            </p:nvSpPr>
            <p:spPr>
              <a:xfrm>
                <a:off x="1958173" y="1049812"/>
                <a:ext cx="347472" cy="1180186"/>
              </a:xfrm>
              <a:custGeom>
                <a:avLst/>
                <a:gdLst/>
                <a:ahLst/>
                <a:cxnLst/>
                <a:rect l="l" t="t" r="r" b="b"/>
                <a:pathLst>
                  <a:path w="347472" h="1180186">
                    <a:moveTo>
                      <a:pt x="342595" y="0"/>
                    </a:moveTo>
                    <a:lnTo>
                      <a:pt x="347472" y="0"/>
                    </a:lnTo>
                    <a:lnTo>
                      <a:pt x="347472" y="89002"/>
                    </a:lnTo>
                    <a:cubicBezTo>
                      <a:pt x="301142" y="89002"/>
                      <a:pt x="268021" y="97333"/>
                      <a:pt x="248107" y="113996"/>
                    </a:cubicBezTo>
                    <a:cubicBezTo>
                      <a:pt x="228194" y="130658"/>
                      <a:pt x="218237" y="162560"/>
                      <a:pt x="218237" y="209703"/>
                    </a:cubicBezTo>
                    <a:lnTo>
                      <a:pt x="218237" y="397460"/>
                    </a:lnTo>
                    <a:cubicBezTo>
                      <a:pt x="218237" y="451105"/>
                      <a:pt x="211125" y="492557"/>
                      <a:pt x="196901" y="521818"/>
                    </a:cubicBezTo>
                    <a:cubicBezTo>
                      <a:pt x="182677" y="551079"/>
                      <a:pt x="162560" y="573837"/>
                      <a:pt x="136550" y="590093"/>
                    </a:cubicBezTo>
                    <a:cubicBezTo>
                      <a:pt x="162560" y="606349"/>
                      <a:pt x="182677" y="629108"/>
                      <a:pt x="196901" y="658368"/>
                    </a:cubicBezTo>
                    <a:cubicBezTo>
                      <a:pt x="211125" y="687629"/>
                      <a:pt x="218237" y="729082"/>
                      <a:pt x="218237" y="782727"/>
                    </a:cubicBezTo>
                    <a:lnTo>
                      <a:pt x="218237" y="970484"/>
                    </a:lnTo>
                    <a:cubicBezTo>
                      <a:pt x="218237" y="1017626"/>
                      <a:pt x="228194" y="1049529"/>
                      <a:pt x="248107" y="1066191"/>
                    </a:cubicBezTo>
                    <a:cubicBezTo>
                      <a:pt x="268021" y="1082853"/>
                      <a:pt x="301142" y="1091185"/>
                      <a:pt x="347472" y="1091185"/>
                    </a:cubicBezTo>
                    <a:lnTo>
                      <a:pt x="347472" y="1180186"/>
                    </a:lnTo>
                    <a:lnTo>
                      <a:pt x="342595" y="1180186"/>
                    </a:lnTo>
                    <a:cubicBezTo>
                      <a:pt x="298704" y="1180186"/>
                      <a:pt x="261925" y="1175716"/>
                      <a:pt x="232258" y="1166775"/>
                    </a:cubicBezTo>
                    <a:cubicBezTo>
                      <a:pt x="202590" y="1157834"/>
                      <a:pt x="178816" y="1144423"/>
                      <a:pt x="160934" y="1126541"/>
                    </a:cubicBezTo>
                    <a:cubicBezTo>
                      <a:pt x="143053" y="1108660"/>
                      <a:pt x="130454" y="1086714"/>
                      <a:pt x="123139" y="1060705"/>
                    </a:cubicBezTo>
                    <a:cubicBezTo>
                      <a:pt x="115824" y="1034695"/>
                      <a:pt x="112166" y="1005028"/>
                      <a:pt x="112166" y="971703"/>
                    </a:cubicBezTo>
                    <a:lnTo>
                      <a:pt x="112166" y="752247"/>
                    </a:lnTo>
                    <a:cubicBezTo>
                      <a:pt x="112166" y="737616"/>
                      <a:pt x="109931" y="723189"/>
                      <a:pt x="105461" y="708965"/>
                    </a:cubicBezTo>
                    <a:cubicBezTo>
                      <a:pt x="100990" y="694741"/>
                      <a:pt x="94082" y="682143"/>
                      <a:pt x="84734" y="671170"/>
                    </a:cubicBezTo>
                    <a:cubicBezTo>
                      <a:pt x="75387" y="660197"/>
                      <a:pt x="63805" y="651256"/>
                      <a:pt x="49987" y="644348"/>
                    </a:cubicBezTo>
                    <a:cubicBezTo>
                      <a:pt x="36170" y="637439"/>
                      <a:pt x="19507" y="633985"/>
                      <a:pt x="0" y="633985"/>
                    </a:cubicBezTo>
                    <a:lnTo>
                      <a:pt x="0" y="546202"/>
                    </a:lnTo>
                    <a:cubicBezTo>
                      <a:pt x="19507" y="546202"/>
                      <a:pt x="36170" y="542748"/>
                      <a:pt x="49987" y="535839"/>
                    </a:cubicBezTo>
                    <a:cubicBezTo>
                      <a:pt x="63805" y="528930"/>
                      <a:pt x="75387" y="519989"/>
                      <a:pt x="84734" y="509016"/>
                    </a:cubicBezTo>
                    <a:cubicBezTo>
                      <a:pt x="94082" y="498044"/>
                      <a:pt x="100990" y="485445"/>
                      <a:pt x="105461" y="471221"/>
                    </a:cubicBezTo>
                    <a:cubicBezTo>
                      <a:pt x="109931" y="456997"/>
                      <a:pt x="112166" y="442570"/>
                      <a:pt x="112166" y="427940"/>
                    </a:cubicBezTo>
                    <a:lnTo>
                      <a:pt x="112166" y="208484"/>
                    </a:lnTo>
                    <a:cubicBezTo>
                      <a:pt x="112166" y="175159"/>
                      <a:pt x="115824" y="145492"/>
                      <a:pt x="123139" y="119482"/>
                    </a:cubicBezTo>
                    <a:cubicBezTo>
                      <a:pt x="130454" y="93472"/>
                      <a:pt x="143053" y="71730"/>
                      <a:pt x="160934" y="54255"/>
                    </a:cubicBezTo>
                    <a:cubicBezTo>
                      <a:pt x="178816" y="36780"/>
                      <a:pt x="202590" y="23369"/>
                      <a:pt x="232258" y="14021"/>
                    </a:cubicBezTo>
                    <a:cubicBezTo>
                      <a:pt x="261925" y="4674"/>
                      <a:pt x="298704" y="0"/>
                      <a:pt x="342595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4F6EDDCD-FA33-4072-9CE5-D0ED2634A721}"/>
                  </a:ext>
                </a:extLst>
              </p:cNvPr>
              <p:cNvSpPr/>
              <p:nvPr/>
            </p:nvSpPr>
            <p:spPr>
              <a:xfrm flipH="1">
                <a:off x="3736173" y="1049812"/>
                <a:ext cx="347472" cy="1180186"/>
              </a:xfrm>
              <a:custGeom>
                <a:avLst/>
                <a:gdLst/>
                <a:ahLst/>
                <a:cxnLst/>
                <a:rect l="l" t="t" r="r" b="b"/>
                <a:pathLst>
                  <a:path w="347472" h="1180186">
                    <a:moveTo>
                      <a:pt x="342595" y="0"/>
                    </a:moveTo>
                    <a:lnTo>
                      <a:pt x="347472" y="0"/>
                    </a:lnTo>
                    <a:lnTo>
                      <a:pt x="347472" y="89002"/>
                    </a:lnTo>
                    <a:cubicBezTo>
                      <a:pt x="301142" y="89002"/>
                      <a:pt x="268021" y="97333"/>
                      <a:pt x="248107" y="113996"/>
                    </a:cubicBezTo>
                    <a:cubicBezTo>
                      <a:pt x="228194" y="130658"/>
                      <a:pt x="218237" y="162560"/>
                      <a:pt x="218237" y="209703"/>
                    </a:cubicBezTo>
                    <a:lnTo>
                      <a:pt x="218237" y="397460"/>
                    </a:lnTo>
                    <a:cubicBezTo>
                      <a:pt x="218237" y="451105"/>
                      <a:pt x="211125" y="492557"/>
                      <a:pt x="196901" y="521818"/>
                    </a:cubicBezTo>
                    <a:cubicBezTo>
                      <a:pt x="182677" y="551079"/>
                      <a:pt x="162560" y="573837"/>
                      <a:pt x="136550" y="590093"/>
                    </a:cubicBezTo>
                    <a:cubicBezTo>
                      <a:pt x="162560" y="606349"/>
                      <a:pt x="182677" y="629108"/>
                      <a:pt x="196901" y="658368"/>
                    </a:cubicBezTo>
                    <a:cubicBezTo>
                      <a:pt x="211125" y="687629"/>
                      <a:pt x="218237" y="729082"/>
                      <a:pt x="218237" y="782727"/>
                    </a:cubicBezTo>
                    <a:lnTo>
                      <a:pt x="218237" y="970484"/>
                    </a:lnTo>
                    <a:cubicBezTo>
                      <a:pt x="218237" y="1017626"/>
                      <a:pt x="228194" y="1049529"/>
                      <a:pt x="248107" y="1066191"/>
                    </a:cubicBezTo>
                    <a:cubicBezTo>
                      <a:pt x="268021" y="1082853"/>
                      <a:pt x="301142" y="1091185"/>
                      <a:pt x="347472" y="1091185"/>
                    </a:cubicBezTo>
                    <a:lnTo>
                      <a:pt x="347472" y="1180186"/>
                    </a:lnTo>
                    <a:lnTo>
                      <a:pt x="342595" y="1180186"/>
                    </a:lnTo>
                    <a:cubicBezTo>
                      <a:pt x="298704" y="1180186"/>
                      <a:pt x="261925" y="1175716"/>
                      <a:pt x="232258" y="1166775"/>
                    </a:cubicBezTo>
                    <a:cubicBezTo>
                      <a:pt x="202590" y="1157834"/>
                      <a:pt x="178816" y="1144423"/>
                      <a:pt x="160934" y="1126541"/>
                    </a:cubicBezTo>
                    <a:cubicBezTo>
                      <a:pt x="143053" y="1108660"/>
                      <a:pt x="130454" y="1086714"/>
                      <a:pt x="123139" y="1060705"/>
                    </a:cubicBezTo>
                    <a:cubicBezTo>
                      <a:pt x="115824" y="1034695"/>
                      <a:pt x="112166" y="1005028"/>
                      <a:pt x="112166" y="971703"/>
                    </a:cubicBezTo>
                    <a:lnTo>
                      <a:pt x="112166" y="752247"/>
                    </a:lnTo>
                    <a:cubicBezTo>
                      <a:pt x="112166" y="737616"/>
                      <a:pt x="109931" y="723189"/>
                      <a:pt x="105461" y="708965"/>
                    </a:cubicBezTo>
                    <a:cubicBezTo>
                      <a:pt x="100990" y="694741"/>
                      <a:pt x="94082" y="682143"/>
                      <a:pt x="84734" y="671170"/>
                    </a:cubicBezTo>
                    <a:cubicBezTo>
                      <a:pt x="75387" y="660197"/>
                      <a:pt x="63805" y="651256"/>
                      <a:pt x="49987" y="644348"/>
                    </a:cubicBezTo>
                    <a:cubicBezTo>
                      <a:pt x="36170" y="637439"/>
                      <a:pt x="19507" y="633985"/>
                      <a:pt x="0" y="633985"/>
                    </a:cubicBezTo>
                    <a:lnTo>
                      <a:pt x="0" y="546202"/>
                    </a:lnTo>
                    <a:cubicBezTo>
                      <a:pt x="19507" y="546202"/>
                      <a:pt x="36170" y="542748"/>
                      <a:pt x="49987" y="535839"/>
                    </a:cubicBezTo>
                    <a:cubicBezTo>
                      <a:pt x="63805" y="528930"/>
                      <a:pt x="75387" y="519989"/>
                      <a:pt x="84734" y="509016"/>
                    </a:cubicBezTo>
                    <a:cubicBezTo>
                      <a:pt x="94082" y="498044"/>
                      <a:pt x="100990" y="485445"/>
                      <a:pt x="105461" y="471221"/>
                    </a:cubicBezTo>
                    <a:cubicBezTo>
                      <a:pt x="109931" y="456997"/>
                      <a:pt x="112166" y="442570"/>
                      <a:pt x="112166" y="427940"/>
                    </a:cubicBezTo>
                    <a:lnTo>
                      <a:pt x="112166" y="208484"/>
                    </a:lnTo>
                    <a:cubicBezTo>
                      <a:pt x="112166" y="175159"/>
                      <a:pt x="115824" y="145492"/>
                      <a:pt x="123139" y="119482"/>
                    </a:cubicBezTo>
                    <a:cubicBezTo>
                      <a:pt x="130454" y="93472"/>
                      <a:pt x="143053" y="71730"/>
                      <a:pt x="160934" y="54255"/>
                    </a:cubicBezTo>
                    <a:cubicBezTo>
                      <a:pt x="178816" y="36780"/>
                      <a:pt x="202590" y="23369"/>
                      <a:pt x="232258" y="14021"/>
                    </a:cubicBezTo>
                    <a:cubicBezTo>
                      <a:pt x="261925" y="4674"/>
                      <a:pt x="298704" y="0"/>
                      <a:pt x="342595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32FA8E5-CA0C-4AC1-9912-CBC574F1F983}"/>
                </a:ext>
              </a:extLst>
            </p:cNvPr>
            <p:cNvSpPr txBox="1"/>
            <p:nvPr/>
          </p:nvSpPr>
          <p:spPr>
            <a:xfrm>
              <a:off x="762000" y="1486017"/>
              <a:ext cx="1069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Matrix 1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1949944-D57F-49D7-93A4-F0A94CA4FB20}"/>
              </a:ext>
            </a:extLst>
          </p:cNvPr>
          <p:cNvGrpSpPr/>
          <p:nvPr/>
        </p:nvGrpSpPr>
        <p:grpSpPr>
          <a:xfrm>
            <a:off x="6051706" y="1776413"/>
            <a:ext cx="3321645" cy="1180186"/>
            <a:chOff x="762000" y="1049812"/>
            <a:chExt cx="3321645" cy="1180186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AC70B2D-C2AF-4BC8-A2CA-D5F3A248C1AB}"/>
                </a:ext>
              </a:extLst>
            </p:cNvPr>
            <p:cNvGrpSpPr/>
            <p:nvPr/>
          </p:nvGrpSpPr>
          <p:grpSpPr>
            <a:xfrm>
              <a:off x="1958173" y="1049812"/>
              <a:ext cx="2125472" cy="1180186"/>
              <a:chOff x="1958173" y="1049812"/>
              <a:chExt cx="2125472" cy="1180186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8868012-030B-4F8C-8801-326BE146CB8B}"/>
                  </a:ext>
                </a:extLst>
              </p:cNvPr>
              <p:cNvGrpSpPr/>
              <p:nvPr/>
            </p:nvGrpSpPr>
            <p:grpSpPr>
              <a:xfrm>
                <a:off x="2447141" y="1050262"/>
                <a:ext cx="1147536" cy="1179286"/>
                <a:chOff x="2567894" y="1040039"/>
                <a:chExt cx="1147536" cy="1179286"/>
              </a:xfrm>
            </p:grpSpPr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46476F50-46A4-4BAC-A2EA-23354B009EF6}"/>
                    </a:ext>
                  </a:extLst>
                </p:cNvPr>
                <p:cNvGrpSpPr/>
                <p:nvPr/>
              </p:nvGrpSpPr>
              <p:grpSpPr>
                <a:xfrm>
                  <a:off x="2567894" y="1040039"/>
                  <a:ext cx="331561" cy="1179286"/>
                  <a:chOff x="2567894" y="1040039"/>
                  <a:chExt cx="331561" cy="1179286"/>
                </a:xfrm>
              </p:grpSpPr>
              <p:sp>
                <p:nvSpPr>
                  <p:cNvPr id="55" name="Rectangle: Rounded Corners 54">
                    <a:extLst>
                      <a:ext uri="{FF2B5EF4-FFF2-40B4-BE49-F238E27FC236}">
                        <a16:creationId xmlns:a16="http://schemas.microsoft.com/office/drawing/2014/main" id="{C32CCFD6-6626-4D57-82F3-2078F7FED6FE}"/>
                      </a:ext>
                    </a:extLst>
                  </p:cNvPr>
                  <p:cNvSpPr/>
                  <p:nvPr/>
                </p:nvSpPr>
                <p:spPr>
                  <a:xfrm>
                    <a:off x="2567894" y="1040039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1</a:t>
                    </a:r>
                  </a:p>
                </p:txBody>
              </p:sp>
              <p:sp>
                <p:nvSpPr>
                  <p:cNvPr id="56" name="Rectangle: Rounded Corners 55">
                    <a:extLst>
                      <a:ext uri="{FF2B5EF4-FFF2-40B4-BE49-F238E27FC236}">
                        <a16:creationId xmlns:a16="http://schemas.microsoft.com/office/drawing/2014/main" id="{93951931-446B-4134-80A1-C9C15B45476A}"/>
                      </a:ext>
                    </a:extLst>
                  </p:cNvPr>
                  <p:cNvSpPr/>
                  <p:nvPr/>
                </p:nvSpPr>
                <p:spPr>
                  <a:xfrm>
                    <a:off x="2567894" y="1463901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57" name="Rectangle: Rounded Corners 56">
                    <a:extLst>
                      <a:ext uri="{FF2B5EF4-FFF2-40B4-BE49-F238E27FC236}">
                        <a16:creationId xmlns:a16="http://schemas.microsoft.com/office/drawing/2014/main" id="{A532BF29-9C7E-48D4-AE5C-2B8472271D40}"/>
                      </a:ext>
                    </a:extLst>
                  </p:cNvPr>
                  <p:cNvSpPr/>
                  <p:nvPr/>
                </p:nvSpPr>
                <p:spPr>
                  <a:xfrm>
                    <a:off x="2567894" y="1887764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3</a:t>
                    </a:r>
                  </a:p>
                </p:txBody>
              </p: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30BD75AA-3FD1-4B68-AA3E-324561A2D97D}"/>
                    </a:ext>
                  </a:extLst>
                </p:cNvPr>
                <p:cNvGrpSpPr/>
                <p:nvPr/>
              </p:nvGrpSpPr>
              <p:grpSpPr>
                <a:xfrm>
                  <a:off x="2975882" y="1040039"/>
                  <a:ext cx="331561" cy="1179286"/>
                  <a:chOff x="2567894" y="1040039"/>
                  <a:chExt cx="331561" cy="1179286"/>
                </a:xfrm>
              </p:grpSpPr>
              <p:sp>
                <p:nvSpPr>
                  <p:cNvPr id="52" name="Rectangle: Rounded Corners 51">
                    <a:extLst>
                      <a:ext uri="{FF2B5EF4-FFF2-40B4-BE49-F238E27FC236}">
                        <a16:creationId xmlns:a16="http://schemas.microsoft.com/office/drawing/2014/main" id="{85CE079A-EEB8-4211-A33C-2AB5C8AC930F}"/>
                      </a:ext>
                    </a:extLst>
                  </p:cNvPr>
                  <p:cNvSpPr/>
                  <p:nvPr/>
                </p:nvSpPr>
                <p:spPr>
                  <a:xfrm>
                    <a:off x="2567894" y="1040039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3</a:t>
                    </a:r>
                  </a:p>
                </p:txBody>
              </p:sp>
              <p:sp>
                <p:nvSpPr>
                  <p:cNvPr id="53" name="Rectangle: Rounded Corners 52">
                    <a:extLst>
                      <a:ext uri="{FF2B5EF4-FFF2-40B4-BE49-F238E27FC236}">
                        <a16:creationId xmlns:a16="http://schemas.microsoft.com/office/drawing/2014/main" id="{46E82AA4-54A6-4574-BC49-EA615FDC2D0C}"/>
                      </a:ext>
                    </a:extLst>
                  </p:cNvPr>
                  <p:cNvSpPr/>
                  <p:nvPr/>
                </p:nvSpPr>
                <p:spPr>
                  <a:xfrm>
                    <a:off x="2567894" y="1463901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5</a:t>
                    </a:r>
                  </a:p>
                </p:txBody>
              </p:sp>
              <p:sp>
                <p:nvSpPr>
                  <p:cNvPr id="54" name="Rectangle: Rounded Corners 53">
                    <a:extLst>
                      <a:ext uri="{FF2B5EF4-FFF2-40B4-BE49-F238E27FC236}">
                        <a16:creationId xmlns:a16="http://schemas.microsoft.com/office/drawing/2014/main" id="{3287DD9F-EE77-474A-AF5E-2F2224E90369}"/>
                      </a:ext>
                    </a:extLst>
                  </p:cNvPr>
                  <p:cNvSpPr/>
                  <p:nvPr/>
                </p:nvSpPr>
                <p:spPr>
                  <a:xfrm>
                    <a:off x="2567894" y="1887764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7</a:t>
                    </a:r>
                  </a:p>
                </p:txBody>
              </p:sp>
            </p:grp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F84EF696-36B5-42BF-B7B6-66F61C969AAC}"/>
                    </a:ext>
                  </a:extLst>
                </p:cNvPr>
                <p:cNvGrpSpPr/>
                <p:nvPr/>
              </p:nvGrpSpPr>
              <p:grpSpPr>
                <a:xfrm>
                  <a:off x="3383869" y="1040039"/>
                  <a:ext cx="331561" cy="1179286"/>
                  <a:chOff x="2567894" y="1040039"/>
                  <a:chExt cx="331561" cy="1179286"/>
                </a:xfrm>
              </p:grpSpPr>
              <p:sp>
                <p:nvSpPr>
                  <p:cNvPr id="49" name="Rectangle: Rounded Corners 48">
                    <a:extLst>
                      <a:ext uri="{FF2B5EF4-FFF2-40B4-BE49-F238E27FC236}">
                        <a16:creationId xmlns:a16="http://schemas.microsoft.com/office/drawing/2014/main" id="{21799B39-C70E-489E-8C2E-44CEE2ED9555}"/>
                      </a:ext>
                    </a:extLst>
                  </p:cNvPr>
                  <p:cNvSpPr/>
                  <p:nvPr/>
                </p:nvSpPr>
                <p:spPr>
                  <a:xfrm>
                    <a:off x="2567894" y="1040039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4</a:t>
                    </a:r>
                  </a:p>
                </p:txBody>
              </p:sp>
              <p:sp>
                <p:nvSpPr>
                  <p:cNvPr id="50" name="Rectangle: Rounded Corners 49">
                    <a:extLst>
                      <a:ext uri="{FF2B5EF4-FFF2-40B4-BE49-F238E27FC236}">
                        <a16:creationId xmlns:a16="http://schemas.microsoft.com/office/drawing/2014/main" id="{3FBB4206-758E-42F2-9FF0-62BE2BBEAEA3}"/>
                      </a:ext>
                    </a:extLst>
                  </p:cNvPr>
                  <p:cNvSpPr/>
                  <p:nvPr/>
                </p:nvSpPr>
                <p:spPr>
                  <a:xfrm>
                    <a:off x="2567894" y="1463901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3</a:t>
                    </a:r>
                  </a:p>
                </p:txBody>
              </p:sp>
              <p:sp>
                <p:nvSpPr>
                  <p:cNvPr id="51" name="Rectangle: Rounded Corners 50">
                    <a:extLst>
                      <a:ext uri="{FF2B5EF4-FFF2-40B4-BE49-F238E27FC236}">
                        <a16:creationId xmlns:a16="http://schemas.microsoft.com/office/drawing/2014/main" id="{FBDFF46C-C343-4CBC-8016-8AD7FDCE8708}"/>
                      </a:ext>
                    </a:extLst>
                  </p:cNvPr>
                  <p:cNvSpPr/>
                  <p:nvPr/>
                </p:nvSpPr>
                <p:spPr>
                  <a:xfrm>
                    <a:off x="2567894" y="1887764"/>
                    <a:ext cx="331561" cy="33156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127000" dist="38100" dir="5400000" algn="t" rotWithShape="0">
                      <a:prstClr val="black">
                        <a:alpha val="8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rgbClr val="232A4E"/>
                        </a:solidFill>
                        <a:latin typeface="Ubuntu" panose="020B0504030602030204" pitchFamily="34" charset="0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E412CCD5-BCB9-4287-A9DB-A39F3297AB40}"/>
                  </a:ext>
                </a:extLst>
              </p:cNvPr>
              <p:cNvSpPr/>
              <p:nvPr/>
            </p:nvSpPr>
            <p:spPr>
              <a:xfrm>
                <a:off x="1958173" y="1049812"/>
                <a:ext cx="347472" cy="1180186"/>
              </a:xfrm>
              <a:custGeom>
                <a:avLst/>
                <a:gdLst/>
                <a:ahLst/>
                <a:cxnLst/>
                <a:rect l="l" t="t" r="r" b="b"/>
                <a:pathLst>
                  <a:path w="347472" h="1180186">
                    <a:moveTo>
                      <a:pt x="342595" y="0"/>
                    </a:moveTo>
                    <a:lnTo>
                      <a:pt x="347472" y="0"/>
                    </a:lnTo>
                    <a:lnTo>
                      <a:pt x="347472" y="89002"/>
                    </a:lnTo>
                    <a:cubicBezTo>
                      <a:pt x="301142" y="89002"/>
                      <a:pt x="268021" y="97333"/>
                      <a:pt x="248107" y="113996"/>
                    </a:cubicBezTo>
                    <a:cubicBezTo>
                      <a:pt x="228194" y="130658"/>
                      <a:pt x="218237" y="162560"/>
                      <a:pt x="218237" y="209703"/>
                    </a:cubicBezTo>
                    <a:lnTo>
                      <a:pt x="218237" y="397460"/>
                    </a:lnTo>
                    <a:cubicBezTo>
                      <a:pt x="218237" y="451105"/>
                      <a:pt x="211125" y="492557"/>
                      <a:pt x="196901" y="521818"/>
                    </a:cubicBezTo>
                    <a:cubicBezTo>
                      <a:pt x="182677" y="551079"/>
                      <a:pt x="162560" y="573837"/>
                      <a:pt x="136550" y="590093"/>
                    </a:cubicBezTo>
                    <a:cubicBezTo>
                      <a:pt x="162560" y="606349"/>
                      <a:pt x="182677" y="629108"/>
                      <a:pt x="196901" y="658368"/>
                    </a:cubicBezTo>
                    <a:cubicBezTo>
                      <a:pt x="211125" y="687629"/>
                      <a:pt x="218237" y="729082"/>
                      <a:pt x="218237" y="782727"/>
                    </a:cubicBezTo>
                    <a:lnTo>
                      <a:pt x="218237" y="970484"/>
                    </a:lnTo>
                    <a:cubicBezTo>
                      <a:pt x="218237" y="1017626"/>
                      <a:pt x="228194" y="1049529"/>
                      <a:pt x="248107" y="1066191"/>
                    </a:cubicBezTo>
                    <a:cubicBezTo>
                      <a:pt x="268021" y="1082853"/>
                      <a:pt x="301142" y="1091185"/>
                      <a:pt x="347472" y="1091185"/>
                    </a:cubicBezTo>
                    <a:lnTo>
                      <a:pt x="347472" y="1180186"/>
                    </a:lnTo>
                    <a:lnTo>
                      <a:pt x="342595" y="1180186"/>
                    </a:lnTo>
                    <a:cubicBezTo>
                      <a:pt x="298704" y="1180186"/>
                      <a:pt x="261925" y="1175716"/>
                      <a:pt x="232258" y="1166775"/>
                    </a:cubicBezTo>
                    <a:cubicBezTo>
                      <a:pt x="202590" y="1157834"/>
                      <a:pt x="178816" y="1144423"/>
                      <a:pt x="160934" y="1126541"/>
                    </a:cubicBezTo>
                    <a:cubicBezTo>
                      <a:pt x="143053" y="1108660"/>
                      <a:pt x="130454" y="1086714"/>
                      <a:pt x="123139" y="1060705"/>
                    </a:cubicBezTo>
                    <a:cubicBezTo>
                      <a:pt x="115824" y="1034695"/>
                      <a:pt x="112166" y="1005028"/>
                      <a:pt x="112166" y="971703"/>
                    </a:cubicBezTo>
                    <a:lnTo>
                      <a:pt x="112166" y="752247"/>
                    </a:lnTo>
                    <a:cubicBezTo>
                      <a:pt x="112166" y="737616"/>
                      <a:pt x="109931" y="723189"/>
                      <a:pt x="105461" y="708965"/>
                    </a:cubicBezTo>
                    <a:cubicBezTo>
                      <a:pt x="100990" y="694741"/>
                      <a:pt x="94082" y="682143"/>
                      <a:pt x="84734" y="671170"/>
                    </a:cubicBezTo>
                    <a:cubicBezTo>
                      <a:pt x="75387" y="660197"/>
                      <a:pt x="63805" y="651256"/>
                      <a:pt x="49987" y="644348"/>
                    </a:cubicBezTo>
                    <a:cubicBezTo>
                      <a:pt x="36170" y="637439"/>
                      <a:pt x="19507" y="633985"/>
                      <a:pt x="0" y="633985"/>
                    </a:cubicBezTo>
                    <a:lnTo>
                      <a:pt x="0" y="546202"/>
                    </a:lnTo>
                    <a:cubicBezTo>
                      <a:pt x="19507" y="546202"/>
                      <a:pt x="36170" y="542748"/>
                      <a:pt x="49987" y="535839"/>
                    </a:cubicBezTo>
                    <a:cubicBezTo>
                      <a:pt x="63805" y="528930"/>
                      <a:pt x="75387" y="519989"/>
                      <a:pt x="84734" y="509016"/>
                    </a:cubicBezTo>
                    <a:cubicBezTo>
                      <a:pt x="94082" y="498044"/>
                      <a:pt x="100990" y="485445"/>
                      <a:pt x="105461" y="471221"/>
                    </a:cubicBezTo>
                    <a:cubicBezTo>
                      <a:pt x="109931" y="456997"/>
                      <a:pt x="112166" y="442570"/>
                      <a:pt x="112166" y="427940"/>
                    </a:cubicBezTo>
                    <a:lnTo>
                      <a:pt x="112166" y="208484"/>
                    </a:lnTo>
                    <a:cubicBezTo>
                      <a:pt x="112166" y="175159"/>
                      <a:pt x="115824" y="145492"/>
                      <a:pt x="123139" y="119482"/>
                    </a:cubicBezTo>
                    <a:cubicBezTo>
                      <a:pt x="130454" y="93472"/>
                      <a:pt x="143053" y="71730"/>
                      <a:pt x="160934" y="54255"/>
                    </a:cubicBezTo>
                    <a:cubicBezTo>
                      <a:pt x="178816" y="36780"/>
                      <a:pt x="202590" y="23369"/>
                      <a:pt x="232258" y="14021"/>
                    </a:cubicBezTo>
                    <a:cubicBezTo>
                      <a:pt x="261925" y="4674"/>
                      <a:pt x="298704" y="0"/>
                      <a:pt x="342595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A36397D3-1869-4058-B151-8B0A9B1A064A}"/>
                  </a:ext>
                </a:extLst>
              </p:cNvPr>
              <p:cNvSpPr/>
              <p:nvPr/>
            </p:nvSpPr>
            <p:spPr>
              <a:xfrm flipH="1">
                <a:off x="3736173" y="1049812"/>
                <a:ext cx="347472" cy="1180186"/>
              </a:xfrm>
              <a:custGeom>
                <a:avLst/>
                <a:gdLst/>
                <a:ahLst/>
                <a:cxnLst/>
                <a:rect l="l" t="t" r="r" b="b"/>
                <a:pathLst>
                  <a:path w="347472" h="1180186">
                    <a:moveTo>
                      <a:pt x="342595" y="0"/>
                    </a:moveTo>
                    <a:lnTo>
                      <a:pt x="347472" y="0"/>
                    </a:lnTo>
                    <a:lnTo>
                      <a:pt x="347472" y="89002"/>
                    </a:lnTo>
                    <a:cubicBezTo>
                      <a:pt x="301142" y="89002"/>
                      <a:pt x="268021" y="97333"/>
                      <a:pt x="248107" y="113996"/>
                    </a:cubicBezTo>
                    <a:cubicBezTo>
                      <a:pt x="228194" y="130658"/>
                      <a:pt x="218237" y="162560"/>
                      <a:pt x="218237" y="209703"/>
                    </a:cubicBezTo>
                    <a:lnTo>
                      <a:pt x="218237" y="397460"/>
                    </a:lnTo>
                    <a:cubicBezTo>
                      <a:pt x="218237" y="451105"/>
                      <a:pt x="211125" y="492557"/>
                      <a:pt x="196901" y="521818"/>
                    </a:cubicBezTo>
                    <a:cubicBezTo>
                      <a:pt x="182677" y="551079"/>
                      <a:pt x="162560" y="573837"/>
                      <a:pt x="136550" y="590093"/>
                    </a:cubicBezTo>
                    <a:cubicBezTo>
                      <a:pt x="162560" y="606349"/>
                      <a:pt x="182677" y="629108"/>
                      <a:pt x="196901" y="658368"/>
                    </a:cubicBezTo>
                    <a:cubicBezTo>
                      <a:pt x="211125" y="687629"/>
                      <a:pt x="218237" y="729082"/>
                      <a:pt x="218237" y="782727"/>
                    </a:cubicBezTo>
                    <a:lnTo>
                      <a:pt x="218237" y="970484"/>
                    </a:lnTo>
                    <a:cubicBezTo>
                      <a:pt x="218237" y="1017626"/>
                      <a:pt x="228194" y="1049529"/>
                      <a:pt x="248107" y="1066191"/>
                    </a:cubicBezTo>
                    <a:cubicBezTo>
                      <a:pt x="268021" y="1082853"/>
                      <a:pt x="301142" y="1091185"/>
                      <a:pt x="347472" y="1091185"/>
                    </a:cubicBezTo>
                    <a:lnTo>
                      <a:pt x="347472" y="1180186"/>
                    </a:lnTo>
                    <a:lnTo>
                      <a:pt x="342595" y="1180186"/>
                    </a:lnTo>
                    <a:cubicBezTo>
                      <a:pt x="298704" y="1180186"/>
                      <a:pt x="261925" y="1175716"/>
                      <a:pt x="232258" y="1166775"/>
                    </a:cubicBezTo>
                    <a:cubicBezTo>
                      <a:pt x="202590" y="1157834"/>
                      <a:pt x="178816" y="1144423"/>
                      <a:pt x="160934" y="1126541"/>
                    </a:cubicBezTo>
                    <a:cubicBezTo>
                      <a:pt x="143053" y="1108660"/>
                      <a:pt x="130454" y="1086714"/>
                      <a:pt x="123139" y="1060705"/>
                    </a:cubicBezTo>
                    <a:cubicBezTo>
                      <a:pt x="115824" y="1034695"/>
                      <a:pt x="112166" y="1005028"/>
                      <a:pt x="112166" y="971703"/>
                    </a:cubicBezTo>
                    <a:lnTo>
                      <a:pt x="112166" y="752247"/>
                    </a:lnTo>
                    <a:cubicBezTo>
                      <a:pt x="112166" y="737616"/>
                      <a:pt x="109931" y="723189"/>
                      <a:pt x="105461" y="708965"/>
                    </a:cubicBezTo>
                    <a:cubicBezTo>
                      <a:pt x="100990" y="694741"/>
                      <a:pt x="94082" y="682143"/>
                      <a:pt x="84734" y="671170"/>
                    </a:cubicBezTo>
                    <a:cubicBezTo>
                      <a:pt x="75387" y="660197"/>
                      <a:pt x="63805" y="651256"/>
                      <a:pt x="49987" y="644348"/>
                    </a:cubicBezTo>
                    <a:cubicBezTo>
                      <a:pt x="36170" y="637439"/>
                      <a:pt x="19507" y="633985"/>
                      <a:pt x="0" y="633985"/>
                    </a:cubicBezTo>
                    <a:lnTo>
                      <a:pt x="0" y="546202"/>
                    </a:lnTo>
                    <a:cubicBezTo>
                      <a:pt x="19507" y="546202"/>
                      <a:pt x="36170" y="542748"/>
                      <a:pt x="49987" y="535839"/>
                    </a:cubicBezTo>
                    <a:cubicBezTo>
                      <a:pt x="63805" y="528930"/>
                      <a:pt x="75387" y="519989"/>
                      <a:pt x="84734" y="509016"/>
                    </a:cubicBezTo>
                    <a:cubicBezTo>
                      <a:pt x="94082" y="498044"/>
                      <a:pt x="100990" y="485445"/>
                      <a:pt x="105461" y="471221"/>
                    </a:cubicBezTo>
                    <a:cubicBezTo>
                      <a:pt x="109931" y="456997"/>
                      <a:pt x="112166" y="442570"/>
                      <a:pt x="112166" y="427940"/>
                    </a:cubicBezTo>
                    <a:lnTo>
                      <a:pt x="112166" y="208484"/>
                    </a:lnTo>
                    <a:cubicBezTo>
                      <a:pt x="112166" y="175159"/>
                      <a:pt x="115824" y="145492"/>
                      <a:pt x="123139" y="119482"/>
                    </a:cubicBezTo>
                    <a:cubicBezTo>
                      <a:pt x="130454" y="93472"/>
                      <a:pt x="143053" y="71730"/>
                      <a:pt x="160934" y="54255"/>
                    </a:cubicBezTo>
                    <a:cubicBezTo>
                      <a:pt x="178816" y="36780"/>
                      <a:pt x="202590" y="23369"/>
                      <a:pt x="232258" y="14021"/>
                    </a:cubicBezTo>
                    <a:cubicBezTo>
                      <a:pt x="261925" y="4674"/>
                      <a:pt x="298704" y="0"/>
                      <a:pt x="342595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7987B04-6B26-4C21-86A0-8DCF56477683}"/>
                </a:ext>
              </a:extLst>
            </p:cNvPr>
            <p:cNvSpPr txBox="1"/>
            <p:nvPr/>
          </p:nvSpPr>
          <p:spPr>
            <a:xfrm>
              <a:off x="762000" y="1486017"/>
              <a:ext cx="1069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Matrix 2</a:t>
              </a:r>
            </a:p>
          </p:txBody>
        </p:sp>
      </p:grpSp>
      <p:grpSp>
        <p:nvGrpSpPr>
          <p:cNvPr id="2054" name="Group 2053">
            <a:extLst>
              <a:ext uri="{FF2B5EF4-FFF2-40B4-BE49-F238E27FC236}">
                <a16:creationId xmlns:a16="http://schemas.microsoft.com/office/drawing/2014/main" id="{83CC1676-3D80-4162-B1CE-194BABF6F8A9}"/>
              </a:ext>
            </a:extLst>
          </p:cNvPr>
          <p:cNvGrpSpPr/>
          <p:nvPr/>
        </p:nvGrpSpPr>
        <p:grpSpPr>
          <a:xfrm>
            <a:off x="5324822" y="2053967"/>
            <a:ext cx="625078" cy="625078"/>
            <a:chOff x="6805151" y="4176980"/>
            <a:chExt cx="852220" cy="852220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2BF3A52-59A9-4776-8838-694038A51379}"/>
                </a:ext>
              </a:extLst>
            </p:cNvPr>
            <p:cNvSpPr/>
            <p:nvPr/>
          </p:nvSpPr>
          <p:spPr>
            <a:xfrm>
              <a:off x="6805151" y="4176980"/>
              <a:ext cx="852220" cy="852220"/>
            </a:xfrm>
            <a:custGeom>
              <a:avLst/>
              <a:gdLst>
                <a:gd name="connsiteX0" fmla="*/ 256994 w 659990"/>
                <a:gd name="connsiteY0" fmla="*/ 0 h 659990"/>
                <a:gd name="connsiteX1" fmla="*/ 402996 w 659990"/>
                <a:gd name="connsiteY1" fmla="*/ 0 h 659990"/>
                <a:gd name="connsiteX2" fmla="*/ 659990 w 659990"/>
                <a:gd name="connsiteY2" fmla="*/ 256994 h 659990"/>
                <a:gd name="connsiteX3" fmla="*/ 659990 w 659990"/>
                <a:gd name="connsiteY3" fmla="*/ 402996 h 659990"/>
                <a:gd name="connsiteX4" fmla="*/ 402996 w 659990"/>
                <a:gd name="connsiteY4" fmla="*/ 659990 h 659990"/>
                <a:gd name="connsiteX5" fmla="*/ 256994 w 659990"/>
                <a:gd name="connsiteY5" fmla="*/ 659990 h 659990"/>
                <a:gd name="connsiteX6" fmla="*/ 0 w 659990"/>
                <a:gd name="connsiteY6" fmla="*/ 402996 h 659990"/>
                <a:gd name="connsiteX7" fmla="*/ 0 w 659990"/>
                <a:gd name="connsiteY7" fmla="*/ 256994 h 659990"/>
                <a:gd name="connsiteX8" fmla="*/ 256994 w 659990"/>
                <a:gd name="connsiteY8" fmla="*/ 0 h 6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9990" h="659990">
                  <a:moveTo>
                    <a:pt x="256994" y="0"/>
                  </a:moveTo>
                  <a:lnTo>
                    <a:pt x="402996" y="0"/>
                  </a:lnTo>
                  <a:cubicBezTo>
                    <a:pt x="544930" y="0"/>
                    <a:pt x="659990" y="115060"/>
                    <a:pt x="659990" y="256994"/>
                  </a:cubicBezTo>
                  <a:lnTo>
                    <a:pt x="659990" y="402996"/>
                  </a:lnTo>
                  <a:cubicBezTo>
                    <a:pt x="659990" y="544930"/>
                    <a:pt x="544930" y="659990"/>
                    <a:pt x="402996" y="659990"/>
                  </a:cubicBezTo>
                  <a:lnTo>
                    <a:pt x="256994" y="659990"/>
                  </a:lnTo>
                  <a:cubicBezTo>
                    <a:pt x="115060" y="659990"/>
                    <a:pt x="0" y="544930"/>
                    <a:pt x="0" y="402996"/>
                  </a:cubicBezTo>
                  <a:lnTo>
                    <a:pt x="0" y="256994"/>
                  </a:lnTo>
                  <a:cubicBezTo>
                    <a:pt x="0" y="115060"/>
                    <a:pt x="115060" y="0"/>
                    <a:pt x="256994" y="0"/>
                  </a:cubicBezTo>
                  <a:close/>
                </a:path>
              </a:pathLst>
            </a:cu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/>
                </a:gs>
              </a:gsLst>
              <a:lin ang="8100000" scaled="1"/>
            </a:gradFill>
            <a:ln>
              <a:noFill/>
            </a:ln>
            <a:effectLst>
              <a:outerShdw blurRad="419100" dist="304800" dir="318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D948FCD-9CF8-4321-AE4B-18F4D6135F70}"/>
                </a:ext>
              </a:extLst>
            </p:cNvPr>
            <p:cNvSpPr/>
            <p:nvPr/>
          </p:nvSpPr>
          <p:spPr>
            <a:xfrm>
              <a:off x="7013888" y="4374156"/>
              <a:ext cx="434746" cy="457868"/>
            </a:xfrm>
            <a:custGeom>
              <a:avLst/>
              <a:gdLst/>
              <a:ahLst/>
              <a:cxnLst/>
              <a:rect l="l" t="t" r="r" b="b"/>
              <a:pathLst>
                <a:path w="94012" h="99012">
                  <a:moveTo>
                    <a:pt x="33404" y="0"/>
                  </a:moveTo>
                  <a:lnTo>
                    <a:pt x="60608" y="0"/>
                  </a:lnTo>
                  <a:lnTo>
                    <a:pt x="60608" y="37004"/>
                  </a:lnTo>
                  <a:lnTo>
                    <a:pt x="94012" y="37004"/>
                  </a:lnTo>
                  <a:lnTo>
                    <a:pt x="94012" y="62007"/>
                  </a:lnTo>
                  <a:lnTo>
                    <a:pt x="60608" y="62007"/>
                  </a:lnTo>
                  <a:lnTo>
                    <a:pt x="60608" y="99012"/>
                  </a:lnTo>
                  <a:lnTo>
                    <a:pt x="33404" y="99012"/>
                  </a:lnTo>
                  <a:lnTo>
                    <a:pt x="33404" y="62007"/>
                  </a:lnTo>
                  <a:lnTo>
                    <a:pt x="0" y="62007"/>
                  </a:lnTo>
                  <a:lnTo>
                    <a:pt x="0" y="37004"/>
                  </a:lnTo>
                  <a:lnTo>
                    <a:pt x="33404" y="37004"/>
                  </a:lnTo>
                  <a:lnTo>
                    <a:pt x="3340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4295B0D9-EEE5-45D7-94DE-AA7BDF7D6377}"/>
              </a:ext>
            </a:extLst>
          </p:cNvPr>
          <p:cNvSpPr/>
          <p:nvPr/>
        </p:nvSpPr>
        <p:spPr>
          <a:xfrm>
            <a:off x="1523999" y="684076"/>
            <a:ext cx="44043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Learn Matrix</a:t>
            </a:r>
            <a:endParaRPr lang="en-US" sz="3600" b="0" i="0" dirty="0">
              <a:solidFill>
                <a:srgbClr val="232A4E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B22DC08-8FDF-4292-982A-1DE8AAADC26A}"/>
              </a:ext>
            </a:extLst>
          </p:cNvPr>
          <p:cNvSpPr/>
          <p:nvPr/>
        </p:nvSpPr>
        <p:spPr>
          <a:xfrm>
            <a:off x="1524000" y="3429000"/>
            <a:ext cx="9144000" cy="2499851"/>
          </a:xfrm>
          <a:prstGeom prst="roundRect">
            <a:avLst>
              <a:gd name="adj" fmla="val 10813"/>
            </a:avLst>
          </a:prstGeom>
          <a:solidFill>
            <a:srgbClr val="F1F3FE">
              <a:alpha val="50000"/>
            </a:srgbClr>
          </a:solidFill>
          <a:ln w="63500">
            <a:gradFill flip="none" rotWithShape="1">
              <a:gsLst>
                <a:gs pos="0">
                  <a:schemeClr val="accent4"/>
                </a:gs>
                <a:gs pos="100000">
                  <a:schemeClr val="accent6"/>
                </a:gs>
                <a:gs pos="51000">
                  <a:schemeClr val="accent5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13EB013-D59F-4F58-ACAC-73513E196B27}"/>
              </a:ext>
            </a:extLst>
          </p:cNvPr>
          <p:cNvSpPr/>
          <p:nvPr/>
        </p:nvSpPr>
        <p:spPr>
          <a:xfrm>
            <a:off x="7299960" y="4084320"/>
            <a:ext cx="3124200" cy="1165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another, so don't get hung too up on choosing your first language.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74EE49-0E95-4BC1-9BEE-CCB514A77366}"/>
              </a:ext>
            </a:extLst>
          </p:cNvPr>
          <p:cNvGrpSpPr/>
          <p:nvPr/>
        </p:nvGrpSpPr>
        <p:grpSpPr>
          <a:xfrm>
            <a:off x="2758440" y="4088832"/>
            <a:ext cx="4220805" cy="1180186"/>
            <a:chOff x="2758440" y="4088832"/>
            <a:chExt cx="4220805" cy="1180186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56B202FD-1269-41C8-8A87-163A45BA5DBB}"/>
                </a:ext>
              </a:extLst>
            </p:cNvPr>
            <p:cNvGrpSpPr/>
            <p:nvPr/>
          </p:nvGrpSpPr>
          <p:grpSpPr>
            <a:xfrm>
              <a:off x="4434979" y="4089282"/>
              <a:ext cx="2063899" cy="1179286"/>
              <a:chOff x="2567894" y="1040039"/>
              <a:chExt cx="1147536" cy="1179286"/>
            </a:xfrm>
          </p:grpSpPr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5BD0D956-A70D-435D-8AD6-997C91ABF3B6}"/>
                  </a:ext>
                </a:extLst>
              </p:cNvPr>
              <p:cNvGrpSpPr/>
              <p:nvPr/>
            </p:nvGrpSpPr>
            <p:grpSpPr>
              <a:xfrm>
                <a:off x="2567894" y="1040039"/>
                <a:ext cx="331561" cy="1179286"/>
                <a:chOff x="2567894" y="1040039"/>
                <a:chExt cx="331561" cy="1179286"/>
              </a:xfrm>
            </p:grpSpPr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8D216EDE-9281-4EDD-B5CB-B914494FBFEA}"/>
                    </a:ext>
                  </a:extLst>
                </p:cNvPr>
                <p:cNvSpPr/>
                <p:nvPr/>
              </p:nvSpPr>
              <p:spPr>
                <a:xfrm>
                  <a:off x="2567894" y="1040039"/>
                  <a:ext cx="331561" cy="33156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" dist="38100" dir="5400000" algn="t" rotWithShape="0">
                    <a:prstClr val="black">
                      <a:alpha val="8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rgbClr val="232A4E"/>
                      </a:solidFill>
                      <a:latin typeface="Ubuntu" panose="020B0504030602030204" pitchFamily="34" charset="0"/>
                    </a:rPr>
                    <a:t>1+1</a:t>
                  </a:r>
                </a:p>
              </p:txBody>
            </p:sp>
            <p:sp>
              <p:nvSpPr>
                <p:cNvPr id="86" name="Rectangle: Rounded Corners 85">
                  <a:extLst>
                    <a:ext uri="{FF2B5EF4-FFF2-40B4-BE49-F238E27FC236}">
                      <a16:creationId xmlns:a16="http://schemas.microsoft.com/office/drawing/2014/main" id="{C0B80270-4520-4C41-AACA-FEFE64964962}"/>
                    </a:ext>
                  </a:extLst>
                </p:cNvPr>
                <p:cNvSpPr/>
                <p:nvPr/>
              </p:nvSpPr>
              <p:spPr>
                <a:xfrm>
                  <a:off x="2567894" y="1463901"/>
                  <a:ext cx="331561" cy="33156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" dist="38100" dir="5400000" algn="t" rotWithShape="0">
                    <a:prstClr val="black">
                      <a:alpha val="8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rgbClr val="232A4E"/>
                      </a:solidFill>
                      <a:latin typeface="Ubuntu" panose="020B0504030602030204" pitchFamily="34" charset="0"/>
                    </a:rPr>
                    <a:t>2+2</a:t>
                  </a:r>
                </a:p>
              </p:txBody>
            </p:sp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3B18BAB8-B2C9-4220-AA44-DCBA42245C08}"/>
                    </a:ext>
                  </a:extLst>
                </p:cNvPr>
                <p:cNvSpPr/>
                <p:nvPr/>
              </p:nvSpPr>
              <p:spPr>
                <a:xfrm>
                  <a:off x="2567894" y="1887764"/>
                  <a:ext cx="331561" cy="33156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" dist="38100" dir="5400000" algn="t" rotWithShape="0">
                    <a:prstClr val="black">
                      <a:alpha val="8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rgbClr val="232A4E"/>
                      </a:solidFill>
                      <a:latin typeface="Ubuntu" panose="020B0504030602030204" pitchFamily="34" charset="0"/>
                    </a:rPr>
                    <a:t>3+3</a:t>
                  </a:r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AC262C2F-5053-4201-881E-FF6389CADD8A}"/>
                  </a:ext>
                </a:extLst>
              </p:cNvPr>
              <p:cNvGrpSpPr/>
              <p:nvPr/>
            </p:nvGrpSpPr>
            <p:grpSpPr>
              <a:xfrm>
                <a:off x="2975882" y="1040039"/>
                <a:ext cx="331561" cy="1179286"/>
                <a:chOff x="2567894" y="1040039"/>
                <a:chExt cx="331561" cy="1179286"/>
              </a:xfrm>
            </p:grpSpPr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9B547078-E9DB-4C6E-A3A3-30BCA9009007}"/>
                    </a:ext>
                  </a:extLst>
                </p:cNvPr>
                <p:cNvSpPr/>
                <p:nvPr/>
              </p:nvSpPr>
              <p:spPr>
                <a:xfrm>
                  <a:off x="2567894" y="1040039"/>
                  <a:ext cx="331561" cy="33156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" dist="38100" dir="5400000" algn="t" rotWithShape="0">
                    <a:prstClr val="black">
                      <a:alpha val="8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rgbClr val="232A4E"/>
                      </a:solidFill>
                      <a:latin typeface="Ubuntu" panose="020B0504030602030204" pitchFamily="34" charset="0"/>
                    </a:rPr>
                    <a:t>3+3</a:t>
                  </a:r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362C062B-0216-49ED-BE29-89F4EB0BBEF7}"/>
                    </a:ext>
                  </a:extLst>
                </p:cNvPr>
                <p:cNvSpPr/>
                <p:nvPr/>
              </p:nvSpPr>
              <p:spPr>
                <a:xfrm>
                  <a:off x="2567894" y="1463901"/>
                  <a:ext cx="331561" cy="33156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" dist="38100" dir="5400000" algn="t" rotWithShape="0">
                    <a:prstClr val="black">
                      <a:alpha val="8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rgbClr val="232A4E"/>
                      </a:solidFill>
                      <a:latin typeface="Ubuntu" panose="020B0504030602030204" pitchFamily="34" charset="0"/>
                    </a:rPr>
                    <a:t>4+5</a:t>
                  </a:r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FA58E0F4-23C5-475B-81B4-CA69379CF61F}"/>
                    </a:ext>
                  </a:extLst>
                </p:cNvPr>
                <p:cNvSpPr/>
                <p:nvPr/>
              </p:nvSpPr>
              <p:spPr>
                <a:xfrm>
                  <a:off x="2567894" y="1887764"/>
                  <a:ext cx="331561" cy="33156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" dist="38100" dir="5400000" algn="t" rotWithShape="0">
                    <a:prstClr val="black">
                      <a:alpha val="8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rgbClr val="232A4E"/>
                      </a:solidFill>
                      <a:latin typeface="Ubuntu" panose="020B0504030602030204" pitchFamily="34" charset="0"/>
                    </a:rPr>
                    <a:t>4+7</a:t>
                  </a:r>
                </a:p>
              </p:txBody>
            </p: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A01D6549-B5D0-4583-BDA3-0796AF632260}"/>
                  </a:ext>
                </a:extLst>
              </p:cNvPr>
              <p:cNvGrpSpPr/>
              <p:nvPr/>
            </p:nvGrpSpPr>
            <p:grpSpPr>
              <a:xfrm>
                <a:off x="3383869" y="1040039"/>
                <a:ext cx="331561" cy="1179286"/>
                <a:chOff x="2567894" y="1040039"/>
                <a:chExt cx="331561" cy="1179286"/>
              </a:xfrm>
            </p:grpSpPr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F34C730D-0014-4C59-95F5-5B6DA4A52D28}"/>
                    </a:ext>
                  </a:extLst>
                </p:cNvPr>
                <p:cNvSpPr/>
                <p:nvPr/>
              </p:nvSpPr>
              <p:spPr>
                <a:xfrm>
                  <a:off x="2567894" y="1040039"/>
                  <a:ext cx="331561" cy="33156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" dist="38100" dir="5400000" algn="t" rotWithShape="0">
                    <a:prstClr val="black">
                      <a:alpha val="8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rgbClr val="232A4E"/>
                      </a:solidFill>
                      <a:latin typeface="Ubuntu" panose="020B0504030602030204" pitchFamily="34" charset="0"/>
                    </a:rPr>
                    <a:t>4+4</a:t>
                  </a:r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8B3CF3C2-9C8B-4E46-92E0-610C0FDF7F16}"/>
                    </a:ext>
                  </a:extLst>
                </p:cNvPr>
                <p:cNvSpPr/>
                <p:nvPr/>
              </p:nvSpPr>
              <p:spPr>
                <a:xfrm>
                  <a:off x="2567894" y="1463901"/>
                  <a:ext cx="331561" cy="33156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" dist="38100" dir="5400000" algn="t" rotWithShape="0">
                    <a:prstClr val="black">
                      <a:alpha val="8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rgbClr val="232A4E"/>
                      </a:solidFill>
                      <a:latin typeface="Ubuntu" panose="020B0504030602030204" pitchFamily="34" charset="0"/>
                    </a:rPr>
                    <a:t>3+3</a:t>
                  </a:r>
                </a:p>
              </p:txBody>
            </p:sp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D9D303B9-8D56-4C2B-960E-8AA0A73897D4}"/>
                    </a:ext>
                  </a:extLst>
                </p:cNvPr>
                <p:cNvSpPr/>
                <p:nvPr/>
              </p:nvSpPr>
              <p:spPr>
                <a:xfrm>
                  <a:off x="2567894" y="1887764"/>
                  <a:ext cx="331561" cy="33156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" dist="38100" dir="5400000" algn="t" rotWithShape="0">
                    <a:prstClr val="black">
                      <a:alpha val="8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rgbClr val="232A4E"/>
                      </a:solidFill>
                      <a:latin typeface="Ubuntu" panose="020B0504030602030204" pitchFamily="34" charset="0"/>
                    </a:rPr>
                    <a:t>5+2</a:t>
                  </a:r>
                </a:p>
              </p:txBody>
            </p:sp>
          </p:grpSp>
        </p:grp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3A1EBF5-04A6-4B4A-8B83-515046B52769}"/>
                </a:ext>
              </a:extLst>
            </p:cNvPr>
            <p:cNvSpPr/>
            <p:nvPr/>
          </p:nvSpPr>
          <p:spPr>
            <a:xfrm>
              <a:off x="3954613" y="4088832"/>
              <a:ext cx="347472" cy="1180186"/>
            </a:xfrm>
            <a:custGeom>
              <a:avLst/>
              <a:gdLst/>
              <a:ahLst/>
              <a:cxnLst/>
              <a:rect l="l" t="t" r="r" b="b"/>
              <a:pathLst>
                <a:path w="347472" h="1180186">
                  <a:moveTo>
                    <a:pt x="342595" y="0"/>
                  </a:moveTo>
                  <a:lnTo>
                    <a:pt x="347472" y="0"/>
                  </a:lnTo>
                  <a:lnTo>
                    <a:pt x="347472" y="89002"/>
                  </a:lnTo>
                  <a:cubicBezTo>
                    <a:pt x="301142" y="89002"/>
                    <a:pt x="268021" y="97333"/>
                    <a:pt x="248107" y="113996"/>
                  </a:cubicBezTo>
                  <a:cubicBezTo>
                    <a:pt x="228194" y="130658"/>
                    <a:pt x="218237" y="162560"/>
                    <a:pt x="218237" y="209703"/>
                  </a:cubicBezTo>
                  <a:lnTo>
                    <a:pt x="218237" y="397460"/>
                  </a:lnTo>
                  <a:cubicBezTo>
                    <a:pt x="218237" y="451105"/>
                    <a:pt x="211125" y="492557"/>
                    <a:pt x="196901" y="521818"/>
                  </a:cubicBezTo>
                  <a:cubicBezTo>
                    <a:pt x="182677" y="551079"/>
                    <a:pt x="162560" y="573837"/>
                    <a:pt x="136550" y="590093"/>
                  </a:cubicBezTo>
                  <a:cubicBezTo>
                    <a:pt x="162560" y="606349"/>
                    <a:pt x="182677" y="629108"/>
                    <a:pt x="196901" y="658368"/>
                  </a:cubicBezTo>
                  <a:cubicBezTo>
                    <a:pt x="211125" y="687629"/>
                    <a:pt x="218237" y="729082"/>
                    <a:pt x="218237" y="782727"/>
                  </a:cubicBezTo>
                  <a:lnTo>
                    <a:pt x="218237" y="970484"/>
                  </a:lnTo>
                  <a:cubicBezTo>
                    <a:pt x="218237" y="1017626"/>
                    <a:pt x="228194" y="1049529"/>
                    <a:pt x="248107" y="1066191"/>
                  </a:cubicBezTo>
                  <a:cubicBezTo>
                    <a:pt x="268021" y="1082853"/>
                    <a:pt x="301142" y="1091185"/>
                    <a:pt x="347472" y="1091185"/>
                  </a:cubicBezTo>
                  <a:lnTo>
                    <a:pt x="347472" y="1180186"/>
                  </a:lnTo>
                  <a:lnTo>
                    <a:pt x="342595" y="1180186"/>
                  </a:lnTo>
                  <a:cubicBezTo>
                    <a:pt x="298704" y="1180186"/>
                    <a:pt x="261925" y="1175716"/>
                    <a:pt x="232258" y="1166775"/>
                  </a:cubicBezTo>
                  <a:cubicBezTo>
                    <a:pt x="202590" y="1157834"/>
                    <a:pt x="178816" y="1144423"/>
                    <a:pt x="160934" y="1126541"/>
                  </a:cubicBezTo>
                  <a:cubicBezTo>
                    <a:pt x="143053" y="1108660"/>
                    <a:pt x="130454" y="1086714"/>
                    <a:pt x="123139" y="1060705"/>
                  </a:cubicBezTo>
                  <a:cubicBezTo>
                    <a:pt x="115824" y="1034695"/>
                    <a:pt x="112166" y="1005028"/>
                    <a:pt x="112166" y="971703"/>
                  </a:cubicBezTo>
                  <a:lnTo>
                    <a:pt x="112166" y="752247"/>
                  </a:lnTo>
                  <a:cubicBezTo>
                    <a:pt x="112166" y="737616"/>
                    <a:pt x="109931" y="723189"/>
                    <a:pt x="105461" y="708965"/>
                  </a:cubicBezTo>
                  <a:cubicBezTo>
                    <a:pt x="100990" y="694741"/>
                    <a:pt x="94082" y="682143"/>
                    <a:pt x="84734" y="671170"/>
                  </a:cubicBezTo>
                  <a:cubicBezTo>
                    <a:pt x="75387" y="660197"/>
                    <a:pt x="63805" y="651256"/>
                    <a:pt x="49987" y="644348"/>
                  </a:cubicBezTo>
                  <a:cubicBezTo>
                    <a:pt x="36170" y="637439"/>
                    <a:pt x="19507" y="633985"/>
                    <a:pt x="0" y="633985"/>
                  </a:cubicBezTo>
                  <a:lnTo>
                    <a:pt x="0" y="546202"/>
                  </a:lnTo>
                  <a:cubicBezTo>
                    <a:pt x="19507" y="546202"/>
                    <a:pt x="36170" y="542748"/>
                    <a:pt x="49987" y="535839"/>
                  </a:cubicBezTo>
                  <a:cubicBezTo>
                    <a:pt x="63805" y="528930"/>
                    <a:pt x="75387" y="519989"/>
                    <a:pt x="84734" y="509016"/>
                  </a:cubicBezTo>
                  <a:cubicBezTo>
                    <a:pt x="94082" y="498044"/>
                    <a:pt x="100990" y="485445"/>
                    <a:pt x="105461" y="471221"/>
                  </a:cubicBezTo>
                  <a:cubicBezTo>
                    <a:pt x="109931" y="456997"/>
                    <a:pt x="112166" y="442570"/>
                    <a:pt x="112166" y="427940"/>
                  </a:cubicBezTo>
                  <a:lnTo>
                    <a:pt x="112166" y="208484"/>
                  </a:lnTo>
                  <a:cubicBezTo>
                    <a:pt x="112166" y="175159"/>
                    <a:pt x="115824" y="145492"/>
                    <a:pt x="123139" y="119482"/>
                  </a:cubicBezTo>
                  <a:cubicBezTo>
                    <a:pt x="130454" y="93472"/>
                    <a:pt x="143053" y="71730"/>
                    <a:pt x="160934" y="54255"/>
                  </a:cubicBezTo>
                  <a:cubicBezTo>
                    <a:pt x="178816" y="36780"/>
                    <a:pt x="202590" y="23369"/>
                    <a:pt x="232258" y="14021"/>
                  </a:cubicBezTo>
                  <a:cubicBezTo>
                    <a:pt x="261925" y="4674"/>
                    <a:pt x="298704" y="0"/>
                    <a:pt x="342595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117F6CD-9EAE-4529-9EC9-8DABCB081688}"/>
                </a:ext>
              </a:extLst>
            </p:cNvPr>
            <p:cNvSpPr/>
            <p:nvPr/>
          </p:nvSpPr>
          <p:spPr>
            <a:xfrm flipH="1">
              <a:off x="6631773" y="4088832"/>
              <a:ext cx="347472" cy="1180186"/>
            </a:xfrm>
            <a:custGeom>
              <a:avLst/>
              <a:gdLst/>
              <a:ahLst/>
              <a:cxnLst/>
              <a:rect l="l" t="t" r="r" b="b"/>
              <a:pathLst>
                <a:path w="347472" h="1180186">
                  <a:moveTo>
                    <a:pt x="342595" y="0"/>
                  </a:moveTo>
                  <a:lnTo>
                    <a:pt x="347472" y="0"/>
                  </a:lnTo>
                  <a:lnTo>
                    <a:pt x="347472" y="89002"/>
                  </a:lnTo>
                  <a:cubicBezTo>
                    <a:pt x="301142" y="89002"/>
                    <a:pt x="268021" y="97333"/>
                    <a:pt x="248107" y="113996"/>
                  </a:cubicBezTo>
                  <a:cubicBezTo>
                    <a:pt x="228194" y="130658"/>
                    <a:pt x="218237" y="162560"/>
                    <a:pt x="218237" y="209703"/>
                  </a:cubicBezTo>
                  <a:lnTo>
                    <a:pt x="218237" y="397460"/>
                  </a:lnTo>
                  <a:cubicBezTo>
                    <a:pt x="218237" y="451105"/>
                    <a:pt x="211125" y="492557"/>
                    <a:pt x="196901" y="521818"/>
                  </a:cubicBezTo>
                  <a:cubicBezTo>
                    <a:pt x="182677" y="551079"/>
                    <a:pt x="162560" y="573837"/>
                    <a:pt x="136550" y="590093"/>
                  </a:cubicBezTo>
                  <a:cubicBezTo>
                    <a:pt x="162560" y="606349"/>
                    <a:pt x="182677" y="629108"/>
                    <a:pt x="196901" y="658368"/>
                  </a:cubicBezTo>
                  <a:cubicBezTo>
                    <a:pt x="211125" y="687629"/>
                    <a:pt x="218237" y="729082"/>
                    <a:pt x="218237" y="782727"/>
                  </a:cubicBezTo>
                  <a:lnTo>
                    <a:pt x="218237" y="970484"/>
                  </a:lnTo>
                  <a:cubicBezTo>
                    <a:pt x="218237" y="1017626"/>
                    <a:pt x="228194" y="1049529"/>
                    <a:pt x="248107" y="1066191"/>
                  </a:cubicBezTo>
                  <a:cubicBezTo>
                    <a:pt x="268021" y="1082853"/>
                    <a:pt x="301142" y="1091185"/>
                    <a:pt x="347472" y="1091185"/>
                  </a:cubicBezTo>
                  <a:lnTo>
                    <a:pt x="347472" y="1180186"/>
                  </a:lnTo>
                  <a:lnTo>
                    <a:pt x="342595" y="1180186"/>
                  </a:lnTo>
                  <a:cubicBezTo>
                    <a:pt x="298704" y="1180186"/>
                    <a:pt x="261925" y="1175716"/>
                    <a:pt x="232258" y="1166775"/>
                  </a:cubicBezTo>
                  <a:cubicBezTo>
                    <a:pt x="202590" y="1157834"/>
                    <a:pt x="178816" y="1144423"/>
                    <a:pt x="160934" y="1126541"/>
                  </a:cubicBezTo>
                  <a:cubicBezTo>
                    <a:pt x="143053" y="1108660"/>
                    <a:pt x="130454" y="1086714"/>
                    <a:pt x="123139" y="1060705"/>
                  </a:cubicBezTo>
                  <a:cubicBezTo>
                    <a:pt x="115824" y="1034695"/>
                    <a:pt x="112166" y="1005028"/>
                    <a:pt x="112166" y="971703"/>
                  </a:cubicBezTo>
                  <a:lnTo>
                    <a:pt x="112166" y="752247"/>
                  </a:lnTo>
                  <a:cubicBezTo>
                    <a:pt x="112166" y="737616"/>
                    <a:pt x="109931" y="723189"/>
                    <a:pt x="105461" y="708965"/>
                  </a:cubicBezTo>
                  <a:cubicBezTo>
                    <a:pt x="100990" y="694741"/>
                    <a:pt x="94082" y="682143"/>
                    <a:pt x="84734" y="671170"/>
                  </a:cubicBezTo>
                  <a:cubicBezTo>
                    <a:pt x="75387" y="660197"/>
                    <a:pt x="63805" y="651256"/>
                    <a:pt x="49987" y="644348"/>
                  </a:cubicBezTo>
                  <a:cubicBezTo>
                    <a:pt x="36170" y="637439"/>
                    <a:pt x="19507" y="633985"/>
                    <a:pt x="0" y="633985"/>
                  </a:cubicBezTo>
                  <a:lnTo>
                    <a:pt x="0" y="546202"/>
                  </a:lnTo>
                  <a:cubicBezTo>
                    <a:pt x="19507" y="546202"/>
                    <a:pt x="36170" y="542748"/>
                    <a:pt x="49987" y="535839"/>
                  </a:cubicBezTo>
                  <a:cubicBezTo>
                    <a:pt x="63805" y="528930"/>
                    <a:pt x="75387" y="519989"/>
                    <a:pt x="84734" y="509016"/>
                  </a:cubicBezTo>
                  <a:cubicBezTo>
                    <a:pt x="94082" y="498044"/>
                    <a:pt x="100990" y="485445"/>
                    <a:pt x="105461" y="471221"/>
                  </a:cubicBezTo>
                  <a:cubicBezTo>
                    <a:pt x="109931" y="456997"/>
                    <a:pt x="112166" y="442570"/>
                    <a:pt x="112166" y="427940"/>
                  </a:cubicBezTo>
                  <a:lnTo>
                    <a:pt x="112166" y="208484"/>
                  </a:lnTo>
                  <a:cubicBezTo>
                    <a:pt x="112166" y="175159"/>
                    <a:pt x="115824" y="145492"/>
                    <a:pt x="123139" y="119482"/>
                  </a:cubicBezTo>
                  <a:cubicBezTo>
                    <a:pt x="130454" y="93472"/>
                    <a:pt x="143053" y="71730"/>
                    <a:pt x="160934" y="54255"/>
                  </a:cubicBezTo>
                  <a:cubicBezTo>
                    <a:pt x="178816" y="36780"/>
                    <a:pt x="202590" y="23369"/>
                    <a:pt x="232258" y="14021"/>
                  </a:cubicBezTo>
                  <a:cubicBezTo>
                    <a:pt x="261925" y="4674"/>
                    <a:pt x="298704" y="0"/>
                    <a:pt x="342595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FADB762-2DE1-48A8-B3DE-F7B30FAF6D68}"/>
                </a:ext>
              </a:extLst>
            </p:cNvPr>
            <p:cNvSpPr txBox="1"/>
            <p:nvPr/>
          </p:nvSpPr>
          <p:spPr>
            <a:xfrm>
              <a:off x="2758440" y="4525037"/>
              <a:ext cx="1069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Matrix x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F91123B-60F2-4D7E-963B-286DB684AEC0}"/>
              </a:ext>
            </a:extLst>
          </p:cNvPr>
          <p:cNvGrpSpPr/>
          <p:nvPr/>
        </p:nvGrpSpPr>
        <p:grpSpPr>
          <a:xfrm>
            <a:off x="1981200" y="4366386"/>
            <a:ext cx="625078" cy="625078"/>
            <a:chOff x="6805151" y="4176980"/>
            <a:chExt cx="852220" cy="852220"/>
          </a:xfrm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A4F27FE-C097-4E45-BAAE-36201C38FF7A}"/>
                </a:ext>
              </a:extLst>
            </p:cNvPr>
            <p:cNvSpPr/>
            <p:nvPr/>
          </p:nvSpPr>
          <p:spPr>
            <a:xfrm>
              <a:off x="6805151" y="4176980"/>
              <a:ext cx="852220" cy="852220"/>
            </a:xfrm>
            <a:custGeom>
              <a:avLst/>
              <a:gdLst>
                <a:gd name="connsiteX0" fmla="*/ 256994 w 659990"/>
                <a:gd name="connsiteY0" fmla="*/ 0 h 659990"/>
                <a:gd name="connsiteX1" fmla="*/ 402996 w 659990"/>
                <a:gd name="connsiteY1" fmla="*/ 0 h 659990"/>
                <a:gd name="connsiteX2" fmla="*/ 659990 w 659990"/>
                <a:gd name="connsiteY2" fmla="*/ 256994 h 659990"/>
                <a:gd name="connsiteX3" fmla="*/ 659990 w 659990"/>
                <a:gd name="connsiteY3" fmla="*/ 402996 h 659990"/>
                <a:gd name="connsiteX4" fmla="*/ 402996 w 659990"/>
                <a:gd name="connsiteY4" fmla="*/ 659990 h 659990"/>
                <a:gd name="connsiteX5" fmla="*/ 256994 w 659990"/>
                <a:gd name="connsiteY5" fmla="*/ 659990 h 659990"/>
                <a:gd name="connsiteX6" fmla="*/ 0 w 659990"/>
                <a:gd name="connsiteY6" fmla="*/ 402996 h 659990"/>
                <a:gd name="connsiteX7" fmla="*/ 0 w 659990"/>
                <a:gd name="connsiteY7" fmla="*/ 256994 h 659990"/>
                <a:gd name="connsiteX8" fmla="*/ 256994 w 659990"/>
                <a:gd name="connsiteY8" fmla="*/ 0 h 6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9990" h="659990">
                  <a:moveTo>
                    <a:pt x="256994" y="0"/>
                  </a:moveTo>
                  <a:lnTo>
                    <a:pt x="402996" y="0"/>
                  </a:lnTo>
                  <a:cubicBezTo>
                    <a:pt x="544930" y="0"/>
                    <a:pt x="659990" y="115060"/>
                    <a:pt x="659990" y="256994"/>
                  </a:cubicBezTo>
                  <a:lnTo>
                    <a:pt x="659990" y="402996"/>
                  </a:lnTo>
                  <a:cubicBezTo>
                    <a:pt x="659990" y="544930"/>
                    <a:pt x="544930" y="659990"/>
                    <a:pt x="402996" y="659990"/>
                  </a:cubicBezTo>
                  <a:lnTo>
                    <a:pt x="256994" y="659990"/>
                  </a:lnTo>
                  <a:cubicBezTo>
                    <a:pt x="115060" y="659990"/>
                    <a:pt x="0" y="544930"/>
                    <a:pt x="0" y="402996"/>
                  </a:cubicBezTo>
                  <a:lnTo>
                    <a:pt x="0" y="256994"/>
                  </a:lnTo>
                  <a:cubicBezTo>
                    <a:pt x="0" y="115060"/>
                    <a:pt x="115060" y="0"/>
                    <a:pt x="256994" y="0"/>
                  </a:cubicBezTo>
                  <a:close/>
                </a:path>
              </a:pathLst>
            </a:cu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/>
                </a:gs>
              </a:gsLst>
              <a:lin ang="8100000" scaled="1"/>
            </a:gradFill>
            <a:ln>
              <a:noFill/>
            </a:ln>
            <a:effectLst>
              <a:outerShdw blurRad="419100" dist="304800" dir="318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Equals 90">
              <a:extLst>
                <a:ext uri="{FF2B5EF4-FFF2-40B4-BE49-F238E27FC236}">
                  <a16:creationId xmlns:a16="http://schemas.microsoft.com/office/drawing/2014/main" id="{17DEEF99-1351-4D19-8F19-85BC603E6AC6}"/>
                </a:ext>
              </a:extLst>
            </p:cNvPr>
            <p:cNvSpPr/>
            <p:nvPr/>
          </p:nvSpPr>
          <p:spPr>
            <a:xfrm>
              <a:off x="7013888" y="4374156"/>
              <a:ext cx="434746" cy="457868"/>
            </a:xfrm>
            <a:prstGeom prst="mathEqual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948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8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1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9" presetClass="entr" presetSubtype="0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6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8CB0F37-3676-48AC-AB64-9B76441C4E8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2199" y="0"/>
            <a:ext cx="3526669" cy="6294612"/>
          </a:xfrm>
          <a:prstGeom prst="rect">
            <a:avLst/>
          </a:prstGeom>
          <a:effectLst>
            <a:outerShdw blurRad="647700" dist="228600" dir="8520000" algn="t" rotWithShape="0">
              <a:prstClr val="black">
                <a:alpha val="8000"/>
              </a:prstClr>
            </a:outerShdw>
          </a:effectLst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B92462BD-ECBE-44B2-8D64-F351290A30C4}"/>
              </a:ext>
            </a:extLst>
          </p:cNvPr>
          <p:cNvSpPr/>
          <p:nvPr/>
        </p:nvSpPr>
        <p:spPr>
          <a:xfrm>
            <a:off x="1523999" y="1791618"/>
            <a:ext cx="47145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Id card </a:t>
            </a:r>
            <a:r>
              <a:rPr lang="en-US" sz="3600" b="1" dirty="0">
                <a:solidFill>
                  <a:schemeClr val="accent4"/>
                </a:solidFill>
                <a:latin typeface="Ubuntu" panose="020B0504030602030204" pitchFamily="34" charset="0"/>
              </a:rPr>
              <a:t>event</a:t>
            </a:r>
          </a:p>
          <a:p>
            <a:r>
              <a:rPr lang="en-US" sz="3600" b="1" i="0" dirty="0">
                <a:solidFill>
                  <a:schemeClr val="accent4"/>
                </a:solidFill>
                <a:effectLst/>
                <a:latin typeface="Ubuntu" panose="020B0504030602030204" pitchFamily="34" charset="0"/>
              </a:rPr>
              <a:t>mockup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C930021-B31F-41A3-B861-EDF7C11804FA}"/>
              </a:ext>
            </a:extLst>
          </p:cNvPr>
          <p:cNvSpPr/>
          <p:nvPr/>
        </p:nvSpPr>
        <p:spPr>
          <a:xfrm>
            <a:off x="1524000" y="3381988"/>
            <a:ext cx="4130040" cy="88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another, so don't get hung too up on choosing your first language. 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AE995FB4-C26A-4A7D-8456-0BA904355A9C}"/>
              </a:ext>
            </a:extLst>
          </p:cNvPr>
          <p:cNvSpPr/>
          <p:nvPr/>
        </p:nvSpPr>
        <p:spPr>
          <a:xfrm>
            <a:off x="1619249" y="4735903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Ubuntu" panose="020B0504030602030204" pitchFamily="34" charset="0"/>
              </a:rPr>
              <a:t>MORE DETAILS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9B7713-F6E9-452B-AD37-B9661D1A8C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4E23947-8A71-42C8-A0B0-80C776B9C4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900000">
            <a:off x="7696898" y="-349145"/>
            <a:ext cx="3526669" cy="6294613"/>
          </a:xfrm>
          <a:custGeom>
            <a:avLst/>
            <a:gdLst>
              <a:gd name="connsiteX0" fmla="*/ 0 w 3526669"/>
              <a:gd name="connsiteY0" fmla="*/ 722920 h 6294613"/>
              <a:gd name="connsiteX1" fmla="*/ 2697974 w 3526669"/>
              <a:gd name="connsiteY1" fmla="*/ 1 h 6294613"/>
              <a:gd name="connsiteX2" fmla="*/ 3526669 w 3526669"/>
              <a:gd name="connsiteY2" fmla="*/ 0 h 6294613"/>
              <a:gd name="connsiteX3" fmla="*/ 3526669 w 3526669"/>
              <a:gd name="connsiteY3" fmla="*/ 6294613 h 6294613"/>
              <a:gd name="connsiteX4" fmla="*/ 1 w 3526669"/>
              <a:gd name="connsiteY4" fmla="*/ 6294613 h 6294613"/>
              <a:gd name="connsiteX5" fmla="*/ 0 w 3526669"/>
              <a:gd name="connsiteY5" fmla="*/ 722920 h 629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26669" h="6294613">
                <a:moveTo>
                  <a:pt x="0" y="722920"/>
                </a:moveTo>
                <a:lnTo>
                  <a:pt x="2697974" y="1"/>
                </a:lnTo>
                <a:lnTo>
                  <a:pt x="3526669" y="0"/>
                </a:lnTo>
                <a:lnTo>
                  <a:pt x="3526669" y="6294613"/>
                </a:lnTo>
                <a:lnTo>
                  <a:pt x="1" y="6294613"/>
                </a:lnTo>
                <a:lnTo>
                  <a:pt x="0" y="722920"/>
                </a:lnTo>
                <a:close/>
              </a:path>
            </a:pathLst>
          </a:custGeom>
          <a:effectLst>
            <a:outerShdw blurRad="647700" dist="228600" dir="8520000" algn="t" rotWithShape="0">
              <a:prstClr val="black">
                <a:alpha val="8000"/>
              </a:prstClr>
            </a:outerShdw>
          </a:effectLst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024AE88-CB35-4BB3-8A95-D62A730B82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4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8DB3B0D-1981-4A06-9B25-71B91D709887}"/>
              </a:ext>
            </a:extLst>
          </p:cNvPr>
          <p:cNvSpPr/>
          <p:nvPr/>
        </p:nvSpPr>
        <p:spPr>
          <a:xfrm>
            <a:off x="8231476" y="-1"/>
            <a:ext cx="3960524" cy="5989085"/>
          </a:xfrm>
          <a:custGeom>
            <a:avLst/>
            <a:gdLst>
              <a:gd name="connsiteX0" fmla="*/ 272225 w 1752283"/>
              <a:gd name="connsiteY0" fmla="*/ 0 h 2649794"/>
              <a:gd name="connsiteX1" fmla="*/ 950806 w 1752283"/>
              <a:gd name="connsiteY1" fmla="*/ 0 h 2649794"/>
              <a:gd name="connsiteX2" fmla="*/ 889449 w 1752283"/>
              <a:gd name="connsiteY2" fmla="*/ 56741 h 2649794"/>
              <a:gd name="connsiteX3" fmla="*/ 519699 w 1752283"/>
              <a:gd name="connsiteY3" fmla="*/ 203672 h 2649794"/>
              <a:gd name="connsiteX4" fmla="*/ 519699 w 1752283"/>
              <a:gd name="connsiteY4" fmla="*/ 236322 h 2649794"/>
              <a:gd name="connsiteX5" fmla="*/ 1126469 w 1752283"/>
              <a:gd name="connsiteY5" fmla="*/ 927440 h 2649794"/>
              <a:gd name="connsiteX6" fmla="*/ 1126469 w 1752283"/>
              <a:gd name="connsiteY6" fmla="*/ 1735559 h 2649794"/>
              <a:gd name="connsiteX7" fmla="*/ 1285643 w 1752283"/>
              <a:gd name="connsiteY7" fmla="*/ 2138257 h 2649794"/>
              <a:gd name="connsiteX8" fmla="*/ 1752283 w 1752283"/>
              <a:gd name="connsiteY8" fmla="*/ 2268863 h 2649794"/>
              <a:gd name="connsiteX9" fmla="*/ 1752283 w 1752283"/>
              <a:gd name="connsiteY9" fmla="*/ 2649794 h 2649794"/>
              <a:gd name="connsiteX10" fmla="*/ 952328 w 1752283"/>
              <a:gd name="connsiteY10" fmla="*/ 2413072 h 2649794"/>
              <a:gd name="connsiteX11" fmla="*/ 669351 w 1752283"/>
              <a:gd name="connsiteY11" fmla="*/ 1762768 h 2649794"/>
              <a:gd name="connsiteX12" fmla="*/ 669351 w 1752283"/>
              <a:gd name="connsiteY12" fmla="*/ 938325 h 2649794"/>
              <a:gd name="connsiteX13" fmla="*/ 497932 w 1752283"/>
              <a:gd name="connsiteY13" fmla="*/ 534265 h 2649794"/>
              <a:gd name="connsiteX14" fmla="*/ 0 w 1752283"/>
              <a:gd name="connsiteY14" fmla="*/ 413183 h 2649794"/>
              <a:gd name="connsiteX15" fmla="*/ 0 w 1752283"/>
              <a:gd name="connsiteY15" fmla="*/ 29531 h 2649794"/>
              <a:gd name="connsiteX16" fmla="*/ 164617 w 1752283"/>
              <a:gd name="connsiteY16" fmla="*/ 19328 h 264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52283" h="2649794">
                <a:moveTo>
                  <a:pt x="272225" y="0"/>
                </a:moveTo>
                <a:lnTo>
                  <a:pt x="950806" y="0"/>
                </a:lnTo>
                <a:lnTo>
                  <a:pt x="889449" y="56741"/>
                </a:lnTo>
                <a:cubicBezTo>
                  <a:pt x="794641" y="128166"/>
                  <a:pt x="671391" y="177143"/>
                  <a:pt x="519699" y="203672"/>
                </a:cubicBezTo>
                <a:lnTo>
                  <a:pt x="519699" y="236322"/>
                </a:lnTo>
                <a:cubicBezTo>
                  <a:pt x="924211" y="307066"/>
                  <a:pt x="1126469" y="537440"/>
                  <a:pt x="1126469" y="927440"/>
                </a:cubicBezTo>
                <a:lnTo>
                  <a:pt x="1126469" y="1735559"/>
                </a:lnTo>
                <a:cubicBezTo>
                  <a:pt x="1126469" y="1920583"/>
                  <a:pt x="1179526" y="2054816"/>
                  <a:pt x="1285643" y="2138257"/>
                </a:cubicBezTo>
                <a:cubicBezTo>
                  <a:pt x="1391759" y="2221700"/>
                  <a:pt x="1547307" y="2265235"/>
                  <a:pt x="1752283" y="2268863"/>
                </a:cubicBezTo>
                <a:lnTo>
                  <a:pt x="1752283" y="2649794"/>
                </a:lnTo>
                <a:cubicBezTo>
                  <a:pt x="1407632" y="2646166"/>
                  <a:pt x="1140980" y="2567259"/>
                  <a:pt x="952328" y="2413072"/>
                </a:cubicBezTo>
                <a:cubicBezTo>
                  <a:pt x="763677" y="2258886"/>
                  <a:pt x="669351" y="2042118"/>
                  <a:pt x="669351" y="1762768"/>
                </a:cubicBezTo>
                <a:lnTo>
                  <a:pt x="669351" y="938325"/>
                </a:lnTo>
                <a:cubicBezTo>
                  <a:pt x="669351" y="749673"/>
                  <a:pt x="612210" y="614986"/>
                  <a:pt x="497932" y="534265"/>
                </a:cubicBezTo>
                <a:cubicBezTo>
                  <a:pt x="383652" y="453545"/>
                  <a:pt x="217675" y="413183"/>
                  <a:pt x="0" y="413183"/>
                </a:cubicBezTo>
                <a:lnTo>
                  <a:pt x="0" y="29531"/>
                </a:lnTo>
                <a:cubicBezTo>
                  <a:pt x="58954" y="28624"/>
                  <a:pt x="113826" y="25223"/>
                  <a:pt x="164617" y="1932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5563F7C-F12C-4826-9B8E-13DF77D938B0}"/>
              </a:ext>
            </a:extLst>
          </p:cNvPr>
          <p:cNvSpPr/>
          <p:nvPr/>
        </p:nvSpPr>
        <p:spPr>
          <a:xfrm>
            <a:off x="1524000" y="2112896"/>
            <a:ext cx="9144000" cy="4033366"/>
          </a:xfrm>
          <a:prstGeom prst="roundRect">
            <a:avLst>
              <a:gd name="adj" fmla="val 3322"/>
            </a:avLst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07C937-4F12-4ADF-8CDA-10486F7F09D2}"/>
              </a:ext>
            </a:extLst>
          </p:cNvPr>
          <p:cNvGrpSpPr/>
          <p:nvPr/>
        </p:nvGrpSpPr>
        <p:grpSpPr>
          <a:xfrm>
            <a:off x="1873660" y="1565970"/>
            <a:ext cx="8444681" cy="5292030"/>
            <a:chOff x="9682413" y="-1570976"/>
            <a:chExt cx="4175737" cy="2616811"/>
          </a:xfrm>
          <a:effectLst>
            <a:outerShdw blurRad="914400" sx="102000" sy="102000" algn="ctr" rotWithShape="0">
              <a:prstClr val="black">
                <a:alpha val="13000"/>
              </a:prstClr>
            </a:outerShdw>
          </a:effectLst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EDA8D49-281B-4706-84FF-A34F21AD6AF6}"/>
                </a:ext>
              </a:extLst>
            </p:cNvPr>
            <p:cNvGrpSpPr/>
            <p:nvPr/>
          </p:nvGrpSpPr>
          <p:grpSpPr>
            <a:xfrm>
              <a:off x="9682413" y="-1570976"/>
              <a:ext cx="4175737" cy="270445"/>
              <a:chOff x="3179886" y="2083564"/>
              <a:chExt cx="5702858" cy="369350"/>
            </a:xfrm>
            <a:effectLst/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920615F-7982-4EAA-9174-60B86CB41D41}"/>
                  </a:ext>
                </a:extLst>
              </p:cNvPr>
              <p:cNvGrpSpPr/>
              <p:nvPr/>
            </p:nvGrpSpPr>
            <p:grpSpPr>
              <a:xfrm>
                <a:off x="3179886" y="2083564"/>
                <a:ext cx="5702858" cy="369350"/>
                <a:chOff x="3179886" y="2083564"/>
                <a:chExt cx="5702858" cy="369350"/>
              </a:xfrm>
            </p:grpSpPr>
            <p:sp>
              <p:nvSpPr>
                <p:cNvPr id="7" name="Round Same Side Corner Rectangle 1">
                  <a:extLst>
                    <a:ext uri="{FF2B5EF4-FFF2-40B4-BE49-F238E27FC236}">
                      <a16:creationId xmlns:a16="http://schemas.microsoft.com/office/drawing/2014/main" id="{9C955856-C79A-499A-9651-1BAD3945AEAD}"/>
                    </a:ext>
                  </a:extLst>
                </p:cNvPr>
                <p:cNvSpPr/>
                <p:nvPr/>
              </p:nvSpPr>
              <p:spPr>
                <a:xfrm>
                  <a:off x="3179886" y="2083564"/>
                  <a:ext cx="5702858" cy="369350"/>
                </a:xfrm>
                <a:prstGeom prst="round2SameRect">
                  <a:avLst>
                    <a:gd name="adj1" fmla="val 1492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D1E95FFC-E997-4D03-995A-03A48062DCD0}"/>
                    </a:ext>
                  </a:extLst>
                </p:cNvPr>
                <p:cNvGrpSpPr/>
                <p:nvPr/>
              </p:nvGrpSpPr>
              <p:grpSpPr>
                <a:xfrm>
                  <a:off x="3382010" y="2233949"/>
                  <a:ext cx="341854" cy="82531"/>
                  <a:chOff x="3382010" y="2233949"/>
                  <a:chExt cx="341854" cy="82531"/>
                </a:xfrm>
              </p:grpSpPr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5B7F6DCC-D927-46A5-BF87-988FEBC460B3}"/>
                      </a:ext>
                    </a:extLst>
                  </p:cNvPr>
                  <p:cNvSpPr/>
                  <p:nvPr/>
                </p:nvSpPr>
                <p:spPr>
                  <a:xfrm>
                    <a:off x="3382010" y="2233949"/>
                    <a:ext cx="82531" cy="82531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0" name="Oval 9">
                    <a:extLst>
                      <a:ext uri="{FF2B5EF4-FFF2-40B4-BE49-F238E27FC236}">
                        <a16:creationId xmlns:a16="http://schemas.microsoft.com/office/drawing/2014/main" id="{A438177F-DDC4-42F3-A959-EBF5678B9358}"/>
                      </a:ext>
                    </a:extLst>
                  </p:cNvPr>
                  <p:cNvSpPr/>
                  <p:nvPr/>
                </p:nvSpPr>
                <p:spPr>
                  <a:xfrm>
                    <a:off x="3511671" y="2233949"/>
                    <a:ext cx="82531" cy="82531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5D271C9B-5BEE-4BA2-8944-BD3F7E5331DA}"/>
                      </a:ext>
                    </a:extLst>
                  </p:cNvPr>
                  <p:cNvSpPr/>
                  <p:nvPr/>
                </p:nvSpPr>
                <p:spPr>
                  <a:xfrm>
                    <a:off x="3641333" y="2233949"/>
                    <a:ext cx="82531" cy="82531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</p:grpSp>
          <p:sp>
            <p:nvSpPr>
              <p:cNvPr id="6" name="Rounded Rectangle 23">
                <a:extLst>
                  <a:ext uri="{FF2B5EF4-FFF2-40B4-BE49-F238E27FC236}">
                    <a16:creationId xmlns:a16="http://schemas.microsoft.com/office/drawing/2014/main" id="{C096BBF4-E963-4ED7-9740-9C17B9E3635D}"/>
                  </a:ext>
                </a:extLst>
              </p:cNvPr>
              <p:cNvSpPr/>
              <p:nvPr/>
            </p:nvSpPr>
            <p:spPr>
              <a:xfrm>
                <a:off x="3965020" y="2182834"/>
                <a:ext cx="2674620" cy="18475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600" dirty="0">
                    <a:solidFill>
                      <a:schemeClr val="bg1">
                        <a:lumMod val="75000"/>
                      </a:schemeClr>
                    </a:solidFill>
                    <a:latin typeface="Nexa Light" panose="02000000000000000000" pitchFamily="50" charset="0"/>
                  </a:rPr>
                  <a:t>http://www.website.com</a:t>
                </a: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B5C0B4-FAC7-465A-882D-B07197426EDB}"/>
                </a:ext>
              </a:extLst>
            </p:cNvPr>
            <p:cNvSpPr/>
            <p:nvPr/>
          </p:nvSpPr>
          <p:spPr>
            <a:xfrm>
              <a:off x="9682413" y="-1300531"/>
              <a:ext cx="4175736" cy="23463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D3364A5-C1AE-4BAE-9BA2-FF7D3CC56C40}"/>
              </a:ext>
            </a:extLst>
          </p:cNvPr>
          <p:cNvSpPr/>
          <p:nvPr/>
        </p:nvSpPr>
        <p:spPr>
          <a:xfrm>
            <a:off x="2251588" y="711738"/>
            <a:ext cx="76888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Mockup slide</a:t>
            </a:r>
            <a:endParaRPr lang="en-US" sz="3600" b="0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9FDAF28-0F7D-441F-B363-44804EFA4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5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decel="10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2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8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9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  <p:bldP spid="1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decel="10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2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  <p:bldP spid="19" grpId="0" animBg="1"/>
        </p:bldLst>
      </p:timing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24273B9-365C-4757-A1A3-0B2E9466B9B2}"/>
              </a:ext>
            </a:extLst>
          </p:cNvPr>
          <p:cNvSpPr/>
          <p:nvPr/>
        </p:nvSpPr>
        <p:spPr>
          <a:xfrm>
            <a:off x="1524000" y="1690991"/>
            <a:ext cx="29630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Smartphone </a:t>
            </a:r>
          </a:p>
          <a:p>
            <a:r>
              <a:rPr lang="en-US" sz="3600" b="1" i="0" dirty="0">
                <a:solidFill>
                  <a:srgbClr val="232A4E"/>
                </a:solidFill>
                <a:effectLst/>
                <a:latin typeface="Ubuntu" panose="020B0504030602030204" pitchFamily="34" charset="0"/>
              </a:rPr>
              <a:t>mockup</a:t>
            </a:r>
            <a:endParaRPr lang="en-US" sz="3600" b="0" i="0" dirty="0">
              <a:solidFill>
                <a:srgbClr val="232A4E"/>
              </a:solidFill>
              <a:effectLst/>
              <a:latin typeface="Ubuntu" panose="020B050403060203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5393A51-DC7C-426D-AB8D-7A0DA8F53206}"/>
              </a:ext>
            </a:extLst>
          </p:cNvPr>
          <p:cNvGrpSpPr/>
          <p:nvPr/>
        </p:nvGrpSpPr>
        <p:grpSpPr>
          <a:xfrm>
            <a:off x="1754332" y="3298994"/>
            <a:ext cx="2732700" cy="276999"/>
            <a:chOff x="4493600" y="4261354"/>
            <a:chExt cx="2732700" cy="2769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9260BB2-9D76-4A00-9C76-D1BCACE93143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097DAF92-A2F6-4FCD-AB89-E4C29064F49F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100000">
                    <a:schemeClr val="accent4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296CECDE-7797-4908-BDE5-5461F556AB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B667709-E43F-4051-82F8-697CD756D51D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E55F482-EFF3-4097-9CD5-5D8377536FBF}"/>
              </a:ext>
            </a:extLst>
          </p:cNvPr>
          <p:cNvGrpSpPr/>
          <p:nvPr/>
        </p:nvGrpSpPr>
        <p:grpSpPr>
          <a:xfrm>
            <a:off x="1754332" y="3741937"/>
            <a:ext cx="2732700" cy="276999"/>
            <a:chOff x="4493600" y="4261354"/>
            <a:chExt cx="2732700" cy="276999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338DD0F-24DA-45FC-8BBD-D135633AA79B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2ECBB62A-E3DB-41F2-9B4B-9217625C80C2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Freeform 7">
                <a:extLst>
                  <a:ext uri="{FF2B5EF4-FFF2-40B4-BE49-F238E27FC236}">
                    <a16:creationId xmlns:a16="http://schemas.microsoft.com/office/drawing/2014/main" id="{AC571ADD-BE5F-4EAE-B3F0-0FFEA4840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089DE62-86CD-4A22-A078-30759C31DC4E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1F0035A-B025-4C3F-81DF-5543E40DA1A4}"/>
              </a:ext>
            </a:extLst>
          </p:cNvPr>
          <p:cNvGrpSpPr/>
          <p:nvPr/>
        </p:nvGrpSpPr>
        <p:grpSpPr>
          <a:xfrm>
            <a:off x="1754332" y="4184880"/>
            <a:ext cx="2732700" cy="276999"/>
            <a:chOff x="4493600" y="4261354"/>
            <a:chExt cx="2732700" cy="27699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1B36799-BBB3-4F17-854A-CBE287210A9F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A592685B-1B31-4E8E-84E3-E1E581FA7423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 7">
                <a:extLst>
                  <a:ext uri="{FF2B5EF4-FFF2-40B4-BE49-F238E27FC236}">
                    <a16:creationId xmlns:a16="http://schemas.microsoft.com/office/drawing/2014/main" id="{38210E14-39DE-450F-9836-C6CF49A2AA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D65DFD9-03AB-44EA-8F0C-480FA5254CD6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94DE7CF-CE35-486F-8B1A-2A12A92D18F7}"/>
              </a:ext>
            </a:extLst>
          </p:cNvPr>
          <p:cNvGrpSpPr/>
          <p:nvPr/>
        </p:nvGrpSpPr>
        <p:grpSpPr>
          <a:xfrm>
            <a:off x="1754332" y="4627824"/>
            <a:ext cx="2732700" cy="276999"/>
            <a:chOff x="4493600" y="4261354"/>
            <a:chExt cx="2732700" cy="276999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D542326-42B2-4518-9C72-8B2D076BD4A7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917CC16F-A3EA-4526-8235-4595340233F8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 7">
                <a:extLst>
                  <a:ext uri="{FF2B5EF4-FFF2-40B4-BE49-F238E27FC236}">
                    <a16:creationId xmlns:a16="http://schemas.microsoft.com/office/drawing/2014/main" id="{E4DF73C5-21C6-4AEC-9925-4FC2E25D2F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3F0AE25-DFA4-4E4C-A704-CD0677D456D9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CF27310-5570-41BB-B83E-1F864E4612F1}"/>
              </a:ext>
            </a:extLst>
          </p:cNvPr>
          <p:cNvGrpSpPr/>
          <p:nvPr/>
        </p:nvGrpSpPr>
        <p:grpSpPr>
          <a:xfrm>
            <a:off x="4530748" y="2562716"/>
            <a:ext cx="774650" cy="657208"/>
            <a:chOff x="2486468" y="3105190"/>
            <a:chExt cx="1485922" cy="657208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038F734A-35DA-431E-8D75-3363C9B345B9}"/>
                </a:ext>
              </a:extLst>
            </p:cNvPr>
            <p:cNvSpPr/>
            <p:nvPr/>
          </p:nvSpPr>
          <p:spPr>
            <a:xfrm>
              <a:off x="2486468" y="3105190"/>
              <a:ext cx="1485922" cy="657208"/>
            </a:xfrm>
            <a:prstGeom prst="roundRect">
              <a:avLst>
                <a:gd name="adj" fmla="val 14597"/>
              </a:avLst>
            </a:prstGeom>
            <a:gradFill>
              <a:gsLst>
                <a:gs pos="0">
                  <a:schemeClr val="accent3"/>
                </a:gs>
                <a:gs pos="99000">
                  <a:schemeClr val="accent3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07E87D6-F92B-4DFF-996F-540D64AF5F8C}"/>
                </a:ext>
              </a:extLst>
            </p:cNvPr>
            <p:cNvSpPr txBox="1"/>
            <p:nvPr/>
          </p:nvSpPr>
          <p:spPr>
            <a:xfrm>
              <a:off x="2486469" y="3256053"/>
              <a:ext cx="1485917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C#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A626FE8B-6101-46D4-A526-48A4FCDC17F6}"/>
              </a:ext>
            </a:extLst>
          </p:cNvPr>
          <p:cNvSpPr txBox="1"/>
          <p:nvPr/>
        </p:nvSpPr>
        <p:spPr>
          <a:xfrm>
            <a:off x="9753600" y="0"/>
            <a:ext cx="2327275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</a:t>
            </a:r>
            <a:fld id="{260E2A6B-A809-4840-BF14-8648BC0BDF87}" type="slidenum">
              <a:rPr lang="id-ID" sz="4400" b="1" i="0" spc="0" smtClean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58</a:t>
            </a:fld>
            <a:r>
              <a:rPr lang="en-US" sz="2400" b="1" i="0" spc="0" baseline="30000" dirty="0">
                <a:solidFill>
                  <a:schemeClr val="bg1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/&gt;</a:t>
            </a:r>
            <a:endParaRPr lang="id-ID" sz="4400" b="1" i="0" spc="0" baseline="30000" dirty="0">
              <a:solidFill>
                <a:schemeClr val="bg1"/>
              </a:solidFill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0D8F54F-56D2-41B5-B96F-7B17B04BB2FE}"/>
              </a:ext>
            </a:extLst>
          </p:cNvPr>
          <p:cNvGrpSpPr/>
          <p:nvPr/>
        </p:nvGrpSpPr>
        <p:grpSpPr>
          <a:xfrm>
            <a:off x="11161327" y="6472515"/>
            <a:ext cx="809162" cy="169756"/>
            <a:chOff x="5168894" y="3238491"/>
            <a:chExt cx="1816099" cy="381003"/>
          </a:xfrm>
          <a:solidFill>
            <a:schemeClr val="bg1">
              <a:lumMod val="95000"/>
            </a:schemeClr>
          </a:solidFill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D7A1D9AA-415F-4729-8DA8-0F6E18389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03994" y="3238491"/>
              <a:ext cx="380999" cy="380999"/>
            </a:xfrm>
            <a:prstGeom prst="rect">
              <a:avLst/>
            </a:prstGeom>
          </p:spPr>
        </p:pic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FD1B17CE-787C-4622-8590-40E3CDBA8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68894" y="3238495"/>
              <a:ext cx="380999" cy="380999"/>
            </a:xfrm>
            <a:prstGeom prst="rect">
              <a:avLst/>
            </a:prstGeom>
          </p:spPr>
        </p:pic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26C9AD5-4092-418C-9B4D-14892D0B9933}"/>
                </a:ext>
              </a:extLst>
            </p:cNvPr>
            <p:cNvSpPr/>
            <p:nvPr/>
          </p:nvSpPr>
          <p:spPr>
            <a:xfrm>
              <a:off x="5885616" y="3274545"/>
              <a:ext cx="382667" cy="309564"/>
            </a:xfrm>
            <a:custGeom>
              <a:avLst/>
              <a:gdLst>
                <a:gd name="connsiteX0" fmla="*/ 1178720 w 1403113"/>
                <a:gd name="connsiteY0" fmla="*/ 4 h 1135068"/>
                <a:gd name="connsiteX1" fmla="*/ 1309688 w 1403113"/>
                <a:gd name="connsiteY1" fmla="*/ 130973 h 1135068"/>
                <a:gd name="connsiteX2" fmla="*/ 1178720 w 1403113"/>
                <a:gd name="connsiteY2" fmla="*/ 261942 h 1135068"/>
                <a:gd name="connsiteX3" fmla="*/ 1049061 w 1403113"/>
                <a:gd name="connsiteY3" fmla="*/ 144332 h 1135068"/>
                <a:gd name="connsiteX4" fmla="*/ 835931 w 1403113"/>
                <a:gd name="connsiteY4" fmla="*/ 94564 h 1135068"/>
                <a:gd name="connsiteX5" fmla="*/ 762675 w 1403113"/>
                <a:gd name="connsiteY5" fmla="*/ 266395 h 1135068"/>
                <a:gd name="connsiteX6" fmla="*/ 1123538 w 1403113"/>
                <a:gd name="connsiteY6" fmla="*/ 384616 h 1135068"/>
                <a:gd name="connsiteX7" fmla="*/ 1228488 w 1403113"/>
                <a:gd name="connsiteY7" fmla="*/ 349255 h 1135068"/>
                <a:gd name="connsiteX8" fmla="*/ 1403113 w 1403113"/>
                <a:gd name="connsiteY8" fmla="*/ 523880 h 1135068"/>
                <a:gd name="connsiteX9" fmla="*/ 1308990 w 1403113"/>
                <a:gd name="connsiteY9" fmla="*/ 678248 h 1135068"/>
                <a:gd name="connsiteX10" fmla="*/ 1309688 w 1403113"/>
                <a:gd name="connsiteY10" fmla="*/ 698505 h 1135068"/>
                <a:gd name="connsiteX11" fmla="*/ 698501 w 1403113"/>
                <a:gd name="connsiteY11" fmla="*/ 1135068 h 1135068"/>
                <a:gd name="connsiteX12" fmla="*/ 87313 w 1403113"/>
                <a:gd name="connsiteY12" fmla="*/ 698505 h 1135068"/>
                <a:gd name="connsiteX13" fmla="*/ 88273 w 1403113"/>
                <a:gd name="connsiteY13" fmla="*/ 675018 h 1135068"/>
                <a:gd name="connsiteX14" fmla="*/ 0 w 1403113"/>
                <a:gd name="connsiteY14" fmla="*/ 523880 h 1135068"/>
                <a:gd name="connsiteX15" fmla="*/ 174625 w 1403113"/>
                <a:gd name="connsiteY15" fmla="*/ 349255 h 1135068"/>
                <a:gd name="connsiteX16" fmla="*/ 276955 w 1403113"/>
                <a:gd name="connsiteY16" fmla="*/ 382346 h 1135068"/>
                <a:gd name="connsiteX17" fmla="*/ 668727 w 1403113"/>
                <a:gd name="connsiteY17" fmla="*/ 264038 h 1135068"/>
                <a:gd name="connsiteX18" fmla="*/ 770010 w 1403113"/>
                <a:gd name="connsiteY18" fmla="*/ 26547 h 1135068"/>
                <a:gd name="connsiteX19" fmla="*/ 820214 w 1403113"/>
                <a:gd name="connsiteY19" fmla="*/ 1139 h 1135068"/>
                <a:gd name="connsiteX20" fmla="*/ 1069317 w 1403113"/>
                <a:gd name="connsiteY20" fmla="*/ 59377 h 1135068"/>
                <a:gd name="connsiteX21" fmla="*/ 1178720 w 1403113"/>
                <a:gd name="connsiteY21" fmla="*/ 4 h 1135068"/>
                <a:gd name="connsiteX22" fmla="*/ 1178719 w 1403113"/>
                <a:gd name="connsiteY22" fmla="*/ 87317 h 1135068"/>
                <a:gd name="connsiteX23" fmla="*/ 1135062 w 1403113"/>
                <a:gd name="connsiteY23" fmla="*/ 130973 h 1135068"/>
                <a:gd name="connsiteX24" fmla="*/ 1178719 w 1403113"/>
                <a:gd name="connsiteY24" fmla="*/ 174631 h 1135068"/>
                <a:gd name="connsiteX25" fmla="*/ 1222376 w 1403113"/>
                <a:gd name="connsiteY25" fmla="*/ 130973 h 1135068"/>
                <a:gd name="connsiteX26" fmla="*/ 1178719 w 1403113"/>
                <a:gd name="connsiteY26" fmla="*/ 87317 h 1135068"/>
                <a:gd name="connsiteX27" fmla="*/ 480219 w 1403113"/>
                <a:gd name="connsiteY27" fmla="*/ 567536 h 1135068"/>
                <a:gd name="connsiteX28" fmla="*/ 392906 w 1403113"/>
                <a:gd name="connsiteY28" fmla="*/ 654849 h 1135068"/>
                <a:gd name="connsiteX29" fmla="*/ 480219 w 1403113"/>
                <a:gd name="connsiteY29" fmla="*/ 742161 h 1135068"/>
                <a:gd name="connsiteX30" fmla="*/ 567531 w 1403113"/>
                <a:gd name="connsiteY30" fmla="*/ 654849 h 1135068"/>
                <a:gd name="connsiteX31" fmla="*/ 480219 w 1403113"/>
                <a:gd name="connsiteY31" fmla="*/ 567536 h 1135068"/>
                <a:gd name="connsiteX32" fmla="*/ 916781 w 1403113"/>
                <a:gd name="connsiteY32" fmla="*/ 567536 h 1135068"/>
                <a:gd name="connsiteX33" fmla="*/ 829468 w 1403113"/>
                <a:gd name="connsiteY33" fmla="*/ 654849 h 1135068"/>
                <a:gd name="connsiteX34" fmla="*/ 916781 w 1403113"/>
                <a:gd name="connsiteY34" fmla="*/ 742161 h 1135068"/>
                <a:gd name="connsiteX35" fmla="*/ 1004093 w 1403113"/>
                <a:gd name="connsiteY35" fmla="*/ 654849 h 1135068"/>
                <a:gd name="connsiteX36" fmla="*/ 916781 w 1403113"/>
                <a:gd name="connsiteY36" fmla="*/ 567536 h 1135068"/>
                <a:gd name="connsiteX37" fmla="*/ 881376 w 1403113"/>
                <a:gd name="connsiteY37" fmla="*/ 865992 h 1135068"/>
                <a:gd name="connsiteX38" fmla="*/ 848939 w 1403113"/>
                <a:gd name="connsiteY38" fmla="*/ 873741 h 1135068"/>
                <a:gd name="connsiteX39" fmla="*/ 548060 w 1403113"/>
                <a:gd name="connsiteY39" fmla="*/ 873741 h 1135068"/>
                <a:gd name="connsiteX40" fmla="*/ 487116 w 1403113"/>
                <a:gd name="connsiteY40" fmla="*/ 883520 h 1135068"/>
                <a:gd name="connsiteX41" fmla="*/ 496895 w 1403113"/>
                <a:gd name="connsiteY41" fmla="*/ 944465 h 1135068"/>
                <a:gd name="connsiteX42" fmla="*/ 698499 w 1403113"/>
                <a:gd name="connsiteY42" fmla="*/ 1009862 h 1135068"/>
                <a:gd name="connsiteX43" fmla="*/ 900104 w 1403113"/>
                <a:gd name="connsiteY43" fmla="*/ 944465 h 1135068"/>
                <a:gd name="connsiteX44" fmla="*/ 909883 w 1403113"/>
                <a:gd name="connsiteY44" fmla="*/ 883520 h 1135068"/>
                <a:gd name="connsiteX45" fmla="*/ 881376 w 1403113"/>
                <a:gd name="connsiteY45" fmla="*/ 865992 h 113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403113" h="1135068">
                  <a:moveTo>
                    <a:pt x="1178720" y="4"/>
                  </a:moveTo>
                  <a:cubicBezTo>
                    <a:pt x="1250927" y="4"/>
                    <a:pt x="1309688" y="58766"/>
                    <a:pt x="1309688" y="130973"/>
                  </a:cubicBezTo>
                  <a:cubicBezTo>
                    <a:pt x="1309688" y="203181"/>
                    <a:pt x="1250927" y="261942"/>
                    <a:pt x="1178720" y="261942"/>
                  </a:cubicBezTo>
                  <a:cubicBezTo>
                    <a:pt x="1111052" y="261942"/>
                    <a:pt x="1055871" y="210253"/>
                    <a:pt x="1049061" y="144332"/>
                  </a:cubicBezTo>
                  <a:lnTo>
                    <a:pt x="835931" y="94564"/>
                  </a:lnTo>
                  <a:lnTo>
                    <a:pt x="762675" y="266395"/>
                  </a:lnTo>
                  <a:cubicBezTo>
                    <a:pt x="898446" y="276610"/>
                    <a:pt x="1026097" y="316949"/>
                    <a:pt x="1123538" y="384616"/>
                  </a:cubicBezTo>
                  <a:cubicBezTo>
                    <a:pt x="1153399" y="361828"/>
                    <a:pt x="1189983" y="349255"/>
                    <a:pt x="1228488" y="349255"/>
                  </a:cubicBezTo>
                  <a:cubicBezTo>
                    <a:pt x="1324794" y="349255"/>
                    <a:pt x="1403113" y="427574"/>
                    <a:pt x="1403113" y="523880"/>
                  </a:cubicBezTo>
                  <a:cubicBezTo>
                    <a:pt x="1403113" y="590150"/>
                    <a:pt x="1365918" y="649261"/>
                    <a:pt x="1308990" y="678248"/>
                  </a:cubicBezTo>
                  <a:cubicBezTo>
                    <a:pt x="1309427" y="684971"/>
                    <a:pt x="1309688" y="691694"/>
                    <a:pt x="1309688" y="698505"/>
                  </a:cubicBezTo>
                  <a:cubicBezTo>
                    <a:pt x="1309688" y="939226"/>
                    <a:pt x="1035440" y="1135068"/>
                    <a:pt x="698501" y="1135068"/>
                  </a:cubicBezTo>
                  <a:cubicBezTo>
                    <a:pt x="361474" y="1135068"/>
                    <a:pt x="87313" y="939226"/>
                    <a:pt x="87313" y="698505"/>
                  </a:cubicBezTo>
                  <a:cubicBezTo>
                    <a:pt x="87313" y="690559"/>
                    <a:pt x="87575" y="682701"/>
                    <a:pt x="88273" y="675018"/>
                  </a:cubicBezTo>
                  <a:cubicBezTo>
                    <a:pt x="34838" y="645419"/>
                    <a:pt x="0" y="587705"/>
                    <a:pt x="0" y="523880"/>
                  </a:cubicBezTo>
                  <a:cubicBezTo>
                    <a:pt x="0" y="427574"/>
                    <a:pt x="78319" y="349255"/>
                    <a:pt x="174625" y="349255"/>
                  </a:cubicBezTo>
                  <a:cubicBezTo>
                    <a:pt x="212606" y="349255"/>
                    <a:pt x="248230" y="361042"/>
                    <a:pt x="276955" y="382346"/>
                  </a:cubicBezTo>
                  <a:cubicBezTo>
                    <a:pt x="382429" y="310400"/>
                    <a:pt x="522129" y="269102"/>
                    <a:pt x="668727" y="264038"/>
                  </a:cubicBezTo>
                  <a:lnTo>
                    <a:pt x="770010" y="26547"/>
                  </a:lnTo>
                  <a:cubicBezTo>
                    <a:pt x="778392" y="7077"/>
                    <a:pt x="799085" y="-3663"/>
                    <a:pt x="820214" y="1139"/>
                  </a:cubicBezTo>
                  <a:lnTo>
                    <a:pt x="1069317" y="59377"/>
                  </a:lnTo>
                  <a:cubicBezTo>
                    <a:pt x="1092717" y="23666"/>
                    <a:pt x="1132968" y="4"/>
                    <a:pt x="1178720" y="4"/>
                  </a:cubicBezTo>
                  <a:close/>
                  <a:moveTo>
                    <a:pt x="1178719" y="87317"/>
                  </a:moveTo>
                  <a:cubicBezTo>
                    <a:pt x="1154608" y="87317"/>
                    <a:pt x="1135062" y="106863"/>
                    <a:pt x="1135062" y="130973"/>
                  </a:cubicBezTo>
                  <a:cubicBezTo>
                    <a:pt x="1135062" y="155085"/>
                    <a:pt x="1154608" y="174631"/>
                    <a:pt x="1178719" y="174631"/>
                  </a:cubicBezTo>
                  <a:cubicBezTo>
                    <a:pt x="1202830" y="174631"/>
                    <a:pt x="1222376" y="155085"/>
                    <a:pt x="1222376" y="130973"/>
                  </a:cubicBezTo>
                  <a:cubicBezTo>
                    <a:pt x="1222376" y="106863"/>
                    <a:pt x="1202830" y="87317"/>
                    <a:pt x="1178719" y="87317"/>
                  </a:cubicBezTo>
                  <a:close/>
                  <a:moveTo>
                    <a:pt x="480219" y="567536"/>
                  </a:moveTo>
                  <a:cubicBezTo>
                    <a:pt x="431997" y="567536"/>
                    <a:pt x="392906" y="606627"/>
                    <a:pt x="392906" y="654849"/>
                  </a:cubicBezTo>
                  <a:cubicBezTo>
                    <a:pt x="392906" y="703070"/>
                    <a:pt x="431997" y="742161"/>
                    <a:pt x="480219" y="742161"/>
                  </a:cubicBezTo>
                  <a:cubicBezTo>
                    <a:pt x="528440" y="742161"/>
                    <a:pt x="567531" y="703070"/>
                    <a:pt x="567531" y="654849"/>
                  </a:cubicBezTo>
                  <a:cubicBezTo>
                    <a:pt x="567531" y="606627"/>
                    <a:pt x="528440" y="567536"/>
                    <a:pt x="480219" y="567536"/>
                  </a:cubicBezTo>
                  <a:close/>
                  <a:moveTo>
                    <a:pt x="916781" y="567536"/>
                  </a:moveTo>
                  <a:cubicBezTo>
                    <a:pt x="868559" y="567536"/>
                    <a:pt x="829468" y="606627"/>
                    <a:pt x="829468" y="654849"/>
                  </a:cubicBezTo>
                  <a:cubicBezTo>
                    <a:pt x="829468" y="703070"/>
                    <a:pt x="868559" y="742161"/>
                    <a:pt x="916781" y="742161"/>
                  </a:cubicBezTo>
                  <a:cubicBezTo>
                    <a:pt x="965002" y="742161"/>
                    <a:pt x="1004093" y="703070"/>
                    <a:pt x="1004093" y="654849"/>
                  </a:cubicBezTo>
                  <a:cubicBezTo>
                    <a:pt x="1004093" y="606627"/>
                    <a:pt x="965002" y="567536"/>
                    <a:pt x="916781" y="567536"/>
                  </a:cubicBezTo>
                  <a:close/>
                  <a:moveTo>
                    <a:pt x="881376" y="865992"/>
                  </a:moveTo>
                  <a:cubicBezTo>
                    <a:pt x="870353" y="864245"/>
                    <a:pt x="858675" y="866712"/>
                    <a:pt x="848939" y="873741"/>
                  </a:cubicBezTo>
                  <a:cubicBezTo>
                    <a:pt x="758920" y="938964"/>
                    <a:pt x="638079" y="938790"/>
                    <a:pt x="548060" y="873741"/>
                  </a:cubicBezTo>
                  <a:cubicBezTo>
                    <a:pt x="528589" y="859683"/>
                    <a:pt x="501260" y="864049"/>
                    <a:pt x="487116" y="883520"/>
                  </a:cubicBezTo>
                  <a:cubicBezTo>
                    <a:pt x="472971" y="902991"/>
                    <a:pt x="477337" y="930320"/>
                    <a:pt x="496895" y="944465"/>
                  </a:cubicBezTo>
                  <a:cubicBezTo>
                    <a:pt x="557140" y="988034"/>
                    <a:pt x="627864" y="1009862"/>
                    <a:pt x="698499" y="1009862"/>
                  </a:cubicBezTo>
                  <a:cubicBezTo>
                    <a:pt x="769135" y="1009862"/>
                    <a:pt x="839859" y="988034"/>
                    <a:pt x="900104" y="944465"/>
                  </a:cubicBezTo>
                  <a:cubicBezTo>
                    <a:pt x="919575" y="930320"/>
                    <a:pt x="924028" y="903078"/>
                    <a:pt x="909883" y="883520"/>
                  </a:cubicBezTo>
                  <a:cubicBezTo>
                    <a:pt x="902767" y="873697"/>
                    <a:pt x="892399" y="867738"/>
                    <a:pt x="881376" y="865992"/>
                  </a:cubicBezTo>
                  <a:close/>
                </a:path>
              </a:pathLst>
            </a:custGeom>
            <a:grpFill/>
            <a:ln w="27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A18F1CAD-C379-43C9-A080-A4926260892F}"/>
              </a:ext>
            </a:extLst>
          </p:cNvPr>
          <p:cNvSpPr txBox="1"/>
          <p:nvPr/>
        </p:nvSpPr>
        <p:spPr>
          <a:xfrm>
            <a:off x="8637285" y="1731718"/>
            <a:ext cx="2460554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bg1"/>
                </a:solidFill>
                <a:latin typeface="Ubuntu" panose="020B0504030602030204" pitchFamily="34" charset="0"/>
              </a:rPr>
              <a:t>A Coding Planner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8E576E6-5FBE-4115-ABE8-295CD4505D9E}"/>
              </a:ext>
            </a:extLst>
          </p:cNvPr>
          <p:cNvSpPr txBox="1"/>
          <p:nvPr/>
        </p:nvSpPr>
        <p:spPr>
          <a:xfrm>
            <a:off x="8637285" y="934025"/>
            <a:ext cx="652322" cy="486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chemeClr val="bg1"/>
                </a:solidFill>
                <a:latin typeface="Ubuntu" panose="020B0504030602030204" pitchFamily="34" charset="0"/>
              </a:rPr>
              <a:t>01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899237B-89D1-44BB-99F0-E41DF2453ED9}"/>
              </a:ext>
            </a:extLst>
          </p:cNvPr>
          <p:cNvSpPr txBox="1"/>
          <p:nvPr/>
        </p:nvSpPr>
        <p:spPr>
          <a:xfrm>
            <a:off x="8637285" y="1486272"/>
            <a:ext cx="2422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Ubuntu" panose="020B0504030602030204" pitchFamily="34" charset="0"/>
              </a:rPr>
              <a:t>text paragraph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D88316-71AF-499E-9A97-832DAD6473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5A11C01-46AA-466F-8F9C-ABCCB19A98E0}"/>
              </a:ext>
            </a:extLst>
          </p:cNvPr>
          <p:cNvGrpSpPr/>
          <p:nvPr/>
        </p:nvGrpSpPr>
        <p:grpSpPr>
          <a:xfrm>
            <a:off x="9694702" y="3785089"/>
            <a:ext cx="1282752" cy="657208"/>
            <a:chOff x="1999151" y="3105190"/>
            <a:chExt cx="2460554" cy="657208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91F29D4E-F86E-4B97-AFDB-1022E4633EE0}"/>
                </a:ext>
              </a:extLst>
            </p:cNvPr>
            <p:cNvSpPr/>
            <p:nvPr/>
          </p:nvSpPr>
          <p:spPr>
            <a:xfrm>
              <a:off x="2064598" y="3105190"/>
              <a:ext cx="2329660" cy="657208"/>
            </a:xfrm>
            <a:prstGeom prst="roundRect">
              <a:avLst>
                <a:gd name="adj" fmla="val 14597"/>
              </a:avLst>
            </a:prstGeom>
            <a:gradFill>
              <a:gsLst>
                <a:gs pos="0">
                  <a:schemeClr val="accent1"/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9D69F1F-8555-4D7E-9F73-28509EF38AAC}"/>
                </a:ext>
              </a:extLst>
            </p:cNvPr>
            <p:cNvSpPr txBox="1"/>
            <p:nvPr/>
          </p:nvSpPr>
          <p:spPr>
            <a:xfrm>
              <a:off x="1999151" y="3256053"/>
              <a:ext cx="2460554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Python 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59CC508-B19E-4883-B6BF-F01EE62FBD0F}"/>
              </a:ext>
            </a:extLst>
          </p:cNvPr>
          <p:cNvGrpSpPr/>
          <p:nvPr/>
        </p:nvGrpSpPr>
        <p:grpSpPr>
          <a:xfrm>
            <a:off x="7862637" y="4789034"/>
            <a:ext cx="774650" cy="657208"/>
            <a:chOff x="2486468" y="3105190"/>
            <a:chExt cx="1485922" cy="657208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E0233B28-D4A1-4CFB-B5E2-10A29CFF9A9A}"/>
                </a:ext>
              </a:extLst>
            </p:cNvPr>
            <p:cNvSpPr/>
            <p:nvPr/>
          </p:nvSpPr>
          <p:spPr>
            <a:xfrm>
              <a:off x="2486468" y="3105190"/>
              <a:ext cx="1485922" cy="657208"/>
            </a:xfrm>
            <a:prstGeom prst="roundRect">
              <a:avLst>
                <a:gd name="adj" fmla="val 14597"/>
              </a:avLst>
            </a:prstGeom>
            <a:gradFill>
              <a:gsLst>
                <a:gs pos="0">
                  <a:schemeClr val="accent2"/>
                </a:gs>
                <a:gs pos="99000">
                  <a:schemeClr val="accent2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8CE86F7-72D8-4E26-8AF8-AE341A8627F4}"/>
                </a:ext>
              </a:extLst>
            </p:cNvPr>
            <p:cNvSpPr txBox="1"/>
            <p:nvPr/>
          </p:nvSpPr>
          <p:spPr>
            <a:xfrm>
              <a:off x="2486469" y="3256053"/>
              <a:ext cx="1485917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C++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308192A-57A5-41EB-9119-4A937E44790A}"/>
              </a:ext>
            </a:extLst>
          </p:cNvPr>
          <p:cNvGrpSpPr/>
          <p:nvPr/>
        </p:nvGrpSpPr>
        <p:grpSpPr>
          <a:xfrm>
            <a:off x="8637285" y="2432914"/>
            <a:ext cx="774650" cy="657208"/>
            <a:chOff x="2486468" y="3105190"/>
            <a:chExt cx="1485922" cy="657208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1A0C9F66-EF7D-44DC-A081-E2E1DF74EB1D}"/>
                </a:ext>
              </a:extLst>
            </p:cNvPr>
            <p:cNvSpPr/>
            <p:nvPr/>
          </p:nvSpPr>
          <p:spPr>
            <a:xfrm>
              <a:off x="2486468" y="3105190"/>
              <a:ext cx="1485922" cy="657208"/>
            </a:xfrm>
            <a:prstGeom prst="roundRect">
              <a:avLst>
                <a:gd name="adj" fmla="val 14597"/>
              </a:avLst>
            </a:prstGeom>
            <a:gradFill>
              <a:gsLst>
                <a:gs pos="0">
                  <a:schemeClr val="accent4"/>
                </a:gs>
                <a:gs pos="99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0CBFC03-43B6-47AD-B95D-D1AE4F13C81E}"/>
                </a:ext>
              </a:extLst>
            </p:cNvPr>
            <p:cNvSpPr txBox="1"/>
            <p:nvPr/>
          </p:nvSpPr>
          <p:spPr>
            <a:xfrm>
              <a:off x="2486469" y="3256053"/>
              <a:ext cx="1485917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965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9" presetClass="entr" presetSubtype="0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9" presetClass="entr" presetSubtype="0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72CBC2D-69ED-4D6D-A1E0-EBE6F42CD772}"/>
              </a:ext>
            </a:extLst>
          </p:cNvPr>
          <p:cNvGrpSpPr/>
          <p:nvPr/>
        </p:nvGrpSpPr>
        <p:grpSpPr>
          <a:xfrm>
            <a:off x="5680623" y="479999"/>
            <a:ext cx="2832106" cy="5840362"/>
            <a:chOff x="4679947" y="508819"/>
            <a:chExt cx="2832106" cy="5840362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4CE40A53-07B7-4ED5-85E4-7F14F6799F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4788" y="3245153"/>
              <a:ext cx="543846" cy="675533"/>
            </a:xfrm>
            <a:custGeom>
              <a:avLst/>
              <a:gdLst>
                <a:gd name="T0" fmla="*/ 151 w 318"/>
                <a:gd name="T1" fmla="*/ 39 h 395"/>
                <a:gd name="T2" fmla="*/ 141 w 318"/>
                <a:gd name="T3" fmla="*/ 36 h 395"/>
                <a:gd name="T4" fmla="*/ 147 w 318"/>
                <a:gd name="T5" fmla="*/ 33 h 395"/>
                <a:gd name="T6" fmla="*/ 114 w 318"/>
                <a:gd name="T7" fmla="*/ 7 h 395"/>
                <a:gd name="T8" fmla="*/ 114 w 318"/>
                <a:gd name="T9" fmla="*/ 13 h 395"/>
                <a:gd name="T10" fmla="*/ 125 w 318"/>
                <a:gd name="T11" fmla="*/ 25 h 395"/>
                <a:gd name="T12" fmla="*/ 136 w 318"/>
                <a:gd name="T13" fmla="*/ 41 h 395"/>
                <a:gd name="T14" fmla="*/ 148 w 318"/>
                <a:gd name="T15" fmla="*/ 44 h 395"/>
                <a:gd name="T16" fmla="*/ 151 w 318"/>
                <a:gd name="T17" fmla="*/ 56 h 395"/>
                <a:gd name="T18" fmla="*/ 160 w 318"/>
                <a:gd name="T19" fmla="*/ 55 h 395"/>
                <a:gd name="T20" fmla="*/ 173 w 318"/>
                <a:gd name="T21" fmla="*/ 65 h 395"/>
                <a:gd name="T22" fmla="*/ 176 w 318"/>
                <a:gd name="T23" fmla="*/ 74 h 395"/>
                <a:gd name="T24" fmla="*/ 175 w 318"/>
                <a:gd name="T25" fmla="*/ 80 h 395"/>
                <a:gd name="T26" fmla="*/ 178 w 318"/>
                <a:gd name="T27" fmla="*/ 90 h 395"/>
                <a:gd name="T28" fmla="*/ 182 w 318"/>
                <a:gd name="T29" fmla="*/ 101 h 395"/>
                <a:gd name="T30" fmla="*/ 183 w 318"/>
                <a:gd name="T31" fmla="*/ 113 h 395"/>
                <a:gd name="T32" fmla="*/ 179 w 318"/>
                <a:gd name="T33" fmla="*/ 123 h 395"/>
                <a:gd name="T34" fmla="*/ 179 w 318"/>
                <a:gd name="T35" fmla="*/ 125 h 395"/>
                <a:gd name="T36" fmla="*/ 181 w 318"/>
                <a:gd name="T37" fmla="*/ 136 h 395"/>
                <a:gd name="T38" fmla="*/ 187 w 318"/>
                <a:gd name="T39" fmla="*/ 145 h 395"/>
                <a:gd name="T40" fmla="*/ 192 w 318"/>
                <a:gd name="T41" fmla="*/ 173 h 395"/>
                <a:gd name="T42" fmla="*/ 195 w 318"/>
                <a:gd name="T43" fmla="*/ 182 h 395"/>
                <a:gd name="T44" fmla="*/ 188 w 318"/>
                <a:gd name="T45" fmla="*/ 188 h 395"/>
                <a:gd name="T46" fmla="*/ 198 w 318"/>
                <a:gd name="T47" fmla="*/ 200 h 395"/>
                <a:gd name="T48" fmla="*/ 203 w 318"/>
                <a:gd name="T49" fmla="*/ 213 h 395"/>
                <a:gd name="T50" fmla="*/ 209 w 318"/>
                <a:gd name="T51" fmla="*/ 226 h 395"/>
                <a:gd name="T52" fmla="*/ 211 w 318"/>
                <a:gd name="T53" fmla="*/ 230 h 395"/>
                <a:gd name="T54" fmla="*/ 211 w 318"/>
                <a:gd name="T55" fmla="*/ 235 h 395"/>
                <a:gd name="T56" fmla="*/ 216 w 318"/>
                <a:gd name="T57" fmla="*/ 238 h 395"/>
                <a:gd name="T58" fmla="*/ 222 w 318"/>
                <a:gd name="T59" fmla="*/ 247 h 395"/>
                <a:gd name="T60" fmla="*/ 221 w 318"/>
                <a:gd name="T61" fmla="*/ 257 h 395"/>
                <a:gd name="T62" fmla="*/ 221 w 318"/>
                <a:gd name="T63" fmla="*/ 260 h 395"/>
                <a:gd name="T64" fmla="*/ 221 w 318"/>
                <a:gd name="T65" fmla="*/ 268 h 395"/>
                <a:gd name="T66" fmla="*/ 222 w 318"/>
                <a:gd name="T67" fmla="*/ 276 h 395"/>
                <a:gd name="T68" fmla="*/ 226 w 318"/>
                <a:gd name="T69" fmla="*/ 281 h 395"/>
                <a:gd name="T70" fmla="*/ 227 w 318"/>
                <a:gd name="T71" fmla="*/ 288 h 395"/>
                <a:gd name="T72" fmla="*/ 229 w 318"/>
                <a:gd name="T73" fmla="*/ 297 h 395"/>
                <a:gd name="T74" fmla="*/ 232 w 318"/>
                <a:gd name="T75" fmla="*/ 304 h 395"/>
                <a:gd name="T76" fmla="*/ 238 w 318"/>
                <a:gd name="T77" fmla="*/ 312 h 395"/>
                <a:gd name="T78" fmla="*/ 249 w 318"/>
                <a:gd name="T79" fmla="*/ 321 h 395"/>
                <a:gd name="T80" fmla="*/ 248 w 318"/>
                <a:gd name="T81" fmla="*/ 323 h 395"/>
                <a:gd name="T82" fmla="*/ 248 w 318"/>
                <a:gd name="T83" fmla="*/ 330 h 395"/>
                <a:gd name="T84" fmla="*/ 253 w 318"/>
                <a:gd name="T85" fmla="*/ 337 h 395"/>
                <a:gd name="T86" fmla="*/ 253 w 318"/>
                <a:gd name="T87" fmla="*/ 341 h 395"/>
                <a:gd name="T88" fmla="*/ 253 w 318"/>
                <a:gd name="T89" fmla="*/ 342 h 395"/>
                <a:gd name="T90" fmla="*/ 257 w 318"/>
                <a:gd name="T91" fmla="*/ 342 h 395"/>
                <a:gd name="T92" fmla="*/ 263 w 318"/>
                <a:gd name="T93" fmla="*/ 343 h 395"/>
                <a:gd name="T94" fmla="*/ 274 w 318"/>
                <a:gd name="T95" fmla="*/ 348 h 395"/>
                <a:gd name="T96" fmla="*/ 290 w 318"/>
                <a:gd name="T97" fmla="*/ 353 h 395"/>
                <a:gd name="T98" fmla="*/ 302 w 318"/>
                <a:gd name="T99" fmla="*/ 359 h 395"/>
                <a:gd name="T100" fmla="*/ 317 w 318"/>
                <a:gd name="T101" fmla="*/ 362 h 395"/>
                <a:gd name="T102" fmla="*/ 261 w 318"/>
                <a:gd name="T103" fmla="*/ 379 h 395"/>
                <a:gd name="T104" fmla="*/ 204 w 318"/>
                <a:gd name="T105" fmla="*/ 379 h 395"/>
                <a:gd name="T106" fmla="*/ 175 w 318"/>
                <a:gd name="T107" fmla="*/ 377 h 395"/>
                <a:gd name="T108" fmla="*/ 126 w 318"/>
                <a:gd name="T109" fmla="*/ 392 h 395"/>
                <a:gd name="T110" fmla="*/ 63 w 318"/>
                <a:gd name="T111" fmla="*/ 342 h 395"/>
                <a:gd name="T112" fmla="*/ 20 w 318"/>
                <a:gd name="T113" fmla="*/ 286 h 395"/>
                <a:gd name="T114" fmla="*/ 34 w 318"/>
                <a:gd name="T115" fmla="*/ 223 h 395"/>
                <a:gd name="T116" fmla="*/ 4 w 318"/>
                <a:gd name="T117" fmla="*/ 172 h 395"/>
                <a:gd name="T118" fmla="*/ 59 w 318"/>
                <a:gd name="T119" fmla="*/ 119 h 395"/>
                <a:gd name="T120" fmla="*/ 77 w 318"/>
                <a:gd name="T121" fmla="*/ 4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8" h="395">
                  <a:moveTo>
                    <a:pt x="147" y="34"/>
                  </a:moveTo>
                  <a:lnTo>
                    <a:pt x="147" y="34"/>
                  </a:lnTo>
                  <a:lnTo>
                    <a:pt x="148" y="34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48" y="34"/>
                  </a:lnTo>
                  <a:lnTo>
                    <a:pt x="149" y="35"/>
                  </a:lnTo>
                  <a:lnTo>
                    <a:pt x="150" y="35"/>
                  </a:lnTo>
                  <a:lnTo>
                    <a:pt x="150" y="34"/>
                  </a:lnTo>
                  <a:lnTo>
                    <a:pt x="151" y="34"/>
                  </a:lnTo>
                  <a:lnTo>
                    <a:pt x="152" y="35"/>
                  </a:lnTo>
                  <a:lnTo>
                    <a:pt x="151" y="35"/>
                  </a:lnTo>
                  <a:lnTo>
                    <a:pt x="151" y="36"/>
                  </a:lnTo>
                  <a:lnTo>
                    <a:pt x="150" y="37"/>
                  </a:lnTo>
                  <a:lnTo>
                    <a:pt x="151" y="39"/>
                  </a:lnTo>
                  <a:lnTo>
                    <a:pt x="151" y="39"/>
                  </a:lnTo>
                  <a:lnTo>
                    <a:pt x="151" y="39"/>
                  </a:lnTo>
                  <a:lnTo>
                    <a:pt x="149" y="39"/>
                  </a:lnTo>
                  <a:lnTo>
                    <a:pt x="148" y="39"/>
                  </a:lnTo>
                  <a:lnTo>
                    <a:pt x="148" y="39"/>
                  </a:lnTo>
                  <a:lnTo>
                    <a:pt x="148" y="39"/>
                  </a:lnTo>
                  <a:lnTo>
                    <a:pt x="148" y="39"/>
                  </a:lnTo>
                  <a:lnTo>
                    <a:pt x="147" y="39"/>
                  </a:lnTo>
                  <a:lnTo>
                    <a:pt x="146" y="39"/>
                  </a:lnTo>
                  <a:lnTo>
                    <a:pt x="146" y="37"/>
                  </a:lnTo>
                  <a:lnTo>
                    <a:pt x="145" y="36"/>
                  </a:lnTo>
                  <a:lnTo>
                    <a:pt x="144" y="36"/>
                  </a:lnTo>
                  <a:lnTo>
                    <a:pt x="144" y="35"/>
                  </a:lnTo>
                  <a:lnTo>
                    <a:pt x="142" y="35"/>
                  </a:lnTo>
                  <a:lnTo>
                    <a:pt x="141" y="36"/>
                  </a:lnTo>
                  <a:lnTo>
                    <a:pt x="140" y="37"/>
                  </a:lnTo>
                  <a:lnTo>
                    <a:pt x="140" y="37"/>
                  </a:lnTo>
                  <a:lnTo>
                    <a:pt x="139" y="36"/>
                  </a:lnTo>
                  <a:lnTo>
                    <a:pt x="138" y="35"/>
                  </a:lnTo>
                  <a:lnTo>
                    <a:pt x="138" y="34"/>
                  </a:lnTo>
                  <a:lnTo>
                    <a:pt x="139" y="34"/>
                  </a:lnTo>
                  <a:lnTo>
                    <a:pt x="140" y="34"/>
                  </a:lnTo>
                  <a:lnTo>
                    <a:pt x="140" y="34"/>
                  </a:lnTo>
                  <a:lnTo>
                    <a:pt x="142" y="35"/>
                  </a:lnTo>
                  <a:lnTo>
                    <a:pt x="143" y="35"/>
                  </a:lnTo>
                  <a:lnTo>
                    <a:pt x="145" y="35"/>
                  </a:lnTo>
                  <a:lnTo>
                    <a:pt x="146" y="34"/>
                  </a:lnTo>
                  <a:lnTo>
                    <a:pt x="146" y="34"/>
                  </a:lnTo>
                  <a:lnTo>
                    <a:pt x="146" y="34"/>
                  </a:lnTo>
                  <a:lnTo>
                    <a:pt x="147" y="33"/>
                  </a:lnTo>
                  <a:lnTo>
                    <a:pt x="148" y="33"/>
                  </a:lnTo>
                  <a:lnTo>
                    <a:pt x="147" y="34"/>
                  </a:lnTo>
                  <a:close/>
                  <a:moveTo>
                    <a:pt x="109" y="0"/>
                  </a:moveTo>
                  <a:lnTo>
                    <a:pt x="109" y="0"/>
                  </a:lnTo>
                  <a:lnTo>
                    <a:pt x="109" y="0"/>
                  </a:lnTo>
                  <a:lnTo>
                    <a:pt x="110" y="0"/>
                  </a:lnTo>
                  <a:lnTo>
                    <a:pt x="110" y="1"/>
                  </a:lnTo>
                  <a:lnTo>
                    <a:pt x="111" y="2"/>
                  </a:lnTo>
                  <a:lnTo>
                    <a:pt x="112" y="3"/>
                  </a:lnTo>
                  <a:lnTo>
                    <a:pt x="112" y="3"/>
                  </a:lnTo>
                  <a:lnTo>
                    <a:pt x="113" y="4"/>
                  </a:lnTo>
                  <a:lnTo>
                    <a:pt x="113" y="5"/>
                  </a:lnTo>
                  <a:lnTo>
                    <a:pt x="114" y="5"/>
                  </a:lnTo>
                  <a:lnTo>
                    <a:pt x="114" y="6"/>
                  </a:lnTo>
                  <a:lnTo>
                    <a:pt x="114" y="7"/>
                  </a:lnTo>
                  <a:lnTo>
                    <a:pt x="114" y="7"/>
                  </a:lnTo>
                  <a:lnTo>
                    <a:pt x="114" y="7"/>
                  </a:lnTo>
                  <a:lnTo>
                    <a:pt x="114" y="8"/>
                  </a:lnTo>
                  <a:lnTo>
                    <a:pt x="115" y="9"/>
                  </a:lnTo>
                  <a:lnTo>
                    <a:pt x="115" y="9"/>
                  </a:lnTo>
                  <a:lnTo>
                    <a:pt x="115" y="9"/>
                  </a:lnTo>
                  <a:lnTo>
                    <a:pt x="115" y="10"/>
                  </a:lnTo>
                  <a:lnTo>
                    <a:pt x="115" y="10"/>
                  </a:lnTo>
                  <a:lnTo>
                    <a:pt x="114" y="10"/>
                  </a:lnTo>
                  <a:lnTo>
                    <a:pt x="114" y="11"/>
                  </a:lnTo>
                  <a:lnTo>
                    <a:pt x="113" y="11"/>
                  </a:lnTo>
                  <a:lnTo>
                    <a:pt x="113" y="12"/>
                  </a:lnTo>
                  <a:lnTo>
                    <a:pt x="114" y="12"/>
                  </a:lnTo>
                  <a:lnTo>
                    <a:pt x="114" y="12"/>
                  </a:lnTo>
                  <a:lnTo>
                    <a:pt x="114" y="13"/>
                  </a:lnTo>
                  <a:lnTo>
                    <a:pt x="114" y="13"/>
                  </a:lnTo>
                  <a:lnTo>
                    <a:pt x="115" y="12"/>
                  </a:lnTo>
                  <a:lnTo>
                    <a:pt x="115" y="12"/>
                  </a:lnTo>
                  <a:lnTo>
                    <a:pt x="116" y="13"/>
                  </a:lnTo>
                  <a:lnTo>
                    <a:pt x="117" y="15"/>
                  </a:lnTo>
                  <a:lnTo>
                    <a:pt x="118" y="16"/>
                  </a:lnTo>
                  <a:lnTo>
                    <a:pt x="118" y="17"/>
                  </a:lnTo>
                  <a:lnTo>
                    <a:pt x="118" y="17"/>
                  </a:lnTo>
                  <a:lnTo>
                    <a:pt x="118" y="18"/>
                  </a:lnTo>
                  <a:lnTo>
                    <a:pt x="120" y="19"/>
                  </a:lnTo>
                  <a:lnTo>
                    <a:pt x="120" y="20"/>
                  </a:lnTo>
                  <a:lnTo>
                    <a:pt x="121" y="21"/>
                  </a:lnTo>
                  <a:lnTo>
                    <a:pt x="122" y="22"/>
                  </a:lnTo>
                  <a:lnTo>
                    <a:pt x="122" y="22"/>
                  </a:lnTo>
                  <a:lnTo>
                    <a:pt x="125" y="25"/>
                  </a:lnTo>
                  <a:lnTo>
                    <a:pt x="127" y="26"/>
                  </a:lnTo>
                  <a:lnTo>
                    <a:pt x="127" y="27"/>
                  </a:lnTo>
                  <a:lnTo>
                    <a:pt x="127" y="28"/>
                  </a:lnTo>
                  <a:lnTo>
                    <a:pt x="128" y="29"/>
                  </a:lnTo>
                  <a:lnTo>
                    <a:pt x="130" y="29"/>
                  </a:lnTo>
                  <a:lnTo>
                    <a:pt x="131" y="31"/>
                  </a:lnTo>
                  <a:lnTo>
                    <a:pt x="132" y="31"/>
                  </a:lnTo>
                  <a:lnTo>
                    <a:pt x="132" y="31"/>
                  </a:lnTo>
                  <a:lnTo>
                    <a:pt x="132" y="31"/>
                  </a:lnTo>
                  <a:lnTo>
                    <a:pt x="134" y="33"/>
                  </a:lnTo>
                  <a:lnTo>
                    <a:pt x="134" y="34"/>
                  </a:lnTo>
                  <a:lnTo>
                    <a:pt x="135" y="35"/>
                  </a:lnTo>
                  <a:lnTo>
                    <a:pt x="135" y="38"/>
                  </a:lnTo>
                  <a:lnTo>
                    <a:pt x="136" y="39"/>
                  </a:lnTo>
                  <a:lnTo>
                    <a:pt x="136" y="41"/>
                  </a:lnTo>
                  <a:lnTo>
                    <a:pt x="137" y="42"/>
                  </a:lnTo>
                  <a:lnTo>
                    <a:pt x="137" y="43"/>
                  </a:lnTo>
                  <a:lnTo>
                    <a:pt x="138" y="44"/>
                  </a:lnTo>
                  <a:lnTo>
                    <a:pt x="140" y="44"/>
                  </a:lnTo>
                  <a:lnTo>
                    <a:pt x="140" y="46"/>
                  </a:lnTo>
                  <a:lnTo>
                    <a:pt x="140" y="47"/>
                  </a:lnTo>
                  <a:lnTo>
                    <a:pt x="140" y="47"/>
                  </a:lnTo>
                  <a:lnTo>
                    <a:pt x="140" y="47"/>
                  </a:lnTo>
                  <a:lnTo>
                    <a:pt x="142" y="48"/>
                  </a:lnTo>
                  <a:lnTo>
                    <a:pt x="144" y="49"/>
                  </a:lnTo>
                  <a:lnTo>
                    <a:pt x="144" y="49"/>
                  </a:lnTo>
                  <a:lnTo>
                    <a:pt x="146" y="49"/>
                  </a:lnTo>
                  <a:lnTo>
                    <a:pt x="147" y="48"/>
                  </a:lnTo>
                  <a:lnTo>
                    <a:pt x="148" y="45"/>
                  </a:lnTo>
                  <a:lnTo>
                    <a:pt x="148" y="44"/>
                  </a:lnTo>
                  <a:lnTo>
                    <a:pt x="148" y="44"/>
                  </a:lnTo>
                  <a:lnTo>
                    <a:pt x="148" y="44"/>
                  </a:lnTo>
                  <a:lnTo>
                    <a:pt x="148" y="43"/>
                  </a:lnTo>
                  <a:lnTo>
                    <a:pt x="148" y="43"/>
                  </a:lnTo>
                  <a:lnTo>
                    <a:pt x="148" y="43"/>
                  </a:lnTo>
                  <a:lnTo>
                    <a:pt x="149" y="43"/>
                  </a:lnTo>
                  <a:lnTo>
                    <a:pt x="150" y="48"/>
                  </a:lnTo>
                  <a:lnTo>
                    <a:pt x="153" y="52"/>
                  </a:lnTo>
                  <a:lnTo>
                    <a:pt x="153" y="52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0" y="55"/>
                  </a:lnTo>
                  <a:lnTo>
                    <a:pt x="150" y="55"/>
                  </a:lnTo>
                  <a:lnTo>
                    <a:pt x="150" y="55"/>
                  </a:lnTo>
                  <a:lnTo>
                    <a:pt x="151" y="56"/>
                  </a:lnTo>
                  <a:lnTo>
                    <a:pt x="151" y="57"/>
                  </a:lnTo>
                  <a:lnTo>
                    <a:pt x="153" y="58"/>
                  </a:lnTo>
                  <a:lnTo>
                    <a:pt x="153" y="58"/>
                  </a:lnTo>
                  <a:lnTo>
                    <a:pt x="153" y="58"/>
                  </a:lnTo>
                  <a:lnTo>
                    <a:pt x="154" y="57"/>
                  </a:lnTo>
                  <a:lnTo>
                    <a:pt x="154" y="57"/>
                  </a:lnTo>
                  <a:lnTo>
                    <a:pt x="154" y="57"/>
                  </a:lnTo>
                  <a:lnTo>
                    <a:pt x="154" y="56"/>
                  </a:lnTo>
                  <a:lnTo>
                    <a:pt x="155" y="56"/>
                  </a:lnTo>
                  <a:lnTo>
                    <a:pt x="156" y="56"/>
                  </a:lnTo>
                  <a:lnTo>
                    <a:pt x="157" y="54"/>
                  </a:lnTo>
                  <a:lnTo>
                    <a:pt x="157" y="54"/>
                  </a:lnTo>
                  <a:lnTo>
                    <a:pt x="158" y="55"/>
                  </a:lnTo>
                  <a:lnTo>
                    <a:pt x="159" y="54"/>
                  </a:lnTo>
                  <a:lnTo>
                    <a:pt x="160" y="55"/>
                  </a:lnTo>
                  <a:lnTo>
                    <a:pt x="160" y="55"/>
                  </a:lnTo>
                  <a:lnTo>
                    <a:pt x="160" y="55"/>
                  </a:lnTo>
                  <a:lnTo>
                    <a:pt x="161" y="56"/>
                  </a:lnTo>
                  <a:lnTo>
                    <a:pt x="164" y="57"/>
                  </a:lnTo>
                  <a:lnTo>
                    <a:pt x="165" y="58"/>
                  </a:lnTo>
                  <a:lnTo>
                    <a:pt x="165" y="58"/>
                  </a:lnTo>
                  <a:lnTo>
                    <a:pt x="166" y="59"/>
                  </a:lnTo>
                  <a:lnTo>
                    <a:pt x="167" y="61"/>
                  </a:lnTo>
                  <a:lnTo>
                    <a:pt x="167" y="61"/>
                  </a:lnTo>
                  <a:lnTo>
                    <a:pt x="168" y="61"/>
                  </a:lnTo>
                  <a:lnTo>
                    <a:pt x="170" y="64"/>
                  </a:lnTo>
                  <a:lnTo>
                    <a:pt x="170" y="64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73" y="65"/>
                  </a:lnTo>
                  <a:lnTo>
                    <a:pt x="173" y="65"/>
                  </a:lnTo>
                  <a:lnTo>
                    <a:pt x="173" y="65"/>
                  </a:lnTo>
                  <a:lnTo>
                    <a:pt x="174" y="66"/>
                  </a:lnTo>
                  <a:lnTo>
                    <a:pt x="174" y="66"/>
                  </a:lnTo>
                  <a:lnTo>
                    <a:pt x="174" y="66"/>
                  </a:lnTo>
                  <a:lnTo>
                    <a:pt x="174" y="67"/>
                  </a:lnTo>
                  <a:lnTo>
                    <a:pt x="173" y="67"/>
                  </a:lnTo>
                  <a:lnTo>
                    <a:pt x="173" y="67"/>
                  </a:lnTo>
                  <a:lnTo>
                    <a:pt x="173" y="69"/>
                  </a:lnTo>
                  <a:lnTo>
                    <a:pt x="174" y="70"/>
                  </a:lnTo>
                  <a:lnTo>
                    <a:pt x="174" y="70"/>
                  </a:lnTo>
                  <a:lnTo>
                    <a:pt x="174" y="72"/>
                  </a:lnTo>
                  <a:lnTo>
                    <a:pt x="175" y="73"/>
                  </a:lnTo>
                  <a:lnTo>
                    <a:pt x="176" y="74"/>
                  </a:lnTo>
                  <a:lnTo>
                    <a:pt x="176" y="74"/>
                  </a:lnTo>
                  <a:lnTo>
                    <a:pt x="176" y="74"/>
                  </a:lnTo>
                  <a:lnTo>
                    <a:pt x="177" y="74"/>
                  </a:lnTo>
                  <a:lnTo>
                    <a:pt x="176" y="74"/>
                  </a:lnTo>
                  <a:lnTo>
                    <a:pt x="176" y="74"/>
                  </a:lnTo>
                  <a:lnTo>
                    <a:pt x="176" y="74"/>
                  </a:lnTo>
                  <a:lnTo>
                    <a:pt x="175" y="74"/>
                  </a:lnTo>
                  <a:lnTo>
                    <a:pt x="175" y="74"/>
                  </a:lnTo>
                  <a:lnTo>
                    <a:pt x="174" y="77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74" y="79"/>
                  </a:lnTo>
                  <a:lnTo>
                    <a:pt x="175" y="80"/>
                  </a:lnTo>
                  <a:lnTo>
                    <a:pt x="175" y="80"/>
                  </a:lnTo>
                  <a:lnTo>
                    <a:pt x="176" y="81"/>
                  </a:lnTo>
                  <a:lnTo>
                    <a:pt x="177" y="82"/>
                  </a:lnTo>
                  <a:lnTo>
                    <a:pt x="177" y="82"/>
                  </a:lnTo>
                  <a:lnTo>
                    <a:pt x="177" y="82"/>
                  </a:lnTo>
                  <a:lnTo>
                    <a:pt x="177" y="83"/>
                  </a:lnTo>
                  <a:lnTo>
                    <a:pt x="179" y="83"/>
                  </a:lnTo>
                  <a:lnTo>
                    <a:pt x="179" y="83"/>
                  </a:lnTo>
                  <a:lnTo>
                    <a:pt x="178" y="85"/>
                  </a:lnTo>
                  <a:lnTo>
                    <a:pt x="178" y="86"/>
                  </a:lnTo>
                  <a:lnTo>
                    <a:pt x="178" y="86"/>
                  </a:lnTo>
                  <a:lnTo>
                    <a:pt x="178" y="87"/>
                  </a:lnTo>
                  <a:lnTo>
                    <a:pt x="178" y="87"/>
                  </a:lnTo>
                  <a:lnTo>
                    <a:pt x="178" y="88"/>
                  </a:lnTo>
                  <a:lnTo>
                    <a:pt x="178" y="89"/>
                  </a:lnTo>
                  <a:lnTo>
                    <a:pt x="178" y="90"/>
                  </a:lnTo>
                  <a:lnTo>
                    <a:pt x="179" y="91"/>
                  </a:lnTo>
                  <a:lnTo>
                    <a:pt x="180" y="91"/>
                  </a:lnTo>
                  <a:lnTo>
                    <a:pt x="181" y="91"/>
                  </a:lnTo>
                  <a:lnTo>
                    <a:pt x="182" y="91"/>
                  </a:lnTo>
                  <a:lnTo>
                    <a:pt x="182" y="92"/>
                  </a:lnTo>
                  <a:lnTo>
                    <a:pt x="182" y="94"/>
                  </a:lnTo>
                  <a:lnTo>
                    <a:pt x="182" y="94"/>
                  </a:lnTo>
                  <a:lnTo>
                    <a:pt x="182" y="96"/>
                  </a:lnTo>
                  <a:lnTo>
                    <a:pt x="182" y="96"/>
                  </a:lnTo>
                  <a:lnTo>
                    <a:pt x="182" y="99"/>
                  </a:lnTo>
                  <a:lnTo>
                    <a:pt x="182" y="99"/>
                  </a:lnTo>
                  <a:lnTo>
                    <a:pt x="183" y="100"/>
                  </a:lnTo>
                  <a:lnTo>
                    <a:pt x="183" y="100"/>
                  </a:lnTo>
                  <a:lnTo>
                    <a:pt x="182" y="101"/>
                  </a:lnTo>
                  <a:lnTo>
                    <a:pt x="182" y="101"/>
                  </a:lnTo>
                  <a:lnTo>
                    <a:pt x="182" y="102"/>
                  </a:lnTo>
                  <a:lnTo>
                    <a:pt x="182" y="102"/>
                  </a:lnTo>
                  <a:lnTo>
                    <a:pt x="183" y="103"/>
                  </a:lnTo>
                  <a:lnTo>
                    <a:pt x="183" y="104"/>
                  </a:lnTo>
                  <a:lnTo>
                    <a:pt x="183" y="105"/>
                  </a:lnTo>
                  <a:lnTo>
                    <a:pt x="182" y="105"/>
                  </a:lnTo>
                  <a:lnTo>
                    <a:pt x="182" y="106"/>
                  </a:lnTo>
                  <a:lnTo>
                    <a:pt x="182" y="107"/>
                  </a:lnTo>
                  <a:lnTo>
                    <a:pt x="182" y="107"/>
                  </a:lnTo>
                  <a:lnTo>
                    <a:pt x="183" y="109"/>
                  </a:lnTo>
                  <a:lnTo>
                    <a:pt x="183" y="109"/>
                  </a:lnTo>
                  <a:lnTo>
                    <a:pt x="184" y="109"/>
                  </a:lnTo>
                  <a:lnTo>
                    <a:pt x="184" y="111"/>
                  </a:lnTo>
                  <a:lnTo>
                    <a:pt x="183" y="111"/>
                  </a:lnTo>
                  <a:lnTo>
                    <a:pt x="183" y="113"/>
                  </a:lnTo>
                  <a:lnTo>
                    <a:pt x="183" y="113"/>
                  </a:lnTo>
                  <a:lnTo>
                    <a:pt x="183" y="113"/>
                  </a:lnTo>
                  <a:lnTo>
                    <a:pt x="183" y="114"/>
                  </a:lnTo>
                  <a:lnTo>
                    <a:pt x="183" y="116"/>
                  </a:lnTo>
                  <a:lnTo>
                    <a:pt x="183" y="117"/>
                  </a:lnTo>
                  <a:lnTo>
                    <a:pt x="183" y="117"/>
                  </a:lnTo>
                  <a:lnTo>
                    <a:pt x="183" y="117"/>
                  </a:lnTo>
                  <a:lnTo>
                    <a:pt x="182" y="117"/>
                  </a:lnTo>
                  <a:lnTo>
                    <a:pt x="181" y="119"/>
                  </a:lnTo>
                  <a:lnTo>
                    <a:pt x="181" y="121"/>
                  </a:lnTo>
                  <a:lnTo>
                    <a:pt x="180" y="121"/>
                  </a:lnTo>
                  <a:lnTo>
                    <a:pt x="179" y="122"/>
                  </a:lnTo>
                  <a:lnTo>
                    <a:pt x="179" y="122"/>
                  </a:lnTo>
                  <a:lnTo>
                    <a:pt x="179" y="123"/>
                  </a:lnTo>
                  <a:lnTo>
                    <a:pt x="179" y="123"/>
                  </a:lnTo>
                  <a:lnTo>
                    <a:pt x="178" y="123"/>
                  </a:lnTo>
                  <a:lnTo>
                    <a:pt x="178" y="122"/>
                  </a:lnTo>
                  <a:lnTo>
                    <a:pt x="177" y="122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6" y="122"/>
                  </a:lnTo>
                  <a:lnTo>
                    <a:pt x="176" y="122"/>
                  </a:lnTo>
                  <a:lnTo>
                    <a:pt x="177" y="122"/>
                  </a:lnTo>
                  <a:lnTo>
                    <a:pt x="177" y="122"/>
                  </a:lnTo>
                  <a:lnTo>
                    <a:pt x="177" y="123"/>
                  </a:lnTo>
                  <a:lnTo>
                    <a:pt x="178" y="125"/>
                  </a:lnTo>
                  <a:lnTo>
                    <a:pt x="178" y="124"/>
                  </a:lnTo>
                  <a:lnTo>
                    <a:pt x="178" y="123"/>
                  </a:lnTo>
                  <a:lnTo>
                    <a:pt x="179" y="123"/>
                  </a:lnTo>
                  <a:lnTo>
                    <a:pt x="179" y="125"/>
                  </a:lnTo>
                  <a:lnTo>
                    <a:pt x="179" y="126"/>
                  </a:lnTo>
                  <a:lnTo>
                    <a:pt x="179" y="126"/>
                  </a:lnTo>
                  <a:lnTo>
                    <a:pt x="179" y="126"/>
                  </a:lnTo>
                  <a:lnTo>
                    <a:pt x="179" y="127"/>
                  </a:lnTo>
                  <a:lnTo>
                    <a:pt x="180" y="130"/>
                  </a:lnTo>
                  <a:lnTo>
                    <a:pt x="180" y="130"/>
                  </a:lnTo>
                  <a:lnTo>
                    <a:pt x="180" y="131"/>
                  </a:lnTo>
                  <a:lnTo>
                    <a:pt x="180" y="131"/>
                  </a:lnTo>
                  <a:lnTo>
                    <a:pt x="182" y="134"/>
                  </a:lnTo>
                  <a:lnTo>
                    <a:pt x="183" y="136"/>
                  </a:lnTo>
                  <a:lnTo>
                    <a:pt x="183" y="137"/>
                  </a:lnTo>
                  <a:lnTo>
                    <a:pt x="183" y="137"/>
                  </a:lnTo>
                  <a:lnTo>
                    <a:pt x="182" y="136"/>
                  </a:lnTo>
                  <a:lnTo>
                    <a:pt x="181" y="136"/>
                  </a:lnTo>
                  <a:lnTo>
                    <a:pt x="181" y="136"/>
                  </a:lnTo>
                  <a:lnTo>
                    <a:pt x="182" y="137"/>
                  </a:lnTo>
                  <a:lnTo>
                    <a:pt x="183" y="137"/>
                  </a:lnTo>
                  <a:lnTo>
                    <a:pt x="184" y="137"/>
                  </a:lnTo>
                  <a:lnTo>
                    <a:pt x="184" y="137"/>
                  </a:lnTo>
                  <a:lnTo>
                    <a:pt x="184" y="137"/>
                  </a:lnTo>
                  <a:lnTo>
                    <a:pt x="185" y="137"/>
                  </a:lnTo>
                  <a:lnTo>
                    <a:pt x="185" y="137"/>
                  </a:lnTo>
                  <a:lnTo>
                    <a:pt x="185" y="137"/>
                  </a:lnTo>
                  <a:lnTo>
                    <a:pt x="186" y="138"/>
                  </a:lnTo>
                  <a:lnTo>
                    <a:pt x="187" y="139"/>
                  </a:lnTo>
                  <a:lnTo>
                    <a:pt x="187" y="140"/>
                  </a:lnTo>
                  <a:lnTo>
                    <a:pt x="188" y="141"/>
                  </a:lnTo>
                  <a:lnTo>
                    <a:pt x="188" y="144"/>
                  </a:lnTo>
                  <a:lnTo>
                    <a:pt x="188" y="145"/>
                  </a:lnTo>
                  <a:lnTo>
                    <a:pt x="187" y="145"/>
                  </a:lnTo>
                  <a:lnTo>
                    <a:pt x="187" y="146"/>
                  </a:lnTo>
                  <a:lnTo>
                    <a:pt x="187" y="147"/>
                  </a:lnTo>
                  <a:lnTo>
                    <a:pt x="186" y="148"/>
                  </a:lnTo>
                  <a:lnTo>
                    <a:pt x="186" y="148"/>
                  </a:lnTo>
                  <a:lnTo>
                    <a:pt x="185" y="151"/>
                  </a:lnTo>
                  <a:lnTo>
                    <a:pt x="185" y="155"/>
                  </a:lnTo>
                  <a:lnTo>
                    <a:pt x="187" y="161"/>
                  </a:lnTo>
                  <a:lnTo>
                    <a:pt x="187" y="163"/>
                  </a:lnTo>
                  <a:lnTo>
                    <a:pt x="188" y="164"/>
                  </a:lnTo>
                  <a:lnTo>
                    <a:pt x="189" y="165"/>
                  </a:lnTo>
                  <a:lnTo>
                    <a:pt x="190" y="166"/>
                  </a:lnTo>
                  <a:lnTo>
                    <a:pt x="192" y="167"/>
                  </a:lnTo>
                  <a:lnTo>
                    <a:pt x="192" y="169"/>
                  </a:lnTo>
                  <a:lnTo>
                    <a:pt x="192" y="171"/>
                  </a:lnTo>
                  <a:lnTo>
                    <a:pt x="192" y="173"/>
                  </a:lnTo>
                  <a:lnTo>
                    <a:pt x="194" y="176"/>
                  </a:lnTo>
                  <a:lnTo>
                    <a:pt x="195" y="177"/>
                  </a:lnTo>
                  <a:lnTo>
                    <a:pt x="195" y="177"/>
                  </a:lnTo>
                  <a:lnTo>
                    <a:pt x="196" y="178"/>
                  </a:lnTo>
                  <a:lnTo>
                    <a:pt x="196" y="178"/>
                  </a:lnTo>
                  <a:lnTo>
                    <a:pt x="196" y="178"/>
                  </a:lnTo>
                  <a:lnTo>
                    <a:pt x="196" y="180"/>
                  </a:lnTo>
                  <a:lnTo>
                    <a:pt x="196" y="181"/>
                  </a:lnTo>
                  <a:lnTo>
                    <a:pt x="197" y="181"/>
                  </a:lnTo>
                  <a:lnTo>
                    <a:pt x="196" y="182"/>
                  </a:lnTo>
                  <a:lnTo>
                    <a:pt x="196" y="182"/>
                  </a:lnTo>
                  <a:lnTo>
                    <a:pt x="196" y="182"/>
                  </a:lnTo>
                  <a:lnTo>
                    <a:pt x="196" y="182"/>
                  </a:lnTo>
                  <a:lnTo>
                    <a:pt x="195" y="182"/>
                  </a:lnTo>
                  <a:lnTo>
                    <a:pt x="195" y="182"/>
                  </a:lnTo>
                  <a:lnTo>
                    <a:pt x="195" y="184"/>
                  </a:lnTo>
                  <a:lnTo>
                    <a:pt x="195" y="184"/>
                  </a:lnTo>
                  <a:lnTo>
                    <a:pt x="193" y="186"/>
                  </a:lnTo>
                  <a:lnTo>
                    <a:pt x="192" y="188"/>
                  </a:lnTo>
                  <a:lnTo>
                    <a:pt x="192" y="187"/>
                  </a:lnTo>
                  <a:lnTo>
                    <a:pt x="191" y="188"/>
                  </a:lnTo>
                  <a:lnTo>
                    <a:pt x="190" y="188"/>
                  </a:lnTo>
                  <a:lnTo>
                    <a:pt x="188" y="187"/>
                  </a:lnTo>
                  <a:lnTo>
                    <a:pt x="187" y="187"/>
                  </a:lnTo>
                  <a:lnTo>
                    <a:pt x="187" y="187"/>
                  </a:lnTo>
                  <a:lnTo>
                    <a:pt x="186" y="187"/>
                  </a:lnTo>
                  <a:lnTo>
                    <a:pt x="186" y="187"/>
                  </a:lnTo>
                  <a:lnTo>
                    <a:pt x="187" y="188"/>
                  </a:lnTo>
                  <a:lnTo>
                    <a:pt x="188" y="188"/>
                  </a:lnTo>
                  <a:lnTo>
                    <a:pt x="188" y="188"/>
                  </a:lnTo>
                  <a:lnTo>
                    <a:pt x="189" y="188"/>
                  </a:lnTo>
                  <a:lnTo>
                    <a:pt x="190" y="188"/>
                  </a:lnTo>
                  <a:lnTo>
                    <a:pt x="192" y="188"/>
                  </a:lnTo>
                  <a:lnTo>
                    <a:pt x="192" y="189"/>
                  </a:lnTo>
                  <a:lnTo>
                    <a:pt x="193" y="191"/>
                  </a:lnTo>
                  <a:lnTo>
                    <a:pt x="194" y="193"/>
                  </a:lnTo>
                  <a:lnTo>
                    <a:pt x="196" y="196"/>
                  </a:lnTo>
                  <a:lnTo>
                    <a:pt x="197" y="198"/>
                  </a:lnTo>
                  <a:lnTo>
                    <a:pt x="198" y="199"/>
                  </a:lnTo>
                  <a:lnTo>
                    <a:pt x="198" y="199"/>
                  </a:lnTo>
                  <a:lnTo>
                    <a:pt x="198" y="200"/>
                  </a:lnTo>
                  <a:lnTo>
                    <a:pt x="198" y="199"/>
                  </a:lnTo>
                  <a:lnTo>
                    <a:pt x="197" y="199"/>
                  </a:lnTo>
                  <a:lnTo>
                    <a:pt x="197" y="199"/>
                  </a:lnTo>
                  <a:lnTo>
                    <a:pt x="198" y="200"/>
                  </a:lnTo>
                  <a:lnTo>
                    <a:pt x="198" y="200"/>
                  </a:lnTo>
                  <a:lnTo>
                    <a:pt x="197" y="201"/>
                  </a:lnTo>
                  <a:lnTo>
                    <a:pt x="197" y="203"/>
                  </a:lnTo>
                  <a:lnTo>
                    <a:pt x="197" y="205"/>
                  </a:lnTo>
                  <a:lnTo>
                    <a:pt x="198" y="206"/>
                  </a:lnTo>
                  <a:lnTo>
                    <a:pt x="198" y="206"/>
                  </a:lnTo>
                  <a:lnTo>
                    <a:pt x="199" y="208"/>
                  </a:lnTo>
                  <a:lnTo>
                    <a:pt x="200" y="210"/>
                  </a:lnTo>
                  <a:lnTo>
                    <a:pt x="200" y="210"/>
                  </a:lnTo>
                  <a:lnTo>
                    <a:pt x="202" y="210"/>
                  </a:lnTo>
                  <a:lnTo>
                    <a:pt x="202" y="211"/>
                  </a:lnTo>
                  <a:lnTo>
                    <a:pt x="202" y="212"/>
                  </a:lnTo>
                  <a:lnTo>
                    <a:pt x="203" y="212"/>
                  </a:lnTo>
                  <a:lnTo>
                    <a:pt x="203" y="212"/>
                  </a:lnTo>
                  <a:lnTo>
                    <a:pt x="203" y="213"/>
                  </a:lnTo>
                  <a:lnTo>
                    <a:pt x="204" y="213"/>
                  </a:lnTo>
                  <a:lnTo>
                    <a:pt x="204" y="214"/>
                  </a:lnTo>
                  <a:lnTo>
                    <a:pt x="205" y="215"/>
                  </a:lnTo>
                  <a:lnTo>
                    <a:pt x="205" y="215"/>
                  </a:lnTo>
                  <a:lnTo>
                    <a:pt x="205" y="215"/>
                  </a:lnTo>
                  <a:lnTo>
                    <a:pt x="205" y="216"/>
                  </a:lnTo>
                  <a:lnTo>
                    <a:pt x="205" y="217"/>
                  </a:lnTo>
                  <a:lnTo>
                    <a:pt x="205" y="219"/>
                  </a:lnTo>
                  <a:lnTo>
                    <a:pt x="207" y="222"/>
                  </a:lnTo>
                  <a:lnTo>
                    <a:pt x="208" y="223"/>
                  </a:lnTo>
                  <a:lnTo>
                    <a:pt x="209" y="223"/>
                  </a:lnTo>
                  <a:lnTo>
                    <a:pt x="209" y="224"/>
                  </a:lnTo>
                  <a:lnTo>
                    <a:pt x="209" y="224"/>
                  </a:lnTo>
                  <a:lnTo>
                    <a:pt x="209" y="225"/>
                  </a:lnTo>
                  <a:lnTo>
                    <a:pt x="209" y="226"/>
                  </a:lnTo>
                  <a:lnTo>
                    <a:pt x="209" y="227"/>
                  </a:lnTo>
                  <a:lnTo>
                    <a:pt x="209" y="228"/>
                  </a:lnTo>
                  <a:lnTo>
                    <a:pt x="209" y="229"/>
                  </a:lnTo>
                  <a:lnTo>
                    <a:pt x="210" y="229"/>
                  </a:lnTo>
                  <a:lnTo>
                    <a:pt x="210" y="230"/>
                  </a:lnTo>
                  <a:lnTo>
                    <a:pt x="211" y="230"/>
                  </a:lnTo>
                  <a:lnTo>
                    <a:pt x="211" y="230"/>
                  </a:lnTo>
                  <a:lnTo>
                    <a:pt x="212" y="230"/>
                  </a:lnTo>
                  <a:lnTo>
                    <a:pt x="212" y="230"/>
                  </a:lnTo>
                  <a:lnTo>
                    <a:pt x="213" y="231"/>
                  </a:lnTo>
                  <a:lnTo>
                    <a:pt x="213" y="231"/>
                  </a:lnTo>
                  <a:lnTo>
                    <a:pt x="213" y="231"/>
                  </a:lnTo>
                  <a:lnTo>
                    <a:pt x="212" y="230"/>
                  </a:lnTo>
                  <a:lnTo>
                    <a:pt x="212" y="230"/>
                  </a:lnTo>
                  <a:lnTo>
                    <a:pt x="211" y="230"/>
                  </a:lnTo>
                  <a:lnTo>
                    <a:pt x="211" y="231"/>
                  </a:lnTo>
                  <a:lnTo>
                    <a:pt x="210" y="231"/>
                  </a:lnTo>
                  <a:lnTo>
                    <a:pt x="209" y="231"/>
                  </a:lnTo>
                  <a:lnTo>
                    <a:pt x="209" y="233"/>
                  </a:lnTo>
                  <a:lnTo>
                    <a:pt x="209" y="233"/>
                  </a:lnTo>
                  <a:lnTo>
                    <a:pt x="209" y="233"/>
                  </a:lnTo>
                  <a:lnTo>
                    <a:pt x="209" y="234"/>
                  </a:lnTo>
                  <a:lnTo>
                    <a:pt x="210" y="234"/>
                  </a:lnTo>
                  <a:lnTo>
                    <a:pt x="210" y="234"/>
                  </a:lnTo>
                  <a:lnTo>
                    <a:pt x="210" y="234"/>
                  </a:lnTo>
                  <a:lnTo>
                    <a:pt x="211" y="234"/>
                  </a:lnTo>
                  <a:lnTo>
                    <a:pt x="212" y="233"/>
                  </a:lnTo>
                  <a:lnTo>
                    <a:pt x="213" y="233"/>
                  </a:lnTo>
                  <a:lnTo>
                    <a:pt x="211" y="234"/>
                  </a:lnTo>
                  <a:lnTo>
                    <a:pt x="211" y="235"/>
                  </a:lnTo>
                  <a:lnTo>
                    <a:pt x="212" y="235"/>
                  </a:lnTo>
                  <a:lnTo>
                    <a:pt x="212" y="236"/>
                  </a:lnTo>
                  <a:lnTo>
                    <a:pt x="212" y="236"/>
                  </a:lnTo>
                  <a:lnTo>
                    <a:pt x="212" y="236"/>
                  </a:lnTo>
                  <a:lnTo>
                    <a:pt x="213" y="237"/>
                  </a:lnTo>
                  <a:lnTo>
                    <a:pt x="213" y="237"/>
                  </a:lnTo>
                  <a:lnTo>
                    <a:pt x="213" y="237"/>
                  </a:lnTo>
                  <a:lnTo>
                    <a:pt x="213" y="238"/>
                  </a:lnTo>
                  <a:lnTo>
                    <a:pt x="215" y="238"/>
                  </a:lnTo>
                  <a:lnTo>
                    <a:pt x="215" y="238"/>
                  </a:lnTo>
                  <a:lnTo>
                    <a:pt x="215" y="238"/>
                  </a:lnTo>
                  <a:lnTo>
                    <a:pt x="216" y="238"/>
                  </a:lnTo>
                  <a:lnTo>
                    <a:pt x="216" y="238"/>
                  </a:lnTo>
                  <a:lnTo>
                    <a:pt x="216" y="238"/>
                  </a:lnTo>
                  <a:lnTo>
                    <a:pt x="216" y="238"/>
                  </a:lnTo>
                  <a:lnTo>
                    <a:pt x="217" y="239"/>
                  </a:lnTo>
                  <a:lnTo>
                    <a:pt x="218" y="239"/>
                  </a:lnTo>
                  <a:lnTo>
                    <a:pt x="217" y="240"/>
                  </a:lnTo>
                  <a:lnTo>
                    <a:pt x="217" y="241"/>
                  </a:lnTo>
                  <a:lnTo>
                    <a:pt x="218" y="242"/>
                  </a:lnTo>
                  <a:lnTo>
                    <a:pt x="218" y="242"/>
                  </a:lnTo>
                  <a:lnTo>
                    <a:pt x="219" y="243"/>
                  </a:lnTo>
                  <a:lnTo>
                    <a:pt x="221" y="243"/>
                  </a:lnTo>
                  <a:lnTo>
                    <a:pt x="221" y="244"/>
                  </a:lnTo>
                  <a:lnTo>
                    <a:pt x="221" y="245"/>
                  </a:lnTo>
                  <a:lnTo>
                    <a:pt x="221" y="245"/>
                  </a:lnTo>
                  <a:lnTo>
                    <a:pt x="222" y="245"/>
                  </a:lnTo>
                  <a:lnTo>
                    <a:pt x="221" y="245"/>
                  </a:lnTo>
                  <a:lnTo>
                    <a:pt x="221" y="247"/>
                  </a:lnTo>
                  <a:lnTo>
                    <a:pt x="222" y="247"/>
                  </a:lnTo>
                  <a:lnTo>
                    <a:pt x="222" y="248"/>
                  </a:lnTo>
                  <a:lnTo>
                    <a:pt x="221" y="248"/>
                  </a:lnTo>
                  <a:lnTo>
                    <a:pt x="221" y="250"/>
                  </a:lnTo>
                  <a:lnTo>
                    <a:pt x="221" y="250"/>
                  </a:lnTo>
                  <a:lnTo>
                    <a:pt x="221" y="251"/>
                  </a:lnTo>
                  <a:lnTo>
                    <a:pt x="220" y="251"/>
                  </a:lnTo>
                  <a:lnTo>
                    <a:pt x="220" y="251"/>
                  </a:lnTo>
                  <a:lnTo>
                    <a:pt x="219" y="254"/>
                  </a:lnTo>
                  <a:lnTo>
                    <a:pt x="219" y="255"/>
                  </a:lnTo>
                  <a:lnTo>
                    <a:pt x="219" y="255"/>
                  </a:lnTo>
                  <a:lnTo>
                    <a:pt x="220" y="256"/>
                  </a:lnTo>
                  <a:lnTo>
                    <a:pt x="219" y="256"/>
                  </a:lnTo>
                  <a:lnTo>
                    <a:pt x="219" y="256"/>
                  </a:lnTo>
                  <a:lnTo>
                    <a:pt x="219" y="257"/>
                  </a:lnTo>
                  <a:lnTo>
                    <a:pt x="221" y="257"/>
                  </a:lnTo>
                  <a:lnTo>
                    <a:pt x="222" y="258"/>
                  </a:lnTo>
                  <a:lnTo>
                    <a:pt x="222" y="258"/>
                  </a:lnTo>
                  <a:lnTo>
                    <a:pt x="221" y="257"/>
                  </a:lnTo>
                  <a:lnTo>
                    <a:pt x="219" y="258"/>
                  </a:lnTo>
                  <a:lnTo>
                    <a:pt x="220" y="259"/>
                  </a:lnTo>
                  <a:lnTo>
                    <a:pt x="220" y="259"/>
                  </a:lnTo>
                  <a:lnTo>
                    <a:pt x="220" y="259"/>
                  </a:lnTo>
                  <a:lnTo>
                    <a:pt x="221" y="260"/>
                  </a:lnTo>
                  <a:lnTo>
                    <a:pt x="221" y="260"/>
                  </a:lnTo>
                  <a:lnTo>
                    <a:pt x="221" y="260"/>
                  </a:lnTo>
                  <a:lnTo>
                    <a:pt x="222" y="259"/>
                  </a:lnTo>
                  <a:lnTo>
                    <a:pt x="222" y="259"/>
                  </a:lnTo>
                  <a:lnTo>
                    <a:pt x="222" y="260"/>
                  </a:lnTo>
                  <a:lnTo>
                    <a:pt x="221" y="260"/>
                  </a:lnTo>
                  <a:lnTo>
                    <a:pt x="221" y="260"/>
                  </a:lnTo>
                  <a:lnTo>
                    <a:pt x="222" y="261"/>
                  </a:lnTo>
                  <a:lnTo>
                    <a:pt x="222" y="261"/>
                  </a:lnTo>
                  <a:lnTo>
                    <a:pt x="222" y="262"/>
                  </a:lnTo>
                  <a:lnTo>
                    <a:pt x="222" y="263"/>
                  </a:lnTo>
                  <a:lnTo>
                    <a:pt x="222" y="263"/>
                  </a:lnTo>
                  <a:lnTo>
                    <a:pt x="221" y="264"/>
                  </a:lnTo>
                  <a:lnTo>
                    <a:pt x="221" y="264"/>
                  </a:lnTo>
                  <a:lnTo>
                    <a:pt x="221" y="264"/>
                  </a:lnTo>
                  <a:lnTo>
                    <a:pt x="220" y="264"/>
                  </a:lnTo>
                  <a:lnTo>
                    <a:pt x="221" y="265"/>
                  </a:lnTo>
                  <a:lnTo>
                    <a:pt x="221" y="266"/>
                  </a:lnTo>
                  <a:lnTo>
                    <a:pt x="220" y="266"/>
                  </a:lnTo>
                  <a:lnTo>
                    <a:pt x="221" y="266"/>
                  </a:lnTo>
                  <a:lnTo>
                    <a:pt x="220" y="267"/>
                  </a:lnTo>
                  <a:lnTo>
                    <a:pt x="221" y="268"/>
                  </a:lnTo>
                  <a:lnTo>
                    <a:pt x="221" y="268"/>
                  </a:lnTo>
                  <a:lnTo>
                    <a:pt x="221" y="269"/>
                  </a:lnTo>
                  <a:lnTo>
                    <a:pt x="221" y="269"/>
                  </a:lnTo>
                  <a:lnTo>
                    <a:pt x="221" y="269"/>
                  </a:lnTo>
                  <a:lnTo>
                    <a:pt x="221" y="269"/>
                  </a:lnTo>
                  <a:lnTo>
                    <a:pt x="222" y="269"/>
                  </a:lnTo>
                  <a:lnTo>
                    <a:pt x="221" y="270"/>
                  </a:lnTo>
                  <a:lnTo>
                    <a:pt x="222" y="271"/>
                  </a:lnTo>
                  <a:lnTo>
                    <a:pt x="221" y="271"/>
                  </a:lnTo>
                  <a:lnTo>
                    <a:pt x="221" y="272"/>
                  </a:lnTo>
                  <a:lnTo>
                    <a:pt x="222" y="273"/>
                  </a:lnTo>
                  <a:lnTo>
                    <a:pt x="222" y="273"/>
                  </a:lnTo>
                  <a:lnTo>
                    <a:pt x="222" y="274"/>
                  </a:lnTo>
                  <a:lnTo>
                    <a:pt x="222" y="274"/>
                  </a:lnTo>
                  <a:lnTo>
                    <a:pt x="222" y="276"/>
                  </a:lnTo>
                  <a:lnTo>
                    <a:pt x="222" y="276"/>
                  </a:lnTo>
                  <a:lnTo>
                    <a:pt x="222" y="276"/>
                  </a:lnTo>
                  <a:lnTo>
                    <a:pt x="222" y="277"/>
                  </a:lnTo>
                  <a:lnTo>
                    <a:pt x="223" y="277"/>
                  </a:lnTo>
                  <a:lnTo>
                    <a:pt x="223" y="278"/>
                  </a:lnTo>
                  <a:lnTo>
                    <a:pt x="223" y="278"/>
                  </a:lnTo>
                  <a:lnTo>
                    <a:pt x="223" y="278"/>
                  </a:lnTo>
                  <a:lnTo>
                    <a:pt x="224" y="278"/>
                  </a:lnTo>
                  <a:lnTo>
                    <a:pt x="224" y="279"/>
                  </a:lnTo>
                  <a:lnTo>
                    <a:pt x="225" y="280"/>
                  </a:lnTo>
                  <a:lnTo>
                    <a:pt x="225" y="280"/>
                  </a:lnTo>
                  <a:lnTo>
                    <a:pt x="225" y="280"/>
                  </a:lnTo>
                  <a:lnTo>
                    <a:pt x="226" y="280"/>
                  </a:lnTo>
                  <a:lnTo>
                    <a:pt x="226" y="281"/>
                  </a:lnTo>
                  <a:lnTo>
                    <a:pt x="226" y="281"/>
                  </a:lnTo>
                  <a:lnTo>
                    <a:pt x="226" y="282"/>
                  </a:lnTo>
                  <a:lnTo>
                    <a:pt x="226" y="282"/>
                  </a:lnTo>
                  <a:lnTo>
                    <a:pt x="226" y="282"/>
                  </a:lnTo>
                  <a:lnTo>
                    <a:pt x="226" y="282"/>
                  </a:lnTo>
                  <a:lnTo>
                    <a:pt x="226" y="282"/>
                  </a:lnTo>
                  <a:lnTo>
                    <a:pt x="226" y="283"/>
                  </a:lnTo>
                  <a:lnTo>
                    <a:pt x="226" y="284"/>
                  </a:lnTo>
                  <a:lnTo>
                    <a:pt x="226" y="285"/>
                  </a:lnTo>
                  <a:lnTo>
                    <a:pt x="227" y="285"/>
                  </a:lnTo>
                  <a:lnTo>
                    <a:pt x="227" y="286"/>
                  </a:lnTo>
                  <a:lnTo>
                    <a:pt x="227" y="286"/>
                  </a:lnTo>
                  <a:lnTo>
                    <a:pt x="227" y="286"/>
                  </a:lnTo>
                  <a:lnTo>
                    <a:pt x="227" y="288"/>
                  </a:lnTo>
                  <a:lnTo>
                    <a:pt x="227" y="288"/>
                  </a:lnTo>
                  <a:lnTo>
                    <a:pt x="227" y="288"/>
                  </a:lnTo>
                  <a:lnTo>
                    <a:pt x="228" y="289"/>
                  </a:lnTo>
                  <a:lnTo>
                    <a:pt x="228" y="289"/>
                  </a:lnTo>
                  <a:lnTo>
                    <a:pt x="229" y="290"/>
                  </a:lnTo>
                  <a:lnTo>
                    <a:pt x="229" y="290"/>
                  </a:lnTo>
                  <a:lnTo>
                    <a:pt x="229" y="290"/>
                  </a:lnTo>
                  <a:lnTo>
                    <a:pt x="229" y="292"/>
                  </a:lnTo>
                  <a:lnTo>
                    <a:pt x="229" y="292"/>
                  </a:lnTo>
                  <a:lnTo>
                    <a:pt x="229" y="293"/>
                  </a:lnTo>
                  <a:lnTo>
                    <a:pt x="229" y="293"/>
                  </a:lnTo>
                  <a:lnTo>
                    <a:pt x="229" y="293"/>
                  </a:lnTo>
                  <a:lnTo>
                    <a:pt x="229" y="294"/>
                  </a:lnTo>
                  <a:lnTo>
                    <a:pt x="229" y="295"/>
                  </a:lnTo>
                  <a:lnTo>
                    <a:pt x="229" y="296"/>
                  </a:lnTo>
                  <a:lnTo>
                    <a:pt x="229" y="296"/>
                  </a:lnTo>
                  <a:lnTo>
                    <a:pt x="229" y="297"/>
                  </a:lnTo>
                  <a:lnTo>
                    <a:pt x="229" y="298"/>
                  </a:lnTo>
                  <a:lnTo>
                    <a:pt x="230" y="298"/>
                  </a:lnTo>
                  <a:lnTo>
                    <a:pt x="230" y="299"/>
                  </a:lnTo>
                  <a:lnTo>
                    <a:pt x="230" y="299"/>
                  </a:lnTo>
                  <a:lnTo>
                    <a:pt x="230" y="300"/>
                  </a:lnTo>
                  <a:lnTo>
                    <a:pt x="230" y="300"/>
                  </a:lnTo>
                  <a:lnTo>
                    <a:pt x="231" y="301"/>
                  </a:lnTo>
                  <a:lnTo>
                    <a:pt x="231" y="301"/>
                  </a:lnTo>
                  <a:lnTo>
                    <a:pt x="231" y="301"/>
                  </a:lnTo>
                  <a:lnTo>
                    <a:pt x="231" y="302"/>
                  </a:lnTo>
                  <a:lnTo>
                    <a:pt x="231" y="303"/>
                  </a:lnTo>
                  <a:lnTo>
                    <a:pt x="232" y="303"/>
                  </a:lnTo>
                  <a:lnTo>
                    <a:pt x="232" y="303"/>
                  </a:lnTo>
                  <a:lnTo>
                    <a:pt x="232" y="304"/>
                  </a:lnTo>
                  <a:lnTo>
                    <a:pt x="232" y="304"/>
                  </a:lnTo>
                  <a:lnTo>
                    <a:pt x="233" y="304"/>
                  </a:lnTo>
                  <a:lnTo>
                    <a:pt x="233" y="305"/>
                  </a:lnTo>
                  <a:lnTo>
                    <a:pt x="234" y="306"/>
                  </a:lnTo>
                  <a:lnTo>
                    <a:pt x="234" y="306"/>
                  </a:lnTo>
                  <a:lnTo>
                    <a:pt x="234" y="306"/>
                  </a:lnTo>
                  <a:lnTo>
                    <a:pt x="235" y="307"/>
                  </a:lnTo>
                  <a:lnTo>
                    <a:pt x="235" y="308"/>
                  </a:lnTo>
                  <a:lnTo>
                    <a:pt x="235" y="308"/>
                  </a:lnTo>
                  <a:lnTo>
                    <a:pt x="236" y="308"/>
                  </a:lnTo>
                  <a:lnTo>
                    <a:pt x="236" y="309"/>
                  </a:lnTo>
                  <a:lnTo>
                    <a:pt x="236" y="309"/>
                  </a:lnTo>
                  <a:lnTo>
                    <a:pt x="236" y="310"/>
                  </a:lnTo>
                  <a:lnTo>
                    <a:pt x="238" y="312"/>
                  </a:lnTo>
                  <a:lnTo>
                    <a:pt x="238" y="312"/>
                  </a:lnTo>
                  <a:lnTo>
                    <a:pt x="238" y="312"/>
                  </a:lnTo>
                  <a:lnTo>
                    <a:pt x="238" y="312"/>
                  </a:lnTo>
                  <a:lnTo>
                    <a:pt x="239" y="313"/>
                  </a:lnTo>
                  <a:lnTo>
                    <a:pt x="240" y="313"/>
                  </a:lnTo>
                  <a:lnTo>
                    <a:pt x="240" y="315"/>
                  </a:lnTo>
                  <a:lnTo>
                    <a:pt x="240" y="315"/>
                  </a:lnTo>
                  <a:lnTo>
                    <a:pt x="243" y="317"/>
                  </a:lnTo>
                  <a:lnTo>
                    <a:pt x="244" y="317"/>
                  </a:lnTo>
                  <a:lnTo>
                    <a:pt x="244" y="317"/>
                  </a:lnTo>
                  <a:lnTo>
                    <a:pt x="244" y="318"/>
                  </a:lnTo>
                  <a:lnTo>
                    <a:pt x="245" y="318"/>
                  </a:lnTo>
                  <a:lnTo>
                    <a:pt x="246" y="319"/>
                  </a:lnTo>
                  <a:lnTo>
                    <a:pt x="247" y="320"/>
                  </a:lnTo>
                  <a:lnTo>
                    <a:pt x="248" y="320"/>
                  </a:lnTo>
                  <a:lnTo>
                    <a:pt x="248" y="320"/>
                  </a:lnTo>
                  <a:lnTo>
                    <a:pt x="249" y="321"/>
                  </a:lnTo>
                  <a:lnTo>
                    <a:pt x="250" y="321"/>
                  </a:lnTo>
                  <a:lnTo>
                    <a:pt x="251" y="322"/>
                  </a:lnTo>
                  <a:lnTo>
                    <a:pt x="251" y="323"/>
                  </a:lnTo>
                  <a:lnTo>
                    <a:pt x="251" y="323"/>
                  </a:lnTo>
                  <a:lnTo>
                    <a:pt x="249" y="323"/>
                  </a:lnTo>
                  <a:lnTo>
                    <a:pt x="249" y="323"/>
                  </a:lnTo>
                  <a:lnTo>
                    <a:pt x="249" y="323"/>
                  </a:lnTo>
                  <a:lnTo>
                    <a:pt x="248" y="322"/>
                  </a:lnTo>
                  <a:lnTo>
                    <a:pt x="248" y="321"/>
                  </a:lnTo>
                  <a:lnTo>
                    <a:pt x="248" y="321"/>
                  </a:lnTo>
                  <a:lnTo>
                    <a:pt x="248" y="321"/>
                  </a:lnTo>
                  <a:lnTo>
                    <a:pt x="248" y="322"/>
                  </a:lnTo>
                  <a:lnTo>
                    <a:pt x="248" y="322"/>
                  </a:lnTo>
                  <a:lnTo>
                    <a:pt x="248" y="322"/>
                  </a:lnTo>
                  <a:lnTo>
                    <a:pt x="248" y="323"/>
                  </a:lnTo>
                  <a:lnTo>
                    <a:pt x="248" y="323"/>
                  </a:lnTo>
                  <a:lnTo>
                    <a:pt x="248" y="323"/>
                  </a:lnTo>
                  <a:lnTo>
                    <a:pt x="248" y="324"/>
                  </a:lnTo>
                  <a:lnTo>
                    <a:pt x="248" y="325"/>
                  </a:lnTo>
                  <a:lnTo>
                    <a:pt x="248" y="325"/>
                  </a:lnTo>
                  <a:lnTo>
                    <a:pt x="248" y="325"/>
                  </a:lnTo>
                  <a:lnTo>
                    <a:pt x="248" y="325"/>
                  </a:lnTo>
                  <a:lnTo>
                    <a:pt x="248" y="325"/>
                  </a:lnTo>
                  <a:lnTo>
                    <a:pt x="248" y="327"/>
                  </a:lnTo>
                  <a:lnTo>
                    <a:pt x="248" y="327"/>
                  </a:lnTo>
                  <a:lnTo>
                    <a:pt x="248" y="328"/>
                  </a:lnTo>
                  <a:lnTo>
                    <a:pt x="248" y="328"/>
                  </a:lnTo>
                  <a:lnTo>
                    <a:pt x="248" y="329"/>
                  </a:lnTo>
                  <a:lnTo>
                    <a:pt x="248" y="329"/>
                  </a:lnTo>
                  <a:lnTo>
                    <a:pt x="248" y="330"/>
                  </a:lnTo>
                  <a:lnTo>
                    <a:pt x="249" y="331"/>
                  </a:lnTo>
                  <a:lnTo>
                    <a:pt x="249" y="332"/>
                  </a:lnTo>
                  <a:lnTo>
                    <a:pt x="249" y="333"/>
                  </a:lnTo>
                  <a:lnTo>
                    <a:pt x="249" y="333"/>
                  </a:lnTo>
                  <a:lnTo>
                    <a:pt x="250" y="333"/>
                  </a:lnTo>
                  <a:lnTo>
                    <a:pt x="250" y="334"/>
                  </a:lnTo>
                  <a:lnTo>
                    <a:pt x="251" y="334"/>
                  </a:lnTo>
                  <a:lnTo>
                    <a:pt x="251" y="334"/>
                  </a:lnTo>
                  <a:lnTo>
                    <a:pt x="251" y="334"/>
                  </a:lnTo>
                  <a:lnTo>
                    <a:pt x="252" y="336"/>
                  </a:lnTo>
                  <a:lnTo>
                    <a:pt x="253" y="336"/>
                  </a:lnTo>
                  <a:lnTo>
                    <a:pt x="253" y="336"/>
                  </a:lnTo>
                  <a:lnTo>
                    <a:pt x="253" y="337"/>
                  </a:lnTo>
                  <a:lnTo>
                    <a:pt x="254" y="336"/>
                  </a:lnTo>
                  <a:lnTo>
                    <a:pt x="253" y="337"/>
                  </a:lnTo>
                  <a:lnTo>
                    <a:pt x="253" y="337"/>
                  </a:lnTo>
                  <a:lnTo>
                    <a:pt x="253" y="337"/>
                  </a:lnTo>
                  <a:lnTo>
                    <a:pt x="253" y="339"/>
                  </a:lnTo>
                  <a:lnTo>
                    <a:pt x="253" y="339"/>
                  </a:lnTo>
                  <a:lnTo>
                    <a:pt x="253" y="340"/>
                  </a:lnTo>
                  <a:lnTo>
                    <a:pt x="253" y="341"/>
                  </a:lnTo>
                  <a:lnTo>
                    <a:pt x="253" y="341"/>
                  </a:lnTo>
                  <a:lnTo>
                    <a:pt x="253" y="340"/>
                  </a:lnTo>
                  <a:lnTo>
                    <a:pt x="253" y="340"/>
                  </a:lnTo>
                  <a:lnTo>
                    <a:pt x="253" y="340"/>
                  </a:lnTo>
                  <a:lnTo>
                    <a:pt x="253" y="339"/>
                  </a:lnTo>
                  <a:lnTo>
                    <a:pt x="253" y="339"/>
                  </a:lnTo>
                  <a:lnTo>
                    <a:pt x="252" y="340"/>
                  </a:lnTo>
                  <a:lnTo>
                    <a:pt x="253" y="340"/>
                  </a:lnTo>
                  <a:lnTo>
                    <a:pt x="253" y="341"/>
                  </a:lnTo>
                  <a:lnTo>
                    <a:pt x="250" y="341"/>
                  </a:lnTo>
                  <a:lnTo>
                    <a:pt x="249" y="341"/>
                  </a:lnTo>
                  <a:lnTo>
                    <a:pt x="249" y="341"/>
                  </a:lnTo>
                  <a:lnTo>
                    <a:pt x="248" y="342"/>
                  </a:lnTo>
                  <a:lnTo>
                    <a:pt x="248" y="342"/>
                  </a:lnTo>
                  <a:lnTo>
                    <a:pt x="248" y="342"/>
                  </a:lnTo>
                  <a:lnTo>
                    <a:pt x="248" y="342"/>
                  </a:lnTo>
                  <a:lnTo>
                    <a:pt x="248" y="342"/>
                  </a:lnTo>
                  <a:lnTo>
                    <a:pt x="248" y="343"/>
                  </a:lnTo>
                  <a:lnTo>
                    <a:pt x="247" y="343"/>
                  </a:lnTo>
                  <a:lnTo>
                    <a:pt x="247" y="344"/>
                  </a:lnTo>
                  <a:lnTo>
                    <a:pt x="252" y="344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43"/>
                  </a:lnTo>
                  <a:lnTo>
                    <a:pt x="253" y="343"/>
                  </a:lnTo>
                  <a:lnTo>
                    <a:pt x="253" y="343"/>
                  </a:lnTo>
                  <a:lnTo>
                    <a:pt x="253" y="344"/>
                  </a:lnTo>
                  <a:lnTo>
                    <a:pt x="253" y="344"/>
                  </a:lnTo>
                  <a:lnTo>
                    <a:pt x="253" y="343"/>
                  </a:lnTo>
                  <a:lnTo>
                    <a:pt x="253" y="342"/>
                  </a:lnTo>
                  <a:lnTo>
                    <a:pt x="255" y="342"/>
                  </a:lnTo>
                  <a:lnTo>
                    <a:pt x="255" y="342"/>
                  </a:lnTo>
                  <a:lnTo>
                    <a:pt x="255" y="342"/>
                  </a:lnTo>
                  <a:lnTo>
                    <a:pt x="257" y="342"/>
                  </a:lnTo>
                  <a:lnTo>
                    <a:pt x="257" y="342"/>
                  </a:lnTo>
                  <a:lnTo>
                    <a:pt x="257" y="342"/>
                  </a:lnTo>
                  <a:lnTo>
                    <a:pt x="257" y="342"/>
                  </a:lnTo>
                  <a:lnTo>
                    <a:pt x="258" y="342"/>
                  </a:lnTo>
                  <a:lnTo>
                    <a:pt x="258" y="341"/>
                  </a:lnTo>
                  <a:lnTo>
                    <a:pt x="257" y="340"/>
                  </a:lnTo>
                  <a:lnTo>
                    <a:pt x="257" y="339"/>
                  </a:lnTo>
                  <a:lnTo>
                    <a:pt x="257" y="339"/>
                  </a:lnTo>
                  <a:lnTo>
                    <a:pt x="257" y="337"/>
                  </a:lnTo>
                  <a:lnTo>
                    <a:pt x="257" y="337"/>
                  </a:lnTo>
                  <a:lnTo>
                    <a:pt x="257" y="336"/>
                  </a:lnTo>
                  <a:lnTo>
                    <a:pt x="257" y="336"/>
                  </a:lnTo>
                  <a:lnTo>
                    <a:pt x="257" y="338"/>
                  </a:lnTo>
                  <a:lnTo>
                    <a:pt x="257" y="338"/>
                  </a:lnTo>
                  <a:lnTo>
                    <a:pt x="260" y="340"/>
                  </a:lnTo>
                  <a:lnTo>
                    <a:pt x="260" y="342"/>
                  </a:lnTo>
                  <a:lnTo>
                    <a:pt x="263" y="343"/>
                  </a:lnTo>
                  <a:lnTo>
                    <a:pt x="266" y="344"/>
                  </a:lnTo>
                  <a:lnTo>
                    <a:pt x="266" y="344"/>
                  </a:lnTo>
                  <a:lnTo>
                    <a:pt x="267" y="344"/>
                  </a:lnTo>
                  <a:lnTo>
                    <a:pt x="268" y="344"/>
                  </a:lnTo>
                  <a:lnTo>
                    <a:pt x="270" y="345"/>
                  </a:lnTo>
                  <a:lnTo>
                    <a:pt x="270" y="345"/>
                  </a:lnTo>
                  <a:lnTo>
                    <a:pt x="270" y="345"/>
                  </a:lnTo>
                  <a:lnTo>
                    <a:pt x="272" y="345"/>
                  </a:lnTo>
                  <a:lnTo>
                    <a:pt x="272" y="346"/>
                  </a:lnTo>
                  <a:lnTo>
                    <a:pt x="273" y="347"/>
                  </a:lnTo>
                  <a:lnTo>
                    <a:pt x="273" y="347"/>
                  </a:lnTo>
                  <a:lnTo>
                    <a:pt x="273" y="347"/>
                  </a:lnTo>
                  <a:lnTo>
                    <a:pt x="274" y="347"/>
                  </a:lnTo>
                  <a:lnTo>
                    <a:pt x="274" y="347"/>
                  </a:lnTo>
                  <a:lnTo>
                    <a:pt x="274" y="348"/>
                  </a:lnTo>
                  <a:lnTo>
                    <a:pt x="274" y="348"/>
                  </a:lnTo>
                  <a:lnTo>
                    <a:pt x="276" y="350"/>
                  </a:lnTo>
                  <a:lnTo>
                    <a:pt x="279" y="351"/>
                  </a:lnTo>
                  <a:lnTo>
                    <a:pt x="280" y="351"/>
                  </a:lnTo>
                  <a:lnTo>
                    <a:pt x="280" y="351"/>
                  </a:lnTo>
                  <a:lnTo>
                    <a:pt x="281" y="351"/>
                  </a:lnTo>
                  <a:lnTo>
                    <a:pt x="281" y="352"/>
                  </a:lnTo>
                  <a:lnTo>
                    <a:pt x="283" y="352"/>
                  </a:lnTo>
                  <a:lnTo>
                    <a:pt x="286" y="354"/>
                  </a:lnTo>
                  <a:lnTo>
                    <a:pt x="287" y="354"/>
                  </a:lnTo>
                  <a:lnTo>
                    <a:pt x="287" y="354"/>
                  </a:lnTo>
                  <a:lnTo>
                    <a:pt x="287" y="354"/>
                  </a:lnTo>
                  <a:lnTo>
                    <a:pt x="288" y="354"/>
                  </a:lnTo>
                  <a:lnTo>
                    <a:pt x="289" y="354"/>
                  </a:lnTo>
                  <a:lnTo>
                    <a:pt x="290" y="353"/>
                  </a:lnTo>
                  <a:lnTo>
                    <a:pt x="291" y="353"/>
                  </a:lnTo>
                  <a:lnTo>
                    <a:pt x="292" y="354"/>
                  </a:lnTo>
                  <a:lnTo>
                    <a:pt x="293" y="354"/>
                  </a:lnTo>
                  <a:lnTo>
                    <a:pt x="293" y="354"/>
                  </a:lnTo>
                  <a:lnTo>
                    <a:pt x="294" y="355"/>
                  </a:lnTo>
                  <a:lnTo>
                    <a:pt x="294" y="355"/>
                  </a:lnTo>
                  <a:lnTo>
                    <a:pt x="295" y="355"/>
                  </a:lnTo>
                  <a:lnTo>
                    <a:pt x="297" y="357"/>
                  </a:lnTo>
                  <a:lnTo>
                    <a:pt x="297" y="358"/>
                  </a:lnTo>
                  <a:lnTo>
                    <a:pt x="298" y="358"/>
                  </a:lnTo>
                  <a:lnTo>
                    <a:pt x="298" y="358"/>
                  </a:lnTo>
                  <a:lnTo>
                    <a:pt x="299" y="358"/>
                  </a:lnTo>
                  <a:lnTo>
                    <a:pt x="300" y="358"/>
                  </a:lnTo>
                  <a:lnTo>
                    <a:pt x="300" y="359"/>
                  </a:lnTo>
                  <a:lnTo>
                    <a:pt x="302" y="359"/>
                  </a:lnTo>
                  <a:lnTo>
                    <a:pt x="304" y="358"/>
                  </a:lnTo>
                  <a:lnTo>
                    <a:pt x="305" y="358"/>
                  </a:lnTo>
                  <a:lnTo>
                    <a:pt x="309" y="360"/>
                  </a:lnTo>
                  <a:lnTo>
                    <a:pt x="309" y="360"/>
                  </a:lnTo>
                  <a:lnTo>
                    <a:pt x="309" y="361"/>
                  </a:lnTo>
                  <a:lnTo>
                    <a:pt x="310" y="361"/>
                  </a:lnTo>
                  <a:lnTo>
                    <a:pt x="312" y="361"/>
                  </a:lnTo>
                  <a:lnTo>
                    <a:pt x="312" y="361"/>
                  </a:lnTo>
                  <a:lnTo>
                    <a:pt x="313" y="362"/>
                  </a:lnTo>
                  <a:lnTo>
                    <a:pt x="313" y="362"/>
                  </a:lnTo>
                  <a:lnTo>
                    <a:pt x="313" y="361"/>
                  </a:lnTo>
                  <a:lnTo>
                    <a:pt x="314" y="362"/>
                  </a:lnTo>
                  <a:lnTo>
                    <a:pt x="315" y="361"/>
                  </a:lnTo>
                  <a:lnTo>
                    <a:pt x="315" y="362"/>
                  </a:lnTo>
                  <a:lnTo>
                    <a:pt x="317" y="362"/>
                  </a:lnTo>
                  <a:lnTo>
                    <a:pt x="317" y="362"/>
                  </a:lnTo>
                  <a:lnTo>
                    <a:pt x="318" y="362"/>
                  </a:lnTo>
                  <a:lnTo>
                    <a:pt x="318" y="362"/>
                  </a:lnTo>
                  <a:lnTo>
                    <a:pt x="316" y="365"/>
                  </a:lnTo>
                  <a:lnTo>
                    <a:pt x="311" y="367"/>
                  </a:lnTo>
                  <a:lnTo>
                    <a:pt x="309" y="370"/>
                  </a:lnTo>
                  <a:lnTo>
                    <a:pt x="308" y="374"/>
                  </a:lnTo>
                  <a:lnTo>
                    <a:pt x="308" y="382"/>
                  </a:lnTo>
                  <a:lnTo>
                    <a:pt x="300" y="380"/>
                  </a:lnTo>
                  <a:lnTo>
                    <a:pt x="292" y="382"/>
                  </a:lnTo>
                  <a:lnTo>
                    <a:pt x="288" y="379"/>
                  </a:lnTo>
                  <a:lnTo>
                    <a:pt x="284" y="379"/>
                  </a:lnTo>
                  <a:lnTo>
                    <a:pt x="275" y="381"/>
                  </a:lnTo>
                  <a:lnTo>
                    <a:pt x="268" y="377"/>
                  </a:lnTo>
                  <a:lnTo>
                    <a:pt x="261" y="379"/>
                  </a:lnTo>
                  <a:lnTo>
                    <a:pt x="247" y="377"/>
                  </a:lnTo>
                  <a:lnTo>
                    <a:pt x="241" y="379"/>
                  </a:lnTo>
                  <a:lnTo>
                    <a:pt x="240" y="382"/>
                  </a:lnTo>
                  <a:lnTo>
                    <a:pt x="226" y="390"/>
                  </a:lnTo>
                  <a:lnTo>
                    <a:pt x="225" y="388"/>
                  </a:lnTo>
                  <a:lnTo>
                    <a:pt x="220" y="388"/>
                  </a:lnTo>
                  <a:lnTo>
                    <a:pt x="219" y="382"/>
                  </a:lnTo>
                  <a:lnTo>
                    <a:pt x="217" y="381"/>
                  </a:lnTo>
                  <a:lnTo>
                    <a:pt x="216" y="382"/>
                  </a:lnTo>
                  <a:lnTo>
                    <a:pt x="213" y="381"/>
                  </a:lnTo>
                  <a:lnTo>
                    <a:pt x="211" y="385"/>
                  </a:lnTo>
                  <a:lnTo>
                    <a:pt x="209" y="384"/>
                  </a:lnTo>
                  <a:lnTo>
                    <a:pt x="208" y="381"/>
                  </a:lnTo>
                  <a:lnTo>
                    <a:pt x="206" y="379"/>
                  </a:lnTo>
                  <a:lnTo>
                    <a:pt x="204" y="379"/>
                  </a:lnTo>
                  <a:lnTo>
                    <a:pt x="203" y="381"/>
                  </a:lnTo>
                  <a:lnTo>
                    <a:pt x="203" y="384"/>
                  </a:lnTo>
                  <a:lnTo>
                    <a:pt x="206" y="393"/>
                  </a:lnTo>
                  <a:lnTo>
                    <a:pt x="205" y="394"/>
                  </a:lnTo>
                  <a:lnTo>
                    <a:pt x="204" y="395"/>
                  </a:lnTo>
                  <a:lnTo>
                    <a:pt x="202" y="394"/>
                  </a:lnTo>
                  <a:lnTo>
                    <a:pt x="200" y="387"/>
                  </a:lnTo>
                  <a:lnTo>
                    <a:pt x="198" y="385"/>
                  </a:lnTo>
                  <a:lnTo>
                    <a:pt x="193" y="384"/>
                  </a:lnTo>
                  <a:lnTo>
                    <a:pt x="194" y="388"/>
                  </a:lnTo>
                  <a:lnTo>
                    <a:pt x="192" y="389"/>
                  </a:lnTo>
                  <a:lnTo>
                    <a:pt x="184" y="381"/>
                  </a:lnTo>
                  <a:lnTo>
                    <a:pt x="182" y="377"/>
                  </a:lnTo>
                  <a:lnTo>
                    <a:pt x="180" y="375"/>
                  </a:lnTo>
                  <a:lnTo>
                    <a:pt x="175" y="377"/>
                  </a:lnTo>
                  <a:lnTo>
                    <a:pt x="174" y="376"/>
                  </a:lnTo>
                  <a:lnTo>
                    <a:pt x="174" y="372"/>
                  </a:lnTo>
                  <a:lnTo>
                    <a:pt x="170" y="370"/>
                  </a:lnTo>
                  <a:lnTo>
                    <a:pt x="161" y="369"/>
                  </a:lnTo>
                  <a:lnTo>
                    <a:pt x="160" y="372"/>
                  </a:lnTo>
                  <a:lnTo>
                    <a:pt x="156" y="370"/>
                  </a:lnTo>
                  <a:lnTo>
                    <a:pt x="153" y="371"/>
                  </a:lnTo>
                  <a:lnTo>
                    <a:pt x="153" y="375"/>
                  </a:lnTo>
                  <a:lnTo>
                    <a:pt x="151" y="378"/>
                  </a:lnTo>
                  <a:lnTo>
                    <a:pt x="149" y="384"/>
                  </a:lnTo>
                  <a:lnTo>
                    <a:pt x="143" y="378"/>
                  </a:lnTo>
                  <a:lnTo>
                    <a:pt x="141" y="377"/>
                  </a:lnTo>
                  <a:lnTo>
                    <a:pt x="139" y="381"/>
                  </a:lnTo>
                  <a:lnTo>
                    <a:pt x="139" y="384"/>
                  </a:lnTo>
                  <a:lnTo>
                    <a:pt x="126" y="392"/>
                  </a:lnTo>
                  <a:lnTo>
                    <a:pt x="121" y="392"/>
                  </a:lnTo>
                  <a:lnTo>
                    <a:pt x="113" y="386"/>
                  </a:lnTo>
                  <a:lnTo>
                    <a:pt x="106" y="385"/>
                  </a:lnTo>
                  <a:lnTo>
                    <a:pt x="97" y="388"/>
                  </a:lnTo>
                  <a:lnTo>
                    <a:pt x="91" y="393"/>
                  </a:lnTo>
                  <a:lnTo>
                    <a:pt x="88" y="391"/>
                  </a:lnTo>
                  <a:lnTo>
                    <a:pt x="88" y="391"/>
                  </a:lnTo>
                  <a:lnTo>
                    <a:pt x="89" y="386"/>
                  </a:lnTo>
                  <a:lnTo>
                    <a:pt x="88" y="383"/>
                  </a:lnTo>
                  <a:lnTo>
                    <a:pt x="87" y="371"/>
                  </a:lnTo>
                  <a:lnTo>
                    <a:pt x="82" y="369"/>
                  </a:lnTo>
                  <a:lnTo>
                    <a:pt x="79" y="364"/>
                  </a:lnTo>
                  <a:lnTo>
                    <a:pt x="66" y="353"/>
                  </a:lnTo>
                  <a:lnTo>
                    <a:pt x="65" y="349"/>
                  </a:lnTo>
                  <a:lnTo>
                    <a:pt x="63" y="342"/>
                  </a:lnTo>
                  <a:lnTo>
                    <a:pt x="66" y="338"/>
                  </a:lnTo>
                  <a:lnTo>
                    <a:pt x="67" y="336"/>
                  </a:lnTo>
                  <a:lnTo>
                    <a:pt x="67" y="334"/>
                  </a:lnTo>
                  <a:lnTo>
                    <a:pt x="66" y="331"/>
                  </a:lnTo>
                  <a:lnTo>
                    <a:pt x="57" y="326"/>
                  </a:lnTo>
                  <a:lnTo>
                    <a:pt x="55" y="324"/>
                  </a:lnTo>
                  <a:lnTo>
                    <a:pt x="59" y="313"/>
                  </a:lnTo>
                  <a:lnTo>
                    <a:pt x="63" y="297"/>
                  </a:lnTo>
                  <a:lnTo>
                    <a:pt x="53" y="290"/>
                  </a:lnTo>
                  <a:lnTo>
                    <a:pt x="47" y="279"/>
                  </a:lnTo>
                  <a:lnTo>
                    <a:pt x="45" y="279"/>
                  </a:lnTo>
                  <a:lnTo>
                    <a:pt x="42" y="283"/>
                  </a:lnTo>
                  <a:lnTo>
                    <a:pt x="31" y="291"/>
                  </a:lnTo>
                  <a:lnTo>
                    <a:pt x="25" y="290"/>
                  </a:lnTo>
                  <a:lnTo>
                    <a:pt x="20" y="286"/>
                  </a:lnTo>
                  <a:lnTo>
                    <a:pt x="19" y="282"/>
                  </a:lnTo>
                  <a:lnTo>
                    <a:pt x="20" y="279"/>
                  </a:lnTo>
                  <a:lnTo>
                    <a:pt x="19" y="276"/>
                  </a:lnTo>
                  <a:lnTo>
                    <a:pt x="16" y="272"/>
                  </a:lnTo>
                  <a:lnTo>
                    <a:pt x="15" y="269"/>
                  </a:lnTo>
                  <a:lnTo>
                    <a:pt x="19" y="266"/>
                  </a:lnTo>
                  <a:lnTo>
                    <a:pt x="21" y="259"/>
                  </a:lnTo>
                  <a:lnTo>
                    <a:pt x="23" y="257"/>
                  </a:lnTo>
                  <a:lnTo>
                    <a:pt x="21" y="253"/>
                  </a:lnTo>
                  <a:lnTo>
                    <a:pt x="20" y="247"/>
                  </a:lnTo>
                  <a:lnTo>
                    <a:pt x="15" y="244"/>
                  </a:lnTo>
                  <a:lnTo>
                    <a:pt x="19" y="238"/>
                  </a:lnTo>
                  <a:lnTo>
                    <a:pt x="19" y="233"/>
                  </a:lnTo>
                  <a:lnTo>
                    <a:pt x="21" y="231"/>
                  </a:lnTo>
                  <a:lnTo>
                    <a:pt x="34" y="223"/>
                  </a:lnTo>
                  <a:lnTo>
                    <a:pt x="31" y="218"/>
                  </a:lnTo>
                  <a:lnTo>
                    <a:pt x="32" y="216"/>
                  </a:lnTo>
                  <a:lnTo>
                    <a:pt x="31" y="214"/>
                  </a:lnTo>
                  <a:lnTo>
                    <a:pt x="33" y="212"/>
                  </a:lnTo>
                  <a:lnTo>
                    <a:pt x="30" y="209"/>
                  </a:lnTo>
                  <a:lnTo>
                    <a:pt x="22" y="212"/>
                  </a:lnTo>
                  <a:lnTo>
                    <a:pt x="22" y="209"/>
                  </a:lnTo>
                  <a:lnTo>
                    <a:pt x="16" y="205"/>
                  </a:lnTo>
                  <a:lnTo>
                    <a:pt x="14" y="199"/>
                  </a:lnTo>
                  <a:lnTo>
                    <a:pt x="7" y="196"/>
                  </a:lnTo>
                  <a:lnTo>
                    <a:pt x="5" y="193"/>
                  </a:lnTo>
                  <a:lnTo>
                    <a:pt x="1" y="181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4" y="172"/>
                  </a:lnTo>
                  <a:lnTo>
                    <a:pt x="9" y="170"/>
                  </a:lnTo>
                  <a:lnTo>
                    <a:pt x="11" y="164"/>
                  </a:lnTo>
                  <a:lnTo>
                    <a:pt x="9" y="161"/>
                  </a:lnTo>
                  <a:lnTo>
                    <a:pt x="9" y="157"/>
                  </a:lnTo>
                  <a:lnTo>
                    <a:pt x="19" y="150"/>
                  </a:lnTo>
                  <a:lnTo>
                    <a:pt x="22" y="143"/>
                  </a:lnTo>
                  <a:lnTo>
                    <a:pt x="27" y="140"/>
                  </a:lnTo>
                  <a:lnTo>
                    <a:pt x="31" y="135"/>
                  </a:lnTo>
                  <a:lnTo>
                    <a:pt x="36" y="130"/>
                  </a:lnTo>
                  <a:lnTo>
                    <a:pt x="43" y="128"/>
                  </a:lnTo>
                  <a:lnTo>
                    <a:pt x="47" y="130"/>
                  </a:lnTo>
                  <a:lnTo>
                    <a:pt x="49" y="135"/>
                  </a:lnTo>
                  <a:lnTo>
                    <a:pt x="56" y="129"/>
                  </a:lnTo>
                  <a:lnTo>
                    <a:pt x="57" y="122"/>
                  </a:lnTo>
                  <a:lnTo>
                    <a:pt x="59" y="119"/>
                  </a:lnTo>
                  <a:lnTo>
                    <a:pt x="65" y="117"/>
                  </a:lnTo>
                  <a:lnTo>
                    <a:pt x="68" y="113"/>
                  </a:lnTo>
                  <a:lnTo>
                    <a:pt x="78" y="111"/>
                  </a:lnTo>
                  <a:lnTo>
                    <a:pt x="83" y="101"/>
                  </a:lnTo>
                  <a:lnTo>
                    <a:pt x="83" y="98"/>
                  </a:lnTo>
                  <a:lnTo>
                    <a:pt x="79" y="92"/>
                  </a:lnTo>
                  <a:lnTo>
                    <a:pt x="78" y="87"/>
                  </a:lnTo>
                  <a:lnTo>
                    <a:pt x="71" y="74"/>
                  </a:lnTo>
                  <a:lnTo>
                    <a:pt x="67" y="63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0" y="53"/>
                  </a:lnTo>
                  <a:lnTo>
                    <a:pt x="59" y="48"/>
                  </a:lnTo>
                  <a:lnTo>
                    <a:pt x="74" y="44"/>
                  </a:lnTo>
                  <a:lnTo>
                    <a:pt x="77" y="41"/>
                  </a:lnTo>
                  <a:lnTo>
                    <a:pt x="82" y="32"/>
                  </a:lnTo>
                  <a:lnTo>
                    <a:pt x="84" y="30"/>
                  </a:lnTo>
                  <a:lnTo>
                    <a:pt x="85" y="25"/>
                  </a:lnTo>
                  <a:lnTo>
                    <a:pt x="91" y="20"/>
                  </a:lnTo>
                  <a:lnTo>
                    <a:pt x="94" y="18"/>
                  </a:lnTo>
                  <a:lnTo>
                    <a:pt x="99" y="13"/>
                  </a:lnTo>
                  <a:lnTo>
                    <a:pt x="101" y="3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6812D227-2465-46C0-9693-E388A7C700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2865" y="3551280"/>
              <a:ext cx="495961" cy="1085982"/>
            </a:xfrm>
            <a:custGeom>
              <a:avLst/>
              <a:gdLst>
                <a:gd name="T0" fmla="*/ 68 w 290"/>
                <a:gd name="T1" fmla="*/ 318 h 635"/>
                <a:gd name="T2" fmla="*/ 76 w 290"/>
                <a:gd name="T3" fmla="*/ 328 h 635"/>
                <a:gd name="T4" fmla="*/ 60 w 290"/>
                <a:gd name="T5" fmla="*/ 300 h 635"/>
                <a:gd name="T6" fmla="*/ 179 w 290"/>
                <a:gd name="T7" fmla="*/ 100 h 635"/>
                <a:gd name="T8" fmla="*/ 225 w 290"/>
                <a:gd name="T9" fmla="*/ 229 h 635"/>
                <a:gd name="T10" fmla="*/ 216 w 290"/>
                <a:gd name="T11" fmla="*/ 337 h 635"/>
                <a:gd name="T12" fmla="*/ 268 w 290"/>
                <a:gd name="T13" fmla="*/ 436 h 635"/>
                <a:gd name="T14" fmla="*/ 262 w 290"/>
                <a:gd name="T15" fmla="*/ 575 h 635"/>
                <a:gd name="T16" fmla="*/ 130 w 290"/>
                <a:gd name="T17" fmla="*/ 612 h 635"/>
                <a:gd name="T18" fmla="*/ 91 w 290"/>
                <a:gd name="T19" fmla="*/ 546 h 635"/>
                <a:gd name="T20" fmla="*/ 89 w 290"/>
                <a:gd name="T21" fmla="*/ 543 h 635"/>
                <a:gd name="T22" fmla="*/ 84 w 290"/>
                <a:gd name="T23" fmla="*/ 531 h 635"/>
                <a:gd name="T24" fmla="*/ 77 w 290"/>
                <a:gd name="T25" fmla="*/ 511 h 635"/>
                <a:gd name="T26" fmla="*/ 100 w 290"/>
                <a:gd name="T27" fmla="*/ 499 h 635"/>
                <a:gd name="T28" fmla="*/ 103 w 290"/>
                <a:gd name="T29" fmla="*/ 510 h 635"/>
                <a:gd name="T30" fmla="*/ 111 w 290"/>
                <a:gd name="T31" fmla="*/ 523 h 635"/>
                <a:gd name="T32" fmla="*/ 122 w 290"/>
                <a:gd name="T33" fmla="*/ 538 h 635"/>
                <a:gd name="T34" fmla="*/ 141 w 290"/>
                <a:gd name="T35" fmla="*/ 536 h 635"/>
                <a:gd name="T36" fmla="*/ 141 w 290"/>
                <a:gd name="T37" fmla="*/ 532 h 635"/>
                <a:gd name="T38" fmla="*/ 117 w 290"/>
                <a:gd name="T39" fmla="*/ 521 h 635"/>
                <a:gd name="T40" fmla="*/ 105 w 290"/>
                <a:gd name="T41" fmla="*/ 497 h 635"/>
                <a:gd name="T42" fmla="*/ 99 w 290"/>
                <a:gd name="T43" fmla="*/ 489 h 635"/>
                <a:gd name="T44" fmla="*/ 93 w 290"/>
                <a:gd name="T45" fmla="*/ 457 h 635"/>
                <a:gd name="T46" fmla="*/ 103 w 290"/>
                <a:gd name="T47" fmla="*/ 440 h 635"/>
                <a:gd name="T48" fmla="*/ 115 w 290"/>
                <a:gd name="T49" fmla="*/ 422 h 635"/>
                <a:gd name="T50" fmla="*/ 97 w 290"/>
                <a:gd name="T51" fmla="*/ 407 h 635"/>
                <a:gd name="T52" fmla="*/ 105 w 290"/>
                <a:gd name="T53" fmla="*/ 362 h 635"/>
                <a:gd name="T54" fmla="*/ 116 w 290"/>
                <a:gd name="T55" fmla="*/ 384 h 635"/>
                <a:gd name="T56" fmla="*/ 107 w 290"/>
                <a:gd name="T57" fmla="*/ 365 h 635"/>
                <a:gd name="T58" fmla="*/ 127 w 290"/>
                <a:gd name="T59" fmla="*/ 354 h 635"/>
                <a:gd name="T60" fmla="*/ 120 w 290"/>
                <a:gd name="T61" fmla="*/ 333 h 635"/>
                <a:gd name="T62" fmla="*/ 126 w 290"/>
                <a:gd name="T63" fmla="*/ 320 h 635"/>
                <a:gd name="T64" fmla="*/ 141 w 290"/>
                <a:gd name="T65" fmla="*/ 305 h 635"/>
                <a:gd name="T66" fmla="*/ 129 w 290"/>
                <a:gd name="T67" fmla="*/ 287 h 635"/>
                <a:gd name="T68" fmla="*/ 139 w 290"/>
                <a:gd name="T69" fmla="*/ 272 h 635"/>
                <a:gd name="T70" fmla="*/ 125 w 290"/>
                <a:gd name="T71" fmla="*/ 286 h 635"/>
                <a:gd name="T72" fmla="*/ 114 w 290"/>
                <a:gd name="T73" fmla="*/ 298 h 635"/>
                <a:gd name="T74" fmla="*/ 101 w 290"/>
                <a:gd name="T75" fmla="*/ 286 h 635"/>
                <a:gd name="T76" fmla="*/ 100 w 290"/>
                <a:gd name="T77" fmla="*/ 274 h 635"/>
                <a:gd name="T78" fmla="*/ 96 w 290"/>
                <a:gd name="T79" fmla="*/ 292 h 635"/>
                <a:gd name="T80" fmla="*/ 85 w 290"/>
                <a:gd name="T81" fmla="*/ 312 h 635"/>
                <a:gd name="T82" fmla="*/ 77 w 290"/>
                <a:gd name="T83" fmla="*/ 320 h 635"/>
                <a:gd name="T84" fmla="*/ 68 w 290"/>
                <a:gd name="T85" fmla="*/ 315 h 635"/>
                <a:gd name="T86" fmla="*/ 69 w 290"/>
                <a:gd name="T87" fmla="*/ 293 h 635"/>
                <a:gd name="T88" fmla="*/ 75 w 290"/>
                <a:gd name="T89" fmla="*/ 276 h 635"/>
                <a:gd name="T90" fmla="*/ 68 w 290"/>
                <a:gd name="T91" fmla="*/ 269 h 635"/>
                <a:gd name="T92" fmla="*/ 66 w 290"/>
                <a:gd name="T93" fmla="*/ 285 h 635"/>
                <a:gd name="T94" fmla="*/ 42 w 290"/>
                <a:gd name="T95" fmla="*/ 272 h 635"/>
                <a:gd name="T96" fmla="*/ 38 w 290"/>
                <a:gd name="T97" fmla="*/ 242 h 635"/>
                <a:gd name="T98" fmla="*/ 39 w 290"/>
                <a:gd name="T99" fmla="*/ 239 h 635"/>
                <a:gd name="T100" fmla="*/ 34 w 290"/>
                <a:gd name="T101" fmla="*/ 244 h 635"/>
                <a:gd name="T102" fmla="*/ 14 w 290"/>
                <a:gd name="T103" fmla="*/ 215 h 635"/>
                <a:gd name="T104" fmla="*/ 4 w 290"/>
                <a:gd name="T105" fmla="*/ 192 h 635"/>
                <a:gd name="T106" fmla="*/ 12 w 290"/>
                <a:gd name="T107" fmla="*/ 168 h 635"/>
                <a:gd name="T108" fmla="*/ 21 w 290"/>
                <a:gd name="T109" fmla="*/ 144 h 635"/>
                <a:gd name="T110" fmla="*/ 34 w 290"/>
                <a:gd name="T111" fmla="*/ 124 h 635"/>
                <a:gd name="T112" fmla="*/ 42 w 290"/>
                <a:gd name="T113" fmla="*/ 91 h 635"/>
                <a:gd name="T114" fmla="*/ 60 w 290"/>
                <a:gd name="T115" fmla="*/ 92 h 635"/>
                <a:gd name="T116" fmla="*/ 67 w 290"/>
                <a:gd name="T117" fmla="*/ 81 h 635"/>
                <a:gd name="T118" fmla="*/ 66 w 290"/>
                <a:gd name="T119" fmla="*/ 71 h 635"/>
                <a:gd name="T120" fmla="*/ 95 w 290"/>
                <a:gd name="T121" fmla="*/ 72 h 635"/>
                <a:gd name="T122" fmla="*/ 94 w 290"/>
                <a:gd name="T123" fmla="*/ 66 h 635"/>
                <a:gd name="T124" fmla="*/ 118 w 290"/>
                <a:gd name="T125" fmla="*/ 35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0" h="635">
                  <a:moveTo>
                    <a:pt x="64" y="298"/>
                  </a:moveTo>
                  <a:lnTo>
                    <a:pt x="64" y="299"/>
                  </a:lnTo>
                  <a:lnTo>
                    <a:pt x="64" y="299"/>
                  </a:lnTo>
                  <a:lnTo>
                    <a:pt x="64" y="299"/>
                  </a:lnTo>
                  <a:lnTo>
                    <a:pt x="63" y="300"/>
                  </a:lnTo>
                  <a:lnTo>
                    <a:pt x="62" y="300"/>
                  </a:lnTo>
                  <a:lnTo>
                    <a:pt x="62" y="302"/>
                  </a:lnTo>
                  <a:lnTo>
                    <a:pt x="62" y="302"/>
                  </a:lnTo>
                  <a:lnTo>
                    <a:pt x="63" y="302"/>
                  </a:lnTo>
                  <a:lnTo>
                    <a:pt x="63" y="303"/>
                  </a:lnTo>
                  <a:lnTo>
                    <a:pt x="64" y="304"/>
                  </a:lnTo>
                  <a:lnTo>
                    <a:pt x="64" y="304"/>
                  </a:lnTo>
                  <a:lnTo>
                    <a:pt x="64" y="305"/>
                  </a:lnTo>
                  <a:lnTo>
                    <a:pt x="64" y="307"/>
                  </a:lnTo>
                  <a:lnTo>
                    <a:pt x="64" y="309"/>
                  </a:lnTo>
                  <a:lnTo>
                    <a:pt x="65" y="310"/>
                  </a:lnTo>
                  <a:lnTo>
                    <a:pt x="65" y="311"/>
                  </a:lnTo>
                  <a:lnTo>
                    <a:pt x="65" y="311"/>
                  </a:lnTo>
                  <a:lnTo>
                    <a:pt x="65" y="313"/>
                  </a:lnTo>
                  <a:lnTo>
                    <a:pt x="66" y="314"/>
                  </a:lnTo>
                  <a:lnTo>
                    <a:pt x="66" y="314"/>
                  </a:lnTo>
                  <a:lnTo>
                    <a:pt x="65" y="315"/>
                  </a:lnTo>
                  <a:lnTo>
                    <a:pt x="65" y="315"/>
                  </a:lnTo>
                  <a:lnTo>
                    <a:pt x="65" y="315"/>
                  </a:lnTo>
                  <a:lnTo>
                    <a:pt x="66" y="315"/>
                  </a:lnTo>
                  <a:lnTo>
                    <a:pt x="67" y="316"/>
                  </a:lnTo>
                  <a:lnTo>
                    <a:pt x="67" y="316"/>
                  </a:lnTo>
                  <a:lnTo>
                    <a:pt x="67" y="317"/>
                  </a:lnTo>
                  <a:lnTo>
                    <a:pt x="68" y="317"/>
                  </a:lnTo>
                  <a:lnTo>
                    <a:pt x="68" y="317"/>
                  </a:lnTo>
                  <a:lnTo>
                    <a:pt x="68" y="318"/>
                  </a:lnTo>
                  <a:lnTo>
                    <a:pt x="68" y="318"/>
                  </a:lnTo>
                  <a:lnTo>
                    <a:pt x="68" y="318"/>
                  </a:lnTo>
                  <a:lnTo>
                    <a:pt x="68" y="318"/>
                  </a:lnTo>
                  <a:lnTo>
                    <a:pt x="69" y="319"/>
                  </a:lnTo>
                  <a:lnTo>
                    <a:pt x="68" y="319"/>
                  </a:lnTo>
                  <a:lnTo>
                    <a:pt x="69" y="320"/>
                  </a:lnTo>
                  <a:lnTo>
                    <a:pt x="69" y="320"/>
                  </a:lnTo>
                  <a:lnTo>
                    <a:pt x="69" y="321"/>
                  </a:lnTo>
                  <a:lnTo>
                    <a:pt x="69" y="322"/>
                  </a:lnTo>
                  <a:lnTo>
                    <a:pt x="70" y="323"/>
                  </a:lnTo>
                  <a:lnTo>
                    <a:pt x="71" y="323"/>
                  </a:lnTo>
                  <a:lnTo>
                    <a:pt x="71" y="324"/>
                  </a:lnTo>
                  <a:lnTo>
                    <a:pt x="71" y="324"/>
                  </a:lnTo>
                  <a:lnTo>
                    <a:pt x="72" y="324"/>
                  </a:lnTo>
                  <a:lnTo>
                    <a:pt x="72" y="325"/>
                  </a:lnTo>
                  <a:lnTo>
                    <a:pt x="72" y="327"/>
                  </a:lnTo>
                  <a:lnTo>
                    <a:pt x="73" y="328"/>
                  </a:lnTo>
                  <a:lnTo>
                    <a:pt x="73" y="328"/>
                  </a:lnTo>
                  <a:lnTo>
                    <a:pt x="73" y="328"/>
                  </a:lnTo>
                  <a:lnTo>
                    <a:pt x="73" y="328"/>
                  </a:lnTo>
                  <a:lnTo>
                    <a:pt x="74" y="328"/>
                  </a:lnTo>
                  <a:lnTo>
                    <a:pt x="77" y="326"/>
                  </a:lnTo>
                  <a:lnTo>
                    <a:pt x="77" y="327"/>
                  </a:lnTo>
                  <a:lnTo>
                    <a:pt x="77" y="328"/>
                  </a:lnTo>
                  <a:lnTo>
                    <a:pt x="77" y="328"/>
                  </a:lnTo>
                  <a:lnTo>
                    <a:pt x="77" y="326"/>
                  </a:lnTo>
                  <a:lnTo>
                    <a:pt x="77" y="326"/>
                  </a:lnTo>
                  <a:lnTo>
                    <a:pt x="78" y="327"/>
                  </a:lnTo>
                  <a:lnTo>
                    <a:pt x="78" y="327"/>
                  </a:lnTo>
                  <a:lnTo>
                    <a:pt x="77" y="328"/>
                  </a:lnTo>
                  <a:lnTo>
                    <a:pt x="77" y="328"/>
                  </a:lnTo>
                  <a:lnTo>
                    <a:pt x="77" y="328"/>
                  </a:lnTo>
                  <a:lnTo>
                    <a:pt x="76" y="328"/>
                  </a:lnTo>
                  <a:lnTo>
                    <a:pt x="76" y="329"/>
                  </a:lnTo>
                  <a:lnTo>
                    <a:pt x="74" y="329"/>
                  </a:lnTo>
                  <a:lnTo>
                    <a:pt x="74" y="329"/>
                  </a:lnTo>
                  <a:lnTo>
                    <a:pt x="73" y="329"/>
                  </a:lnTo>
                  <a:lnTo>
                    <a:pt x="72" y="328"/>
                  </a:lnTo>
                  <a:lnTo>
                    <a:pt x="72" y="328"/>
                  </a:lnTo>
                  <a:lnTo>
                    <a:pt x="71" y="328"/>
                  </a:lnTo>
                  <a:lnTo>
                    <a:pt x="71" y="327"/>
                  </a:lnTo>
                  <a:lnTo>
                    <a:pt x="70" y="327"/>
                  </a:lnTo>
                  <a:lnTo>
                    <a:pt x="69" y="325"/>
                  </a:lnTo>
                  <a:lnTo>
                    <a:pt x="69" y="324"/>
                  </a:lnTo>
                  <a:lnTo>
                    <a:pt x="68" y="324"/>
                  </a:lnTo>
                  <a:lnTo>
                    <a:pt x="68" y="322"/>
                  </a:lnTo>
                  <a:lnTo>
                    <a:pt x="67" y="322"/>
                  </a:lnTo>
                  <a:lnTo>
                    <a:pt x="66" y="320"/>
                  </a:lnTo>
                  <a:lnTo>
                    <a:pt x="66" y="319"/>
                  </a:lnTo>
                  <a:lnTo>
                    <a:pt x="63" y="315"/>
                  </a:lnTo>
                  <a:lnTo>
                    <a:pt x="63" y="314"/>
                  </a:lnTo>
                  <a:lnTo>
                    <a:pt x="63" y="314"/>
                  </a:lnTo>
                  <a:lnTo>
                    <a:pt x="62" y="313"/>
                  </a:lnTo>
                  <a:lnTo>
                    <a:pt x="61" y="311"/>
                  </a:lnTo>
                  <a:lnTo>
                    <a:pt x="61" y="310"/>
                  </a:lnTo>
                  <a:lnTo>
                    <a:pt x="61" y="309"/>
                  </a:lnTo>
                  <a:lnTo>
                    <a:pt x="60" y="308"/>
                  </a:lnTo>
                  <a:lnTo>
                    <a:pt x="61" y="308"/>
                  </a:lnTo>
                  <a:lnTo>
                    <a:pt x="61" y="307"/>
                  </a:lnTo>
                  <a:lnTo>
                    <a:pt x="60" y="306"/>
                  </a:lnTo>
                  <a:lnTo>
                    <a:pt x="60" y="306"/>
                  </a:lnTo>
                  <a:lnTo>
                    <a:pt x="60" y="304"/>
                  </a:lnTo>
                  <a:lnTo>
                    <a:pt x="60" y="301"/>
                  </a:lnTo>
                  <a:lnTo>
                    <a:pt x="60" y="301"/>
                  </a:lnTo>
                  <a:lnTo>
                    <a:pt x="60" y="300"/>
                  </a:lnTo>
                  <a:lnTo>
                    <a:pt x="61" y="299"/>
                  </a:lnTo>
                  <a:lnTo>
                    <a:pt x="63" y="299"/>
                  </a:lnTo>
                  <a:lnTo>
                    <a:pt x="64" y="298"/>
                  </a:lnTo>
                  <a:lnTo>
                    <a:pt x="64" y="298"/>
                  </a:lnTo>
                  <a:lnTo>
                    <a:pt x="64" y="298"/>
                  </a:lnTo>
                  <a:close/>
                  <a:moveTo>
                    <a:pt x="159" y="0"/>
                  </a:moveTo>
                  <a:lnTo>
                    <a:pt x="160" y="2"/>
                  </a:lnTo>
                  <a:lnTo>
                    <a:pt x="164" y="14"/>
                  </a:lnTo>
                  <a:lnTo>
                    <a:pt x="166" y="17"/>
                  </a:lnTo>
                  <a:lnTo>
                    <a:pt x="173" y="20"/>
                  </a:lnTo>
                  <a:lnTo>
                    <a:pt x="175" y="26"/>
                  </a:lnTo>
                  <a:lnTo>
                    <a:pt x="181" y="29"/>
                  </a:lnTo>
                  <a:lnTo>
                    <a:pt x="181" y="33"/>
                  </a:lnTo>
                  <a:lnTo>
                    <a:pt x="189" y="30"/>
                  </a:lnTo>
                  <a:lnTo>
                    <a:pt x="192" y="33"/>
                  </a:lnTo>
                  <a:lnTo>
                    <a:pt x="190" y="35"/>
                  </a:lnTo>
                  <a:lnTo>
                    <a:pt x="191" y="37"/>
                  </a:lnTo>
                  <a:lnTo>
                    <a:pt x="190" y="39"/>
                  </a:lnTo>
                  <a:lnTo>
                    <a:pt x="193" y="44"/>
                  </a:lnTo>
                  <a:lnTo>
                    <a:pt x="180" y="52"/>
                  </a:lnTo>
                  <a:lnTo>
                    <a:pt x="178" y="54"/>
                  </a:lnTo>
                  <a:lnTo>
                    <a:pt x="178" y="59"/>
                  </a:lnTo>
                  <a:lnTo>
                    <a:pt x="174" y="65"/>
                  </a:lnTo>
                  <a:lnTo>
                    <a:pt x="179" y="68"/>
                  </a:lnTo>
                  <a:lnTo>
                    <a:pt x="180" y="74"/>
                  </a:lnTo>
                  <a:lnTo>
                    <a:pt x="183" y="78"/>
                  </a:lnTo>
                  <a:lnTo>
                    <a:pt x="180" y="80"/>
                  </a:lnTo>
                  <a:lnTo>
                    <a:pt x="178" y="86"/>
                  </a:lnTo>
                  <a:lnTo>
                    <a:pt x="174" y="90"/>
                  </a:lnTo>
                  <a:lnTo>
                    <a:pt x="175" y="93"/>
                  </a:lnTo>
                  <a:lnTo>
                    <a:pt x="178" y="97"/>
                  </a:lnTo>
                  <a:lnTo>
                    <a:pt x="179" y="100"/>
                  </a:lnTo>
                  <a:lnTo>
                    <a:pt x="178" y="103"/>
                  </a:lnTo>
                  <a:lnTo>
                    <a:pt x="179" y="107"/>
                  </a:lnTo>
                  <a:lnTo>
                    <a:pt x="184" y="111"/>
                  </a:lnTo>
                  <a:lnTo>
                    <a:pt x="190" y="112"/>
                  </a:lnTo>
                  <a:lnTo>
                    <a:pt x="201" y="104"/>
                  </a:lnTo>
                  <a:lnTo>
                    <a:pt x="204" y="100"/>
                  </a:lnTo>
                  <a:lnTo>
                    <a:pt x="206" y="100"/>
                  </a:lnTo>
                  <a:lnTo>
                    <a:pt x="212" y="111"/>
                  </a:lnTo>
                  <a:lnTo>
                    <a:pt x="222" y="118"/>
                  </a:lnTo>
                  <a:lnTo>
                    <a:pt x="218" y="134"/>
                  </a:lnTo>
                  <a:lnTo>
                    <a:pt x="214" y="145"/>
                  </a:lnTo>
                  <a:lnTo>
                    <a:pt x="216" y="147"/>
                  </a:lnTo>
                  <a:lnTo>
                    <a:pt x="225" y="152"/>
                  </a:lnTo>
                  <a:lnTo>
                    <a:pt x="226" y="155"/>
                  </a:lnTo>
                  <a:lnTo>
                    <a:pt x="226" y="156"/>
                  </a:lnTo>
                  <a:lnTo>
                    <a:pt x="225" y="159"/>
                  </a:lnTo>
                  <a:lnTo>
                    <a:pt x="222" y="163"/>
                  </a:lnTo>
                  <a:lnTo>
                    <a:pt x="224" y="170"/>
                  </a:lnTo>
                  <a:lnTo>
                    <a:pt x="225" y="174"/>
                  </a:lnTo>
                  <a:lnTo>
                    <a:pt x="238" y="185"/>
                  </a:lnTo>
                  <a:lnTo>
                    <a:pt x="241" y="190"/>
                  </a:lnTo>
                  <a:lnTo>
                    <a:pt x="246" y="192"/>
                  </a:lnTo>
                  <a:lnTo>
                    <a:pt x="247" y="203"/>
                  </a:lnTo>
                  <a:lnTo>
                    <a:pt x="248" y="207"/>
                  </a:lnTo>
                  <a:lnTo>
                    <a:pt x="247" y="212"/>
                  </a:lnTo>
                  <a:lnTo>
                    <a:pt x="247" y="212"/>
                  </a:lnTo>
                  <a:lnTo>
                    <a:pt x="245" y="211"/>
                  </a:lnTo>
                  <a:lnTo>
                    <a:pt x="241" y="215"/>
                  </a:lnTo>
                  <a:lnTo>
                    <a:pt x="232" y="215"/>
                  </a:lnTo>
                  <a:lnTo>
                    <a:pt x="227" y="218"/>
                  </a:lnTo>
                  <a:lnTo>
                    <a:pt x="224" y="223"/>
                  </a:lnTo>
                  <a:lnTo>
                    <a:pt x="225" y="229"/>
                  </a:lnTo>
                  <a:lnTo>
                    <a:pt x="225" y="233"/>
                  </a:lnTo>
                  <a:lnTo>
                    <a:pt x="215" y="242"/>
                  </a:lnTo>
                  <a:lnTo>
                    <a:pt x="216" y="245"/>
                  </a:lnTo>
                  <a:lnTo>
                    <a:pt x="220" y="248"/>
                  </a:lnTo>
                  <a:lnTo>
                    <a:pt x="222" y="250"/>
                  </a:lnTo>
                  <a:lnTo>
                    <a:pt x="222" y="259"/>
                  </a:lnTo>
                  <a:lnTo>
                    <a:pt x="221" y="262"/>
                  </a:lnTo>
                  <a:lnTo>
                    <a:pt x="223" y="267"/>
                  </a:lnTo>
                  <a:lnTo>
                    <a:pt x="222" y="272"/>
                  </a:lnTo>
                  <a:lnTo>
                    <a:pt x="221" y="273"/>
                  </a:lnTo>
                  <a:lnTo>
                    <a:pt x="218" y="273"/>
                  </a:lnTo>
                  <a:lnTo>
                    <a:pt x="214" y="271"/>
                  </a:lnTo>
                  <a:lnTo>
                    <a:pt x="209" y="273"/>
                  </a:lnTo>
                  <a:lnTo>
                    <a:pt x="206" y="277"/>
                  </a:lnTo>
                  <a:lnTo>
                    <a:pt x="199" y="276"/>
                  </a:lnTo>
                  <a:lnTo>
                    <a:pt x="198" y="280"/>
                  </a:lnTo>
                  <a:lnTo>
                    <a:pt x="188" y="293"/>
                  </a:lnTo>
                  <a:lnTo>
                    <a:pt x="186" y="297"/>
                  </a:lnTo>
                  <a:lnTo>
                    <a:pt x="181" y="299"/>
                  </a:lnTo>
                  <a:lnTo>
                    <a:pt x="181" y="306"/>
                  </a:lnTo>
                  <a:lnTo>
                    <a:pt x="182" y="310"/>
                  </a:lnTo>
                  <a:lnTo>
                    <a:pt x="186" y="315"/>
                  </a:lnTo>
                  <a:lnTo>
                    <a:pt x="195" y="319"/>
                  </a:lnTo>
                  <a:lnTo>
                    <a:pt x="196" y="322"/>
                  </a:lnTo>
                  <a:lnTo>
                    <a:pt x="197" y="328"/>
                  </a:lnTo>
                  <a:lnTo>
                    <a:pt x="199" y="331"/>
                  </a:lnTo>
                  <a:lnTo>
                    <a:pt x="202" y="331"/>
                  </a:lnTo>
                  <a:lnTo>
                    <a:pt x="210" y="329"/>
                  </a:lnTo>
                  <a:lnTo>
                    <a:pt x="214" y="330"/>
                  </a:lnTo>
                  <a:lnTo>
                    <a:pt x="215" y="332"/>
                  </a:lnTo>
                  <a:lnTo>
                    <a:pt x="216" y="336"/>
                  </a:lnTo>
                  <a:lnTo>
                    <a:pt x="216" y="337"/>
                  </a:lnTo>
                  <a:lnTo>
                    <a:pt x="215" y="341"/>
                  </a:lnTo>
                  <a:lnTo>
                    <a:pt x="217" y="345"/>
                  </a:lnTo>
                  <a:lnTo>
                    <a:pt x="223" y="345"/>
                  </a:lnTo>
                  <a:lnTo>
                    <a:pt x="225" y="350"/>
                  </a:lnTo>
                  <a:lnTo>
                    <a:pt x="227" y="350"/>
                  </a:lnTo>
                  <a:lnTo>
                    <a:pt x="235" y="347"/>
                  </a:lnTo>
                  <a:lnTo>
                    <a:pt x="235" y="350"/>
                  </a:lnTo>
                  <a:lnTo>
                    <a:pt x="236" y="351"/>
                  </a:lnTo>
                  <a:lnTo>
                    <a:pt x="241" y="351"/>
                  </a:lnTo>
                  <a:lnTo>
                    <a:pt x="243" y="354"/>
                  </a:lnTo>
                  <a:lnTo>
                    <a:pt x="244" y="360"/>
                  </a:lnTo>
                  <a:lnTo>
                    <a:pt x="255" y="366"/>
                  </a:lnTo>
                  <a:lnTo>
                    <a:pt x="256" y="373"/>
                  </a:lnTo>
                  <a:lnTo>
                    <a:pt x="262" y="380"/>
                  </a:lnTo>
                  <a:lnTo>
                    <a:pt x="268" y="385"/>
                  </a:lnTo>
                  <a:lnTo>
                    <a:pt x="267" y="389"/>
                  </a:lnTo>
                  <a:lnTo>
                    <a:pt x="265" y="392"/>
                  </a:lnTo>
                  <a:lnTo>
                    <a:pt x="257" y="395"/>
                  </a:lnTo>
                  <a:lnTo>
                    <a:pt x="253" y="401"/>
                  </a:lnTo>
                  <a:lnTo>
                    <a:pt x="253" y="410"/>
                  </a:lnTo>
                  <a:lnTo>
                    <a:pt x="247" y="419"/>
                  </a:lnTo>
                  <a:lnTo>
                    <a:pt x="248" y="425"/>
                  </a:lnTo>
                  <a:lnTo>
                    <a:pt x="247" y="428"/>
                  </a:lnTo>
                  <a:lnTo>
                    <a:pt x="249" y="428"/>
                  </a:lnTo>
                  <a:lnTo>
                    <a:pt x="251" y="432"/>
                  </a:lnTo>
                  <a:lnTo>
                    <a:pt x="253" y="431"/>
                  </a:lnTo>
                  <a:lnTo>
                    <a:pt x="256" y="434"/>
                  </a:lnTo>
                  <a:lnTo>
                    <a:pt x="260" y="433"/>
                  </a:lnTo>
                  <a:lnTo>
                    <a:pt x="262" y="431"/>
                  </a:lnTo>
                  <a:lnTo>
                    <a:pt x="265" y="431"/>
                  </a:lnTo>
                  <a:lnTo>
                    <a:pt x="266" y="434"/>
                  </a:lnTo>
                  <a:lnTo>
                    <a:pt x="268" y="436"/>
                  </a:lnTo>
                  <a:lnTo>
                    <a:pt x="267" y="441"/>
                  </a:lnTo>
                  <a:lnTo>
                    <a:pt x="269" y="443"/>
                  </a:lnTo>
                  <a:lnTo>
                    <a:pt x="270" y="449"/>
                  </a:lnTo>
                  <a:lnTo>
                    <a:pt x="275" y="450"/>
                  </a:lnTo>
                  <a:lnTo>
                    <a:pt x="277" y="456"/>
                  </a:lnTo>
                  <a:lnTo>
                    <a:pt x="283" y="463"/>
                  </a:lnTo>
                  <a:lnTo>
                    <a:pt x="290" y="473"/>
                  </a:lnTo>
                  <a:lnTo>
                    <a:pt x="290" y="473"/>
                  </a:lnTo>
                  <a:lnTo>
                    <a:pt x="288" y="476"/>
                  </a:lnTo>
                  <a:lnTo>
                    <a:pt x="286" y="482"/>
                  </a:lnTo>
                  <a:lnTo>
                    <a:pt x="284" y="484"/>
                  </a:lnTo>
                  <a:lnTo>
                    <a:pt x="279" y="484"/>
                  </a:lnTo>
                  <a:lnTo>
                    <a:pt x="277" y="491"/>
                  </a:lnTo>
                  <a:lnTo>
                    <a:pt x="276" y="498"/>
                  </a:lnTo>
                  <a:lnTo>
                    <a:pt x="272" y="502"/>
                  </a:lnTo>
                  <a:lnTo>
                    <a:pt x="271" y="505"/>
                  </a:lnTo>
                  <a:lnTo>
                    <a:pt x="271" y="507"/>
                  </a:lnTo>
                  <a:lnTo>
                    <a:pt x="274" y="509"/>
                  </a:lnTo>
                  <a:lnTo>
                    <a:pt x="276" y="510"/>
                  </a:lnTo>
                  <a:lnTo>
                    <a:pt x="273" y="518"/>
                  </a:lnTo>
                  <a:lnTo>
                    <a:pt x="270" y="518"/>
                  </a:lnTo>
                  <a:lnTo>
                    <a:pt x="270" y="520"/>
                  </a:lnTo>
                  <a:lnTo>
                    <a:pt x="273" y="525"/>
                  </a:lnTo>
                  <a:lnTo>
                    <a:pt x="273" y="528"/>
                  </a:lnTo>
                  <a:lnTo>
                    <a:pt x="273" y="548"/>
                  </a:lnTo>
                  <a:lnTo>
                    <a:pt x="274" y="554"/>
                  </a:lnTo>
                  <a:lnTo>
                    <a:pt x="278" y="557"/>
                  </a:lnTo>
                  <a:lnTo>
                    <a:pt x="277" y="564"/>
                  </a:lnTo>
                  <a:lnTo>
                    <a:pt x="277" y="564"/>
                  </a:lnTo>
                  <a:lnTo>
                    <a:pt x="272" y="570"/>
                  </a:lnTo>
                  <a:lnTo>
                    <a:pt x="268" y="570"/>
                  </a:lnTo>
                  <a:lnTo>
                    <a:pt x="262" y="575"/>
                  </a:lnTo>
                  <a:lnTo>
                    <a:pt x="256" y="575"/>
                  </a:lnTo>
                  <a:lnTo>
                    <a:pt x="252" y="573"/>
                  </a:lnTo>
                  <a:lnTo>
                    <a:pt x="250" y="573"/>
                  </a:lnTo>
                  <a:lnTo>
                    <a:pt x="250" y="575"/>
                  </a:lnTo>
                  <a:lnTo>
                    <a:pt x="251" y="578"/>
                  </a:lnTo>
                  <a:lnTo>
                    <a:pt x="251" y="579"/>
                  </a:lnTo>
                  <a:lnTo>
                    <a:pt x="247" y="580"/>
                  </a:lnTo>
                  <a:lnTo>
                    <a:pt x="232" y="598"/>
                  </a:lnTo>
                  <a:lnTo>
                    <a:pt x="228" y="600"/>
                  </a:lnTo>
                  <a:lnTo>
                    <a:pt x="222" y="599"/>
                  </a:lnTo>
                  <a:lnTo>
                    <a:pt x="217" y="605"/>
                  </a:lnTo>
                  <a:lnTo>
                    <a:pt x="212" y="607"/>
                  </a:lnTo>
                  <a:lnTo>
                    <a:pt x="211" y="611"/>
                  </a:lnTo>
                  <a:lnTo>
                    <a:pt x="212" y="621"/>
                  </a:lnTo>
                  <a:lnTo>
                    <a:pt x="210" y="624"/>
                  </a:lnTo>
                  <a:lnTo>
                    <a:pt x="203" y="627"/>
                  </a:lnTo>
                  <a:lnTo>
                    <a:pt x="201" y="631"/>
                  </a:lnTo>
                  <a:lnTo>
                    <a:pt x="198" y="633"/>
                  </a:lnTo>
                  <a:lnTo>
                    <a:pt x="193" y="634"/>
                  </a:lnTo>
                  <a:lnTo>
                    <a:pt x="187" y="631"/>
                  </a:lnTo>
                  <a:lnTo>
                    <a:pt x="185" y="635"/>
                  </a:lnTo>
                  <a:lnTo>
                    <a:pt x="180" y="633"/>
                  </a:lnTo>
                  <a:lnTo>
                    <a:pt x="177" y="634"/>
                  </a:lnTo>
                  <a:lnTo>
                    <a:pt x="175" y="627"/>
                  </a:lnTo>
                  <a:lnTo>
                    <a:pt x="169" y="625"/>
                  </a:lnTo>
                  <a:lnTo>
                    <a:pt x="151" y="631"/>
                  </a:lnTo>
                  <a:lnTo>
                    <a:pt x="151" y="631"/>
                  </a:lnTo>
                  <a:lnTo>
                    <a:pt x="144" y="626"/>
                  </a:lnTo>
                  <a:lnTo>
                    <a:pt x="138" y="626"/>
                  </a:lnTo>
                  <a:lnTo>
                    <a:pt x="135" y="621"/>
                  </a:lnTo>
                  <a:lnTo>
                    <a:pt x="129" y="615"/>
                  </a:lnTo>
                  <a:lnTo>
                    <a:pt x="130" y="612"/>
                  </a:lnTo>
                  <a:lnTo>
                    <a:pt x="129" y="606"/>
                  </a:lnTo>
                  <a:lnTo>
                    <a:pt x="124" y="593"/>
                  </a:lnTo>
                  <a:lnTo>
                    <a:pt x="124" y="592"/>
                  </a:lnTo>
                  <a:lnTo>
                    <a:pt x="116" y="587"/>
                  </a:lnTo>
                  <a:lnTo>
                    <a:pt x="113" y="580"/>
                  </a:lnTo>
                  <a:lnTo>
                    <a:pt x="113" y="579"/>
                  </a:lnTo>
                  <a:lnTo>
                    <a:pt x="121" y="574"/>
                  </a:lnTo>
                  <a:lnTo>
                    <a:pt x="121" y="570"/>
                  </a:lnTo>
                  <a:lnTo>
                    <a:pt x="114" y="562"/>
                  </a:lnTo>
                  <a:lnTo>
                    <a:pt x="106" y="555"/>
                  </a:lnTo>
                  <a:lnTo>
                    <a:pt x="100" y="552"/>
                  </a:lnTo>
                  <a:lnTo>
                    <a:pt x="93" y="552"/>
                  </a:lnTo>
                  <a:lnTo>
                    <a:pt x="91" y="549"/>
                  </a:lnTo>
                  <a:lnTo>
                    <a:pt x="91" y="550"/>
                  </a:lnTo>
                  <a:lnTo>
                    <a:pt x="91" y="550"/>
                  </a:lnTo>
                  <a:lnTo>
                    <a:pt x="90" y="549"/>
                  </a:lnTo>
                  <a:lnTo>
                    <a:pt x="91" y="549"/>
                  </a:lnTo>
                  <a:lnTo>
                    <a:pt x="91" y="549"/>
                  </a:lnTo>
                  <a:lnTo>
                    <a:pt x="90" y="549"/>
                  </a:lnTo>
                  <a:lnTo>
                    <a:pt x="90" y="549"/>
                  </a:lnTo>
                  <a:lnTo>
                    <a:pt x="90" y="549"/>
                  </a:lnTo>
                  <a:lnTo>
                    <a:pt x="90" y="549"/>
                  </a:lnTo>
                  <a:lnTo>
                    <a:pt x="90" y="549"/>
                  </a:lnTo>
                  <a:lnTo>
                    <a:pt x="90" y="549"/>
                  </a:lnTo>
                  <a:lnTo>
                    <a:pt x="89" y="546"/>
                  </a:lnTo>
                  <a:lnTo>
                    <a:pt x="90" y="546"/>
                  </a:lnTo>
                  <a:lnTo>
                    <a:pt x="90" y="547"/>
                  </a:lnTo>
                  <a:lnTo>
                    <a:pt x="91" y="547"/>
                  </a:lnTo>
                  <a:lnTo>
                    <a:pt x="90" y="546"/>
                  </a:lnTo>
                  <a:lnTo>
                    <a:pt x="92" y="546"/>
                  </a:lnTo>
                  <a:lnTo>
                    <a:pt x="92" y="546"/>
                  </a:lnTo>
                  <a:lnTo>
                    <a:pt x="91" y="546"/>
                  </a:lnTo>
                  <a:lnTo>
                    <a:pt x="90" y="545"/>
                  </a:lnTo>
                  <a:lnTo>
                    <a:pt x="90" y="545"/>
                  </a:lnTo>
                  <a:lnTo>
                    <a:pt x="90" y="545"/>
                  </a:lnTo>
                  <a:lnTo>
                    <a:pt x="90" y="545"/>
                  </a:lnTo>
                  <a:lnTo>
                    <a:pt x="90" y="545"/>
                  </a:lnTo>
                  <a:lnTo>
                    <a:pt x="90" y="544"/>
                  </a:lnTo>
                  <a:lnTo>
                    <a:pt x="90" y="544"/>
                  </a:lnTo>
                  <a:lnTo>
                    <a:pt x="91" y="545"/>
                  </a:lnTo>
                  <a:lnTo>
                    <a:pt x="91" y="545"/>
                  </a:lnTo>
                  <a:lnTo>
                    <a:pt x="92" y="545"/>
                  </a:lnTo>
                  <a:lnTo>
                    <a:pt x="91" y="545"/>
                  </a:lnTo>
                  <a:lnTo>
                    <a:pt x="91" y="544"/>
                  </a:lnTo>
                  <a:lnTo>
                    <a:pt x="92" y="544"/>
                  </a:lnTo>
                  <a:lnTo>
                    <a:pt x="92" y="544"/>
                  </a:lnTo>
                  <a:lnTo>
                    <a:pt x="94" y="544"/>
                  </a:lnTo>
                  <a:lnTo>
                    <a:pt x="94" y="544"/>
                  </a:lnTo>
                  <a:lnTo>
                    <a:pt x="94" y="544"/>
                  </a:lnTo>
                  <a:lnTo>
                    <a:pt x="94" y="544"/>
                  </a:lnTo>
                  <a:lnTo>
                    <a:pt x="94" y="544"/>
                  </a:lnTo>
                  <a:lnTo>
                    <a:pt x="93" y="544"/>
                  </a:lnTo>
                  <a:lnTo>
                    <a:pt x="91" y="544"/>
                  </a:lnTo>
                  <a:lnTo>
                    <a:pt x="90" y="544"/>
                  </a:lnTo>
                  <a:lnTo>
                    <a:pt x="90" y="544"/>
                  </a:lnTo>
                  <a:lnTo>
                    <a:pt x="90" y="543"/>
                  </a:lnTo>
                  <a:lnTo>
                    <a:pt x="91" y="543"/>
                  </a:lnTo>
                  <a:lnTo>
                    <a:pt x="91" y="543"/>
                  </a:lnTo>
                  <a:lnTo>
                    <a:pt x="91" y="543"/>
                  </a:lnTo>
                  <a:lnTo>
                    <a:pt x="90" y="543"/>
                  </a:lnTo>
                  <a:lnTo>
                    <a:pt x="90" y="544"/>
                  </a:lnTo>
                  <a:lnTo>
                    <a:pt x="90" y="544"/>
                  </a:lnTo>
                  <a:lnTo>
                    <a:pt x="90" y="543"/>
                  </a:lnTo>
                  <a:lnTo>
                    <a:pt x="89" y="543"/>
                  </a:lnTo>
                  <a:lnTo>
                    <a:pt x="89" y="543"/>
                  </a:lnTo>
                  <a:lnTo>
                    <a:pt x="90" y="543"/>
                  </a:lnTo>
                  <a:lnTo>
                    <a:pt x="90" y="542"/>
                  </a:lnTo>
                  <a:lnTo>
                    <a:pt x="90" y="542"/>
                  </a:lnTo>
                  <a:lnTo>
                    <a:pt x="90" y="542"/>
                  </a:lnTo>
                  <a:lnTo>
                    <a:pt x="89" y="542"/>
                  </a:lnTo>
                  <a:lnTo>
                    <a:pt x="89" y="542"/>
                  </a:lnTo>
                  <a:lnTo>
                    <a:pt x="89" y="542"/>
                  </a:lnTo>
                  <a:lnTo>
                    <a:pt x="89" y="542"/>
                  </a:lnTo>
                  <a:lnTo>
                    <a:pt x="88" y="542"/>
                  </a:lnTo>
                  <a:lnTo>
                    <a:pt x="88" y="541"/>
                  </a:lnTo>
                  <a:lnTo>
                    <a:pt x="88" y="540"/>
                  </a:lnTo>
                  <a:lnTo>
                    <a:pt x="88" y="540"/>
                  </a:lnTo>
                  <a:lnTo>
                    <a:pt x="89" y="540"/>
                  </a:lnTo>
                  <a:lnTo>
                    <a:pt x="90" y="540"/>
                  </a:lnTo>
                  <a:lnTo>
                    <a:pt x="90" y="540"/>
                  </a:lnTo>
                  <a:lnTo>
                    <a:pt x="88" y="540"/>
                  </a:lnTo>
                  <a:lnTo>
                    <a:pt x="88" y="539"/>
                  </a:lnTo>
                  <a:lnTo>
                    <a:pt x="87" y="540"/>
                  </a:lnTo>
                  <a:lnTo>
                    <a:pt x="87" y="538"/>
                  </a:lnTo>
                  <a:lnTo>
                    <a:pt x="86" y="538"/>
                  </a:lnTo>
                  <a:lnTo>
                    <a:pt x="86" y="537"/>
                  </a:lnTo>
                  <a:lnTo>
                    <a:pt x="87" y="537"/>
                  </a:lnTo>
                  <a:lnTo>
                    <a:pt x="86" y="537"/>
                  </a:lnTo>
                  <a:lnTo>
                    <a:pt x="86" y="536"/>
                  </a:lnTo>
                  <a:lnTo>
                    <a:pt x="86" y="536"/>
                  </a:lnTo>
                  <a:lnTo>
                    <a:pt x="86" y="535"/>
                  </a:lnTo>
                  <a:lnTo>
                    <a:pt x="86" y="534"/>
                  </a:lnTo>
                  <a:lnTo>
                    <a:pt x="86" y="533"/>
                  </a:lnTo>
                  <a:lnTo>
                    <a:pt x="85" y="533"/>
                  </a:lnTo>
                  <a:lnTo>
                    <a:pt x="85" y="531"/>
                  </a:lnTo>
                  <a:lnTo>
                    <a:pt x="84" y="531"/>
                  </a:lnTo>
                  <a:lnTo>
                    <a:pt x="85" y="531"/>
                  </a:lnTo>
                  <a:lnTo>
                    <a:pt x="85" y="531"/>
                  </a:lnTo>
                  <a:lnTo>
                    <a:pt x="86" y="531"/>
                  </a:lnTo>
                  <a:lnTo>
                    <a:pt x="86" y="531"/>
                  </a:lnTo>
                  <a:lnTo>
                    <a:pt x="85" y="530"/>
                  </a:lnTo>
                  <a:lnTo>
                    <a:pt x="84" y="530"/>
                  </a:lnTo>
                  <a:lnTo>
                    <a:pt x="81" y="527"/>
                  </a:lnTo>
                  <a:lnTo>
                    <a:pt x="81" y="527"/>
                  </a:lnTo>
                  <a:lnTo>
                    <a:pt x="81" y="526"/>
                  </a:lnTo>
                  <a:lnTo>
                    <a:pt x="80" y="526"/>
                  </a:lnTo>
                  <a:lnTo>
                    <a:pt x="78" y="524"/>
                  </a:lnTo>
                  <a:lnTo>
                    <a:pt x="78" y="523"/>
                  </a:lnTo>
                  <a:lnTo>
                    <a:pt x="77" y="523"/>
                  </a:lnTo>
                  <a:lnTo>
                    <a:pt x="77" y="522"/>
                  </a:lnTo>
                  <a:lnTo>
                    <a:pt x="77" y="521"/>
                  </a:lnTo>
                  <a:lnTo>
                    <a:pt x="76" y="520"/>
                  </a:lnTo>
                  <a:lnTo>
                    <a:pt x="76" y="519"/>
                  </a:lnTo>
                  <a:lnTo>
                    <a:pt x="75" y="518"/>
                  </a:lnTo>
                  <a:lnTo>
                    <a:pt x="75" y="518"/>
                  </a:lnTo>
                  <a:lnTo>
                    <a:pt x="75" y="518"/>
                  </a:lnTo>
                  <a:lnTo>
                    <a:pt x="75" y="518"/>
                  </a:lnTo>
                  <a:lnTo>
                    <a:pt x="74" y="518"/>
                  </a:lnTo>
                  <a:lnTo>
                    <a:pt x="74" y="515"/>
                  </a:lnTo>
                  <a:lnTo>
                    <a:pt x="73" y="515"/>
                  </a:lnTo>
                  <a:lnTo>
                    <a:pt x="73" y="514"/>
                  </a:lnTo>
                  <a:lnTo>
                    <a:pt x="73" y="514"/>
                  </a:lnTo>
                  <a:lnTo>
                    <a:pt x="73" y="514"/>
                  </a:lnTo>
                  <a:lnTo>
                    <a:pt x="73" y="514"/>
                  </a:lnTo>
                  <a:lnTo>
                    <a:pt x="75" y="513"/>
                  </a:lnTo>
                  <a:lnTo>
                    <a:pt x="75" y="512"/>
                  </a:lnTo>
                  <a:lnTo>
                    <a:pt x="76" y="512"/>
                  </a:lnTo>
                  <a:lnTo>
                    <a:pt x="77" y="511"/>
                  </a:lnTo>
                  <a:lnTo>
                    <a:pt x="77" y="510"/>
                  </a:lnTo>
                  <a:lnTo>
                    <a:pt x="77" y="510"/>
                  </a:lnTo>
                  <a:lnTo>
                    <a:pt x="78" y="510"/>
                  </a:lnTo>
                  <a:lnTo>
                    <a:pt x="78" y="510"/>
                  </a:lnTo>
                  <a:lnTo>
                    <a:pt x="79" y="509"/>
                  </a:lnTo>
                  <a:lnTo>
                    <a:pt x="80" y="509"/>
                  </a:lnTo>
                  <a:lnTo>
                    <a:pt x="80" y="509"/>
                  </a:lnTo>
                  <a:lnTo>
                    <a:pt x="81" y="508"/>
                  </a:lnTo>
                  <a:lnTo>
                    <a:pt x="81" y="508"/>
                  </a:lnTo>
                  <a:lnTo>
                    <a:pt x="82" y="507"/>
                  </a:lnTo>
                  <a:lnTo>
                    <a:pt x="83" y="507"/>
                  </a:lnTo>
                  <a:lnTo>
                    <a:pt x="84" y="507"/>
                  </a:lnTo>
                  <a:lnTo>
                    <a:pt x="85" y="506"/>
                  </a:lnTo>
                  <a:lnTo>
                    <a:pt x="86" y="506"/>
                  </a:lnTo>
                  <a:lnTo>
                    <a:pt x="87" y="506"/>
                  </a:lnTo>
                  <a:lnTo>
                    <a:pt x="88" y="506"/>
                  </a:lnTo>
                  <a:lnTo>
                    <a:pt x="89" y="505"/>
                  </a:lnTo>
                  <a:lnTo>
                    <a:pt x="89" y="505"/>
                  </a:lnTo>
                  <a:lnTo>
                    <a:pt x="90" y="504"/>
                  </a:lnTo>
                  <a:lnTo>
                    <a:pt x="90" y="504"/>
                  </a:lnTo>
                  <a:lnTo>
                    <a:pt x="91" y="504"/>
                  </a:lnTo>
                  <a:lnTo>
                    <a:pt x="91" y="502"/>
                  </a:lnTo>
                  <a:lnTo>
                    <a:pt x="92" y="502"/>
                  </a:lnTo>
                  <a:lnTo>
                    <a:pt x="92" y="502"/>
                  </a:lnTo>
                  <a:lnTo>
                    <a:pt x="93" y="502"/>
                  </a:lnTo>
                  <a:lnTo>
                    <a:pt x="94" y="501"/>
                  </a:lnTo>
                  <a:lnTo>
                    <a:pt x="96" y="501"/>
                  </a:lnTo>
                  <a:lnTo>
                    <a:pt x="97" y="500"/>
                  </a:lnTo>
                  <a:lnTo>
                    <a:pt x="99" y="499"/>
                  </a:lnTo>
                  <a:lnTo>
                    <a:pt x="99" y="499"/>
                  </a:lnTo>
                  <a:lnTo>
                    <a:pt x="100" y="499"/>
                  </a:lnTo>
                  <a:lnTo>
                    <a:pt x="100" y="499"/>
                  </a:lnTo>
                  <a:lnTo>
                    <a:pt x="100" y="500"/>
                  </a:lnTo>
                  <a:lnTo>
                    <a:pt x="101" y="500"/>
                  </a:lnTo>
                  <a:lnTo>
                    <a:pt x="101" y="501"/>
                  </a:lnTo>
                  <a:lnTo>
                    <a:pt x="101" y="501"/>
                  </a:lnTo>
                  <a:lnTo>
                    <a:pt x="101" y="502"/>
                  </a:lnTo>
                  <a:lnTo>
                    <a:pt x="102" y="503"/>
                  </a:lnTo>
                  <a:lnTo>
                    <a:pt x="102" y="504"/>
                  </a:lnTo>
                  <a:lnTo>
                    <a:pt x="102" y="505"/>
                  </a:lnTo>
                  <a:lnTo>
                    <a:pt x="102" y="505"/>
                  </a:lnTo>
                  <a:lnTo>
                    <a:pt x="103" y="506"/>
                  </a:lnTo>
                  <a:lnTo>
                    <a:pt x="103" y="506"/>
                  </a:lnTo>
                  <a:lnTo>
                    <a:pt x="103" y="506"/>
                  </a:lnTo>
                  <a:lnTo>
                    <a:pt x="103" y="507"/>
                  </a:lnTo>
                  <a:lnTo>
                    <a:pt x="104" y="508"/>
                  </a:lnTo>
                  <a:lnTo>
                    <a:pt x="104" y="509"/>
                  </a:lnTo>
                  <a:lnTo>
                    <a:pt x="103" y="510"/>
                  </a:lnTo>
                  <a:lnTo>
                    <a:pt x="103" y="510"/>
                  </a:lnTo>
                  <a:lnTo>
                    <a:pt x="102" y="510"/>
                  </a:lnTo>
                  <a:lnTo>
                    <a:pt x="101" y="509"/>
                  </a:lnTo>
                  <a:lnTo>
                    <a:pt x="99" y="510"/>
                  </a:lnTo>
                  <a:lnTo>
                    <a:pt x="99" y="509"/>
                  </a:lnTo>
                  <a:lnTo>
                    <a:pt x="99" y="509"/>
                  </a:lnTo>
                  <a:lnTo>
                    <a:pt x="99" y="509"/>
                  </a:lnTo>
                  <a:lnTo>
                    <a:pt x="98" y="508"/>
                  </a:lnTo>
                  <a:lnTo>
                    <a:pt x="98" y="508"/>
                  </a:lnTo>
                  <a:lnTo>
                    <a:pt x="98" y="509"/>
                  </a:lnTo>
                  <a:lnTo>
                    <a:pt x="99" y="510"/>
                  </a:lnTo>
                  <a:lnTo>
                    <a:pt x="100" y="510"/>
                  </a:lnTo>
                  <a:lnTo>
                    <a:pt x="100" y="510"/>
                  </a:lnTo>
                  <a:lnTo>
                    <a:pt x="101" y="510"/>
                  </a:lnTo>
                  <a:lnTo>
                    <a:pt x="102" y="510"/>
                  </a:lnTo>
                  <a:lnTo>
                    <a:pt x="103" y="510"/>
                  </a:lnTo>
                  <a:lnTo>
                    <a:pt x="103" y="510"/>
                  </a:lnTo>
                  <a:lnTo>
                    <a:pt x="103" y="511"/>
                  </a:lnTo>
                  <a:lnTo>
                    <a:pt x="103" y="511"/>
                  </a:lnTo>
                  <a:lnTo>
                    <a:pt x="103" y="511"/>
                  </a:lnTo>
                  <a:lnTo>
                    <a:pt x="103" y="511"/>
                  </a:lnTo>
                  <a:lnTo>
                    <a:pt x="103" y="510"/>
                  </a:lnTo>
                  <a:lnTo>
                    <a:pt x="104" y="510"/>
                  </a:lnTo>
                  <a:lnTo>
                    <a:pt x="104" y="511"/>
                  </a:lnTo>
                  <a:lnTo>
                    <a:pt x="105" y="512"/>
                  </a:lnTo>
                  <a:lnTo>
                    <a:pt x="105" y="513"/>
                  </a:lnTo>
                  <a:lnTo>
                    <a:pt x="105" y="515"/>
                  </a:lnTo>
                  <a:lnTo>
                    <a:pt x="106" y="516"/>
                  </a:lnTo>
                  <a:lnTo>
                    <a:pt x="106" y="517"/>
                  </a:lnTo>
                  <a:lnTo>
                    <a:pt x="107" y="517"/>
                  </a:lnTo>
                  <a:lnTo>
                    <a:pt x="107" y="518"/>
                  </a:lnTo>
                  <a:lnTo>
                    <a:pt x="107" y="518"/>
                  </a:lnTo>
                  <a:lnTo>
                    <a:pt x="107" y="518"/>
                  </a:lnTo>
                  <a:lnTo>
                    <a:pt x="107" y="519"/>
                  </a:lnTo>
                  <a:lnTo>
                    <a:pt x="108" y="519"/>
                  </a:lnTo>
                  <a:lnTo>
                    <a:pt x="108" y="520"/>
                  </a:lnTo>
                  <a:lnTo>
                    <a:pt x="108" y="521"/>
                  </a:lnTo>
                  <a:lnTo>
                    <a:pt x="108" y="521"/>
                  </a:lnTo>
                  <a:lnTo>
                    <a:pt x="108" y="521"/>
                  </a:lnTo>
                  <a:lnTo>
                    <a:pt x="109" y="520"/>
                  </a:lnTo>
                  <a:lnTo>
                    <a:pt x="109" y="521"/>
                  </a:lnTo>
                  <a:lnTo>
                    <a:pt x="109" y="521"/>
                  </a:lnTo>
                  <a:lnTo>
                    <a:pt x="109" y="522"/>
                  </a:lnTo>
                  <a:lnTo>
                    <a:pt x="110" y="522"/>
                  </a:lnTo>
                  <a:lnTo>
                    <a:pt x="111" y="523"/>
                  </a:lnTo>
                  <a:lnTo>
                    <a:pt x="111" y="523"/>
                  </a:lnTo>
                  <a:lnTo>
                    <a:pt x="111" y="523"/>
                  </a:lnTo>
                  <a:lnTo>
                    <a:pt x="111" y="523"/>
                  </a:lnTo>
                  <a:lnTo>
                    <a:pt x="112" y="525"/>
                  </a:lnTo>
                  <a:lnTo>
                    <a:pt x="112" y="525"/>
                  </a:lnTo>
                  <a:lnTo>
                    <a:pt x="112" y="526"/>
                  </a:lnTo>
                  <a:lnTo>
                    <a:pt x="112" y="526"/>
                  </a:lnTo>
                  <a:lnTo>
                    <a:pt x="112" y="527"/>
                  </a:lnTo>
                  <a:lnTo>
                    <a:pt x="112" y="527"/>
                  </a:lnTo>
                  <a:lnTo>
                    <a:pt x="113" y="527"/>
                  </a:lnTo>
                  <a:lnTo>
                    <a:pt x="113" y="528"/>
                  </a:lnTo>
                  <a:lnTo>
                    <a:pt x="113" y="528"/>
                  </a:lnTo>
                  <a:lnTo>
                    <a:pt x="113" y="529"/>
                  </a:lnTo>
                  <a:lnTo>
                    <a:pt x="113" y="529"/>
                  </a:lnTo>
                  <a:lnTo>
                    <a:pt x="114" y="530"/>
                  </a:lnTo>
                  <a:lnTo>
                    <a:pt x="114" y="531"/>
                  </a:lnTo>
                  <a:lnTo>
                    <a:pt x="116" y="531"/>
                  </a:lnTo>
                  <a:lnTo>
                    <a:pt x="116" y="533"/>
                  </a:lnTo>
                  <a:lnTo>
                    <a:pt x="116" y="533"/>
                  </a:lnTo>
                  <a:lnTo>
                    <a:pt x="116" y="534"/>
                  </a:lnTo>
                  <a:lnTo>
                    <a:pt x="117" y="535"/>
                  </a:lnTo>
                  <a:lnTo>
                    <a:pt x="117" y="535"/>
                  </a:lnTo>
                  <a:lnTo>
                    <a:pt x="118" y="536"/>
                  </a:lnTo>
                  <a:lnTo>
                    <a:pt x="118" y="536"/>
                  </a:lnTo>
                  <a:lnTo>
                    <a:pt x="118" y="536"/>
                  </a:lnTo>
                  <a:lnTo>
                    <a:pt x="119" y="536"/>
                  </a:lnTo>
                  <a:lnTo>
                    <a:pt x="119" y="536"/>
                  </a:lnTo>
                  <a:lnTo>
                    <a:pt x="120" y="536"/>
                  </a:lnTo>
                  <a:lnTo>
                    <a:pt x="121" y="536"/>
                  </a:lnTo>
                  <a:lnTo>
                    <a:pt x="121" y="536"/>
                  </a:lnTo>
                  <a:lnTo>
                    <a:pt x="121" y="536"/>
                  </a:lnTo>
                  <a:lnTo>
                    <a:pt x="121" y="537"/>
                  </a:lnTo>
                  <a:lnTo>
                    <a:pt x="122" y="537"/>
                  </a:lnTo>
                  <a:lnTo>
                    <a:pt x="122" y="538"/>
                  </a:lnTo>
                  <a:lnTo>
                    <a:pt x="122" y="538"/>
                  </a:lnTo>
                  <a:lnTo>
                    <a:pt x="124" y="539"/>
                  </a:lnTo>
                  <a:lnTo>
                    <a:pt x="125" y="540"/>
                  </a:lnTo>
                  <a:lnTo>
                    <a:pt x="125" y="540"/>
                  </a:lnTo>
                  <a:lnTo>
                    <a:pt x="126" y="541"/>
                  </a:lnTo>
                  <a:lnTo>
                    <a:pt x="126" y="540"/>
                  </a:lnTo>
                  <a:lnTo>
                    <a:pt x="127" y="541"/>
                  </a:lnTo>
                  <a:lnTo>
                    <a:pt x="128" y="541"/>
                  </a:lnTo>
                  <a:lnTo>
                    <a:pt x="129" y="541"/>
                  </a:lnTo>
                  <a:lnTo>
                    <a:pt x="129" y="541"/>
                  </a:lnTo>
                  <a:lnTo>
                    <a:pt x="129" y="540"/>
                  </a:lnTo>
                  <a:lnTo>
                    <a:pt x="129" y="540"/>
                  </a:lnTo>
                  <a:lnTo>
                    <a:pt x="129" y="540"/>
                  </a:lnTo>
                  <a:lnTo>
                    <a:pt x="130" y="540"/>
                  </a:lnTo>
                  <a:lnTo>
                    <a:pt x="131" y="540"/>
                  </a:lnTo>
                  <a:lnTo>
                    <a:pt x="131" y="540"/>
                  </a:lnTo>
                  <a:lnTo>
                    <a:pt x="131" y="540"/>
                  </a:lnTo>
                  <a:lnTo>
                    <a:pt x="132" y="540"/>
                  </a:lnTo>
                  <a:lnTo>
                    <a:pt x="132" y="540"/>
                  </a:lnTo>
                  <a:lnTo>
                    <a:pt x="133" y="540"/>
                  </a:lnTo>
                  <a:lnTo>
                    <a:pt x="134" y="540"/>
                  </a:lnTo>
                  <a:lnTo>
                    <a:pt x="135" y="539"/>
                  </a:lnTo>
                  <a:lnTo>
                    <a:pt x="136" y="539"/>
                  </a:lnTo>
                  <a:lnTo>
                    <a:pt x="136" y="538"/>
                  </a:lnTo>
                  <a:lnTo>
                    <a:pt x="138" y="537"/>
                  </a:lnTo>
                  <a:lnTo>
                    <a:pt x="138" y="537"/>
                  </a:lnTo>
                  <a:lnTo>
                    <a:pt x="138" y="537"/>
                  </a:lnTo>
                  <a:lnTo>
                    <a:pt x="138" y="537"/>
                  </a:lnTo>
                  <a:lnTo>
                    <a:pt x="139" y="537"/>
                  </a:lnTo>
                  <a:lnTo>
                    <a:pt x="139" y="537"/>
                  </a:lnTo>
                  <a:lnTo>
                    <a:pt x="139" y="537"/>
                  </a:lnTo>
                  <a:lnTo>
                    <a:pt x="141" y="537"/>
                  </a:lnTo>
                  <a:lnTo>
                    <a:pt x="141" y="536"/>
                  </a:lnTo>
                  <a:lnTo>
                    <a:pt x="142" y="537"/>
                  </a:lnTo>
                  <a:lnTo>
                    <a:pt x="142" y="537"/>
                  </a:lnTo>
                  <a:lnTo>
                    <a:pt x="143" y="537"/>
                  </a:lnTo>
                  <a:lnTo>
                    <a:pt x="143" y="537"/>
                  </a:lnTo>
                  <a:lnTo>
                    <a:pt x="143" y="537"/>
                  </a:lnTo>
                  <a:lnTo>
                    <a:pt x="143" y="537"/>
                  </a:lnTo>
                  <a:lnTo>
                    <a:pt x="144" y="537"/>
                  </a:lnTo>
                  <a:lnTo>
                    <a:pt x="144" y="537"/>
                  </a:lnTo>
                  <a:lnTo>
                    <a:pt x="145" y="537"/>
                  </a:lnTo>
                  <a:lnTo>
                    <a:pt x="146" y="536"/>
                  </a:lnTo>
                  <a:lnTo>
                    <a:pt x="147" y="535"/>
                  </a:lnTo>
                  <a:lnTo>
                    <a:pt x="147" y="535"/>
                  </a:lnTo>
                  <a:lnTo>
                    <a:pt x="148" y="535"/>
                  </a:lnTo>
                  <a:lnTo>
                    <a:pt x="148" y="535"/>
                  </a:lnTo>
                  <a:lnTo>
                    <a:pt x="149" y="536"/>
                  </a:lnTo>
                  <a:lnTo>
                    <a:pt x="150" y="536"/>
                  </a:lnTo>
                  <a:lnTo>
                    <a:pt x="151" y="536"/>
                  </a:lnTo>
                  <a:lnTo>
                    <a:pt x="151" y="536"/>
                  </a:lnTo>
                  <a:lnTo>
                    <a:pt x="150" y="536"/>
                  </a:lnTo>
                  <a:lnTo>
                    <a:pt x="149" y="536"/>
                  </a:lnTo>
                  <a:lnTo>
                    <a:pt x="149" y="534"/>
                  </a:lnTo>
                  <a:lnTo>
                    <a:pt x="147" y="533"/>
                  </a:lnTo>
                  <a:lnTo>
                    <a:pt x="147" y="532"/>
                  </a:lnTo>
                  <a:lnTo>
                    <a:pt x="147" y="531"/>
                  </a:lnTo>
                  <a:lnTo>
                    <a:pt x="146" y="531"/>
                  </a:lnTo>
                  <a:lnTo>
                    <a:pt x="146" y="531"/>
                  </a:lnTo>
                  <a:lnTo>
                    <a:pt x="146" y="531"/>
                  </a:lnTo>
                  <a:lnTo>
                    <a:pt x="143" y="531"/>
                  </a:lnTo>
                  <a:lnTo>
                    <a:pt x="142" y="531"/>
                  </a:lnTo>
                  <a:lnTo>
                    <a:pt x="142" y="531"/>
                  </a:lnTo>
                  <a:lnTo>
                    <a:pt x="142" y="532"/>
                  </a:lnTo>
                  <a:lnTo>
                    <a:pt x="141" y="532"/>
                  </a:lnTo>
                  <a:lnTo>
                    <a:pt x="139" y="531"/>
                  </a:lnTo>
                  <a:lnTo>
                    <a:pt x="138" y="531"/>
                  </a:lnTo>
                  <a:lnTo>
                    <a:pt x="138" y="530"/>
                  </a:lnTo>
                  <a:lnTo>
                    <a:pt x="137" y="529"/>
                  </a:lnTo>
                  <a:lnTo>
                    <a:pt x="136" y="529"/>
                  </a:lnTo>
                  <a:lnTo>
                    <a:pt x="136" y="530"/>
                  </a:lnTo>
                  <a:lnTo>
                    <a:pt x="135" y="530"/>
                  </a:lnTo>
                  <a:lnTo>
                    <a:pt x="134" y="531"/>
                  </a:lnTo>
                  <a:lnTo>
                    <a:pt x="134" y="531"/>
                  </a:lnTo>
                  <a:lnTo>
                    <a:pt x="134" y="531"/>
                  </a:lnTo>
                  <a:lnTo>
                    <a:pt x="130" y="531"/>
                  </a:lnTo>
                  <a:lnTo>
                    <a:pt x="128" y="529"/>
                  </a:lnTo>
                  <a:lnTo>
                    <a:pt x="126" y="529"/>
                  </a:lnTo>
                  <a:lnTo>
                    <a:pt x="126" y="529"/>
                  </a:lnTo>
                  <a:lnTo>
                    <a:pt x="127" y="529"/>
                  </a:lnTo>
                  <a:lnTo>
                    <a:pt x="126" y="529"/>
                  </a:lnTo>
                  <a:lnTo>
                    <a:pt x="125" y="528"/>
                  </a:lnTo>
                  <a:lnTo>
                    <a:pt x="125" y="528"/>
                  </a:lnTo>
                  <a:lnTo>
                    <a:pt x="124" y="527"/>
                  </a:lnTo>
                  <a:lnTo>
                    <a:pt x="123" y="527"/>
                  </a:lnTo>
                  <a:lnTo>
                    <a:pt x="123" y="526"/>
                  </a:lnTo>
                  <a:lnTo>
                    <a:pt x="122" y="526"/>
                  </a:lnTo>
                  <a:lnTo>
                    <a:pt x="122" y="525"/>
                  </a:lnTo>
                  <a:lnTo>
                    <a:pt x="121" y="524"/>
                  </a:lnTo>
                  <a:lnTo>
                    <a:pt x="121" y="523"/>
                  </a:lnTo>
                  <a:lnTo>
                    <a:pt x="120" y="523"/>
                  </a:lnTo>
                  <a:lnTo>
                    <a:pt x="120" y="523"/>
                  </a:lnTo>
                  <a:lnTo>
                    <a:pt x="119" y="523"/>
                  </a:lnTo>
                  <a:lnTo>
                    <a:pt x="119" y="523"/>
                  </a:lnTo>
                  <a:lnTo>
                    <a:pt x="118" y="522"/>
                  </a:lnTo>
                  <a:lnTo>
                    <a:pt x="117" y="522"/>
                  </a:lnTo>
                  <a:lnTo>
                    <a:pt x="117" y="521"/>
                  </a:lnTo>
                  <a:lnTo>
                    <a:pt x="116" y="520"/>
                  </a:lnTo>
                  <a:lnTo>
                    <a:pt x="116" y="520"/>
                  </a:lnTo>
                  <a:lnTo>
                    <a:pt x="115" y="519"/>
                  </a:lnTo>
                  <a:lnTo>
                    <a:pt x="115" y="519"/>
                  </a:lnTo>
                  <a:lnTo>
                    <a:pt x="113" y="518"/>
                  </a:lnTo>
                  <a:lnTo>
                    <a:pt x="113" y="518"/>
                  </a:lnTo>
                  <a:lnTo>
                    <a:pt x="113" y="518"/>
                  </a:lnTo>
                  <a:lnTo>
                    <a:pt x="112" y="518"/>
                  </a:lnTo>
                  <a:lnTo>
                    <a:pt x="111" y="517"/>
                  </a:lnTo>
                  <a:lnTo>
                    <a:pt x="110" y="515"/>
                  </a:lnTo>
                  <a:lnTo>
                    <a:pt x="109" y="515"/>
                  </a:lnTo>
                  <a:lnTo>
                    <a:pt x="109" y="514"/>
                  </a:lnTo>
                  <a:lnTo>
                    <a:pt x="108" y="514"/>
                  </a:lnTo>
                  <a:lnTo>
                    <a:pt x="108" y="511"/>
                  </a:lnTo>
                  <a:lnTo>
                    <a:pt x="108" y="511"/>
                  </a:lnTo>
                  <a:lnTo>
                    <a:pt x="107" y="510"/>
                  </a:lnTo>
                  <a:lnTo>
                    <a:pt x="107" y="510"/>
                  </a:lnTo>
                  <a:lnTo>
                    <a:pt x="107" y="508"/>
                  </a:lnTo>
                  <a:lnTo>
                    <a:pt x="106" y="508"/>
                  </a:lnTo>
                  <a:lnTo>
                    <a:pt x="106" y="506"/>
                  </a:lnTo>
                  <a:lnTo>
                    <a:pt x="106" y="506"/>
                  </a:lnTo>
                  <a:lnTo>
                    <a:pt x="105" y="504"/>
                  </a:lnTo>
                  <a:lnTo>
                    <a:pt x="105" y="501"/>
                  </a:lnTo>
                  <a:lnTo>
                    <a:pt x="105" y="500"/>
                  </a:lnTo>
                  <a:lnTo>
                    <a:pt x="105" y="499"/>
                  </a:lnTo>
                  <a:lnTo>
                    <a:pt x="104" y="499"/>
                  </a:lnTo>
                  <a:lnTo>
                    <a:pt x="104" y="498"/>
                  </a:lnTo>
                  <a:lnTo>
                    <a:pt x="104" y="497"/>
                  </a:lnTo>
                  <a:lnTo>
                    <a:pt x="105" y="497"/>
                  </a:lnTo>
                  <a:lnTo>
                    <a:pt x="105" y="497"/>
                  </a:lnTo>
                  <a:lnTo>
                    <a:pt x="104" y="497"/>
                  </a:lnTo>
                  <a:lnTo>
                    <a:pt x="105" y="497"/>
                  </a:lnTo>
                  <a:lnTo>
                    <a:pt x="105" y="497"/>
                  </a:lnTo>
                  <a:lnTo>
                    <a:pt x="104" y="497"/>
                  </a:lnTo>
                  <a:lnTo>
                    <a:pt x="104" y="497"/>
                  </a:lnTo>
                  <a:lnTo>
                    <a:pt x="104" y="497"/>
                  </a:lnTo>
                  <a:lnTo>
                    <a:pt x="103" y="497"/>
                  </a:lnTo>
                  <a:lnTo>
                    <a:pt x="104" y="497"/>
                  </a:lnTo>
                  <a:lnTo>
                    <a:pt x="103" y="497"/>
                  </a:lnTo>
                  <a:lnTo>
                    <a:pt x="103" y="497"/>
                  </a:lnTo>
                  <a:lnTo>
                    <a:pt x="103" y="496"/>
                  </a:lnTo>
                  <a:lnTo>
                    <a:pt x="103" y="496"/>
                  </a:lnTo>
                  <a:lnTo>
                    <a:pt x="103" y="496"/>
                  </a:lnTo>
                  <a:lnTo>
                    <a:pt x="104" y="495"/>
                  </a:lnTo>
                  <a:lnTo>
                    <a:pt x="104" y="495"/>
                  </a:lnTo>
                  <a:lnTo>
                    <a:pt x="103" y="495"/>
                  </a:lnTo>
                  <a:lnTo>
                    <a:pt x="104" y="495"/>
                  </a:lnTo>
                  <a:lnTo>
                    <a:pt x="104" y="494"/>
                  </a:lnTo>
                  <a:lnTo>
                    <a:pt x="103" y="495"/>
                  </a:lnTo>
                  <a:lnTo>
                    <a:pt x="103" y="494"/>
                  </a:lnTo>
                  <a:lnTo>
                    <a:pt x="103" y="494"/>
                  </a:lnTo>
                  <a:lnTo>
                    <a:pt x="103" y="495"/>
                  </a:lnTo>
                  <a:lnTo>
                    <a:pt x="103" y="495"/>
                  </a:lnTo>
                  <a:lnTo>
                    <a:pt x="103" y="495"/>
                  </a:lnTo>
                  <a:lnTo>
                    <a:pt x="102" y="495"/>
                  </a:lnTo>
                  <a:lnTo>
                    <a:pt x="102" y="495"/>
                  </a:lnTo>
                  <a:lnTo>
                    <a:pt x="101" y="494"/>
                  </a:lnTo>
                  <a:lnTo>
                    <a:pt x="100" y="493"/>
                  </a:lnTo>
                  <a:lnTo>
                    <a:pt x="99" y="493"/>
                  </a:lnTo>
                  <a:lnTo>
                    <a:pt x="99" y="493"/>
                  </a:lnTo>
                  <a:lnTo>
                    <a:pt x="99" y="492"/>
                  </a:lnTo>
                  <a:lnTo>
                    <a:pt x="100" y="491"/>
                  </a:lnTo>
                  <a:lnTo>
                    <a:pt x="100" y="491"/>
                  </a:lnTo>
                  <a:lnTo>
                    <a:pt x="99" y="489"/>
                  </a:lnTo>
                  <a:lnTo>
                    <a:pt x="99" y="488"/>
                  </a:lnTo>
                  <a:lnTo>
                    <a:pt x="98" y="486"/>
                  </a:lnTo>
                  <a:lnTo>
                    <a:pt x="97" y="486"/>
                  </a:lnTo>
                  <a:lnTo>
                    <a:pt x="97" y="484"/>
                  </a:lnTo>
                  <a:lnTo>
                    <a:pt x="96" y="483"/>
                  </a:lnTo>
                  <a:lnTo>
                    <a:pt x="96" y="482"/>
                  </a:lnTo>
                  <a:lnTo>
                    <a:pt x="96" y="482"/>
                  </a:lnTo>
                  <a:lnTo>
                    <a:pt x="96" y="480"/>
                  </a:lnTo>
                  <a:lnTo>
                    <a:pt x="95" y="480"/>
                  </a:lnTo>
                  <a:lnTo>
                    <a:pt x="95" y="478"/>
                  </a:lnTo>
                  <a:lnTo>
                    <a:pt x="96" y="477"/>
                  </a:lnTo>
                  <a:lnTo>
                    <a:pt x="95" y="475"/>
                  </a:lnTo>
                  <a:lnTo>
                    <a:pt x="95" y="475"/>
                  </a:lnTo>
                  <a:lnTo>
                    <a:pt x="94" y="475"/>
                  </a:lnTo>
                  <a:lnTo>
                    <a:pt x="93" y="473"/>
                  </a:lnTo>
                  <a:lnTo>
                    <a:pt x="92" y="473"/>
                  </a:lnTo>
                  <a:lnTo>
                    <a:pt x="92" y="472"/>
                  </a:lnTo>
                  <a:lnTo>
                    <a:pt x="91" y="472"/>
                  </a:lnTo>
                  <a:lnTo>
                    <a:pt x="90" y="471"/>
                  </a:lnTo>
                  <a:lnTo>
                    <a:pt x="90" y="471"/>
                  </a:lnTo>
                  <a:lnTo>
                    <a:pt x="90" y="471"/>
                  </a:lnTo>
                  <a:lnTo>
                    <a:pt x="89" y="468"/>
                  </a:lnTo>
                  <a:lnTo>
                    <a:pt x="90" y="464"/>
                  </a:lnTo>
                  <a:lnTo>
                    <a:pt x="90" y="464"/>
                  </a:lnTo>
                  <a:lnTo>
                    <a:pt x="90" y="463"/>
                  </a:lnTo>
                  <a:lnTo>
                    <a:pt x="90" y="462"/>
                  </a:lnTo>
                  <a:lnTo>
                    <a:pt x="91" y="461"/>
                  </a:lnTo>
                  <a:lnTo>
                    <a:pt x="91" y="460"/>
                  </a:lnTo>
                  <a:lnTo>
                    <a:pt x="92" y="460"/>
                  </a:lnTo>
                  <a:lnTo>
                    <a:pt x="92" y="459"/>
                  </a:lnTo>
                  <a:lnTo>
                    <a:pt x="93" y="458"/>
                  </a:lnTo>
                  <a:lnTo>
                    <a:pt x="93" y="457"/>
                  </a:lnTo>
                  <a:lnTo>
                    <a:pt x="94" y="457"/>
                  </a:lnTo>
                  <a:lnTo>
                    <a:pt x="95" y="455"/>
                  </a:lnTo>
                  <a:lnTo>
                    <a:pt x="95" y="454"/>
                  </a:lnTo>
                  <a:lnTo>
                    <a:pt x="95" y="454"/>
                  </a:lnTo>
                  <a:lnTo>
                    <a:pt x="95" y="453"/>
                  </a:lnTo>
                  <a:lnTo>
                    <a:pt x="96" y="452"/>
                  </a:lnTo>
                  <a:lnTo>
                    <a:pt x="96" y="452"/>
                  </a:lnTo>
                  <a:lnTo>
                    <a:pt x="96" y="452"/>
                  </a:lnTo>
                  <a:lnTo>
                    <a:pt x="97" y="451"/>
                  </a:lnTo>
                  <a:lnTo>
                    <a:pt x="97" y="450"/>
                  </a:lnTo>
                  <a:lnTo>
                    <a:pt x="97" y="449"/>
                  </a:lnTo>
                  <a:lnTo>
                    <a:pt x="98" y="449"/>
                  </a:lnTo>
                  <a:lnTo>
                    <a:pt x="98" y="448"/>
                  </a:lnTo>
                  <a:lnTo>
                    <a:pt x="98" y="448"/>
                  </a:lnTo>
                  <a:lnTo>
                    <a:pt x="99" y="447"/>
                  </a:lnTo>
                  <a:lnTo>
                    <a:pt x="99" y="445"/>
                  </a:lnTo>
                  <a:lnTo>
                    <a:pt x="99" y="445"/>
                  </a:lnTo>
                  <a:lnTo>
                    <a:pt x="99" y="445"/>
                  </a:lnTo>
                  <a:lnTo>
                    <a:pt x="99" y="445"/>
                  </a:lnTo>
                  <a:lnTo>
                    <a:pt x="100" y="445"/>
                  </a:lnTo>
                  <a:lnTo>
                    <a:pt x="100" y="445"/>
                  </a:lnTo>
                  <a:lnTo>
                    <a:pt x="100" y="444"/>
                  </a:lnTo>
                  <a:lnTo>
                    <a:pt x="101" y="443"/>
                  </a:lnTo>
                  <a:lnTo>
                    <a:pt x="102" y="441"/>
                  </a:lnTo>
                  <a:lnTo>
                    <a:pt x="103" y="441"/>
                  </a:lnTo>
                  <a:lnTo>
                    <a:pt x="103" y="440"/>
                  </a:lnTo>
                  <a:lnTo>
                    <a:pt x="103" y="440"/>
                  </a:lnTo>
                  <a:lnTo>
                    <a:pt x="103" y="439"/>
                  </a:lnTo>
                  <a:lnTo>
                    <a:pt x="103" y="439"/>
                  </a:lnTo>
                  <a:lnTo>
                    <a:pt x="103" y="439"/>
                  </a:lnTo>
                  <a:lnTo>
                    <a:pt x="103" y="439"/>
                  </a:lnTo>
                  <a:lnTo>
                    <a:pt x="103" y="440"/>
                  </a:lnTo>
                  <a:lnTo>
                    <a:pt x="104" y="440"/>
                  </a:lnTo>
                  <a:lnTo>
                    <a:pt x="104" y="439"/>
                  </a:lnTo>
                  <a:lnTo>
                    <a:pt x="105" y="439"/>
                  </a:lnTo>
                  <a:lnTo>
                    <a:pt x="105" y="438"/>
                  </a:lnTo>
                  <a:lnTo>
                    <a:pt x="107" y="436"/>
                  </a:lnTo>
                  <a:lnTo>
                    <a:pt x="107" y="436"/>
                  </a:lnTo>
                  <a:lnTo>
                    <a:pt x="108" y="436"/>
                  </a:lnTo>
                  <a:lnTo>
                    <a:pt x="108" y="436"/>
                  </a:lnTo>
                  <a:lnTo>
                    <a:pt x="108" y="436"/>
                  </a:lnTo>
                  <a:lnTo>
                    <a:pt x="108" y="433"/>
                  </a:lnTo>
                  <a:lnTo>
                    <a:pt x="108" y="433"/>
                  </a:lnTo>
                  <a:lnTo>
                    <a:pt x="108" y="432"/>
                  </a:lnTo>
                  <a:lnTo>
                    <a:pt x="108" y="432"/>
                  </a:lnTo>
                  <a:lnTo>
                    <a:pt x="108" y="432"/>
                  </a:lnTo>
                  <a:lnTo>
                    <a:pt x="109" y="431"/>
                  </a:lnTo>
                  <a:lnTo>
                    <a:pt x="109" y="430"/>
                  </a:lnTo>
                  <a:lnTo>
                    <a:pt x="110" y="430"/>
                  </a:lnTo>
                  <a:lnTo>
                    <a:pt x="110" y="429"/>
                  </a:lnTo>
                  <a:lnTo>
                    <a:pt x="111" y="429"/>
                  </a:lnTo>
                  <a:lnTo>
                    <a:pt x="111" y="428"/>
                  </a:lnTo>
                  <a:lnTo>
                    <a:pt x="112" y="428"/>
                  </a:lnTo>
                  <a:lnTo>
                    <a:pt x="113" y="428"/>
                  </a:lnTo>
                  <a:lnTo>
                    <a:pt x="113" y="427"/>
                  </a:lnTo>
                  <a:lnTo>
                    <a:pt x="114" y="426"/>
                  </a:lnTo>
                  <a:lnTo>
                    <a:pt x="114" y="426"/>
                  </a:lnTo>
                  <a:lnTo>
                    <a:pt x="114" y="425"/>
                  </a:lnTo>
                  <a:lnTo>
                    <a:pt x="115" y="424"/>
                  </a:lnTo>
                  <a:lnTo>
                    <a:pt x="116" y="423"/>
                  </a:lnTo>
                  <a:lnTo>
                    <a:pt x="116" y="423"/>
                  </a:lnTo>
                  <a:lnTo>
                    <a:pt x="114" y="423"/>
                  </a:lnTo>
                  <a:lnTo>
                    <a:pt x="114" y="422"/>
                  </a:lnTo>
                  <a:lnTo>
                    <a:pt x="115" y="422"/>
                  </a:lnTo>
                  <a:lnTo>
                    <a:pt x="116" y="421"/>
                  </a:lnTo>
                  <a:lnTo>
                    <a:pt x="116" y="421"/>
                  </a:lnTo>
                  <a:lnTo>
                    <a:pt x="116" y="420"/>
                  </a:lnTo>
                  <a:lnTo>
                    <a:pt x="116" y="420"/>
                  </a:lnTo>
                  <a:lnTo>
                    <a:pt x="116" y="419"/>
                  </a:lnTo>
                  <a:lnTo>
                    <a:pt x="116" y="418"/>
                  </a:lnTo>
                  <a:lnTo>
                    <a:pt x="116" y="417"/>
                  </a:lnTo>
                  <a:lnTo>
                    <a:pt x="115" y="417"/>
                  </a:lnTo>
                  <a:lnTo>
                    <a:pt x="115" y="417"/>
                  </a:lnTo>
                  <a:lnTo>
                    <a:pt x="115" y="417"/>
                  </a:lnTo>
                  <a:lnTo>
                    <a:pt x="114" y="417"/>
                  </a:lnTo>
                  <a:lnTo>
                    <a:pt x="114" y="417"/>
                  </a:lnTo>
                  <a:lnTo>
                    <a:pt x="114" y="417"/>
                  </a:lnTo>
                  <a:lnTo>
                    <a:pt x="113" y="417"/>
                  </a:lnTo>
                  <a:lnTo>
                    <a:pt x="110" y="417"/>
                  </a:lnTo>
                  <a:lnTo>
                    <a:pt x="108" y="416"/>
                  </a:lnTo>
                  <a:lnTo>
                    <a:pt x="107" y="415"/>
                  </a:lnTo>
                  <a:lnTo>
                    <a:pt x="107" y="415"/>
                  </a:lnTo>
                  <a:lnTo>
                    <a:pt x="107" y="416"/>
                  </a:lnTo>
                  <a:lnTo>
                    <a:pt x="106" y="416"/>
                  </a:lnTo>
                  <a:lnTo>
                    <a:pt x="106" y="416"/>
                  </a:lnTo>
                  <a:lnTo>
                    <a:pt x="105" y="416"/>
                  </a:lnTo>
                  <a:lnTo>
                    <a:pt x="103" y="415"/>
                  </a:lnTo>
                  <a:lnTo>
                    <a:pt x="103" y="415"/>
                  </a:lnTo>
                  <a:lnTo>
                    <a:pt x="102" y="415"/>
                  </a:lnTo>
                  <a:lnTo>
                    <a:pt x="102" y="414"/>
                  </a:lnTo>
                  <a:lnTo>
                    <a:pt x="101" y="414"/>
                  </a:lnTo>
                  <a:lnTo>
                    <a:pt x="100" y="412"/>
                  </a:lnTo>
                  <a:lnTo>
                    <a:pt x="99" y="411"/>
                  </a:lnTo>
                  <a:lnTo>
                    <a:pt x="99" y="410"/>
                  </a:lnTo>
                  <a:lnTo>
                    <a:pt x="98" y="408"/>
                  </a:lnTo>
                  <a:lnTo>
                    <a:pt x="97" y="407"/>
                  </a:lnTo>
                  <a:lnTo>
                    <a:pt x="97" y="404"/>
                  </a:lnTo>
                  <a:lnTo>
                    <a:pt x="97" y="400"/>
                  </a:lnTo>
                  <a:lnTo>
                    <a:pt x="97" y="398"/>
                  </a:lnTo>
                  <a:lnTo>
                    <a:pt x="97" y="394"/>
                  </a:lnTo>
                  <a:lnTo>
                    <a:pt x="97" y="393"/>
                  </a:lnTo>
                  <a:lnTo>
                    <a:pt x="97" y="389"/>
                  </a:lnTo>
                  <a:lnTo>
                    <a:pt x="97" y="385"/>
                  </a:lnTo>
                  <a:lnTo>
                    <a:pt x="97" y="385"/>
                  </a:lnTo>
                  <a:lnTo>
                    <a:pt x="98" y="380"/>
                  </a:lnTo>
                  <a:lnTo>
                    <a:pt x="99" y="379"/>
                  </a:lnTo>
                  <a:lnTo>
                    <a:pt x="99" y="377"/>
                  </a:lnTo>
                  <a:lnTo>
                    <a:pt x="99" y="376"/>
                  </a:lnTo>
                  <a:lnTo>
                    <a:pt x="99" y="372"/>
                  </a:lnTo>
                  <a:lnTo>
                    <a:pt x="98" y="371"/>
                  </a:lnTo>
                  <a:lnTo>
                    <a:pt x="98" y="370"/>
                  </a:lnTo>
                  <a:lnTo>
                    <a:pt x="98" y="369"/>
                  </a:lnTo>
                  <a:lnTo>
                    <a:pt x="98" y="368"/>
                  </a:lnTo>
                  <a:lnTo>
                    <a:pt x="98" y="367"/>
                  </a:lnTo>
                  <a:lnTo>
                    <a:pt x="98" y="367"/>
                  </a:lnTo>
                  <a:lnTo>
                    <a:pt x="98" y="366"/>
                  </a:lnTo>
                  <a:lnTo>
                    <a:pt x="98" y="366"/>
                  </a:lnTo>
                  <a:lnTo>
                    <a:pt x="98" y="365"/>
                  </a:lnTo>
                  <a:lnTo>
                    <a:pt x="99" y="363"/>
                  </a:lnTo>
                  <a:lnTo>
                    <a:pt x="100" y="363"/>
                  </a:lnTo>
                  <a:lnTo>
                    <a:pt x="101" y="363"/>
                  </a:lnTo>
                  <a:lnTo>
                    <a:pt x="102" y="363"/>
                  </a:lnTo>
                  <a:lnTo>
                    <a:pt x="102" y="363"/>
                  </a:lnTo>
                  <a:lnTo>
                    <a:pt x="103" y="363"/>
                  </a:lnTo>
                  <a:lnTo>
                    <a:pt x="103" y="363"/>
                  </a:lnTo>
                  <a:lnTo>
                    <a:pt x="104" y="362"/>
                  </a:lnTo>
                  <a:lnTo>
                    <a:pt x="105" y="362"/>
                  </a:lnTo>
                  <a:lnTo>
                    <a:pt x="105" y="362"/>
                  </a:lnTo>
                  <a:lnTo>
                    <a:pt x="106" y="363"/>
                  </a:lnTo>
                  <a:lnTo>
                    <a:pt x="105" y="364"/>
                  </a:lnTo>
                  <a:lnTo>
                    <a:pt x="104" y="364"/>
                  </a:lnTo>
                  <a:lnTo>
                    <a:pt x="105" y="365"/>
                  </a:lnTo>
                  <a:lnTo>
                    <a:pt x="105" y="365"/>
                  </a:lnTo>
                  <a:lnTo>
                    <a:pt x="105" y="367"/>
                  </a:lnTo>
                  <a:lnTo>
                    <a:pt x="105" y="371"/>
                  </a:lnTo>
                  <a:lnTo>
                    <a:pt x="106" y="372"/>
                  </a:lnTo>
                  <a:lnTo>
                    <a:pt x="107" y="372"/>
                  </a:lnTo>
                  <a:lnTo>
                    <a:pt x="107" y="373"/>
                  </a:lnTo>
                  <a:lnTo>
                    <a:pt x="107" y="374"/>
                  </a:lnTo>
                  <a:lnTo>
                    <a:pt x="108" y="374"/>
                  </a:lnTo>
                  <a:lnTo>
                    <a:pt x="111" y="376"/>
                  </a:lnTo>
                  <a:lnTo>
                    <a:pt x="111" y="376"/>
                  </a:lnTo>
                  <a:lnTo>
                    <a:pt x="112" y="377"/>
                  </a:lnTo>
                  <a:lnTo>
                    <a:pt x="112" y="378"/>
                  </a:lnTo>
                  <a:lnTo>
                    <a:pt x="111" y="378"/>
                  </a:lnTo>
                  <a:lnTo>
                    <a:pt x="110" y="378"/>
                  </a:lnTo>
                  <a:lnTo>
                    <a:pt x="110" y="379"/>
                  </a:lnTo>
                  <a:lnTo>
                    <a:pt x="110" y="380"/>
                  </a:lnTo>
                  <a:lnTo>
                    <a:pt x="110" y="380"/>
                  </a:lnTo>
                  <a:lnTo>
                    <a:pt x="111" y="381"/>
                  </a:lnTo>
                  <a:lnTo>
                    <a:pt x="112" y="381"/>
                  </a:lnTo>
                  <a:lnTo>
                    <a:pt x="112" y="381"/>
                  </a:lnTo>
                  <a:lnTo>
                    <a:pt x="112" y="380"/>
                  </a:lnTo>
                  <a:lnTo>
                    <a:pt x="113" y="381"/>
                  </a:lnTo>
                  <a:lnTo>
                    <a:pt x="114" y="383"/>
                  </a:lnTo>
                  <a:lnTo>
                    <a:pt x="115" y="384"/>
                  </a:lnTo>
                  <a:lnTo>
                    <a:pt x="116" y="384"/>
                  </a:lnTo>
                  <a:lnTo>
                    <a:pt x="116" y="384"/>
                  </a:lnTo>
                  <a:lnTo>
                    <a:pt x="116" y="384"/>
                  </a:lnTo>
                  <a:lnTo>
                    <a:pt x="116" y="384"/>
                  </a:lnTo>
                  <a:lnTo>
                    <a:pt x="116" y="384"/>
                  </a:lnTo>
                  <a:lnTo>
                    <a:pt x="115" y="384"/>
                  </a:lnTo>
                  <a:lnTo>
                    <a:pt x="114" y="383"/>
                  </a:lnTo>
                  <a:lnTo>
                    <a:pt x="114" y="381"/>
                  </a:lnTo>
                  <a:lnTo>
                    <a:pt x="113" y="381"/>
                  </a:lnTo>
                  <a:lnTo>
                    <a:pt x="113" y="381"/>
                  </a:lnTo>
                  <a:lnTo>
                    <a:pt x="113" y="380"/>
                  </a:lnTo>
                  <a:lnTo>
                    <a:pt x="112" y="380"/>
                  </a:lnTo>
                  <a:lnTo>
                    <a:pt x="112" y="380"/>
                  </a:lnTo>
                  <a:lnTo>
                    <a:pt x="112" y="380"/>
                  </a:lnTo>
                  <a:lnTo>
                    <a:pt x="111" y="380"/>
                  </a:lnTo>
                  <a:lnTo>
                    <a:pt x="112" y="379"/>
                  </a:lnTo>
                  <a:lnTo>
                    <a:pt x="112" y="379"/>
                  </a:lnTo>
                  <a:lnTo>
                    <a:pt x="112" y="378"/>
                  </a:lnTo>
                  <a:lnTo>
                    <a:pt x="112" y="377"/>
                  </a:lnTo>
                  <a:lnTo>
                    <a:pt x="112" y="376"/>
                  </a:lnTo>
                  <a:lnTo>
                    <a:pt x="112" y="376"/>
                  </a:lnTo>
                  <a:lnTo>
                    <a:pt x="112" y="376"/>
                  </a:lnTo>
                  <a:lnTo>
                    <a:pt x="110" y="375"/>
                  </a:lnTo>
                  <a:lnTo>
                    <a:pt x="110" y="375"/>
                  </a:lnTo>
                  <a:lnTo>
                    <a:pt x="110" y="375"/>
                  </a:lnTo>
                  <a:lnTo>
                    <a:pt x="110" y="374"/>
                  </a:lnTo>
                  <a:lnTo>
                    <a:pt x="109" y="374"/>
                  </a:lnTo>
                  <a:lnTo>
                    <a:pt x="109" y="373"/>
                  </a:lnTo>
                  <a:lnTo>
                    <a:pt x="108" y="371"/>
                  </a:lnTo>
                  <a:lnTo>
                    <a:pt x="108" y="371"/>
                  </a:lnTo>
                  <a:lnTo>
                    <a:pt x="108" y="369"/>
                  </a:lnTo>
                  <a:lnTo>
                    <a:pt x="108" y="368"/>
                  </a:lnTo>
                  <a:lnTo>
                    <a:pt x="107" y="367"/>
                  </a:lnTo>
                  <a:lnTo>
                    <a:pt x="108" y="366"/>
                  </a:lnTo>
                  <a:lnTo>
                    <a:pt x="107" y="366"/>
                  </a:lnTo>
                  <a:lnTo>
                    <a:pt x="107" y="365"/>
                  </a:lnTo>
                  <a:lnTo>
                    <a:pt x="107" y="363"/>
                  </a:lnTo>
                  <a:lnTo>
                    <a:pt x="107" y="363"/>
                  </a:lnTo>
                  <a:lnTo>
                    <a:pt x="107" y="362"/>
                  </a:lnTo>
                  <a:lnTo>
                    <a:pt x="108" y="362"/>
                  </a:lnTo>
                  <a:lnTo>
                    <a:pt x="108" y="362"/>
                  </a:lnTo>
                  <a:lnTo>
                    <a:pt x="110" y="361"/>
                  </a:lnTo>
                  <a:lnTo>
                    <a:pt x="111" y="361"/>
                  </a:lnTo>
                  <a:lnTo>
                    <a:pt x="111" y="361"/>
                  </a:lnTo>
                  <a:lnTo>
                    <a:pt x="112" y="359"/>
                  </a:lnTo>
                  <a:lnTo>
                    <a:pt x="113" y="359"/>
                  </a:lnTo>
                  <a:lnTo>
                    <a:pt x="114" y="358"/>
                  </a:lnTo>
                  <a:lnTo>
                    <a:pt x="116" y="358"/>
                  </a:lnTo>
                  <a:lnTo>
                    <a:pt x="116" y="358"/>
                  </a:lnTo>
                  <a:lnTo>
                    <a:pt x="117" y="358"/>
                  </a:lnTo>
                  <a:lnTo>
                    <a:pt x="118" y="358"/>
                  </a:lnTo>
                  <a:lnTo>
                    <a:pt x="119" y="358"/>
                  </a:lnTo>
                  <a:lnTo>
                    <a:pt x="119" y="357"/>
                  </a:lnTo>
                  <a:lnTo>
                    <a:pt x="120" y="357"/>
                  </a:lnTo>
                  <a:lnTo>
                    <a:pt x="121" y="357"/>
                  </a:lnTo>
                  <a:lnTo>
                    <a:pt x="122" y="358"/>
                  </a:lnTo>
                  <a:lnTo>
                    <a:pt x="122" y="358"/>
                  </a:lnTo>
                  <a:lnTo>
                    <a:pt x="124" y="358"/>
                  </a:lnTo>
                  <a:lnTo>
                    <a:pt x="124" y="358"/>
                  </a:lnTo>
                  <a:lnTo>
                    <a:pt x="124" y="358"/>
                  </a:lnTo>
                  <a:lnTo>
                    <a:pt x="125" y="358"/>
                  </a:lnTo>
                  <a:lnTo>
                    <a:pt x="126" y="357"/>
                  </a:lnTo>
                  <a:lnTo>
                    <a:pt x="126" y="357"/>
                  </a:lnTo>
                  <a:lnTo>
                    <a:pt x="126" y="357"/>
                  </a:lnTo>
                  <a:lnTo>
                    <a:pt x="127" y="356"/>
                  </a:lnTo>
                  <a:lnTo>
                    <a:pt x="127" y="356"/>
                  </a:lnTo>
                  <a:lnTo>
                    <a:pt x="127" y="355"/>
                  </a:lnTo>
                  <a:lnTo>
                    <a:pt x="127" y="354"/>
                  </a:lnTo>
                  <a:lnTo>
                    <a:pt x="128" y="354"/>
                  </a:lnTo>
                  <a:lnTo>
                    <a:pt x="129" y="354"/>
                  </a:lnTo>
                  <a:lnTo>
                    <a:pt x="129" y="354"/>
                  </a:lnTo>
                  <a:lnTo>
                    <a:pt x="129" y="354"/>
                  </a:lnTo>
                  <a:lnTo>
                    <a:pt x="129" y="353"/>
                  </a:lnTo>
                  <a:lnTo>
                    <a:pt x="130" y="353"/>
                  </a:lnTo>
                  <a:lnTo>
                    <a:pt x="130" y="352"/>
                  </a:lnTo>
                  <a:lnTo>
                    <a:pt x="131" y="352"/>
                  </a:lnTo>
                  <a:lnTo>
                    <a:pt x="131" y="351"/>
                  </a:lnTo>
                  <a:lnTo>
                    <a:pt x="129" y="351"/>
                  </a:lnTo>
                  <a:lnTo>
                    <a:pt x="127" y="350"/>
                  </a:lnTo>
                  <a:lnTo>
                    <a:pt x="127" y="348"/>
                  </a:lnTo>
                  <a:lnTo>
                    <a:pt x="127" y="348"/>
                  </a:lnTo>
                  <a:lnTo>
                    <a:pt x="127" y="348"/>
                  </a:lnTo>
                  <a:lnTo>
                    <a:pt x="126" y="344"/>
                  </a:lnTo>
                  <a:lnTo>
                    <a:pt x="125" y="343"/>
                  </a:lnTo>
                  <a:lnTo>
                    <a:pt x="125" y="343"/>
                  </a:lnTo>
                  <a:lnTo>
                    <a:pt x="124" y="342"/>
                  </a:lnTo>
                  <a:lnTo>
                    <a:pt x="124" y="341"/>
                  </a:lnTo>
                  <a:lnTo>
                    <a:pt x="123" y="340"/>
                  </a:lnTo>
                  <a:lnTo>
                    <a:pt x="123" y="339"/>
                  </a:lnTo>
                  <a:lnTo>
                    <a:pt x="123" y="337"/>
                  </a:lnTo>
                  <a:lnTo>
                    <a:pt x="122" y="337"/>
                  </a:lnTo>
                  <a:lnTo>
                    <a:pt x="122" y="336"/>
                  </a:lnTo>
                  <a:lnTo>
                    <a:pt x="122" y="336"/>
                  </a:lnTo>
                  <a:lnTo>
                    <a:pt x="121" y="336"/>
                  </a:lnTo>
                  <a:lnTo>
                    <a:pt x="121" y="336"/>
                  </a:lnTo>
                  <a:lnTo>
                    <a:pt x="121" y="335"/>
                  </a:lnTo>
                  <a:lnTo>
                    <a:pt x="121" y="335"/>
                  </a:lnTo>
                  <a:lnTo>
                    <a:pt x="120" y="334"/>
                  </a:lnTo>
                  <a:lnTo>
                    <a:pt x="119" y="333"/>
                  </a:lnTo>
                  <a:lnTo>
                    <a:pt x="120" y="333"/>
                  </a:lnTo>
                  <a:lnTo>
                    <a:pt x="120" y="332"/>
                  </a:lnTo>
                  <a:lnTo>
                    <a:pt x="121" y="332"/>
                  </a:lnTo>
                  <a:lnTo>
                    <a:pt x="121" y="332"/>
                  </a:lnTo>
                  <a:lnTo>
                    <a:pt x="121" y="332"/>
                  </a:lnTo>
                  <a:lnTo>
                    <a:pt x="120" y="332"/>
                  </a:lnTo>
                  <a:lnTo>
                    <a:pt x="119" y="332"/>
                  </a:lnTo>
                  <a:lnTo>
                    <a:pt x="119" y="332"/>
                  </a:lnTo>
                  <a:lnTo>
                    <a:pt x="119" y="332"/>
                  </a:lnTo>
                  <a:lnTo>
                    <a:pt x="120" y="332"/>
                  </a:lnTo>
                  <a:lnTo>
                    <a:pt x="121" y="332"/>
                  </a:lnTo>
                  <a:lnTo>
                    <a:pt x="121" y="331"/>
                  </a:lnTo>
                  <a:lnTo>
                    <a:pt x="121" y="331"/>
                  </a:lnTo>
                  <a:lnTo>
                    <a:pt x="121" y="331"/>
                  </a:lnTo>
                  <a:lnTo>
                    <a:pt x="122" y="331"/>
                  </a:lnTo>
                  <a:lnTo>
                    <a:pt x="122" y="330"/>
                  </a:lnTo>
                  <a:lnTo>
                    <a:pt x="121" y="330"/>
                  </a:lnTo>
                  <a:lnTo>
                    <a:pt x="121" y="329"/>
                  </a:lnTo>
                  <a:lnTo>
                    <a:pt x="122" y="329"/>
                  </a:lnTo>
                  <a:lnTo>
                    <a:pt x="121" y="329"/>
                  </a:lnTo>
                  <a:lnTo>
                    <a:pt x="122" y="328"/>
                  </a:lnTo>
                  <a:lnTo>
                    <a:pt x="123" y="328"/>
                  </a:lnTo>
                  <a:lnTo>
                    <a:pt x="123" y="328"/>
                  </a:lnTo>
                  <a:lnTo>
                    <a:pt x="124" y="327"/>
                  </a:lnTo>
                  <a:lnTo>
                    <a:pt x="124" y="326"/>
                  </a:lnTo>
                  <a:lnTo>
                    <a:pt x="124" y="325"/>
                  </a:lnTo>
                  <a:lnTo>
                    <a:pt x="125" y="324"/>
                  </a:lnTo>
                  <a:lnTo>
                    <a:pt x="125" y="324"/>
                  </a:lnTo>
                  <a:lnTo>
                    <a:pt x="125" y="324"/>
                  </a:lnTo>
                  <a:lnTo>
                    <a:pt x="127" y="323"/>
                  </a:lnTo>
                  <a:lnTo>
                    <a:pt x="127" y="322"/>
                  </a:lnTo>
                  <a:lnTo>
                    <a:pt x="126" y="320"/>
                  </a:lnTo>
                  <a:lnTo>
                    <a:pt x="126" y="320"/>
                  </a:lnTo>
                  <a:lnTo>
                    <a:pt x="127" y="321"/>
                  </a:lnTo>
                  <a:lnTo>
                    <a:pt x="127" y="321"/>
                  </a:lnTo>
                  <a:lnTo>
                    <a:pt x="129" y="321"/>
                  </a:lnTo>
                  <a:lnTo>
                    <a:pt x="129" y="320"/>
                  </a:lnTo>
                  <a:lnTo>
                    <a:pt x="130" y="320"/>
                  </a:lnTo>
                  <a:lnTo>
                    <a:pt x="130" y="320"/>
                  </a:lnTo>
                  <a:lnTo>
                    <a:pt x="131" y="320"/>
                  </a:lnTo>
                  <a:lnTo>
                    <a:pt x="132" y="320"/>
                  </a:lnTo>
                  <a:lnTo>
                    <a:pt x="133" y="319"/>
                  </a:lnTo>
                  <a:lnTo>
                    <a:pt x="134" y="319"/>
                  </a:lnTo>
                  <a:lnTo>
                    <a:pt x="134" y="318"/>
                  </a:lnTo>
                  <a:lnTo>
                    <a:pt x="135" y="318"/>
                  </a:lnTo>
                  <a:lnTo>
                    <a:pt x="135" y="318"/>
                  </a:lnTo>
                  <a:lnTo>
                    <a:pt x="136" y="317"/>
                  </a:lnTo>
                  <a:lnTo>
                    <a:pt x="137" y="317"/>
                  </a:lnTo>
                  <a:lnTo>
                    <a:pt x="137" y="315"/>
                  </a:lnTo>
                  <a:lnTo>
                    <a:pt x="138" y="314"/>
                  </a:lnTo>
                  <a:lnTo>
                    <a:pt x="138" y="312"/>
                  </a:lnTo>
                  <a:lnTo>
                    <a:pt x="138" y="312"/>
                  </a:lnTo>
                  <a:lnTo>
                    <a:pt x="138" y="312"/>
                  </a:lnTo>
                  <a:lnTo>
                    <a:pt x="138" y="311"/>
                  </a:lnTo>
                  <a:lnTo>
                    <a:pt x="138" y="311"/>
                  </a:lnTo>
                  <a:lnTo>
                    <a:pt x="138" y="311"/>
                  </a:lnTo>
                  <a:lnTo>
                    <a:pt x="139" y="311"/>
                  </a:lnTo>
                  <a:lnTo>
                    <a:pt x="140" y="309"/>
                  </a:lnTo>
                  <a:lnTo>
                    <a:pt x="140" y="307"/>
                  </a:lnTo>
                  <a:lnTo>
                    <a:pt x="140" y="306"/>
                  </a:lnTo>
                  <a:lnTo>
                    <a:pt x="141" y="306"/>
                  </a:lnTo>
                  <a:lnTo>
                    <a:pt x="141" y="306"/>
                  </a:lnTo>
                  <a:lnTo>
                    <a:pt x="141" y="306"/>
                  </a:lnTo>
                  <a:lnTo>
                    <a:pt x="141" y="305"/>
                  </a:lnTo>
                  <a:lnTo>
                    <a:pt x="141" y="305"/>
                  </a:lnTo>
                  <a:lnTo>
                    <a:pt x="140" y="306"/>
                  </a:lnTo>
                  <a:lnTo>
                    <a:pt x="139" y="306"/>
                  </a:lnTo>
                  <a:lnTo>
                    <a:pt x="138" y="306"/>
                  </a:lnTo>
                  <a:lnTo>
                    <a:pt x="138" y="305"/>
                  </a:lnTo>
                  <a:lnTo>
                    <a:pt x="138" y="305"/>
                  </a:lnTo>
                  <a:lnTo>
                    <a:pt x="137" y="304"/>
                  </a:lnTo>
                  <a:lnTo>
                    <a:pt x="137" y="304"/>
                  </a:lnTo>
                  <a:lnTo>
                    <a:pt x="137" y="303"/>
                  </a:lnTo>
                  <a:lnTo>
                    <a:pt x="137" y="302"/>
                  </a:lnTo>
                  <a:lnTo>
                    <a:pt x="136" y="302"/>
                  </a:lnTo>
                  <a:lnTo>
                    <a:pt x="136" y="302"/>
                  </a:lnTo>
                  <a:lnTo>
                    <a:pt x="136" y="300"/>
                  </a:lnTo>
                  <a:lnTo>
                    <a:pt x="136" y="300"/>
                  </a:lnTo>
                  <a:lnTo>
                    <a:pt x="137" y="299"/>
                  </a:lnTo>
                  <a:lnTo>
                    <a:pt x="137" y="298"/>
                  </a:lnTo>
                  <a:lnTo>
                    <a:pt x="136" y="298"/>
                  </a:lnTo>
                  <a:lnTo>
                    <a:pt x="135" y="298"/>
                  </a:lnTo>
                  <a:lnTo>
                    <a:pt x="134" y="297"/>
                  </a:lnTo>
                  <a:lnTo>
                    <a:pt x="134" y="293"/>
                  </a:lnTo>
                  <a:lnTo>
                    <a:pt x="134" y="293"/>
                  </a:lnTo>
                  <a:lnTo>
                    <a:pt x="133" y="293"/>
                  </a:lnTo>
                  <a:lnTo>
                    <a:pt x="133" y="292"/>
                  </a:lnTo>
                  <a:lnTo>
                    <a:pt x="132" y="292"/>
                  </a:lnTo>
                  <a:lnTo>
                    <a:pt x="131" y="292"/>
                  </a:lnTo>
                  <a:lnTo>
                    <a:pt x="131" y="291"/>
                  </a:lnTo>
                  <a:lnTo>
                    <a:pt x="129" y="290"/>
                  </a:lnTo>
                  <a:lnTo>
                    <a:pt x="129" y="290"/>
                  </a:lnTo>
                  <a:lnTo>
                    <a:pt x="129" y="290"/>
                  </a:lnTo>
                  <a:lnTo>
                    <a:pt x="129" y="289"/>
                  </a:lnTo>
                  <a:lnTo>
                    <a:pt x="129" y="289"/>
                  </a:lnTo>
                  <a:lnTo>
                    <a:pt x="129" y="288"/>
                  </a:lnTo>
                  <a:lnTo>
                    <a:pt x="129" y="287"/>
                  </a:lnTo>
                  <a:lnTo>
                    <a:pt x="130" y="287"/>
                  </a:lnTo>
                  <a:lnTo>
                    <a:pt x="131" y="286"/>
                  </a:lnTo>
                  <a:lnTo>
                    <a:pt x="132" y="286"/>
                  </a:lnTo>
                  <a:lnTo>
                    <a:pt x="133" y="285"/>
                  </a:lnTo>
                  <a:lnTo>
                    <a:pt x="134" y="285"/>
                  </a:lnTo>
                  <a:lnTo>
                    <a:pt x="134" y="285"/>
                  </a:lnTo>
                  <a:lnTo>
                    <a:pt x="136" y="285"/>
                  </a:lnTo>
                  <a:lnTo>
                    <a:pt x="136" y="284"/>
                  </a:lnTo>
                  <a:lnTo>
                    <a:pt x="136" y="284"/>
                  </a:lnTo>
                  <a:lnTo>
                    <a:pt x="136" y="283"/>
                  </a:lnTo>
                  <a:lnTo>
                    <a:pt x="137" y="283"/>
                  </a:lnTo>
                  <a:lnTo>
                    <a:pt x="137" y="283"/>
                  </a:lnTo>
                  <a:lnTo>
                    <a:pt x="138" y="282"/>
                  </a:lnTo>
                  <a:lnTo>
                    <a:pt x="138" y="281"/>
                  </a:lnTo>
                  <a:lnTo>
                    <a:pt x="138" y="280"/>
                  </a:lnTo>
                  <a:lnTo>
                    <a:pt x="138" y="280"/>
                  </a:lnTo>
                  <a:lnTo>
                    <a:pt x="138" y="280"/>
                  </a:lnTo>
                  <a:lnTo>
                    <a:pt x="139" y="280"/>
                  </a:lnTo>
                  <a:lnTo>
                    <a:pt x="140" y="279"/>
                  </a:lnTo>
                  <a:lnTo>
                    <a:pt x="141" y="279"/>
                  </a:lnTo>
                  <a:lnTo>
                    <a:pt x="141" y="278"/>
                  </a:lnTo>
                  <a:lnTo>
                    <a:pt x="142" y="277"/>
                  </a:lnTo>
                  <a:lnTo>
                    <a:pt x="142" y="277"/>
                  </a:lnTo>
                  <a:lnTo>
                    <a:pt x="141" y="276"/>
                  </a:lnTo>
                  <a:lnTo>
                    <a:pt x="141" y="276"/>
                  </a:lnTo>
                  <a:lnTo>
                    <a:pt x="140" y="276"/>
                  </a:lnTo>
                  <a:lnTo>
                    <a:pt x="140" y="275"/>
                  </a:lnTo>
                  <a:lnTo>
                    <a:pt x="140" y="275"/>
                  </a:lnTo>
                  <a:lnTo>
                    <a:pt x="140" y="274"/>
                  </a:lnTo>
                  <a:lnTo>
                    <a:pt x="140" y="273"/>
                  </a:lnTo>
                  <a:lnTo>
                    <a:pt x="140" y="273"/>
                  </a:lnTo>
                  <a:lnTo>
                    <a:pt x="139" y="272"/>
                  </a:lnTo>
                  <a:lnTo>
                    <a:pt x="138" y="272"/>
                  </a:lnTo>
                  <a:lnTo>
                    <a:pt x="137" y="272"/>
                  </a:lnTo>
                  <a:lnTo>
                    <a:pt x="138" y="272"/>
                  </a:lnTo>
                  <a:lnTo>
                    <a:pt x="138" y="273"/>
                  </a:lnTo>
                  <a:lnTo>
                    <a:pt x="138" y="273"/>
                  </a:lnTo>
                  <a:lnTo>
                    <a:pt x="138" y="273"/>
                  </a:lnTo>
                  <a:lnTo>
                    <a:pt x="138" y="273"/>
                  </a:lnTo>
                  <a:lnTo>
                    <a:pt x="138" y="273"/>
                  </a:lnTo>
                  <a:lnTo>
                    <a:pt x="139" y="273"/>
                  </a:lnTo>
                  <a:lnTo>
                    <a:pt x="139" y="274"/>
                  </a:lnTo>
                  <a:lnTo>
                    <a:pt x="138" y="275"/>
                  </a:lnTo>
                  <a:lnTo>
                    <a:pt x="138" y="276"/>
                  </a:lnTo>
                  <a:lnTo>
                    <a:pt x="138" y="278"/>
                  </a:lnTo>
                  <a:lnTo>
                    <a:pt x="138" y="279"/>
                  </a:lnTo>
                  <a:lnTo>
                    <a:pt x="137" y="279"/>
                  </a:lnTo>
                  <a:lnTo>
                    <a:pt x="134" y="280"/>
                  </a:lnTo>
                  <a:lnTo>
                    <a:pt x="134" y="280"/>
                  </a:lnTo>
                  <a:lnTo>
                    <a:pt x="133" y="282"/>
                  </a:lnTo>
                  <a:lnTo>
                    <a:pt x="133" y="283"/>
                  </a:lnTo>
                  <a:lnTo>
                    <a:pt x="133" y="284"/>
                  </a:lnTo>
                  <a:lnTo>
                    <a:pt x="133" y="284"/>
                  </a:lnTo>
                  <a:lnTo>
                    <a:pt x="132" y="284"/>
                  </a:lnTo>
                  <a:lnTo>
                    <a:pt x="130" y="284"/>
                  </a:lnTo>
                  <a:lnTo>
                    <a:pt x="129" y="285"/>
                  </a:lnTo>
                  <a:lnTo>
                    <a:pt x="128" y="285"/>
                  </a:lnTo>
                  <a:lnTo>
                    <a:pt x="126" y="285"/>
                  </a:lnTo>
                  <a:lnTo>
                    <a:pt x="125" y="285"/>
                  </a:lnTo>
                  <a:lnTo>
                    <a:pt x="125" y="286"/>
                  </a:lnTo>
                  <a:lnTo>
                    <a:pt x="125" y="287"/>
                  </a:lnTo>
                  <a:lnTo>
                    <a:pt x="125" y="287"/>
                  </a:lnTo>
                  <a:lnTo>
                    <a:pt x="125" y="286"/>
                  </a:lnTo>
                  <a:lnTo>
                    <a:pt x="125" y="286"/>
                  </a:lnTo>
                  <a:lnTo>
                    <a:pt x="123" y="287"/>
                  </a:lnTo>
                  <a:lnTo>
                    <a:pt x="123" y="287"/>
                  </a:lnTo>
                  <a:lnTo>
                    <a:pt x="122" y="288"/>
                  </a:lnTo>
                  <a:lnTo>
                    <a:pt x="122" y="288"/>
                  </a:lnTo>
                  <a:lnTo>
                    <a:pt x="121" y="288"/>
                  </a:lnTo>
                  <a:lnTo>
                    <a:pt x="121" y="289"/>
                  </a:lnTo>
                  <a:lnTo>
                    <a:pt x="121" y="289"/>
                  </a:lnTo>
                  <a:lnTo>
                    <a:pt x="121" y="289"/>
                  </a:lnTo>
                  <a:lnTo>
                    <a:pt x="121" y="289"/>
                  </a:lnTo>
                  <a:lnTo>
                    <a:pt x="121" y="290"/>
                  </a:lnTo>
                  <a:lnTo>
                    <a:pt x="121" y="291"/>
                  </a:lnTo>
                  <a:lnTo>
                    <a:pt x="121" y="292"/>
                  </a:lnTo>
                  <a:lnTo>
                    <a:pt x="121" y="293"/>
                  </a:lnTo>
                  <a:lnTo>
                    <a:pt x="120" y="293"/>
                  </a:lnTo>
                  <a:lnTo>
                    <a:pt x="120" y="295"/>
                  </a:lnTo>
                  <a:lnTo>
                    <a:pt x="120" y="295"/>
                  </a:lnTo>
                  <a:lnTo>
                    <a:pt x="120" y="295"/>
                  </a:lnTo>
                  <a:lnTo>
                    <a:pt x="119" y="295"/>
                  </a:lnTo>
                  <a:lnTo>
                    <a:pt x="119" y="295"/>
                  </a:lnTo>
                  <a:lnTo>
                    <a:pt x="119" y="295"/>
                  </a:lnTo>
                  <a:lnTo>
                    <a:pt x="120" y="295"/>
                  </a:lnTo>
                  <a:lnTo>
                    <a:pt x="120" y="296"/>
                  </a:lnTo>
                  <a:lnTo>
                    <a:pt x="120" y="297"/>
                  </a:lnTo>
                  <a:lnTo>
                    <a:pt x="119" y="298"/>
                  </a:lnTo>
                  <a:lnTo>
                    <a:pt x="118" y="298"/>
                  </a:lnTo>
                  <a:lnTo>
                    <a:pt x="118" y="299"/>
                  </a:lnTo>
                  <a:lnTo>
                    <a:pt x="117" y="298"/>
                  </a:lnTo>
                  <a:lnTo>
                    <a:pt x="117" y="298"/>
                  </a:lnTo>
                  <a:lnTo>
                    <a:pt x="116" y="297"/>
                  </a:lnTo>
                  <a:lnTo>
                    <a:pt x="116" y="298"/>
                  </a:lnTo>
                  <a:lnTo>
                    <a:pt x="115" y="298"/>
                  </a:lnTo>
                  <a:lnTo>
                    <a:pt x="114" y="298"/>
                  </a:lnTo>
                  <a:lnTo>
                    <a:pt x="113" y="298"/>
                  </a:lnTo>
                  <a:lnTo>
                    <a:pt x="113" y="299"/>
                  </a:lnTo>
                  <a:lnTo>
                    <a:pt x="112" y="299"/>
                  </a:lnTo>
                  <a:lnTo>
                    <a:pt x="111" y="300"/>
                  </a:lnTo>
                  <a:lnTo>
                    <a:pt x="109" y="300"/>
                  </a:lnTo>
                  <a:lnTo>
                    <a:pt x="108" y="299"/>
                  </a:lnTo>
                  <a:lnTo>
                    <a:pt x="108" y="298"/>
                  </a:lnTo>
                  <a:lnTo>
                    <a:pt x="108" y="298"/>
                  </a:lnTo>
                  <a:lnTo>
                    <a:pt x="107" y="298"/>
                  </a:lnTo>
                  <a:lnTo>
                    <a:pt x="107" y="298"/>
                  </a:lnTo>
                  <a:lnTo>
                    <a:pt x="106" y="298"/>
                  </a:lnTo>
                  <a:lnTo>
                    <a:pt x="106" y="297"/>
                  </a:lnTo>
                  <a:lnTo>
                    <a:pt x="106" y="297"/>
                  </a:lnTo>
                  <a:lnTo>
                    <a:pt x="106" y="296"/>
                  </a:lnTo>
                  <a:lnTo>
                    <a:pt x="106" y="296"/>
                  </a:lnTo>
                  <a:lnTo>
                    <a:pt x="107" y="296"/>
                  </a:lnTo>
                  <a:lnTo>
                    <a:pt x="107" y="295"/>
                  </a:lnTo>
                  <a:lnTo>
                    <a:pt x="107" y="294"/>
                  </a:lnTo>
                  <a:lnTo>
                    <a:pt x="108" y="293"/>
                  </a:lnTo>
                  <a:lnTo>
                    <a:pt x="107" y="292"/>
                  </a:lnTo>
                  <a:lnTo>
                    <a:pt x="107" y="292"/>
                  </a:lnTo>
                  <a:lnTo>
                    <a:pt x="107" y="292"/>
                  </a:lnTo>
                  <a:lnTo>
                    <a:pt x="106" y="292"/>
                  </a:lnTo>
                  <a:lnTo>
                    <a:pt x="106" y="292"/>
                  </a:lnTo>
                  <a:lnTo>
                    <a:pt x="104" y="290"/>
                  </a:lnTo>
                  <a:lnTo>
                    <a:pt x="103" y="289"/>
                  </a:lnTo>
                  <a:lnTo>
                    <a:pt x="103" y="289"/>
                  </a:lnTo>
                  <a:lnTo>
                    <a:pt x="103" y="289"/>
                  </a:lnTo>
                  <a:lnTo>
                    <a:pt x="102" y="288"/>
                  </a:lnTo>
                  <a:lnTo>
                    <a:pt x="102" y="287"/>
                  </a:lnTo>
                  <a:lnTo>
                    <a:pt x="100" y="287"/>
                  </a:lnTo>
                  <a:lnTo>
                    <a:pt x="101" y="286"/>
                  </a:lnTo>
                  <a:lnTo>
                    <a:pt x="101" y="286"/>
                  </a:lnTo>
                  <a:lnTo>
                    <a:pt x="102" y="286"/>
                  </a:lnTo>
                  <a:lnTo>
                    <a:pt x="102" y="286"/>
                  </a:lnTo>
                  <a:lnTo>
                    <a:pt x="103" y="285"/>
                  </a:lnTo>
                  <a:lnTo>
                    <a:pt x="103" y="285"/>
                  </a:lnTo>
                  <a:lnTo>
                    <a:pt x="103" y="285"/>
                  </a:lnTo>
                  <a:lnTo>
                    <a:pt x="103" y="285"/>
                  </a:lnTo>
                  <a:lnTo>
                    <a:pt x="104" y="285"/>
                  </a:lnTo>
                  <a:lnTo>
                    <a:pt x="104" y="284"/>
                  </a:lnTo>
                  <a:lnTo>
                    <a:pt x="103" y="283"/>
                  </a:lnTo>
                  <a:lnTo>
                    <a:pt x="103" y="282"/>
                  </a:lnTo>
                  <a:lnTo>
                    <a:pt x="103" y="280"/>
                  </a:lnTo>
                  <a:lnTo>
                    <a:pt x="102" y="280"/>
                  </a:lnTo>
                  <a:lnTo>
                    <a:pt x="102" y="279"/>
                  </a:lnTo>
                  <a:lnTo>
                    <a:pt x="101" y="277"/>
                  </a:lnTo>
                  <a:lnTo>
                    <a:pt x="101" y="277"/>
                  </a:lnTo>
                  <a:lnTo>
                    <a:pt x="100" y="277"/>
                  </a:lnTo>
                  <a:lnTo>
                    <a:pt x="99" y="278"/>
                  </a:lnTo>
                  <a:lnTo>
                    <a:pt x="99" y="278"/>
                  </a:lnTo>
                  <a:lnTo>
                    <a:pt x="99" y="277"/>
                  </a:lnTo>
                  <a:lnTo>
                    <a:pt x="99" y="276"/>
                  </a:lnTo>
                  <a:lnTo>
                    <a:pt x="99" y="276"/>
                  </a:lnTo>
                  <a:lnTo>
                    <a:pt x="99" y="275"/>
                  </a:lnTo>
                  <a:lnTo>
                    <a:pt x="100" y="275"/>
                  </a:lnTo>
                  <a:lnTo>
                    <a:pt x="100" y="275"/>
                  </a:lnTo>
                  <a:lnTo>
                    <a:pt x="101" y="274"/>
                  </a:lnTo>
                  <a:lnTo>
                    <a:pt x="101" y="273"/>
                  </a:lnTo>
                  <a:lnTo>
                    <a:pt x="101" y="273"/>
                  </a:lnTo>
                  <a:lnTo>
                    <a:pt x="101" y="272"/>
                  </a:lnTo>
                  <a:lnTo>
                    <a:pt x="101" y="272"/>
                  </a:lnTo>
                  <a:lnTo>
                    <a:pt x="100" y="273"/>
                  </a:lnTo>
                  <a:lnTo>
                    <a:pt x="100" y="274"/>
                  </a:lnTo>
                  <a:lnTo>
                    <a:pt x="100" y="274"/>
                  </a:lnTo>
                  <a:lnTo>
                    <a:pt x="99" y="274"/>
                  </a:lnTo>
                  <a:lnTo>
                    <a:pt x="99" y="274"/>
                  </a:lnTo>
                  <a:lnTo>
                    <a:pt x="99" y="276"/>
                  </a:lnTo>
                  <a:lnTo>
                    <a:pt x="98" y="276"/>
                  </a:lnTo>
                  <a:lnTo>
                    <a:pt x="98" y="277"/>
                  </a:lnTo>
                  <a:lnTo>
                    <a:pt x="98" y="278"/>
                  </a:lnTo>
                  <a:lnTo>
                    <a:pt x="98" y="278"/>
                  </a:lnTo>
                  <a:lnTo>
                    <a:pt x="98" y="280"/>
                  </a:lnTo>
                  <a:lnTo>
                    <a:pt x="97" y="280"/>
                  </a:lnTo>
                  <a:lnTo>
                    <a:pt x="98" y="280"/>
                  </a:lnTo>
                  <a:lnTo>
                    <a:pt x="99" y="280"/>
                  </a:lnTo>
                  <a:lnTo>
                    <a:pt x="100" y="280"/>
                  </a:lnTo>
                  <a:lnTo>
                    <a:pt x="100" y="281"/>
                  </a:lnTo>
                  <a:lnTo>
                    <a:pt x="100" y="282"/>
                  </a:lnTo>
                  <a:lnTo>
                    <a:pt x="100" y="284"/>
                  </a:lnTo>
                  <a:lnTo>
                    <a:pt x="99" y="285"/>
                  </a:lnTo>
                  <a:lnTo>
                    <a:pt x="99" y="285"/>
                  </a:lnTo>
                  <a:lnTo>
                    <a:pt x="99" y="285"/>
                  </a:lnTo>
                  <a:lnTo>
                    <a:pt x="98" y="285"/>
                  </a:lnTo>
                  <a:lnTo>
                    <a:pt x="98" y="286"/>
                  </a:lnTo>
                  <a:lnTo>
                    <a:pt x="97" y="287"/>
                  </a:lnTo>
                  <a:lnTo>
                    <a:pt x="97" y="287"/>
                  </a:lnTo>
                  <a:lnTo>
                    <a:pt x="97" y="288"/>
                  </a:lnTo>
                  <a:lnTo>
                    <a:pt x="98" y="288"/>
                  </a:lnTo>
                  <a:lnTo>
                    <a:pt x="98" y="289"/>
                  </a:lnTo>
                  <a:lnTo>
                    <a:pt x="97" y="289"/>
                  </a:lnTo>
                  <a:lnTo>
                    <a:pt x="96" y="290"/>
                  </a:lnTo>
                  <a:lnTo>
                    <a:pt x="96" y="290"/>
                  </a:lnTo>
                  <a:lnTo>
                    <a:pt x="96" y="291"/>
                  </a:lnTo>
                  <a:lnTo>
                    <a:pt x="96" y="292"/>
                  </a:lnTo>
                  <a:lnTo>
                    <a:pt x="96" y="292"/>
                  </a:lnTo>
                  <a:lnTo>
                    <a:pt x="96" y="293"/>
                  </a:lnTo>
                  <a:lnTo>
                    <a:pt x="96" y="293"/>
                  </a:lnTo>
                  <a:lnTo>
                    <a:pt x="96" y="293"/>
                  </a:lnTo>
                  <a:lnTo>
                    <a:pt x="96" y="294"/>
                  </a:lnTo>
                  <a:lnTo>
                    <a:pt x="96" y="296"/>
                  </a:lnTo>
                  <a:lnTo>
                    <a:pt x="96" y="296"/>
                  </a:lnTo>
                  <a:lnTo>
                    <a:pt x="96" y="297"/>
                  </a:lnTo>
                  <a:lnTo>
                    <a:pt x="95" y="297"/>
                  </a:lnTo>
                  <a:lnTo>
                    <a:pt x="95" y="297"/>
                  </a:lnTo>
                  <a:lnTo>
                    <a:pt x="95" y="298"/>
                  </a:lnTo>
                  <a:lnTo>
                    <a:pt x="95" y="298"/>
                  </a:lnTo>
                  <a:lnTo>
                    <a:pt x="95" y="298"/>
                  </a:lnTo>
                  <a:lnTo>
                    <a:pt x="94" y="298"/>
                  </a:lnTo>
                  <a:lnTo>
                    <a:pt x="93" y="299"/>
                  </a:lnTo>
                  <a:lnTo>
                    <a:pt x="93" y="300"/>
                  </a:lnTo>
                  <a:lnTo>
                    <a:pt x="93" y="301"/>
                  </a:lnTo>
                  <a:lnTo>
                    <a:pt x="92" y="301"/>
                  </a:lnTo>
                  <a:lnTo>
                    <a:pt x="92" y="302"/>
                  </a:lnTo>
                  <a:lnTo>
                    <a:pt x="92" y="303"/>
                  </a:lnTo>
                  <a:lnTo>
                    <a:pt x="92" y="304"/>
                  </a:lnTo>
                  <a:lnTo>
                    <a:pt x="91" y="304"/>
                  </a:lnTo>
                  <a:lnTo>
                    <a:pt x="90" y="306"/>
                  </a:lnTo>
                  <a:lnTo>
                    <a:pt x="90" y="306"/>
                  </a:lnTo>
                  <a:lnTo>
                    <a:pt x="90" y="306"/>
                  </a:lnTo>
                  <a:lnTo>
                    <a:pt x="89" y="306"/>
                  </a:lnTo>
                  <a:lnTo>
                    <a:pt x="89" y="308"/>
                  </a:lnTo>
                  <a:lnTo>
                    <a:pt x="89" y="309"/>
                  </a:lnTo>
                  <a:lnTo>
                    <a:pt x="87" y="310"/>
                  </a:lnTo>
                  <a:lnTo>
                    <a:pt x="86" y="310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85" y="312"/>
                  </a:lnTo>
                  <a:lnTo>
                    <a:pt x="85" y="313"/>
                  </a:lnTo>
                  <a:lnTo>
                    <a:pt x="85" y="313"/>
                  </a:lnTo>
                  <a:lnTo>
                    <a:pt x="83" y="314"/>
                  </a:lnTo>
                  <a:lnTo>
                    <a:pt x="83" y="315"/>
                  </a:lnTo>
                  <a:lnTo>
                    <a:pt x="83" y="315"/>
                  </a:lnTo>
                  <a:lnTo>
                    <a:pt x="82" y="315"/>
                  </a:lnTo>
                  <a:lnTo>
                    <a:pt x="81" y="316"/>
                  </a:lnTo>
                  <a:lnTo>
                    <a:pt x="80" y="317"/>
                  </a:lnTo>
                  <a:lnTo>
                    <a:pt x="80" y="318"/>
                  </a:lnTo>
                  <a:lnTo>
                    <a:pt x="79" y="319"/>
                  </a:lnTo>
                  <a:lnTo>
                    <a:pt x="78" y="319"/>
                  </a:lnTo>
                  <a:lnTo>
                    <a:pt x="78" y="320"/>
                  </a:lnTo>
                  <a:lnTo>
                    <a:pt x="78" y="320"/>
                  </a:lnTo>
                  <a:lnTo>
                    <a:pt x="79" y="320"/>
                  </a:lnTo>
                  <a:lnTo>
                    <a:pt x="79" y="321"/>
                  </a:lnTo>
                  <a:lnTo>
                    <a:pt x="80" y="321"/>
                  </a:lnTo>
                  <a:lnTo>
                    <a:pt x="80" y="322"/>
                  </a:lnTo>
                  <a:lnTo>
                    <a:pt x="81" y="323"/>
                  </a:lnTo>
                  <a:lnTo>
                    <a:pt x="81" y="323"/>
                  </a:lnTo>
                  <a:lnTo>
                    <a:pt x="82" y="324"/>
                  </a:lnTo>
                  <a:lnTo>
                    <a:pt x="81" y="324"/>
                  </a:lnTo>
                  <a:lnTo>
                    <a:pt x="81" y="324"/>
                  </a:lnTo>
                  <a:lnTo>
                    <a:pt x="81" y="324"/>
                  </a:lnTo>
                  <a:lnTo>
                    <a:pt x="81" y="324"/>
                  </a:lnTo>
                  <a:lnTo>
                    <a:pt x="81" y="324"/>
                  </a:lnTo>
                  <a:lnTo>
                    <a:pt x="81" y="324"/>
                  </a:lnTo>
                  <a:lnTo>
                    <a:pt x="80" y="323"/>
                  </a:lnTo>
                  <a:lnTo>
                    <a:pt x="78" y="321"/>
                  </a:lnTo>
                  <a:lnTo>
                    <a:pt x="78" y="321"/>
                  </a:lnTo>
                  <a:lnTo>
                    <a:pt x="78" y="320"/>
                  </a:lnTo>
                  <a:lnTo>
                    <a:pt x="78" y="319"/>
                  </a:lnTo>
                  <a:lnTo>
                    <a:pt x="77" y="320"/>
                  </a:lnTo>
                  <a:lnTo>
                    <a:pt x="77" y="320"/>
                  </a:lnTo>
                  <a:lnTo>
                    <a:pt x="77" y="320"/>
                  </a:lnTo>
                  <a:lnTo>
                    <a:pt x="77" y="322"/>
                  </a:lnTo>
                  <a:lnTo>
                    <a:pt x="77" y="322"/>
                  </a:lnTo>
                  <a:lnTo>
                    <a:pt x="77" y="321"/>
                  </a:lnTo>
                  <a:lnTo>
                    <a:pt x="77" y="321"/>
                  </a:lnTo>
                  <a:lnTo>
                    <a:pt x="77" y="321"/>
                  </a:lnTo>
                  <a:lnTo>
                    <a:pt x="77" y="320"/>
                  </a:lnTo>
                  <a:lnTo>
                    <a:pt x="77" y="320"/>
                  </a:lnTo>
                  <a:lnTo>
                    <a:pt x="77" y="319"/>
                  </a:lnTo>
                  <a:lnTo>
                    <a:pt x="77" y="319"/>
                  </a:lnTo>
                  <a:lnTo>
                    <a:pt x="76" y="317"/>
                  </a:lnTo>
                  <a:lnTo>
                    <a:pt x="75" y="316"/>
                  </a:lnTo>
                  <a:lnTo>
                    <a:pt x="75" y="315"/>
                  </a:lnTo>
                  <a:lnTo>
                    <a:pt x="76" y="315"/>
                  </a:lnTo>
                  <a:lnTo>
                    <a:pt x="76" y="315"/>
                  </a:lnTo>
                  <a:lnTo>
                    <a:pt x="75" y="315"/>
                  </a:lnTo>
                  <a:lnTo>
                    <a:pt x="75" y="314"/>
                  </a:lnTo>
                  <a:lnTo>
                    <a:pt x="74" y="313"/>
                  </a:lnTo>
                  <a:lnTo>
                    <a:pt x="73" y="313"/>
                  </a:lnTo>
                  <a:lnTo>
                    <a:pt x="73" y="312"/>
                  </a:lnTo>
                  <a:lnTo>
                    <a:pt x="73" y="311"/>
                  </a:lnTo>
                  <a:lnTo>
                    <a:pt x="73" y="311"/>
                  </a:lnTo>
                  <a:lnTo>
                    <a:pt x="72" y="312"/>
                  </a:lnTo>
                  <a:lnTo>
                    <a:pt x="71" y="312"/>
                  </a:lnTo>
                  <a:lnTo>
                    <a:pt x="71" y="312"/>
                  </a:lnTo>
                  <a:lnTo>
                    <a:pt x="72" y="313"/>
                  </a:lnTo>
                  <a:lnTo>
                    <a:pt x="72" y="314"/>
                  </a:lnTo>
                  <a:lnTo>
                    <a:pt x="71" y="314"/>
                  </a:lnTo>
                  <a:lnTo>
                    <a:pt x="70" y="315"/>
                  </a:lnTo>
                  <a:lnTo>
                    <a:pt x="70" y="316"/>
                  </a:lnTo>
                  <a:lnTo>
                    <a:pt x="68" y="315"/>
                  </a:lnTo>
                  <a:lnTo>
                    <a:pt x="68" y="314"/>
                  </a:lnTo>
                  <a:lnTo>
                    <a:pt x="67" y="314"/>
                  </a:lnTo>
                  <a:lnTo>
                    <a:pt x="67" y="313"/>
                  </a:lnTo>
                  <a:lnTo>
                    <a:pt x="66" y="312"/>
                  </a:lnTo>
                  <a:lnTo>
                    <a:pt x="66" y="311"/>
                  </a:lnTo>
                  <a:lnTo>
                    <a:pt x="66" y="311"/>
                  </a:lnTo>
                  <a:lnTo>
                    <a:pt x="66" y="310"/>
                  </a:lnTo>
                  <a:lnTo>
                    <a:pt x="65" y="310"/>
                  </a:lnTo>
                  <a:lnTo>
                    <a:pt x="65" y="309"/>
                  </a:lnTo>
                  <a:lnTo>
                    <a:pt x="66" y="307"/>
                  </a:lnTo>
                  <a:lnTo>
                    <a:pt x="65" y="306"/>
                  </a:lnTo>
                  <a:lnTo>
                    <a:pt x="66" y="304"/>
                  </a:lnTo>
                  <a:lnTo>
                    <a:pt x="66" y="302"/>
                  </a:lnTo>
                  <a:lnTo>
                    <a:pt x="66" y="301"/>
                  </a:lnTo>
                  <a:lnTo>
                    <a:pt x="67" y="301"/>
                  </a:lnTo>
                  <a:lnTo>
                    <a:pt x="66" y="300"/>
                  </a:lnTo>
                  <a:lnTo>
                    <a:pt x="67" y="299"/>
                  </a:lnTo>
                  <a:lnTo>
                    <a:pt x="67" y="298"/>
                  </a:lnTo>
                  <a:lnTo>
                    <a:pt x="66" y="298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64" y="297"/>
                  </a:lnTo>
                  <a:lnTo>
                    <a:pt x="64" y="297"/>
                  </a:lnTo>
                  <a:lnTo>
                    <a:pt x="64" y="296"/>
                  </a:lnTo>
                  <a:lnTo>
                    <a:pt x="64" y="295"/>
                  </a:lnTo>
                  <a:lnTo>
                    <a:pt x="64" y="294"/>
                  </a:lnTo>
                  <a:lnTo>
                    <a:pt x="66" y="293"/>
                  </a:lnTo>
                  <a:lnTo>
                    <a:pt x="68" y="293"/>
                  </a:lnTo>
                  <a:lnTo>
                    <a:pt x="68" y="293"/>
                  </a:lnTo>
                  <a:lnTo>
                    <a:pt x="68" y="293"/>
                  </a:lnTo>
                  <a:lnTo>
                    <a:pt x="69" y="293"/>
                  </a:lnTo>
                  <a:lnTo>
                    <a:pt x="69" y="293"/>
                  </a:lnTo>
                  <a:lnTo>
                    <a:pt x="70" y="292"/>
                  </a:lnTo>
                  <a:lnTo>
                    <a:pt x="71" y="291"/>
                  </a:lnTo>
                  <a:lnTo>
                    <a:pt x="71" y="290"/>
                  </a:lnTo>
                  <a:lnTo>
                    <a:pt x="70" y="289"/>
                  </a:lnTo>
                  <a:lnTo>
                    <a:pt x="70" y="289"/>
                  </a:lnTo>
                  <a:lnTo>
                    <a:pt x="69" y="289"/>
                  </a:lnTo>
                  <a:lnTo>
                    <a:pt x="69" y="289"/>
                  </a:lnTo>
                  <a:lnTo>
                    <a:pt x="70" y="289"/>
                  </a:lnTo>
                  <a:lnTo>
                    <a:pt x="71" y="289"/>
                  </a:lnTo>
                  <a:lnTo>
                    <a:pt x="71" y="288"/>
                  </a:lnTo>
                  <a:lnTo>
                    <a:pt x="71" y="288"/>
                  </a:lnTo>
                  <a:lnTo>
                    <a:pt x="71" y="287"/>
                  </a:lnTo>
                  <a:lnTo>
                    <a:pt x="72" y="286"/>
                  </a:lnTo>
                  <a:lnTo>
                    <a:pt x="72" y="285"/>
                  </a:lnTo>
                  <a:lnTo>
                    <a:pt x="72" y="285"/>
                  </a:lnTo>
                  <a:lnTo>
                    <a:pt x="72" y="285"/>
                  </a:lnTo>
                  <a:lnTo>
                    <a:pt x="72" y="284"/>
                  </a:lnTo>
                  <a:lnTo>
                    <a:pt x="71" y="284"/>
                  </a:lnTo>
                  <a:lnTo>
                    <a:pt x="71" y="283"/>
                  </a:lnTo>
                  <a:lnTo>
                    <a:pt x="72" y="283"/>
                  </a:lnTo>
                  <a:lnTo>
                    <a:pt x="72" y="283"/>
                  </a:lnTo>
                  <a:lnTo>
                    <a:pt x="73" y="283"/>
                  </a:lnTo>
                  <a:lnTo>
                    <a:pt x="73" y="282"/>
                  </a:lnTo>
                  <a:lnTo>
                    <a:pt x="73" y="280"/>
                  </a:lnTo>
                  <a:lnTo>
                    <a:pt x="73" y="280"/>
                  </a:lnTo>
                  <a:lnTo>
                    <a:pt x="73" y="279"/>
                  </a:lnTo>
                  <a:lnTo>
                    <a:pt x="73" y="279"/>
                  </a:lnTo>
                  <a:lnTo>
                    <a:pt x="73" y="278"/>
                  </a:lnTo>
                  <a:lnTo>
                    <a:pt x="74" y="277"/>
                  </a:lnTo>
                  <a:lnTo>
                    <a:pt x="74" y="276"/>
                  </a:lnTo>
                  <a:lnTo>
                    <a:pt x="75" y="276"/>
                  </a:lnTo>
                  <a:lnTo>
                    <a:pt x="76" y="276"/>
                  </a:lnTo>
                  <a:lnTo>
                    <a:pt x="75" y="276"/>
                  </a:lnTo>
                  <a:lnTo>
                    <a:pt x="75" y="276"/>
                  </a:lnTo>
                  <a:lnTo>
                    <a:pt x="74" y="276"/>
                  </a:lnTo>
                  <a:lnTo>
                    <a:pt x="74" y="277"/>
                  </a:lnTo>
                  <a:lnTo>
                    <a:pt x="73" y="277"/>
                  </a:lnTo>
                  <a:lnTo>
                    <a:pt x="73" y="277"/>
                  </a:lnTo>
                  <a:lnTo>
                    <a:pt x="73" y="277"/>
                  </a:lnTo>
                  <a:lnTo>
                    <a:pt x="73" y="274"/>
                  </a:lnTo>
                  <a:lnTo>
                    <a:pt x="73" y="274"/>
                  </a:lnTo>
                  <a:lnTo>
                    <a:pt x="72" y="273"/>
                  </a:lnTo>
                  <a:lnTo>
                    <a:pt x="71" y="272"/>
                  </a:lnTo>
                  <a:lnTo>
                    <a:pt x="71" y="272"/>
                  </a:lnTo>
                  <a:lnTo>
                    <a:pt x="71" y="272"/>
                  </a:lnTo>
                  <a:lnTo>
                    <a:pt x="71" y="272"/>
                  </a:lnTo>
                  <a:lnTo>
                    <a:pt x="71" y="270"/>
                  </a:lnTo>
                  <a:lnTo>
                    <a:pt x="69" y="268"/>
                  </a:lnTo>
                  <a:lnTo>
                    <a:pt x="68" y="268"/>
                  </a:lnTo>
                  <a:lnTo>
                    <a:pt x="68" y="268"/>
                  </a:lnTo>
                  <a:lnTo>
                    <a:pt x="68" y="267"/>
                  </a:lnTo>
                  <a:lnTo>
                    <a:pt x="69" y="267"/>
                  </a:lnTo>
                  <a:lnTo>
                    <a:pt x="68" y="266"/>
                  </a:lnTo>
                  <a:lnTo>
                    <a:pt x="68" y="266"/>
                  </a:lnTo>
                  <a:lnTo>
                    <a:pt x="68" y="266"/>
                  </a:lnTo>
                  <a:lnTo>
                    <a:pt x="68" y="267"/>
                  </a:lnTo>
                  <a:lnTo>
                    <a:pt x="68" y="267"/>
                  </a:lnTo>
                  <a:lnTo>
                    <a:pt x="68" y="267"/>
                  </a:lnTo>
                  <a:lnTo>
                    <a:pt x="68" y="267"/>
                  </a:lnTo>
                  <a:lnTo>
                    <a:pt x="68" y="268"/>
                  </a:lnTo>
                  <a:lnTo>
                    <a:pt x="68" y="268"/>
                  </a:lnTo>
                  <a:lnTo>
                    <a:pt x="68" y="269"/>
                  </a:lnTo>
                  <a:lnTo>
                    <a:pt x="68" y="269"/>
                  </a:lnTo>
                  <a:lnTo>
                    <a:pt x="69" y="270"/>
                  </a:lnTo>
                  <a:lnTo>
                    <a:pt x="68" y="272"/>
                  </a:lnTo>
                  <a:lnTo>
                    <a:pt x="68" y="272"/>
                  </a:lnTo>
                  <a:lnTo>
                    <a:pt x="68" y="272"/>
                  </a:lnTo>
                  <a:lnTo>
                    <a:pt x="68" y="272"/>
                  </a:lnTo>
                  <a:lnTo>
                    <a:pt x="68" y="273"/>
                  </a:lnTo>
                  <a:lnTo>
                    <a:pt x="68" y="274"/>
                  </a:lnTo>
                  <a:lnTo>
                    <a:pt x="68" y="275"/>
                  </a:lnTo>
                  <a:lnTo>
                    <a:pt x="68" y="275"/>
                  </a:lnTo>
                  <a:lnTo>
                    <a:pt x="68" y="276"/>
                  </a:lnTo>
                  <a:lnTo>
                    <a:pt x="68" y="276"/>
                  </a:lnTo>
                  <a:lnTo>
                    <a:pt x="67" y="277"/>
                  </a:lnTo>
                  <a:lnTo>
                    <a:pt x="67" y="277"/>
                  </a:lnTo>
                  <a:lnTo>
                    <a:pt x="67" y="278"/>
                  </a:lnTo>
                  <a:lnTo>
                    <a:pt x="66" y="278"/>
                  </a:lnTo>
                  <a:lnTo>
                    <a:pt x="66" y="278"/>
                  </a:lnTo>
                  <a:lnTo>
                    <a:pt x="65" y="278"/>
                  </a:lnTo>
                  <a:lnTo>
                    <a:pt x="65" y="280"/>
                  </a:lnTo>
                  <a:lnTo>
                    <a:pt x="64" y="280"/>
                  </a:lnTo>
                  <a:lnTo>
                    <a:pt x="64" y="280"/>
                  </a:lnTo>
                  <a:lnTo>
                    <a:pt x="64" y="280"/>
                  </a:lnTo>
                  <a:lnTo>
                    <a:pt x="64" y="281"/>
                  </a:lnTo>
                  <a:lnTo>
                    <a:pt x="64" y="281"/>
                  </a:lnTo>
                  <a:lnTo>
                    <a:pt x="64" y="281"/>
                  </a:lnTo>
                  <a:lnTo>
                    <a:pt x="65" y="281"/>
                  </a:lnTo>
                  <a:lnTo>
                    <a:pt x="65" y="281"/>
                  </a:lnTo>
                  <a:lnTo>
                    <a:pt x="64" y="282"/>
                  </a:lnTo>
                  <a:lnTo>
                    <a:pt x="64" y="283"/>
                  </a:lnTo>
                  <a:lnTo>
                    <a:pt x="66" y="283"/>
                  </a:lnTo>
                  <a:lnTo>
                    <a:pt x="66" y="284"/>
                  </a:lnTo>
                  <a:lnTo>
                    <a:pt x="66" y="285"/>
                  </a:lnTo>
                  <a:lnTo>
                    <a:pt x="66" y="285"/>
                  </a:lnTo>
                  <a:lnTo>
                    <a:pt x="66" y="285"/>
                  </a:lnTo>
                  <a:lnTo>
                    <a:pt x="65" y="287"/>
                  </a:lnTo>
                  <a:lnTo>
                    <a:pt x="64" y="288"/>
                  </a:lnTo>
                  <a:lnTo>
                    <a:pt x="64" y="288"/>
                  </a:lnTo>
                  <a:lnTo>
                    <a:pt x="64" y="288"/>
                  </a:lnTo>
                  <a:lnTo>
                    <a:pt x="64" y="288"/>
                  </a:lnTo>
                  <a:lnTo>
                    <a:pt x="62" y="289"/>
                  </a:lnTo>
                  <a:lnTo>
                    <a:pt x="62" y="289"/>
                  </a:lnTo>
                  <a:lnTo>
                    <a:pt x="60" y="288"/>
                  </a:lnTo>
                  <a:lnTo>
                    <a:pt x="60" y="287"/>
                  </a:lnTo>
                  <a:lnTo>
                    <a:pt x="60" y="286"/>
                  </a:lnTo>
                  <a:lnTo>
                    <a:pt x="60" y="286"/>
                  </a:lnTo>
                  <a:lnTo>
                    <a:pt x="59" y="286"/>
                  </a:lnTo>
                  <a:lnTo>
                    <a:pt x="58" y="288"/>
                  </a:lnTo>
                  <a:lnTo>
                    <a:pt x="56" y="289"/>
                  </a:lnTo>
                  <a:lnTo>
                    <a:pt x="55" y="289"/>
                  </a:lnTo>
                  <a:lnTo>
                    <a:pt x="53" y="289"/>
                  </a:lnTo>
                  <a:lnTo>
                    <a:pt x="53" y="289"/>
                  </a:lnTo>
                  <a:lnTo>
                    <a:pt x="52" y="288"/>
                  </a:lnTo>
                  <a:lnTo>
                    <a:pt x="52" y="288"/>
                  </a:lnTo>
                  <a:lnTo>
                    <a:pt x="51" y="286"/>
                  </a:lnTo>
                  <a:lnTo>
                    <a:pt x="51" y="285"/>
                  </a:lnTo>
                  <a:lnTo>
                    <a:pt x="51" y="285"/>
                  </a:lnTo>
                  <a:lnTo>
                    <a:pt x="50" y="284"/>
                  </a:lnTo>
                  <a:lnTo>
                    <a:pt x="49" y="282"/>
                  </a:lnTo>
                  <a:lnTo>
                    <a:pt x="47" y="277"/>
                  </a:lnTo>
                  <a:lnTo>
                    <a:pt x="46" y="277"/>
                  </a:lnTo>
                  <a:lnTo>
                    <a:pt x="45" y="276"/>
                  </a:lnTo>
                  <a:lnTo>
                    <a:pt x="44" y="274"/>
                  </a:lnTo>
                  <a:lnTo>
                    <a:pt x="43" y="272"/>
                  </a:lnTo>
                  <a:lnTo>
                    <a:pt x="42" y="272"/>
                  </a:lnTo>
                  <a:lnTo>
                    <a:pt x="42" y="272"/>
                  </a:lnTo>
                  <a:lnTo>
                    <a:pt x="42" y="271"/>
                  </a:lnTo>
                  <a:lnTo>
                    <a:pt x="41" y="270"/>
                  </a:lnTo>
                  <a:lnTo>
                    <a:pt x="40" y="268"/>
                  </a:lnTo>
                  <a:lnTo>
                    <a:pt x="39" y="268"/>
                  </a:lnTo>
                  <a:lnTo>
                    <a:pt x="39" y="267"/>
                  </a:lnTo>
                  <a:lnTo>
                    <a:pt x="39" y="266"/>
                  </a:lnTo>
                  <a:lnTo>
                    <a:pt x="38" y="266"/>
                  </a:lnTo>
                  <a:lnTo>
                    <a:pt x="38" y="265"/>
                  </a:lnTo>
                  <a:lnTo>
                    <a:pt x="38" y="265"/>
                  </a:lnTo>
                  <a:lnTo>
                    <a:pt x="37" y="263"/>
                  </a:lnTo>
                  <a:lnTo>
                    <a:pt x="37" y="262"/>
                  </a:lnTo>
                  <a:lnTo>
                    <a:pt x="37" y="261"/>
                  </a:lnTo>
                  <a:lnTo>
                    <a:pt x="37" y="260"/>
                  </a:lnTo>
                  <a:lnTo>
                    <a:pt x="36" y="260"/>
                  </a:lnTo>
                  <a:lnTo>
                    <a:pt x="36" y="259"/>
                  </a:lnTo>
                  <a:lnTo>
                    <a:pt x="36" y="259"/>
                  </a:lnTo>
                  <a:lnTo>
                    <a:pt x="36" y="258"/>
                  </a:lnTo>
                  <a:lnTo>
                    <a:pt x="37" y="257"/>
                  </a:lnTo>
                  <a:lnTo>
                    <a:pt x="38" y="255"/>
                  </a:lnTo>
                  <a:lnTo>
                    <a:pt x="37" y="254"/>
                  </a:lnTo>
                  <a:lnTo>
                    <a:pt x="37" y="254"/>
                  </a:lnTo>
                  <a:lnTo>
                    <a:pt x="37" y="252"/>
                  </a:lnTo>
                  <a:lnTo>
                    <a:pt x="36" y="251"/>
                  </a:lnTo>
                  <a:lnTo>
                    <a:pt x="36" y="250"/>
                  </a:lnTo>
                  <a:lnTo>
                    <a:pt x="36" y="250"/>
                  </a:lnTo>
                  <a:lnTo>
                    <a:pt x="36" y="249"/>
                  </a:lnTo>
                  <a:lnTo>
                    <a:pt x="36" y="247"/>
                  </a:lnTo>
                  <a:lnTo>
                    <a:pt x="36" y="247"/>
                  </a:lnTo>
                  <a:lnTo>
                    <a:pt x="36" y="246"/>
                  </a:lnTo>
                  <a:lnTo>
                    <a:pt x="37" y="245"/>
                  </a:lnTo>
                  <a:lnTo>
                    <a:pt x="38" y="244"/>
                  </a:lnTo>
                  <a:lnTo>
                    <a:pt x="38" y="242"/>
                  </a:lnTo>
                  <a:lnTo>
                    <a:pt x="38" y="242"/>
                  </a:lnTo>
                  <a:lnTo>
                    <a:pt x="38" y="243"/>
                  </a:lnTo>
                  <a:lnTo>
                    <a:pt x="38" y="244"/>
                  </a:lnTo>
                  <a:lnTo>
                    <a:pt x="38" y="245"/>
                  </a:lnTo>
                  <a:lnTo>
                    <a:pt x="38" y="246"/>
                  </a:lnTo>
                  <a:lnTo>
                    <a:pt x="38" y="246"/>
                  </a:lnTo>
                  <a:lnTo>
                    <a:pt x="39" y="246"/>
                  </a:lnTo>
                  <a:lnTo>
                    <a:pt x="40" y="246"/>
                  </a:lnTo>
                  <a:lnTo>
                    <a:pt x="41" y="246"/>
                  </a:lnTo>
                  <a:lnTo>
                    <a:pt x="42" y="246"/>
                  </a:lnTo>
                  <a:lnTo>
                    <a:pt x="42" y="245"/>
                  </a:lnTo>
                  <a:lnTo>
                    <a:pt x="42" y="244"/>
                  </a:lnTo>
                  <a:lnTo>
                    <a:pt x="42" y="244"/>
                  </a:lnTo>
                  <a:lnTo>
                    <a:pt x="42" y="245"/>
                  </a:lnTo>
                  <a:lnTo>
                    <a:pt x="42" y="245"/>
                  </a:lnTo>
                  <a:lnTo>
                    <a:pt x="41" y="246"/>
                  </a:lnTo>
                  <a:lnTo>
                    <a:pt x="41" y="246"/>
                  </a:lnTo>
                  <a:lnTo>
                    <a:pt x="40" y="246"/>
                  </a:lnTo>
                  <a:lnTo>
                    <a:pt x="39" y="246"/>
                  </a:lnTo>
                  <a:lnTo>
                    <a:pt x="38" y="246"/>
                  </a:lnTo>
                  <a:lnTo>
                    <a:pt x="38" y="245"/>
                  </a:lnTo>
                  <a:lnTo>
                    <a:pt x="39" y="244"/>
                  </a:lnTo>
                  <a:lnTo>
                    <a:pt x="39" y="243"/>
                  </a:lnTo>
                  <a:lnTo>
                    <a:pt x="38" y="242"/>
                  </a:lnTo>
                  <a:lnTo>
                    <a:pt x="38" y="241"/>
                  </a:lnTo>
                  <a:lnTo>
                    <a:pt x="38" y="241"/>
                  </a:lnTo>
                  <a:lnTo>
                    <a:pt x="38" y="239"/>
                  </a:lnTo>
                  <a:lnTo>
                    <a:pt x="39" y="239"/>
                  </a:lnTo>
                  <a:lnTo>
                    <a:pt x="39" y="239"/>
                  </a:lnTo>
                  <a:lnTo>
                    <a:pt x="40" y="238"/>
                  </a:lnTo>
                  <a:lnTo>
                    <a:pt x="39" y="238"/>
                  </a:lnTo>
                  <a:lnTo>
                    <a:pt x="39" y="239"/>
                  </a:lnTo>
                  <a:lnTo>
                    <a:pt x="38" y="239"/>
                  </a:lnTo>
                  <a:lnTo>
                    <a:pt x="38" y="238"/>
                  </a:lnTo>
                  <a:lnTo>
                    <a:pt x="38" y="238"/>
                  </a:lnTo>
                  <a:lnTo>
                    <a:pt x="38" y="239"/>
                  </a:lnTo>
                  <a:lnTo>
                    <a:pt x="38" y="239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8" y="241"/>
                  </a:lnTo>
                  <a:lnTo>
                    <a:pt x="38" y="241"/>
                  </a:lnTo>
                  <a:lnTo>
                    <a:pt x="37" y="240"/>
                  </a:lnTo>
                  <a:lnTo>
                    <a:pt x="36" y="240"/>
                  </a:lnTo>
                  <a:lnTo>
                    <a:pt x="36" y="240"/>
                  </a:lnTo>
                  <a:lnTo>
                    <a:pt x="35" y="241"/>
                  </a:lnTo>
                  <a:lnTo>
                    <a:pt x="35" y="241"/>
                  </a:lnTo>
                  <a:lnTo>
                    <a:pt x="34" y="240"/>
                  </a:lnTo>
                  <a:lnTo>
                    <a:pt x="34" y="239"/>
                  </a:lnTo>
                  <a:lnTo>
                    <a:pt x="34" y="239"/>
                  </a:lnTo>
                  <a:lnTo>
                    <a:pt x="34" y="238"/>
                  </a:lnTo>
                  <a:lnTo>
                    <a:pt x="34" y="237"/>
                  </a:lnTo>
                  <a:lnTo>
                    <a:pt x="33" y="237"/>
                  </a:lnTo>
                  <a:lnTo>
                    <a:pt x="33" y="237"/>
                  </a:lnTo>
                  <a:lnTo>
                    <a:pt x="34" y="238"/>
                  </a:lnTo>
                  <a:lnTo>
                    <a:pt x="34" y="239"/>
                  </a:lnTo>
                  <a:lnTo>
                    <a:pt x="33" y="239"/>
                  </a:lnTo>
                  <a:lnTo>
                    <a:pt x="33" y="240"/>
                  </a:lnTo>
                  <a:lnTo>
                    <a:pt x="34" y="241"/>
                  </a:lnTo>
                  <a:lnTo>
                    <a:pt x="35" y="241"/>
                  </a:lnTo>
                  <a:lnTo>
                    <a:pt x="37" y="242"/>
                  </a:lnTo>
                  <a:lnTo>
                    <a:pt x="37" y="243"/>
                  </a:lnTo>
                  <a:lnTo>
                    <a:pt x="35" y="244"/>
                  </a:lnTo>
                  <a:lnTo>
                    <a:pt x="34" y="244"/>
                  </a:lnTo>
                  <a:lnTo>
                    <a:pt x="34" y="244"/>
                  </a:lnTo>
                  <a:lnTo>
                    <a:pt x="34" y="243"/>
                  </a:lnTo>
                  <a:lnTo>
                    <a:pt x="33" y="242"/>
                  </a:lnTo>
                  <a:lnTo>
                    <a:pt x="31" y="241"/>
                  </a:lnTo>
                  <a:lnTo>
                    <a:pt x="31" y="240"/>
                  </a:lnTo>
                  <a:lnTo>
                    <a:pt x="29" y="238"/>
                  </a:lnTo>
                  <a:lnTo>
                    <a:pt x="29" y="237"/>
                  </a:lnTo>
                  <a:lnTo>
                    <a:pt x="29" y="236"/>
                  </a:lnTo>
                  <a:lnTo>
                    <a:pt x="28" y="233"/>
                  </a:lnTo>
                  <a:lnTo>
                    <a:pt x="28" y="233"/>
                  </a:lnTo>
                  <a:lnTo>
                    <a:pt x="27" y="232"/>
                  </a:lnTo>
                  <a:lnTo>
                    <a:pt x="26" y="231"/>
                  </a:lnTo>
                  <a:lnTo>
                    <a:pt x="25" y="228"/>
                  </a:lnTo>
                  <a:lnTo>
                    <a:pt x="25" y="228"/>
                  </a:lnTo>
                  <a:lnTo>
                    <a:pt x="25" y="228"/>
                  </a:lnTo>
                  <a:lnTo>
                    <a:pt x="23" y="226"/>
                  </a:lnTo>
                  <a:lnTo>
                    <a:pt x="23" y="226"/>
                  </a:lnTo>
                  <a:lnTo>
                    <a:pt x="22" y="225"/>
                  </a:lnTo>
                  <a:lnTo>
                    <a:pt x="22" y="224"/>
                  </a:lnTo>
                  <a:lnTo>
                    <a:pt x="21" y="224"/>
                  </a:lnTo>
                  <a:lnTo>
                    <a:pt x="21" y="223"/>
                  </a:lnTo>
                  <a:lnTo>
                    <a:pt x="21" y="223"/>
                  </a:lnTo>
                  <a:lnTo>
                    <a:pt x="21" y="223"/>
                  </a:lnTo>
                  <a:lnTo>
                    <a:pt x="21" y="223"/>
                  </a:lnTo>
                  <a:lnTo>
                    <a:pt x="20" y="223"/>
                  </a:lnTo>
                  <a:lnTo>
                    <a:pt x="20" y="221"/>
                  </a:lnTo>
                  <a:lnTo>
                    <a:pt x="18" y="220"/>
                  </a:lnTo>
                  <a:lnTo>
                    <a:pt x="18" y="220"/>
                  </a:lnTo>
                  <a:lnTo>
                    <a:pt x="17" y="219"/>
                  </a:lnTo>
                  <a:lnTo>
                    <a:pt x="16" y="218"/>
                  </a:lnTo>
                  <a:lnTo>
                    <a:pt x="16" y="217"/>
                  </a:lnTo>
                  <a:lnTo>
                    <a:pt x="16" y="216"/>
                  </a:lnTo>
                  <a:lnTo>
                    <a:pt x="14" y="215"/>
                  </a:lnTo>
                  <a:lnTo>
                    <a:pt x="13" y="214"/>
                  </a:lnTo>
                  <a:lnTo>
                    <a:pt x="12" y="214"/>
                  </a:lnTo>
                  <a:lnTo>
                    <a:pt x="12" y="212"/>
                  </a:lnTo>
                  <a:lnTo>
                    <a:pt x="12" y="212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11" y="210"/>
                  </a:lnTo>
                  <a:lnTo>
                    <a:pt x="10" y="207"/>
                  </a:lnTo>
                  <a:lnTo>
                    <a:pt x="8" y="207"/>
                  </a:lnTo>
                  <a:lnTo>
                    <a:pt x="8" y="206"/>
                  </a:lnTo>
                  <a:lnTo>
                    <a:pt x="8" y="205"/>
                  </a:lnTo>
                  <a:lnTo>
                    <a:pt x="8" y="204"/>
                  </a:lnTo>
                  <a:lnTo>
                    <a:pt x="7" y="204"/>
                  </a:lnTo>
                  <a:lnTo>
                    <a:pt x="7" y="203"/>
                  </a:lnTo>
                  <a:lnTo>
                    <a:pt x="5" y="202"/>
                  </a:lnTo>
                  <a:lnTo>
                    <a:pt x="5" y="202"/>
                  </a:lnTo>
                  <a:lnTo>
                    <a:pt x="5" y="202"/>
                  </a:lnTo>
                  <a:lnTo>
                    <a:pt x="3" y="202"/>
                  </a:lnTo>
                  <a:lnTo>
                    <a:pt x="3" y="202"/>
                  </a:lnTo>
                  <a:lnTo>
                    <a:pt x="3" y="201"/>
                  </a:lnTo>
                  <a:lnTo>
                    <a:pt x="2" y="200"/>
                  </a:lnTo>
                  <a:lnTo>
                    <a:pt x="2" y="198"/>
                  </a:lnTo>
                  <a:lnTo>
                    <a:pt x="1" y="198"/>
                  </a:lnTo>
                  <a:lnTo>
                    <a:pt x="0" y="198"/>
                  </a:lnTo>
                  <a:lnTo>
                    <a:pt x="0" y="195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2" y="194"/>
                  </a:lnTo>
                  <a:lnTo>
                    <a:pt x="3" y="193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4" y="192"/>
                  </a:lnTo>
                  <a:lnTo>
                    <a:pt x="5" y="191"/>
                  </a:lnTo>
                  <a:lnTo>
                    <a:pt x="5" y="191"/>
                  </a:lnTo>
                  <a:lnTo>
                    <a:pt x="6" y="189"/>
                  </a:lnTo>
                  <a:lnTo>
                    <a:pt x="6" y="189"/>
                  </a:lnTo>
                  <a:lnTo>
                    <a:pt x="6" y="188"/>
                  </a:lnTo>
                  <a:lnTo>
                    <a:pt x="7" y="185"/>
                  </a:lnTo>
                  <a:lnTo>
                    <a:pt x="7" y="185"/>
                  </a:lnTo>
                  <a:lnTo>
                    <a:pt x="8" y="185"/>
                  </a:lnTo>
                  <a:lnTo>
                    <a:pt x="8" y="185"/>
                  </a:lnTo>
                  <a:lnTo>
                    <a:pt x="8" y="185"/>
                  </a:lnTo>
                  <a:lnTo>
                    <a:pt x="8" y="185"/>
                  </a:lnTo>
                  <a:lnTo>
                    <a:pt x="8" y="185"/>
                  </a:lnTo>
                  <a:lnTo>
                    <a:pt x="8" y="184"/>
                  </a:lnTo>
                  <a:lnTo>
                    <a:pt x="8" y="182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9"/>
                  </a:lnTo>
                  <a:lnTo>
                    <a:pt x="10" y="179"/>
                  </a:lnTo>
                  <a:lnTo>
                    <a:pt x="10" y="178"/>
                  </a:lnTo>
                  <a:lnTo>
                    <a:pt x="10" y="177"/>
                  </a:lnTo>
                  <a:lnTo>
                    <a:pt x="9" y="177"/>
                  </a:lnTo>
                  <a:lnTo>
                    <a:pt x="10" y="175"/>
                  </a:lnTo>
                  <a:lnTo>
                    <a:pt x="9" y="173"/>
                  </a:lnTo>
                  <a:lnTo>
                    <a:pt x="10" y="173"/>
                  </a:lnTo>
                  <a:lnTo>
                    <a:pt x="11" y="172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2" y="170"/>
                  </a:lnTo>
                  <a:lnTo>
                    <a:pt x="12" y="170"/>
                  </a:lnTo>
                  <a:lnTo>
                    <a:pt x="12" y="169"/>
                  </a:lnTo>
                  <a:lnTo>
                    <a:pt x="12" y="168"/>
                  </a:lnTo>
                  <a:lnTo>
                    <a:pt x="12" y="168"/>
                  </a:lnTo>
                  <a:lnTo>
                    <a:pt x="12" y="167"/>
                  </a:lnTo>
                  <a:lnTo>
                    <a:pt x="12" y="164"/>
                  </a:lnTo>
                  <a:lnTo>
                    <a:pt x="11" y="163"/>
                  </a:lnTo>
                  <a:lnTo>
                    <a:pt x="11" y="161"/>
                  </a:lnTo>
                  <a:lnTo>
                    <a:pt x="11" y="159"/>
                  </a:lnTo>
                  <a:lnTo>
                    <a:pt x="10" y="156"/>
                  </a:lnTo>
                  <a:lnTo>
                    <a:pt x="11" y="156"/>
                  </a:lnTo>
                  <a:lnTo>
                    <a:pt x="11" y="157"/>
                  </a:lnTo>
                  <a:lnTo>
                    <a:pt x="12" y="157"/>
                  </a:lnTo>
                  <a:lnTo>
                    <a:pt x="12" y="157"/>
                  </a:lnTo>
                  <a:lnTo>
                    <a:pt x="12" y="156"/>
                  </a:lnTo>
                  <a:lnTo>
                    <a:pt x="12" y="155"/>
                  </a:lnTo>
                  <a:lnTo>
                    <a:pt x="12" y="155"/>
                  </a:lnTo>
                  <a:lnTo>
                    <a:pt x="13" y="155"/>
                  </a:lnTo>
                  <a:lnTo>
                    <a:pt x="13" y="154"/>
                  </a:lnTo>
                  <a:lnTo>
                    <a:pt x="14" y="152"/>
                  </a:lnTo>
                  <a:lnTo>
                    <a:pt x="15" y="152"/>
                  </a:lnTo>
                  <a:lnTo>
                    <a:pt x="15" y="151"/>
                  </a:lnTo>
                  <a:lnTo>
                    <a:pt x="15" y="151"/>
                  </a:lnTo>
                  <a:lnTo>
                    <a:pt x="15" y="150"/>
                  </a:lnTo>
                  <a:lnTo>
                    <a:pt x="16" y="150"/>
                  </a:lnTo>
                  <a:lnTo>
                    <a:pt x="16" y="150"/>
                  </a:lnTo>
                  <a:lnTo>
                    <a:pt x="16" y="149"/>
                  </a:lnTo>
                  <a:lnTo>
                    <a:pt x="16" y="149"/>
                  </a:lnTo>
                  <a:lnTo>
                    <a:pt x="17" y="149"/>
                  </a:lnTo>
                  <a:lnTo>
                    <a:pt x="18" y="148"/>
                  </a:lnTo>
                  <a:lnTo>
                    <a:pt x="18" y="147"/>
                  </a:lnTo>
                  <a:lnTo>
                    <a:pt x="18" y="147"/>
                  </a:lnTo>
                  <a:lnTo>
                    <a:pt x="19" y="146"/>
                  </a:lnTo>
                  <a:lnTo>
                    <a:pt x="20" y="146"/>
                  </a:lnTo>
                  <a:lnTo>
                    <a:pt x="20" y="145"/>
                  </a:lnTo>
                  <a:lnTo>
                    <a:pt x="21" y="144"/>
                  </a:lnTo>
                  <a:lnTo>
                    <a:pt x="21" y="144"/>
                  </a:lnTo>
                  <a:lnTo>
                    <a:pt x="21" y="143"/>
                  </a:lnTo>
                  <a:lnTo>
                    <a:pt x="21" y="142"/>
                  </a:lnTo>
                  <a:lnTo>
                    <a:pt x="21" y="142"/>
                  </a:lnTo>
                  <a:lnTo>
                    <a:pt x="21" y="141"/>
                  </a:lnTo>
                  <a:lnTo>
                    <a:pt x="21" y="141"/>
                  </a:lnTo>
                  <a:lnTo>
                    <a:pt x="21" y="140"/>
                  </a:lnTo>
                  <a:lnTo>
                    <a:pt x="21" y="140"/>
                  </a:lnTo>
                  <a:lnTo>
                    <a:pt x="21" y="137"/>
                  </a:lnTo>
                  <a:lnTo>
                    <a:pt x="22" y="137"/>
                  </a:lnTo>
                  <a:lnTo>
                    <a:pt x="22" y="138"/>
                  </a:lnTo>
                  <a:lnTo>
                    <a:pt x="23" y="138"/>
                  </a:lnTo>
                  <a:lnTo>
                    <a:pt x="23" y="137"/>
                  </a:lnTo>
                  <a:lnTo>
                    <a:pt x="24" y="137"/>
                  </a:lnTo>
                  <a:lnTo>
                    <a:pt x="24" y="135"/>
                  </a:lnTo>
                  <a:lnTo>
                    <a:pt x="26" y="134"/>
                  </a:lnTo>
                  <a:lnTo>
                    <a:pt x="27" y="133"/>
                  </a:lnTo>
                  <a:lnTo>
                    <a:pt x="27" y="133"/>
                  </a:lnTo>
                  <a:lnTo>
                    <a:pt x="29" y="132"/>
                  </a:lnTo>
                  <a:lnTo>
                    <a:pt x="29" y="131"/>
                  </a:lnTo>
                  <a:lnTo>
                    <a:pt x="29" y="131"/>
                  </a:lnTo>
                  <a:lnTo>
                    <a:pt x="30" y="130"/>
                  </a:lnTo>
                  <a:lnTo>
                    <a:pt x="31" y="129"/>
                  </a:lnTo>
                  <a:lnTo>
                    <a:pt x="31" y="129"/>
                  </a:lnTo>
                  <a:lnTo>
                    <a:pt x="31" y="129"/>
                  </a:lnTo>
                  <a:lnTo>
                    <a:pt x="31" y="129"/>
                  </a:lnTo>
                  <a:lnTo>
                    <a:pt x="33" y="128"/>
                  </a:lnTo>
                  <a:lnTo>
                    <a:pt x="33" y="127"/>
                  </a:lnTo>
                  <a:lnTo>
                    <a:pt x="34" y="127"/>
                  </a:lnTo>
                  <a:lnTo>
                    <a:pt x="34" y="125"/>
                  </a:lnTo>
                  <a:lnTo>
                    <a:pt x="34" y="124"/>
                  </a:lnTo>
                  <a:lnTo>
                    <a:pt x="34" y="124"/>
                  </a:lnTo>
                  <a:lnTo>
                    <a:pt x="34" y="120"/>
                  </a:lnTo>
                  <a:lnTo>
                    <a:pt x="35" y="120"/>
                  </a:lnTo>
                  <a:lnTo>
                    <a:pt x="34" y="119"/>
                  </a:lnTo>
                  <a:lnTo>
                    <a:pt x="35" y="119"/>
                  </a:lnTo>
                  <a:lnTo>
                    <a:pt x="35" y="119"/>
                  </a:lnTo>
                  <a:lnTo>
                    <a:pt x="35" y="118"/>
                  </a:lnTo>
                  <a:lnTo>
                    <a:pt x="34" y="118"/>
                  </a:lnTo>
                  <a:lnTo>
                    <a:pt x="34" y="117"/>
                  </a:lnTo>
                  <a:lnTo>
                    <a:pt x="34" y="117"/>
                  </a:lnTo>
                  <a:lnTo>
                    <a:pt x="34" y="116"/>
                  </a:lnTo>
                  <a:lnTo>
                    <a:pt x="34" y="116"/>
                  </a:lnTo>
                  <a:lnTo>
                    <a:pt x="34" y="113"/>
                  </a:lnTo>
                  <a:lnTo>
                    <a:pt x="34" y="111"/>
                  </a:lnTo>
                  <a:lnTo>
                    <a:pt x="35" y="109"/>
                  </a:lnTo>
                  <a:lnTo>
                    <a:pt x="35" y="109"/>
                  </a:lnTo>
                  <a:lnTo>
                    <a:pt x="36" y="107"/>
                  </a:lnTo>
                  <a:lnTo>
                    <a:pt x="36" y="107"/>
                  </a:lnTo>
                  <a:lnTo>
                    <a:pt x="36" y="107"/>
                  </a:lnTo>
                  <a:lnTo>
                    <a:pt x="37" y="106"/>
                  </a:lnTo>
                  <a:lnTo>
                    <a:pt x="37" y="106"/>
                  </a:lnTo>
                  <a:lnTo>
                    <a:pt x="37" y="105"/>
                  </a:lnTo>
                  <a:lnTo>
                    <a:pt x="38" y="103"/>
                  </a:lnTo>
                  <a:lnTo>
                    <a:pt x="38" y="102"/>
                  </a:lnTo>
                  <a:lnTo>
                    <a:pt x="39" y="98"/>
                  </a:lnTo>
                  <a:lnTo>
                    <a:pt x="39" y="98"/>
                  </a:lnTo>
                  <a:lnTo>
                    <a:pt x="39" y="97"/>
                  </a:lnTo>
                  <a:lnTo>
                    <a:pt x="39" y="95"/>
                  </a:lnTo>
                  <a:lnTo>
                    <a:pt x="40" y="95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1" y="94"/>
                  </a:lnTo>
                  <a:lnTo>
                    <a:pt x="42" y="91"/>
                  </a:lnTo>
                  <a:lnTo>
                    <a:pt x="42" y="91"/>
                  </a:lnTo>
                  <a:lnTo>
                    <a:pt x="43" y="90"/>
                  </a:lnTo>
                  <a:lnTo>
                    <a:pt x="44" y="89"/>
                  </a:lnTo>
                  <a:lnTo>
                    <a:pt x="45" y="88"/>
                  </a:lnTo>
                  <a:lnTo>
                    <a:pt x="45" y="87"/>
                  </a:lnTo>
                  <a:lnTo>
                    <a:pt x="48" y="85"/>
                  </a:lnTo>
                  <a:lnTo>
                    <a:pt x="48" y="85"/>
                  </a:lnTo>
                  <a:lnTo>
                    <a:pt x="48" y="85"/>
                  </a:lnTo>
                  <a:lnTo>
                    <a:pt x="49" y="85"/>
                  </a:lnTo>
                  <a:lnTo>
                    <a:pt x="49" y="85"/>
                  </a:lnTo>
                  <a:lnTo>
                    <a:pt x="51" y="85"/>
                  </a:lnTo>
                  <a:lnTo>
                    <a:pt x="51" y="85"/>
                  </a:lnTo>
                  <a:lnTo>
                    <a:pt x="49" y="86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51" y="87"/>
                  </a:lnTo>
                  <a:lnTo>
                    <a:pt x="53" y="88"/>
                  </a:lnTo>
                  <a:lnTo>
                    <a:pt x="54" y="88"/>
                  </a:lnTo>
                  <a:lnTo>
                    <a:pt x="55" y="88"/>
                  </a:lnTo>
                  <a:lnTo>
                    <a:pt x="55" y="89"/>
                  </a:lnTo>
                  <a:lnTo>
                    <a:pt x="55" y="89"/>
                  </a:lnTo>
                  <a:lnTo>
                    <a:pt x="56" y="90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8" y="91"/>
                  </a:lnTo>
                  <a:lnTo>
                    <a:pt x="59" y="91"/>
                  </a:lnTo>
                  <a:lnTo>
                    <a:pt x="59" y="91"/>
                  </a:lnTo>
                  <a:lnTo>
                    <a:pt x="60" y="92"/>
                  </a:lnTo>
                  <a:lnTo>
                    <a:pt x="59" y="92"/>
                  </a:lnTo>
                  <a:lnTo>
                    <a:pt x="60" y="92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0" y="92"/>
                  </a:lnTo>
                  <a:lnTo>
                    <a:pt x="60" y="91"/>
                  </a:lnTo>
                  <a:lnTo>
                    <a:pt x="60" y="91"/>
                  </a:lnTo>
                  <a:lnTo>
                    <a:pt x="60" y="91"/>
                  </a:lnTo>
                  <a:lnTo>
                    <a:pt x="59" y="90"/>
                  </a:lnTo>
                  <a:lnTo>
                    <a:pt x="59" y="90"/>
                  </a:lnTo>
                  <a:lnTo>
                    <a:pt x="59" y="88"/>
                  </a:lnTo>
                  <a:lnTo>
                    <a:pt x="58" y="88"/>
                  </a:lnTo>
                  <a:lnTo>
                    <a:pt x="58" y="87"/>
                  </a:lnTo>
                  <a:lnTo>
                    <a:pt x="58" y="87"/>
                  </a:lnTo>
                  <a:lnTo>
                    <a:pt x="59" y="87"/>
                  </a:lnTo>
                  <a:lnTo>
                    <a:pt x="61" y="88"/>
                  </a:lnTo>
                  <a:lnTo>
                    <a:pt x="62" y="87"/>
                  </a:lnTo>
                  <a:lnTo>
                    <a:pt x="63" y="87"/>
                  </a:lnTo>
                  <a:lnTo>
                    <a:pt x="63" y="86"/>
                  </a:lnTo>
                  <a:lnTo>
                    <a:pt x="63" y="86"/>
                  </a:lnTo>
                  <a:lnTo>
                    <a:pt x="64" y="85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64" y="81"/>
                  </a:lnTo>
                  <a:lnTo>
                    <a:pt x="65" y="81"/>
                  </a:lnTo>
                  <a:lnTo>
                    <a:pt x="65" y="82"/>
                  </a:lnTo>
                  <a:lnTo>
                    <a:pt x="65" y="82"/>
                  </a:lnTo>
                  <a:lnTo>
                    <a:pt x="68" y="82"/>
                  </a:lnTo>
                  <a:lnTo>
                    <a:pt x="68" y="83"/>
                  </a:lnTo>
                  <a:lnTo>
                    <a:pt x="68" y="84"/>
                  </a:lnTo>
                  <a:lnTo>
                    <a:pt x="69" y="84"/>
                  </a:lnTo>
                  <a:lnTo>
                    <a:pt x="69" y="83"/>
                  </a:lnTo>
                  <a:lnTo>
                    <a:pt x="68" y="83"/>
                  </a:lnTo>
                  <a:lnTo>
                    <a:pt x="67" y="81"/>
                  </a:lnTo>
                  <a:lnTo>
                    <a:pt x="65" y="81"/>
                  </a:lnTo>
                  <a:lnTo>
                    <a:pt x="65" y="81"/>
                  </a:lnTo>
                  <a:lnTo>
                    <a:pt x="65" y="81"/>
                  </a:lnTo>
                  <a:lnTo>
                    <a:pt x="64" y="81"/>
                  </a:lnTo>
                  <a:lnTo>
                    <a:pt x="64" y="81"/>
                  </a:lnTo>
                  <a:lnTo>
                    <a:pt x="63" y="81"/>
                  </a:lnTo>
                  <a:lnTo>
                    <a:pt x="62" y="83"/>
                  </a:lnTo>
                  <a:lnTo>
                    <a:pt x="61" y="84"/>
                  </a:lnTo>
                  <a:lnTo>
                    <a:pt x="59" y="84"/>
                  </a:lnTo>
                  <a:lnTo>
                    <a:pt x="59" y="84"/>
                  </a:lnTo>
                  <a:lnTo>
                    <a:pt x="59" y="84"/>
                  </a:lnTo>
                  <a:lnTo>
                    <a:pt x="59" y="83"/>
                  </a:lnTo>
                  <a:lnTo>
                    <a:pt x="58" y="83"/>
                  </a:lnTo>
                  <a:lnTo>
                    <a:pt x="57" y="83"/>
                  </a:lnTo>
                  <a:lnTo>
                    <a:pt x="57" y="83"/>
                  </a:lnTo>
                  <a:lnTo>
                    <a:pt x="56" y="83"/>
                  </a:lnTo>
                  <a:lnTo>
                    <a:pt x="56" y="82"/>
                  </a:lnTo>
                  <a:lnTo>
                    <a:pt x="55" y="81"/>
                  </a:lnTo>
                  <a:lnTo>
                    <a:pt x="55" y="81"/>
                  </a:lnTo>
                  <a:lnTo>
                    <a:pt x="56" y="78"/>
                  </a:lnTo>
                  <a:lnTo>
                    <a:pt x="57" y="77"/>
                  </a:lnTo>
                  <a:lnTo>
                    <a:pt x="58" y="76"/>
                  </a:lnTo>
                  <a:lnTo>
                    <a:pt x="58" y="75"/>
                  </a:lnTo>
                  <a:lnTo>
                    <a:pt x="60" y="74"/>
                  </a:lnTo>
                  <a:lnTo>
                    <a:pt x="61" y="73"/>
                  </a:lnTo>
                  <a:lnTo>
                    <a:pt x="62" y="73"/>
                  </a:lnTo>
                  <a:lnTo>
                    <a:pt x="64" y="72"/>
                  </a:lnTo>
                  <a:lnTo>
                    <a:pt x="64" y="72"/>
                  </a:lnTo>
                  <a:lnTo>
                    <a:pt x="64" y="72"/>
                  </a:lnTo>
                  <a:lnTo>
                    <a:pt x="64" y="72"/>
                  </a:lnTo>
                  <a:lnTo>
                    <a:pt x="66" y="72"/>
                  </a:lnTo>
                  <a:lnTo>
                    <a:pt x="66" y="71"/>
                  </a:lnTo>
                  <a:lnTo>
                    <a:pt x="67" y="70"/>
                  </a:lnTo>
                  <a:lnTo>
                    <a:pt x="68" y="70"/>
                  </a:lnTo>
                  <a:lnTo>
                    <a:pt x="69" y="70"/>
                  </a:lnTo>
                  <a:lnTo>
                    <a:pt x="70" y="69"/>
                  </a:lnTo>
                  <a:lnTo>
                    <a:pt x="73" y="69"/>
                  </a:lnTo>
                  <a:lnTo>
                    <a:pt x="74" y="70"/>
                  </a:lnTo>
                  <a:lnTo>
                    <a:pt x="75" y="70"/>
                  </a:lnTo>
                  <a:lnTo>
                    <a:pt x="75" y="71"/>
                  </a:lnTo>
                  <a:lnTo>
                    <a:pt x="76" y="72"/>
                  </a:lnTo>
                  <a:lnTo>
                    <a:pt x="77" y="72"/>
                  </a:lnTo>
                  <a:lnTo>
                    <a:pt x="77" y="73"/>
                  </a:lnTo>
                  <a:lnTo>
                    <a:pt x="78" y="73"/>
                  </a:lnTo>
                  <a:lnTo>
                    <a:pt x="78" y="73"/>
                  </a:lnTo>
                  <a:lnTo>
                    <a:pt x="80" y="74"/>
                  </a:lnTo>
                  <a:lnTo>
                    <a:pt x="81" y="74"/>
                  </a:lnTo>
                  <a:lnTo>
                    <a:pt x="81" y="75"/>
                  </a:lnTo>
                  <a:lnTo>
                    <a:pt x="81" y="75"/>
                  </a:lnTo>
                  <a:lnTo>
                    <a:pt x="81" y="75"/>
                  </a:lnTo>
                  <a:lnTo>
                    <a:pt x="82" y="76"/>
                  </a:lnTo>
                  <a:lnTo>
                    <a:pt x="82" y="77"/>
                  </a:lnTo>
                  <a:lnTo>
                    <a:pt x="83" y="77"/>
                  </a:lnTo>
                  <a:lnTo>
                    <a:pt x="83" y="77"/>
                  </a:lnTo>
                  <a:lnTo>
                    <a:pt x="86" y="77"/>
                  </a:lnTo>
                  <a:lnTo>
                    <a:pt x="87" y="77"/>
                  </a:lnTo>
                  <a:lnTo>
                    <a:pt x="88" y="77"/>
                  </a:lnTo>
                  <a:lnTo>
                    <a:pt x="89" y="77"/>
                  </a:lnTo>
                  <a:lnTo>
                    <a:pt x="90" y="76"/>
                  </a:lnTo>
                  <a:lnTo>
                    <a:pt x="90" y="75"/>
                  </a:lnTo>
                  <a:lnTo>
                    <a:pt x="92" y="75"/>
                  </a:lnTo>
                  <a:lnTo>
                    <a:pt x="95" y="73"/>
                  </a:lnTo>
                  <a:lnTo>
                    <a:pt x="95" y="72"/>
                  </a:lnTo>
                  <a:lnTo>
                    <a:pt x="95" y="72"/>
                  </a:lnTo>
                  <a:lnTo>
                    <a:pt x="97" y="72"/>
                  </a:lnTo>
                  <a:lnTo>
                    <a:pt x="97" y="72"/>
                  </a:lnTo>
                  <a:lnTo>
                    <a:pt x="97" y="72"/>
                  </a:lnTo>
                  <a:lnTo>
                    <a:pt x="98" y="71"/>
                  </a:lnTo>
                  <a:lnTo>
                    <a:pt x="98" y="71"/>
                  </a:lnTo>
                  <a:lnTo>
                    <a:pt x="98" y="72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101" y="72"/>
                  </a:lnTo>
                  <a:lnTo>
                    <a:pt x="102" y="72"/>
                  </a:lnTo>
                  <a:lnTo>
                    <a:pt x="103" y="71"/>
                  </a:lnTo>
                  <a:lnTo>
                    <a:pt x="103" y="71"/>
                  </a:lnTo>
                  <a:lnTo>
                    <a:pt x="102" y="72"/>
                  </a:lnTo>
                  <a:lnTo>
                    <a:pt x="100" y="72"/>
                  </a:lnTo>
                  <a:lnTo>
                    <a:pt x="99" y="72"/>
                  </a:lnTo>
                  <a:lnTo>
                    <a:pt x="98" y="70"/>
                  </a:lnTo>
                  <a:lnTo>
                    <a:pt x="96" y="70"/>
                  </a:lnTo>
                  <a:lnTo>
                    <a:pt x="96" y="70"/>
                  </a:lnTo>
                  <a:lnTo>
                    <a:pt x="95" y="70"/>
                  </a:lnTo>
                  <a:lnTo>
                    <a:pt x="95" y="69"/>
                  </a:lnTo>
                  <a:lnTo>
                    <a:pt x="94" y="69"/>
                  </a:lnTo>
                  <a:lnTo>
                    <a:pt x="94" y="70"/>
                  </a:lnTo>
                  <a:lnTo>
                    <a:pt x="93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91" y="70"/>
                  </a:lnTo>
                  <a:lnTo>
                    <a:pt x="91" y="70"/>
                  </a:lnTo>
                  <a:lnTo>
                    <a:pt x="91" y="69"/>
                  </a:lnTo>
                  <a:lnTo>
                    <a:pt x="91" y="68"/>
                  </a:lnTo>
                  <a:lnTo>
                    <a:pt x="91" y="68"/>
                  </a:lnTo>
                  <a:lnTo>
                    <a:pt x="93" y="67"/>
                  </a:lnTo>
                  <a:lnTo>
                    <a:pt x="94" y="66"/>
                  </a:lnTo>
                  <a:lnTo>
                    <a:pt x="95" y="65"/>
                  </a:lnTo>
                  <a:lnTo>
                    <a:pt x="95" y="64"/>
                  </a:lnTo>
                  <a:lnTo>
                    <a:pt x="96" y="61"/>
                  </a:lnTo>
                  <a:lnTo>
                    <a:pt x="97" y="60"/>
                  </a:lnTo>
                  <a:lnTo>
                    <a:pt x="98" y="60"/>
                  </a:lnTo>
                  <a:lnTo>
                    <a:pt x="98" y="60"/>
                  </a:lnTo>
                  <a:lnTo>
                    <a:pt x="99" y="63"/>
                  </a:lnTo>
                  <a:lnTo>
                    <a:pt x="99" y="63"/>
                  </a:lnTo>
                  <a:lnTo>
                    <a:pt x="99" y="64"/>
                  </a:lnTo>
                  <a:lnTo>
                    <a:pt x="99" y="64"/>
                  </a:lnTo>
                  <a:lnTo>
                    <a:pt x="99" y="65"/>
                  </a:lnTo>
                  <a:lnTo>
                    <a:pt x="100" y="65"/>
                  </a:lnTo>
                  <a:lnTo>
                    <a:pt x="103" y="64"/>
                  </a:lnTo>
                  <a:lnTo>
                    <a:pt x="102" y="64"/>
                  </a:lnTo>
                  <a:lnTo>
                    <a:pt x="100" y="65"/>
                  </a:lnTo>
                  <a:lnTo>
                    <a:pt x="99" y="65"/>
                  </a:lnTo>
                  <a:lnTo>
                    <a:pt x="99" y="64"/>
                  </a:lnTo>
                  <a:lnTo>
                    <a:pt x="99" y="63"/>
                  </a:lnTo>
                  <a:lnTo>
                    <a:pt x="99" y="63"/>
                  </a:lnTo>
                  <a:lnTo>
                    <a:pt x="99" y="62"/>
                  </a:lnTo>
                  <a:lnTo>
                    <a:pt x="99" y="61"/>
                  </a:lnTo>
                  <a:lnTo>
                    <a:pt x="99" y="61"/>
                  </a:lnTo>
                  <a:lnTo>
                    <a:pt x="99" y="60"/>
                  </a:lnTo>
                  <a:lnTo>
                    <a:pt x="98" y="60"/>
                  </a:lnTo>
                  <a:lnTo>
                    <a:pt x="98" y="60"/>
                  </a:lnTo>
                  <a:lnTo>
                    <a:pt x="99" y="55"/>
                  </a:lnTo>
                  <a:lnTo>
                    <a:pt x="101" y="51"/>
                  </a:lnTo>
                  <a:lnTo>
                    <a:pt x="100" y="41"/>
                  </a:lnTo>
                  <a:lnTo>
                    <a:pt x="103" y="41"/>
                  </a:lnTo>
                  <a:lnTo>
                    <a:pt x="110" y="44"/>
                  </a:lnTo>
                  <a:lnTo>
                    <a:pt x="114" y="44"/>
                  </a:lnTo>
                  <a:lnTo>
                    <a:pt x="118" y="35"/>
                  </a:lnTo>
                  <a:lnTo>
                    <a:pt x="125" y="32"/>
                  </a:lnTo>
                  <a:lnTo>
                    <a:pt x="128" y="26"/>
                  </a:lnTo>
                  <a:lnTo>
                    <a:pt x="134" y="21"/>
                  </a:lnTo>
                  <a:lnTo>
                    <a:pt x="136" y="16"/>
                  </a:lnTo>
                  <a:lnTo>
                    <a:pt x="144" y="13"/>
                  </a:lnTo>
                  <a:lnTo>
                    <a:pt x="148" y="11"/>
                  </a:lnTo>
                  <a:lnTo>
                    <a:pt x="156" y="4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427B9A70-7A4B-49ED-953B-46131CBE98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0703" y="3864248"/>
              <a:ext cx="771304" cy="610545"/>
            </a:xfrm>
            <a:custGeom>
              <a:avLst/>
              <a:gdLst>
                <a:gd name="T0" fmla="*/ 314 w 451"/>
                <a:gd name="T1" fmla="*/ 241 h 357"/>
                <a:gd name="T2" fmla="*/ 298 w 451"/>
                <a:gd name="T3" fmla="*/ 2 h 357"/>
                <a:gd name="T4" fmla="*/ 307 w 451"/>
                <a:gd name="T5" fmla="*/ 7 h 357"/>
                <a:gd name="T6" fmla="*/ 315 w 451"/>
                <a:gd name="T7" fmla="*/ 16 h 357"/>
                <a:gd name="T8" fmla="*/ 335 w 451"/>
                <a:gd name="T9" fmla="*/ 28 h 357"/>
                <a:gd name="T10" fmla="*/ 339 w 451"/>
                <a:gd name="T11" fmla="*/ 41 h 357"/>
                <a:gd name="T12" fmla="*/ 350 w 451"/>
                <a:gd name="T13" fmla="*/ 51 h 357"/>
                <a:gd name="T14" fmla="*/ 357 w 451"/>
                <a:gd name="T15" fmla="*/ 65 h 357"/>
                <a:gd name="T16" fmla="*/ 358 w 451"/>
                <a:gd name="T17" fmla="*/ 76 h 357"/>
                <a:gd name="T18" fmla="*/ 362 w 451"/>
                <a:gd name="T19" fmla="*/ 82 h 357"/>
                <a:gd name="T20" fmla="*/ 368 w 451"/>
                <a:gd name="T21" fmla="*/ 90 h 357"/>
                <a:gd name="T22" fmla="*/ 380 w 451"/>
                <a:gd name="T23" fmla="*/ 97 h 357"/>
                <a:gd name="T24" fmla="*/ 381 w 451"/>
                <a:gd name="T25" fmla="*/ 107 h 357"/>
                <a:gd name="T26" fmla="*/ 388 w 451"/>
                <a:gd name="T27" fmla="*/ 114 h 357"/>
                <a:gd name="T28" fmla="*/ 408 w 451"/>
                <a:gd name="T29" fmla="*/ 121 h 357"/>
                <a:gd name="T30" fmla="*/ 410 w 451"/>
                <a:gd name="T31" fmla="*/ 129 h 357"/>
                <a:gd name="T32" fmla="*/ 395 w 451"/>
                <a:gd name="T33" fmla="*/ 136 h 357"/>
                <a:gd name="T34" fmla="*/ 390 w 451"/>
                <a:gd name="T35" fmla="*/ 154 h 357"/>
                <a:gd name="T36" fmla="*/ 394 w 451"/>
                <a:gd name="T37" fmla="*/ 167 h 357"/>
                <a:gd name="T38" fmla="*/ 400 w 451"/>
                <a:gd name="T39" fmla="*/ 187 h 357"/>
                <a:gd name="T40" fmla="*/ 410 w 451"/>
                <a:gd name="T41" fmla="*/ 203 h 357"/>
                <a:gd name="T42" fmla="*/ 424 w 451"/>
                <a:gd name="T43" fmla="*/ 224 h 357"/>
                <a:gd name="T44" fmla="*/ 431 w 451"/>
                <a:gd name="T45" fmla="*/ 232 h 357"/>
                <a:gd name="T46" fmla="*/ 441 w 451"/>
                <a:gd name="T47" fmla="*/ 247 h 357"/>
                <a:gd name="T48" fmla="*/ 447 w 451"/>
                <a:gd name="T49" fmla="*/ 258 h 357"/>
                <a:gd name="T50" fmla="*/ 444 w 451"/>
                <a:gd name="T51" fmla="*/ 279 h 357"/>
                <a:gd name="T52" fmla="*/ 448 w 451"/>
                <a:gd name="T53" fmla="*/ 274 h 357"/>
                <a:gd name="T54" fmla="*/ 441 w 451"/>
                <a:gd name="T55" fmla="*/ 262 h 357"/>
                <a:gd name="T56" fmla="*/ 417 w 451"/>
                <a:gd name="T57" fmla="*/ 263 h 357"/>
                <a:gd name="T58" fmla="*/ 397 w 451"/>
                <a:gd name="T59" fmla="*/ 249 h 357"/>
                <a:gd name="T60" fmla="*/ 385 w 451"/>
                <a:gd name="T61" fmla="*/ 234 h 357"/>
                <a:gd name="T62" fmla="*/ 371 w 451"/>
                <a:gd name="T63" fmla="*/ 232 h 357"/>
                <a:gd name="T64" fmla="*/ 356 w 451"/>
                <a:gd name="T65" fmla="*/ 238 h 357"/>
                <a:gd name="T66" fmla="*/ 334 w 451"/>
                <a:gd name="T67" fmla="*/ 241 h 357"/>
                <a:gd name="T68" fmla="*/ 316 w 451"/>
                <a:gd name="T69" fmla="*/ 236 h 357"/>
                <a:gd name="T70" fmla="*/ 310 w 451"/>
                <a:gd name="T71" fmla="*/ 246 h 357"/>
                <a:gd name="T72" fmla="*/ 329 w 451"/>
                <a:gd name="T73" fmla="*/ 245 h 357"/>
                <a:gd name="T74" fmla="*/ 349 w 451"/>
                <a:gd name="T75" fmla="*/ 245 h 357"/>
                <a:gd name="T76" fmla="*/ 367 w 451"/>
                <a:gd name="T77" fmla="*/ 241 h 357"/>
                <a:gd name="T78" fmla="*/ 384 w 451"/>
                <a:gd name="T79" fmla="*/ 249 h 357"/>
                <a:gd name="T80" fmla="*/ 390 w 451"/>
                <a:gd name="T81" fmla="*/ 258 h 357"/>
                <a:gd name="T82" fmla="*/ 392 w 451"/>
                <a:gd name="T83" fmla="*/ 261 h 357"/>
                <a:gd name="T84" fmla="*/ 397 w 451"/>
                <a:gd name="T85" fmla="*/ 264 h 357"/>
                <a:gd name="T86" fmla="*/ 398 w 451"/>
                <a:gd name="T87" fmla="*/ 266 h 357"/>
                <a:gd name="T88" fmla="*/ 412 w 451"/>
                <a:gd name="T89" fmla="*/ 277 h 357"/>
                <a:gd name="T90" fmla="*/ 416 w 451"/>
                <a:gd name="T91" fmla="*/ 278 h 357"/>
                <a:gd name="T92" fmla="*/ 423 w 451"/>
                <a:gd name="T93" fmla="*/ 285 h 357"/>
                <a:gd name="T94" fmla="*/ 418 w 451"/>
                <a:gd name="T95" fmla="*/ 295 h 357"/>
                <a:gd name="T96" fmla="*/ 378 w 451"/>
                <a:gd name="T97" fmla="*/ 269 h 357"/>
                <a:gd name="T98" fmla="*/ 325 w 451"/>
                <a:gd name="T99" fmla="*/ 313 h 357"/>
                <a:gd name="T100" fmla="*/ 257 w 451"/>
                <a:gd name="T101" fmla="*/ 325 h 357"/>
                <a:gd name="T102" fmla="*/ 203 w 451"/>
                <a:gd name="T103" fmla="*/ 355 h 357"/>
                <a:gd name="T104" fmla="*/ 151 w 451"/>
                <a:gd name="T105" fmla="*/ 335 h 357"/>
                <a:gd name="T106" fmla="*/ 89 w 451"/>
                <a:gd name="T107" fmla="*/ 266 h 357"/>
                <a:gd name="T108" fmla="*/ 84 w 451"/>
                <a:gd name="T109" fmla="*/ 208 h 357"/>
                <a:gd name="T110" fmla="*/ 34 w 451"/>
                <a:gd name="T111" fmla="*/ 153 h 357"/>
                <a:gd name="T112" fmla="*/ 28 w 451"/>
                <a:gd name="T113" fmla="*/ 90 h 357"/>
                <a:gd name="T114" fmla="*/ 64 w 451"/>
                <a:gd name="T115" fmla="*/ 28 h 357"/>
                <a:gd name="T116" fmla="*/ 138 w 451"/>
                <a:gd name="T117" fmla="*/ 9 h 357"/>
                <a:gd name="T118" fmla="*/ 181 w 451"/>
                <a:gd name="T119" fmla="*/ 21 h 357"/>
                <a:gd name="T120" fmla="*/ 246 w 451"/>
                <a:gd name="T121" fmla="*/ 15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51" h="357">
                  <a:moveTo>
                    <a:pt x="336" y="247"/>
                  </a:moveTo>
                  <a:lnTo>
                    <a:pt x="339" y="248"/>
                  </a:lnTo>
                  <a:lnTo>
                    <a:pt x="339" y="249"/>
                  </a:lnTo>
                  <a:lnTo>
                    <a:pt x="338" y="249"/>
                  </a:lnTo>
                  <a:lnTo>
                    <a:pt x="336" y="249"/>
                  </a:lnTo>
                  <a:lnTo>
                    <a:pt x="335" y="249"/>
                  </a:lnTo>
                  <a:lnTo>
                    <a:pt x="334" y="248"/>
                  </a:lnTo>
                  <a:lnTo>
                    <a:pt x="334" y="248"/>
                  </a:lnTo>
                  <a:lnTo>
                    <a:pt x="335" y="247"/>
                  </a:lnTo>
                  <a:lnTo>
                    <a:pt x="336" y="247"/>
                  </a:lnTo>
                  <a:close/>
                  <a:moveTo>
                    <a:pt x="316" y="237"/>
                  </a:moveTo>
                  <a:lnTo>
                    <a:pt x="316" y="240"/>
                  </a:lnTo>
                  <a:lnTo>
                    <a:pt x="316" y="240"/>
                  </a:lnTo>
                  <a:lnTo>
                    <a:pt x="316" y="240"/>
                  </a:lnTo>
                  <a:lnTo>
                    <a:pt x="315" y="240"/>
                  </a:lnTo>
                  <a:lnTo>
                    <a:pt x="314" y="240"/>
                  </a:lnTo>
                  <a:lnTo>
                    <a:pt x="314" y="240"/>
                  </a:lnTo>
                  <a:lnTo>
                    <a:pt x="314" y="241"/>
                  </a:lnTo>
                  <a:lnTo>
                    <a:pt x="314" y="241"/>
                  </a:lnTo>
                  <a:lnTo>
                    <a:pt x="314" y="241"/>
                  </a:lnTo>
                  <a:lnTo>
                    <a:pt x="313" y="241"/>
                  </a:lnTo>
                  <a:lnTo>
                    <a:pt x="313" y="241"/>
                  </a:lnTo>
                  <a:lnTo>
                    <a:pt x="313" y="240"/>
                  </a:lnTo>
                  <a:lnTo>
                    <a:pt x="313" y="240"/>
                  </a:lnTo>
                  <a:lnTo>
                    <a:pt x="314" y="238"/>
                  </a:lnTo>
                  <a:lnTo>
                    <a:pt x="315" y="238"/>
                  </a:lnTo>
                  <a:lnTo>
                    <a:pt x="315" y="237"/>
                  </a:lnTo>
                  <a:lnTo>
                    <a:pt x="316" y="237"/>
                  </a:lnTo>
                  <a:close/>
                  <a:moveTo>
                    <a:pt x="297" y="0"/>
                  </a:moveTo>
                  <a:lnTo>
                    <a:pt x="297" y="0"/>
                  </a:lnTo>
                  <a:lnTo>
                    <a:pt x="297" y="1"/>
                  </a:lnTo>
                  <a:lnTo>
                    <a:pt x="297" y="2"/>
                  </a:lnTo>
                  <a:lnTo>
                    <a:pt x="297" y="2"/>
                  </a:lnTo>
                  <a:lnTo>
                    <a:pt x="297" y="2"/>
                  </a:lnTo>
                  <a:lnTo>
                    <a:pt x="298" y="2"/>
                  </a:lnTo>
                  <a:lnTo>
                    <a:pt x="298" y="2"/>
                  </a:lnTo>
                  <a:lnTo>
                    <a:pt x="298" y="3"/>
                  </a:lnTo>
                  <a:lnTo>
                    <a:pt x="298" y="3"/>
                  </a:lnTo>
                  <a:lnTo>
                    <a:pt x="299" y="4"/>
                  </a:lnTo>
                  <a:lnTo>
                    <a:pt x="300" y="4"/>
                  </a:lnTo>
                  <a:lnTo>
                    <a:pt x="301" y="5"/>
                  </a:lnTo>
                  <a:lnTo>
                    <a:pt x="301" y="5"/>
                  </a:lnTo>
                  <a:lnTo>
                    <a:pt x="301" y="6"/>
                  </a:lnTo>
                  <a:lnTo>
                    <a:pt x="301" y="6"/>
                  </a:lnTo>
                  <a:lnTo>
                    <a:pt x="301" y="7"/>
                  </a:lnTo>
                  <a:lnTo>
                    <a:pt x="301" y="7"/>
                  </a:lnTo>
                  <a:lnTo>
                    <a:pt x="301" y="8"/>
                  </a:lnTo>
                  <a:lnTo>
                    <a:pt x="302" y="9"/>
                  </a:lnTo>
                  <a:lnTo>
                    <a:pt x="304" y="9"/>
                  </a:lnTo>
                  <a:lnTo>
                    <a:pt x="305" y="8"/>
                  </a:lnTo>
                  <a:lnTo>
                    <a:pt x="305" y="8"/>
                  </a:lnTo>
                  <a:lnTo>
                    <a:pt x="306" y="8"/>
                  </a:lnTo>
                  <a:lnTo>
                    <a:pt x="307" y="7"/>
                  </a:lnTo>
                  <a:lnTo>
                    <a:pt x="307" y="7"/>
                  </a:lnTo>
                  <a:lnTo>
                    <a:pt x="307" y="7"/>
                  </a:lnTo>
                  <a:lnTo>
                    <a:pt x="307" y="7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9" y="8"/>
                  </a:lnTo>
                  <a:lnTo>
                    <a:pt x="309" y="9"/>
                  </a:lnTo>
                  <a:lnTo>
                    <a:pt x="310" y="9"/>
                  </a:lnTo>
                  <a:lnTo>
                    <a:pt x="310" y="11"/>
                  </a:lnTo>
                  <a:lnTo>
                    <a:pt x="310" y="11"/>
                  </a:lnTo>
                  <a:lnTo>
                    <a:pt x="313" y="11"/>
                  </a:lnTo>
                  <a:lnTo>
                    <a:pt x="313" y="11"/>
                  </a:lnTo>
                  <a:lnTo>
                    <a:pt x="313" y="12"/>
                  </a:lnTo>
                  <a:lnTo>
                    <a:pt x="314" y="13"/>
                  </a:lnTo>
                  <a:lnTo>
                    <a:pt x="314" y="13"/>
                  </a:lnTo>
                  <a:lnTo>
                    <a:pt x="314" y="15"/>
                  </a:lnTo>
                  <a:lnTo>
                    <a:pt x="314" y="16"/>
                  </a:lnTo>
                  <a:lnTo>
                    <a:pt x="315" y="16"/>
                  </a:lnTo>
                  <a:lnTo>
                    <a:pt x="315" y="16"/>
                  </a:lnTo>
                  <a:lnTo>
                    <a:pt x="316" y="17"/>
                  </a:lnTo>
                  <a:lnTo>
                    <a:pt x="318" y="18"/>
                  </a:lnTo>
                  <a:lnTo>
                    <a:pt x="319" y="18"/>
                  </a:lnTo>
                  <a:lnTo>
                    <a:pt x="320" y="18"/>
                  </a:lnTo>
                  <a:lnTo>
                    <a:pt x="322" y="19"/>
                  </a:lnTo>
                  <a:lnTo>
                    <a:pt x="323" y="19"/>
                  </a:lnTo>
                  <a:lnTo>
                    <a:pt x="324" y="19"/>
                  </a:lnTo>
                  <a:lnTo>
                    <a:pt x="325" y="19"/>
                  </a:lnTo>
                  <a:lnTo>
                    <a:pt x="326" y="19"/>
                  </a:lnTo>
                  <a:lnTo>
                    <a:pt x="327" y="20"/>
                  </a:lnTo>
                  <a:lnTo>
                    <a:pt x="328" y="21"/>
                  </a:lnTo>
                  <a:lnTo>
                    <a:pt x="331" y="22"/>
                  </a:lnTo>
                  <a:lnTo>
                    <a:pt x="331" y="23"/>
                  </a:lnTo>
                  <a:lnTo>
                    <a:pt x="333" y="25"/>
                  </a:lnTo>
                  <a:lnTo>
                    <a:pt x="333" y="26"/>
                  </a:lnTo>
                  <a:lnTo>
                    <a:pt x="334" y="27"/>
                  </a:lnTo>
                  <a:lnTo>
                    <a:pt x="335" y="28"/>
                  </a:lnTo>
                  <a:lnTo>
                    <a:pt x="335" y="28"/>
                  </a:lnTo>
                  <a:lnTo>
                    <a:pt x="336" y="28"/>
                  </a:lnTo>
                  <a:lnTo>
                    <a:pt x="336" y="28"/>
                  </a:lnTo>
                  <a:lnTo>
                    <a:pt x="336" y="29"/>
                  </a:lnTo>
                  <a:lnTo>
                    <a:pt x="337" y="30"/>
                  </a:lnTo>
                  <a:lnTo>
                    <a:pt x="337" y="31"/>
                  </a:lnTo>
                  <a:lnTo>
                    <a:pt x="337" y="31"/>
                  </a:lnTo>
                  <a:lnTo>
                    <a:pt x="338" y="31"/>
                  </a:lnTo>
                  <a:lnTo>
                    <a:pt x="339" y="32"/>
                  </a:lnTo>
                  <a:lnTo>
                    <a:pt x="340" y="32"/>
                  </a:lnTo>
                  <a:lnTo>
                    <a:pt x="340" y="33"/>
                  </a:lnTo>
                  <a:lnTo>
                    <a:pt x="339" y="34"/>
                  </a:lnTo>
                  <a:lnTo>
                    <a:pt x="338" y="35"/>
                  </a:lnTo>
                  <a:lnTo>
                    <a:pt x="337" y="37"/>
                  </a:lnTo>
                  <a:lnTo>
                    <a:pt x="337" y="37"/>
                  </a:lnTo>
                  <a:lnTo>
                    <a:pt x="338" y="39"/>
                  </a:lnTo>
                  <a:lnTo>
                    <a:pt x="339" y="39"/>
                  </a:lnTo>
                  <a:lnTo>
                    <a:pt x="339" y="40"/>
                  </a:lnTo>
                  <a:lnTo>
                    <a:pt x="339" y="41"/>
                  </a:lnTo>
                  <a:lnTo>
                    <a:pt x="340" y="41"/>
                  </a:lnTo>
                  <a:lnTo>
                    <a:pt x="340" y="42"/>
                  </a:lnTo>
                  <a:lnTo>
                    <a:pt x="342" y="42"/>
                  </a:lnTo>
                  <a:lnTo>
                    <a:pt x="342" y="43"/>
                  </a:lnTo>
                  <a:lnTo>
                    <a:pt x="343" y="43"/>
                  </a:lnTo>
                  <a:lnTo>
                    <a:pt x="344" y="43"/>
                  </a:lnTo>
                  <a:lnTo>
                    <a:pt x="344" y="43"/>
                  </a:lnTo>
                  <a:lnTo>
                    <a:pt x="345" y="44"/>
                  </a:lnTo>
                  <a:lnTo>
                    <a:pt x="346" y="45"/>
                  </a:lnTo>
                  <a:lnTo>
                    <a:pt x="346" y="45"/>
                  </a:lnTo>
                  <a:lnTo>
                    <a:pt x="347" y="45"/>
                  </a:lnTo>
                  <a:lnTo>
                    <a:pt x="348" y="45"/>
                  </a:lnTo>
                  <a:lnTo>
                    <a:pt x="349" y="48"/>
                  </a:lnTo>
                  <a:lnTo>
                    <a:pt x="349" y="48"/>
                  </a:lnTo>
                  <a:lnTo>
                    <a:pt x="349" y="50"/>
                  </a:lnTo>
                  <a:lnTo>
                    <a:pt x="349" y="50"/>
                  </a:lnTo>
                  <a:lnTo>
                    <a:pt x="350" y="50"/>
                  </a:lnTo>
                  <a:lnTo>
                    <a:pt x="350" y="51"/>
                  </a:lnTo>
                  <a:lnTo>
                    <a:pt x="352" y="53"/>
                  </a:lnTo>
                  <a:lnTo>
                    <a:pt x="352" y="54"/>
                  </a:lnTo>
                  <a:lnTo>
                    <a:pt x="352" y="57"/>
                  </a:lnTo>
                  <a:lnTo>
                    <a:pt x="353" y="58"/>
                  </a:lnTo>
                  <a:lnTo>
                    <a:pt x="353" y="58"/>
                  </a:lnTo>
                  <a:lnTo>
                    <a:pt x="353" y="58"/>
                  </a:lnTo>
                  <a:lnTo>
                    <a:pt x="354" y="59"/>
                  </a:lnTo>
                  <a:lnTo>
                    <a:pt x="354" y="60"/>
                  </a:lnTo>
                  <a:lnTo>
                    <a:pt x="354" y="61"/>
                  </a:lnTo>
                  <a:lnTo>
                    <a:pt x="354" y="62"/>
                  </a:lnTo>
                  <a:lnTo>
                    <a:pt x="356" y="63"/>
                  </a:lnTo>
                  <a:lnTo>
                    <a:pt x="356" y="63"/>
                  </a:lnTo>
                  <a:lnTo>
                    <a:pt x="356" y="63"/>
                  </a:lnTo>
                  <a:lnTo>
                    <a:pt x="356" y="64"/>
                  </a:lnTo>
                  <a:lnTo>
                    <a:pt x="357" y="64"/>
                  </a:lnTo>
                  <a:lnTo>
                    <a:pt x="357" y="65"/>
                  </a:lnTo>
                  <a:lnTo>
                    <a:pt x="357" y="65"/>
                  </a:lnTo>
                  <a:lnTo>
                    <a:pt x="357" y="65"/>
                  </a:lnTo>
                  <a:lnTo>
                    <a:pt x="357" y="66"/>
                  </a:lnTo>
                  <a:lnTo>
                    <a:pt x="356" y="66"/>
                  </a:lnTo>
                  <a:lnTo>
                    <a:pt x="356" y="67"/>
                  </a:lnTo>
                  <a:lnTo>
                    <a:pt x="357" y="67"/>
                  </a:lnTo>
                  <a:lnTo>
                    <a:pt x="357" y="67"/>
                  </a:lnTo>
                  <a:lnTo>
                    <a:pt x="357" y="68"/>
                  </a:lnTo>
                  <a:lnTo>
                    <a:pt x="357" y="69"/>
                  </a:lnTo>
                  <a:lnTo>
                    <a:pt x="357" y="71"/>
                  </a:lnTo>
                  <a:lnTo>
                    <a:pt x="357" y="71"/>
                  </a:lnTo>
                  <a:lnTo>
                    <a:pt x="358" y="71"/>
                  </a:lnTo>
                  <a:lnTo>
                    <a:pt x="358" y="72"/>
                  </a:lnTo>
                  <a:lnTo>
                    <a:pt x="358" y="73"/>
                  </a:lnTo>
                  <a:lnTo>
                    <a:pt x="358" y="73"/>
                  </a:lnTo>
                  <a:lnTo>
                    <a:pt x="357" y="74"/>
                  </a:lnTo>
                  <a:lnTo>
                    <a:pt x="357" y="74"/>
                  </a:lnTo>
                  <a:lnTo>
                    <a:pt x="358" y="74"/>
                  </a:lnTo>
                  <a:lnTo>
                    <a:pt x="358" y="76"/>
                  </a:lnTo>
                  <a:lnTo>
                    <a:pt x="358" y="76"/>
                  </a:lnTo>
                  <a:lnTo>
                    <a:pt x="359" y="76"/>
                  </a:lnTo>
                  <a:lnTo>
                    <a:pt x="359" y="77"/>
                  </a:lnTo>
                  <a:lnTo>
                    <a:pt x="360" y="77"/>
                  </a:lnTo>
                  <a:lnTo>
                    <a:pt x="361" y="76"/>
                  </a:lnTo>
                  <a:lnTo>
                    <a:pt x="362" y="76"/>
                  </a:lnTo>
                  <a:lnTo>
                    <a:pt x="362" y="77"/>
                  </a:lnTo>
                  <a:lnTo>
                    <a:pt x="362" y="78"/>
                  </a:lnTo>
                  <a:lnTo>
                    <a:pt x="362" y="79"/>
                  </a:lnTo>
                  <a:lnTo>
                    <a:pt x="362" y="79"/>
                  </a:lnTo>
                  <a:lnTo>
                    <a:pt x="361" y="79"/>
                  </a:lnTo>
                  <a:lnTo>
                    <a:pt x="361" y="79"/>
                  </a:lnTo>
                  <a:lnTo>
                    <a:pt x="360" y="79"/>
                  </a:lnTo>
                  <a:lnTo>
                    <a:pt x="360" y="80"/>
                  </a:lnTo>
                  <a:lnTo>
                    <a:pt x="360" y="80"/>
                  </a:lnTo>
                  <a:lnTo>
                    <a:pt x="360" y="80"/>
                  </a:lnTo>
                  <a:lnTo>
                    <a:pt x="360" y="81"/>
                  </a:lnTo>
                  <a:lnTo>
                    <a:pt x="361" y="82"/>
                  </a:lnTo>
                  <a:lnTo>
                    <a:pt x="362" y="82"/>
                  </a:lnTo>
                  <a:lnTo>
                    <a:pt x="362" y="84"/>
                  </a:lnTo>
                  <a:lnTo>
                    <a:pt x="362" y="84"/>
                  </a:lnTo>
                  <a:lnTo>
                    <a:pt x="364" y="84"/>
                  </a:lnTo>
                  <a:lnTo>
                    <a:pt x="364" y="85"/>
                  </a:lnTo>
                  <a:lnTo>
                    <a:pt x="364" y="86"/>
                  </a:lnTo>
                  <a:lnTo>
                    <a:pt x="364" y="86"/>
                  </a:lnTo>
                  <a:lnTo>
                    <a:pt x="365" y="87"/>
                  </a:lnTo>
                  <a:lnTo>
                    <a:pt x="365" y="87"/>
                  </a:lnTo>
                  <a:lnTo>
                    <a:pt x="366" y="87"/>
                  </a:lnTo>
                  <a:lnTo>
                    <a:pt x="365" y="88"/>
                  </a:lnTo>
                  <a:lnTo>
                    <a:pt x="365" y="88"/>
                  </a:lnTo>
                  <a:lnTo>
                    <a:pt x="365" y="89"/>
                  </a:lnTo>
                  <a:lnTo>
                    <a:pt x="366" y="89"/>
                  </a:lnTo>
                  <a:lnTo>
                    <a:pt x="366" y="89"/>
                  </a:lnTo>
                  <a:lnTo>
                    <a:pt x="366" y="90"/>
                  </a:lnTo>
                  <a:lnTo>
                    <a:pt x="367" y="91"/>
                  </a:lnTo>
                  <a:lnTo>
                    <a:pt x="368" y="91"/>
                  </a:lnTo>
                  <a:lnTo>
                    <a:pt x="368" y="90"/>
                  </a:lnTo>
                  <a:lnTo>
                    <a:pt x="370" y="90"/>
                  </a:lnTo>
                  <a:lnTo>
                    <a:pt x="371" y="91"/>
                  </a:lnTo>
                  <a:lnTo>
                    <a:pt x="371" y="92"/>
                  </a:lnTo>
                  <a:lnTo>
                    <a:pt x="371" y="92"/>
                  </a:lnTo>
                  <a:lnTo>
                    <a:pt x="371" y="92"/>
                  </a:lnTo>
                  <a:lnTo>
                    <a:pt x="372" y="92"/>
                  </a:lnTo>
                  <a:lnTo>
                    <a:pt x="372" y="93"/>
                  </a:lnTo>
                  <a:lnTo>
                    <a:pt x="374" y="93"/>
                  </a:lnTo>
                  <a:lnTo>
                    <a:pt x="375" y="94"/>
                  </a:lnTo>
                  <a:lnTo>
                    <a:pt x="379" y="96"/>
                  </a:lnTo>
                  <a:lnTo>
                    <a:pt x="379" y="96"/>
                  </a:lnTo>
                  <a:lnTo>
                    <a:pt x="380" y="97"/>
                  </a:lnTo>
                  <a:lnTo>
                    <a:pt x="381" y="97"/>
                  </a:lnTo>
                  <a:lnTo>
                    <a:pt x="382" y="97"/>
                  </a:lnTo>
                  <a:lnTo>
                    <a:pt x="384" y="97"/>
                  </a:lnTo>
                  <a:lnTo>
                    <a:pt x="384" y="98"/>
                  </a:lnTo>
                  <a:lnTo>
                    <a:pt x="383" y="98"/>
                  </a:lnTo>
                  <a:lnTo>
                    <a:pt x="380" y="97"/>
                  </a:lnTo>
                  <a:lnTo>
                    <a:pt x="379" y="98"/>
                  </a:lnTo>
                  <a:lnTo>
                    <a:pt x="379" y="99"/>
                  </a:lnTo>
                  <a:lnTo>
                    <a:pt x="379" y="100"/>
                  </a:lnTo>
                  <a:lnTo>
                    <a:pt x="379" y="100"/>
                  </a:lnTo>
                  <a:lnTo>
                    <a:pt x="379" y="101"/>
                  </a:lnTo>
                  <a:lnTo>
                    <a:pt x="379" y="101"/>
                  </a:lnTo>
                  <a:lnTo>
                    <a:pt x="379" y="102"/>
                  </a:lnTo>
                  <a:lnTo>
                    <a:pt x="379" y="102"/>
                  </a:lnTo>
                  <a:lnTo>
                    <a:pt x="379" y="103"/>
                  </a:lnTo>
                  <a:lnTo>
                    <a:pt x="379" y="103"/>
                  </a:lnTo>
                  <a:lnTo>
                    <a:pt x="379" y="104"/>
                  </a:lnTo>
                  <a:lnTo>
                    <a:pt x="379" y="105"/>
                  </a:lnTo>
                  <a:lnTo>
                    <a:pt x="379" y="106"/>
                  </a:lnTo>
                  <a:lnTo>
                    <a:pt x="380" y="106"/>
                  </a:lnTo>
                  <a:lnTo>
                    <a:pt x="380" y="106"/>
                  </a:lnTo>
                  <a:lnTo>
                    <a:pt x="380" y="107"/>
                  </a:lnTo>
                  <a:lnTo>
                    <a:pt x="381" y="107"/>
                  </a:lnTo>
                  <a:lnTo>
                    <a:pt x="381" y="107"/>
                  </a:lnTo>
                  <a:lnTo>
                    <a:pt x="382" y="108"/>
                  </a:lnTo>
                  <a:lnTo>
                    <a:pt x="382" y="109"/>
                  </a:lnTo>
                  <a:lnTo>
                    <a:pt x="383" y="109"/>
                  </a:lnTo>
                  <a:lnTo>
                    <a:pt x="383" y="110"/>
                  </a:lnTo>
                  <a:lnTo>
                    <a:pt x="384" y="110"/>
                  </a:lnTo>
                  <a:lnTo>
                    <a:pt x="384" y="110"/>
                  </a:lnTo>
                  <a:lnTo>
                    <a:pt x="384" y="110"/>
                  </a:lnTo>
                  <a:lnTo>
                    <a:pt x="384" y="111"/>
                  </a:lnTo>
                  <a:lnTo>
                    <a:pt x="385" y="111"/>
                  </a:lnTo>
                  <a:lnTo>
                    <a:pt x="385" y="111"/>
                  </a:lnTo>
                  <a:lnTo>
                    <a:pt x="385" y="112"/>
                  </a:lnTo>
                  <a:lnTo>
                    <a:pt x="386" y="112"/>
                  </a:lnTo>
                  <a:lnTo>
                    <a:pt x="386" y="112"/>
                  </a:lnTo>
                  <a:lnTo>
                    <a:pt x="387" y="112"/>
                  </a:lnTo>
                  <a:lnTo>
                    <a:pt x="387" y="113"/>
                  </a:lnTo>
                  <a:lnTo>
                    <a:pt x="388" y="113"/>
                  </a:lnTo>
                  <a:lnTo>
                    <a:pt x="388" y="114"/>
                  </a:lnTo>
                  <a:lnTo>
                    <a:pt x="388" y="114"/>
                  </a:lnTo>
                  <a:lnTo>
                    <a:pt x="389" y="114"/>
                  </a:lnTo>
                  <a:lnTo>
                    <a:pt x="393" y="115"/>
                  </a:lnTo>
                  <a:lnTo>
                    <a:pt x="393" y="115"/>
                  </a:lnTo>
                  <a:lnTo>
                    <a:pt x="393" y="115"/>
                  </a:lnTo>
                  <a:lnTo>
                    <a:pt x="393" y="115"/>
                  </a:lnTo>
                  <a:lnTo>
                    <a:pt x="394" y="115"/>
                  </a:lnTo>
                  <a:lnTo>
                    <a:pt x="395" y="115"/>
                  </a:lnTo>
                  <a:lnTo>
                    <a:pt x="395" y="115"/>
                  </a:lnTo>
                  <a:lnTo>
                    <a:pt x="397" y="115"/>
                  </a:lnTo>
                  <a:lnTo>
                    <a:pt x="398" y="116"/>
                  </a:lnTo>
                  <a:lnTo>
                    <a:pt x="398" y="116"/>
                  </a:lnTo>
                  <a:lnTo>
                    <a:pt x="399" y="117"/>
                  </a:lnTo>
                  <a:lnTo>
                    <a:pt x="399" y="117"/>
                  </a:lnTo>
                  <a:lnTo>
                    <a:pt x="400" y="118"/>
                  </a:lnTo>
                  <a:lnTo>
                    <a:pt x="401" y="119"/>
                  </a:lnTo>
                  <a:lnTo>
                    <a:pt x="404" y="120"/>
                  </a:lnTo>
                  <a:lnTo>
                    <a:pt x="407" y="122"/>
                  </a:lnTo>
                  <a:lnTo>
                    <a:pt x="408" y="121"/>
                  </a:lnTo>
                  <a:lnTo>
                    <a:pt x="409" y="121"/>
                  </a:lnTo>
                  <a:lnTo>
                    <a:pt x="409" y="122"/>
                  </a:lnTo>
                  <a:lnTo>
                    <a:pt x="409" y="122"/>
                  </a:lnTo>
                  <a:lnTo>
                    <a:pt x="410" y="122"/>
                  </a:lnTo>
                  <a:lnTo>
                    <a:pt x="410" y="123"/>
                  </a:lnTo>
                  <a:lnTo>
                    <a:pt x="411" y="123"/>
                  </a:lnTo>
                  <a:lnTo>
                    <a:pt x="411" y="123"/>
                  </a:lnTo>
                  <a:lnTo>
                    <a:pt x="412" y="123"/>
                  </a:lnTo>
                  <a:lnTo>
                    <a:pt x="412" y="124"/>
                  </a:lnTo>
                  <a:lnTo>
                    <a:pt x="413" y="124"/>
                  </a:lnTo>
                  <a:lnTo>
                    <a:pt x="413" y="125"/>
                  </a:lnTo>
                  <a:lnTo>
                    <a:pt x="413" y="125"/>
                  </a:lnTo>
                  <a:lnTo>
                    <a:pt x="414" y="126"/>
                  </a:lnTo>
                  <a:lnTo>
                    <a:pt x="414" y="127"/>
                  </a:lnTo>
                  <a:lnTo>
                    <a:pt x="412" y="128"/>
                  </a:lnTo>
                  <a:lnTo>
                    <a:pt x="411" y="128"/>
                  </a:lnTo>
                  <a:lnTo>
                    <a:pt x="410" y="129"/>
                  </a:lnTo>
                  <a:lnTo>
                    <a:pt x="410" y="129"/>
                  </a:lnTo>
                  <a:lnTo>
                    <a:pt x="409" y="130"/>
                  </a:lnTo>
                  <a:lnTo>
                    <a:pt x="407" y="130"/>
                  </a:lnTo>
                  <a:lnTo>
                    <a:pt x="407" y="129"/>
                  </a:lnTo>
                  <a:lnTo>
                    <a:pt x="406" y="130"/>
                  </a:lnTo>
                  <a:lnTo>
                    <a:pt x="403" y="130"/>
                  </a:lnTo>
                  <a:lnTo>
                    <a:pt x="402" y="129"/>
                  </a:lnTo>
                  <a:lnTo>
                    <a:pt x="402" y="130"/>
                  </a:lnTo>
                  <a:lnTo>
                    <a:pt x="400" y="131"/>
                  </a:lnTo>
                  <a:lnTo>
                    <a:pt x="398" y="132"/>
                  </a:lnTo>
                  <a:lnTo>
                    <a:pt x="398" y="132"/>
                  </a:lnTo>
                  <a:lnTo>
                    <a:pt x="397" y="132"/>
                  </a:lnTo>
                  <a:lnTo>
                    <a:pt x="397" y="132"/>
                  </a:lnTo>
                  <a:lnTo>
                    <a:pt x="397" y="132"/>
                  </a:lnTo>
                  <a:lnTo>
                    <a:pt x="397" y="133"/>
                  </a:lnTo>
                  <a:lnTo>
                    <a:pt x="396" y="134"/>
                  </a:lnTo>
                  <a:lnTo>
                    <a:pt x="396" y="135"/>
                  </a:lnTo>
                  <a:lnTo>
                    <a:pt x="396" y="135"/>
                  </a:lnTo>
                  <a:lnTo>
                    <a:pt x="395" y="136"/>
                  </a:lnTo>
                  <a:lnTo>
                    <a:pt x="395" y="136"/>
                  </a:lnTo>
                  <a:lnTo>
                    <a:pt x="395" y="136"/>
                  </a:lnTo>
                  <a:lnTo>
                    <a:pt x="394" y="136"/>
                  </a:lnTo>
                  <a:lnTo>
                    <a:pt x="394" y="136"/>
                  </a:lnTo>
                  <a:lnTo>
                    <a:pt x="393" y="137"/>
                  </a:lnTo>
                  <a:lnTo>
                    <a:pt x="393" y="138"/>
                  </a:lnTo>
                  <a:lnTo>
                    <a:pt x="392" y="139"/>
                  </a:lnTo>
                  <a:lnTo>
                    <a:pt x="392" y="139"/>
                  </a:lnTo>
                  <a:lnTo>
                    <a:pt x="392" y="140"/>
                  </a:lnTo>
                  <a:lnTo>
                    <a:pt x="392" y="141"/>
                  </a:lnTo>
                  <a:lnTo>
                    <a:pt x="390" y="146"/>
                  </a:lnTo>
                  <a:lnTo>
                    <a:pt x="390" y="148"/>
                  </a:lnTo>
                  <a:lnTo>
                    <a:pt x="390" y="148"/>
                  </a:lnTo>
                  <a:lnTo>
                    <a:pt x="390" y="150"/>
                  </a:lnTo>
                  <a:lnTo>
                    <a:pt x="390" y="153"/>
                  </a:lnTo>
                  <a:lnTo>
                    <a:pt x="390" y="154"/>
                  </a:lnTo>
                  <a:lnTo>
                    <a:pt x="391" y="154"/>
                  </a:lnTo>
                  <a:lnTo>
                    <a:pt x="390" y="154"/>
                  </a:lnTo>
                  <a:lnTo>
                    <a:pt x="391" y="156"/>
                  </a:lnTo>
                  <a:lnTo>
                    <a:pt x="391" y="156"/>
                  </a:lnTo>
                  <a:lnTo>
                    <a:pt x="391" y="157"/>
                  </a:lnTo>
                  <a:lnTo>
                    <a:pt x="391" y="157"/>
                  </a:lnTo>
                  <a:lnTo>
                    <a:pt x="391" y="158"/>
                  </a:lnTo>
                  <a:lnTo>
                    <a:pt x="391" y="158"/>
                  </a:lnTo>
                  <a:lnTo>
                    <a:pt x="391" y="158"/>
                  </a:lnTo>
                  <a:lnTo>
                    <a:pt x="391" y="158"/>
                  </a:lnTo>
                  <a:lnTo>
                    <a:pt x="391" y="159"/>
                  </a:lnTo>
                  <a:lnTo>
                    <a:pt x="392" y="159"/>
                  </a:lnTo>
                  <a:lnTo>
                    <a:pt x="392" y="161"/>
                  </a:lnTo>
                  <a:lnTo>
                    <a:pt x="392" y="162"/>
                  </a:lnTo>
                  <a:lnTo>
                    <a:pt x="392" y="162"/>
                  </a:lnTo>
                  <a:lnTo>
                    <a:pt x="392" y="163"/>
                  </a:lnTo>
                  <a:lnTo>
                    <a:pt x="393" y="165"/>
                  </a:lnTo>
                  <a:lnTo>
                    <a:pt x="393" y="165"/>
                  </a:lnTo>
                  <a:lnTo>
                    <a:pt x="394" y="167"/>
                  </a:lnTo>
                  <a:lnTo>
                    <a:pt x="394" y="167"/>
                  </a:lnTo>
                  <a:lnTo>
                    <a:pt x="394" y="169"/>
                  </a:lnTo>
                  <a:lnTo>
                    <a:pt x="394" y="170"/>
                  </a:lnTo>
                  <a:lnTo>
                    <a:pt x="395" y="171"/>
                  </a:lnTo>
                  <a:lnTo>
                    <a:pt x="396" y="173"/>
                  </a:lnTo>
                  <a:lnTo>
                    <a:pt x="396" y="175"/>
                  </a:lnTo>
                  <a:lnTo>
                    <a:pt x="396" y="175"/>
                  </a:lnTo>
                  <a:lnTo>
                    <a:pt x="397" y="177"/>
                  </a:lnTo>
                  <a:lnTo>
                    <a:pt x="397" y="179"/>
                  </a:lnTo>
                  <a:lnTo>
                    <a:pt x="398" y="179"/>
                  </a:lnTo>
                  <a:lnTo>
                    <a:pt x="398" y="180"/>
                  </a:lnTo>
                  <a:lnTo>
                    <a:pt x="399" y="180"/>
                  </a:lnTo>
                  <a:lnTo>
                    <a:pt x="399" y="181"/>
                  </a:lnTo>
                  <a:lnTo>
                    <a:pt x="400" y="183"/>
                  </a:lnTo>
                  <a:lnTo>
                    <a:pt x="400" y="184"/>
                  </a:lnTo>
                  <a:lnTo>
                    <a:pt x="400" y="185"/>
                  </a:lnTo>
                  <a:lnTo>
                    <a:pt x="400" y="185"/>
                  </a:lnTo>
                  <a:lnTo>
                    <a:pt x="400" y="185"/>
                  </a:lnTo>
                  <a:lnTo>
                    <a:pt x="400" y="187"/>
                  </a:lnTo>
                  <a:lnTo>
                    <a:pt x="402" y="191"/>
                  </a:lnTo>
                  <a:lnTo>
                    <a:pt x="403" y="192"/>
                  </a:lnTo>
                  <a:lnTo>
                    <a:pt x="403" y="193"/>
                  </a:lnTo>
                  <a:lnTo>
                    <a:pt x="404" y="193"/>
                  </a:lnTo>
                  <a:lnTo>
                    <a:pt x="404" y="194"/>
                  </a:lnTo>
                  <a:lnTo>
                    <a:pt x="404" y="194"/>
                  </a:lnTo>
                  <a:lnTo>
                    <a:pt x="404" y="194"/>
                  </a:lnTo>
                  <a:lnTo>
                    <a:pt x="405" y="195"/>
                  </a:lnTo>
                  <a:lnTo>
                    <a:pt x="405" y="196"/>
                  </a:lnTo>
                  <a:lnTo>
                    <a:pt x="405" y="197"/>
                  </a:lnTo>
                  <a:lnTo>
                    <a:pt x="406" y="197"/>
                  </a:lnTo>
                  <a:lnTo>
                    <a:pt x="407" y="198"/>
                  </a:lnTo>
                  <a:lnTo>
                    <a:pt x="407" y="200"/>
                  </a:lnTo>
                  <a:lnTo>
                    <a:pt x="409" y="201"/>
                  </a:lnTo>
                  <a:lnTo>
                    <a:pt x="409" y="201"/>
                  </a:lnTo>
                  <a:lnTo>
                    <a:pt x="410" y="203"/>
                  </a:lnTo>
                  <a:lnTo>
                    <a:pt x="410" y="203"/>
                  </a:lnTo>
                  <a:lnTo>
                    <a:pt x="410" y="203"/>
                  </a:lnTo>
                  <a:lnTo>
                    <a:pt x="411" y="205"/>
                  </a:lnTo>
                  <a:lnTo>
                    <a:pt x="412" y="206"/>
                  </a:lnTo>
                  <a:lnTo>
                    <a:pt x="412" y="206"/>
                  </a:lnTo>
                  <a:lnTo>
                    <a:pt x="413" y="207"/>
                  </a:lnTo>
                  <a:lnTo>
                    <a:pt x="413" y="207"/>
                  </a:lnTo>
                  <a:lnTo>
                    <a:pt x="414" y="208"/>
                  </a:lnTo>
                  <a:lnTo>
                    <a:pt x="414" y="209"/>
                  </a:lnTo>
                  <a:lnTo>
                    <a:pt x="415" y="210"/>
                  </a:lnTo>
                  <a:lnTo>
                    <a:pt x="417" y="213"/>
                  </a:lnTo>
                  <a:lnTo>
                    <a:pt x="418" y="214"/>
                  </a:lnTo>
                  <a:lnTo>
                    <a:pt x="419" y="217"/>
                  </a:lnTo>
                  <a:lnTo>
                    <a:pt x="419" y="217"/>
                  </a:lnTo>
                  <a:lnTo>
                    <a:pt x="420" y="218"/>
                  </a:lnTo>
                  <a:lnTo>
                    <a:pt x="420" y="218"/>
                  </a:lnTo>
                  <a:lnTo>
                    <a:pt x="421" y="219"/>
                  </a:lnTo>
                  <a:lnTo>
                    <a:pt x="422" y="221"/>
                  </a:lnTo>
                  <a:lnTo>
                    <a:pt x="422" y="221"/>
                  </a:lnTo>
                  <a:lnTo>
                    <a:pt x="424" y="224"/>
                  </a:lnTo>
                  <a:lnTo>
                    <a:pt x="425" y="225"/>
                  </a:lnTo>
                  <a:lnTo>
                    <a:pt x="425" y="225"/>
                  </a:lnTo>
                  <a:lnTo>
                    <a:pt x="426" y="226"/>
                  </a:lnTo>
                  <a:lnTo>
                    <a:pt x="426" y="227"/>
                  </a:lnTo>
                  <a:lnTo>
                    <a:pt x="427" y="227"/>
                  </a:lnTo>
                  <a:lnTo>
                    <a:pt x="427" y="227"/>
                  </a:lnTo>
                  <a:lnTo>
                    <a:pt x="427" y="228"/>
                  </a:lnTo>
                  <a:lnTo>
                    <a:pt x="427" y="228"/>
                  </a:lnTo>
                  <a:lnTo>
                    <a:pt x="428" y="229"/>
                  </a:lnTo>
                  <a:lnTo>
                    <a:pt x="428" y="230"/>
                  </a:lnTo>
                  <a:lnTo>
                    <a:pt x="429" y="231"/>
                  </a:lnTo>
                  <a:lnTo>
                    <a:pt x="429" y="231"/>
                  </a:lnTo>
                  <a:lnTo>
                    <a:pt x="430" y="231"/>
                  </a:lnTo>
                  <a:lnTo>
                    <a:pt x="430" y="232"/>
                  </a:lnTo>
                  <a:lnTo>
                    <a:pt x="430" y="232"/>
                  </a:lnTo>
                  <a:lnTo>
                    <a:pt x="430" y="232"/>
                  </a:lnTo>
                  <a:lnTo>
                    <a:pt x="431" y="232"/>
                  </a:lnTo>
                  <a:lnTo>
                    <a:pt x="431" y="232"/>
                  </a:lnTo>
                  <a:lnTo>
                    <a:pt x="431" y="233"/>
                  </a:lnTo>
                  <a:lnTo>
                    <a:pt x="432" y="235"/>
                  </a:lnTo>
                  <a:lnTo>
                    <a:pt x="432" y="235"/>
                  </a:lnTo>
                  <a:lnTo>
                    <a:pt x="432" y="235"/>
                  </a:lnTo>
                  <a:lnTo>
                    <a:pt x="433" y="236"/>
                  </a:lnTo>
                  <a:lnTo>
                    <a:pt x="434" y="238"/>
                  </a:lnTo>
                  <a:lnTo>
                    <a:pt x="435" y="238"/>
                  </a:lnTo>
                  <a:lnTo>
                    <a:pt x="435" y="240"/>
                  </a:lnTo>
                  <a:lnTo>
                    <a:pt x="436" y="240"/>
                  </a:lnTo>
                  <a:lnTo>
                    <a:pt x="437" y="242"/>
                  </a:lnTo>
                  <a:lnTo>
                    <a:pt x="437" y="243"/>
                  </a:lnTo>
                  <a:lnTo>
                    <a:pt x="438" y="243"/>
                  </a:lnTo>
                  <a:lnTo>
                    <a:pt x="439" y="245"/>
                  </a:lnTo>
                  <a:lnTo>
                    <a:pt x="439" y="245"/>
                  </a:lnTo>
                  <a:lnTo>
                    <a:pt x="440" y="245"/>
                  </a:lnTo>
                  <a:lnTo>
                    <a:pt x="440" y="246"/>
                  </a:lnTo>
                  <a:lnTo>
                    <a:pt x="440" y="247"/>
                  </a:lnTo>
                  <a:lnTo>
                    <a:pt x="441" y="247"/>
                  </a:lnTo>
                  <a:lnTo>
                    <a:pt x="441" y="248"/>
                  </a:lnTo>
                  <a:lnTo>
                    <a:pt x="442" y="248"/>
                  </a:lnTo>
                  <a:lnTo>
                    <a:pt x="442" y="249"/>
                  </a:lnTo>
                  <a:lnTo>
                    <a:pt x="442" y="249"/>
                  </a:lnTo>
                  <a:lnTo>
                    <a:pt x="442" y="249"/>
                  </a:lnTo>
                  <a:lnTo>
                    <a:pt x="444" y="251"/>
                  </a:lnTo>
                  <a:lnTo>
                    <a:pt x="444" y="251"/>
                  </a:lnTo>
                  <a:lnTo>
                    <a:pt x="444" y="252"/>
                  </a:lnTo>
                  <a:lnTo>
                    <a:pt x="444" y="252"/>
                  </a:lnTo>
                  <a:lnTo>
                    <a:pt x="444" y="252"/>
                  </a:lnTo>
                  <a:lnTo>
                    <a:pt x="445" y="253"/>
                  </a:lnTo>
                  <a:lnTo>
                    <a:pt x="446" y="254"/>
                  </a:lnTo>
                  <a:lnTo>
                    <a:pt x="446" y="255"/>
                  </a:lnTo>
                  <a:lnTo>
                    <a:pt x="447" y="256"/>
                  </a:lnTo>
                  <a:lnTo>
                    <a:pt x="447" y="256"/>
                  </a:lnTo>
                  <a:lnTo>
                    <a:pt x="447" y="258"/>
                  </a:lnTo>
                  <a:lnTo>
                    <a:pt x="447" y="258"/>
                  </a:lnTo>
                  <a:lnTo>
                    <a:pt x="447" y="258"/>
                  </a:lnTo>
                  <a:lnTo>
                    <a:pt x="448" y="258"/>
                  </a:lnTo>
                  <a:lnTo>
                    <a:pt x="449" y="264"/>
                  </a:lnTo>
                  <a:lnTo>
                    <a:pt x="450" y="266"/>
                  </a:lnTo>
                  <a:lnTo>
                    <a:pt x="450" y="266"/>
                  </a:lnTo>
                  <a:lnTo>
                    <a:pt x="450" y="266"/>
                  </a:lnTo>
                  <a:lnTo>
                    <a:pt x="450" y="267"/>
                  </a:lnTo>
                  <a:lnTo>
                    <a:pt x="450" y="268"/>
                  </a:lnTo>
                  <a:lnTo>
                    <a:pt x="450" y="268"/>
                  </a:lnTo>
                  <a:lnTo>
                    <a:pt x="450" y="269"/>
                  </a:lnTo>
                  <a:lnTo>
                    <a:pt x="451" y="271"/>
                  </a:lnTo>
                  <a:lnTo>
                    <a:pt x="450" y="271"/>
                  </a:lnTo>
                  <a:lnTo>
                    <a:pt x="449" y="273"/>
                  </a:lnTo>
                  <a:lnTo>
                    <a:pt x="449" y="274"/>
                  </a:lnTo>
                  <a:lnTo>
                    <a:pt x="449" y="275"/>
                  </a:lnTo>
                  <a:lnTo>
                    <a:pt x="448" y="275"/>
                  </a:lnTo>
                  <a:lnTo>
                    <a:pt x="447" y="276"/>
                  </a:lnTo>
                  <a:lnTo>
                    <a:pt x="445" y="278"/>
                  </a:lnTo>
                  <a:lnTo>
                    <a:pt x="444" y="279"/>
                  </a:lnTo>
                  <a:lnTo>
                    <a:pt x="444" y="279"/>
                  </a:lnTo>
                  <a:lnTo>
                    <a:pt x="444" y="279"/>
                  </a:lnTo>
                  <a:lnTo>
                    <a:pt x="444" y="279"/>
                  </a:lnTo>
                  <a:lnTo>
                    <a:pt x="444" y="278"/>
                  </a:lnTo>
                  <a:lnTo>
                    <a:pt x="444" y="278"/>
                  </a:lnTo>
                  <a:lnTo>
                    <a:pt x="444" y="278"/>
                  </a:lnTo>
                  <a:lnTo>
                    <a:pt x="444" y="278"/>
                  </a:lnTo>
                  <a:lnTo>
                    <a:pt x="445" y="278"/>
                  </a:lnTo>
                  <a:lnTo>
                    <a:pt x="445" y="277"/>
                  </a:lnTo>
                  <a:lnTo>
                    <a:pt x="445" y="277"/>
                  </a:lnTo>
                  <a:lnTo>
                    <a:pt x="446" y="277"/>
                  </a:lnTo>
                  <a:lnTo>
                    <a:pt x="446" y="276"/>
                  </a:lnTo>
                  <a:lnTo>
                    <a:pt x="446" y="276"/>
                  </a:lnTo>
                  <a:lnTo>
                    <a:pt x="446" y="275"/>
                  </a:lnTo>
                  <a:lnTo>
                    <a:pt x="447" y="275"/>
                  </a:lnTo>
                  <a:lnTo>
                    <a:pt x="447" y="275"/>
                  </a:lnTo>
                  <a:lnTo>
                    <a:pt x="448" y="275"/>
                  </a:lnTo>
                  <a:lnTo>
                    <a:pt x="448" y="274"/>
                  </a:lnTo>
                  <a:lnTo>
                    <a:pt x="448" y="274"/>
                  </a:lnTo>
                  <a:lnTo>
                    <a:pt x="449" y="273"/>
                  </a:lnTo>
                  <a:lnTo>
                    <a:pt x="450" y="271"/>
                  </a:lnTo>
                  <a:lnTo>
                    <a:pt x="450" y="270"/>
                  </a:lnTo>
                  <a:lnTo>
                    <a:pt x="450" y="269"/>
                  </a:lnTo>
                  <a:lnTo>
                    <a:pt x="449" y="268"/>
                  </a:lnTo>
                  <a:lnTo>
                    <a:pt x="449" y="268"/>
                  </a:lnTo>
                  <a:lnTo>
                    <a:pt x="449" y="267"/>
                  </a:lnTo>
                  <a:lnTo>
                    <a:pt x="448" y="267"/>
                  </a:lnTo>
                  <a:lnTo>
                    <a:pt x="448" y="266"/>
                  </a:lnTo>
                  <a:lnTo>
                    <a:pt x="447" y="266"/>
                  </a:lnTo>
                  <a:lnTo>
                    <a:pt x="447" y="266"/>
                  </a:lnTo>
                  <a:lnTo>
                    <a:pt x="447" y="265"/>
                  </a:lnTo>
                  <a:lnTo>
                    <a:pt x="446" y="265"/>
                  </a:lnTo>
                  <a:lnTo>
                    <a:pt x="445" y="264"/>
                  </a:lnTo>
                  <a:lnTo>
                    <a:pt x="445" y="264"/>
                  </a:lnTo>
                  <a:lnTo>
                    <a:pt x="444" y="262"/>
                  </a:lnTo>
                  <a:lnTo>
                    <a:pt x="441" y="262"/>
                  </a:lnTo>
                  <a:lnTo>
                    <a:pt x="441" y="261"/>
                  </a:lnTo>
                  <a:lnTo>
                    <a:pt x="440" y="261"/>
                  </a:lnTo>
                  <a:lnTo>
                    <a:pt x="440" y="260"/>
                  </a:lnTo>
                  <a:lnTo>
                    <a:pt x="438" y="260"/>
                  </a:lnTo>
                  <a:lnTo>
                    <a:pt x="437" y="260"/>
                  </a:lnTo>
                  <a:lnTo>
                    <a:pt x="437" y="259"/>
                  </a:lnTo>
                  <a:lnTo>
                    <a:pt x="436" y="259"/>
                  </a:lnTo>
                  <a:lnTo>
                    <a:pt x="433" y="258"/>
                  </a:lnTo>
                  <a:lnTo>
                    <a:pt x="431" y="258"/>
                  </a:lnTo>
                  <a:lnTo>
                    <a:pt x="428" y="259"/>
                  </a:lnTo>
                  <a:lnTo>
                    <a:pt x="427" y="259"/>
                  </a:lnTo>
                  <a:lnTo>
                    <a:pt x="426" y="260"/>
                  </a:lnTo>
                  <a:lnTo>
                    <a:pt x="424" y="260"/>
                  </a:lnTo>
                  <a:lnTo>
                    <a:pt x="423" y="261"/>
                  </a:lnTo>
                  <a:lnTo>
                    <a:pt x="421" y="261"/>
                  </a:lnTo>
                  <a:lnTo>
                    <a:pt x="421" y="262"/>
                  </a:lnTo>
                  <a:lnTo>
                    <a:pt x="418" y="262"/>
                  </a:lnTo>
                  <a:lnTo>
                    <a:pt x="417" y="263"/>
                  </a:lnTo>
                  <a:lnTo>
                    <a:pt x="416" y="263"/>
                  </a:lnTo>
                  <a:lnTo>
                    <a:pt x="412" y="262"/>
                  </a:lnTo>
                  <a:lnTo>
                    <a:pt x="410" y="262"/>
                  </a:lnTo>
                  <a:lnTo>
                    <a:pt x="409" y="262"/>
                  </a:lnTo>
                  <a:lnTo>
                    <a:pt x="408" y="262"/>
                  </a:lnTo>
                  <a:lnTo>
                    <a:pt x="403" y="257"/>
                  </a:lnTo>
                  <a:lnTo>
                    <a:pt x="403" y="257"/>
                  </a:lnTo>
                  <a:lnTo>
                    <a:pt x="403" y="257"/>
                  </a:lnTo>
                  <a:lnTo>
                    <a:pt x="403" y="257"/>
                  </a:lnTo>
                  <a:lnTo>
                    <a:pt x="403" y="256"/>
                  </a:lnTo>
                  <a:lnTo>
                    <a:pt x="400" y="253"/>
                  </a:lnTo>
                  <a:lnTo>
                    <a:pt x="398" y="252"/>
                  </a:lnTo>
                  <a:lnTo>
                    <a:pt x="397" y="251"/>
                  </a:lnTo>
                  <a:lnTo>
                    <a:pt x="398" y="250"/>
                  </a:lnTo>
                  <a:lnTo>
                    <a:pt x="397" y="250"/>
                  </a:lnTo>
                  <a:lnTo>
                    <a:pt x="397" y="250"/>
                  </a:lnTo>
                  <a:lnTo>
                    <a:pt x="397" y="249"/>
                  </a:lnTo>
                  <a:lnTo>
                    <a:pt x="397" y="249"/>
                  </a:lnTo>
                  <a:lnTo>
                    <a:pt x="397" y="249"/>
                  </a:lnTo>
                  <a:lnTo>
                    <a:pt x="396" y="249"/>
                  </a:lnTo>
                  <a:lnTo>
                    <a:pt x="395" y="247"/>
                  </a:lnTo>
                  <a:lnTo>
                    <a:pt x="392" y="245"/>
                  </a:lnTo>
                  <a:lnTo>
                    <a:pt x="392" y="244"/>
                  </a:lnTo>
                  <a:lnTo>
                    <a:pt x="391" y="243"/>
                  </a:lnTo>
                  <a:lnTo>
                    <a:pt x="390" y="242"/>
                  </a:lnTo>
                  <a:lnTo>
                    <a:pt x="389" y="242"/>
                  </a:lnTo>
                  <a:lnTo>
                    <a:pt x="389" y="241"/>
                  </a:lnTo>
                  <a:lnTo>
                    <a:pt x="388" y="241"/>
                  </a:lnTo>
                  <a:lnTo>
                    <a:pt x="388" y="241"/>
                  </a:lnTo>
                  <a:lnTo>
                    <a:pt x="388" y="240"/>
                  </a:lnTo>
                  <a:lnTo>
                    <a:pt x="388" y="240"/>
                  </a:lnTo>
                  <a:lnTo>
                    <a:pt x="387" y="238"/>
                  </a:lnTo>
                  <a:lnTo>
                    <a:pt x="387" y="238"/>
                  </a:lnTo>
                  <a:lnTo>
                    <a:pt x="387" y="236"/>
                  </a:lnTo>
                  <a:lnTo>
                    <a:pt x="385" y="235"/>
                  </a:lnTo>
                  <a:lnTo>
                    <a:pt x="385" y="234"/>
                  </a:lnTo>
                  <a:lnTo>
                    <a:pt x="385" y="233"/>
                  </a:lnTo>
                  <a:lnTo>
                    <a:pt x="384" y="233"/>
                  </a:lnTo>
                  <a:lnTo>
                    <a:pt x="384" y="234"/>
                  </a:lnTo>
                  <a:lnTo>
                    <a:pt x="384" y="234"/>
                  </a:lnTo>
                  <a:lnTo>
                    <a:pt x="384" y="234"/>
                  </a:lnTo>
                  <a:lnTo>
                    <a:pt x="384" y="233"/>
                  </a:lnTo>
                  <a:lnTo>
                    <a:pt x="383" y="233"/>
                  </a:lnTo>
                  <a:lnTo>
                    <a:pt x="383" y="233"/>
                  </a:lnTo>
                  <a:lnTo>
                    <a:pt x="383" y="233"/>
                  </a:lnTo>
                  <a:lnTo>
                    <a:pt x="381" y="232"/>
                  </a:lnTo>
                  <a:lnTo>
                    <a:pt x="380" y="232"/>
                  </a:lnTo>
                  <a:lnTo>
                    <a:pt x="379" y="232"/>
                  </a:lnTo>
                  <a:lnTo>
                    <a:pt x="376" y="232"/>
                  </a:lnTo>
                  <a:lnTo>
                    <a:pt x="375" y="232"/>
                  </a:lnTo>
                  <a:lnTo>
                    <a:pt x="375" y="232"/>
                  </a:lnTo>
                  <a:lnTo>
                    <a:pt x="372" y="232"/>
                  </a:lnTo>
                  <a:lnTo>
                    <a:pt x="371" y="232"/>
                  </a:lnTo>
                  <a:lnTo>
                    <a:pt x="371" y="232"/>
                  </a:lnTo>
                  <a:lnTo>
                    <a:pt x="370" y="233"/>
                  </a:lnTo>
                  <a:lnTo>
                    <a:pt x="370" y="233"/>
                  </a:lnTo>
                  <a:lnTo>
                    <a:pt x="370" y="233"/>
                  </a:lnTo>
                  <a:lnTo>
                    <a:pt x="369" y="233"/>
                  </a:lnTo>
                  <a:lnTo>
                    <a:pt x="368" y="234"/>
                  </a:lnTo>
                  <a:lnTo>
                    <a:pt x="367" y="235"/>
                  </a:lnTo>
                  <a:lnTo>
                    <a:pt x="367" y="235"/>
                  </a:lnTo>
                  <a:lnTo>
                    <a:pt x="367" y="235"/>
                  </a:lnTo>
                  <a:lnTo>
                    <a:pt x="366" y="235"/>
                  </a:lnTo>
                  <a:lnTo>
                    <a:pt x="366" y="235"/>
                  </a:lnTo>
                  <a:lnTo>
                    <a:pt x="364" y="236"/>
                  </a:lnTo>
                  <a:lnTo>
                    <a:pt x="363" y="236"/>
                  </a:lnTo>
                  <a:lnTo>
                    <a:pt x="362" y="236"/>
                  </a:lnTo>
                  <a:lnTo>
                    <a:pt x="362" y="236"/>
                  </a:lnTo>
                  <a:lnTo>
                    <a:pt x="361" y="237"/>
                  </a:lnTo>
                  <a:lnTo>
                    <a:pt x="358" y="237"/>
                  </a:lnTo>
                  <a:lnTo>
                    <a:pt x="357" y="238"/>
                  </a:lnTo>
                  <a:lnTo>
                    <a:pt x="356" y="238"/>
                  </a:lnTo>
                  <a:lnTo>
                    <a:pt x="356" y="238"/>
                  </a:lnTo>
                  <a:lnTo>
                    <a:pt x="355" y="238"/>
                  </a:lnTo>
                  <a:lnTo>
                    <a:pt x="353" y="239"/>
                  </a:lnTo>
                  <a:lnTo>
                    <a:pt x="352" y="240"/>
                  </a:lnTo>
                  <a:lnTo>
                    <a:pt x="352" y="240"/>
                  </a:lnTo>
                  <a:lnTo>
                    <a:pt x="350" y="240"/>
                  </a:lnTo>
                  <a:lnTo>
                    <a:pt x="349" y="239"/>
                  </a:lnTo>
                  <a:lnTo>
                    <a:pt x="346" y="239"/>
                  </a:lnTo>
                  <a:lnTo>
                    <a:pt x="346" y="239"/>
                  </a:lnTo>
                  <a:lnTo>
                    <a:pt x="344" y="239"/>
                  </a:lnTo>
                  <a:lnTo>
                    <a:pt x="344" y="239"/>
                  </a:lnTo>
                  <a:lnTo>
                    <a:pt x="343" y="240"/>
                  </a:lnTo>
                  <a:lnTo>
                    <a:pt x="343" y="240"/>
                  </a:lnTo>
                  <a:lnTo>
                    <a:pt x="341" y="240"/>
                  </a:lnTo>
                  <a:lnTo>
                    <a:pt x="338" y="240"/>
                  </a:lnTo>
                  <a:lnTo>
                    <a:pt x="336" y="240"/>
                  </a:lnTo>
                  <a:lnTo>
                    <a:pt x="336" y="241"/>
                  </a:lnTo>
                  <a:lnTo>
                    <a:pt x="334" y="241"/>
                  </a:lnTo>
                  <a:lnTo>
                    <a:pt x="333" y="240"/>
                  </a:lnTo>
                  <a:lnTo>
                    <a:pt x="332" y="240"/>
                  </a:lnTo>
                  <a:lnTo>
                    <a:pt x="331" y="240"/>
                  </a:lnTo>
                  <a:lnTo>
                    <a:pt x="331" y="238"/>
                  </a:lnTo>
                  <a:lnTo>
                    <a:pt x="330" y="238"/>
                  </a:lnTo>
                  <a:lnTo>
                    <a:pt x="328" y="236"/>
                  </a:lnTo>
                  <a:lnTo>
                    <a:pt x="328" y="236"/>
                  </a:lnTo>
                  <a:lnTo>
                    <a:pt x="327" y="236"/>
                  </a:lnTo>
                  <a:lnTo>
                    <a:pt x="327" y="236"/>
                  </a:lnTo>
                  <a:lnTo>
                    <a:pt x="325" y="236"/>
                  </a:lnTo>
                  <a:lnTo>
                    <a:pt x="325" y="235"/>
                  </a:lnTo>
                  <a:lnTo>
                    <a:pt x="323" y="235"/>
                  </a:lnTo>
                  <a:lnTo>
                    <a:pt x="322" y="235"/>
                  </a:lnTo>
                  <a:lnTo>
                    <a:pt x="320" y="236"/>
                  </a:lnTo>
                  <a:lnTo>
                    <a:pt x="319" y="236"/>
                  </a:lnTo>
                  <a:lnTo>
                    <a:pt x="318" y="236"/>
                  </a:lnTo>
                  <a:lnTo>
                    <a:pt x="317" y="236"/>
                  </a:lnTo>
                  <a:lnTo>
                    <a:pt x="316" y="236"/>
                  </a:lnTo>
                  <a:lnTo>
                    <a:pt x="314" y="237"/>
                  </a:lnTo>
                  <a:lnTo>
                    <a:pt x="314" y="237"/>
                  </a:lnTo>
                  <a:lnTo>
                    <a:pt x="314" y="238"/>
                  </a:lnTo>
                  <a:lnTo>
                    <a:pt x="313" y="238"/>
                  </a:lnTo>
                  <a:lnTo>
                    <a:pt x="313" y="239"/>
                  </a:lnTo>
                  <a:lnTo>
                    <a:pt x="312" y="240"/>
                  </a:lnTo>
                  <a:lnTo>
                    <a:pt x="312" y="240"/>
                  </a:lnTo>
                  <a:lnTo>
                    <a:pt x="312" y="241"/>
                  </a:lnTo>
                  <a:lnTo>
                    <a:pt x="311" y="241"/>
                  </a:lnTo>
                  <a:lnTo>
                    <a:pt x="311" y="242"/>
                  </a:lnTo>
                  <a:lnTo>
                    <a:pt x="310" y="242"/>
                  </a:lnTo>
                  <a:lnTo>
                    <a:pt x="309" y="245"/>
                  </a:lnTo>
                  <a:lnTo>
                    <a:pt x="309" y="247"/>
                  </a:lnTo>
                  <a:lnTo>
                    <a:pt x="310" y="249"/>
                  </a:lnTo>
                  <a:lnTo>
                    <a:pt x="311" y="250"/>
                  </a:lnTo>
                  <a:lnTo>
                    <a:pt x="312" y="249"/>
                  </a:lnTo>
                  <a:lnTo>
                    <a:pt x="311" y="247"/>
                  </a:lnTo>
                  <a:lnTo>
                    <a:pt x="310" y="246"/>
                  </a:lnTo>
                  <a:lnTo>
                    <a:pt x="310" y="245"/>
                  </a:lnTo>
                  <a:lnTo>
                    <a:pt x="310" y="245"/>
                  </a:lnTo>
                  <a:lnTo>
                    <a:pt x="310" y="245"/>
                  </a:lnTo>
                  <a:lnTo>
                    <a:pt x="311" y="244"/>
                  </a:lnTo>
                  <a:lnTo>
                    <a:pt x="313" y="244"/>
                  </a:lnTo>
                  <a:lnTo>
                    <a:pt x="314" y="243"/>
                  </a:lnTo>
                  <a:lnTo>
                    <a:pt x="315" y="243"/>
                  </a:lnTo>
                  <a:lnTo>
                    <a:pt x="317" y="242"/>
                  </a:lnTo>
                  <a:lnTo>
                    <a:pt x="318" y="241"/>
                  </a:lnTo>
                  <a:lnTo>
                    <a:pt x="319" y="240"/>
                  </a:lnTo>
                  <a:lnTo>
                    <a:pt x="323" y="240"/>
                  </a:lnTo>
                  <a:lnTo>
                    <a:pt x="324" y="240"/>
                  </a:lnTo>
                  <a:lnTo>
                    <a:pt x="324" y="240"/>
                  </a:lnTo>
                  <a:lnTo>
                    <a:pt x="327" y="243"/>
                  </a:lnTo>
                  <a:lnTo>
                    <a:pt x="327" y="244"/>
                  </a:lnTo>
                  <a:lnTo>
                    <a:pt x="328" y="244"/>
                  </a:lnTo>
                  <a:lnTo>
                    <a:pt x="328" y="245"/>
                  </a:lnTo>
                  <a:lnTo>
                    <a:pt x="329" y="245"/>
                  </a:lnTo>
                  <a:lnTo>
                    <a:pt x="329" y="245"/>
                  </a:lnTo>
                  <a:lnTo>
                    <a:pt x="331" y="246"/>
                  </a:lnTo>
                  <a:lnTo>
                    <a:pt x="331" y="248"/>
                  </a:lnTo>
                  <a:lnTo>
                    <a:pt x="332" y="249"/>
                  </a:lnTo>
                  <a:lnTo>
                    <a:pt x="334" y="249"/>
                  </a:lnTo>
                  <a:lnTo>
                    <a:pt x="336" y="249"/>
                  </a:lnTo>
                  <a:lnTo>
                    <a:pt x="340" y="249"/>
                  </a:lnTo>
                  <a:lnTo>
                    <a:pt x="342" y="249"/>
                  </a:lnTo>
                  <a:lnTo>
                    <a:pt x="343" y="248"/>
                  </a:lnTo>
                  <a:lnTo>
                    <a:pt x="344" y="247"/>
                  </a:lnTo>
                  <a:lnTo>
                    <a:pt x="344" y="247"/>
                  </a:lnTo>
                  <a:lnTo>
                    <a:pt x="344" y="246"/>
                  </a:lnTo>
                  <a:lnTo>
                    <a:pt x="345" y="245"/>
                  </a:lnTo>
                  <a:lnTo>
                    <a:pt x="345" y="245"/>
                  </a:lnTo>
                  <a:lnTo>
                    <a:pt x="346" y="245"/>
                  </a:lnTo>
                  <a:lnTo>
                    <a:pt x="347" y="245"/>
                  </a:lnTo>
                  <a:lnTo>
                    <a:pt x="347" y="244"/>
                  </a:lnTo>
                  <a:lnTo>
                    <a:pt x="349" y="245"/>
                  </a:lnTo>
                  <a:lnTo>
                    <a:pt x="351" y="245"/>
                  </a:lnTo>
                  <a:lnTo>
                    <a:pt x="351" y="245"/>
                  </a:lnTo>
                  <a:lnTo>
                    <a:pt x="357" y="245"/>
                  </a:lnTo>
                  <a:lnTo>
                    <a:pt x="358" y="244"/>
                  </a:lnTo>
                  <a:lnTo>
                    <a:pt x="359" y="244"/>
                  </a:lnTo>
                  <a:lnTo>
                    <a:pt x="361" y="243"/>
                  </a:lnTo>
                  <a:lnTo>
                    <a:pt x="362" y="243"/>
                  </a:lnTo>
                  <a:lnTo>
                    <a:pt x="362" y="243"/>
                  </a:lnTo>
                  <a:lnTo>
                    <a:pt x="363" y="243"/>
                  </a:lnTo>
                  <a:lnTo>
                    <a:pt x="365" y="242"/>
                  </a:lnTo>
                  <a:lnTo>
                    <a:pt x="365" y="241"/>
                  </a:lnTo>
                  <a:lnTo>
                    <a:pt x="364" y="241"/>
                  </a:lnTo>
                  <a:lnTo>
                    <a:pt x="365" y="240"/>
                  </a:lnTo>
                  <a:lnTo>
                    <a:pt x="365" y="240"/>
                  </a:lnTo>
                  <a:lnTo>
                    <a:pt x="365" y="241"/>
                  </a:lnTo>
                  <a:lnTo>
                    <a:pt x="366" y="242"/>
                  </a:lnTo>
                  <a:lnTo>
                    <a:pt x="366" y="241"/>
                  </a:lnTo>
                  <a:lnTo>
                    <a:pt x="367" y="241"/>
                  </a:lnTo>
                  <a:lnTo>
                    <a:pt x="370" y="240"/>
                  </a:lnTo>
                  <a:lnTo>
                    <a:pt x="372" y="240"/>
                  </a:lnTo>
                  <a:lnTo>
                    <a:pt x="374" y="240"/>
                  </a:lnTo>
                  <a:lnTo>
                    <a:pt x="375" y="240"/>
                  </a:lnTo>
                  <a:lnTo>
                    <a:pt x="376" y="240"/>
                  </a:lnTo>
                  <a:lnTo>
                    <a:pt x="378" y="240"/>
                  </a:lnTo>
                  <a:lnTo>
                    <a:pt x="378" y="240"/>
                  </a:lnTo>
                  <a:lnTo>
                    <a:pt x="379" y="240"/>
                  </a:lnTo>
                  <a:lnTo>
                    <a:pt x="379" y="241"/>
                  </a:lnTo>
                  <a:lnTo>
                    <a:pt x="379" y="242"/>
                  </a:lnTo>
                  <a:lnTo>
                    <a:pt x="380" y="243"/>
                  </a:lnTo>
                  <a:lnTo>
                    <a:pt x="381" y="245"/>
                  </a:lnTo>
                  <a:lnTo>
                    <a:pt x="382" y="245"/>
                  </a:lnTo>
                  <a:lnTo>
                    <a:pt x="382" y="247"/>
                  </a:lnTo>
                  <a:lnTo>
                    <a:pt x="383" y="248"/>
                  </a:lnTo>
                  <a:lnTo>
                    <a:pt x="383" y="249"/>
                  </a:lnTo>
                  <a:lnTo>
                    <a:pt x="384" y="249"/>
                  </a:lnTo>
                  <a:lnTo>
                    <a:pt x="384" y="249"/>
                  </a:lnTo>
                  <a:lnTo>
                    <a:pt x="384" y="250"/>
                  </a:lnTo>
                  <a:lnTo>
                    <a:pt x="384" y="251"/>
                  </a:lnTo>
                  <a:lnTo>
                    <a:pt x="386" y="252"/>
                  </a:lnTo>
                  <a:lnTo>
                    <a:pt x="386" y="253"/>
                  </a:lnTo>
                  <a:lnTo>
                    <a:pt x="387" y="253"/>
                  </a:lnTo>
                  <a:lnTo>
                    <a:pt x="387" y="254"/>
                  </a:lnTo>
                  <a:lnTo>
                    <a:pt x="388" y="255"/>
                  </a:lnTo>
                  <a:lnTo>
                    <a:pt x="388" y="256"/>
                  </a:lnTo>
                  <a:lnTo>
                    <a:pt x="389" y="258"/>
                  </a:lnTo>
                  <a:lnTo>
                    <a:pt x="389" y="258"/>
                  </a:lnTo>
                  <a:lnTo>
                    <a:pt x="389" y="258"/>
                  </a:lnTo>
                  <a:lnTo>
                    <a:pt x="390" y="258"/>
                  </a:lnTo>
                  <a:lnTo>
                    <a:pt x="390" y="258"/>
                  </a:lnTo>
                  <a:lnTo>
                    <a:pt x="390" y="258"/>
                  </a:lnTo>
                  <a:lnTo>
                    <a:pt x="391" y="258"/>
                  </a:lnTo>
                  <a:lnTo>
                    <a:pt x="391" y="258"/>
                  </a:lnTo>
                  <a:lnTo>
                    <a:pt x="391" y="258"/>
                  </a:lnTo>
                  <a:lnTo>
                    <a:pt x="390" y="258"/>
                  </a:lnTo>
                  <a:lnTo>
                    <a:pt x="390" y="259"/>
                  </a:lnTo>
                  <a:lnTo>
                    <a:pt x="391" y="259"/>
                  </a:lnTo>
                  <a:lnTo>
                    <a:pt x="391" y="258"/>
                  </a:lnTo>
                  <a:lnTo>
                    <a:pt x="391" y="258"/>
                  </a:lnTo>
                  <a:lnTo>
                    <a:pt x="392" y="258"/>
                  </a:lnTo>
                  <a:lnTo>
                    <a:pt x="392" y="258"/>
                  </a:lnTo>
                  <a:lnTo>
                    <a:pt x="390" y="259"/>
                  </a:lnTo>
                  <a:lnTo>
                    <a:pt x="391" y="260"/>
                  </a:lnTo>
                  <a:lnTo>
                    <a:pt x="391" y="260"/>
                  </a:lnTo>
                  <a:lnTo>
                    <a:pt x="391" y="260"/>
                  </a:lnTo>
                  <a:lnTo>
                    <a:pt x="392" y="259"/>
                  </a:lnTo>
                  <a:lnTo>
                    <a:pt x="392" y="260"/>
                  </a:lnTo>
                  <a:lnTo>
                    <a:pt x="393" y="261"/>
                  </a:lnTo>
                  <a:lnTo>
                    <a:pt x="393" y="262"/>
                  </a:lnTo>
                  <a:lnTo>
                    <a:pt x="393" y="262"/>
                  </a:lnTo>
                  <a:lnTo>
                    <a:pt x="392" y="261"/>
                  </a:lnTo>
                  <a:lnTo>
                    <a:pt x="392" y="261"/>
                  </a:lnTo>
                  <a:lnTo>
                    <a:pt x="392" y="261"/>
                  </a:lnTo>
                  <a:lnTo>
                    <a:pt x="392" y="262"/>
                  </a:lnTo>
                  <a:lnTo>
                    <a:pt x="394" y="262"/>
                  </a:lnTo>
                  <a:lnTo>
                    <a:pt x="393" y="262"/>
                  </a:lnTo>
                  <a:lnTo>
                    <a:pt x="393" y="262"/>
                  </a:lnTo>
                  <a:lnTo>
                    <a:pt x="393" y="262"/>
                  </a:lnTo>
                  <a:lnTo>
                    <a:pt x="394" y="262"/>
                  </a:lnTo>
                  <a:lnTo>
                    <a:pt x="394" y="262"/>
                  </a:lnTo>
                  <a:lnTo>
                    <a:pt x="395" y="262"/>
                  </a:lnTo>
                  <a:lnTo>
                    <a:pt x="395" y="263"/>
                  </a:lnTo>
                  <a:lnTo>
                    <a:pt x="395" y="263"/>
                  </a:lnTo>
                  <a:lnTo>
                    <a:pt x="395" y="262"/>
                  </a:lnTo>
                  <a:lnTo>
                    <a:pt x="396" y="263"/>
                  </a:lnTo>
                  <a:lnTo>
                    <a:pt x="396" y="263"/>
                  </a:lnTo>
                  <a:lnTo>
                    <a:pt x="395" y="263"/>
                  </a:lnTo>
                  <a:lnTo>
                    <a:pt x="395" y="263"/>
                  </a:lnTo>
                  <a:lnTo>
                    <a:pt x="396" y="264"/>
                  </a:lnTo>
                  <a:lnTo>
                    <a:pt x="397" y="265"/>
                  </a:lnTo>
                  <a:lnTo>
                    <a:pt x="397" y="264"/>
                  </a:lnTo>
                  <a:lnTo>
                    <a:pt x="397" y="264"/>
                  </a:lnTo>
                  <a:lnTo>
                    <a:pt x="397" y="263"/>
                  </a:lnTo>
                  <a:lnTo>
                    <a:pt x="398" y="263"/>
                  </a:lnTo>
                  <a:lnTo>
                    <a:pt x="398" y="263"/>
                  </a:lnTo>
                  <a:lnTo>
                    <a:pt x="397" y="262"/>
                  </a:lnTo>
                  <a:lnTo>
                    <a:pt x="397" y="262"/>
                  </a:lnTo>
                  <a:lnTo>
                    <a:pt x="397" y="262"/>
                  </a:lnTo>
                  <a:lnTo>
                    <a:pt x="398" y="262"/>
                  </a:lnTo>
                  <a:lnTo>
                    <a:pt x="398" y="262"/>
                  </a:lnTo>
                  <a:lnTo>
                    <a:pt x="399" y="263"/>
                  </a:lnTo>
                  <a:lnTo>
                    <a:pt x="399" y="263"/>
                  </a:lnTo>
                  <a:lnTo>
                    <a:pt x="399" y="263"/>
                  </a:lnTo>
                  <a:lnTo>
                    <a:pt x="399" y="263"/>
                  </a:lnTo>
                  <a:lnTo>
                    <a:pt x="398" y="263"/>
                  </a:lnTo>
                  <a:lnTo>
                    <a:pt x="398" y="264"/>
                  </a:lnTo>
                  <a:lnTo>
                    <a:pt x="397" y="265"/>
                  </a:lnTo>
                  <a:lnTo>
                    <a:pt x="398" y="265"/>
                  </a:lnTo>
                  <a:lnTo>
                    <a:pt x="398" y="266"/>
                  </a:lnTo>
                  <a:lnTo>
                    <a:pt x="399" y="266"/>
                  </a:lnTo>
                  <a:lnTo>
                    <a:pt x="399" y="266"/>
                  </a:lnTo>
                  <a:lnTo>
                    <a:pt x="400" y="266"/>
                  </a:lnTo>
                  <a:lnTo>
                    <a:pt x="400" y="267"/>
                  </a:lnTo>
                  <a:lnTo>
                    <a:pt x="401" y="267"/>
                  </a:lnTo>
                  <a:lnTo>
                    <a:pt x="401" y="269"/>
                  </a:lnTo>
                  <a:lnTo>
                    <a:pt x="402" y="269"/>
                  </a:lnTo>
                  <a:lnTo>
                    <a:pt x="403" y="270"/>
                  </a:lnTo>
                  <a:lnTo>
                    <a:pt x="403" y="271"/>
                  </a:lnTo>
                  <a:lnTo>
                    <a:pt x="405" y="272"/>
                  </a:lnTo>
                  <a:lnTo>
                    <a:pt x="405" y="273"/>
                  </a:lnTo>
                  <a:lnTo>
                    <a:pt x="406" y="274"/>
                  </a:lnTo>
                  <a:lnTo>
                    <a:pt x="407" y="275"/>
                  </a:lnTo>
                  <a:lnTo>
                    <a:pt x="409" y="275"/>
                  </a:lnTo>
                  <a:lnTo>
                    <a:pt x="410" y="276"/>
                  </a:lnTo>
                  <a:lnTo>
                    <a:pt x="410" y="276"/>
                  </a:lnTo>
                  <a:lnTo>
                    <a:pt x="410" y="276"/>
                  </a:lnTo>
                  <a:lnTo>
                    <a:pt x="412" y="277"/>
                  </a:lnTo>
                  <a:lnTo>
                    <a:pt x="412" y="278"/>
                  </a:lnTo>
                  <a:lnTo>
                    <a:pt x="412" y="278"/>
                  </a:lnTo>
                  <a:lnTo>
                    <a:pt x="413" y="277"/>
                  </a:lnTo>
                  <a:lnTo>
                    <a:pt x="413" y="277"/>
                  </a:lnTo>
                  <a:lnTo>
                    <a:pt x="414" y="275"/>
                  </a:lnTo>
                  <a:lnTo>
                    <a:pt x="414" y="276"/>
                  </a:lnTo>
                  <a:lnTo>
                    <a:pt x="414" y="277"/>
                  </a:lnTo>
                  <a:lnTo>
                    <a:pt x="414" y="277"/>
                  </a:lnTo>
                  <a:lnTo>
                    <a:pt x="415" y="278"/>
                  </a:lnTo>
                  <a:lnTo>
                    <a:pt x="416" y="278"/>
                  </a:lnTo>
                  <a:lnTo>
                    <a:pt x="415" y="277"/>
                  </a:lnTo>
                  <a:lnTo>
                    <a:pt x="414" y="276"/>
                  </a:lnTo>
                  <a:lnTo>
                    <a:pt x="414" y="276"/>
                  </a:lnTo>
                  <a:lnTo>
                    <a:pt x="415" y="276"/>
                  </a:lnTo>
                  <a:lnTo>
                    <a:pt x="416" y="277"/>
                  </a:lnTo>
                  <a:lnTo>
                    <a:pt x="416" y="277"/>
                  </a:lnTo>
                  <a:lnTo>
                    <a:pt x="416" y="277"/>
                  </a:lnTo>
                  <a:lnTo>
                    <a:pt x="416" y="278"/>
                  </a:lnTo>
                  <a:lnTo>
                    <a:pt x="416" y="278"/>
                  </a:lnTo>
                  <a:lnTo>
                    <a:pt x="417" y="278"/>
                  </a:lnTo>
                  <a:lnTo>
                    <a:pt x="417" y="278"/>
                  </a:lnTo>
                  <a:lnTo>
                    <a:pt x="417" y="279"/>
                  </a:lnTo>
                  <a:lnTo>
                    <a:pt x="417" y="279"/>
                  </a:lnTo>
                  <a:lnTo>
                    <a:pt x="418" y="279"/>
                  </a:lnTo>
                  <a:lnTo>
                    <a:pt x="418" y="279"/>
                  </a:lnTo>
                  <a:lnTo>
                    <a:pt x="420" y="281"/>
                  </a:lnTo>
                  <a:lnTo>
                    <a:pt x="421" y="282"/>
                  </a:lnTo>
                  <a:lnTo>
                    <a:pt x="421" y="282"/>
                  </a:lnTo>
                  <a:lnTo>
                    <a:pt x="421" y="283"/>
                  </a:lnTo>
                  <a:lnTo>
                    <a:pt x="422" y="284"/>
                  </a:lnTo>
                  <a:lnTo>
                    <a:pt x="422" y="284"/>
                  </a:lnTo>
                  <a:lnTo>
                    <a:pt x="423" y="284"/>
                  </a:lnTo>
                  <a:lnTo>
                    <a:pt x="423" y="285"/>
                  </a:lnTo>
                  <a:lnTo>
                    <a:pt x="423" y="285"/>
                  </a:lnTo>
                  <a:lnTo>
                    <a:pt x="423" y="285"/>
                  </a:lnTo>
                  <a:lnTo>
                    <a:pt x="423" y="285"/>
                  </a:lnTo>
                  <a:lnTo>
                    <a:pt x="423" y="286"/>
                  </a:lnTo>
                  <a:lnTo>
                    <a:pt x="424" y="286"/>
                  </a:lnTo>
                  <a:lnTo>
                    <a:pt x="425" y="287"/>
                  </a:lnTo>
                  <a:lnTo>
                    <a:pt x="425" y="288"/>
                  </a:lnTo>
                  <a:lnTo>
                    <a:pt x="426" y="288"/>
                  </a:lnTo>
                  <a:lnTo>
                    <a:pt x="426" y="288"/>
                  </a:lnTo>
                  <a:lnTo>
                    <a:pt x="427" y="290"/>
                  </a:lnTo>
                  <a:lnTo>
                    <a:pt x="427" y="291"/>
                  </a:lnTo>
                  <a:lnTo>
                    <a:pt x="428" y="292"/>
                  </a:lnTo>
                  <a:lnTo>
                    <a:pt x="428" y="292"/>
                  </a:lnTo>
                  <a:lnTo>
                    <a:pt x="427" y="292"/>
                  </a:lnTo>
                  <a:lnTo>
                    <a:pt x="427" y="292"/>
                  </a:lnTo>
                  <a:lnTo>
                    <a:pt x="428" y="292"/>
                  </a:lnTo>
                  <a:lnTo>
                    <a:pt x="428" y="293"/>
                  </a:lnTo>
                  <a:lnTo>
                    <a:pt x="428" y="293"/>
                  </a:lnTo>
                  <a:lnTo>
                    <a:pt x="425" y="295"/>
                  </a:lnTo>
                  <a:lnTo>
                    <a:pt x="421" y="296"/>
                  </a:lnTo>
                  <a:lnTo>
                    <a:pt x="418" y="295"/>
                  </a:lnTo>
                  <a:lnTo>
                    <a:pt x="415" y="297"/>
                  </a:lnTo>
                  <a:lnTo>
                    <a:pt x="410" y="310"/>
                  </a:lnTo>
                  <a:lnTo>
                    <a:pt x="410" y="312"/>
                  </a:lnTo>
                  <a:lnTo>
                    <a:pt x="413" y="315"/>
                  </a:lnTo>
                  <a:lnTo>
                    <a:pt x="409" y="319"/>
                  </a:lnTo>
                  <a:lnTo>
                    <a:pt x="406" y="320"/>
                  </a:lnTo>
                  <a:lnTo>
                    <a:pt x="402" y="316"/>
                  </a:lnTo>
                  <a:lnTo>
                    <a:pt x="401" y="313"/>
                  </a:lnTo>
                  <a:lnTo>
                    <a:pt x="399" y="312"/>
                  </a:lnTo>
                  <a:lnTo>
                    <a:pt x="398" y="310"/>
                  </a:lnTo>
                  <a:lnTo>
                    <a:pt x="393" y="305"/>
                  </a:lnTo>
                  <a:lnTo>
                    <a:pt x="395" y="299"/>
                  </a:lnTo>
                  <a:lnTo>
                    <a:pt x="392" y="289"/>
                  </a:lnTo>
                  <a:lnTo>
                    <a:pt x="397" y="284"/>
                  </a:lnTo>
                  <a:lnTo>
                    <a:pt x="397" y="281"/>
                  </a:lnTo>
                  <a:lnTo>
                    <a:pt x="391" y="281"/>
                  </a:lnTo>
                  <a:lnTo>
                    <a:pt x="386" y="275"/>
                  </a:lnTo>
                  <a:lnTo>
                    <a:pt x="378" y="269"/>
                  </a:lnTo>
                  <a:lnTo>
                    <a:pt x="376" y="271"/>
                  </a:lnTo>
                  <a:lnTo>
                    <a:pt x="377" y="276"/>
                  </a:lnTo>
                  <a:lnTo>
                    <a:pt x="371" y="283"/>
                  </a:lnTo>
                  <a:lnTo>
                    <a:pt x="366" y="284"/>
                  </a:lnTo>
                  <a:lnTo>
                    <a:pt x="356" y="281"/>
                  </a:lnTo>
                  <a:lnTo>
                    <a:pt x="346" y="288"/>
                  </a:lnTo>
                  <a:lnTo>
                    <a:pt x="346" y="290"/>
                  </a:lnTo>
                  <a:lnTo>
                    <a:pt x="358" y="291"/>
                  </a:lnTo>
                  <a:lnTo>
                    <a:pt x="361" y="292"/>
                  </a:lnTo>
                  <a:lnTo>
                    <a:pt x="361" y="295"/>
                  </a:lnTo>
                  <a:lnTo>
                    <a:pt x="359" y="297"/>
                  </a:lnTo>
                  <a:lnTo>
                    <a:pt x="349" y="298"/>
                  </a:lnTo>
                  <a:lnTo>
                    <a:pt x="347" y="303"/>
                  </a:lnTo>
                  <a:lnTo>
                    <a:pt x="348" y="305"/>
                  </a:lnTo>
                  <a:lnTo>
                    <a:pt x="348" y="307"/>
                  </a:lnTo>
                  <a:lnTo>
                    <a:pt x="340" y="310"/>
                  </a:lnTo>
                  <a:lnTo>
                    <a:pt x="331" y="313"/>
                  </a:lnTo>
                  <a:lnTo>
                    <a:pt x="325" y="313"/>
                  </a:lnTo>
                  <a:lnTo>
                    <a:pt x="323" y="311"/>
                  </a:lnTo>
                  <a:lnTo>
                    <a:pt x="322" y="309"/>
                  </a:lnTo>
                  <a:lnTo>
                    <a:pt x="323" y="302"/>
                  </a:lnTo>
                  <a:lnTo>
                    <a:pt x="323" y="299"/>
                  </a:lnTo>
                  <a:lnTo>
                    <a:pt x="323" y="298"/>
                  </a:lnTo>
                  <a:lnTo>
                    <a:pt x="302" y="296"/>
                  </a:lnTo>
                  <a:lnTo>
                    <a:pt x="301" y="303"/>
                  </a:lnTo>
                  <a:lnTo>
                    <a:pt x="297" y="306"/>
                  </a:lnTo>
                  <a:lnTo>
                    <a:pt x="294" y="313"/>
                  </a:lnTo>
                  <a:lnTo>
                    <a:pt x="275" y="311"/>
                  </a:lnTo>
                  <a:lnTo>
                    <a:pt x="274" y="310"/>
                  </a:lnTo>
                  <a:lnTo>
                    <a:pt x="277" y="309"/>
                  </a:lnTo>
                  <a:lnTo>
                    <a:pt x="277" y="307"/>
                  </a:lnTo>
                  <a:lnTo>
                    <a:pt x="272" y="303"/>
                  </a:lnTo>
                  <a:lnTo>
                    <a:pt x="264" y="310"/>
                  </a:lnTo>
                  <a:lnTo>
                    <a:pt x="262" y="318"/>
                  </a:lnTo>
                  <a:lnTo>
                    <a:pt x="258" y="324"/>
                  </a:lnTo>
                  <a:lnTo>
                    <a:pt x="257" y="325"/>
                  </a:lnTo>
                  <a:lnTo>
                    <a:pt x="253" y="323"/>
                  </a:lnTo>
                  <a:lnTo>
                    <a:pt x="248" y="323"/>
                  </a:lnTo>
                  <a:lnTo>
                    <a:pt x="244" y="327"/>
                  </a:lnTo>
                  <a:lnTo>
                    <a:pt x="239" y="333"/>
                  </a:lnTo>
                  <a:lnTo>
                    <a:pt x="240" y="340"/>
                  </a:lnTo>
                  <a:lnTo>
                    <a:pt x="238" y="342"/>
                  </a:lnTo>
                  <a:lnTo>
                    <a:pt x="235" y="344"/>
                  </a:lnTo>
                  <a:lnTo>
                    <a:pt x="236" y="348"/>
                  </a:lnTo>
                  <a:lnTo>
                    <a:pt x="231" y="353"/>
                  </a:lnTo>
                  <a:lnTo>
                    <a:pt x="229" y="357"/>
                  </a:lnTo>
                  <a:lnTo>
                    <a:pt x="219" y="357"/>
                  </a:lnTo>
                  <a:lnTo>
                    <a:pt x="215" y="355"/>
                  </a:lnTo>
                  <a:lnTo>
                    <a:pt x="212" y="355"/>
                  </a:lnTo>
                  <a:lnTo>
                    <a:pt x="212" y="351"/>
                  </a:lnTo>
                  <a:lnTo>
                    <a:pt x="211" y="350"/>
                  </a:lnTo>
                  <a:lnTo>
                    <a:pt x="206" y="351"/>
                  </a:lnTo>
                  <a:lnTo>
                    <a:pt x="205" y="354"/>
                  </a:lnTo>
                  <a:lnTo>
                    <a:pt x="203" y="355"/>
                  </a:lnTo>
                  <a:lnTo>
                    <a:pt x="199" y="355"/>
                  </a:lnTo>
                  <a:lnTo>
                    <a:pt x="195" y="353"/>
                  </a:lnTo>
                  <a:lnTo>
                    <a:pt x="195" y="348"/>
                  </a:lnTo>
                  <a:lnTo>
                    <a:pt x="193" y="348"/>
                  </a:lnTo>
                  <a:lnTo>
                    <a:pt x="187" y="348"/>
                  </a:lnTo>
                  <a:lnTo>
                    <a:pt x="182" y="353"/>
                  </a:lnTo>
                  <a:lnTo>
                    <a:pt x="170" y="357"/>
                  </a:lnTo>
                  <a:lnTo>
                    <a:pt x="163" y="353"/>
                  </a:lnTo>
                  <a:lnTo>
                    <a:pt x="161" y="354"/>
                  </a:lnTo>
                  <a:lnTo>
                    <a:pt x="157" y="353"/>
                  </a:lnTo>
                  <a:lnTo>
                    <a:pt x="156" y="353"/>
                  </a:lnTo>
                  <a:lnTo>
                    <a:pt x="157" y="351"/>
                  </a:lnTo>
                  <a:lnTo>
                    <a:pt x="162" y="348"/>
                  </a:lnTo>
                  <a:lnTo>
                    <a:pt x="162" y="347"/>
                  </a:lnTo>
                  <a:lnTo>
                    <a:pt x="160" y="344"/>
                  </a:lnTo>
                  <a:lnTo>
                    <a:pt x="150" y="340"/>
                  </a:lnTo>
                  <a:lnTo>
                    <a:pt x="149" y="339"/>
                  </a:lnTo>
                  <a:lnTo>
                    <a:pt x="151" y="335"/>
                  </a:lnTo>
                  <a:lnTo>
                    <a:pt x="151" y="334"/>
                  </a:lnTo>
                  <a:lnTo>
                    <a:pt x="146" y="331"/>
                  </a:lnTo>
                  <a:lnTo>
                    <a:pt x="144" y="331"/>
                  </a:lnTo>
                  <a:lnTo>
                    <a:pt x="141" y="326"/>
                  </a:lnTo>
                  <a:lnTo>
                    <a:pt x="136" y="324"/>
                  </a:lnTo>
                  <a:lnTo>
                    <a:pt x="136" y="321"/>
                  </a:lnTo>
                  <a:lnTo>
                    <a:pt x="136" y="316"/>
                  </a:lnTo>
                  <a:lnTo>
                    <a:pt x="127" y="308"/>
                  </a:lnTo>
                  <a:lnTo>
                    <a:pt x="127" y="305"/>
                  </a:lnTo>
                  <a:lnTo>
                    <a:pt x="126" y="300"/>
                  </a:lnTo>
                  <a:lnTo>
                    <a:pt x="123" y="295"/>
                  </a:lnTo>
                  <a:lnTo>
                    <a:pt x="114" y="290"/>
                  </a:lnTo>
                  <a:lnTo>
                    <a:pt x="109" y="290"/>
                  </a:lnTo>
                  <a:lnTo>
                    <a:pt x="109" y="290"/>
                  </a:lnTo>
                  <a:lnTo>
                    <a:pt x="102" y="280"/>
                  </a:lnTo>
                  <a:lnTo>
                    <a:pt x="96" y="273"/>
                  </a:lnTo>
                  <a:lnTo>
                    <a:pt x="94" y="267"/>
                  </a:lnTo>
                  <a:lnTo>
                    <a:pt x="89" y="266"/>
                  </a:lnTo>
                  <a:lnTo>
                    <a:pt x="88" y="260"/>
                  </a:lnTo>
                  <a:lnTo>
                    <a:pt x="86" y="258"/>
                  </a:lnTo>
                  <a:lnTo>
                    <a:pt x="87" y="253"/>
                  </a:lnTo>
                  <a:lnTo>
                    <a:pt x="84" y="250"/>
                  </a:lnTo>
                  <a:lnTo>
                    <a:pt x="84" y="248"/>
                  </a:lnTo>
                  <a:lnTo>
                    <a:pt x="81" y="248"/>
                  </a:lnTo>
                  <a:lnTo>
                    <a:pt x="79" y="250"/>
                  </a:lnTo>
                  <a:lnTo>
                    <a:pt x="75" y="251"/>
                  </a:lnTo>
                  <a:lnTo>
                    <a:pt x="72" y="248"/>
                  </a:lnTo>
                  <a:lnTo>
                    <a:pt x="70" y="249"/>
                  </a:lnTo>
                  <a:lnTo>
                    <a:pt x="68" y="245"/>
                  </a:lnTo>
                  <a:lnTo>
                    <a:pt x="67" y="245"/>
                  </a:lnTo>
                  <a:lnTo>
                    <a:pt x="67" y="242"/>
                  </a:lnTo>
                  <a:lnTo>
                    <a:pt x="66" y="236"/>
                  </a:lnTo>
                  <a:lnTo>
                    <a:pt x="71" y="227"/>
                  </a:lnTo>
                  <a:lnTo>
                    <a:pt x="72" y="218"/>
                  </a:lnTo>
                  <a:lnTo>
                    <a:pt x="76" y="212"/>
                  </a:lnTo>
                  <a:lnTo>
                    <a:pt x="84" y="208"/>
                  </a:lnTo>
                  <a:lnTo>
                    <a:pt x="86" y="206"/>
                  </a:lnTo>
                  <a:lnTo>
                    <a:pt x="87" y="201"/>
                  </a:lnTo>
                  <a:lnTo>
                    <a:pt x="81" y="197"/>
                  </a:lnTo>
                  <a:lnTo>
                    <a:pt x="75" y="190"/>
                  </a:lnTo>
                  <a:lnTo>
                    <a:pt x="75" y="183"/>
                  </a:lnTo>
                  <a:lnTo>
                    <a:pt x="63" y="177"/>
                  </a:lnTo>
                  <a:lnTo>
                    <a:pt x="62" y="171"/>
                  </a:lnTo>
                  <a:lnTo>
                    <a:pt x="60" y="168"/>
                  </a:lnTo>
                  <a:lnTo>
                    <a:pt x="55" y="168"/>
                  </a:lnTo>
                  <a:lnTo>
                    <a:pt x="53" y="167"/>
                  </a:lnTo>
                  <a:lnTo>
                    <a:pt x="54" y="163"/>
                  </a:lnTo>
                  <a:lnTo>
                    <a:pt x="46" y="167"/>
                  </a:lnTo>
                  <a:lnTo>
                    <a:pt x="44" y="167"/>
                  </a:lnTo>
                  <a:lnTo>
                    <a:pt x="42" y="162"/>
                  </a:lnTo>
                  <a:lnTo>
                    <a:pt x="36" y="162"/>
                  </a:lnTo>
                  <a:lnTo>
                    <a:pt x="34" y="158"/>
                  </a:lnTo>
                  <a:lnTo>
                    <a:pt x="36" y="154"/>
                  </a:lnTo>
                  <a:lnTo>
                    <a:pt x="34" y="153"/>
                  </a:lnTo>
                  <a:lnTo>
                    <a:pt x="34" y="149"/>
                  </a:lnTo>
                  <a:lnTo>
                    <a:pt x="33" y="147"/>
                  </a:lnTo>
                  <a:lnTo>
                    <a:pt x="28" y="146"/>
                  </a:lnTo>
                  <a:lnTo>
                    <a:pt x="21" y="148"/>
                  </a:lnTo>
                  <a:lnTo>
                    <a:pt x="17" y="147"/>
                  </a:lnTo>
                  <a:lnTo>
                    <a:pt x="15" y="145"/>
                  </a:lnTo>
                  <a:lnTo>
                    <a:pt x="15" y="138"/>
                  </a:lnTo>
                  <a:lnTo>
                    <a:pt x="14" y="136"/>
                  </a:lnTo>
                  <a:lnTo>
                    <a:pt x="6" y="131"/>
                  </a:lnTo>
                  <a:lnTo>
                    <a:pt x="1" y="127"/>
                  </a:lnTo>
                  <a:lnTo>
                    <a:pt x="0" y="123"/>
                  </a:lnTo>
                  <a:lnTo>
                    <a:pt x="1" y="116"/>
                  </a:lnTo>
                  <a:lnTo>
                    <a:pt x="6" y="113"/>
                  </a:lnTo>
                  <a:lnTo>
                    <a:pt x="6" y="110"/>
                  </a:lnTo>
                  <a:lnTo>
                    <a:pt x="16" y="97"/>
                  </a:lnTo>
                  <a:lnTo>
                    <a:pt x="18" y="93"/>
                  </a:lnTo>
                  <a:lnTo>
                    <a:pt x="25" y="94"/>
                  </a:lnTo>
                  <a:lnTo>
                    <a:pt x="28" y="90"/>
                  </a:lnTo>
                  <a:lnTo>
                    <a:pt x="33" y="88"/>
                  </a:lnTo>
                  <a:lnTo>
                    <a:pt x="37" y="90"/>
                  </a:lnTo>
                  <a:lnTo>
                    <a:pt x="40" y="89"/>
                  </a:lnTo>
                  <a:lnTo>
                    <a:pt x="41" y="89"/>
                  </a:lnTo>
                  <a:lnTo>
                    <a:pt x="42" y="84"/>
                  </a:lnTo>
                  <a:lnTo>
                    <a:pt x="40" y="79"/>
                  </a:lnTo>
                  <a:lnTo>
                    <a:pt x="41" y="76"/>
                  </a:lnTo>
                  <a:lnTo>
                    <a:pt x="41" y="67"/>
                  </a:lnTo>
                  <a:lnTo>
                    <a:pt x="40" y="65"/>
                  </a:lnTo>
                  <a:lnTo>
                    <a:pt x="35" y="62"/>
                  </a:lnTo>
                  <a:lnTo>
                    <a:pt x="34" y="59"/>
                  </a:lnTo>
                  <a:lnTo>
                    <a:pt x="45" y="50"/>
                  </a:lnTo>
                  <a:lnTo>
                    <a:pt x="45" y="46"/>
                  </a:lnTo>
                  <a:lnTo>
                    <a:pt x="43" y="40"/>
                  </a:lnTo>
                  <a:lnTo>
                    <a:pt x="46" y="35"/>
                  </a:lnTo>
                  <a:lnTo>
                    <a:pt x="51" y="32"/>
                  </a:lnTo>
                  <a:lnTo>
                    <a:pt x="59" y="32"/>
                  </a:lnTo>
                  <a:lnTo>
                    <a:pt x="64" y="28"/>
                  </a:lnTo>
                  <a:lnTo>
                    <a:pt x="66" y="29"/>
                  </a:lnTo>
                  <a:lnTo>
                    <a:pt x="66" y="29"/>
                  </a:lnTo>
                  <a:lnTo>
                    <a:pt x="69" y="31"/>
                  </a:lnTo>
                  <a:lnTo>
                    <a:pt x="75" y="26"/>
                  </a:lnTo>
                  <a:lnTo>
                    <a:pt x="84" y="22"/>
                  </a:lnTo>
                  <a:lnTo>
                    <a:pt x="91" y="24"/>
                  </a:lnTo>
                  <a:lnTo>
                    <a:pt x="99" y="29"/>
                  </a:lnTo>
                  <a:lnTo>
                    <a:pt x="104" y="29"/>
                  </a:lnTo>
                  <a:lnTo>
                    <a:pt x="117" y="22"/>
                  </a:lnTo>
                  <a:lnTo>
                    <a:pt x="117" y="19"/>
                  </a:lnTo>
                  <a:lnTo>
                    <a:pt x="119" y="15"/>
                  </a:lnTo>
                  <a:lnTo>
                    <a:pt x="121" y="15"/>
                  </a:lnTo>
                  <a:lnTo>
                    <a:pt x="127" y="22"/>
                  </a:lnTo>
                  <a:lnTo>
                    <a:pt x="128" y="16"/>
                  </a:lnTo>
                  <a:lnTo>
                    <a:pt x="131" y="12"/>
                  </a:lnTo>
                  <a:lnTo>
                    <a:pt x="131" y="8"/>
                  </a:lnTo>
                  <a:lnTo>
                    <a:pt x="134" y="8"/>
                  </a:lnTo>
                  <a:lnTo>
                    <a:pt x="138" y="9"/>
                  </a:lnTo>
                  <a:lnTo>
                    <a:pt x="140" y="7"/>
                  </a:lnTo>
                  <a:lnTo>
                    <a:pt x="149" y="7"/>
                  </a:lnTo>
                  <a:lnTo>
                    <a:pt x="152" y="10"/>
                  </a:lnTo>
                  <a:lnTo>
                    <a:pt x="153" y="14"/>
                  </a:lnTo>
                  <a:lnTo>
                    <a:pt x="153" y="14"/>
                  </a:lnTo>
                  <a:lnTo>
                    <a:pt x="158" y="13"/>
                  </a:lnTo>
                  <a:lnTo>
                    <a:pt x="160" y="14"/>
                  </a:lnTo>
                  <a:lnTo>
                    <a:pt x="162" y="19"/>
                  </a:lnTo>
                  <a:lnTo>
                    <a:pt x="170" y="26"/>
                  </a:lnTo>
                  <a:lnTo>
                    <a:pt x="172" y="26"/>
                  </a:lnTo>
                  <a:lnTo>
                    <a:pt x="171" y="22"/>
                  </a:lnTo>
                  <a:lnTo>
                    <a:pt x="176" y="23"/>
                  </a:lnTo>
                  <a:lnTo>
                    <a:pt x="178" y="24"/>
                  </a:lnTo>
                  <a:lnTo>
                    <a:pt x="180" y="32"/>
                  </a:lnTo>
                  <a:lnTo>
                    <a:pt x="182" y="33"/>
                  </a:lnTo>
                  <a:lnTo>
                    <a:pt x="184" y="32"/>
                  </a:lnTo>
                  <a:lnTo>
                    <a:pt x="184" y="30"/>
                  </a:lnTo>
                  <a:lnTo>
                    <a:pt x="181" y="21"/>
                  </a:lnTo>
                  <a:lnTo>
                    <a:pt x="181" y="18"/>
                  </a:lnTo>
                  <a:lnTo>
                    <a:pt x="182" y="17"/>
                  </a:lnTo>
                  <a:lnTo>
                    <a:pt x="184" y="17"/>
                  </a:lnTo>
                  <a:lnTo>
                    <a:pt x="186" y="19"/>
                  </a:lnTo>
                  <a:lnTo>
                    <a:pt x="187" y="22"/>
                  </a:lnTo>
                  <a:lnTo>
                    <a:pt x="189" y="23"/>
                  </a:lnTo>
                  <a:lnTo>
                    <a:pt x="191" y="19"/>
                  </a:lnTo>
                  <a:lnTo>
                    <a:pt x="194" y="19"/>
                  </a:lnTo>
                  <a:lnTo>
                    <a:pt x="195" y="19"/>
                  </a:lnTo>
                  <a:lnTo>
                    <a:pt x="197" y="19"/>
                  </a:lnTo>
                  <a:lnTo>
                    <a:pt x="198" y="26"/>
                  </a:lnTo>
                  <a:lnTo>
                    <a:pt x="203" y="26"/>
                  </a:lnTo>
                  <a:lnTo>
                    <a:pt x="204" y="28"/>
                  </a:lnTo>
                  <a:lnTo>
                    <a:pt x="217" y="20"/>
                  </a:lnTo>
                  <a:lnTo>
                    <a:pt x="219" y="16"/>
                  </a:lnTo>
                  <a:lnTo>
                    <a:pt x="225" y="15"/>
                  </a:lnTo>
                  <a:lnTo>
                    <a:pt x="240" y="17"/>
                  </a:lnTo>
                  <a:lnTo>
                    <a:pt x="246" y="15"/>
                  </a:lnTo>
                  <a:lnTo>
                    <a:pt x="253" y="19"/>
                  </a:lnTo>
                  <a:lnTo>
                    <a:pt x="262" y="16"/>
                  </a:lnTo>
                  <a:lnTo>
                    <a:pt x="266" y="17"/>
                  </a:lnTo>
                  <a:lnTo>
                    <a:pt x="270" y="20"/>
                  </a:lnTo>
                  <a:lnTo>
                    <a:pt x="279" y="18"/>
                  </a:lnTo>
                  <a:lnTo>
                    <a:pt x="285" y="20"/>
                  </a:lnTo>
                  <a:lnTo>
                    <a:pt x="286" y="12"/>
                  </a:lnTo>
                  <a:lnTo>
                    <a:pt x="287" y="8"/>
                  </a:lnTo>
                  <a:lnTo>
                    <a:pt x="289" y="5"/>
                  </a:lnTo>
                  <a:lnTo>
                    <a:pt x="294" y="3"/>
                  </a:lnTo>
                  <a:lnTo>
                    <a:pt x="296" y="0"/>
                  </a:lnTo>
                  <a:lnTo>
                    <a:pt x="296" y="0"/>
                  </a:lnTo>
                  <a:lnTo>
                    <a:pt x="297" y="0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1D72412A-8A96-4360-B4A9-FB45E03C9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4621" y="4324294"/>
              <a:ext cx="677243" cy="766173"/>
            </a:xfrm>
            <a:custGeom>
              <a:avLst/>
              <a:gdLst>
                <a:gd name="T0" fmla="*/ 57 w 396"/>
                <a:gd name="T1" fmla="*/ 62 h 448"/>
                <a:gd name="T2" fmla="*/ 74 w 396"/>
                <a:gd name="T3" fmla="*/ 84 h 448"/>
                <a:gd name="T4" fmla="*/ 124 w 396"/>
                <a:gd name="T5" fmla="*/ 82 h 448"/>
                <a:gd name="T6" fmla="*/ 159 w 396"/>
                <a:gd name="T7" fmla="*/ 54 h 448"/>
                <a:gd name="T8" fmla="*/ 209 w 396"/>
                <a:gd name="T9" fmla="*/ 37 h 448"/>
                <a:gd name="T10" fmla="*/ 259 w 396"/>
                <a:gd name="T11" fmla="*/ 36 h 448"/>
                <a:gd name="T12" fmla="*/ 288 w 396"/>
                <a:gd name="T13" fmla="*/ 7 h 448"/>
                <a:gd name="T14" fmla="*/ 312 w 396"/>
                <a:gd name="T15" fmla="*/ 45 h 448"/>
                <a:gd name="T16" fmla="*/ 339 w 396"/>
                <a:gd name="T17" fmla="*/ 24 h 448"/>
                <a:gd name="T18" fmla="*/ 346 w 396"/>
                <a:gd name="T19" fmla="*/ 28 h 448"/>
                <a:gd name="T20" fmla="*/ 352 w 396"/>
                <a:gd name="T21" fmla="*/ 33 h 448"/>
                <a:gd name="T22" fmla="*/ 354 w 396"/>
                <a:gd name="T23" fmla="*/ 34 h 448"/>
                <a:gd name="T24" fmla="*/ 358 w 396"/>
                <a:gd name="T25" fmla="*/ 36 h 448"/>
                <a:gd name="T26" fmla="*/ 364 w 396"/>
                <a:gd name="T27" fmla="*/ 42 h 448"/>
                <a:gd name="T28" fmla="*/ 366 w 396"/>
                <a:gd name="T29" fmla="*/ 47 h 448"/>
                <a:gd name="T30" fmla="*/ 370 w 396"/>
                <a:gd name="T31" fmla="*/ 54 h 448"/>
                <a:gd name="T32" fmla="*/ 372 w 396"/>
                <a:gd name="T33" fmla="*/ 58 h 448"/>
                <a:gd name="T34" fmla="*/ 375 w 396"/>
                <a:gd name="T35" fmla="*/ 64 h 448"/>
                <a:gd name="T36" fmla="*/ 380 w 396"/>
                <a:gd name="T37" fmla="*/ 74 h 448"/>
                <a:gd name="T38" fmla="*/ 383 w 396"/>
                <a:gd name="T39" fmla="*/ 81 h 448"/>
                <a:gd name="T40" fmla="*/ 387 w 396"/>
                <a:gd name="T41" fmla="*/ 89 h 448"/>
                <a:gd name="T42" fmla="*/ 390 w 396"/>
                <a:gd name="T43" fmla="*/ 96 h 448"/>
                <a:gd name="T44" fmla="*/ 393 w 396"/>
                <a:gd name="T45" fmla="*/ 104 h 448"/>
                <a:gd name="T46" fmla="*/ 394 w 396"/>
                <a:gd name="T47" fmla="*/ 111 h 448"/>
                <a:gd name="T48" fmla="*/ 395 w 396"/>
                <a:gd name="T49" fmla="*/ 119 h 448"/>
                <a:gd name="T50" fmla="*/ 393 w 396"/>
                <a:gd name="T51" fmla="*/ 135 h 448"/>
                <a:gd name="T52" fmla="*/ 389 w 396"/>
                <a:gd name="T53" fmla="*/ 144 h 448"/>
                <a:gd name="T54" fmla="*/ 384 w 396"/>
                <a:gd name="T55" fmla="*/ 147 h 448"/>
                <a:gd name="T56" fmla="*/ 379 w 396"/>
                <a:gd name="T57" fmla="*/ 153 h 448"/>
                <a:gd name="T58" fmla="*/ 372 w 396"/>
                <a:gd name="T59" fmla="*/ 158 h 448"/>
                <a:gd name="T60" fmla="*/ 367 w 396"/>
                <a:gd name="T61" fmla="*/ 162 h 448"/>
                <a:gd name="T62" fmla="*/ 364 w 396"/>
                <a:gd name="T63" fmla="*/ 166 h 448"/>
                <a:gd name="T64" fmla="*/ 360 w 396"/>
                <a:gd name="T65" fmla="*/ 170 h 448"/>
                <a:gd name="T66" fmla="*/ 357 w 396"/>
                <a:gd name="T67" fmla="*/ 174 h 448"/>
                <a:gd name="T68" fmla="*/ 355 w 396"/>
                <a:gd name="T69" fmla="*/ 178 h 448"/>
                <a:gd name="T70" fmla="*/ 352 w 396"/>
                <a:gd name="T71" fmla="*/ 183 h 448"/>
                <a:gd name="T72" fmla="*/ 350 w 396"/>
                <a:gd name="T73" fmla="*/ 185 h 448"/>
                <a:gd name="T74" fmla="*/ 342 w 396"/>
                <a:gd name="T75" fmla="*/ 196 h 448"/>
                <a:gd name="T76" fmla="*/ 348 w 396"/>
                <a:gd name="T77" fmla="*/ 194 h 448"/>
                <a:gd name="T78" fmla="*/ 351 w 396"/>
                <a:gd name="T79" fmla="*/ 196 h 448"/>
                <a:gd name="T80" fmla="*/ 357 w 396"/>
                <a:gd name="T81" fmla="*/ 197 h 448"/>
                <a:gd name="T82" fmla="*/ 363 w 396"/>
                <a:gd name="T83" fmla="*/ 202 h 448"/>
                <a:gd name="T84" fmla="*/ 365 w 396"/>
                <a:gd name="T85" fmla="*/ 204 h 448"/>
                <a:gd name="T86" fmla="*/ 367 w 396"/>
                <a:gd name="T87" fmla="*/ 205 h 448"/>
                <a:gd name="T88" fmla="*/ 371 w 396"/>
                <a:gd name="T89" fmla="*/ 213 h 448"/>
                <a:gd name="T90" fmla="*/ 374 w 396"/>
                <a:gd name="T91" fmla="*/ 218 h 448"/>
                <a:gd name="T92" fmla="*/ 380 w 396"/>
                <a:gd name="T93" fmla="*/ 219 h 448"/>
                <a:gd name="T94" fmla="*/ 361 w 396"/>
                <a:gd name="T95" fmla="*/ 244 h 448"/>
                <a:gd name="T96" fmla="*/ 309 w 396"/>
                <a:gd name="T97" fmla="*/ 266 h 448"/>
                <a:gd name="T98" fmla="*/ 259 w 396"/>
                <a:gd name="T99" fmla="*/ 289 h 448"/>
                <a:gd name="T100" fmla="*/ 255 w 396"/>
                <a:gd name="T101" fmla="*/ 348 h 448"/>
                <a:gd name="T102" fmla="*/ 228 w 396"/>
                <a:gd name="T103" fmla="*/ 374 h 448"/>
                <a:gd name="T104" fmla="*/ 189 w 396"/>
                <a:gd name="T105" fmla="*/ 411 h 448"/>
                <a:gd name="T106" fmla="*/ 178 w 396"/>
                <a:gd name="T107" fmla="*/ 422 h 448"/>
                <a:gd name="T108" fmla="*/ 130 w 396"/>
                <a:gd name="T109" fmla="*/ 448 h 448"/>
                <a:gd name="T110" fmla="*/ 116 w 396"/>
                <a:gd name="T111" fmla="*/ 396 h 448"/>
                <a:gd name="T112" fmla="*/ 128 w 396"/>
                <a:gd name="T113" fmla="*/ 356 h 448"/>
                <a:gd name="T114" fmla="*/ 87 w 396"/>
                <a:gd name="T115" fmla="*/ 291 h 448"/>
                <a:gd name="T116" fmla="*/ 63 w 396"/>
                <a:gd name="T117" fmla="*/ 256 h 448"/>
                <a:gd name="T118" fmla="*/ 44 w 396"/>
                <a:gd name="T119" fmla="*/ 206 h 448"/>
                <a:gd name="T120" fmla="*/ 46 w 396"/>
                <a:gd name="T121" fmla="*/ 169 h 448"/>
                <a:gd name="T122" fmla="*/ 11 w 396"/>
                <a:gd name="T123" fmla="*/ 110 h 448"/>
                <a:gd name="T124" fmla="*/ 4 w 396"/>
                <a:gd name="T125" fmla="*/ 57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96" h="448">
                  <a:moveTo>
                    <a:pt x="20" y="21"/>
                  </a:moveTo>
                  <a:lnTo>
                    <a:pt x="24" y="21"/>
                  </a:lnTo>
                  <a:lnTo>
                    <a:pt x="33" y="26"/>
                  </a:lnTo>
                  <a:lnTo>
                    <a:pt x="37" y="32"/>
                  </a:lnTo>
                  <a:lnTo>
                    <a:pt x="37" y="36"/>
                  </a:lnTo>
                  <a:lnTo>
                    <a:pt x="38" y="39"/>
                  </a:lnTo>
                  <a:lnTo>
                    <a:pt x="48" y="47"/>
                  </a:lnTo>
                  <a:lnTo>
                    <a:pt x="46" y="52"/>
                  </a:lnTo>
                  <a:lnTo>
                    <a:pt x="47" y="55"/>
                  </a:lnTo>
                  <a:lnTo>
                    <a:pt x="53" y="58"/>
                  </a:lnTo>
                  <a:lnTo>
                    <a:pt x="55" y="62"/>
                  </a:lnTo>
                  <a:lnTo>
                    <a:pt x="57" y="62"/>
                  </a:lnTo>
                  <a:lnTo>
                    <a:pt x="62" y="65"/>
                  </a:lnTo>
                  <a:lnTo>
                    <a:pt x="62" y="66"/>
                  </a:lnTo>
                  <a:lnTo>
                    <a:pt x="60" y="70"/>
                  </a:lnTo>
                  <a:lnTo>
                    <a:pt x="61" y="71"/>
                  </a:lnTo>
                  <a:lnTo>
                    <a:pt x="71" y="75"/>
                  </a:lnTo>
                  <a:lnTo>
                    <a:pt x="72" y="78"/>
                  </a:lnTo>
                  <a:lnTo>
                    <a:pt x="72" y="79"/>
                  </a:lnTo>
                  <a:lnTo>
                    <a:pt x="68" y="82"/>
                  </a:lnTo>
                  <a:lnTo>
                    <a:pt x="67" y="84"/>
                  </a:lnTo>
                  <a:lnTo>
                    <a:pt x="68" y="84"/>
                  </a:lnTo>
                  <a:lnTo>
                    <a:pt x="72" y="85"/>
                  </a:lnTo>
                  <a:lnTo>
                    <a:pt x="74" y="84"/>
                  </a:lnTo>
                  <a:lnTo>
                    <a:pt x="81" y="89"/>
                  </a:lnTo>
                  <a:lnTo>
                    <a:pt x="93" y="84"/>
                  </a:lnTo>
                  <a:lnTo>
                    <a:pt x="98" y="79"/>
                  </a:lnTo>
                  <a:lnTo>
                    <a:pt x="104" y="79"/>
                  </a:lnTo>
                  <a:lnTo>
                    <a:pt x="106" y="80"/>
                  </a:lnTo>
                  <a:lnTo>
                    <a:pt x="106" y="84"/>
                  </a:lnTo>
                  <a:lnTo>
                    <a:pt x="110" y="86"/>
                  </a:lnTo>
                  <a:lnTo>
                    <a:pt x="114" y="86"/>
                  </a:lnTo>
                  <a:lnTo>
                    <a:pt x="115" y="85"/>
                  </a:lnTo>
                  <a:lnTo>
                    <a:pt x="118" y="82"/>
                  </a:lnTo>
                  <a:lnTo>
                    <a:pt x="122" y="81"/>
                  </a:lnTo>
                  <a:lnTo>
                    <a:pt x="124" y="82"/>
                  </a:lnTo>
                  <a:lnTo>
                    <a:pt x="123" y="86"/>
                  </a:lnTo>
                  <a:lnTo>
                    <a:pt x="126" y="87"/>
                  </a:lnTo>
                  <a:lnTo>
                    <a:pt x="129" y="88"/>
                  </a:lnTo>
                  <a:lnTo>
                    <a:pt x="140" y="88"/>
                  </a:lnTo>
                  <a:lnTo>
                    <a:pt x="142" y="84"/>
                  </a:lnTo>
                  <a:lnTo>
                    <a:pt x="147" y="79"/>
                  </a:lnTo>
                  <a:lnTo>
                    <a:pt x="146" y="75"/>
                  </a:lnTo>
                  <a:lnTo>
                    <a:pt x="150" y="73"/>
                  </a:lnTo>
                  <a:lnTo>
                    <a:pt x="150" y="71"/>
                  </a:lnTo>
                  <a:lnTo>
                    <a:pt x="150" y="64"/>
                  </a:lnTo>
                  <a:lnTo>
                    <a:pt x="155" y="58"/>
                  </a:lnTo>
                  <a:lnTo>
                    <a:pt x="159" y="54"/>
                  </a:lnTo>
                  <a:lnTo>
                    <a:pt x="164" y="54"/>
                  </a:lnTo>
                  <a:lnTo>
                    <a:pt x="168" y="56"/>
                  </a:lnTo>
                  <a:lnTo>
                    <a:pt x="169" y="55"/>
                  </a:lnTo>
                  <a:lnTo>
                    <a:pt x="173" y="49"/>
                  </a:lnTo>
                  <a:lnTo>
                    <a:pt x="175" y="41"/>
                  </a:lnTo>
                  <a:lnTo>
                    <a:pt x="183" y="34"/>
                  </a:lnTo>
                  <a:lnTo>
                    <a:pt x="188" y="38"/>
                  </a:lnTo>
                  <a:lnTo>
                    <a:pt x="188" y="40"/>
                  </a:lnTo>
                  <a:lnTo>
                    <a:pt x="185" y="41"/>
                  </a:lnTo>
                  <a:lnTo>
                    <a:pt x="185" y="42"/>
                  </a:lnTo>
                  <a:lnTo>
                    <a:pt x="206" y="44"/>
                  </a:lnTo>
                  <a:lnTo>
                    <a:pt x="209" y="37"/>
                  </a:lnTo>
                  <a:lnTo>
                    <a:pt x="211" y="34"/>
                  </a:lnTo>
                  <a:lnTo>
                    <a:pt x="213" y="27"/>
                  </a:lnTo>
                  <a:lnTo>
                    <a:pt x="233" y="29"/>
                  </a:lnTo>
                  <a:lnTo>
                    <a:pt x="235" y="31"/>
                  </a:lnTo>
                  <a:lnTo>
                    <a:pt x="235" y="34"/>
                  </a:lnTo>
                  <a:lnTo>
                    <a:pt x="233" y="41"/>
                  </a:lnTo>
                  <a:lnTo>
                    <a:pt x="234" y="43"/>
                  </a:lnTo>
                  <a:lnTo>
                    <a:pt x="236" y="44"/>
                  </a:lnTo>
                  <a:lnTo>
                    <a:pt x="241" y="44"/>
                  </a:lnTo>
                  <a:lnTo>
                    <a:pt x="251" y="41"/>
                  </a:lnTo>
                  <a:lnTo>
                    <a:pt x="259" y="38"/>
                  </a:lnTo>
                  <a:lnTo>
                    <a:pt x="259" y="36"/>
                  </a:lnTo>
                  <a:lnTo>
                    <a:pt x="258" y="34"/>
                  </a:lnTo>
                  <a:lnTo>
                    <a:pt x="259" y="29"/>
                  </a:lnTo>
                  <a:lnTo>
                    <a:pt x="270" y="28"/>
                  </a:lnTo>
                  <a:lnTo>
                    <a:pt x="272" y="26"/>
                  </a:lnTo>
                  <a:lnTo>
                    <a:pt x="272" y="23"/>
                  </a:lnTo>
                  <a:lnTo>
                    <a:pt x="269" y="22"/>
                  </a:lnTo>
                  <a:lnTo>
                    <a:pt x="257" y="21"/>
                  </a:lnTo>
                  <a:lnTo>
                    <a:pt x="257" y="19"/>
                  </a:lnTo>
                  <a:lnTo>
                    <a:pt x="267" y="12"/>
                  </a:lnTo>
                  <a:lnTo>
                    <a:pt x="277" y="15"/>
                  </a:lnTo>
                  <a:lnTo>
                    <a:pt x="281" y="15"/>
                  </a:lnTo>
                  <a:lnTo>
                    <a:pt x="288" y="7"/>
                  </a:lnTo>
                  <a:lnTo>
                    <a:pt x="288" y="2"/>
                  </a:lnTo>
                  <a:lnTo>
                    <a:pt x="289" y="0"/>
                  </a:lnTo>
                  <a:lnTo>
                    <a:pt x="297" y="6"/>
                  </a:lnTo>
                  <a:lnTo>
                    <a:pt x="302" y="12"/>
                  </a:lnTo>
                  <a:lnTo>
                    <a:pt x="307" y="12"/>
                  </a:lnTo>
                  <a:lnTo>
                    <a:pt x="308" y="15"/>
                  </a:lnTo>
                  <a:lnTo>
                    <a:pt x="303" y="20"/>
                  </a:lnTo>
                  <a:lnTo>
                    <a:pt x="306" y="30"/>
                  </a:lnTo>
                  <a:lnTo>
                    <a:pt x="304" y="36"/>
                  </a:lnTo>
                  <a:lnTo>
                    <a:pt x="309" y="41"/>
                  </a:lnTo>
                  <a:lnTo>
                    <a:pt x="310" y="43"/>
                  </a:lnTo>
                  <a:lnTo>
                    <a:pt x="312" y="45"/>
                  </a:lnTo>
                  <a:lnTo>
                    <a:pt x="313" y="47"/>
                  </a:lnTo>
                  <a:lnTo>
                    <a:pt x="317" y="51"/>
                  </a:lnTo>
                  <a:lnTo>
                    <a:pt x="320" y="50"/>
                  </a:lnTo>
                  <a:lnTo>
                    <a:pt x="324" y="46"/>
                  </a:lnTo>
                  <a:lnTo>
                    <a:pt x="321" y="43"/>
                  </a:lnTo>
                  <a:lnTo>
                    <a:pt x="321" y="41"/>
                  </a:lnTo>
                  <a:lnTo>
                    <a:pt x="327" y="28"/>
                  </a:lnTo>
                  <a:lnTo>
                    <a:pt x="328" y="26"/>
                  </a:lnTo>
                  <a:lnTo>
                    <a:pt x="333" y="27"/>
                  </a:lnTo>
                  <a:lnTo>
                    <a:pt x="336" y="26"/>
                  </a:lnTo>
                  <a:lnTo>
                    <a:pt x="339" y="24"/>
                  </a:lnTo>
                  <a:lnTo>
                    <a:pt x="339" y="24"/>
                  </a:lnTo>
                  <a:lnTo>
                    <a:pt x="339" y="25"/>
                  </a:lnTo>
                  <a:lnTo>
                    <a:pt x="340" y="26"/>
                  </a:lnTo>
                  <a:lnTo>
                    <a:pt x="341" y="27"/>
                  </a:lnTo>
                  <a:lnTo>
                    <a:pt x="341" y="27"/>
                  </a:lnTo>
                  <a:lnTo>
                    <a:pt x="341" y="28"/>
                  </a:lnTo>
                  <a:lnTo>
                    <a:pt x="343" y="28"/>
                  </a:lnTo>
                  <a:lnTo>
                    <a:pt x="343" y="27"/>
                  </a:lnTo>
                  <a:lnTo>
                    <a:pt x="344" y="27"/>
                  </a:lnTo>
                  <a:lnTo>
                    <a:pt x="346" y="27"/>
                  </a:lnTo>
                  <a:lnTo>
                    <a:pt x="346" y="27"/>
                  </a:lnTo>
                  <a:lnTo>
                    <a:pt x="346" y="28"/>
                  </a:lnTo>
                  <a:lnTo>
                    <a:pt x="346" y="28"/>
                  </a:lnTo>
                  <a:lnTo>
                    <a:pt x="348" y="28"/>
                  </a:lnTo>
                  <a:lnTo>
                    <a:pt x="348" y="29"/>
                  </a:lnTo>
                  <a:lnTo>
                    <a:pt x="349" y="29"/>
                  </a:lnTo>
                  <a:lnTo>
                    <a:pt x="349" y="30"/>
                  </a:lnTo>
                  <a:lnTo>
                    <a:pt x="350" y="31"/>
                  </a:lnTo>
                  <a:lnTo>
                    <a:pt x="350" y="32"/>
                  </a:lnTo>
                  <a:lnTo>
                    <a:pt x="350" y="32"/>
                  </a:lnTo>
                  <a:lnTo>
                    <a:pt x="350" y="32"/>
                  </a:lnTo>
                  <a:lnTo>
                    <a:pt x="350" y="32"/>
                  </a:lnTo>
                  <a:lnTo>
                    <a:pt x="351" y="32"/>
                  </a:lnTo>
                  <a:lnTo>
                    <a:pt x="351" y="33"/>
                  </a:lnTo>
                  <a:lnTo>
                    <a:pt x="352" y="33"/>
                  </a:lnTo>
                  <a:lnTo>
                    <a:pt x="352" y="33"/>
                  </a:lnTo>
                  <a:lnTo>
                    <a:pt x="352" y="33"/>
                  </a:lnTo>
                  <a:lnTo>
                    <a:pt x="352" y="33"/>
                  </a:lnTo>
                  <a:lnTo>
                    <a:pt x="352" y="33"/>
                  </a:lnTo>
                  <a:lnTo>
                    <a:pt x="354" y="33"/>
                  </a:lnTo>
                  <a:lnTo>
                    <a:pt x="354" y="33"/>
                  </a:lnTo>
                  <a:lnTo>
                    <a:pt x="354" y="33"/>
                  </a:lnTo>
                  <a:lnTo>
                    <a:pt x="354" y="34"/>
                  </a:lnTo>
                  <a:lnTo>
                    <a:pt x="354" y="34"/>
                  </a:lnTo>
                  <a:lnTo>
                    <a:pt x="354" y="34"/>
                  </a:lnTo>
                  <a:lnTo>
                    <a:pt x="354" y="34"/>
                  </a:lnTo>
                  <a:lnTo>
                    <a:pt x="354" y="34"/>
                  </a:lnTo>
                  <a:lnTo>
                    <a:pt x="354" y="34"/>
                  </a:lnTo>
                  <a:lnTo>
                    <a:pt x="355" y="34"/>
                  </a:lnTo>
                  <a:lnTo>
                    <a:pt x="355" y="33"/>
                  </a:lnTo>
                  <a:lnTo>
                    <a:pt x="355" y="33"/>
                  </a:lnTo>
                  <a:lnTo>
                    <a:pt x="356" y="34"/>
                  </a:lnTo>
                  <a:lnTo>
                    <a:pt x="356" y="34"/>
                  </a:lnTo>
                  <a:lnTo>
                    <a:pt x="357" y="35"/>
                  </a:lnTo>
                  <a:lnTo>
                    <a:pt x="357" y="35"/>
                  </a:lnTo>
                  <a:lnTo>
                    <a:pt x="358" y="36"/>
                  </a:lnTo>
                  <a:lnTo>
                    <a:pt x="358" y="36"/>
                  </a:lnTo>
                  <a:lnTo>
                    <a:pt x="358" y="36"/>
                  </a:lnTo>
                  <a:lnTo>
                    <a:pt x="358" y="36"/>
                  </a:lnTo>
                  <a:lnTo>
                    <a:pt x="359" y="36"/>
                  </a:lnTo>
                  <a:lnTo>
                    <a:pt x="359" y="37"/>
                  </a:lnTo>
                  <a:lnTo>
                    <a:pt x="362" y="37"/>
                  </a:lnTo>
                  <a:lnTo>
                    <a:pt x="363" y="37"/>
                  </a:lnTo>
                  <a:lnTo>
                    <a:pt x="363" y="38"/>
                  </a:lnTo>
                  <a:lnTo>
                    <a:pt x="363" y="38"/>
                  </a:lnTo>
                  <a:lnTo>
                    <a:pt x="363" y="39"/>
                  </a:lnTo>
                  <a:lnTo>
                    <a:pt x="363" y="39"/>
                  </a:lnTo>
                  <a:lnTo>
                    <a:pt x="363" y="40"/>
                  </a:lnTo>
                  <a:lnTo>
                    <a:pt x="363" y="41"/>
                  </a:lnTo>
                  <a:lnTo>
                    <a:pt x="364" y="41"/>
                  </a:lnTo>
                  <a:lnTo>
                    <a:pt x="364" y="42"/>
                  </a:lnTo>
                  <a:lnTo>
                    <a:pt x="365" y="42"/>
                  </a:lnTo>
                  <a:lnTo>
                    <a:pt x="365" y="43"/>
                  </a:lnTo>
                  <a:lnTo>
                    <a:pt x="365" y="44"/>
                  </a:lnTo>
                  <a:lnTo>
                    <a:pt x="365" y="44"/>
                  </a:lnTo>
                  <a:lnTo>
                    <a:pt x="366" y="45"/>
                  </a:lnTo>
                  <a:lnTo>
                    <a:pt x="365" y="45"/>
                  </a:lnTo>
                  <a:lnTo>
                    <a:pt x="366" y="45"/>
                  </a:lnTo>
                  <a:lnTo>
                    <a:pt x="365" y="46"/>
                  </a:lnTo>
                  <a:lnTo>
                    <a:pt x="366" y="46"/>
                  </a:lnTo>
                  <a:lnTo>
                    <a:pt x="366" y="46"/>
                  </a:lnTo>
                  <a:lnTo>
                    <a:pt x="366" y="47"/>
                  </a:lnTo>
                  <a:lnTo>
                    <a:pt x="366" y="47"/>
                  </a:lnTo>
                  <a:lnTo>
                    <a:pt x="367" y="48"/>
                  </a:lnTo>
                  <a:lnTo>
                    <a:pt x="367" y="49"/>
                  </a:lnTo>
                  <a:lnTo>
                    <a:pt x="367" y="49"/>
                  </a:lnTo>
                  <a:lnTo>
                    <a:pt x="367" y="49"/>
                  </a:lnTo>
                  <a:lnTo>
                    <a:pt x="367" y="49"/>
                  </a:lnTo>
                  <a:lnTo>
                    <a:pt x="368" y="50"/>
                  </a:lnTo>
                  <a:lnTo>
                    <a:pt x="368" y="51"/>
                  </a:lnTo>
                  <a:lnTo>
                    <a:pt x="369" y="52"/>
                  </a:lnTo>
                  <a:lnTo>
                    <a:pt x="370" y="51"/>
                  </a:lnTo>
                  <a:lnTo>
                    <a:pt x="370" y="53"/>
                  </a:lnTo>
                  <a:lnTo>
                    <a:pt x="370" y="54"/>
                  </a:lnTo>
                  <a:lnTo>
                    <a:pt x="370" y="54"/>
                  </a:lnTo>
                  <a:lnTo>
                    <a:pt x="372" y="54"/>
                  </a:lnTo>
                  <a:lnTo>
                    <a:pt x="372" y="54"/>
                  </a:lnTo>
                  <a:lnTo>
                    <a:pt x="372" y="54"/>
                  </a:lnTo>
                  <a:lnTo>
                    <a:pt x="372" y="54"/>
                  </a:lnTo>
                  <a:lnTo>
                    <a:pt x="372" y="54"/>
                  </a:lnTo>
                  <a:lnTo>
                    <a:pt x="372" y="55"/>
                  </a:lnTo>
                  <a:lnTo>
                    <a:pt x="372" y="55"/>
                  </a:lnTo>
                  <a:lnTo>
                    <a:pt x="372" y="56"/>
                  </a:lnTo>
                  <a:lnTo>
                    <a:pt x="372" y="57"/>
                  </a:lnTo>
                  <a:lnTo>
                    <a:pt x="372" y="57"/>
                  </a:lnTo>
                  <a:lnTo>
                    <a:pt x="372" y="57"/>
                  </a:lnTo>
                  <a:lnTo>
                    <a:pt x="372" y="58"/>
                  </a:lnTo>
                  <a:lnTo>
                    <a:pt x="372" y="59"/>
                  </a:lnTo>
                  <a:lnTo>
                    <a:pt x="372" y="59"/>
                  </a:lnTo>
                  <a:lnTo>
                    <a:pt x="372" y="60"/>
                  </a:lnTo>
                  <a:lnTo>
                    <a:pt x="373" y="60"/>
                  </a:lnTo>
                  <a:lnTo>
                    <a:pt x="373" y="61"/>
                  </a:lnTo>
                  <a:lnTo>
                    <a:pt x="373" y="61"/>
                  </a:lnTo>
                  <a:lnTo>
                    <a:pt x="374" y="62"/>
                  </a:lnTo>
                  <a:lnTo>
                    <a:pt x="374" y="62"/>
                  </a:lnTo>
                  <a:lnTo>
                    <a:pt x="374" y="62"/>
                  </a:lnTo>
                  <a:lnTo>
                    <a:pt x="375" y="64"/>
                  </a:lnTo>
                  <a:lnTo>
                    <a:pt x="375" y="64"/>
                  </a:lnTo>
                  <a:lnTo>
                    <a:pt x="375" y="64"/>
                  </a:lnTo>
                  <a:lnTo>
                    <a:pt x="376" y="65"/>
                  </a:lnTo>
                  <a:lnTo>
                    <a:pt x="376" y="66"/>
                  </a:lnTo>
                  <a:lnTo>
                    <a:pt x="376" y="66"/>
                  </a:lnTo>
                  <a:lnTo>
                    <a:pt x="376" y="66"/>
                  </a:lnTo>
                  <a:lnTo>
                    <a:pt x="376" y="66"/>
                  </a:lnTo>
                  <a:lnTo>
                    <a:pt x="377" y="67"/>
                  </a:lnTo>
                  <a:lnTo>
                    <a:pt x="378" y="70"/>
                  </a:lnTo>
                  <a:lnTo>
                    <a:pt x="379" y="70"/>
                  </a:lnTo>
                  <a:lnTo>
                    <a:pt x="379" y="71"/>
                  </a:lnTo>
                  <a:lnTo>
                    <a:pt x="379" y="71"/>
                  </a:lnTo>
                  <a:lnTo>
                    <a:pt x="380" y="73"/>
                  </a:lnTo>
                  <a:lnTo>
                    <a:pt x="380" y="74"/>
                  </a:lnTo>
                  <a:lnTo>
                    <a:pt x="380" y="74"/>
                  </a:lnTo>
                  <a:lnTo>
                    <a:pt x="380" y="74"/>
                  </a:lnTo>
                  <a:lnTo>
                    <a:pt x="380" y="75"/>
                  </a:lnTo>
                  <a:lnTo>
                    <a:pt x="380" y="75"/>
                  </a:lnTo>
                  <a:lnTo>
                    <a:pt x="381" y="75"/>
                  </a:lnTo>
                  <a:lnTo>
                    <a:pt x="381" y="76"/>
                  </a:lnTo>
                  <a:lnTo>
                    <a:pt x="381" y="77"/>
                  </a:lnTo>
                  <a:lnTo>
                    <a:pt x="382" y="77"/>
                  </a:lnTo>
                  <a:lnTo>
                    <a:pt x="382" y="78"/>
                  </a:lnTo>
                  <a:lnTo>
                    <a:pt x="383" y="80"/>
                  </a:lnTo>
                  <a:lnTo>
                    <a:pt x="383" y="80"/>
                  </a:lnTo>
                  <a:lnTo>
                    <a:pt x="383" y="81"/>
                  </a:lnTo>
                  <a:lnTo>
                    <a:pt x="383" y="82"/>
                  </a:lnTo>
                  <a:lnTo>
                    <a:pt x="384" y="83"/>
                  </a:lnTo>
                  <a:lnTo>
                    <a:pt x="384" y="84"/>
                  </a:lnTo>
                  <a:lnTo>
                    <a:pt x="385" y="84"/>
                  </a:lnTo>
                  <a:lnTo>
                    <a:pt x="385" y="84"/>
                  </a:lnTo>
                  <a:lnTo>
                    <a:pt x="385" y="86"/>
                  </a:lnTo>
                  <a:lnTo>
                    <a:pt x="385" y="86"/>
                  </a:lnTo>
                  <a:lnTo>
                    <a:pt x="385" y="87"/>
                  </a:lnTo>
                  <a:lnTo>
                    <a:pt x="386" y="88"/>
                  </a:lnTo>
                  <a:lnTo>
                    <a:pt x="386" y="88"/>
                  </a:lnTo>
                  <a:lnTo>
                    <a:pt x="387" y="89"/>
                  </a:lnTo>
                  <a:lnTo>
                    <a:pt x="387" y="89"/>
                  </a:lnTo>
                  <a:lnTo>
                    <a:pt x="387" y="90"/>
                  </a:lnTo>
                  <a:lnTo>
                    <a:pt x="388" y="91"/>
                  </a:lnTo>
                  <a:lnTo>
                    <a:pt x="388" y="92"/>
                  </a:lnTo>
                  <a:lnTo>
                    <a:pt x="389" y="92"/>
                  </a:lnTo>
                  <a:lnTo>
                    <a:pt x="389" y="92"/>
                  </a:lnTo>
                  <a:lnTo>
                    <a:pt x="389" y="93"/>
                  </a:lnTo>
                  <a:lnTo>
                    <a:pt x="389" y="93"/>
                  </a:lnTo>
                  <a:lnTo>
                    <a:pt x="389" y="94"/>
                  </a:lnTo>
                  <a:lnTo>
                    <a:pt x="389" y="94"/>
                  </a:lnTo>
                  <a:lnTo>
                    <a:pt x="389" y="94"/>
                  </a:lnTo>
                  <a:lnTo>
                    <a:pt x="389" y="96"/>
                  </a:lnTo>
                  <a:lnTo>
                    <a:pt x="390" y="96"/>
                  </a:lnTo>
                  <a:lnTo>
                    <a:pt x="390" y="97"/>
                  </a:lnTo>
                  <a:lnTo>
                    <a:pt x="390" y="97"/>
                  </a:lnTo>
                  <a:lnTo>
                    <a:pt x="391" y="99"/>
                  </a:lnTo>
                  <a:lnTo>
                    <a:pt x="391" y="99"/>
                  </a:lnTo>
                  <a:lnTo>
                    <a:pt x="391" y="100"/>
                  </a:lnTo>
                  <a:lnTo>
                    <a:pt x="391" y="101"/>
                  </a:lnTo>
                  <a:lnTo>
                    <a:pt x="392" y="102"/>
                  </a:lnTo>
                  <a:lnTo>
                    <a:pt x="392" y="102"/>
                  </a:lnTo>
                  <a:lnTo>
                    <a:pt x="393" y="102"/>
                  </a:lnTo>
                  <a:lnTo>
                    <a:pt x="393" y="103"/>
                  </a:lnTo>
                  <a:lnTo>
                    <a:pt x="393" y="103"/>
                  </a:lnTo>
                  <a:lnTo>
                    <a:pt x="393" y="104"/>
                  </a:lnTo>
                  <a:lnTo>
                    <a:pt x="393" y="105"/>
                  </a:lnTo>
                  <a:lnTo>
                    <a:pt x="393" y="105"/>
                  </a:lnTo>
                  <a:lnTo>
                    <a:pt x="393" y="108"/>
                  </a:lnTo>
                  <a:lnTo>
                    <a:pt x="393" y="108"/>
                  </a:lnTo>
                  <a:lnTo>
                    <a:pt x="393" y="109"/>
                  </a:lnTo>
                  <a:lnTo>
                    <a:pt x="393" y="110"/>
                  </a:lnTo>
                  <a:lnTo>
                    <a:pt x="393" y="110"/>
                  </a:lnTo>
                  <a:lnTo>
                    <a:pt x="393" y="110"/>
                  </a:lnTo>
                  <a:lnTo>
                    <a:pt x="393" y="110"/>
                  </a:lnTo>
                  <a:lnTo>
                    <a:pt x="393" y="111"/>
                  </a:lnTo>
                  <a:lnTo>
                    <a:pt x="393" y="111"/>
                  </a:lnTo>
                  <a:lnTo>
                    <a:pt x="394" y="111"/>
                  </a:lnTo>
                  <a:lnTo>
                    <a:pt x="394" y="114"/>
                  </a:lnTo>
                  <a:lnTo>
                    <a:pt x="394" y="114"/>
                  </a:lnTo>
                  <a:lnTo>
                    <a:pt x="395" y="114"/>
                  </a:lnTo>
                  <a:lnTo>
                    <a:pt x="395" y="116"/>
                  </a:lnTo>
                  <a:lnTo>
                    <a:pt x="395" y="116"/>
                  </a:lnTo>
                  <a:lnTo>
                    <a:pt x="395" y="117"/>
                  </a:lnTo>
                  <a:lnTo>
                    <a:pt x="395" y="117"/>
                  </a:lnTo>
                  <a:lnTo>
                    <a:pt x="395" y="118"/>
                  </a:lnTo>
                  <a:lnTo>
                    <a:pt x="396" y="118"/>
                  </a:lnTo>
                  <a:lnTo>
                    <a:pt x="396" y="118"/>
                  </a:lnTo>
                  <a:lnTo>
                    <a:pt x="395" y="118"/>
                  </a:lnTo>
                  <a:lnTo>
                    <a:pt x="395" y="119"/>
                  </a:lnTo>
                  <a:lnTo>
                    <a:pt x="395" y="119"/>
                  </a:lnTo>
                  <a:lnTo>
                    <a:pt x="395" y="119"/>
                  </a:lnTo>
                  <a:lnTo>
                    <a:pt x="395" y="123"/>
                  </a:lnTo>
                  <a:lnTo>
                    <a:pt x="395" y="123"/>
                  </a:lnTo>
                  <a:lnTo>
                    <a:pt x="395" y="123"/>
                  </a:lnTo>
                  <a:lnTo>
                    <a:pt x="394" y="124"/>
                  </a:lnTo>
                  <a:lnTo>
                    <a:pt x="394" y="125"/>
                  </a:lnTo>
                  <a:lnTo>
                    <a:pt x="394" y="125"/>
                  </a:lnTo>
                  <a:lnTo>
                    <a:pt x="394" y="125"/>
                  </a:lnTo>
                  <a:lnTo>
                    <a:pt x="394" y="133"/>
                  </a:lnTo>
                  <a:lnTo>
                    <a:pt x="394" y="135"/>
                  </a:lnTo>
                  <a:lnTo>
                    <a:pt x="393" y="135"/>
                  </a:lnTo>
                  <a:lnTo>
                    <a:pt x="393" y="136"/>
                  </a:lnTo>
                  <a:lnTo>
                    <a:pt x="393" y="136"/>
                  </a:lnTo>
                  <a:lnTo>
                    <a:pt x="393" y="138"/>
                  </a:lnTo>
                  <a:lnTo>
                    <a:pt x="393" y="139"/>
                  </a:lnTo>
                  <a:lnTo>
                    <a:pt x="393" y="140"/>
                  </a:lnTo>
                  <a:lnTo>
                    <a:pt x="393" y="140"/>
                  </a:lnTo>
                  <a:lnTo>
                    <a:pt x="393" y="140"/>
                  </a:lnTo>
                  <a:lnTo>
                    <a:pt x="393" y="143"/>
                  </a:lnTo>
                  <a:lnTo>
                    <a:pt x="392" y="144"/>
                  </a:lnTo>
                  <a:lnTo>
                    <a:pt x="392" y="144"/>
                  </a:lnTo>
                  <a:lnTo>
                    <a:pt x="391" y="144"/>
                  </a:lnTo>
                  <a:lnTo>
                    <a:pt x="389" y="144"/>
                  </a:lnTo>
                  <a:lnTo>
                    <a:pt x="389" y="144"/>
                  </a:lnTo>
                  <a:lnTo>
                    <a:pt x="388" y="145"/>
                  </a:lnTo>
                  <a:lnTo>
                    <a:pt x="387" y="145"/>
                  </a:lnTo>
                  <a:lnTo>
                    <a:pt x="387" y="145"/>
                  </a:lnTo>
                  <a:lnTo>
                    <a:pt x="387" y="145"/>
                  </a:lnTo>
                  <a:lnTo>
                    <a:pt x="387" y="146"/>
                  </a:lnTo>
                  <a:lnTo>
                    <a:pt x="386" y="146"/>
                  </a:lnTo>
                  <a:lnTo>
                    <a:pt x="386" y="145"/>
                  </a:lnTo>
                  <a:lnTo>
                    <a:pt x="385" y="145"/>
                  </a:lnTo>
                  <a:lnTo>
                    <a:pt x="385" y="146"/>
                  </a:lnTo>
                  <a:lnTo>
                    <a:pt x="385" y="147"/>
                  </a:lnTo>
                  <a:lnTo>
                    <a:pt x="384" y="147"/>
                  </a:lnTo>
                  <a:lnTo>
                    <a:pt x="384" y="147"/>
                  </a:lnTo>
                  <a:lnTo>
                    <a:pt x="384" y="148"/>
                  </a:lnTo>
                  <a:lnTo>
                    <a:pt x="383" y="148"/>
                  </a:lnTo>
                  <a:lnTo>
                    <a:pt x="383" y="149"/>
                  </a:lnTo>
                  <a:lnTo>
                    <a:pt x="382" y="149"/>
                  </a:lnTo>
                  <a:lnTo>
                    <a:pt x="381" y="149"/>
                  </a:lnTo>
                  <a:lnTo>
                    <a:pt x="381" y="150"/>
                  </a:lnTo>
                  <a:lnTo>
                    <a:pt x="381" y="150"/>
                  </a:lnTo>
                  <a:lnTo>
                    <a:pt x="380" y="152"/>
                  </a:lnTo>
                  <a:lnTo>
                    <a:pt x="380" y="152"/>
                  </a:lnTo>
                  <a:lnTo>
                    <a:pt x="379" y="153"/>
                  </a:lnTo>
                  <a:lnTo>
                    <a:pt x="379" y="153"/>
                  </a:lnTo>
                  <a:lnTo>
                    <a:pt x="377" y="153"/>
                  </a:lnTo>
                  <a:lnTo>
                    <a:pt x="377" y="153"/>
                  </a:lnTo>
                  <a:lnTo>
                    <a:pt x="377" y="154"/>
                  </a:lnTo>
                  <a:lnTo>
                    <a:pt x="377" y="154"/>
                  </a:lnTo>
                  <a:lnTo>
                    <a:pt x="377" y="154"/>
                  </a:lnTo>
                  <a:lnTo>
                    <a:pt x="377" y="155"/>
                  </a:lnTo>
                  <a:lnTo>
                    <a:pt x="376" y="155"/>
                  </a:lnTo>
                  <a:lnTo>
                    <a:pt x="375" y="155"/>
                  </a:lnTo>
                  <a:lnTo>
                    <a:pt x="374" y="157"/>
                  </a:lnTo>
                  <a:lnTo>
                    <a:pt x="373" y="157"/>
                  </a:lnTo>
                  <a:lnTo>
                    <a:pt x="373" y="158"/>
                  </a:lnTo>
                  <a:lnTo>
                    <a:pt x="372" y="158"/>
                  </a:lnTo>
                  <a:lnTo>
                    <a:pt x="372" y="158"/>
                  </a:lnTo>
                  <a:lnTo>
                    <a:pt x="372" y="159"/>
                  </a:lnTo>
                  <a:lnTo>
                    <a:pt x="372" y="159"/>
                  </a:lnTo>
                  <a:lnTo>
                    <a:pt x="371" y="160"/>
                  </a:lnTo>
                  <a:lnTo>
                    <a:pt x="370" y="160"/>
                  </a:lnTo>
                  <a:lnTo>
                    <a:pt x="370" y="160"/>
                  </a:lnTo>
                  <a:lnTo>
                    <a:pt x="369" y="160"/>
                  </a:lnTo>
                  <a:lnTo>
                    <a:pt x="369" y="161"/>
                  </a:lnTo>
                  <a:lnTo>
                    <a:pt x="369" y="161"/>
                  </a:lnTo>
                  <a:lnTo>
                    <a:pt x="368" y="162"/>
                  </a:lnTo>
                  <a:lnTo>
                    <a:pt x="367" y="162"/>
                  </a:lnTo>
                  <a:lnTo>
                    <a:pt x="367" y="162"/>
                  </a:lnTo>
                  <a:lnTo>
                    <a:pt x="367" y="162"/>
                  </a:lnTo>
                  <a:lnTo>
                    <a:pt x="367" y="162"/>
                  </a:lnTo>
                  <a:lnTo>
                    <a:pt x="367" y="162"/>
                  </a:lnTo>
                  <a:lnTo>
                    <a:pt x="367" y="163"/>
                  </a:lnTo>
                  <a:lnTo>
                    <a:pt x="367" y="163"/>
                  </a:lnTo>
                  <a:lnTo>
                    <a:pt x="366" y="163"/>
                  </a:lnTo>
                  <a:lnTo>
                    <a:pt x="366" y="163"/>
                  </a:lnTo>
                  <a:lnTo>
                    <a:pt x="366" y="164"/>
                  </a:lnTo>
                  <a:lnTo>
                    <a:pt x="365" y="164"/>
                  </a:lnTo>
                  <a:lnTo>
                    <a:pt x="365" y="165"/>
                  </a:lnTo>
                  <a:lnTo>
                    <a:pt x="364" y="166"/>
                  </a:lnTo>
                  <a:lnTo>
                    <a:pt x="364" y="166"/>
                  </a:lnTo>
                  <a:lnTo>
                    <a:pt x="363" y="166"/>
                  </a:lnTo>
                  <a:lnTo>
                    <a:pt x="362" y="166"/>
                  </a:lnTo>
                  <a:lnTo>
                    <a:pt x="362" y="167"/>
                  </a:lnTo>
                  <a:lnTo>
                    <a:pt x="362" y="168"/>
                  </a:lnTo>
                  <a:lnTo>
                    <a:pt x="363" y="168"/>
                  </a:lnTo>
                  <a:lnTo>
                    <a:pt x="363" y="169"/>
                  </a:lnTo>
                  <a:lnTo>
                    <a:pt x="361" y="169"/>
                  </a:lnTo>
                  <a:lnTo>
                    <a:pt x="360" y="170"/>
                  </a:lnTo>
                  <a:lnTo>
                    <a:pt x="359" y="170"/>
                  </a:lnTo>
                  <a:lnTo>
                    <a:pt x="359" y="170"/>
                  </a:lnTo>
                  <a:lnTo>
                    <a:pt x="360" y="170"/>
                  </a:lnTo>
                  <a:lnTo>
                    <a:pt x="360" y="170"/>
                  </a:lnTo>
                  <a:lnTo>
                    <a:pt x="359" y="170"/>
                  </a:lnTo>
                  <a:lnTo>
                    <a:pt x="359" y="170"/>
                  </a:lnTo>
                  <a:lnTo>
                    <a:pt x="359" y="170"/>
                  </a:lnTo>
                  <a:lnTo>
                    <a:pt x="359" y="171"/>
                  </a:lnTo>
                  <a:lnTo>
                    <a:pt x="359" y="171"/>
                  </a:lnTo>
                  <a:lnTo>
                    <a:pt x="359" y="171"/>
                  </a:lnTo>
                  <a:lnTo>
                    <a:pt x="359" y="171"/>
                  </a:lnTo>
                  <a:lnTo>
                    <a:pt x="358" y="172"/>
                  </a:lnTo>
                  <a:lnTo>
                    <a:pt x="358" y="173"/>
                  </a:lnTo>
                  <a:lnTo>
                    <a:pt x="358" y="173"/>
                  </a:lnTo>
                  <a:lnTo>
                    <a:pt x="358" y="174"/>
                  </a:lnTo>
                  <a:lnTo>
                    <a:pt x="357" y="174"/>
                  </a:lnTo>
                  <a:lnTo>
                    <a:pt x="357" y="175"/>
                  </a:lnTo>
                  <a:lnTo>
                    <a:pt x="356" y="175"/>
                  </a:lnTo>
                  <a:lnTo>
                    <a:pt x="356" y="175"/>
                  </a:lnTo>
                  <a:lnTo>
                    <a:pt x="355" y="175"/>
                  </a:lnTo>
                  <a:lnTo>
                    <a:pt x="355" y="175"/>
                  </a:lnTo>
                  <a:lnTo>
                    <a:pt x="355" y="176"/>
                  </a:lnTo>
                  <a:lnTo>
                    <a:pt x="355" y="176"/>
                  </a:lnTo>
                  <a:lnTo>
                    <a:pt x="356" y="176"/>
                  </a:lnTo>
                  <a:lnTo>
                    <a:pt x="356" y="176"/>
                  </a:lnTo>
                  <a:lnTo>
                    <a:pt x="355" y="176"/>
                  </a:lnTo>
                  <a:lnTo>
                    <a:pt x="355" y="178"/>
                  </a:lnTo>
                  <a:lnTo>
                    <a:pt x="355" y="178"/>
                  </a:lnTo>
                  <a:lnTo>
                    <a:pt x="354" y="178"/>
                  </a:lnTo>
                  <a:lnTo>
                    <a:pt x="354" y="179"/>
                  </a:lnTo>
                  <a:lnTo>
                    <a:pt x="354" y="179"/>
                  </a:lnTo>
                  <a:lnTo>
                    <a:pt x="354" y="179"/>
                  </a:lnTo>
                  <a:lnTo>
                    <a:pt x="353" y="179"/>
                  </a:lnTo>
                  <a:lnTo>
                    <a:pt x="353" y="180"/>
                  </a:lnTo>
                  <a:lnTo>
                    <a:pt x="353" y="180"/>
                  </a:lnTo>
                  <a:lnTo>
                    <a:pt x="352" y="180"/>
                  </a:lnTo>
                  <a:lnTo>
                    <a:pt x="353" y="181"/>
                  </a:lnTo>
                  <a:lnTo>
                    <a:pt x="352" y="182"/>
                  </a:lnTo>
                  <a:lnTo>
                    <a:pt x="352" y="183"/>
                  </a:lnTo>
                  <a:lnTo>
                    <a:pt x="352" y="183"/>
                  </a:lnTo>
                  <a:lnTo>
                    <a:pt x="351" y="183"/>
                  </a:lnTo>
                  <a:lnTo>
                    <a:pt x="351" y="183"/>
                  </a:lnTo>
                  <a:lnTo>
                    <a:pt x="350" y="183"/>
                  </a:lnTo>
                  <a:lnTo>
                    <a:pt x="351" y="183"/>
                  </a:lnTo>
                  <a:lnTo>
                    <a:pt x="350" y="183"/>
                  </a:lnTo>
                  <a:lnTo>
                    <a:pt x="350" y="184"/>
                  </a:lnTo>
                  <a:lnTo>
                    <a:pt x="350" y="184"/>
                  </a:lnTo>
                  <a:lnTo>
                    <a:pt x="350" y="184"/>
                  </a:lnTo>
                  <a:lnTo>
                    <a:pt x="350" y="184"/>
                  </a:lnTo>
                  <a:lnTo>
                    <a:pt x="350" y="185"/>
                  </a:lnTo>
                  <a:lnTo>
                    <a:pt x="350" y="185"/>
                  </a:lnTo>
                  <a:lnTo>
                    <a:pt x="350" y="185"/>
                  </a:lnTo>
                  <a:lnTo>
                    <a:pt x="350" y="186"/>
                  </a:lnTo>
                  <a:lnTo>
                    <a:pt x="350" y="186"/>
                  </a:lnTo>
                  <a:lnTo>
                    <a:pt x="350" y="186"/>
                  </a:lnTo>
                  <a:lnTo>
                    <a:pt x="350" y="187"/>
                  </a:lnTo>
                  <a:lnTo>
                    <a:pt x="350" y="188"/>
                  </a:lnTo>
                  <a:lnTo>
                    <a:pt x="347" y="190"/>
                  </a:lnTo>
                  <a:lnTo>
                    <a:pt x="346" y="192"/>
                  </a:lnTo>
                  <a:lnTo>
                    <a:pt x="344" y="193"/>
                  </a:lnTo>
                  <a:lnTo>
                    <a:pt x="343" y="195"/>
                  </a:lnTo>
                  <a:lnTo>
                    <a:pt x="342" y="195"/>
                  </a:lnTo>
                  <a:lnTo>
                    <a:pt x="342" y="195"/>
                  </a:lnTo>
                  <a:lnTo>
                    <a:pt x="342" y="196"/>
                  </a:lnTo>
                  <a:lnTo>
                    <a:pt x="342" y="196"/>
                  </a:lnTo>
                  <a:lnTo>
                    <a:pt x="343" y="196"/>
                  </a:lnTo>
                  <a:lnTo>
                    <a:pt x="343" y="195"/>
                  </a:lnTo>
                  <a:lnTo>
                    <a:pt x="345" y="193"/>
                  </a:lnTo>
                  <a:lnTo>
                    <a:pt x="346" y="192"/>
                  </a:lnTo>
                  <a:lnTo>
                    <a:pt x="347" y="190"/>
                  </a:lnTo>
                  <a:lnTo>
                    <a:pt x="348" y="190"/>
                  </a:lnTo>
                  <a:lnTo>
                    <a:pt x="348" y="191"/>
                  </a:lnTo>
                  <a:lnTo>
                    <a:pt x="349" y="192"/>
                  </a:lnTo>
                  <a:lnTo>
                    <a:pt x="348" y="192"/>
                  </a:lnTo>
                  <a:lnTo>
                    <a:pt x="348" y="193"/>
                  </a:lnTo>
                  <a:lnTo>
                    <a:pt x="348" y="194"/>
                  </a:lnTo>
                  <a:lnTo>
                    <a:pt x="347" y="195"/>
                  </a:lnTo>
                  <a:lnTo>
                    <a:pt x="347" y="195"/>
                  </a:lnTo>
                  <a:lnTo>
                    <a:pt x="348" y="195"/>
                  </a:lnTo>
                  <a:lnTo>
                    <a:pt x="348" y="195"/>
                  </a:lnTo>
                  <a:lnTo>
                    <a:pt x="350" y="195"/>
                  </a:lnTo>
                  <a:lnTo>
                    <a:pt x="350" y="195"/>
                  </a:lnTo>
                  <a:lnTo>
                    <a:pt x="349" y="196"/>
                  </a:lnTo>
                  <a:lnTo>
                    <a:pt x="349" y="196"/>
                  </a:lnTo>
                  <a:lnTo>
                    <a:pt x="350" y="196"/>
                  </a:lnTo>
                  <a:lnTo>
                    <a:pt x="350" y="196"/>
                  </a:lnTo>
                  <a:lnTo>
                    <a:pt x="350" y="196"/>
                  </a:lnTo>
                  <a:lnTo>
                    <a:pt x="351" y="196"/>
                  </a:lnTo>
                  <a:lnTo>
                    <a:pt x="351" y="196"/>
                  </a:lnTo>
                  <a:lnTo>
                    <a:pt x="351" y="196"/>
                  </a:lnTo>
                  <a:lnTo>
                    <a:pt x="352" y="198"/>
                  </a:lnTo>
                  <a:lnTo>
                    <a:pt x="353" y="198"/>
                  </a:lnTo>
                  <a:lnTo>
                    <a:pt x="353" y="196"/>
                  </a:lnTo>
                  <a:lnTo>
                    <a:pt x="354" y="196"/>
                  </a:lnTo>
                  <a:lnTo>
                    <a:pt x="354" y="198"/>
                  </a:lnTo>
                  <a:lnTo>
                    <a:pt x="355" y="197"/>
                  </a:lnTo>
                  <a:lnTo>
                    <a:pt x="356" y="196"/>
                  </a:lnTo>
                  <a:lnTo>
                    <a:pt x="356" y="196"/>
                  </a:lnTo>
                  <a:lnTo>
                    <a:pt x="357" y="196"/>
                  </a:lnTo>
                  <a:lnTo>
                    <a:pt x="357" y="197"/>
                  </a:lnTo>
                  <a:lnTo>
                    <a:pt x="359" y="200"/>
                  </a:lnTo>
                  <a:lnTo>
                    <a:pt x="359" y="200"/>
                  </a:lnTo>
                  <a:lnTo>
                    <a:pt x="359" y="199"/>
                  </a:lnTo>
                  <a:lnTo>
                    <a:pt x="360" y="199"/>
                  </a:lnTo>
                  <a:lnTo>
                    <a:pt x="360" y="200"/>
                  </a:lnTo>
                  <a:lnTo>
                    <a:pt x="360" y="201"/>
                  </a:lnTo>
                  <a:lnTo>
                    <a:pt x="360" y="202"/>
                  </a:lnTo>
                  <a:lnTo>
                    <a:pt x="361" y="202"/>
                  </a:lnTo>
                  <a:lnTo>
                    <a:pt x="361" y="202"/>
                  </a:lnTo>
                  <a:lnTo>
                    <a:pt x="361" y="202"/>
                  </a:lnTo>
                  <a:lnTo>
                    <a:pt x="362" y="202"/>
                  </a:lnTo>
                  <a:lnTo>
                    <a:pt x="363" y="202"/>
                  </a:lnTo>
                  <a:lnTo>
                    <a:pt x="363" y="203"/>
                  </a:lnTo>
                  <a:lnTo>
                    <a:pt x="363" y="203"/>
                  </a:lnTo>
                  <a:lnTo>
                    <a:pt x="363" y="203"/>
                  </a:lnTo>
                  <a:lnTo>
                    <a:pt x="364" y="203"/>
                  </a:lnTo>
                  <a:lnTo>
                    <a:pt x="364" y="203"/>
                  </a:lnTo>
                  <a:lnTo>
                    <a:pt x="364" y="203"/>
                  </a:lnTo>
                  <a:lnTo>
                    <a:pt x="364" y="203"/>
                  </a:lnTo>
                  <a:lnTo>
                    <a:pt x="364" y="202"/>
                  </a:lnTo>
                  <a:lnTo>
                    <a:pt x="365" y="203"/>
                  </a:lnTo>
                  <a:lnTo>
                    <a:pt x="365" y="203"/>
                  </a:lnTo>
                  <a:lnTo>
                    <a:pt x="365" y="203"/>
                  </a:lnTo>
                  <a:lnTo>
                    <a:pt x="365" y="204"/>
                  </a:lnTo>
                  <a:lnTo>
                    <a:pt x="366" y="204"/>
                  </a:lnTo>
                  <a:lnTo>
                    <a:pt x="366" y="204"/>
                  </a:lnTo>
                  <a:lnTo>
                    <a:pt x="366" y="204"/>
                  </a:lnTo>
                  <a:lnTo>
                    <a:pt x="366" y="204"/>
                  </a:lnTo>
                  <a:lnTo>
                    <a:pt x="366" y="204"/>
                  </a:lnTo>
                  <a:lnTo>
                    <a:pt x="366" y="205"/>
                  </a:lnTo>
                  <a:lnTo>
                    <a:pt x="367" y="205"/>
                  </a:lnTo>
                  <a:lnTo>
                    <a:pt x="367" y="205"/>
                  </a:lnTo>
                  <a:lnTo>
                    <a:pt x="366" y="205"/>
                  </a:lnTo>
                  <a:lnTo>
                    <a:pt x="366" y="205"/>
                  </a:lnTo>
                  <a:lnTo>
                    <a:pt x="367" y="205"/>
                  </a:lnTo>
                  <a:lnTo>
                    <a:pt x="367" y="205"/>
                  </a:lnTo>
                  <a:lnTo>
                    <a:pt x="367" y="206"/>
                  </a:lnTo>
                  <a:lnTo>
                    <a:pt x="367" y="206"/>
                  </a:lnTo>
                  <a:lnTo>
                    <a:pt x="367" y="207"/>
                  </a:lnTo>
                  <a:lnTo>
                    <a:pt x="367" y="209"/>
                  </a:lnTo>
                  <a:lnTo>
                    <a:pt x="368" y="209"/>
                  </a:lnTo>
                  <a:lnTo>
                    <a:pt x="369" y="209"/>
                  </a:lnTo>
                  <a:lnTo>
                    <a:pt x="368" y="210"/>
                  </a:lnTo>
                  <a:lnTo>
                    <a:pt x="369" y="210"/>
                  </a:lnTo>
                  <a:lnTo>
                    <a:pt x="369" y="210"/>
                  </a:lnTo>
                  <a:lnTo>
                    <a:pt x="370" y="211"/>
                  </a:lnTo>
                  <a:lnTo>
                    <a:pt x="371" y="211"/>
                  </a:lnTo>
                  <a:lnTo>
                    <a:pt x="371" y="213"/>
                  </a:lnTo>
                  <a:lnTo>
                    <a:pt x="371" y="214"/>
                  </a:lnTo>
                  <a:lnTo>
                    <a:pt x="372" y="214"/>
                  </a:lnTo>
                  <a:lnTo>
                    <a:pt x="372" y="214"/>
                  </a:lnTo>
                  <a:lnTo>
                    <a:pt x="372" y="215"/>
                  </a:lnTo>
                  <a:lnTo>
                    <a:pt x="372" y="217"/>
                  </a:lnTo>
                  <a:lnTo>
                    <a:pt x="372" y="217"/>
                  </a:lnTo>
                  <a:lnTo>
                    <a:pt x="372" y="217"/>
                  </a:lnTo>
                  <a:lnTo>
                    <a:pt x="373" y="217"/>
                  </a:lnTo>
                  <a:lnTo>
                    <a:pt x="373" y="218"/>
                  </a:lnTo>
                  <a:lnTo>
                    <a:pt x="374" y="218"/>
                  </a:lnTo>
                  <a:lnTo>
                    <a:pt x="374" y="218"/>
                  </a:lnTo>
                  <a:lnTo>
                    <a:pt x="374" y="218"/>
                  </a:lnTo>
                  <a:lnTo>
                    <a:pt x="375" y="218"/>
                  </a:lnTo>
                  <a:lnTo>
                    <a:pt x="376" y="218"/>
                  </a:lnTo>
                  <a:lnTo>
                    <a:pt x="376" y="218"/>
                  </a:lnTo>
                  <a:lnTo>
                    <a:pt x="376" y="218"/>
                  </a:lnTo>
                  <a:lnTo>
                    <a:pt x="376" y="218"/>
                  </a:lnTo>
                  <a:lnTo>
                    <a:pt x="376" y="218"/>
                  </a:lnTo>
                  <a:lnTo>
                    <a:pt x="377" y="218"/>
                  </a:lnTo>
                  <a:lnTo>
                    <a:pt x="377" y="218"/>
                  </a:lnTo>
                  <a:lnTo>
                    <a:pt x="377" y="218"/>
                  </a:lnTo>
                  <a:lnTo>
                    <a:pt x="378" y="218"/>
                  </a:lnTo>
                  <a:lnTo>
                    <a:pt x="379" y="219"/>
                  </a:lnTo>
                  <a:lnTo>
                    <a:pt x="380" y="219"/>
                  </a:lnTo>
                  <a:lnTo>
                    <a:pt x="380" y="219"/>
                  </a:lnTo>
                  <a:lnTo>
                    <a:pt x="381" y="218"/>
                  </a:lnTo>
                  <a:lnTo>
                    <a:pt x="383" y="218"/>
                  </a:lnTo>
                  <a:lnTo>
                    <a:pt x="384" y="218"/>
                  </a:lnTo>
                  <a:lnTo>
                    <a:pt x="384" y="218"/>
                  </a:lnTo>
                  <a:lnTo>
                    <a:pt x="384" y="218"/>
                  </a:lnTo>
                  <a:lnTo>
                    <a:pt x="380" y="231"/>
                  </a:lnTo>
                  <a:lnTo>
                    <a:pt x="382" y="235"/>
                  </a:lnTo>
                  <a:lnTo>
                    <a:pt x="382" y="236"/>
                  </a:lnTo>
                  <a:lnTo>
                    <a:pt x="369" y="245"/>
                  </a:lnTo>
                  <a:lnTo>
                    <a:pt x="365" y="245"/>
                  </a:lnTo>
                  <a:lnTo>
                    <a:pt x="361" y="244"/>
                  </a:lnTo>
                  <a:lnTo>
                    <a:pt x="352" y="249"/>
                  </a:lnTo>
                  <a:lnTo>
                    <a:pt x="346" y="250"/>
                  </a:lnTo>
                  <a:lnTo>
                    <a:pt x="345" y="252"/>
                  </a:lnTo>
                  <a:lnTo>
                    <a:pt x="346" y="260"/>
                  </a:lnTo>
                  <a:lnTo>
                    <a:pt x="344" y="263"/>
                  </a:lnTo>
                  <a:lnTo>
                    <a:pt x="341" y="266"/>
                  </a:lnTo>
                  <a:lnTo>
                    <a:pt x="336" y="266"/>
                  </a:lnTo>
                  <a:lnTo>
                    <a:pt x="328" y="263"/>
                  </a:lnTo>
                  <a:lnTo>
                    <a:pt x="322" y="266"/>
                  </a:lnTo>
                  <a:lnTo>
                    <a:pt x="320" y="265"/>
                  </a:lnTo>
                  <a:lnTo>
                    <a:pt x="313" y="268"/>
                  </a:lnTo>
                  <a:lnTo>
                    <a:pt x="309" y="266"/>
                  </a:lnTo>
                  <a:lnTo>
                    <a:pt x="306" y="267"/>
                  </a:lnTo>
                  <a:lnTo>
                    <a:pt x="302" y="263"/>
                  </a:lnTo>
                  <a:lnTo>
                    <a:pt x="293" y="266"/>
                  </a:lnTo>
                  <a:lnTo>
                    <a:pt x="284" y="261"/>
                  </a:lnTo>
                  <a:lnTo>
                    <a:pt x="269" y="269"/>
                  </a:lnTo>
                  <a:lnTo>
                    <a:pt x="263" y="269"/>
                  </a:lnTo>
                  <a:lnTo>
                    <a:pt x="259" y="267"/>
                  </a:lnTo>
                  <a:lnTo>
                    <a:pt x="254" y="269"/>
                  </a:lnTo>
                  <a:lnTo>
                    <a:pt x="257" y="272"/>
                  </a:lnTo>
                  <a:lnTo>
                    <a:pt x="259" y="277"/>
                  </a:lnTo>
                  <a:lnTo>
                    <a:pt x="257" y="287"/>
                  </a:lnTo>
                  <a:lnTo>
                    <a:pt x="259" y="289"/>
                  </a:lnTo>
                  <a:lnTo>
                    <a:pt x="267" y="288"/>
                  </a:lnTo>
                  <a:lnTo>
                    <a:pt x="267" y="292"/>
                  </a:lnTo>
                  <a:lnTo>
                    <a:pt x="270" y="296"/>
                  </a:lnTo>
                  <a:lnTo>
                    <a:pt x="268" y="303"/>
                  </a:lnTo>
                  <a:lnTo>
                    <a:pt x="278" y="309"/>
                  </a:lnTo>
                  <a:lnTo>
                    <a:pt x="281" y="318"/>
                  </a:lnTo>
                  <a:lnTo>
                    <a:pt x="280" y="321"/>
                  </a:lnTo>
                  <a:lnTo>
                    <a:pt x="272" y="331"/>
                  </a:lnTo>
                  <a:lnTo>
                    <a:pt x="267" y="335"/>
                  </a:lnTo>
                  <a:lnTo>
                    <a:pt x="265" y="339"/>
                  </a:lnTo>
                  <a:lnTo>
                    <a:pt x="255" y="343"/>
                  </a:lnTo>
                  <a:lnTo>
                    <a:pt x="255" y="348"/>
                  </a:lnTo>
                  <a:lnTo>
                    <a:pt x="259" y="354"/>
                  </a:lnTo>
                  <a:lnTo>
                    <a:pt x="259" y="358"/>
                  </a:lnTo>
                  <a:lnTo>
                    <a:pt x="252" y="360"/>
                  </a:lnTo>
                  <a:lnTo>
                    <a:pt x="249" y="365"/>
                  </a:lnTo>
                  <a:lnTo>
                    <a:pt x="249" y="371"/>
                  </a:lnTo>
                  <a:lnTo>
                    <a:pt x="247" y="374"/>
                  </a:lnTo>
                  <a:lnTo>
                    <a:pt x="246" y="375"/>
                  </a:lnTo>
                  <a:lnTo>
                    <a:pt x="243" y="375"/>
                  </a:lnTo>
                  <a:lnTo>
                    <a:pt x="240" y="370"/>
                  </a:lnTo>
                  <a:lnTo>
                    <a:pt x="237" y="370"/>
                  </a:lnTo>
                  <a:lnTo>
                    <a:pt x="229" y="372"/>
                  </a:lnTo>
                  <a:lnTo>
                    <a:pt x="228" y="374"/>
                  </a:lnTo>
                  <a:lnTo>
                    <a:pt x="230" y="378"/>
                  </a:lnTo>
                  <a:lnTo>
                    <a:pt x="230" y="383"/>
                  </a:lnTo>
                  <a:lnTo>
                    <a:pt x="227" y="390"/>
                  </a:lnTo>
                  <a:lnTo>
                    <a:pt x="227" y="390"/>
                  </a:lnTo>
                  <a:lnTo>
                    <a:pt x="215" y="398"/>
                  </a:lnTo>
                  <a:lnTo>
                    <a:pt x="209" y="398"/>
                  </a:lnTo>
                  <a:lnTo>
                    <a:pt x="207" y="402"/>
                  </a:lnTo>
                  <a:lnTo>
                    <a:pt x="202" y="401"/>
                  </a:lnTo>
                  <a:lnTo>
                    <a:pt x="201" y="403"/>
                  </a:lnTo>
                  <a:lnTo>
                    <a:pt x="201" y="404"/>
                  </a:lnTo>
                  <a:lnTo>
                    <a:pt x="198" y="408"/>
                  </a:lnTo>
                  <a:lnTo>
                    <a:pt x="189" y="411"/>
                  </a:lnTo>
                  <a:lnTo>
                    <a:pt x="189" y="413"/>
                  </a:lnTo>
                  <a:lnTo>
                    <a:pt x="192" y="414"/>
                  </a:lnTo>
                  <a:lnTo>
                    <a:pt x="194" y="419"/>
                  </a:lnTo>
                  <a:lnTo>
                    <a:pt x="198" y="422"/>
                  </a:lnTo>
                  <a:lnTo>
                    <a:pt x="198" y="425"/>
                  </a:lnTo>
                  <a:lnTo>
                    <a:pt x="197" y="426"/>
                  </a:lnTo>
                  <a:lnTo>
                    <a:pt x="194" y="426"/>
                  </a:lnTo>
                  <a:lnTo>
                    <a:pt x="194" y="431"/>
                  </a:lnTo>
                  <a:lnTo>
                    <a:pt x="188" y="437"/>
                  </a:lnTo>
                  <a:lnTo>
                    <a:pt x="186" y="437"/>
                  </a:lnTo>
                  <a:lnTo>
                    <a:pt x="180" y="422"/>
                  </a:lnTo>
                  <a:lnTo>
                    <a:pt x="178" y="422"/>
                  </a:lnTo>
                  <a:lnTo>
                    <a:pt x="171" y="425"/>
                  </a:lnTo>
                  <a:lnTo>
                    <a:pt x="166" y="425"/>
                  </a:lnTo>
                  <a:lnTo>
                    <a:pt x="163" y="427"/>
                  </a:lnTo>
                  <a:lnTo>
                    <a:pt x="154" y="430"/>
                  </a:lnTo>
                  <a:lnTo>
                    <a:pt x="150" y="433"/>
                  </a:lnTo>
                  <a:lnTo>
                    <a:pt x="146" y="437"/>
                  </a:lnTo>
                  <a:lnTo>
                    <a:pt x="151" y="439"/>
                  </a:lnTo>
                  <a:lnTo>
                    <a:pt x="150" y="440"/>
                  </a:lnTo>
                  <a:lnTo>
                    <a:pt x="146" y="445"/>
                  </a:lnTo>
                  <a:lnTo>
                    <a:pt x="142" y="445"/>
                  </a:lnTo>
                  <a:lnTo>
                    <a:pt x="139" y="448"/>
                  </a:lnTo>
                  <a:lnTo>
                    <a:pt x="130" y="448"/>
                  </a:lnTo>
                  <a:lnTo>
                    <a:pt x="127" y="448"/>
                  </a:lnTo>
                  <a:lnTo>
                    <a:pt x="125" y="448"/>
                  </a:lnTo>
                  <a:lnTo>
                    <a:pt x="121" y="434"/>
                  </a:lnTo>
                  <a:lnTo>
                    <a:pt x="120" y="431"/>
                  </a:lnTo>
                  <a:lnTo>
                    <a:pt x="120" y="422"/>
                  </a:lnTo>
                  <a:lnTo>
                    <a:pt x="118" y="421"/>
                  </a:lnTo>
                  <a:lnTo>
                    <a:pt x="124" y="418"/>
                  </a:lnTo>
                  <a:lnTo>
                    <a:pt x="129" y="417"/>
                  </a:lnTo>
                  <a:lnTo>
                    <a:pt x="130" y="416"/>
                  </a:lnTo>
                  <a:lnTo>
                    <a:pt x="115" y="398"/>
                  </a:lnTo>
                  <a:lnTo>
                    <a:pt x="115" y="398"/>
                  </a:lnTo>
                  <a:lnTo>
                    <a:pt x="116" y="396"/>
                  </a:lnTo>
                  <a:lnTo>
                    <a:pt x="119" y="393"/>
                  </a:lnTo>
                  <a:lnTo>
                    <a:pt x="128" y="389"/>
                  </a:lnTo>
                  <a:lnTo>
                    <a:pt x="129" y="387"/>
                  </a:lnTo>
                  <a:lnTo>
                    <a:pt x="125" y="383"/>
                  </a:lnTo>
                  <a:lnTo>
                    <a:pt x="125" y="380"/>
                  </a:lnTo>
                  <a:lnTo>
                    <a:pt x="135" y="374"/>
                  </a:lnTo>
                  <a:lnTo>
                    <a:pt x="134" y="368"/>
                  </a:lnTo>
                  <a:lnTo>
                    <a:pt x="132" y="365"/>
                  </a:lnTo>
                  <a:lnTo>
                    <a:pt x="136" y="361"/>
                  </a:lnTo>
                  <a:lnTo>
                    <a:pt x="135" y="359"/>
                  </a:lnTo>
                  <a:lnTo>
                    <a:pt x="129" y="358"/>
                  </a:lnTo>
                  <a:lnTo>
                    <a:pt x="128" y="356"/>
                  </a:lnTo>
                  <a:lnTo>
                    <a:pt x="131" y="353"/>
                  </a:lnTo>
                  <a:lnTo>
                    <a:pt x="139" y="350"/>
                  </a:lnTo>
                  <a:lnTo>
                    <a:pt x="142" y="348"/>
                  </a:lnTo>
                  <a:lnTo>
                    <a:pt x="142" y="345"/>
                  </a:lnTo>
                  <a:lnTo>
                    <a:pt x="138" y="339"/>
                  </a:lnTo>
                  <a:lnTo>
                    <a:pt x="134" y="329"/>
                  </a:lnTo>
                  <a:lnTo>
                    <a:pt x="129" y="326"/>
                  </a:lnTo>
                  <a:lnTo>
                    <a:pt x="120" y="312"/>
                  </a:lnTo>
                  <a:lnTo>
                    <a:pt x="103" y="303"/>
                  </a:lnTo>
                  <a:lnTo>
                    <a:pt x="102" y="300"/>
                  </a:lnTo>
                  <a:lnTo>
                    <a:pt x="100" y="296"/>
                  </a:lnTo>
                  <a:lnTo>
                    <a:pt x="87" y="291"/>
                  </a:lnTo>
                  <a:lnTo>
                    <a:pt x="83" y="286"/>
                  </a:lnTo>
                  <a:lnTo>
                    <a:pt x="78" y="284"/>
                  </a:lnTo>
                  <a:lnTo>
                    <a:pt x="79" y="279"/>
                  </a:lnTo>
                  <a:lnTo>
                    <a:pt x="76" y="273"/>
                  </a:lnTo>
                  <a:lnTo>
                    <a:pt x="80" y="271"/>
                  </a:lnTo>
                  <a:lnTo>
                    <a:pt x="81" y="268"/>
                  </a:lnTo>
                  <a:lnTo>
                    <a:pt x="72" y="258"/>
                  </a:lnTo>
                  <a:lnTo>
                    <a:pt x="72" y="256"/>
                  </a:lnTo>
                  <a:lnTo>
                    <a:pt x="69" y="256"/>
                  </a:lnTo>
                  <a:lnTo>
                    <a:pt x="68" y="253"/>
                  </a:lnTo>
                  <a:lnTo>
                    <a:pt x="66" y="256"/>
                  </a:lnTo>
                  <a:lnTo>
                    <a:pt x="63" y="256"/>
                  </a:lnTo>
                  <a:lnTo>
                    <a:pt x="62" y="250"/>
                  </a:lnTo>
                  <a:lnTo>
                    <a:pt x="56" y="248"/>
                  </a:lnTo>
                  <a:lnTo>
                    <a:pt x="53" y="244"/>
                  </a:lnTo>
                  <a:lnTo>
                    <a:pt x="58" y="235"/>
                  </a:lnTo>
                  <a:lnTo>
                    <a:pt x="64" y="232"/>
                  </a:lnTo>
                  <a:lnTo>
                    <a:pt x="67" y="225"/>
                  </a:lnTo>
                  <a:lnTo>
                    <a:pt x="71" y="222"/>
                  </a:lnTo>
                  <a:lnTo>
                    <a:pt x="68" y="216"/>
                  </a:lnTo>
                  <a:lnTo>
                    <a:pt x="64" y="213"/>
                  </a:lnTo>
                  <a:lnTo>
                    <a:pt x="50" y="212"/>
                  </a:lnTo>
                  <a:lnTo>
                    <a:pt x="47" y="210"/>
                  </a:lnTo>
                  <a:lnTo>
                    <a:pt x="44" y="206"/>
                  </a:lnTo>
                  <a:lnTo>
                    <a:pt x="38" y="206"/>
                  </a:lnTo>
                  <a:lnTo>
                    <a:pt x="36" y="204"/>
                  </a:lnTo>
                  <a:lnTo>
                    <a:pt x="32" y="204"/>
                  </a:lnTo>
                  <a:lnTo>
                    <a:pt x="32" y="199"/>
                  </a:lnTo>
                  <a:lnTo>
                    <a:pt x="29" y="196"/>
                  </a:lnTo>
                  <a:lnTo>
                    <a:pt x="29" y="190"/>
                  </a:lnTo>
                  <a:lnTo>
                    <a:pt x="32" y="190"/>
                  </a:lnTo>
                  <a:lnTo>
                    <a:pt x="33" y="188"/>
                  </a:lnTo>
                  <a:lnTo>
                    <a:pt x="34" y="184"/>
                  </a:lnTo>
                  <a:lnTo>
                    <a:pt x="34" y="179"/>
                  </a:lnTo>
                  <a:lnTo>
                    <a:pt x="43" y="174"/>
                  </a:lnTo>
                  <a:lnTo>
                    <a:pt x="46" y="169"/>
                  </a:lnTo>
                  <a:lnTo>
                    <a:pt x="45" y="163"/>
                  </a:lnTo>
                  <a:lnTo>
                    <a:pt x="42" y="160"/>
                  </a:lnTo>
                  <a:lnTo>
                    <a:pt x="42" y="157"/>
                  </a:lnTo>
                  <a:lnTo>
                    <a:pt x="40" y="149"/>
                  </a:lnTo>
                  <a:lnTo>
                    <a:pt x="41" y="144"/>
                  </a:lnTo>
                  <a:lnTo>
                    <a:pt x="37" y="136"/>
                  </a:lnTo>
                  <a:lnTo>
                    <a:pt x="37" y="130"/>
                  </a:lnTo>
                  <a:lnTo>
                    <a:pt x="36" y="128"/>
                  </a:lnTo>
                  <a:lnTo>
                    <a:pt x="32" y="124"/>
                  </a:lnTo>
                  <a:lnTo>
                    <a:pt x="27" y="120"/>
                  </a:lnTo>
                  <a:lnTo>
                    <a:pt x="14" y="115"/>
                  </a:lnTo>
                  <a:lnTo>
                    <a:pt x="11" y="110"/>
                  </a:lnTo>
                  <a:lnTo>
                    <a:pt x="7" y="112"/>
                  </a:lnTo>
                  <a:lnTo>
                    <a:pt x="7" y="112"/>
                  </a:lnTo>
                  <a:lnTo>
                    <a:pt x="7" y="105"/>
                  </a:lnTo>
                  <a:lnTo>
                    <a:pt x="4" y="102"/>
                  </a:lnTo>
                  <a:lnTo>
                    <a:pt x="3" y="96"/>
                  </a:lnTo>
                  <a:lnTo>
                    <a:pt x="3" y="76"/>
                  </a:lnTo>
                  <a:lnTo>
                    <a:pt x="3" y="73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2" y="66"/>
                  </a:lnTo>
                  <a:lnTo>
                    <a:pt x="6" y="58"/>
                  </a:lnTo>
                  <a:lnTo>
                    <a:pt x="4" y="57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2" y="50"/>
                  </a:lnTo>
                  <a:lnTo>
                    <a:pt x="6" y="46"/>
                  </a:lnTo>
                  <a:lnTo>
                    <a:pt x="7" y="39"/>
                  </a:lnTo>
                  <a:lnTo>
                    <a:pt x="9" y="32"/>
                  </a:lnTo>
                  <a:lnTo>
                    <a:pt x="14" y="32"/>
                  </a:lnTo>
                  <a:lnTo>
                    <a:pt x="16" y="30"/>
                  </a:lnTo>
                  <a:lnTo>
                    <a:pt x="18" y="24"/>
                  </a:lnTo>
                  <a:lnTo>
                    <a:pt x="20" y="21"/>
                  </a:lnTo>
                  <a:close/>
                </a:path>
              </a:pathLst>
            </a:custGeom>
            <a:solidFill>
              <a:schemeClr val="accent4"/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08A1FF4F-6837-487F-99BF-FF2904BD6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4290" y="4512417"/>
              <a:ext cx="583182" cy="653300"/>
            </a:xfrm>
            <a:custGeom>
              <a:avLst/>
              <a:gdLst>
                <a:gd name="T0" fmla="*/ 231 w 341"/>
                <a:gd name="T1" fmla="*/ 14 h 382"/>
                <a:gd name="T2" fmla="*/ 239 w 341"/>
                <a:gd name="T3" fmla="*/ 39 h 382"/>
                <a:gd name="T4" fmla="*/ 242 w 341"/>
                <a:gd name="T5" fmla="*/ 64 h 382"/>
                <a:gd name="T6" fmla="*/ 228 w 341"/>
                <a:gd name="T7" fmla="*/ 80 h 382"/>
                <a:gd name="T8" fmla="*/ 237 w 341"/>
                <a:gd name="T9" fmla="*/ 96 h 382"/>
                <a:gd name="T10" fmla="*/ 267 w 341"/>
                <a:gd name="T11" fmla="*/ 106 h 382"/>
                <a:gd name="T12" fmla="*/ 252 w 341"/>
                <a:gd name="T13" fmla="*/ 134 h 382"/>
                <a:gd name="T14" fmla="*/ 267 w 341"/>
                <a:gd name="T15" fmla="*/ 143 h 382"/>
                <a:gd name="T16" fmla="*/ 279 w 341"/>
                <a:gd name="T17" fmla="*/ 161 h 382"/>
                <a:gd name="T18" fmla="*/ 286 w 341"/>
                <a:gd name="T19" fmla="*/ 181 h 382"/>
                <a:gd name="T20" fmla="*/ 328 w 341"/>
                <a:gd name="T21" fmla="*/ 216 h 382"/>
                <a:gd name="T22" fmla="*/ 338 w 341"/>
                <a:gd name="T23" fmla="*/ 240 h 382"/>
                <a:gd name="T24" fmla="*/ 335 w 341"/>
                <a:gd name="T25" fmla="*/ 251 h 382"/>
                <a:gd name="T26" fmla="*/ 324 w 341"/>
                <a:gd name="T27" fmla="*/ 273 h 382"/>
                <a:gd name="T28" fmla="*/ 315 w 341"/>
                <a:gd name="T29" fmla="*/ 288 h 382"/>
                <a:gd name="T30" fmla="*/ 310 w 341"/>
                <a:gd name="T31" fmla="*/ 304 h 382"/>
                <a:gd name="T32" fmla="*/ 296 w 341"/>
                <a:gd name="T33" fmla="*/ 303 h 382"/>
                <a:gd name="T34" fmla="*/ 286 w 341"/>
                <a:gd name="T35" fmla="*/ 316 h 382"/>
                <a:gd name="T36" fmla="*/ 277 w 341"/>
                <a:gd name="T37" fmla="*/ 340 h 382"/>
                <a:gd name="T38" fmla="*/ 260 w 341"/>
                <a:gd name="T39" fmla="*/ 337 h 382"/>
                <a:gd name="T40" fmla="*/ 259 w 341"/>
                <a:gd name="T41" fmla="*/ 325 h 382"/>
                <a:gd name="T42" fmla="*/ 242 w 341"/>
                <a:gd name="T43" fmla="*/ 303 h 382"/>
                <a:gd name="T44" fmla="*/ 224 w 341"/>
                <a:gd name="T45" fmla="*/ 316 h 382"/>
                <a:gd name="T46" fmla="*/ 228 w 341"/>
                <a:gd name="T47" fmla="*/ 330 h 382"/>
                <a:gd name="T48" fmla="*/ 206 w 341"/>
                <a:gd name="T49" fmla="*/ 325 h 382"/>
                <a:gd name="T50" fmla="*/ 178 w 341"/>
                <a:gd name="T51" fmla="*/ 330 h 382"/>
                <a:gd name="T52" fmla="*/ 176 w 341"/>
                <a:gd name="T53" fmla="*/ 333 h 382"/>
                <a:gd name="T54" fmla="*/ 150 w 341"/>
                <a:gd name="T55" fmla="*/ 339 h 382"/>
                <a:gd name="T56" fmla="*/ 133 w 341"/>
                <a:gd name="T57" fmla="*/ 335 h 382"/>
                <a:gd name="T58" fmla="*/ 124 w 341"/>
                <a:gd name="T59" fmla="*/ 336 h 382"/>
                <a:gd name="T60" fmla="*/ 130 w 341"/>
                <a:gd name="T61" fmla="*/ 355 h 382"/>
                <a:gd name="T62" fmla="*/ 115 w 341"/>
                <a:gd name="T63" fmla="*/ 370 h 382"/>
                <a:gd name="T64" fmla="*/ 98 w 341"/>
                <a:gd name="T65" fmla="*/ 376 h 382"/>
                <a:gd name="T66" fmla="*/ 94 w 341"/>
                <a:gd name="T67" fmla="*/ 380 h 382"/>
                <a:gd name="T68" fmla="*/ 79 w 341"/>
                <a:gd name="T69" fmla="*/ 375 h 382"/>
                <a:gd name="T70" fmla="*/ 58 w 341"/>
                <a:gd name="T71" fmla="*/ 351 h 382"/>
                <a:gd name="T72" fmla="*/ 37 w 341"/>
                <a:gd name="T73" fmla="*/ 352 h 382"/>
                <a:gd name="T74" fmla="*/ 22 w 341"/>
                <a:gd name="T75" fmla="*/ 322 h 382"/>
                <a:gd name="T76" fmla="*/ 18 w 341"/>
                <a:gd name="T77" fmla="*/ 303 h 382"/>
                <a:gd name="T78" fmla="*/ 24 w 341"/>
                <a:gd name="T79" fmla="*/ 290 h 382"/>
                <a:gd name="T80" fmla="*/ 25 w 341"/>
                <a:gd name="T81" fmla="*/ 274 h 382"/>
                <a:gd name="T82" fmla="*/ 43 w 341"/>
                <a:gd name="T83" fmla="*/ 260 h 382"/>
                <a:gd name="T84" fmla="*/ 42 w 341"/>
                <a:gd name="T85" fmla="*/ 244 h 382"/>
                <a:gd name="T86" fmla="*/ 24 w 341"/>
                <a:gd name="T87" fmla="*/ 238 h 382"/>
                <a:gd name="T88" fmla="*/ 1 w 341"/>
                <a:gd name="T89" fmla="*/ 218 h 382"/>
                <a:gd name="T90" fmla="*/ 17 w 341"/>
                <a:gd name="T91" fmla="*/ 198 h 382"/>
                <a:gd name="T92" fmla="*/ 38 w 341"/>
                <a:gd name="T93" fmla="*/ 182 h 382"/>
                <a:gd name="T94" fmla="*/ 15 w 341"/>
                <a:gd name="T95" fmla="*/ 189 h 382"/>
                <a:gd name="T96" fmla="*/ 24 w 341"/>
                <a:gd name="T97" fmla="*/ 166 h 382"/>
                <a:gd name="T98" fmla="*/ 33 w 341"/>
                <a:gd name="T99" fmla="*/ 138 h 382"/>
                <a:gd name="T100" fmla="*/ 35 w 341"/>
                <a:gd name="T101" fmla="*/ 125 h 382"/>
                <a:gd name="T102" fmla="*/ 13 w 341"/>
                <a:gd name="T103" fmla="*/ 117 h 382"/>
                <a:gd name="T104" fmla="*/ 13 w 341"/>
                <a:gd name="T105" fmla="*/ 91 h 382"/>
                <a:gd name="T106" fmla="*/ 37 w 341"/>
                <a:gd name="T107" fmla="*/ 72 h 382"/>
                <a:gd name="T108" fmla="*/ 71 w 341"/>
                <a:gd name="T109" fmla="*/ 87 h 382"/>
                <a:gd name="T110" fmla="*/ 80 w 341"/>
                <a:gd name="T111" fmla="*/ 69 h 382"/>
                <a:gd name="T112" fmla="*/ 114 w 341"/>
                <a:gd name="T113" fmla="*/ 73 h 382"/>
                <a:gd name="T114" fmla="*/ 132 w 341"/>
                <a:gd name="T115" fmla="*/ 65 h 382"/>
                <a:gd name="T116" fmla="*/ 146 w 341"/>
                <a:gd name="T117" fmla="*/ 43 h 382"/>
                <a:gd name="T118" fmla="*/ 180 w 341"/>
                <a:gd name="T119" fmla="*/ 17 h 382"/>
                <a:gd name="T120" fmla="*/ 185 w 341"/>
                <a:gd name="T121" fmla="*/ 13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41" h="382">
                  <a:moveTo>
                    <a:pt x="206" y="2"/>
                  </a:moveTo>
                  <a:lnTo>
                    <a:pt x="210" y="0"/>
                  </a:lnTo>
                  <a:lnTo>
                    <a:pt x="213" y="5"/>
                  </a:lnTo>
                  <a:lnTo>
                    <a:pt x="226" y="10"/>
                  </a:lnTo>
                  <a:lnTo>
                    <a:pt x="231" y="14"/>
                  </a:lnTo>
                  <a:lnTo>
                    <a:pt x="235" y="18"/>
                  </a:lnTo>
                  <a:lnTo>
                    <a:pt x="236" y="20"/>
                  </a:lnTo>
                  <a:lnTo>
                    <a:pt x="236" y="26"/>
                  </a:lnTo>
                  <a:lnTo>
                    <a:pt x="240" y="34"/>
                  </a:lnTo>
                  <a:lnTo>
                    <a:pt x="239" y="39"/>
                  </a:lnTo>
                  <a:lnTo>
                    <a:pt x="241" y="47"/>
                  </a:lnTo>
                  <a:lnTo>
                    <a:pt x="241" y="51"/>
                  </a:lnTo>
                  <a:lnTo>
                    <a:pt x="244" y="53"/>
                  </a:lnTo>
                  <a:lnTo>
                    <a:pt x="245" y="59"/>
                  </a:lnTo>
                  <a:lnTo>
                    <a:pt x="242" y="64"/>
                  </a:lnTo>
                  <a:lnTo>
                    <a:pt x="233" y="69"/>
                  </a:lnTo>
                  <a:lnTo>
                    <a:pt x="233" y="74"/>
                  </a:lnTo>
                  <a:lnTo>
                    <a:pt x="232" y="78"/>
                  </a:lnTo>
                  <a:lnTo>
                    <a:pt x="232" y="80"/>
                  </a:lnTo>
                  <a:lnTo>
                    <a:pt x="228" y="80"/>
                  </a:lnTo>
                  <a:lnTo>
                    <a:pt x="228" y="86"/>
                  </a:lnTo>
                  <a:lnTo>
                    <a:pt x="231" y="90"/>
                  </a:lnTo>
                  <a:lnTo>
                    <a:pt x="232" y="94"/>
                  </a:lnTo>
                  <a:lnTo>
                    <a:pt x="235" y="94"/>
                  </a:lnTo>
                  <a:lnTo>
                    <a:pt x="237" y="96"/>
                  </a:lnTo>
                  <a:lnTo>
                    <a:pt x="243" y="96"/>
                  </a:lnTo>
                  <a:lnTo>
                    <a:pt x="246" y="100"/>
                  </a:lnTo>
                  <a:lnTo>
                    <a:pt x="249" y="102"/>
                  </a:lnTo>
                  <a:lnTo>
                    <a:pt x="263" y="103"/>
                  </a:lnTo>
                  <a:lnTo>
                    <a:pt x="267" y="106"/>
                  </a:lnTo>
                  <a:lnTo>
                    <a:pt x="270" y="111"/>
                  </a:lnTo>
                  <a:lnTo>
                    <a:pt x="266" y="115"/>
                  </a:lnTo>
                  <a:lnTo>
                    <a:pt x="263" y="122"/>
                  </a:lnTo>
                  <a:lnTo>
                    <a:pt x="257" y="125"/>
                  </a:lnTo>
                  <a:lnTo>
                    <a:pt x="252" y="134"/>
                  </a:lnTo>
                  <a:lnTo>
                    <a:pt x="255" y="138"/>
                  </a:lnTo>
                  <a:lnTo>
                    <a:pt x="261" y="140"/>
                  </a:lnTo>
                  <a:lnTo>
                    <a:pt x="262" y="146"/>
                  </a:lnTo>
                  <a:lnTo>
                    <a:pt x="265" y="146"/>
                  </a:lnTo>
                  <a:lnTo>
                    <a:pt x="267" y="143"/>
                  </a:lnTo>
                  <a:lnTo>
                    <a:pt x="268" y="146"/>
                  </a:lnTo>
                  <a:lnTo>
                    <a:pt x="271" y="146"/>
                  </a:lnTo>
                  <a:lnTo>
                    <a:pt x="272" y="148"/>
                  </a:lnTo>
                  <a:lnTo>
                    <a:pt x="280" y="158"/>
                  </a:lnTo>
                  <a:lnTo>
                    <a:pt x="279" y="161"/>
                  </a:lnTo>
                  <a:lnTo>
                    <a:pt x="275" y="163"/>
                  </a:lnTo>
                  <a:lnTo>
                    <a:pt x="278" y="169"/>
                  </a:lnTo>
                  <a:lnTo>
                    <a:pt x="278" y="174"/>
                  </a:lnTo>
                  <a:lnTo>
                    <a:pt x="282" y="176"/>
                  </a:lnTo>
                  <a:lnTo>
                    <a:pt x="286" y="181"/>
                  </a:lnTo>
                  <a:lnTo>
                    <a:pt x="299" y="186"/>
                  </a:lnTo>
                  <a:lnTo>
                    <a:pt x="301" y="190"/>
                  </a:lnTo>
                  <a:lnTo>
                    <a:pt x="302" y="193"/>
                  </a:lnTo>
                  <a:lnTo>
                    <a:pt x="319" y="202"/>
                  </a:lnTo>
                  <a:lnTo>
                    <a:pt x="328" y="216"/>
                  </a:lnTo>
                  <a:lnTo>
                    <a:pt x="333" y="220"/>
                  </a:lnTo>
                  <a:lnTo>
                    <a:pt x="337" y="229"/>
                  </a:lnTo>
                  <a:lnTo>
                    <a:pt x="341" y="235"/>
                  </a:lnTo>
                  <a:lnTo>
                    <a:pt x="341" y="238"/>
                  </a:lnTo>
                  <a:lnTo>
                    <a:pt x="338" y="240"/>
                  </a:lnTo>
                  <a:lnTo>
                    <a:pt x="330" y="243"/>
                  </a:lnTo>
                  <a:lnTo>
                    <a:pt x="327" y="246"/>
                  </a:lnTo>
                  <a:lnTo>
                    <a:pt x="328" y="248"/>
                  </a:lnTo>
                  <a:lnTo>
                    <a:pt x="334" y="249"/>
                  </a:lnTo>
                  <a:lnTo>
                    <a:pt x="335" y="251"/>
                  </a:lnTo>
                  <a:lnTo>
                    <a:pt x="331" y="255"/>
                  </a:lnTo>
                  <a:lnTo>
                    <a:pt x="334" y="258"/>
                  </a:lnTo>
                  <a:lnTo>
                    <a:pt x="334" y="264"/>
                  </a:lnTo>
                  <a:lnTo>
                    <a:pt x="324" y="270"/>
                  </a:lnTo>
                  <a:lnTo>
                    <a:pt x="324" y="273"/>
                  </a:lnTo>
                  <a:lnTo>
                    <a:pt x="328" y="277"/>
                  </a:lnTo>
                  <a:lnTo>
                    <a:pt x="327" y="279"/>
                  </a:lnTo>
                  <a:lnTo>
                    <a:pt x="318" y="283"/>
                  </a:lnTo>
                  <a:lnTo>
                    <a:pt x="315" y="286"/>
                  </a:lnTo>
                  <a:lnTo>
                    <a:pt x="315" y="288"/>
                  </a:lnTo>
                  <a:lnTo>
                    <a:pt x="315" y="288"/>
                  </a:lnTo>
                  <a:lnTo>
                    <a:pt x="313" y="291"/>
                  </a:lnTo>
                  <a:lnTo>
                    <a:pt x="311" y="296"/>
                  </a:lnTo>
                  <a:lnTo>
                    <a:pt x="306" y="300"/>
                  </a:lnTo>
                  <a:lnTo>
                    <a:pt x="310" y="304"/>
                  </a:lnTo>
                  <a:lnTo>
                    <a:pt x="309" y="307"/>
                  </a:lnTo>
                  <a:lnTo>
                    <a:pt x="306" y="307"/>
                  </a:lnTo>
                  <a:lnTo>
                    <a:pt x="301" y="303"/>
                  </a:lnTo>
                  <a:lnTo>
                    <a:pt x="297" y="303"/>
                  </a:lnTo>
                  <a:lnTo>
                    <a:pt x="296" y="303"/>
                  </a:lnTo>
                  <a:lnTo>
                    <a:pt x="296" y="307"/>
                  </a:lnTo>
                  <a:lnTo>
                    <a:pt x="295" y="307"/>
                  </a:lnTo>
                  <a:lnTo>
                    <a:pt x="290" y="308"/>
                  </a:lnTo>
                  <a:lnTo>
                    <a:pt x="289" y="312"/>
                  </a:lnTo>
                  <a:lnTo>
                    <a:pt x="286" y="316"/>
                  </a:lnTo>
                  <a:lnTo>
                    <a:pt x="286" y="321"/>
                  </a:lnTo>
                  <a:lnTo>
                    <a:pt x="284" y="333"/>
                  </a:lnTo>
                  <a:lnTo>
                    <a:pt x="282" y="335"/>
                  </a:lnTo>
                  <a:lnTo>
                    <a:pt x="278" y="336"/>
                  </a:lnTo>
                  <a:lnTo>
                    <a:pt x="277" y="340"/>
                  </a:lnTo>
                  <a:lnTo>
                    <a:pt x="271" y="341"/>
                  </a:lnTo>
                  <a:lnTo>
                    <a:pt x="270" y="344"/>
                  </a:lnTo>
                  <a:lnTo>
                    <a:pt x="268" y="344"/>
                  </a:lnTo>
                  <a:lnTo>
                    <a:pt x="260" y="337"/>
                  </a:lnTo>
                  <a:lnTo>
                    <a:pt x="260" y="337"/>
                  </a:lnTo>
                  <a:lnTo>
                    <a:pt x="260" y="335"/>
                  </a:lnTo>
                  <a:lnTo>
                    <a:pt x="262" y="332"/>
                  </a:lnTo>
                  <a:lnTo>
                    <a:pt x="267" y="325"/>
                  </a:lnTo>
                  <a:lnTo>
                    <a:pt x="265" y="324"/>
                  </a:lnTo>
                  <a:lnTo>
                    <a:pt x="259" y="325"/>
                  </a:lnTo>
                  <a:lnTo>
                    <a:pt x="256" y="324"/>
                  </a:lnTo>
                  <a:lnTo>
                    <a:pt x="251" y="315"/>
                  </a:lnTo>
                  <a:lnTo>
                    <a:pt x="249" y="309"/>
                  </a:lnTo>
                  <a:lnTo>
                    <a:pt x="245" y="308"/>
                  </a:lnTo>
                  <a:lnTo>
                    <a:pt x="242" y="303"/>
                  </a:lnTo>
                  <a:lnTo>
                    <a:pt x="239" y="305"/>
                  </a:lnTo>
                  <a:lnTo>
                    <a:pt x="233" y="313"/>
                  </a:lnTo>
                  <a:lnTo>
                    <a:pt x="228" y="312"/>
                  </a:lnTo>
                  <a:lnTo>
                    <a:pt x="224" y="315"/>
                  </a:lnTo>
                  <a:lnTo>
                    <a:pt x="224" y="316"/>
                  </a:lnTo>
                  <a:lnTo>
                    <a:pt x="227" y="318"/>
                  </a:lnTo>
                  <a:lnTo>
                    <a:pt x="231" y="323"/>
                  </a:lnTo>
                  <a:lnTo>
                    <a:pt x="231" y="327"/>
                  </a:lnTo>
                  <a:lnTo>
                    <a:pt x="230" y="330"/>
                  </a:lnTo>
                  <a:lnTo>
                    <a:pt x="228" y="330"/>
                  </a:lnTo>
                  <a:lnTo>
                    <a:pt x="222" y="325"/>
                  </a:lnTo>
                  <a:lnTo>
                    <a:pt x="218" y="324"/>
                  </a:lnTo>
                  <a:lnTo>
                    <a:pt x="215" y="325"/>
                  </a:lnTo>
                  <a:lnTo>
                    <a:pt x="211" y="324"/>
                  </a:lnTo>
                  <a:lnTo>
                    <a:pt x="206" y="325"/>
                  </a:lnTo>
                  <a:lnTo>
                    <a:pt x="197" y="332"/>
                  </a:lnTo>
                  <a:lnTo>
                    <a:pt x="190" y="330"/>
                  </a:lnTo>
                  <a:lnTo>
                    <a:pt x="184" y="330"/>
                  </a:lnTo>
                  <a:lnTo>
                    <a:pt x="180" y="333"/>
                  </a:lnTo>
                  <a:lnTo>
                    <a:pt x="178" y="330"/>
                  </a:lnTo>
                  <a:lnTo>
                    <a:pt x="183" y="320"/>
                  </a:lnTo>
                  <a:lnTo>
                    <a:pt x="175" y="321"/>
                  </a:lnTo>
                  <a:lnTo>
                    <a:pt x="173" y="323"/>
                  </a:lnTo>
                  <a:lnTo>
                    <a:pt x="172" y="330"/>
                  </a:lnTo>
                  <a:lnTo>
                    <a:pt x="176" y="333"/>
                  </a:lnTo>
                  <a:lnTo>
                    <a:pt x="173" y="335"/>
                  </a:lnTo>
                  <a:lnTo>
                    <a:pt x="167" y="334"/>
                  </a:lnTo>
                  <a:lnTo>
                    <a:pt x="162" y="342"/>
                  </a:lnTo>
                  <a:lnTo>
                    <a:pt x="160" y="342"/>
                  </a:lnTo>
                  <a:lnTo>
                    <a:pt x="150" y="339"/>
                  </a:lnTo>
                  <a:lnTo>
                    <a:pt x="149" y="334"/>
                  </a:lnTo>
                  <a:lnTo>
                    <a:pt x="145" y="328"/>
                  </a:lnTo>
                  <a:lnTo>
                    <a:pt x="141" y="329"/>
                  </a:lnTo>
                  <a:lnTo>
                    <a:pt x="136" y="333"/>
                  </a:lnTo>
                  <a:lnTo>
                    <a:pt x="133" y="335"/>
                  </a:lnTo>
                  <a:lnTo>
                    <a:pt x="130" y="333"/>
                  </a:lnTo>
                  <a:lnTo>
                    <a:pt x="128" y="329"/>
                  </a:lnTo>
                  <a:lnTo>
                    <a:pt x="125" y="327"/>
                  </a:lnTo>
                  <a:lnTo>
                    <a:pt x="123" y="333"/>
                  </a:lnTo>
                  <a:lnTo>
                    <a:pt x="124" y="336"/>
                  </a:lnTo>
                  <a:lnTo>
                    <a:pt x="122" y="339"/>
                  </a:lnTo>
                  <a:lnTo>
                    <a:pt x="122" y="343"/>
                  </a:lnTo>
                  <a:lnTo>
                    <a:pt x="125" y="346"/>
                  </a:lnTo>
                  <a:lnTo>
                    <a:pt x="126" y="351"/>
                  </a:lnTo>
                  <a:lnTo>
                    <a:pt x="130" y="355"/>
                  </a:lnTo>
                  <a:lnTo>
                    <a:pt x="130" y="358"/>
                  </a:lnTo>
                  <a:lnTo>
                    <a:pt x="129" y="360"/>
                  </a:lnTo>
                  <a:lnTo>
                    <a:pt x="123" y="364"/>
                  </a:lnTo>
                  <a:lnTo>
                    <a:pt x="118" y="364"/>
                  </a:lnTo>
                  <a:lnTo>
                    <a:pt x="115" y="370"/>
                  </a:lnTo>
                  <a:lnTo>
                    <a:pt x="110" y="369"/>
                  </a:lnTo>
                  <a:lnTo>
                    <a:pt x="106" y="372"/>
                  </a:lnTo>
                  <a:lnTo>
                    <a:pt x="104" y="374"/>
                  </a:lnTo>
                  <a:lnTo>
                    <a:pt x="102" y="373"/>
                  </a:lnTo>
                  <a:lnTo>
                    <a:pt x="98" y="376"/>
                  </a:lnTo>
                  <a:lnTo>
                    <a:pt x="97" y="372"/>
                  </a:lnTo>
                  <a:lnTo>
                    <a:pt x="96" y="372"/>
                  </a:lnTo>
                  <a:lnTo>
                    <a:pt x="95" y="373"/>
                  </a:lnTo>
                  <a:lnTo>
                    <a:pt x="94" y="380"/>
                  </a:lnTo>
                  <a:lnTo>
                    <a:pt x="94" y="380"/>
                  </a:lnTo>
                  <a:lnTo>
                    <a:pt x="92" y="382"/>
                  </a:lnTo>
                  <a:lnTo>
                    <a:pt x="91" y="380"/>
                  </a:lnTo>
                  <a:lnTo>
                    <a:pt x="89" y="379"/>
                  </a:lnTo>
                  <a:lnTo>
                    <a:pt x="85" y="375"/>
                  </a:lnTo>
                  <a:lnTo>
                    <a:pt x="79" y="375"/>
                  </a:lnTo>
                  <a:lnTo>
                    <a:pt x="74" y="368"/>
                  </a:lnTo>
                  <a:lnTo>
                    <a:pt x="74" y="366"/>
                  </a:lnTo>
                  <a:lnTo>
                    <a:pt x="72" y="363"/>
                  </a:lnTo>
                  <a:lnTo>
                    <a:pt x="65" y="359"/>
                  </a:lnTo>
                  <a:lnTo>
                    <a:pt x="58" y="351"/>
                  </a:lnTo>
                  <a:lnTo>
                    <a:pt x="53" y="352"/>
                  </a:lnTo>
                  <a:lnTo>
                    <a:pt x="45" y="357"/>
                  </a:lnTo>
                  <a:lnTo>
                    <a:pt x="41" y="356"/>
                  </a:lnTo>
                  <a:lnTo>
                    <a:pt x="41" y="354"/>
                  </a:lnTo>
                  <a:lnTo>
                    <a:pt x="37" y="352"/>
                  </a:lnTo>
                  <a:lnTo>
                    <a:pt x="37" y="347"/>
                  </a:lnTo>
                  <a:lnTo>
                    <a:pt x="31" y="342"/>
                  </a:lnTo>
                  <a:lnTo>
                    <a:pt x="27" y="337"/>
                  </a:lnTo>
                  <a:lnTo>
                    <a:pt x="21" y="326"/>
                  </a:lnTo>
                  <a:lnTo>
                    <a:pt x="22" y="322"/>
                  </a:lnTo>
                  <a:lnTo>
                    <a:pt x="22" y="320"/>
                  </a:lnTo>
                  <a:lnTo>
                    <a:pt x="16" y="313"/>
                  </a:lnTo>
                  <a:lnTo>
                    <a:pt x="14" y="313"/>
                  </a:lnTo>
                  <a:lnTo>
                    <a:pt x="16" y="306"/>
                  </a:lnTo>
                  <a:lnTo>
                    <a:pt x="18" y="303"/>
                  </a:lnTo>
                  <a:lnTo>
                    <a:pt x="19" y="302"/>
                  </a:lnTo>
                  <a:lnTo>
                    <a:pt x="14" y="299"/>
                  </a:lnTo>
                  <a:lnTo>
                    <a:pt x="14" y="298"/>
                  </a:lnTo>
                  <a:lnTo>
                    <a:pt x="23" y="292"/>
                  </a:lnTo>
                  <a:lnTo>
                    <a:pt x="24" y="290"/>
                  </a:lnTo>
                  <a:lnTo>
                    <a:pt x="23" y="290"/>
                  </a:lnTo>
                  <a:lnTo>
                    <a:pt x="18" y="290"/>
                  </a:lnTo>
                  <a:lnTo>
                    <a:pt x="16" y="289"/>
                  </a:lnTo>
                  <a:lnTo>
                    <a:pt x="16" y="287"/>
                  </a:lnTo>
                  <a:lnTo>
                    <a:pt x="25" y="274"/>
                  </a:lnTo>
                  <a:lnTo>
                    <a:pt x="26" y="269"/>
                  </a:lnTo>
                  <a:lnTo>
                    <a:pt x="31" y="267"/>
                  </a:lnTo>
                  <a:lnTo>
                    <a:pt x="33" y="263"/>
                  </a:lnTo>
                  <a:lnTo>
                    <a:pt x="43" y="261"/>
                  </a:lnTo>
                  <a:lnTo>
                    <a:pt x="43" y="260"/>
                  </a:lnTo>
                  <a:lnTo>
                    <a:pt x="42" y="259"/>
                  </a:lnTo>
                  <a:lnTo>
                    <a:pt x="37" y="257"/>
                  </a:lnTo>
                  <a:lnTo>
                    <a:pt x="35" y="255"/>
                  </a:lnTo>
                  <a:lnTo>
                    <a:pt x="37" y="248"/>
                  </a:lnTo>
                  <a:lnTo>
                    <a:pt x="42" y="244"/>
                  </a:lnTo>
                  <a:lnTo>
                    <a:pt x="43" y="242"/>
                  </a:lnTo>
                  <a:lnTo>
                    <a:pt x="42" y="239"/>
                  </a:lnTo>
                  <a:lnTo>
                    <a:pt x="39" y="238"/>
                  </a:lnTo>
                  <a:lnTo>
                    <a:pt x="32" y="240"/>
                  </a:lnTo>
                  <a:lnTo>
                    <a:pt x="24" y="238"/>
                  </a:lnTo>
                  <a:lnTo>
                    <a:pt x="18" y="232"/>
                  </a:lnTo>
                  <a:lnTo>
                    <a:pt x="12" y="228"/>
                  </a:lnTo>
                  <a:lnTo>
                    <a:pt x="7" y="223"/>
                  </a:lnTo>
                  <a:lnTo>
                    <a:pt x="2" y="221"/>
                  </a:lnTo>
                  <a:lnTo>
                    <a:pt x="1" y="218"/>
                  </a:lnTo>
                  <a:lnTo>
                    <a:pt x="0" y="215"/>
                  </a:lnTo>
                  <a:lnTo>
                    <a:pt x="0" y="210"/>
                  </a:lnTo>
                  <a:lnTo>
                    <a:pt x="2" y="205"/>
                  </a:lnTo>
                  <a:lnTo>
                    <a:pt x="10" y="203"/>
                  </a:lnTo>
                  <a:lnTo>
                    <a:pt x="17" y="198"/>
                  </a:lnTo>
                  <a:lnTo>
                    <a:pt x="30" y="197"/>
                  </a:lnTo>
                  <a:lnTo>
                    <a:pt x="32" y="193"/>
                  </a:lnTo>
                  <a:lnTo>
                    <a:pt x="37" y="191"/>
                  </a:lnTo>
                  <a:lnTo>
                    <a:pt x="40" y="185"/>
                  </a:lnTo>
                  <a:lnTo>
                    <a:pt x="38" y="182"/>
                  </a:lnTo>
                  <a:lnTo>
                    <a:pt x="33" y="177"/>
                  </a:lnTo>
                  <a:lnTo>
                    <a:pt x="24" y="184"/>
                  </a:lnTo>
                  <a:lnTo>
                    <a:pt x="21" y="189"/>
                  </a:lnTo>
                  <a:lnTo>
                    <a:pt x="17" y="190"/>
                  </a:lnTo>
                  <a:lnTo>
                    <a:pt x="15" y="189"/>
                  </a:lnTo>
                  <a:lnTo>
                    <a:pt x="17" y="184"/>
                  </a:lnTo>
                  <a:lnTo>
                    <a:pt x="15" y="178"/>
                  </a:lnTo>
                  <a:lnTo>
                    <a:pt x="15" y="174"/>
                  </a:lnTo>
                  <a:lnTo>
                    <a:pt x="22" y="169"/>
                  </a:lnTo>
                  <a:lnTo>
                    <a:pt x="24" y="166"/>
                  </a:lnTo>
                  <a:lnTo>
                    <a:pt x="24" y="159"/>
                  </a:lnTo>
                  <a:lnTo>
                    <a:pt x="30" y="155"/>
                  </a:lnTo>
                  <a:lnTo>
                    <a:pt x="31" y="152"/>
                  </a:lnTo>
                  <a:lnTo>
                    <a:pt x="30" y="147"/>
                  </a:lnTo>
                  <a:lnTo>
                    <a:pt x="33" y="138"/>
                  </a:lnTo>
                  <a:lnTo>
                    <a:pt x="41" y="138"/>
                  </a:lnTo>
                  <a:lnTo>
                    <a:pt x="42" y="134"/>
                  </a:lnTo>
                  <a:lnTo>
                    <a:pt x="42" y="133"/>
                  </a:lnTo>
                  <a:lnTo>
                    <a:pt x="37" y="130"/>
                  </a:lnTo>
                  <a:lnTo>
                    <a:pt x="35" y="125"/>
                  </a:lnTo>
                  <a:lnTo>
                    <a:pt x="25" y="124"/>
                  </a:lnTo>
                  <a:lnTo>
                    <a:pt x="24" y="122"/>
                  </a:lnTo>
                  <a:lnTo>
                    <a:pt x="23" y="119"/>
                  </a:lnTo>
                  <a:lnTo>
                    <a:pt x="16" y="118"/>
                  </a:lnTo>
                  <a:lnTo>
                    <a:pt x="13" y="117"/>
                  </a:lnTo>
                  <a:lnTo>
                    <a:pt x="12" y="115"/>
                  </a:lnTo>
                  <a:lnTo>
                    <a:pt x="10" y="108"/>
                  </a:lnTo>
                  <a:lnTo>
                    <a:pt x="10" y="105"/>
                  </a:lnTo>
                  <a:lnTo>
                    <a:pt x="15" y="99"/>
                  </a:lnTo>
                  <a:lnTo>
                    <a:pt x="13" y="91"/>
                  </a:lnTo>
                  <a:lnTo>
                    <a:pt x="19" y="88"/>
                  </a:lnTo>
                  <a:lnTo>
                    <a:pt x="20" y="83"/>
                  </a:lnTo>
                  <a:lnTo>
                    <a:pt x="24" y="80"/>
                  </a:lnTo>
                  <a:lnTo>
                    <a:pt x="25" y="80"/>
                  </a:lnTo>
                  <a:lnTo>
                    <a:pt x="37" y="72"/>
                  </a:lnTo>
                  <a:lnTo>
                    <a:pt x="41" y="72"/>
                  </a:lnTo>
                  <a:lnTo>
                    <a:pt x="47" y="78"/>
                  </a:lnTo>
                  <a:lnTo>
                    <a:pt x="55" y="75"/>
                  </a:lnTo>
                  <a:lnTo>
                    <a:pt x="59" y="76"/>
                  </a:lnTo>
                  <a:lnTo>
                    <a:pt x="71" y="87"/>
                  </a:lnTo>
                  <a:lnTo>
                    <a:pt x="77" y="82"/>
                  </a:lnTo>
                  <a:lnTo>
                    <a:pt x="82" y="82"/>
                  </a:lnTo>
                  <a:lnTo>
                    <a:pt x="82" y="74"/>
                  </a:lnTo>
                  <a:lnTo>
                    <a:pt x="80" y="69"/>
                  </a:lnTo>
                  <a:lnTo>
                    <a:pt x="80" y="69"/>
                  </a:lnTo>
                  <a:lnTo>
                    <a:pt x="98" y="63"/>
                  </a:lnTo>
                  <a:lnTo>
                    <a:pt x="104" y="65"/>
                  </a:lnTo>
                  <a:lnTo>
                    <a:pt x="106" y="72"/>
                  </a:lnTo>
                  <a:lnTo>
                    <a:pt x="109" y="71"/>
                  </a:lnTo>
                  <a:lnTo>
                    <a:pt x="114" y="73"/>
                  </a:lnTo>
                  <a:lnTo>
                    <a:pt x="116" y="69"/>
                  </a:lnTo>
                  <a:lnTo>
                    <a:pt x="122" y="72"/>
                  </a:lnTo>
                  <a:lnTo>
                    <a:pt x="127" y="71"/>
                  </a:lnTo>
                  <a:lnTo>
                    <a:pt x="130" y="69"/>
                  </a:lnTo>
                  <a:lnTo>
                    <a:pt x="132" y="65"/>
                  </a:lnTo>
                  <a:lnTo>
                    <a:pt x="139" y="62"/>
                  </a:lnTo>
                  <a:lnTo>
                    <a:pt x="141" y="59"/>
                  </a:lnTo>
                  <a:lnTo>
                    <a:pt x="140" y="49"/>
                  </a:lnTo>
                  <a:lnTo>
                    <a:pt x="141" y="45"/>
                  </a:lnTo>
                  <a:lnTo>
                    <a:pt x="146" y="43"/>
                  </a:lnTo>
                  <a:lnTo>
                    <a:pt x="151" y="37"/>
                  </a:lnTo>
                  <a:lnTo>
                    <a:pt x="157" y="38"/>
                  </a:lnTo>
                  <a:lnTo>
                    <a:pt x="161" y="36"/>
                  </a:lnTo>
                  <a:lnTo>
                    <a:pt x="176" y="18"/>
                  </a:lnTo>
                  <a:lnTo>
                    <a:pt x="180" y="17"/>
                  </a:lnTo>
                  <a:lnTo>
                    <a:pt x="180" y="16"/>
                  </a:lnTo>
                  <a:lnTo>
                    <a:pt x="179" y="12"/>
                  </a:lnTo>
                  <a:lnTo>
                    <a:pt x="179" y="11"/>
                  </a:lnTo>
                  <a:lnTo>
                    <a:pt x="181" y="11"/>
                  </a:lnTo>
                  <a:lnTo>
                    <a:pt x="185" y="13"/>
                  </a:lnTo>
                  <a:lnTo>
                    <a:pt x="190" y="13"/>
                  </a:lnTo>
                  <a:lnTo>
                    <a:pt x="197" y="8"/>
                  </a:lnTo>
                  <a:lnTo>
                    <a:pt x="201" y="8"/>
                  </a:lnTo>
                  <a:lnTo>
                    <a:pt x="206" y="2"/>
                  </a:lnTo>
                  <a:close/>
                </a:path>
              </a:pathLst>
            </a:custGeom>
            <a:solidFill>
              <a:schemeClr val="accent2"/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BC259AD-19D2-482A-B0D8-40EE9B98B7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0606" y="4618450"/>
              <a:ext cx="711447" cy="716577"/>
            </a:xfrm>
            <a:custGeom>
              <a:avLst/>
              <a:gdLst>
                <a:gd name="T0" fmla="*/ 242 w 416"/>
                <a:gd name="T1" fmla="*/ 342 h 419"/>
                <a:gd name="T2" fmla="*/ 273 w 416"/>
                <a:gd name="T3" fmla="*/ 328 h 419"/>
                <a:gd name="T4" fmla="*/ 248 w 416"/>
                <a:gd name="T5" fmla="*/ 3 h 419"/>
                <a:gd name="T6" fmla="*/ 264 w 416"/>
                <a:gd name="T7" fmla="*/ 9 h 419"/>
                <a:gd name="T8" fmla="*/ 274 w 416"/>
                <a:gd name="T9" fmla="*/ 5 h 419"/>
                <a:gd name="T10" fmla="*/ 288 w 416"/>
                <a:gd name="T11" fmla="*/ 7 h 419"/>
                <a:gd name="T12" fmla="*/ 287 w 416"/>
                <a:gd name="T13" fmla="*/ 3 h 419"/>
                <a:gd name="T14" fmla="*/ 314 w 416"/>
                <a:gd name="T15" fmla="*/ 11 h 419"/>
                <a:gd name="T16" fmla="*/ 348 w 416"/>
                <a:gd name="T17" fmla="*/ 20 h 419"/>
                <a:gd name="T18" fmla="*/ 369 w 416"/>
                <a:gd name="T19" fmla="*/ 37 h 419"/>
                <a:gd name="T20" fmla="*/ 391 w 416"/>
                <a:gd name="T21" fmla="*/ 56 h 419"/>
                <a:gd name="T22" fmla="*/ 411 w 416"/>
                <a:gd name="T23" fmla="*/ 93 h 419"/>
                <a:gd name="T24" fmla="*/ 411 w 416"/>
                <a:gd name="T25" fmla="*/ 120 h 419"/>
                <a:gd name="T26" fmla="*/ 413 w 416"/>
                <a:gd name="T27" fmla="*/ 146 h 419"/>
                <a:gd name="T28" fmla="*/ 405 w 416"/>
                <a:gd name="T29" fmla="*/ 174 h 419"/>
                <a:gd name="T30" fmla="*/ 396 w 416"/>
                <a:gd name="T31" fmla="*/ 192 h 419"/>
                <a:gd name="T32" fmla="*/ 366 w 416"/>
                <a:gd name="T33" fmla="*/ 258 h 419"/>
                <a:gd name="T34" fmla="*/ 347 w 416"/>
                <a:gd name="T35" fmla="*/ 263 h 419"/>
                <a:gd name="T36" fmla="*/ 342 w 416"/>
                <a:gd name="T37" fmla="*/ 248 h 419"/>
                <a:gd name="T38" fmla="*/ 345 w 416"/>
                <a:gd name="T39" fmla="*/ 258 h 419"/>
                <a:gd name="T40" fmla="*/ 351 w 416"/>
                <a:gd name="T41" fmla="*/ 280 h 419"/>
                <a:gd name="T42" fmla="*/ 336 w 416"/>
                <a:gd name="T43" fmla="*/ 280 h 419"/>
                <a:gd name="T44" fmla="*/ 318 w 416"/>
                <a:gd name="T45" fmla="*/ 263 h 419"/>
                <a:gd name="T46" fmla="*/ 330 w 416"/>
                <a:gd name="T47" fmla="*/ 272 h 419"/>
                <a:gd name="T48" fmla="*/ 322 w 416"/>
                <a:gd name="T49" fmla="*/ 282 h 419"/>
                <a:gd name="T50" fmla="*/ 300 w 416"/>
                <a:gd name="T51" fmla="*/ 284 h 419"/>
                <a:gd name="T52" fmla="*/ 320 w 416"/>
                <a:gd name="T53" fmla="*/ 286 h 419"/>
                <a:gd name="T54" fmla="*/ 337 w 416"/>
                <a:gd name="T55" fmla="*/ 284 h 419"/>
                <a:gd name="T56" fmla="*/ 327 w 416"/>
                <a:gd name="T57" fmla="*/ 299 h 419"/>
                <a:gd name="T58" fmla="*/ 333 w 416"/>
                <a:gd name="T59" fmla="*/ 304 h 419"/>
                <a:gd name="T60" fmla="*/ 336 w 416"/>
                <a:gd name="T61" fmla="*/ 309 h 419"/>
                <a:gd name="T62" fmla="*/ 315 w 416"/>
                <a:gd name="T63" fmla="*/ 328 h 419"/>
                <a:gd name="T64" fmla="*/ 293 w 416"/>
                <a:gd name="T65" fmla="*/ 326 h 419"/>
                <a:gd name="T66" fmla="*/ 292 w 416"/>
                <a:gd name="T67" fmla="*/ 323 h 419"/>
                <a:gd name="T68" fmla="*/ 284 w 416"/>
                <a:gd name="T69" fmla="*/ 317 h 419"/>
                <a:gd name="T70" fmla="*/ 277 w 416"/>
                <a:gd name="T71" fmla="*/ 323 h 419"/>
                <a:gd name="T72" fmla="*/ 269 w 416"/>
                <a:gd name="T73" fmla="*/ 328 h 419"/>
                <a:gd name="T74" fmla="*/ 264 w 416"/>
                <a:gd name="T75" fmla="*/ 332 h 419"/>
                <a:gd name="T76" fmla="*/ 258 w 416"/>
                <a:gd name="T77" fmla="*/ 341 h 419"/>
                <a:gd name="T78" fmla="*/ 247 w 416"/>
                <a:gd name="T79" fmla="*/ 342 h 419"/>
                <a:gd name="T80" fmla="*/ 237 w 416"/>
                <a:gd name="T81" fmla="*/ 342 h 419"/>
                <a:gd name="T82" fmla="*/ 248 w 416"/>
                <a:gd name="T83" fmla="*/ 352 h 419"/>
                <a:gd name="T84" fmla="*/ 250 w 416"/>
                <a:gd name="T85" fmla="*/ 349 h 419"/>
                <a:gd name="T86" fmla="*/ 267 w 416"/>
                <a:gd name="T87" fmla="*/ 345 h 419"/>
                <a:gd name="T88" fmla="*/ 279 w 416"/>
                <a:gd name="T89" fmla="*/ 352 h 419"/>
                <a:gd name="T90" fmla="*/ 280 w 416"/>
                <a:gd name="T91" fmla="*/ 375 h 419"/>
                <a:gd name="T92" fmla="*/ 265 w 416"/>
                <a:gd name="T93" fmla="*/ 389 h 419"/>
                <a:gd name="T94" fmla="*/ 242 w 416"/>
                <a:gd name="T95" fmla="*/ 396 h 419"/>
                <a:gd name="T96" fmla="*/ 219 w 416"/>
                <a:gd name="T97" fmla="*/ 394 h 419"/>
                <a:gd name="T98" fmla="*/ 217 w 416"/>
                <a:gd name="T99" fmla="*/ 402 h 419"/>
                <a:gd name="T100" fmla="*/ 209 w 416"/>
                <a:gd name="T101" fmla="*/ 400 h 419"/>
                <a:gd name="T102" fmla="*/ 196 w 416"/>
                <a:gd name="T103" fmla="*/ 406 h 419"/>
                <a:gd name="T104" fmla="*/ 168 w 416"/>
                <a:gd name="T105" fmla="*/ 397 h 419"/>
                <a:gd name="T106" fmla="*/ 43 w 416"/>
                <a:gd name="T107" fmla="*/ 373 h 419"/>
                <a:gd name="T108" fmla="*/ 9 w 416"/>
                <a:gd name="T109" fmla="*/ 316 h 419"/>
                <a:gd name="T110" fmla="*/ 14 w 416"/>
                <a:gd name="T111" fmla="*/ 202 h 419"/>
                <a:gd name="T112" fmla="*/ 69 w 416"/>
                <a:gd name="T113" fmla="*/ 89 h 419"/>
                <a:gd name="T114" fmla="*/ 177 w 416"/>
                <a:gd name="T115" fmla="*/ 46 h 419"/>
                <a:gd name="T116" fmla="*/ 187 w 416"/>
                <a:gd name="T117" fmla="*/ 43 h 419"/>
                <a:gd name="T118" fmla="*/ 201 w 416"/>
                <a:gd name="T119" fmla="*/ 18 h 419"/>
                <a:gd name="T120" fmla="*/ 219 w 416"/>
                <a:gd name="T121" fmla="*/ 4 h 419"/>
                <a:gd name="T122" fmla="*/ 236 w 416"/>
                <a:gd name="T123" fmla="*/ 3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6" h="419">
                  <a:moveTo>
                    <a:pt x="250" y="344"/>
                  </a:moveTo>
                  <a:lnTo>
                    <a:pt x="252" y="344"/>
                  </a:lnTo>
                  <a:lnTo>
                    <a:pt x="253" y="344"/>
                  </a:lnTo>
                  <a:lnTo>
                    <a:pt x="253" y="345"/>
                  </a:lnTo>
                  <a:lnTo>
                    <a:pt x="253" y="345"/>
                  </a:lnTo>
                  <a:lnTo>
                    <a:pt x="253" y="345"/>
                  </a:lnTo>
                  <a:lnTo>
                    <a:pt x="252" y="345"/>
                  </a:lnTo>
                  <a:lnTo>
                    <a:pt x="252" y="345"/>
                  </a:lnTo>
                  <a:lnTo>
                    <a:pt x="251" y="345"/>
                  </a:lnTo>
                  <a:lnTo>
                    <a:pt x="249" y="345"/>
                  </a:lnTo>
                  <a:lnTo>
                    <a:pt x="249" y="345"/>
                  </a:lnTo>
                  <a:lnTo>
                    <a:pt x="248" y="345"/>
                  </a:lnTo>
                  <a:lnTo>
                    <a:pt x="248" y="344"/>
                  </a:lnTo>
                  <a:lnTo>
                    <a:pt x="249" y="344"/>
                  </a:lnTo>
                  <a:lnTo>
                    <a:pt x="250" y="344"/>
                  </a:lnTo>
                  <a:close/>
                  <a:moveTo>
                    <a:pt x="242" y="342"/>
                  </a:moveTo>
                  <a:lnTo>
                    <a:pt x="243" y="343"/>
                  </a:lnTo>
                  <a:lnTo>
                    <a:pt x="243" y="344"/>
                  </a:lnTo>
                  <a:lnTo>
                    <a:pt x="244" y="344"/>
                  </a:lnTo>
                  <a:lnTo>
                    <a:pt x="244" y="345"/>
                  </a:lnTo>
                  <a:lnTo>
                    <a:pt x="244" y="345"/>
                  </a:lnTo>
                  <a:lnTo>
                    <a:pt x="244" y="346"/>
                  </a:lnTo>
                  <a:lnTo>
                    <a:pt x="243" y="346"/>
                  </a:lnTo>
                  <a:lnTo>
                    <a:pt x="242" y="345"/>
                  </a:lnTo>
                  <a:lnTo>
                    <a:pt x="240" y="346"/>
                  </a:lnTo>
                  <a:lnTo>
                    <a:pt x="240" y="345"/>
                  </a:lnTo>
                  <a:lnTo>
                    <a:pt x="241" y="345"/>
                  </a:lnTo>
                  <a:lnTo>
                    <a:pt x="241" y="344"/>
                  </a:lnTo>
                  <a:lnTo>
                    <a:pt x="241" y="343"/>
                  </a:lnTo>
                  <a:lnTo>
                    <a:pt x="242" y="342"/>
                  </a:lnTo>
                  <a:lnTo>
                    <a:pt x="242" y="342"/>
                  </a:lnTo>
                  <a:lnTo>
                    <a:pt x="242" y="342"/>
                  </a:lnTo>
                  <a:close/>
                  <a:moveTo>
                    <a:pt x="284" y="322"/>
                  </a:moveTo>
                  <a:lnTo>
                    <a:pt x="286" y="323"/>
                  </a:lnTo>
                  <a:lnTo>
                    <a:pt x="288" y="323"/>
                  </a:lnTo>
                  <a:lnTo>
                    <a:pt x="288" y="323"/>
                  </a:lnTo>
                  <a:lnTo>
                    <a:pt x="289" y="323"/>
                  </a:lnTo>
                  <a:lnTo>
                    <a:pt x="290" y="324"/>
                  </a:lnTo>
                  <a:lnTo>
                    <a:pt x="289" y="325"/>
                  </a:lnTo>
                  <a:lnTo>
                    <a:pt x="289" y="326"/>
                  </a:lnTo>
                  <a:lnTo>
                    <a:pt x="288" y="326"/>
                  </a:lnTo>
                  <a:lnTo>
                    <a:pt x="288" y="326"/>
                  </a:lnTo>
                  <a:lnTo>
                    <a:pt x="288" y="326"/>
                  </a:lnTo>
                  <a:lnTo>
                    <a:pt x="288" y="327"/>
                  </a:lnTo>
                  <a:lnTo>
                    <a:pt x="288" y="327"/>
                  </a:lnTo>
                  <a:lnTo>
                    <a:pt x="287" y="328"/>
                  </a:lnTo>
                  <a:lnTo>
                    <a:pt x="286" y="328"/>
                  </a:lnTo>
                  <a:lnTo>
                    <a:pt x="286" y="328"/>
                  </a:lnTo>
                  <a:lnTo>
                    <a:pt x="285" y="328"/>
                  </a:lnTo>
                  <a:lnTo>
                    <a:pt x="284" y="328"/>
                  </a:lnTo>
                  <a:lnTo>
                    <a:pt x="283" y="328"/>
                  </a:lnTo>
                  <a:lnTo>
                    <a:pt x="282" y="329"/>
                  </a:lnTo>
                  <a:lnTo>
                    <a:pt x="282" y="329"/>
                  </a:lnTo>
                  <a:lnTo>
                    <a:pt x="280" y="331"/>
                  </a:lnTo>
                  <a:lnTo>
                    <a:pt x="279" y="331"/>
                  </a:lnTo>
                  <a:lnTo>
                    <a:pt x="278" y="331"/>
                  </a:lnTo>
                  <a:lnTo>
                    <a:pt x="275" y="331"/>
                  </a:lnTo>
                  <a:lnTo>
                    <a:pt x="273" y="331"/>
                  </a:lnTo>
                  <a:lnTo>
                    <a:pt x="272" y="331"/>
                  </a:lnTo>
                  <a:lnTo>
                    <a:pt x="272" y="331"/>
                  </a:lnTo>
                  <a:lnTo>
                    <a:pt x="272" y="329"/>
                  </a:lnTo>
                  <a:lnTo>
                    <a:pt x="272" y="329"/>
                  </a:lnTo>
                  <a:lnTo>
                    <a:pt x="272" y="328"/>
                  </a:lnTo>
                  <a:lnTo>
                    <a:pt x="273" y="328"/>
                  </a:lnTo>
                  <a:lnTo>
                    <a:pt x="273" y="327"/>
                  </a:lnTo>
                  <a:lnTo>
                    <a:pt x="274" y="327"/>
                  </a:lnTo>
                  <a:lnTo>
                    <a:pt x="275" y="326"/>
                  </a:lnTo>
                  <a:lnTo>
                    <a:pt x="275" y="326"/>
                  </a:lnTo>
                  <a:lnTo>
                    <a:pt x="275" y="326"/>
                  </a:lnTo>
                  <a:lnTo>
                    <a:pt x="275" y="324"/>
                  </a:lnTo>
                  <a:lnTo>
                    <a:pt x="276" y="324"/>
                  </a:lnTo>
                  <a:lnTo>
                    <a:pt x="276" y="323"/>
                  </a:lnTo>
                  <a:lnTo>
                    <a:pt x="278" y="323"/>
                  </a:lnTo>
                  <a:lnTo>
                    <a:pt x="278" y="323"/>
                  </a:lnTo>
                  <a:lnTo>
                    <a:pt x="279" y="323"/>
                  </a:lnTo>
                  <a:lnTo>
                    <a:pt x="279" y="322"/>
                  </a:lnTo>
                  <a:lnTo>
                    <a:pt x="281" y="322"/>
                  </a:lnTo>
                  <a:lnTo>
                    <a:pt x="282" y="322"/>
                  </a:lnTo>
                  <a:lnTo>
                    <a:pt x="284" y="322"/>
                  </a:lnTo>
                  <a:close/>
                  <a:moveTo>
                    <a:pt x="237" y="0"/>
                  </a:moveTo>
                  <a:lnTo>
                    <a:pt x="239" y="1"/>
                  </a:lnTo>
                  <a:lnTo>
                    <a:pt x="240" y="1"/>
                  </a:lnTo>
                  <a:lnTo>
                    <a:pt x="246" y="3"/>
                  </a:lnTo>
                  <a:lnTo>
                    <a:pt x="247" y="3"/>
                  </a:lnTo>
                  <a:lnTo>
                    <a:pt x="247" y="3"/>
                  </a:lnTo>
                  <a:lnTo>
                    <a:pt x="247" y="3"/>
                  </a:lnTo>
                  <a:lnTo>
                    <a:pt x="246" y="4"/>
                  </a:lnTo>
                  <a:lnTo>
                    <a:pt x="248" y="5"/>
                  </a:lnTo>
                  <a:lnTo>
                    <a:pt x="247" y="5"/>
                  </a:lnTo>
                  <a:lnTo>
                    <a:pt x="247" y="5"/>
                  </a:lnTo>
                  <a:lnTo>
                    <a:pt x="247" y="6"/>
                  </a:lnTo>
                  <a:lnTo>
                    <a:pt x="248" y="6"/>
                  </a:lnTo>
                  <a:lnTo>
                    <a:pt x="248" y="5"/>
                  </a:lnTo>
                  <a:lnTo>
                    <a:pt x="248" y="4"/>
                  </a:lnTo>
                  <a:lnTo>
                    <a:pt x="247" y="4"/>
                  </a:lnTo>
                  <a:lnTo>
                    <a:pt x="248" y="3"/>
                  </a:lnTo>
                  <a:lnTo>
                    <a:pt x="249" y="3"/>
                  </a:lnTo>
                  <a:lnTo>
                    <a:pt x="250" y="3"/>
                  </a:lnTo>
                  <a:lnTo>
                    <a:pt x="251" y="3"/>
                  </a:lnTo>
                  <a:lnTo>
                    <a:pt x="251" y="3"/>
                  </a:lnTo>
                  <a:lnTo>
                    <a:pt x="251" y="3"/>
                  </a:lnTo>
                  <a:lnTo>
                    <a:pt x="251" y="3"/>
                  </a:lnTo>
                  <a:lnTo>
                    <a:pt x="252" y="3"/>
                  </a:lnTo>
                  <a:lnTo>
                    <a:pt x="255" y="3"/>
                  </a:lnTo>
                  <a:lnTo>
                    <a:pt x="258" y="3"/>
                  </a:lnTo>
                  <a:lnTo>
                    <a:pt x="258" y="4"/>
                  </a:lnTo>
                  <a:lnTo>
                    <a:pt x="258" y="4"/>
                  </a:lnTo>
                  <a:lnTo>
                    <a:pt x="258" y="4"/>
                  </a:lnTo>
                  <a:lnTo>
                    <a:pt x="258" y="5"/>
                  </a:lnTo>
                  <a:lnTo>
                    <a:pt x="258" y="5"/>
                  </a:lnTo>
                  <a:lnTo>
                    <a:pt x="258" y="5"/>
                  </a:lnTo>
                  <a:lnTo>
                    <a:pt x="258" y="5"/>
                  </a:lnTo>
                  <a:lnTo>
                    <a:pt x="258" y="5"/>
                  </a:lnTo>
                  <a:lnTo>
                    <a:pt x="259" y="4"/>
                  </a:lnTo>
                  <a:lnTo>
                    <a:pt x="259" y="4"/>
                  </a:lnTo>
                  <a:lnTo>
                    <a:pt x="261" y="3"/>
                  </a:lnTo>
                  <a:lnTo>
                    <a:pt x="262" y="4"/>
                  </a:lnTo>
                  <a:lnTo>
                    <a:pt x="263" y="4"/>
                  </a:lnTo>
                  <a:lnTo>
                    <a:pt x="263" y="5"/>
                  </a:lnTo>
                  <a:lnTo>
                    <a:pt x="263" y="5"/>
                  </a:lnTo>
                  <a:lnTo>
                    <a:pt x="262" y="5"/>
                  </a:lnTo>
                  <a:lnTo>
                    <a:pt x="262" y="6"/>
                  </a:lnTo>
                  <a:lnTo>
                    <a:pt x="262" y="6"/>
                  </a:lnTo>
                  <a:lnTo>
                    <a:pt x="262" y="6"/>
                  </a:lnTo>
                  <a:lnTo>
                    <a:pt x="263" y="7"/>
                  </a:lnTo>
                  <a:lnTo>
                    <a:pt x="263" y="8"/>
                  </a:lnTo>
                  <a:lnTo>
                    <a:pt x="264" y="9"/>
                  </a:lnTo>
                  <a:lnTo>
                    <a:pt x="264" y="9"/>
                  </a:lnTo>
                  <a:lnTo>
                    <a:pt x="264" y="9"/>
                  </a:lnTo>
                  <a:lnTo>
                    <a:pt x="264" y="7"/>
                  </a:lnTo>
                  <a:lnTo>
                    <a:pt x="265" y="7"/>
                  </a:lnTo>
                  <a:lnTo>
                    <a:pt x="265" y="6"/>
                  </a:lnTo>
                  <a:lnTo>
                    <a:pt x="266" y="5"/>
                  </a:lnTo>
                  <a:lnTo>
                    <a:pt x="266" y="4"/>
                  </a:lnTo>
                  <a:lnTo>
                    <a:pt x="266" y="4"/>
                  </a:lnTo>
                  <a:lnTo>
                    <a:pt x="266" y="4"/>
                  </a:lnTo>
                  <a:lnTo>
                    <a:pt x="266" y="3"/>
                  </a:lnTo>
                  <a:lnTo>
                    <a:pt x="267" y="3"/>
                  </a:lnTo>
                  <a:lnTo>
                    <a:pt x="267" y="3"/>
                  </a:lnTo>
                  <a:lnTo>
                    <a:pt x="268" y="3"/>
                  </a:lnTo>
                  <a:lnTo>
                    <a:pt x="268" y="3"/>
                  </a:lnTo>
                  <a:lnTo>
                    <a:pt x="269" y="3"/>
                  </a:lnTo>
                  <a:lnTo>
                    <a:pt x="269" y="3"/>
                  </a:lnTo>
                  <a:lnTo>
                    <a:pt x="269" y="3"/>
                  </a:lnTo>
                  <a:lnTo>
                    <a:pt x="269" y="4"/>
                  </a:lnTo>
                  <a:lnTo>
                    <a:pt x="269" y="3"/>
                  </a:lnTo>
                  <a:lnTo>
                    <a:pt x="268" y="4"/>
                  </a:lnTo>
                  <a:lnTo>
                    <a:pt x="269" y="4"/>
                  </a:lnTo>
                  <a:lnTo>
                    <a:pt x="269" y="5"/>
                  </a:lnTo>
                  <a:lnTo>
                    <a:pt x="270" y="5"/>
                  </a:lnTo>
                  <a:lnTo>
                    <a:pt x="271" y="4"/>
                  </a:lnTo>
                  <a:lnTo>
                    <a:pt x="271" y="4"/>
                  </a:lnTo>
                  <a:lnTo>
                    <a:pt x="271" y="5"/>
                  </a:lnTo>
                  <a:lnTo>
                    <a:pt x="272" y="5"/>
                  </a:lnTo>
                  <a:lnTo>
                    <a:pt x="272" y="5"/>
                  </a:lnTo>
                  <a:lnTo>
                    <a:pt x="272" y="5"/>
                  </a:lnTo>
                  <a:lnTo>
                    <a:pt x="273" y="5"/>
                  </a:lnTo>
                  <a:lnTo>
                    <a:pt x="273" y="4"/>
                  </a:lnTo>
                  <a:lnTo>
                    <a:pt x="274" y="4"/>
                  </a:lnTo>
                  <a:lnTo>
                    <a:pt x="274" y="5"/>
                  </a:lnTo>
                  <a:lnTo>
                    <a:pt x="274" y="5"/>
                  </a:lnTo>
                  <a:lnTo>
                    <a:pt x="275" y="6"/>
                  </a:lnTo>
                  <a:lnTo>
                    <a:pt x="275" y="7"/>
                  </a:lnTo>
                  <a:lnTo>
                    <a:pt x="275" y="7"/>
                  </a:lnTo>
                  <a:lnTo>
                    <a:pt x="275" y="7"/>
                  </a:lnTo>
                  <a:lnTo>
                    <a:pt x="275" y="7"/>
                  </a:lnTo>
                  <a:lnTo>
                    <a:pt x="275" y="7"/>
                  </a:lnTo>
                  <a:lnTo>
                    <a:pt x="275" y="6"/>
                  </a:lnTo>
                  <a:lnTo>
                    <a:pt x="276" y="5"/>
                  </a:lnTo>
                  <a:lnTo>
                    <a:pt x="277" y="6"/>
                  </a:lnTo>
                  <a:lnTo>
                    <a:pt x="277" y="6"/>
                  </a:lnTo>
                  <a:lnTo>
                    <a:pt x="277" y="7"/>
                  </a:lnTo>
                  <a:lnTo>
                    <a:pt x="278" y="7"/>
                  </a:lnTo>
                  <a:lnTo>
                    <a:pt x="278" y="7"/>
                  </a:lnTo>
                  <a:lnTo>
                    <a:pt x="278" y="7"/>
                  </a:lnTo>
                  <a:lnTo>
                    <a:pt x="279" y="7"/>
                  </a:lnTo>
                  <a:lnTo>
                    <a:pt x="279" y="7"/>
                  </a:lnTo>
                  <a:lnTo>
                    <a:pt x="280" y="7"/>
                  </a:lnTo>
                  <a:lnTo>
                    <a:pt x="283" y="7"/>
                  </a:lnTo>
                  <a:lnTo>
                    <a:pt x="283" y="7"/>
                  </a:lnTo>
                  <a:lnTo>
                    <a:pt x="283" y="7"/>
                  </a:lnTo>
                  <a:lnTo>
                    <a:pt x="284" y="7"/>
                  </a:lnTo>
                  <a:lnTo>
                    <a:pt x="284" y="7"/>
                  </a:lnTo>
                  <a:lnTo>
                    <a:pt x="284" y="7"/>
                  </a:lnTo>
                  <a:lnTo>
                    <a:pt x="284" y="7"/>
                  </a:lnTo>
                  <a:lnTo>
                    <a:pt x="284" y="7"/>
                  </a:lnTo>
                  <a:lnTo>
                    <a:pt x="284" y="7"/>
                  </a:lnTo>
                  <a:lnTo>
                    <a:pt x="286" y="7"/>
                  </a:lnTo>
                  <a:lnTo>
                    <a:pt x="287" y="7"/>
                  </a:lnTo>
                  <a:lnTo>
                    <a:pt x="287" y="7"/>
                  </a:lnTo>
                  <a:lnTo>
                    <a:pt x="288" y="7"/>
                  </a:lnTo>
                  <a:lnTo>
                    <a:pt x="288" y="7"/>
                  </a:lnTo>
                  <a:lnTo>
                    <a:pt x="288" y="7"/>
                  </a:lnTo>
                  <a:lnTo>
                    <a:pt x="288" y="7"/>
                  </a:lnTo>
                  <a:lnTo>
                    <a:pt x="288" y="7"/>
                  </a:lnTo>
                  <a:lnTo>
                    <a:pt x="289" y="7"/>
                  </a:lnTo>
                  <a:lnTo>
                    <a:pt x="289" y="7"/>
                  </a:lnTo>
                  <a:lnTo>
                    <a:pt x="290" y="7"/>
                  </a:lnTo>
                  <a:lnTo>
                    <a:pt x="291" y="7"/>
                  </a:lnTo>
                  <a:lnTo>
                    <a:pt x="292" y="7"/>
                  </a:lnTo>
                  <a:lnTo>
                    <a:pt x="292" y="7"/>
                  </a:lnTo>
                  <a:lnTo>
                    <a:pt x="293" y="7"/>
                  </a:lnTo>
                  <a:lnTo>
                    <a:pt x="293" y="6"/>
                  </a:lnTo>
                  <a:lnTo>
                    <a:pt x="292" y="6"/>
                  </a:lnTo>
                  <a:lnTo>
                    <a:pt x="292" y="6"/>
                  </a:lnTo>
                  <a:lnTo>
                    <a:pt x="291" y="5"/>
                  </a:lnTo>
                  <a:lnTo>
                    <a:pt x="290" y="5"/>
                  </a:lnTo>
                  <a:lnTo>
                    <a:pt x="289" y="5"/>
                  </a:lnTo>
                  <a:lnTo>
                    <a:pt x="288" y="5"/>
                  </a:lnTo>
                  <a:lnTo>
                    <a:pt x="288" y="5"/>
                  </a:lnTo>
                  <a:lnTo>
                    <a:pt x="288" y="5"/>
                  </a:lnTo>
                  <a:lnTo>
                    <a:pt x="288" y="6"/>
                  </a:lnTo>
                  <a:lnTo>
                    <a:pt x="287" y="6"/>
                  </a:lnTo>
                  <a:lnTo>
                    <a:pt x="287" y="6"/>
                  </a:lnTo>
                  <a:lnTo>
                    <a:pt x="286" y="6"/>
                  </a:lnTo>
                  <a:lnTo>
                    <a:pt x="285" y="5"/>
                  </a:lnTo>
                  <a:lnTo>
                    <a:pt x="285" y="5"/>
                  </a:lnTo>
                  <a:lnTo>
                    <a:pt x="285" y="5"/>
                  </a:lnTo>
                  <a:lnTo>
                    <a:pt x="285" y="4"/>
                  </a:lnTo>
                  <a:lnTo>
                    <a:pt x="285" y="4"/>
                  </a:lnTo>
                  <a:lnTo>
                    <a:pt x="286" y="4"/>
                  </a:lnTo>
                  <a:lnTo>
                    <a:pt x="286" y="3"/>
                  </a:lnTo>
                  <a:lnTo>
                    <a:pt x="287" y="3"/>
                  </a:lnTo>
                  <a:lnTo>
                    <a:pt x="287" y="3"/>
                  </a:lnTo>
                  <a:lnTo>
                    <a:pt x="288" y="3"/>
                  </a:lnTo>
                  <a:lnTo>
                    <a:pt x="288" y="3"/>
                  </a:lnTo>
                  <a:lnTo>
                    <a:pt x="288" y="3"/>
                  </a:lnTo>
                  <a:lnTo>
                    <a:pt x="290" y="4"/>
                  </a:lnTo>
                  <a:lnTo>
                    <a:pt x="290" y="4"/>
                  </a:lnTo>
                  <a:lnTo>
                    <a:pt x="293" y="5"/>
                  </a:lnTo>
                  <a:lnTo>
                    <a:pt x="294" y="6"/>
                  </a:lnTo>
                  <a:lnTo>
                    <a:pt x="295" y="6"/>
                  </a:lnTo>
                  <a:lnTo>
                    <a:pt x="295" y="6"/>
                  </a:lnTo>
                  <a:lnTo>
                    <a:pt x="297" y="7"/>
                  </a:lnTo>
                  <a:lnTo>
                    <a:pt x="297" y="7"/>
                  </a:lnTo>
                  <a:lnTo>
                    <a:pt x="297" y="7"/>
                  </a:lnTo>
                  <a:lnTo>
                    <a:pt x="298" y="7"/>
                  </a:lnTo>
                  <a:lnTo>
                    <a:pt x="298" y="7"/>
                  </a:lnTo>
                  <a:lnTo>
                    <a:pt x="300" y="7"/>
                  </a:lnTo>
                  <a:lnTo>
                    <a:pt x="301" y="7"/>
                  </a:lnTo>
                  <a:lnTo>
                    <a:pt x="301" y="7"/>
                  </a:lnTo>
                  <a:lnTo>
                    <a:pt x="302" y="8"/>
                  </a:lnTo>
                  <a:lnTo>
                    <a:pt x="304" y="8"/>
                  </a:lnTo>
                  <a:lnTo>
                    <a:pt x="304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7" y="10"/>
                  </a:lnTo>
                  <a:lnTo>
                    <a:pt x="308" y="10"/>
                  </a:lnTo>
                  <a:lnTo>
                    <a:pt x="310" y="11"/>
                  </a:lnTo>
                  <a:lnTo>
                    <a:pt x="310" y="11"/>
                  </a:lnTo>
                  <a:lnTo>
                    <a:pt x="310" y="11"/>
                  </a:lnTo>
                  <a:lnTo>
                    <a:pt x="313" y="11"/>
                  </a:lnTo>
                  <a:lnTo>
                    <a:pt x="314" y="11"/>
                  </a:lnTo>
                  <a:lnTo>
                    <a:pt x="314" y="11"/>
                  </a:lnTo>
                  <a:lnTo>
                    <a:pt x="318" y="11"/>
                  </a:lnTo>
                  <a:lnTo>
                    <a:pt x="318" y="11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7" y="12"/>
                  </a:lnTo>
                  <a:lnTo>
                    <a:pt x="327" y="13"/>
                  </a:lnTo>
                  <a:lnTo>
                    <a:pt x="330" y="13"/>
                  </a:lnTo>
                  <a:lnTo>
                    <a:pt x="330" y="13"/>
                  </a:lnTo>
                  <a:lnTo>
                    <a:pt x="333" y="14"/>
                  </a:lnTo>
                  <a:lnTo>
                    <a:pt x="333" y="14"/>
                  </a:lnTo>
                  <a:lnTo>
                    <a:pt x="334" y="14"/>
                  </a:lnTo>
                  <a:lnTo>
                    <a:pt x="335" y="15"/>
                  </a:lnTo>
                  <a:lnTo>
                    <a:pt x="336" y="15"/>
                  </a:lnTo>
                  <a:lnTo>
                    <a:pt x="336" y="15"/>
                  </a:lnTo>
                  <a:lnTo>
                    <a:pt x="337" y="15"/>
                  </a:lnTo>
                  <a:lnTo>
                    <a:pt x="337" y="15"/>
                  </a:lnTo>
                  <a:lnTo>
                    <a:pt x="339" y="16"/>
                  </a:lnTo>
                  <a:lnTo>
                    <a:pt x="340" y="16"/>
                  </a:lnTo>
                  <a:lnTo>
                    <a:pt x="340" y="16"/>
                  </a:lnTo>
                  <a:lnTo>
                    <a:pt x="340" y="16"/>
                  </a:lnTo>
                  <a:lnTo>
                    <a:pt x="341" y="16"/>
                  </a:lnTo>
                  <a:lnTo>
                    <a:pt x="341" y="17"/>
                  </a:lnTo>
                  <a:lnTo>
                    <a:pt x="342" y="17"/>
                  </a:lnTo>
                  <a:lnTo>
                    <a:pt x="343" y="18"/>
                  </a:lnTo>
                  <a:lnTo>
                    <a:pt x="344" y="18"/>
                  </a:lnTo>
                  <a:lnTo>
                    <a:pt x="344" y="18"/>
                  </a:lnTo>
                  <a:lnTo>
                    <a:pt x="344" y="19"/>
                  </a:lnTo>
                  <a:lnTo>
                    <a:pt x="346" y="19"/>
                  </a:lnTo>
                  <a:lnTo>
                    <a:pt x="347" y="20"/>
                  </a:lnTo>
                  <a:lnTo>
                    <a:pt x="348" y="20"/>
                  </a:lnTo>
                  <a:lnTo>
                    <a:pt x="348" y="20"/>
                  </a:lnTo>
                  <a:lnTo>
                    <a:pt x="348" y="20"/>
                  </a:lnTo>
                  <a:lnTo>
                    <a:pt x="348" y="20"/>
                  </a:lnTo>
                  <a:lnTo>
                    <a:pt x="349" y="21"/>
                  </a:lnTo>
                  <a:lnTo>
                    <a:pt x="349" y="21"/>
                  </a:lnTo>
                  <a:lnTo>
                    <a:pt x="349" y="21"/>
                  </a:lnTo>
                  <a:lnTo>
                    <a:pt x="349" y="22"/>
                  </a:lnTo>
                  <a:lnTo>
                    <a:pt x="350" y="22"/>
                  </a:lnTo>
                  <a:lnTo>
                    <a:pt x="353" y="24"/>
                  </a:lnTo>
                  <a:lnTo>
                    <a:pt x="353" y="24"/>
                  </a:lnTo>
                  <a:lnTo>
                    <a:pt x="354" y="24"/>
                  </a:lnTo>
                  <a:lnTo>
                    <a:pt x="354" y="24"/>
                  </a:lnTo>
                  <a:lnTo>
                    <a:pt x="354" y="25"/>
                  </a:lnTo>
                  <a:lnTo>
                    <a:pt x="355" y="25"/>
                  </a:lnTo>
                  <a:lnTo>
                    <a:pt x="355" y="25"/>
                  </a:lnTo>
                  <a:lnTo>
                    <a:pt x="356" y="26"/>
                  </a:lnTo>
                  <a:lnTo>
                    <a:pt x="357" y="26"/>
                  </a:lnTo>
                  <a:lnTo>
                    <a:pt x="357" y="26"/>
                  </a:lnTo>
                  <a:lnTo>
                    <a:pt x="357" y="27"/>
                  </a:lnTo>
                  <a:lnTo>
                    <a:pt x="358" y="28"/>
                  </a:lnTo>
                  <a:lnTo>
                    <a:pt x="359" y="29"/>
                  </a:lnTo>
                  <a:lnTo>
                    <a:pt x="360" y="29"/>
                  </a:lnTo>
                  <a:lnTo>
                    <a:pt x="362" y="30"/>
                  </a:lnTo>
                  <a:lnTo>
                    <a:pt x="362" y="30"/>
                  </a:lnTo>
                  <a:lnTo>
                    <a:pt x="362" y="31"/>
                  </a:lnTo>
                  <a:lnTo>
                    <a:pt x="363" y="32"/>
                  </a:lnTo>
                  <a:lnTo>
                    <a:pt x="363" y="33"/>
                  </a:lnTo>
                  <a:lnTo>
                    <a:pt x="365" y="33"/>
                  </a:lnTo>
                  <a:lnTo>
                    <a:pt x="365" y="34"/>
                  </a:lnTo>
                  <a:lnTo>
                    <a:pt x="367" y="36"/>
                  </a:lnTo>
                  <a:lnTo>
                    <a:pt x="367" y="36"/>
                  </a:lnTo>
                  <a:lnTo>
                    <a:pt x="368" y="37"/>
                  </a:lnTo>
                  <a:lnTo>
                    <a:pt x="368" y="37"/>
                  </a:lnTo>
                  <a:lnTo>
                    <a:pt x="369" y="37"/>
                  </a:lnTo>
                  <a:lnTo>
                    <a:pt x="370" y="38"/>
                  </a:lnTo>
                  <a:lnTo>
                    <a:pt x="371" y="38"/>
                  </a:lnTo>
                  <a:lnTo>
                    <a:pt x="371" y="40"/>
                  </a:lnTo>
                  <a:lnTo>
                    <a:pt x="371" y="40"/>
                  </a:lnTo>
                  <a:lnTo>
                    <a:pt x="372" y="40"/>
                  </a:lnTo>
                  <a:lnTo>
                    <a:pt x="373" y="41"/>
                  </a:lnTo>
                  <a:lnTo>
                    <a:pt x="375" y="42"/>
                  </a:lnTo>
                  <a:lnTo>
                    <a:pt x="376" y="43"/>
                  </a:lnTo>
                  <a:lnTo>
                    <a:pt x="377" y="44"/>
                  </a:lnTo>
                  <a:lnTo>
                    <a:pt x="378" y="45"/>
                  </a:lnTo>
                  <a:lnTo>
                    <a:pt x="378" y="46"/>
                  </a:lnTo>
                  <a:lnTo>
                    <a:pt x="379" y="46"/>
                  </a:lnTo>
                  <a:lnTo>
                    <a:pt x="379" y="46"/>
                  </a:lnTo>
                  <a:lnTo>
                    <a:pt x="380" y="47"/>
                  </a:lnTo>
                  <a:lnTo>
                    <a:pt x="381" y="47"/>
                  </a:lnTo>
                  <a:lnTo>
                    <a:pt x="381" y="48"/>
                  </a:lnTo>
                  <a:lnTo>
                    <a:pt x="382" y="48"/>
                  </a:lnTo>
                  <a:lnTo>
                    <a:pt x="383" y="49"/>
                  </a:lnTo>
                  <a:lnTo>
                    <a:pt x="384" y="50"/>
                  </a:lnTo>
                  <a:lnTo>
                    <a:pt x="384" y="50"/>
                  </a:lnTo>
                  <a:lnTo>
                    <a:pt x="384" y="50"/>
                  </a:lnTo>
                  <a:lnTo>
                    <a:pt x="385" y="50"/>
                  </a:lnTo>
                  <a:lnTo>
                    <a:pt x="385" y="51"/>
                  </a:lnTo>
                  <a:lnTo>
                    <a:pt x="386" y="51"/>
                  </a:lnTo>
                  <a:lnTo>
                    <a:pt x="386" y="51"/>
                  </a:lnTo>
                  <a:lnTo>
                    <a:pt x="387" y="52"/>
                  </a:lnTo>
                  <a:lnTo>
                    <a:pt x="387" y="52"/>
                  </a:lnTo>
                  <a:lnTo>
                    <a:pt x="388" y="53"/>
                  </a:lnTo>
                  <a:lnTo>
                    <a:pt x="388" y="54"/>
                  </a:lnTo>
                  <a:lnTo>
                    <a:pt x="388" y="55"/>
                  </a:lnTo>
                  <a:lnTo>
                    <a:pt x="389" y="55"/>
                  </a:lnTo>
                  <a:lnTo>
                    <a:pt x="391" y="56"/>
                  </a:lnTo>
                  <a:lnTo>
                    <a:pt x="392" y="57"/>
                  </a:lnTo>
                  <a:lnTo>
                    <a:pt x="392" y="57"/>
                  </a:lnTo>
                  <a:lnTo>
                    <a:pt x="392" y="58"/>
                  </a:lnTo>
                  <a:lnTo>
                    <a:pt x="392" y="58"/>
                  </a:lnTo>
                  <a:lnTo>
                    <a:pt x="393" y="59"/>
                  </a:lnTo>
                  <a:lnTo>
                    <a:pt x="394" y="59"/>
                  </a:lnTo>
                  <a:lnTo>
                    <a:pt x="394" y="59"/>
                  </a:lnTo>
                  <a:lnTo>
                    <a:pt x="394" y="59"/>
                  </a:lnTo>
                  <a:lnTo>
                    <a:pt x="395" y="60"/>
                  </a:lnTo>
                  <a:lnTo>
                    <a:pt x="395" y="60"/>
                  </a:lnTo>
                  <a:lnTo>
                    <a:pt x="395" y="61"/>
                  </a:lnTo>
                  <a:lnTo>
                    <a:pt x="396" y="61"/>
                  </a:lnTo>
                  <a:lnTo>
                    <a:pt x="397" y="62"/>
                  </a:lnTo>
                  <a:lnTo>
                    <a:pt x="397" y="63"/>
                  </a:lnTo>
                  <a:lnTo>
                    <a:pt x="399" y="64"/>
                  </a:lnTo>
                  <a:lnTo>
                    <a:pt x="401" y="68"/>
                  </a:lnTo>
                  <a:lnTo>
                    <a:pt x="403" y="70"/>
                  </a:lnTo>
                  <a:lnTo>
                    <a:pt x="405" y="74"/>
                  </a:lnTo>
                  <a:lnTo>
                    <a:pt x="406" y="77"/>
                  </a:lnTo>
                  <a:lnTo>
                    <a:pt x="406" y="78"/>
                  </a:lnTo>
                  <a:lnTo>
                    <a:pt x="406" y="79"/>
                  </a:lnTo>
                  <a:lnTo>
                    <a:pt x="410" y="87"/>
                  </a:lnTo>
                  <a:lnTo>
                    <a:pt x="410" y="88"/>
                  </a:lnTo>
                  <a:lnTo>
                    <a:pt x="410" y="88"/>
                  </a:lnTo>
                  <a:lnTo>
                    <a:pt x="410" y="89"/>
                  </a:lnTo>
                  <a:lnTo>
                    <a:pt x="410" y="89"/>
                  </a:lnTo>
                  <a:lnTo>
                    <a:pt x="410" y="90"/>
                  </a:lnTo>
                  <a:lnTo>
                    <a:pt x="411" y="91"/>
                  </a:lnTo>
                  <a:lnTo>
                    <a:pt x="410" y="92"/>
                  </a:lnTo>
                  <a:lnTo>
                    <a:pt x="411" y="92"/>
                  </a:lnTo>
                  <a:lnTo>
                    <a:pt x="411" y="93"/>
                  </a:lnTo>
                  <a:lnTo>
                    <a:pt x="411" y="93"/>
                  </a:lnTo>
                  <a:lnTo>
                    <a:pt x="411" y="94"/>
                  </a:lnTo>
                  <a:lnTo>
                    <a:pt x="412" y="94"/>
                  </a:lnTo>
                  <a:lnTo>
                    <a:pt x="412" y="96"/>
                  </a:lnTo>
                  <a:lnTo>
                    <a:pt x="412" y="96"/>
                  </a:lnTo>
                  <a:lnTo>
                    <a:pt x="412" y="97"/>
                  </a:lnTo>
                  <a:lnTo>
                    <a:pt x="412" y="97"/>
                  </a:lnTo>
                  <a:lnTo>
                    <a:pt x="412" y="98"/>
                  </a:lnTo>
                  <a:lnTo>
                    <a:pt x="413" y="98"/>
                  </a:lnTo>
                  <a:lnTo>
                    <a:pt x="413" y="99"/>
                  </a:lnTo>
                  <a:lnTo>
                    <a:pt x="413" y="99"/>
                  </a:lnTo>
                  <a:lnTo>
                    <a:pt x="413" y="101"/>
                  </a:lnTo>
                  <a:lnTo>
                    <a:pt x="413" y="102"/>
                  </a:lnTo>
                  <a:lnTo>
                    <a:pt x="413" y="102"/>
                  </a:lnTo>
                  <a:lnTo>
                    <a:pt x="413" y="103"/>
                  </a:lnTo>
                  <a:lnTo>
                    <a:pt x="413" y="105"/>
                  </a:lnTo>
                  <a:lnTo>
                    <a:pt x="412" y="107"/>
                  </a:lnTo>
                  <a:lnTo>
                    <a:pt x="412" y="107"/>
                  </a:lnTo>
                  <a:lnTo>
                    <a:pt x="412" y="108"/>
                  </a:lnTo>
                  <a:lnTo>
                    <a:pt x="412" y="109"/>
                  </a:lnTo>
                  <a:lnTo>
                    <a:pt x="412" y="111"/>
                  </a:lnTo>
                  <a:lnTo>
                    <a:pt x="412" y="111"/>
                  </a:lnTo>
                  <a:lnTo>
                    <a:pt x="412" y="111"/>
                  </a:lnTo>
                  <a:lnTo>
                    <a:pt x="412" y="111"/>
                  </a:lnTo>
                  <a:lnTo>
                    <a:pt x="412" y="112"/>
                  </a:lnTo>
                  <a:lnTo>
                    <a:pt x="412" y="113"/>
                  </a:lnTo>
                  <a:lnTo>
                    <a:pt x="412" y="114"/>
                  </a:lnTo>
                  <a:lnTo>
                    <a:pt x="412" y="114"/>
                  </a:lnTo>
                  <a:lnTo>
                    <a:pt x="412" y="115"/>
                  </a:lnTo>
                  <a:lnTo>
                    <a:pt x="412" y="115"/>
                  </a:lnTo>
                  <a:lnTo>
                    <a:pt x="411" y="115"/>
                  </a:lnTo>
                  <a:lnTo>
                    <a:pt x="411" y="118"/>
                  </a:lnTo>
                  <a:lnTo>
                    <a:pt x="411" y="120"/>
                  </a:lnTo>
                  <a:lnTo>
                    <a:pt x="412" y="124"/>
                  </a:lnTo>
                  <a:lnTo>
                    <a:pt x="413" y="126"/>
                  </a:lnTo>
                  <a:lnTo>
                    <a:pt x="413" y="127"/>
                  </a:lnTo>
                  <a:lnTo>
                    <a:pt x="413" y="128"/>
                  </a:lnTo>
                  <a:lnTo>
                    <a:pt x="414" y="128"/>
                  </a:lnTo>
                  <a:lnTo>
                    <a:pt x="414" y="130"/>
                  </a:lnTo>
                  <a:lnTo>
                    <a:pt x="414" y="130"/>
                  </a:lnTo>
                  <a:lnTo>
                    <a:pt x="414" y="133"/>
                  </a:lnTo>
                  <a:lnTo>
                    <a:pt x="415" y="133"/>
                  </a:lnTo>
                  <a:lnTo>
                    <a:pt x="415" y="135"/>
                  </a:lnTo>
                  <a:lnTo>
                    <a:pt x="415" y="135"/>
                  </a:lnTo>
                  <a:lnTo>
                    <a:pt x="416" y="138"/>
                  </a:lnTo>
                  <a:lnTo>
                    <a:pt x="416" y="139"/>
                  </a:lnTo>
                  <a:lnTo>
                    <a:pt x="416" y="140"/>
                  </a:lnTo>
                  <a:lnTo>
                    <a:pt x="416" y="140"/>
                  </a:lnTo>
                  <a:lnTo>
                    <a:pt x="416" y="141"/>
                  </a:lnTo>
                  <a:lnTo>
                    <a:pt x="415" y="142"/>
                  </a:lnTo>
                  <a:lnTo>
                    <a:pt x="415" y="142"/>
                  </a:lnTo>
                  <a:lnTo>
                    <a:pt x="415" y="141"/>
                  </a:lnTo>
                  <a:lnTo>
                    <a:pt x="415" y="141"/>
                  </a:lnTo>
                  <a:lnTo>
                    <a:pt x="415" y="141"/>
                  </a:lnTo>
                  <a:lnTo>
                    <a:pt x="415" y="141"/>
                  </a:lnTo>
                  <a:lnTo>
                    <a:pt x="414" y="141"/>
                  </a:lnTo>
                  <a:lnTo>
                    <a:pt x="414" y="142"/>
                  </a:lnTo>
                  <a:lnTo>
                    <a:pt x="414" y="142"/>
                  </a:lnTo>
                  <a:lnTo>
                    <a:pt x="414" y="142"/>
                  </a:lnTo>
                  <a:lnTo>
                    <a:pt x="414" y="143"/>
                  </a:lnTo>
                  <a:lnTo>
                    <a:pt x="414" y="143"/>
                  </a:lnTo>
                  <a:lnTo>
                    <a:pt x="414" y="143"/>
                  </a:lnTo>
                  <a:lnTo>
                    <a:pt x="413" y="144"/>
                  </a:lnTo>
                  <a:lnTo>
                    <a:pt x="413" y="145"/>
                  </a:lnTo>
                  <a:lnTo>
                    <a:pt x="413" y="146"/>
                  </a:lnTo>
                  <a:lnTo>
                    <a:pt x="413" y="146"/>
                  </a:lnTo>
                  <a:lnTo>
                    <a:pt x="413" y="146"/>
                  </a:lnTo>
                  <a:lnTo>
                    <a:pt x="413" y="146"/>
                  </a:lnTo>
                  <a:lnTo>
                    <a:pt x="412" y="147"/>
                  </a:lnTo>
                  <a:lnTo>
                    <a:pt x="411" y="150"/>
                  </a:lnTo>
                  <a:lnTo>
                    <a:pt x="410" y="153"/>
                  </a:lnTo>
                  <a:lnTo>
                    <a:pt x="410" y="156"/>
                  </a:lnTo>
                  <a:lnTo>
                    <a:pt x="411" y="157"/>
                  </a:lnTo>
                  <a:lnTo>
                    <a:pt x="411" y="158"/>
                  </a:lnTo>
                  <a:lnTo>
                    <a:pt x="411" y="159"/>
                  </a:lnTo>
                  <a:lnTo>
                    <a:pt x="411" y="159"/>
                  </a:lnTo>
                  <a:lnTo>
                    <a:pt x="411" y="159"/>
                  </a:lnTo>
                  <a:lnTo>
                    <a:pt x="411" y="160"/>
                  </a:lnTo>
                  <a:lnTo>
                    <a:pt x="410" y="160"/>
                  </a:lnTo>
                  <a:lnTo>
                    <a:pt x="410" y="162"/>
                  </a:lnTo>
                  <a:lnTo>
                    <a:pt x="410" y="162"/>
                  </a:lnTo>
                  <a:lnTo>
                    <a:pt x="410" y="163"/>
                  </a:lnTo>
                  <a:lnTo>
                    <a:pt x="410" y="163"/>
                  </a:lnTo>
                  <a:lnTo>
                    <a:pt x="410" y="165"/>
                  </a:lnTo>
                  <a:lnTo>
                    <a:pt x="409" y="165"/>
                  </a:lnTo>
                  <a:lnTo>
                    <a:pt x="409" y="167"/>
                  </a:lnTo>
                  <a:lnTo>
                    <a:pt x="408" y="167"/>
                  </a:lnTo>
                  <a:lnTo>
                    <a:pt x="408" y="167"/>
                  </a:lnTo>
                  <a:lnTo>
                    <a:pt x="408" y="167"/>
                  </a:lnTo>
                  <a:lnTo>
                    <a:pt x="408" y="168"/>
                  </a:lnTo>
                  <a:lnTo>
                    <a:pt x="407" y="168"/>
                  </a:lnTo>
                  <a:lnTo>
                    <a:pt x="407" y="169"/>
                  </a:lnTo>
                  <a:lnTo>
                    <a:pt x="406" y="171"/>
                  </a:lnTo>
                  <a:lnTo>
                    <a:pt x="406" y="172"/>
                  </a:lnTo>
                  <a:lnTo>
                    <a:pt x="405" y="172"/>
                  </a:lnTo>
                  <a:lnTo>
                    <a:pt x="405" y="173"/>
                  </a:lnTo>
                  <a:lnTo>
                    <a:pt x="405" y="174"/>
                  </a:lnTo>
                  <a:lnTo>
                    <a:pt x="405" y="174"/>
                  </a:lnTo>
                  <a:lnTo>
                    <a:pt x="405" y="174"/>
                  </a:lnTo>
                  <a:lnTo>
                    <a:pt x="405" y="175"/>
                  </a:lnTo>
                  <a:lnTo>
                    <a:pt x="405" y="176"/>
                  </a:lnTo>
                  <a:lnTo>
                    <a:pt x="404" y="176"/>
                  </a:lnTo>
                  <a:lnTo>
                    <a:pt x="404" y="178"/>
                  </a:lnTo>
                  <a:lnTo>
                    <a:pt x="404" y="178"/>
                  </a:lnTo>
                  <a:lnTo>
                    <a:pt x="404" y="180"/>
                  </a:lnTo>
                  <a:lnTo>
                    <a:pt x="403" y="180"/>
                  </a:lnTo>
                  <a:lnTo>
                    <a:pt x="403" y="180"/>
                  </a:lnTo>
                  <a:lnTo>
                    <a:pt x="403" y="180"/>
                  </a:lnTo>
                  <a:lnTo>
                    <a:pt x="403" y="182"/>
                  </a:lnTo>
                  <a:lnTo>
                    <a:pt x="402" y="183"/>
                  </a:lnTo>
                  <a:lnTo>
                    <a:pt x="402" y="183"/>
                  </a:lnTo>
                  <a:lnTo>
                    <a:pt x="402" y="183"/>
                  </a:lnTo>
                  <a:lnTo>
                    <a:pt x="402" y="184"/>
                  </a:lnTo>
                  <a:lnTo>
                    <a:pt x="401" y="184"/>
                  </a:lnTo>
                  <a:lnTo>
                    <a:pt x="401" y="185"/>
                  </a:lnTo>
                  <a:lnTo>
                    <a:pt x="401" y="185"/>
                  </a:lnTo>
                  <a:lnTo>
                    <a:pt x="401" y="185"/>
                  </a:lnTo>
                  <a:lnTo>
                    <a:pt x="401" y="185"/>
                  </a:lnTo>
                  <a:lnTo>
                    <a:pt x="401" y="185"/>
                  </a:lnTo>
                  <a:lnTo>
                    <a:pt x="400" y="186"/>
                  </a:lnTo>
                  <a:lnTo>
                    <a:pt x="399" y="187"/>
                  </a:lnTo>
                  <a:lnTo>
                    <a:pt x="399" y="188"/>
                  </a:lnTo>
                  <a:lnTo>
                    <a:pt x="398" y="188"/>
                  </a:lnTo>
                  <a:lnTo>
                    <a:pt x="397" y="189"/>
                  </a:lnTo>
                  <a:lnTo>
                    <a:pt x="397" y="189"/>
                  </a:lnTo>
                  <a:lnTo>
                    <a:pt x="397" y="189"/>
                  </a:lnTo>
                  <a:lnTo>
                    <a:pt x="397" y="190"/>
                  </a:lnTo>
                  <a:lnTo>
                    <a:pt x="396" y="191"/>
                  </a:lnTo>
                  <a:lnTo>
                    <a:pt x="396" y="192"/>
                  </a:lnTo>
                  <a:lnTo>
                    <a:pt x="395" y="195"/>
                  </a:lnTo>
                  <a:lnTo>
                    <a:pt x="394" y="198"/>
                  </a:lnTo>
                  <a:lnTo>
                    <a:pt x="394" y="204"/>
                  </a:lnTo>
                  <a:lnTo>
                    <a:pt x="393" y="207"/>
                  </a:lnTo>
                  <a:lnTo>
                    <a:pt x="393" y="208"/>
                  </a:lnTo>
                  <a:lnTo>
                    <a:pt x="393" y="211"/>
                  </a:lnTo>
                  <a:lnTo>
                    <a:pt x="393" y="212"/>
                  </a:lnTo>
                  <a:lnTo>
                    <a:pt x="393" y="213"/>
                  </a:lnTo>
                  <a:lnTo>
                    <a:pt x="392" y="215"/>
                  </a:lnTo>
                  <a:lnTo>
                    <a:pt x="392" y="217"/>
                  </a:lnTo>
                  <a:lnTo>
                    <a:pt x="393" y="219"/>
                  </a:lnTo>
                  <a:lnTo>
                    <a:pt x="393" y="219"/>
                  </a:lnTo>
                  <a:lnTo>
                    <a:pt x="392" y="219"/>
                  </a:lnTo>
                  <a:lnTo>
                    <a:pt x="392" y="220"/>
                  </a:lnTo>
                  <a:lnTo>
                    <a:pt x="392" y="222"/>
                  </a:lnTo>
                  <a:lnTo>
                    <a:pt x="391" y="224"/>
                  </a:lnTo>
                  <a:lnTo>
                    <a:pt x="391" y="225"/>
                  </a:lnTo>
                  <a:lnTo>
                    <a:pt x="390" y="227"/>
                  </a:lnTo>
                  <a:lnTo>
                    <a:pt x="390" y="228"/>
                  </a:lnTo>
                  <a:lnTo>
                    <a:pt x="389" y="231"/>
                  </a:lnTo>
                  <a:lnTo>
                    <a:pt x="389" y="232"/>
                  </a:lnTo>
                  <a:lnTo>
                    <a:pt x="388" y="236"/>
                  </a:lnTo>
                  <a:lnTo>
                    <a:pt x="388" y="241"/>
                  </a:lnTo>
                  <a:lnTo>
                    <a:pt x="387" y="244"/>
                  </a:lnTo>
                  <a:lnTo>
                    <a:pt x="387" y="245"/>
                  </a:lnTo>
                  <a:lnTo>
                    <a:pt x="386" y="247"/>
                  </a:lnTo>
                  <a:lnTo>
                    <a:pt x="384" y="249"/>
                  </a:lnTo>
                  <a:lnTo>
                    <a:pt x="382" y="249"/>
                  </a:lnTo>
                  <a:lnTo>
                    <a:pt x="376" y="252"/>
                  </a:lnTo>
                  <a:lnTo>
                    <a:pt x="371" y="254"/>
                  </a:lnTo>
                  <a:lnTo>
                    <a:pt x="368" y="257"/>
                  </a:lnTo>
                  <a:lnTo>
                    <a:pt x="366" y="258"/>
                  </a:lnTo>
                  <a:lnTo>
                    <a:pt x="366" y="260"/>
                  </a:lnTo>
                  <a:lnTo>
                    <a:pt x="366" y="261"/>
                  </a:lnTo>
                  <a:lnTo>
                    <a:pt x="365" y="261"/>
                  </a:lnTo>
                  <a:lnTo>
                    <a:pt x="365" y="262"/>
                  </a:lnTo>
                  <a:lnTo>
                    <a:pt x="364" y="262"/>
                  </a:lnTo>
                  <a:lnTo>
                    <a:pt x="363" y="263"/>
                  </a:lnTo>
                  <a:lnTo>
                    <a:pt x="362" y="264"/>
                  </a:lnTo>
                  <a:lnTo>
                    <a:pt x="362" y="267"/>
                  </a:lnTo>
                  <a:lnTo>
                    <a:pt x="362" y="267"/>
                  </a:lnTo>
                  <a:lnTo>
                    <a:pt x="362" y="268"/>
                  </a:lnTo>
                  <a:lnTo>
                    <a:pt x="361" y="269"/>
                  </a:lnTo>
                  <a:lnTo>
                    <a:pt x="358" y="271"/>
                  </a:lnTo>
                  <a:lnTo>
                    <a:pt x="355" y="274"/>
                  </a:lnTo>
                  <a:lnTo>
                    <a:pt x="355" y="271"/>
                  </a:lnTo>
                  <a:lnTo>
                    <a:pt x="354" y="271"/>
                  </a:lnTo>
                  <a:lnTo>
                    <a:pt x="354" y="271"/>
                  </a:lnTo>
                  <a:lnTo>
                    <a:pt x="354" y="271"/>
                  </a:lnTo>
                  <a:lnTo>
                    <a:pt x="353" y="270"/>
                  </a:lnTo>
                  <a:lnTo>
                    <a:pt x="353" y="269"/>
                  </a:lnTo>
                  <a:lnTo>
                    <a:pt x="352" y="269"/>
                  </a:lnTo>
                  <a:lnTo>
                    <a:pt x="351" y="268"/>
                  </a:lnTo>
                  <a:lnTo>
                    <a:pt x="350" y="267"/>
                  </a:lnTo>
                  <a:lnTo>
                    <a:pt x="350" y="267"/>
                  </a:lnTo>
                  <a:lnTo>
                    <a:pt x="350" y="267"/>
                  </a:lnTo>
                  <a:lnTo>
                    <a:pt x="350" y="267"/>
                  </a:lnTo>
                  <a:lnTo>
                    <a:pt x="350" y="266"/>
                  </a:lnTo>
                  <a:lnTo>
                    <a:pt x="349" y="264"/>
                  </a:lnTo>
                  <a:lnTo>
                    <a:pt x="349" y="264"/>
                  </a:lnTo>
                  <a:lnTo>
                    <a:pt x="349" y="263"/>
                  </a:lnTo>
                  <a:lnTo>
                    <a:pt x="349" y="263"/>
                  </a:lnTo>
                  <a:lnTo>
                    <a:pt x="348" y="263"/>
                  </a:lnTo>
                  <a:lnTo>
                    <a:pt x="347" y="263"/>
                  </a:lnTo>
                  <a:lnTo>
                    <a:pt x="347" y="262"/>
                  </a:lnTo>
                  <a:lnTo>
                    <a:pt x="347" y="262"/>
                  </a:lnTo>
                  <a:lnTo>
                    <a:pt x="346" y="262"/>
                  </a:lnTo>
                  <a:lnTo>
                    <a:pt x="347" y="261"/>
                  </a:lnTo>
                  <a:lnTo>
                    <a:pt x="348" y="260"/>
                  </a:lnTo>
                  <a:lnTo>
                    <a:pt x="348" y="258"/>
                  </a:lnTo>
                  <a:lnTo>
                    <a:pt x="348" y="258"/>
                  </a:lnTo>
                  <a:lnTo>
                    <a:pt x="347" y="258"/>
                  </a:lnTo>
                  <a:lnTo>
                    <a:pt x="347" y="257"/>
                  </a:lnTo>
                  <a:lnTo>
                    <a:pt x="346" y="257"/>
                  </a:lnTo>
                  <a:lnTo>
                    <a:pt x="346" y="256"/>
                  </a:lnTo>
                  <a:lnTo>
                    <a:pt x="346" y="256"/>
                  </a:lnTo>
                  <a:lnTo>
                    <a:pt x="346" y="256"/>
                  </a:lnTo>
                  <a:lnTo>
                    <a:pt x="346" y="255"/>
                  </a:lnTo>
                  <a:lnTo>
                    <a:pt x="347" y="255"/>
                  </a:lnTo>
                  <a:lnTo>
                    <a:pt x="346" y="254"/>
                  </a:lnTo>
                  <a:lnTo>
                    <a:pt x="346" y="254"/>
                  </a:lnTo>
                  <a:lnTo>
                    <a:pt x="346" y="253"/>
                  </a:lnTo>
                  <a:lnTo>
                    <a:pt x="346" y="253"/>
                  </a:lnTo>
                  <a:lnTo>
                    <a:pt x="345" y="253"/>
                  </a:lnTo>
                  <a:lnTo>
                    <a:pt x="345" y="252"/>
                  </a:lnTo>
                  <a:lnTo>
                    <a:pt x="344" y="252"/>
                  </a:lnTo>
                  <a:lnTo>
                    <a:pt x="344" y="251"/>
                  </a:lnTo>
                  <a:lnTo>
                    <a:pt x="344" y="251"/>
                  </a:lnTo>
                  <a:lnTo>
                    <a:pt x="343" y="250"/>
                  </a:lnTo>
                  <a:lnTo>
                    <a:pt x="343" y="250"/>
                  </a:lnTo>
                  <a:lnTo>
                    <a:pt x="343" y="249"/>
                  </a:lnTo>
                  <a:lnTo>
                    <a:pt x="342" y="249"/>
                  </a:lnTo>
                  <a:lnTo>
                    <a:pt x="342" y="249"/>
                  </a:lnTo>
                  <a:lnTo>
                    <a:pt x="341" y="249"/>
                  </a:lnTo>
                  <a:lnTo>
                    <a:pt x="341" y="249"/>
                  </a:lnTo>
                  <a:lnTo>
                    <a:pt x="342" y="248"/>
                  </a:lnTo>
                  <a:lnTo>
                    <a:pt x="342" y="248"/>
                  </a:lnTo>
                  <a:lnTo>
                    <a:pt x="342" y="246"/>
                  </a:lnTo>
                  <a:lnTo>
                    <a:pt x="343" y="246"/>
                  </a:lnTo>
                  <a:lnTo>
                    <a:pt x="343" y="245"/>
                  </a:lnTo>
                  <a:lnTo>
                    <a:pt x="343" y="245"/>
                  </a:lnTo>
                  <a:lnTo>
                    <a:pt x="343" y="245"/>
                  </a:lnTo>
                  <a:lnTo>
                    <a:pt x="344" y="245"/>
                  </a:lnTo>
                  <a:lnTo>
                    <a:pt x="344" y="244"/>
                  </a:lnTo>
                  <a:lnTo>
                    <a:pt x="343" y="245"/>
                  </a:lnTo>
                  <a:lnTo>
                    <a:pt x="343" y="245"/>
                  </a:lnTo>
                  <a:lnTo>
                    <a:pt x="343" y="246"/>
                  </a:lnTo>
                  <a:lnTo>
                    <a:pt x="342" y="246"/>
                  </a:lnTo>
                  <a:lnTo>
                    <a:pt x="341" y="246"/>
                  </a:lnTo>
                  <a:lnTo>
                    <a:pt x="342" y="247"/>
                  </a:lnTo>
                  <a:lnTo>
                    <a:pt x="341" y="248"/>
                  </a:lnTo>
                  <a:lnTo>
                    <a:pt x="341" y="249"/>
                  </a:lnTo>
                  <a:lnTo>
                    <a:pt x="341" y="250"/>
                  </a:lnTo>
                  <a:lnTo>
                    <a:pt x="342" y="250"/>
                  </a:lnTo>
                  <a:lnTo>
                    <a:pt x="342" y="250"/>
                  </a:lnTo>
                  <a:lnTo>
                    <a:pt x="342" y="250"/>
                  </a:lnTo>
                  <a:lnTo>
                    <a:pt x="342" y="250"/>
                  </a:lnTo>
                  <a:lnTo>
                    <a:pt x="343" y="251"/>
                  </a:lnTo>
                  <a:lnTo>
                    <a:pt x="343" y="252"/>
                  </a:lnTo>
                  <a:lnTo>
                    <a:pt x="344" y="253"/>
                  </a:lnTo>
                  <a:lnTo>
                    <a:pt x="344" y="253"/>
                  </a:lnTo>
                  <a:lnTo>
                    <a:pt x="344" y="254"/>
                  </a:lnTo>
                  <a:lnTo>
                    <a:pt x="344" y="254"/>
                  </a:lnTo>
                  <a:lnTo>
                    <a:pt x="344" y="254"/>
                  </a:lnTo>
                  <a:lnTo>
                    <a:pt x="344" y="255"/>
                  </a:lnTo>
                  <a:lnTo>
                    <a:pt x="344" y="256"/>
                  </a:lnTo>
                  <a:lnTo>
                    <a:pt x="344" y="257"/>
                  </a:lnTo>
                  <a:lnTo>
                    <a:pt x="345" y="258"/>
                  </a:lnTo>
                  <a:lnTo>
                    <a:pt x="347" y="258"/>
                  </a:lnTo>
                  <a:lnTo>
                    <a:pt x="347" y="259"/>
                  </a:lnTo>
                  <a:lnTo>
                    <a:pt x="346" y="260"/>
                  </a:lnTo>
                  <a:lnTo>
                    <a:pt x="345" y="261"/>
                  </a:lnTo>
                  <a:lnTo>
                    <a:pt x="345" y="262"/>
                  </a:lnTo>
                  <a:lnTo>
                    <a:pt x="346" y="263"/>
                  </a:lnTo>
                  <a:lnTo>
                    <a:pt x="348" y="263"/>
                  </a:lnTo>
                  <a:lnTo>
                    <a:pt x="349" y="264"/>
                  </a:lnTo>
                  <a:lnTo>
                    <a:pt x="349" y="265"/>
                  </a:lnTo>
                  <a:lnTo>
                    <a:pt x="349" y="267"/>
                  </a:lnTo>
                  <a:lnTo>
                    <a:pt x="349" y="267"/>
                  </a:lnTo>
                  <a:lnTo>
                    <a:pt x="349" y="268"/>
                  </a:lnTo>
                  <a:lnTo>
                    <a:pt x="349" y="269"/>
                  </a:lnTo>
                  <a:lnTo>
                    <a:pt x="351" y="270"/>
                  </a:lnTo>
                  <a:lnTo>
                    <a:pt x="352" y="270"/>
                  </a:lnTo>
                  <a:lnTo>
                    <a:pt x="352" y="271"/>
                  </a:lnTo>
                  <a:lnTo>
                    <a:pt x="353" y="271"/>
                  </a:lnTo>
                  <a:lnTo>
                    <a:pt x="353" y="271"/>
                  </a:lnTo>
                  <a:lnTo>
                    <a:pt x="353" y="272"/>
                  </a:lnTo>
                  <a:lnTo>
                    <a:pt x="353" y="273"/>
                  </a:lnTo>
                  <a:lnTo>
                    <a:pt x="354" y="273"/>
                  </a:lnTo>
                  <a:lnTo>
                    <a:pt x="354" y="273"/>
                  </a:lnTo>
                  <a:lnTo>
                    <a:pt x="353" y="274"/>
                  </a:lnTo>
                  <a:lnTo>
                    <a:pt x="353" y="275"/>
                  </a:lnTo>
                  <a:lnTo>
                    <a:pt x="353" y="276"/>
                  </a:lnTo>
                  <a:lnTo>
                    <a:pt x="352" y="277"/>
                  </a:lnTo>
                  <a:lnTo>
                    <a:pt x="352" y="277"/>
                  </a:lnTo>
                  <a:lnTo>
                    <a:pt x="352" y="277"/>
                  </a:lnTo>
                  <a:lnTo>
                    <a:pt x="351" y="278"/>
                  </a:lnTo>
                  <a:lnTo>
                    <a:pt x="351" y="279"/>
                  </a:lnTo>
                  <a:lnTo>
                    <a:pt x="351" y="279"/>
                  </a:lnTo>
                  <a:lnTo>
                    <a:pt x="351" y="280"/>
                  </a:lnTo>
                  <a:lnTo>
                    <a:pt x="350" y="280"/>
                  </a:lnTo>
                  <a:lnTo>
                    <a:pt x="350" y="280"/>
                  </a:lnTo>
                  <a:lnTo>
                    <a:pt x="349" y="280"/>
                  </a:lnTo>
                  <a:lnTo>
                    <a:pt x="349" y="280"/>
                  </a:lnTo>
                  <a:lnTo>
                    <a:pt x="348" y="281"/>
                  </a:lnTo>
                  <a:lnTo>
                    <a:pt x="346" y="282"/>
                  </a:lnTo>
                  <a:lnTo>
                    <a:pt x="346" y="282"/>
                  </a:lnTo>
                  <a:lnTo>
                    <a:pt x="345" y="283"/>
                  </a:lnTo>
                  <a:lnTo>
                    <a:pt x="345" y="283"/>
                  </a:lnTo>
                  <a:lnTo>
                    <a:pt x="345" y="283"/>
                  </a:lnTo>
                  <a:lnTo>
                    <a:pt x="345" y="283"/>
                  </a:lnTo>
                  <a:lnTo>
                    <a:pt x="344" y="284"/>
                  </a:lnTo>
                  <a:lnTo>
                    <a:pt x="344" y="285"/>
                  </a:lnTo>
                  <a:lnTo>
                    <a:pt x="344" y="285"/>
                  </a:lnTo>
                  <a:lnTo>
                    <a:pt x="343" y="286"/>
                  </a:lnTo>
                  <a:lnTo>
                    <a:pt x="343" y="287"/>
                  </a:lnTo>
                  <a:lnTo>
                    <a:pt x="343" y="288"/>
                  </a:lnTo>
                  <a:lnTo>
                    <a:pt x="342" y="289"/>
                  </a:lnTo>
                  <a:lnTo>
                    <a:pt x="341" y="289"/>
                  </a:lnTo>
                  <a:lnTo>
                    <a:pt x="341" y="287"/>
                  </a:lnTo>
                  <a:lnTo>
                    <a:pt x="342" y="287"/>
                  </a:lnTo>
                  <a:lnTo>
                    <a:pt x="342" y="285"/>
                  </a:lnTo>
                  <a:lnTo>
                    <a:pt x="342" y="284"/>
                  </a:lnTo>
                  <a:lnTo>
                    <a:pt x="342" y="284"/>
                  </a:lnTo>
                  <a:lnTo>
                    <a:pt x="342" y="284"/>
                  </a:lnTo>
                  <a:lnTo>
                    <a:pt x="341" y="284"/>
                  </a:lnTo>
                  <a:lnTo>
                    <a:pt x="341" y="284"/>
                  </a:lnTo>
                  <a:lnTo>
                    <a:pt x="341" y="284"/>
                  </a:lnTo>
                  <a:lnTo>
                    <a:pt x="341" y="283"/>
                  </a:lnTo>
                  <a:lnTo>
                    <a:pt x="340" y="282"/>
                  </a:lnTo>
                  <a:lnTo>
                    <a:pt x="339" y="281"/>
                  </a:lnTo>
                  <a:lnTo>
                    <a:pt x="336" y="280"/>
                  </a:lnTo>
                  <a:lnTo>
                    <a:pt x="336" y="279"/>
                  </a:lnTo>
                  <a:lnTo>
                    <a:pt x="336" y="279"/>
                  </a:lnTo>
                  <a:lnTo>
                    <a:pt x="336" y="277"/>
                  </a:lnTo>
                  <a:lnTo>
                    <a:pt x="336" y="276"/>
                  </a:lnTo>
                  <a:lnTo>
                    <a:pt x="336" y="273"/>
                  </a:lnTo>
                  <a:lnTo>
                    <a:pt x="336" y="273"/>
                  </a:lnTo>
                  <a:lnTo>
                    <a:pt x="336" y="272"/>
                  </a:lnTo>
                  <a:lnTo>
                    <a:pt x="336" y="272"/>
                  </a:lnTo>
                  <a:lnTo>
                    <a:pt x="336" y="272"/>
                  </a:lnTo>
                  <a:lnTo>
                    <a:pt x="335" y="272"/>
                  </a:lnTo>
                  <a:lnTo>
                    <a:pt x="335" y="272"/>
                  </a:lnTo>
                  <a:lnTo>
                    <a:pt x="335" y="271"/>
                  </a:lnTo>
                  <a:lnTo>
                    <a:pt x="334" y="271"/>
                  </a:lnTo>
                  <a:lnTo>
                    <a:pt x="333" y="271"/>
                  </a:lnTo>
                  <a:lnTo>
                    <a:pt x="333" y="271"/>
                  </a:lnTo>
                  <a:lnTo>
                    <a:pt x="332" y="271"/>
                  </a:lnTo>
                  <a:lnTo>
                    <a:pt x="332" y="271"/>
                  </a:lnTo>
                  <a:lnTo>
                    <a:pt x="331" y="271"/>
                  </a:lnTo>
                  <a:lnTo>
                    <a:pt x="331" y="271"/>
                  </a:lnTo>
                  <a:lnTo>
                    <a:pt x="330" y="271"/>
                  </a:lnTo>
                  <a:lnTo>
                    <a:pt x="330" y="270"/>
                  </a:lnTo>
                  <a:lnTo>
                    <a:pt x="328" y="270"/>
                  </a:lnTo>
                  <a:lnTo>
                    <a:pt x="327" y="268"/>
                  </a:lnTo>
                  <a:lnTo>
                    <a:pt x="326" y="268"/>
                  </a:lnTo>
                  <a:lnTo>
                    <a:pt x="324" y="268"/>
                  </a:lnTo>
                  <a:lnTo>
                    <a:pt x="323" y="267"/>
                  </a:lnTo>
                  <a:lnTo>
                    <a:pt x="322" y="267"/>
                  </a:lnTo>
                  <a:lnTo>
                    <a:pt x="322" y="266"/>
                  </a:lnTo>
                  <a:lnTo>
                    <a:pt x="320" y="266"/>
                  </a:lnTo>
                  <a:lnTo>
                    <a:pt x="319" y="265"/>
                  </a:lnTo>
                  <a:lnTo>
                    <a:pt x="319" y="265"/>
                  </a:lnTo>
                  <a:lnTo>
                    <a:pt x="318" y="263"/>
                  </a:lnTo>
                  <a:lnTo>
                    <a:pt x="317" y="263"/>
                  </a:lnTo>
                  <a:lnTo>
                    <a:pt x="316" y="263"/>
                  </a:lnTo>
                  <a:lnTo>
                    <a:pt x="315" y="262"/>
                  </a:lnTo>
                  <a:lnTo>
                    <a:pt x="315" y="262"/>
                  </a:lnTo>
                  <a:lnTo>
                    <a:pt x="315" y="261"/>
                  </a:lnTo>
                  <a:lnTo>
                    <a:pt x="314" y="260"/>
                  </a:lnTo>
                  <a:lnTo>
                    <a:pt x="314" y="260"/>
                  </a:lnTo>
                  <a:lnTo>
                    <a:pt x="314" y="261"/>
                  </a:lnTo>
                  <a:lnTo>
                    <a:pt x="314" y="262"/>
                  </a:lnTo>
                  <a:lnTo>
                    <a:pt x="315" y="262"/>
                  </a:lnTo>
                  <a:lnTo>
                    <a:pt x="315" y="263"/>
                  </a:lnTo>
                  <a:lnTo>
                    <a:pt x="316" y="263"/>
                  </a:lnTo>
                  <a:lnTo>
                    <a:pt x="315" y="263"/>
                  </a:lnTo>
                  <a:lnTo>
                    <a:pt x="316" y="263"/>
                  </a:lnTo>
                  <a:lnTo>
                    <a:pt x="317" y="265"/>
                  </a:lnTo>
                  <a:lnTo>
                    <a:pt x="318" y="267"/>
                  </a:lnTo>
                  <a:lnTo>
                    <a:pt x="320" y="268"/>
                  </a:lnTo>
                  <a:lnTo>
                    <a:pt x="320" y="268"/>
                  </a:lnTo>
                  <a:lnTo>
                    <a:pt x="321" y="268"/>
                  </a:lnTo>
                  <a:lnTo>
                    <a:pt x="322" y="268"/>
                  </a:lnTo>
                  <a:lnTo>
                    <a:pt x="323" y="269"/>
                  </a:lnTo>
                  <a:lnTo>
                    <a:pt x="323" y="269"/>
                  </a:lnTo>
                  <a:lnTo>
                    <a:pt x="323" y="271"/>
                  </a:lnTo>
                  <a:lnTo>
                    <a:pt x="323" y="271"/>
                  </a:lnTo>
                  <a:lnTo>
                    <a:pt x="325" y="271"/>
                  </a:lnTo>
                  <a:lnTo>
                    <a:pt x="325" y="271"/>
                  </a:lnTo>
                  <a:lnTo>
                    <a:pt x="327" y="271"/>
                  </a:lnTo>
                  <a:lnTo>
                    <a:pt x="327" y="271"/>
                  </a:lnTo>
                  <a:lnTo>
                    <a:pt x="328" y="271"/>
                  </a:lnTo>
                  <a:lnTo>
                    <a:pt x="328" y="271"/>
                  </a:lnTo>
                  <a:lnTo>
                    <a:pt x="330" y="272"/>
                  </a:lnTo>
                  <a:lnTo>
                    <a:pt x="330" y="272"/>
                  </a:lnTo>
                  <a:lnTo>
                    <a:pt x="331" y="273"/>
                  </a:lnTo>
                  <a:lnTo>
                    <a:pt x="332" y="273"/>
                  </a:lnTo>
                  <a:lnTo>
                    <a:pt x="333" y="273"/>
                  </a:lnTo>
                  <a:lnTo>
                    <a:pt x="333" y="273"/>
                  </a:lnTo>
                  <a:lnTo>
                    <a:pt x="334" y="275"/>
                  </a:lnTo>
                  <a:lnTo>
                    <a:pt x="334" y="278"/>
                  </a:lnTo>
                  <a:lnTo>
                    <a:pt x="334" y="279"/>
                  </a:lnTo>
                  <a:lnTo>
                    <a:pt x="335" y="281"/>
                  </a:lnTo>
                  <a:lnTo>
                    <a:pt x="335" y="282"/>
                  </a:lnTo>
                  <a:lnTo>
                    <a:pt x="335" y="282"/>
                  </a:lnTo>
                  <a:lnTo>
                    <a:pt x="335" y="282"/>
                  </a:lnTo>
                  <a:lnTo>
                    <a:pt x="333" y="282"/>
                  </a:lnTo>
                  <a:lnTo>
                    <a:pt x="331" y="281"/>
                  </a:lnTo>
                  <a:lnTo>
                    <a:pt x="330" y="280"/>
                  </a:lnTo>
                  <a:lnTo>
                    <a:pt x="329" y="280"/>
                  </a:lnTo>
                  <a:lnTo>
                    <a:pt x="329" y="281"/>
                  </a:lnTo>
                  <a:lnTo>
                    <a:pt x="327" y="281"/>
                  </a:lnTo>
                  <a:lnTo>
                    <a:pt x="327" y="282"/>
                  </a:lnTo>
                  <a:lnTo>
                    <a:pt x="327" y="282"/>
                  </a:lnTo>
                  <a:lnTo>
                    <a:pt x="327" y="282"/>
                  </a:lnTo>
                  <a:lnTo>
                    <a:pt x="326" y="282"/>
                  </a:lnTo>
                  <a:lnTo>
                    <a:pt x="326" y="283"/>
                  </a:lnTo>
                  <a:lnTo>
                    <a:pt x="325" y="283"/>
                  </a:lnTo>
                  <a:lnTo>
                    <a:pt x="325" y="283"/>
                  </a:lnTo>
                  <a:lnTo>
                    <a:pt x="324" y="283"/>
                  </a:lnTo>
                  <a:lnTo>
                    <a:pt x="324" y="282"/>
                  </a:lnTo>
                  <a:lnTo>
                    <a:pt x="324" y="282"/>
                  </a:lnTo>
                  <a:lnTo>
                    <a:pt x="323" y="282"/>
                  </a:lnTo>
                  <a:lnTo>
                    <a:pt x="323" y="282"/>
                  </a:lnTo>
                  <a:lnTo>
                    <a:pt x="323" y="282"/>
                  </a:lnTo>
                  <a:lnTo>
                    <a:pt x="322" y="282"/>
                  </a:lnTo>
                  <a:lnTo>
                    <a:pt x="322" y="282"/>
                  </a:lnTo>
                  <a:lnTo>
                    <a:pt x="320" y="282"/>
                  </a:lnTo>
                  <a:lnTo>
                    <a:pt x="319" y="282"/>
                  </a:lnTo>
                  <a:lnTo>
                    <a:pt x="319" y="282"/>
                  </a:lnTo>
                  <a:lnTo>
                    <a:pt x="318" y="280"/>
                  </a:lnTo>
                  <a:lnTo>
                    <a:pt x="318" y="280"/>
                  </a:lnTo>
                  <a:lnTo>
                    <a:pt x="315" y="279"/>
                  </a:lnTo>
                  <a:lnTo>
                    <a:pt x="315" y="280"/>
                  </a:lnTo>
                  <a:lnTo>
                    <a:pt x="314" y="280"/>
                  </a:lnTo>
                  <a:lnTo>
                    <a:pt x="314" y="280"/>
                  </a:lnTo>
                  <a:lnTo>
                    <a:pt x="314" y="280"/>
                  </a:lnTo>
                  <a:lnTo>
                    <a:pt x="313" y="280"/>
                  </a:lnTo>
                  <a:lnTo>
                    <a:pt x="312" y="280"/>
                  </a:lnTo>
                  <a:lnTo>
                    <a:pt x="311" y="281"/>
                  </a:lnTo>
                  <a:lnTo>
                    <a:pt x="310" y="282"/>
                  </a:lnTo>
                  <a:lnTo>
                    <a:pt x="310" y="283"/>
                  </a:lnTo>
                  <a:lnTo>
                    <a:pt x="310" y="283"/>
                  </a:lnTo>
                  <a:lnTo>
                    <a:pt x="309" y="282"/>
                  </a:lnTo>
                  <a:lnTo>
                    <a:pt x="307" y="282"/>
                  </a:lnTo>
                  <a:lnTo>
                    <a:pt x="307" y="283"/>
                  </a:lnTo>
                  <a:lnTo>
                    <a:pt x="305" y="283"/>
                  </a:lnTo>
                  <a:lnTo>
                    <a:pt x="305" y="282"/>
                  </a:lnTo>
                  <a:lnTo>
                    <a:pt x="305" y="283"/>
                  </a:lnTo>
                  <a:lnTo>
                    <a:pt x="304" y="281"/>
                  </a:lnTo>
                  <a:lnTo>
                    <a:pt x="303" y="281"/>
                  </a:lnTo>
                  <a:lnTo>
                    <a:pt x="301" y="282"/>
                  </a:lnTo>
                  <a:lnTo>
                    <a:pt x="301" y="282"/>
                  </a:lnTo>
                  <a:lnTo>
                    <a:pt x="301" y="282"/>
                  </a:lnTo>
                  <a:lnTo>
                    <a:pt x="301" y="282"/>
                  </a:lnTo>
                  <a:lnTo>
                    <a:pt x="301" y="283"/>
                  </a:lnTo>
                  <a:lnTo>
                    <a:pt x="300" y="283"/>
                  </a:lnTo>
                  <a:lnTo>
                    <a:pt x="300" y="283"/>
                  </a:lnTo>
                  <a:lnTo>
                    <a:pt x="300" y="284"/>
                  </a:lnTo>
                  <a:lnTo>
                    <a:pt x="299" y="284"/>
                  </a:lnTo>
                  <a:lnTo>
                    <a:pt x="299" y="283"/>
                  </a:lnTo>
                  <a:lnTo>
                    <a:pt x="299" y="283"/>
                  </a:lnTo>
                  <a:lnTo>
                    <a:pt x="298" y="283"/>
                  </a:lnTo>
                  <a:lnTo>
                    <a:pt x="298" y="284"/>
                  </a:lnTo>
                  <a:lnTo>
                    <a:pt x="299" y="284"/>
                  </a:lnTo>
                  <a:lnTo>
                    <a:pt x="298" y="284"/>
                  </a:lnTo>
                  <a:lnTo>
                    <a:pt x="298" y="284"/>
                  </a:lnTo>
                  <a:lnTo>
                    <a:pt x="298" y="284"/>
                  </a:lnTo>
                  <a:lnTo>
                    <a:pt x="299" y="284"/>
                  </a:lnTo>
                  <a:lnTo>
                    <a:pt x="299" y="284"/>
                  </a:lnTo>
                  <a:lnTo>
                    <a:pt x="301" y="284"/>
                  </a:lnTo>
                  <a:lnTo>
                    <a:pt x="302" y="285"/>
                  </a:lnTo>
                  <a:lnTo>
                    <a:pt x="302" y="285"/>
                  </a:lnTo>
                  <a:lnTo>
                    <a:pt x="303" y="284"/>
                  </a:lnTo>
                  <a:lnTo>
                    <a:pt x="304" y="284"/>
                  </a:lnTo>
                  <a:lnTo>
                    <a:pt x="304" y="285"/>
                  </a:lnTo>
                  <a:lnTo>
                    <a:pt x="305" y="285"/>
                  </a:lnTo>
                  <a:lnTo>
                    <a:pt x="305" y="285"/>
                  </a:lnTo>
                  <a:lnTo>
                    <a:pt x="308" y="285"/>
                  </a:lnTo>
                  <a:lnTo>
                    <a:pt x="309" y="286"/>
                  </a:lnTo>
                  <a:lnTo>
                    <a:pt x="309" y="286"/>
                  </a:lnTo>
                  <a:lnTo>
                    <a:pt x="310" y="286"/>
                  </a:lnTo>
                  <a:lnTo>
                    <a:pt x="311" y="286"/>
                  </a:lnTo>
                  <a:lnTo>
                    <a:pt x="313" y="285"/>
                  </a:lnTo>
                  <a:lnTo>
                    <a:pt x="313" y="285"/>
                  </a:lnTo>
                  <a:lnTo>
                    <a:pt x="314" y="284"/>
                  </a:lnTo>
                  <a:lnTo>
                    <a:pt x="317" y="284"/>
                  </a:lnTo>
                  <a:lnTo>
                    <a:pt x="317" y="284"/>
                  </a:lnTo>
                  <a:lnTo>
                    <a:pt x="318" y="284"/>
                  </a:lnTo>
                  <a:lnTo>
                    <a:pt x="318" y="285"/>
                  </a:lnTo>
                  <a:lnTo>
                    <a:pt x="320" y="286"/>
                  </a:lnTo>
                  <a:lnTo>
                    <a:pt x="322" y="286"/>
                  </a:lnTo>
                  <a:lnTo>
                    <a:pt x="323" y="285"/>
                  </a:lnTo>
                  <a:lnTo>
                    <a:pt x="324" y="285"/>
                  </a:lnTo>
                  <a:lnTo>
                    <a:pt x="325" y="285"/>
                  </a:lnTo>
                  <a:lnTo>
                    <a:pt x="325" y="285"/>
                  </a:lnTo>
                  <a:lnTo>
                    <a:pt x="326" y="285"/>
                  </a:lnTo>
                  <a:lnTo>
                    <a:pt x="327" y="285"/>
                  </a:lnTo>
                  <a:lnTo>
                    <a:pt x="327" y="284"/>
                  </a:lnTo>
                  <a:lnTo>
                    <a:pt x="327" y="284"/>
                  </a:lnTo>
                  <a:lnTo>
                    <a:pt x="328" y="285"/>
                  </a:lnTo>
                  <a:lnTo>
                    <a:pt x="329" y="284"/>
                  </a:lnTo>
                  <a:lnTo>
                    <a:pt x="329" y="284"/>
                  </a:lnTo>
                  <a:lnTo>
                    <a:pt x="331" y="284"/>
                  </a:lnTo>
                  <a:lnTo>
                    <a:pt x="332" y="284"/>
                  </a:lnTo>
                  <a:lnTo>
                    <a:pt x="332" y="284"/>
                  </a:lnTo>
                  <a:lnTo>
                    <a:pt x="332" y="284"/>
                  </a:lnTo>
                  <a:lnTo>
                    <a:pt x="333" y="284"/>
                  </a:lnTo>
                  <a:lnTo>
                    <a:pt x="333" y="284"/>
                  </a:lnTo>
                  <a:lnTo>
                    <a:pt x="333" y="285"/>
                  </a:lnTo>
                  <a:lnTo>
                    <a:pt x="334" y="286"/>
                  </a:lnTo>
                  <a:lnTo>
                    <a:pt x="334" y="286"/>
                  </a:lnTo>
                  <a:lnTo>
                    <a:pt x="335" y="286"/>
                  </a:lnTo>
                  <a:lnTo>
                    <a:pt x="336" y="286"/>
                  </a:lnTo>
                  <a:lnTo>
                    <a:pt x="336" y="285"/>
                  </a:lnTo>
                  <a:lnTo>
                    <a:pt x="335" y="285"/>
                  </a:lnTo>
                  <a:lnTo>
                    <a:pt x="335" y="284"/>
                  </a:lnTo>
                  <a:lnTo>
                    <a:pt x="336" y="284"/>
                  </a:lnTo>
                  <a:lnTo>
                    <a:pt x="336" y="284"/>
                  </a:lnTo>
                  <a:lnTo>
                    <a:pt x="336" y="284"/>
                  </a:lnTo>
                  <a:lnTo>
                    <a:pt x="336" y="284"/>
                  </a:lnTo>
                  <a:lnTo>
                    <a:pt x="336" y="284"/>
                  </a:lnTo>
                  <a:lnTo>
                    <a:pt x="337" y="284"/>
                  </a:lnTo>
                  <a:lnTo>
                    <a:pt x="337" y="284"/>
                  </a:lnTo>
                  <a:lnTo>
                    <a:pt x="337" y="284"/>
                  </a:lnTo>
                  <a:lnTo>
                    <a:pt x="337" y="284"/>
                  </a:lnTo>
                  <a:lnTo>
                    <a:pt x="337" y="285"/>
                  </a:lnTo>
                  <a:lnTo>
                    <a:pt x="337" y="287"/>
                  </a:lnTo>
                  <a:lnTo>
                    <a:pt x="337" y="287"/>
                  </a:lnTo>
                  <a:lnTo>
                    <a:pt x="336" y="287"/>
                  </a:lnTo>
                  <a:lnTo>
                    <a:pt x="335" y="289"/>
                  </a:lnTo>
                  <a:lnTo>
                    <a:pt x="334" y="289"/>
                  </a:lnTo>
                  <a:lnTo>
                    <a:pt x="334" y="289"/>
                  </a:lnTo>
                  <a:lnTo>
                    <a:pt x="334" y="289"/>
                  </a:lnTo>
                  <a:lnTo>
                    <a:pt x="334" y="290"/>
                  </a:lnTo>
                  <a:lnTo>
                    <a:pt x="333" y="291"/>
                  </a:lnTo>
                  <a:lnTo>
                    <a:pt x="333" y="291"/>
                  </a:lnTo>
                  <a:lnTo>
                    <a:pt x="332" y="292"/>
                  </a:lnTo>
                  <a:lnTo>
                    <a:pt x="332" y="293"/>
                  </a:lnTo>
                  <a:lnTo>
                    <a:pt x="331" y="293"/>
                  </a:lnTo>
                  <a:lnTo>
                    <a:pt x="331" y="293"/>
                  </a:lnTo>
                  <a:lnTo>
                    <a:pt x="331" y="294"/>
                  </a:lnTo>
                  <a:lnTo>
                    <a:pt x="331" y="296"/>
                  </a:lnTo>
                  <a:lnTo>
                    <a:pt x="331" y="296"/>
                  </a:lnTo>
                  <a:lnTo>
                    <a:pt x="331" y="297"/>
                  </a:lnTo>
                  <a:lnTo>
                    <a:pt x="331" y="297"/>
                  </a:lnTo>
                  <a:lnTo>
                    <a:pt x="330" y="297"/>
                  </a:lnTo>
                  <a:lnTo>
                    <a:pt x="330" y="298"/>
                  </a:lnTo>
                  <a:lnTo>
                    <a:pt x="330" y="299"/>
                  </a:lnTo>
                  <a:lnTo>
                    <a:pt x="330" y="300"/>
                  </a:lnTo>
                  <a:lnTo>
                    <a:pt x="329" y="301"/>
                  </a:lnTo>
                  <a:lnTo>
                    <a:pt x="327" y="301"/>
                  </a:lnTo>
                  <a:lnTo>
                    <a:pt x="327" y="300"/>
                  </a:lnTo>
                  <a:lnTo>
                    <a:pt x="327" y="299"/>
                  </a:lnTo>
                  <a:lnTo>
                    <a:pt x="327" y="299"/>
                  </a:lnTo>
                  <a:lnTo>
                    <a:pt x="327" y="299"/>
                  </a:lnTo>
                  <a:lnTo>
                    <a:pt x="327" y="300"/>
                  </a:lnTo>
                  <a:lnTo>
                    <a:pt x="327" y="301"/>
                  </a:lnTo>
                  <a:lnTo>
                    <a:pt x="327" y="301"/>
                  </a:lnTo>
                  <a:lnTo>
                    <a:pt x="327" y="302"/>
                  </a:lnTo>
                  <a:lnTo>
                    <a:pt x="326" y="302"/>
                  </a:lnTo>
                  <a:lnTo>
                    <a:pt x="326" y="302"/>
                  </a:lnTo>
                  <a:lnTo>
                    <a:pt x="324" y="302"/>
                  </a:lnTo>
                  <a:lnTo>
                    <a:pt x="324" y="302"/>
                  </a:lnTo>
                  <a:lnTo>
                    <a:pt x="324" y="302"/>
                  </a:lnTo>
                  <a:lnTo>
                    <a:pt x="324" y="302"/>
                  </a:lnTo>
                  <a:lnTo>
                    <a:pt x="325" y="302"/>
                  </a:lnTo>
                  <a:lnTo>
                    <a:pt x="326" y="302"/>
                  </a:lnTo>
                  <a:lnTo>
                    <a:pt x="326" y="303"/>
                  </a:lnTo>
                  <a:lnTo>
                    <a:pt x="326" y="304"/>
                  </a:lnTo>
                  <a:lnTo>
                    <a:pt x="326" y="304"/>
                  </a:lnTo>
                  <a:lnTo>
                    <a:pt x="327" y="304"/>
                  </a:lnTo>
                  <a:lnTo>
                    <a:pt x="327" y="302"/>
                  </a:lnTo>
                  <a:lnTo>
                    <a:pt x="327" y="302"/>
                  </a:lnTo>
                  <a:lnTo>
                    <a:pt x="327" y="302"/>
                  </a:lnTo>
                  <a:lnTo>
                    <a:pt x="327" y="302"/>
                  </a:lnTo>
                  <a:lnTo>
                    <a:pt x="330" y="302"/>
                  </a:lnTo>
                  <a:lnTo>
                    <a:pt x="331" y="302"/>
                  </a:lnTo>
                  <a:lnTo>
                    <a:pt x="331" y="302"/>
                  </a:lnTo>
                  <a:lnTo>
                    <a:pt x="331" y="302"/>
                  </a:lnTo>
                  <a:lnTo>
                    <a:pt x="331" y="302"/>
                  </a:lnTo>
                  <a:lnTo>
                    <a:pt x="331" y="302"/>
                  </a:lnTo>
                  <a:lnTo>
                    <a:pt x="332" y="302"/>
                  </a:lnTo>
                  <a:lnTo>
                    <a:pt x="332" y="302"/>
                  </a:lnTo>
                  <a:lnTo>
                    <a:pt x="333" y="303"/>
                  </a:lnTo>
                  <a:lnTo>
                    <a:pt x="332" y="304"/>
                  </a:lnTo>
                  <a:lnTo>
                    <a:pt x="333" y="304"/>
                  </a:lnTo>
                  <a:lnTo>
                    <a:pt x="333" y="305"/>
                  </a:lnTo>
                  <a:lnTo>
                    <a:pt x="333" y="306"/>
                  </a:lnTo>
                  <a:lnTo>
                    <a:pt x="333" y="306"/>
                  </a:lnTo>
                  <a:lnTo>
                    <a:pt x="333" y="306"/>
                  </a:lnTo>
                  <a:lnTo>
                    <a:pt x="332" y="306"/>
                  </a:lnTo>
                  <a:lnTo>
                    <a:pt x="332" y="307"/>
                  </a:lnTo>
                  <a:lnTo>
                    <a:pt x="333" y="307"/>
                  </a:lnTo>
                  <a:lnTo>
                    <a:pt x="334" y="306"/>
                  </a:lnTo>
                  <a:lnTo>
                    <a:pt x="334" y="306"/>
                  </a:lnTo>
                  <a:lnTo>
                    <a:pt x="334" y="305"/>
                  </a:lnTo>
                  <a:lnTo>
                    <a:pt x="333" y="304"/>
                  </a:lnTo>
                  <a:lnTo>
                    <a:pt x="333" y="302"/>
                  </a:lnTo>
                  <a:lnTo>
                    <a:pt x="333" y="302"/>
                  </a:lnTo>
                  <a:lnTo>
                    <a:pt x="332" y="301"/>
                  </a:lnTo>
                  <a:lnTo>
                    <a:pt x="333" y="301"/>
                  </a:lnTo>
                  <a:lnTo>
                    <a:pt x="333" y="302"/>
                  </a:lnTo>
                  <a:lnTo>
                    <a:pt x="333" y="302"/>
                  </a:lnTo>
                  <a:lnTo>
                    <a:pt x="333" y="302"/>
                  </a:lnTo>
                  <a:lnTo>
                    <a:pt x="333" y="301"/>
                  </a:lnTo>
                  <a:lnTo>
                    <a:pt x="334" y="302"/>
                  </a:lnTo>
                  <a:lnTo>
                    <a:pt x="334" y="302"/>
                  </a:lnTo>
                  <a:lnTo>
                    <a:pt x="335" y="302"/>
                  </a:lnTo>
                  <a:lnTo>
                    <a:pt x="335" y="302"/>
                  </a:lnTo>
                  <a:lnTo>
                    <a:pt x="336" y="303"/>
                  </a:lnTo>
                  <a:lnTo>
                    <a:pt x="336" y="304"/>
                  </a:lnTo>
                  <a:lnTo>
                    <a:pt x="336" y="304"/>
                  </a:lnTo>
                  <a:lnTo>
                    <a:pt x="337" y="304"/>
                  </a:lnTo>
                  <a:lnTo>
                    <a:pt x="337" y="307"/>
                  </a:lnTo>
                  <a:lnTo>
                    <a:pt x="337" y="307"/>
                  </a:lnTo>
                  <a:lnTo>
                    <a:pt x="337" y="307"/>
                  </a:lnTo>
                  <a:lnTo>
                    <a:pt x="336" y="308"/>
                  </a:lnTo>
                  <a:lnTo>
                    <a:pt x="336" y="309"/>
                  </a:lnTo>
                  <a:lnTo>
                    <a:pt x="336" y="310"/>
                  </a:lnTo>
                  <a:lnTo>
                    <a:pt x="336" y="310"/>
                  </a:lnTo>
                  <a:lnTo>
                    <a:pt x="335" y="310"/>
                  </a:lnTo>
                  <a:lnTo>
                    <a:pt x="335" y="310"/>
                  </a:lnTo>
                  <a:lnTo>
                    <a:pt x="335" y="311"/>
                  </a:lnTo>
                  <a:lnTo>
                    <a:pt x="334" y="312"/>
                  </a:lnTo>
                  <a:lnTo>
                    <a:pt x="333" y="312"/>
                  </a:lnTo>
                  <a:lnTo>
                    <a:pt x="332" y="313"/>
                  </a:lnTo>
                  <a:lnTo>
                    <a:pt x="332" y="314"/>
                  </a:lnTo>
                  <a:lnTo>
                    <a:pt x="331" y="314"/>
                  </a:lnTo>
                  <a:lnTo>
                    <a:pt x="331" y="315"/>
                  </a:lnTo>
                  <a:lnTo>
                    <a:pt x="331" y="315"/>
                  </a:lnTo>
                  <a:lnTo>
                    <a:pt x="330" y="316"/>
                  </a:lnTo>
                  <a:lnTo>
                    <a:pt x="329" y="318"/>
                  </a:lnTo>
                  <a:lnTo>
                    <a:pt x="328" y="318"/>
                  </a:lnTo>
                  <a:lnTo>
                    <a:pt x="328" y="319"/>
                  </a:lnTo>
                  <a:lnTo>
                    <a:pt x="327" y="320"/>
                  </a:lnTo>
                  <a:lnTo>
                    <a:pt x="327" y="320"/>
                  </a:lnTo>
                  <a:lnTo>
                    <a:pt x="326" y="321"/>
                  </a:lnTo>
                  <a:lnTo>
                    <a:pt x="325" y="321"/>
                  </a:lnTo>
                  <a:lnTo>
                    <a:pt x="325" y="322"/>
                  </a:lnTo>
                  <a:lnTo>
                    <a:pt x="323" y="323"/>
                  </a:lnTo>
                  <a:lnTo>
                    <a:pt x="323" y="323"/>
                  </a:lnTo>
                  <a:lnTo>
                    <a:pt x="322" y="323"/>
                  </a:lnTo>
                  <a:lnTo>
                    <a:pt x="320" y="324"/>
                  </a:lnTo>
                  <a:lnTo>
                    <a:pt x="318" y="325"/>
                  </a:lnTo>
                  <a:lnTo>
                    <a:pt x="318" y="325"/>
                  </a:lnTo>
                  <a:lnTo>
                    <a:pt x="318" y="325"/>
                  </a:lnTo>
                  <a:lnTo>
                    <a:pt x="318" y="326"/>
                  </a:lnTo>
                  <a:lnTo>
                    <a:pt x="315" y="328"/>
                  </a:lnTo>
                  <a:lnTo>
                    <a:pt x="315" y="328"/>
                  </a:lnTo>
                  <a:lnTo>
                    <a:pt x="315" y="328"/>
                  </a:lnTo>
                  <a:lnTo>
                    <a:pt x="315" y="328"/>
                  </a:lnTo>
                  <a:lnTo>
                    <a:pt x="314" y="328"/>
                  </a:lnTo>
                  <a:lnTo>
                    <a:pt x="314" y="328"/>
                  </a:lnTo>
                  <a:lnTo>
                    <a:pt x="313" y="328"/>
                  </a:lnTo>
                  <a:lnTo>
                    <a:pt x="312" y="329"/>
                  </a:lnTo>
                  <a:lnTo>
                    <a:pt x="312" y="329"/>
                  </a:lnTo>
                  <a:lnTo>
                    <a:pt x="311" y="330"/>
                  </a:lnTo>
                  <a:lnTo>
                    <a:pt x="310" y="330"/>
                  </a:lnTo>
                  <a:lnTo>
                    <a:pt x="310" y="330"/>
                  </a:lnTo>
                  <a:lnTo>
                    <a:pt x="310" y="330"/>
                  </a:lnTo>
                  <a:lnTo>
                    <a:pt x="310" y="331"/>
                  </a:lnTo>
                  <a:lnTo>
                    <a:pt x="308" y="331"/>
                  </a:lnTo>
                  <a:lnTo>
                    <a:pt x="308" y="332"/>
                  </a:lnTo>
                  <a:lnTo>
                    <a:pt x="307" y="331"/>
                  </a:lnTo>
                  <a:lnTo>
                    <a:pt x="305" y="332"/>
                  </a:lnTo>
                  <a:lnTo>
                    <a:pt x="303" y="332"/>
                  </a:lnTo>
                  <a:lnTo>
                    <a:pt x="302" y="332"/>
                  </a:lnTo>
                  <a:lnTo>
                    <a:pt x="300" y="332"/>
                  </a:lnTo>
                  <a:lnTo>
                    <a:pt x="297" y="332"/>
                  </a:lnTo>
                  <a:lnTo>
                    <a:pt x="296" y="332"/>
                  </a:lnTo>
                  <a:lnTo>
                    <a:pt x="296" y="332"/>
                  </a:lnTo>
                  <a:lnTo>
                    <a:pt x="295" y="331"/>
                  </a:lnTo>
                  <a:lnTo>
                    <a:pt x="295" y="330"/>
                  </a:lnTo>
                  <a:lnTo>
                    <a:pt x="294" y="330"/>
                  </a:lnTo>
                  <a:lnTo>
                    <a:pt x="294" y="330"/>
                  </a:lnTo>
                  <a:lnTo>
                    <a:pt x="294" y="329"/>
                  </a:lnTo>
                  <a:lnTo>
                    <a:pt x="294" y="328"/>
                  </a:lnTo>
                  <a:lnTo>
                    <a:pt x="293" y="328"/>
                  </a:lnTo>
                  <a:lnTo>
                    <a:pt x="293" y="327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4" y="328"/>
                  </a:lnTo>
                  <a:lnTo>
                    <a:pt x="294" y="328"/>
                  </a:lnTo>
                  <a:lnTo>
                    <a:pt x="294" y="328"/>
                  </a:lnTo>
                  <a:lnTo>
                    <a:pt x="295" y="328"/>
                  </a:lnTo>
                  <a:lnTo>
                    <a:pt x="295" y="328"/>
                  </a:lnTo>
                  <a:lnTo>
                    <a:pt x="295" y="327"/>
                  </a:lnTo>
                  <a:lnTo>
                    <a:pt x="294" y="326"/>
                  </a:lnTo>
                  <a:lnTo>
                    <a:pt x="294" y="326"/>
                  </a:lnTo>
                  <a:lnTo>
                    <a:pt x="294" y="325"/>
                  </a:lnTo>
                  <a:lnTo>
                    <a:pt x="293" y="324"/>
                  </a:lnTo>
                  <a:lnTo>
                    <a:pt x="292" y="324"/>
                  </a:lnTo>
                  <a:lnTo>
                    <a:pt x="292" y="324"/>
                  </a:lnTo>
                  <a:lnTo>
                    <a:pt x="292" y="323"/>
                  </a:lnTo>
                  <a:lnTo>
                    <a:pt x="292" y="323"/>
                  </a:lnTo>
                  <a:lnTo>
                    <a:pt x="293" y="323"/>
                  </a:lnTo>
                  <a:lnTo>
                    <a:pt x="294" y="323"/>
                  </a:lnTo>
                  <a:lnTo>
                    <a:pt x="295" y="323"/>
                  </a:lnTo>
                  <a:lnTo>
                    <a:pt x="296" y="323"/>
                  </a:lnTo>
                  <a:lnTo>
                    <a:pt x="297" y="323"/>
                  </a:lnTo>
                  <a:lnTo>
                    <a:pt x="297" y="323"/>
                  </a:lnTo>
                  <a:lnTo>
                    <a:pt x="297" y="322"/>
                  </a:lnTo>
                  <a:lnTo>
                    <a:pt x="297" y="322"/>
                  </a:lnTo>
                  <a:lnTo>
                    <a:pt x="299" y="321"/>
                  </a:lnTo>
                  <a:lnTo>
                    <a:pt x="300" y="320"/>
                  </a:lnTo>
                  <a:lnTo>
                    <a:pt x="299" y="320"/>
                  </a:lnTo>
                  <a:lnTo>
                    <a:pt x="299" y="321"/>
                  </a:lnTo>
                  <a:lnTo>
                    <a:pt x="298" y="321"/>
                  </a:lnTo>
                  <a:lnTo>
                    <a:pt x="296" y="322"/>
                  </a:lnTo>
                  <a:lnTo>
                    <a:pt x="296" y="323"/>
                  </a:lnTo>
                  <a:lnTo>
                    <a:pt x="292" y="323"/>
                  </a:lnTo>
                  <a:lnTo>
                    <a:pt x="292" y="323"/>
                  </a:lnTo>
                  <a:lnTo>
                    <a:pt x="292" y="322"/>
                  </a:lnTo>
                  <a:lnTo>
                    <a:pt x="292" y="323"/>
                  </a:lnTo>
                  <a:lnTo>
                    <a:pt x="290" y="322"/>
                  </a:lnTo>
                  <a:lnTo>
                    <a:pt x="290" y="322"/>
                  </a:lnTo>
                  <a:lnTo>
                    <a:pt x="289" y="321"/>
                  </a:lnTo>
                  <a:lnTo>
                    <a:pt x="288" y="319"/>
                  </a:lnTo>
                  <a:lnTo>
                    <a:pt x="288" y="319"/>
                  </a:lnTo>
                  <a:lnTo>
                    <a:pt x="287" y="318"/>
                  </a:lnTo>
                  <a:lnTo>
                    <a:pt x="287" y="317"/>
                  </a:lnTo>
                  <a:lnTo>
                    <a:pt x="286" y="317"/>
                  </a:lnTo>
                  <a:lnTo>
                    <a:pt x="286" y="316"/>
                  </a:lnTo>
                  <a:lnTo>
                    <a:pt x="286" y="314"/>
                  </a:lnTo>
                  <a:lnTo>
                    <a:pt x="288" y="314"/>
                  </a:lnTo>
                  <a:lnTo>
                    <a:pt x="287" y="314"/>
                  </a:lnTo>
                  <a:lnTo>
                    <a:pt x="286" y="313"/>
                  </a:lnTo>
                  <a:lnTo>
                    <a:pt x="286" y="313"/>
                  </a:lnTo>
                  <a:lnTo>
                    <a:pt x="285" y="312"/>
                  </a:lnTo>
                  <a:lnTo>
                    <a:pt x="286" y="311"/>
                  </a:lnTo>
                  <a:lnTo>
                    <a:pt x="285" y="311"/>
                  </a:lnTo>
                  <a:lnTo>
                    <a:pt x="284" y="310"/>
                  </a:lnTo>
                  <a:lnTo>
                    <a:pt x="284" y="310"/>
                  </a:lnTo>
                  <a:lnTo>
                    <a:pt x="283" y="310"/>
                  </a:lnTo>
                  <a:lnTo>
                    <a:pt x="284" y="310"/>
                  </a:lnTo>
                  <a:lnTo>
                    <a:pt x="284" y="310"/>
                  </a:lnTo>
                  <a:lnTo>
                    <a:pt x="285" y="311"/>
                  </a:lnTo>
                  <a:lnTo>
                    <a:pt x="285" y="314"/>
                  </a:lnTo>
                  <a:lnTo>
                    <a:pt x="285" y="315"/>
                  </a:lnTo>
                  <a:lnTo>
                    <a:pt x="284" y="315"/>
                  </a:lnTo>
                  <a:lnTo>
                    <a:pt x="284" y="316"/>
                  </a:lnTo>
                  <a:lnTo>
                    <a:pt x="284" y="316"/>
                  </a:lnTo>
                  <a:lnTo>
                    <a:pt x="284" y="317"/>
                  </a:lnTo>
                  <a:lnTo>
                    <a:pt x="285" y="318"/>
                  </a:lnTo>
                  <a:lnTo>
                    <a:pt x="286" y="319"/>
                  </a:lnTo>
                  <a:lnTo>
                    <a:pt x="284" y="319"/>
                  </a:lnTo>
                  <a:lnTo>
                    <a:pt x="284" y="318"/>
                  </a:lnTo>
                  <a:lnTo>
                    <a:pt x="283" y="318"/>
                  </a:lnTo>
                  <a:lnTo>
                    <a:pt x="283" y="317"/>
                  </a:lnTo>
                  <a:lnTo>
                    <a:pt x="283" y="317"/>
                  </a:lnTo>
                  <a:lnTo>
                    <a:pt x="283" y="318"/>
                  </a:lnTo>
                  <a:lnTo>
                    <a:pt x="282" y="318"/>
                  </a:lnTo>
                  <a:lnTo>
                    <a:pt x="281" y="318"/>
                  </a:lnTo>
                  <a:lnTo>
                    <a:pt x="280" y="318"/>
                  </a:lnTo>
                  <a:lnTo>
                    <a:pt x="280" y="318"/>
                  </a:lnTo>
                  <a:lnTo>
                    <a:pt x="284" y="319"/>
                  </a:lnTo>
                  <a:lnTo>
                    <a:pt x="284" y="319"/>
                  </a:lnTo>
                  <a:lnTo>
                    <a:pt x="284" y="320"/>
                  </a:lnTo>
                  <a:lnTo>
                    <a:pt x="285" y="321"/>
                  </a:lnTo>
                  <a:lnTo>
                    <a:pt x="286" y="321"/>
                  </a:lnTo>
                  <a:lnTo>
                    <a:pt x="288" y="322"/>
                  </a:lnTo>
                  <a:lnTo>
                    <a:pt x="285" y="322"/>
                  </a:lnTo>
                  <a:lnTo>
                    <a:pt x="285" y="321"/>
                  </a:lnTo>
                  <a:lnTo>
                    <a:pt x="284" y="320"/>
                  </a:lnTo>
                  <a:lnTo>
                    <a:pt x="283" y="320"/>
                  </a:lnTo>
                  <a:lnTo>
                    <a:pt x="281" y="321"/>
                  </a:lnTo>
                  <a:lnTo>
                    <a:pt x="279" y="321"/>
                  </a:lnTo>
                  <a:lnTo>
                    <a:pt x="279" y="322"/>
                  </a:lnTo>
                  <a:lnTo>
                    <a:pt x="276" y="322"/>
                  </a:lnTo>
                  <a:lnTo>
                    <a:pt x="276" y="322"/>
                  </a:lnTo>
                  <a:lnTo>
                    <a:pt x="276" y="323"/>
                  </a:lnTo>
                  <a:lnTo>
                    <a:pt x="278" y="322"/>
                  </a:lnTo>
                  <a:lnTo>
                    <a:pt x="278" y="323"/>
                  </a:lnTo>
                  <a:lnTo>
                    <a:pt x="278" y="323"/>
                  </a:lnTo>
                  <a:lnTo>
                    <a:pt x="277" y="323"/>
                  </a:lnTo>
                  <a:lnTo>
                    <a:pt x="277" y="323"/>
                  </a:lnTo>
                  <a:lnTo>
                    <a:pt x="276" y="323"/>
                  </a:lnTo>
                  <a:lnTo>
                    <a:pt x="275" y="324"/>
                  </a:lnTo>
                  <a:lnTo>
                    <a:pt x="275" y="324"/>
                  </a:lnTo>
                  <a:lnTo>
                    <a:pt x="275" y="325"/>
                  </a:lnTo>
                  <a:lnTo>
                    <a:pt x="274" y="326"/>
                  </a:lnTo>
                  <a:lnTo>
                    <a:pt x="272" y="327"/>
                  </a:lnTo>
                  <a:lnTo>
                    <a:pt x="272" y="328"/>
                  </a:lnTo>
                  <a:lnTo>
                    <a:pt x="271" y="328"/>
                  </a:lnTo>
                  <a:lnTo>
                    <a:pt x="271" y="328"/>
                  </a:lnTo>
                  <a:lnTo>
                    <a:pt x="271" y="328"/>
                  </a:lnTo>
                  <a:lnTo>
                    <a:pt x="272" y="327"/>
                  </a:lnTo>
                  <a:lnTo>
                    <a:pt x="272" y="326"/>
                  </a:lnTo>
                  <a:lnTo>
                    <a:pt x="273" y="325"/>
                  </a:lnTo>
                  <a:lnTo>
                    <a:pt x="274" y="324"/>
                  </a:lnTo>
                  <a:lnTo>
                    <a:pt x="274" y="324"/>
                  </a:lnTo>
                  <a:lnTo>
                    <a:pt x="274" y="324"/>
                  </a:lnTo>
                  <a:lnTo>
                    <a:pt x="274" y="324"/>
                  </a:lnTo>
                  <a:lnTo>
                    <a:pt x="272" y="325"/>
                  </a:lnTo>
                  <a:lnTo>
                    <a:pt x="272" y="326"/>
                  </a:lnTo>
                  <a:lnTo>
                    <a:pt x="272" y="326"/>
                  </a:lnTo>
                  <a:lnTo>
                    <a:pt x="272" y="327"/>
                  </a:lnTo>
                  <a:lnTo>
                    <a:pt x="272" y="327"/>
                  </a:lnTo>
                  <a:lnTo>
                    <a:pt x="272" y="327"/>
                  </a:lnTo>
                  <a:lnTo>
                    <a:pt x="271" y="327"/>
                  </a:lnTo>
                  <a:lnTo>
                    <a:pt x="271" y="328"/>
                  </a:lnTo>
                  <a:lnTo>
                    <a:pt x="271" y="330"/>
                  </a:lnTo>
                  <a:lnTo>
                    <a:pt x="271" y="331"/>
                  </a:lnTo>
                  <a:lnTo>
                    <a:pt x="271" y="331"/>
                  </a:lnTo>
                  <a:lnTo>
                    <a:pt x="271" y="330"/>
                  </a:lnTo>
                  <a:lnTo>
                    <a:pt x="270" y="329"/>
                  </a:lnTo>
                  <a:lnTo>
                    <a:pt x="269" y="328"/>
                  </a:lnTo>
                  <a:lnTo>
                    <a:pt x="268" y="328"/>
                  </a:lnTo>
                  <a:lnTo>
                    <a:pt x="267" y="328"/>
                  </a:lnTo>
                  <a:lnTo>
                    <a:pt x="267" y="328"/>
                  </a:lnTo>
                  <a:lnTo>
                    <a:pt x="266" y="328"/>
                  </a:lnTo>
                  <a:lnTo>
                    <a:pt x="264" y="328"/>
                  </a:lnTo>
                  <a:lnTo>
                    <a:pt x="263" y="328"/>
                  </a:lnTo>
                  <a:lnTo>
                    <a:pt x="263" y="329"/>
                  </a:lnTo>
                  <a:lnTo>
                    <a:pt x="264" y="328"/>
                  </a:lnTo>
                  <a:lnTo>
                    <a:pt x="265" y="328"/>
                  </a:lnTo>
                  <a:lnTo>
                    <a:pt x="266" y="328"/>
                  </a:lnTo>
                  <a:lnTo>
                    <a:pt x="266" y="328"/>
                  </a:lnTo>
                  <a:lnTo>
                    <a:pt x="266" y="328"/>
                  </a:lnTo>
                  <a:lnTo>
                    <a:pt x="268" y="329"/>
                  </a:lnTo>
                  <a:lnTo>
                    <a:pt x="269" y="330"/>
                  </a:lnTo>
                  <a:lnTo>
                    <a:pt x="270" y="331"/>
                  </a:lnTo>
                  <a:lnTo>
                    <a:pt x="271" y="332"/>
                  </a:lnTo>
                  <a:lnTo>
                    <a:pt x="271" y="332"/>
                  </a:lnTo>
                  <a:lnTo>
                    <a:pt x="271" y="332"/>
                  </a:lnTo>
                  <a:lnTo>
                    <a:pt x="271" y="333"/>
                  </a:lnTo>
                  <a:lnTo>
                    <a:pt x="271" y="333"/>
                  </a:lnTo>
                  <a:lnTo>
                    <a:pt x="270" y="334"/>
                  </a:lnTo>
                  <a:lnTo>
                    <a:pt x="270" y="334"/>
                  </a:lnTo>
                  <a:lnTo>
                    <a:pt x="268" y="333"/>
                  </a:lnTo>
                  <a:lnTo>
                    <a:pt x="267" y="333"/>
                  </a:lnTo>
                  <a:lnTo>
                    <a:pt x="266" y="332"/>
                  </a:lnTo>
                  <a:lnTo>
                    <a:pt x="266" y="332"/>
                  </a:lnTo>
                  <a:lnTo>
                    <a:pt x="266" y="332"/>
                  </a:lnTo>
                  <a:lnTo>
                    <a:pt x="265" y="332"/>
                  </a:lnTo>
                  <a:lnTo>
                    <a:pt x="265" y="332"/>
                  </a:lnTo>
                  <a:lnTo>
                    <a:pt x="265" y="332"/>
                  </a:lnTo>
                  <a:lnTo>
                    <a:pt x="265" y="332"/>
                  </a:lnTo>
                  <a:lnTo>
                    <a:pt x="264" y="332"/>
                  </a:lnTo>
                  <a:lnTo>
                    <a:pt x="264" y="332"/>
                  </a:lnTo>
                  <a:lnTo>
                    <a:pt x="265" y="332"/>
                  </a:lnTo>
                  <a:lnTo>
                    <a:pt x="263" y="333"/>
                  </a:lnTo>
                  <a:lnTo>
                    <a:pt x="263" y="333"/>
                  </a:lnTo>
                  <a:lnTo>
                    <a:pt x="265" y="333"/>
                  </a:lnTo>
                  <a:lnTo>
                    <a:pt x="266" y="333"/>
                  </a:lnTo>
                  <a:lnTo>
                    <a:pt x="266" y="334"/>
                  </a:lnTo>
                  <a:lnTo>
                    <a:pt x="265" y="334"/>
                  </a:lnTo>
                  <a:lnTo>
                    <a:pt x="265" y="334"/>
                  </a:lnTo>
                  <a:lnTo>
                    <a:pt x="266" y="334"/>
                  </a:lnTo>
                  <a:lnTo>
                    <a:pt x="266" y="334"/>
                  </a:lnTo>
                  <a:lnTo>
                    <a:pt x="268" y="335"/>
                  </a:lnTo>
                  <a:lnTo>
                    <a:pt x="268" y="335"/>
                  </a:lnTo>
                  <a:lnTo>
                    <a:pt x="269" y="336"/>
                  </a:lnTo>
                  <a:lnTo>
                    <a:pt x="270" y="336"/>
                  </a:lnTo>
                  <a:lnTo>
                    <a:pt x="269" y="336"/>
                  </a:lnTo>
                  <a:lnTo>
                    <a:pt x="267" y="336"/>
                  </a:lnTo>
                  <a:lnTo>
                    <a:pt x="266" y="338"/>
                  </a:lnTo>
                  <a:lnTo>
                    <a:pt x="266" y="338"/>
                  </a:lnTo>
                  <a:lnTo>
                    <a:pt x="266" y="338"/>
                  </a:lnTo>
                  <a:lnTo>
                    <a:pt x="265" y="339"/>
                  </a:lnTo>
                  <a:lnTo>
                    <a:pt x="264" y="339"/>
                  </a:lnTo>
                  <a:lnTo>
                    <a:pt x="264" y="339"/>
                  </a:lnTo>
                  <a:lnTo>
                    <a:pt x="264" y="340"/>
                  </a:lnTo>
                  <a:lnTo>
                    <a:pt x="264" y="340"/>
                  </a:lnTo>
                  <a:lnTo>
                    <a:pt x="263" y="340"/>
                  </a:lnTo>
                  <a:lnTo>
                    <a:pt x="263" y="341"/>
                  </a:lnTo>
                  <a:lnTo>
                    <a:pt x="263" y="341"/>
                  </a:lnTo>
                  <a:lnTo>
                    <a:pt x="262" y="341"/>
                  </a:lnTo>
                  <a:lnTo>
                    <a:pt x="260" y="341"/>
                  </a:lnTo>
                  <a:lnTo>
                    <a:pt x="258" y="341"/>
                  </a:lnTo>
                  <a:lnTo>
                    <a:pt x="258" y="341"/>
                  </a:lnTo>
                  <a:lnTo>
                    <a:pt x="257" y="341"/>
                  </a:lnTo>
                  <a:lnTo>
                    <a:pt x="257" y="341"/>
                  </a:lnTo>
                  <a:lnTo>
                    <a:pt x="256" y="340"/>
                  </a:lnTo>
                  <a:lnTo>
                    <a:pt x="255" y="340"/>
                  </a:lnTo>
                  <a:lnTo>
                    <a:pt x="255" y="340"/>
                  </a:lnTo>
                  <a:lnTo>
                    <a:pt x="254" y="340"/>
                  </a:lnTo>
                  <a:lnTo>
                    <a:pt x="254" y="340"/>
                  </a:lnTo>
                  <a:lnTo>
                    <a:pt x="254" y="339"/>
                  </a:lnTo>
                  <a:lnTo>
                    <a:pt x="254" y="340"/>
                  </a:lnTo>
                  <a:lnTo>
                    <a:pt x="254" y="340"/>
                  </a:lnTo>
                  <a:lnTo>
                    <a:pt x="255" y="340"/>
                  </a:lnTo>
                  <a:lnTo>
                    <a:pt x="255" y="341"/>
                  </a:lnTo>
                  <a:lnTo>
                    <a:pt x="256" y="341"/>
                  </a:lnTo>
                  <a:lnTo>
                    <a:pt x="254" y="341"/>
                  </a:lnTo>
                  <a:lnTo>
                    <a:pt x="253" y="341"/>
                  </a:lnTo>
                  <a:lnTo>
                    <a:pt x="253" y="341"/>
                  </a:lnTo>
                  <a:lnTo>
                    <a:pt x="252" y="341"/>
                  </a:lnTo>
                  <a:lnTo>
                    <a:pt x="252" y="340"/>
                  </a:lnTo>
                  <a:lnTo>
                    <a:pt x="251" y="340"/>
                  </a:lnTo>
                  <a:lnTo>
                    <a:pt x="251" y="340"/>
                  </a:lnTo>
                  <a:lnTo>
                    <a:pt x="251" y="340"/>
                  </a:lnTo>
                  <a:lnTo>
                    <a:pt x="251" y="341"/>
                  </a:lnTo>
                  <a:lnTo>
                    <a:pt x="249" y="341"/>
                  </a:lnTo>
                  <a:lnTo>
                    <a:pt x="249" y="340"/>
                  </a:lnTo>
                  <a:lnTo>
                    <a:pt x="249" y="340"/>
                  </a:lnTo>
                  <a:lnTo>
                    <a:pt x="249" y="341"/>
                  </a:lnTo>
                  <a:lnTo>
                    <a:pt x="249" y="341"/>
                  </a:lnTo>
                  <a:lnTo>
                    <a:pt x="249" y="341"/>
                  </a:lnTo>
                  <a:lnTo>
                    <a:pt x="248" y="341"/>
                  </a:lnTo>
                  <a:lnTo>
                    <a:pt x="247" y="341"/>
                  </a:lnTo>
                  <a:lnTo>
                    <a:pt x="247" y="341"/>
                  </a:lnTo>
                  <a:lnTo>
                    <a:pt x="247" y="342"/>
                  </a:lnTo>
                  <a:lnTo>
                    <a:pt x="247" y="342"/>
                  </a:lnTo>
                  <a:lnTo>
                    <a:pt x="246" y="342"/>
                  </a:lnTo>
                  <a:lnTo>
                    <a:pt x="245" y="342"/>
                  </a:lnTo>
                  <a:lnTo>
                    <a:pt x="245" y="343"/>
                  </a:lnTo>
                  <a:lnTo>
                    <a:pt x="245" y="343"/>
                  </a:lnTo>
                  <a:lnTo>
                    <a:pt x="245" y="343"/>
                  </a:lnTo>
                  <a:lnTo>
                    <a:pt x="243" y="342"/>
                  </a:lnTo>
                  <a:lnTo>
                    <a:pt x="243" y="341"/>
                  </a:lnTo>
                  <a:lnTo>
                    <a:pt x="242" y="341"/>
                  </a:lnTo>
                  <a:lnTo>
                    <a:pt x="241" y="341"/>
                  </a:lnTo>
                  <a:lnTo>
                    <a:pt x="241" y="341"/>
                  </a:lnTo>
                  <a:lnTo>
                    <a:pt x="241" y="341"/>
                  </a:lnTo>
                  <a:lnTo>
                    <a:pt x="240" y="342"/>
                  </a:lnTo>
                  <a:lnTo>
                    <a:pt x="241" y="342"/>
                  </a:lnTo>
                  <a:lnTo>
                    <a:pt x="240" y="343"/>
                  </a:lnTo>
                  <a:lnTo>
                    <a:pt x="240" y="344"/>
                  </a:lnTo>
                  <a:lnTo>
                    <a:pt x="240" y="345"/>
                  </a:lnTo>
                  <a:lnTo>
                    <a:pt x="240" y="345"/>
                  </a:lnTo>
                  <a:lnTo>
                    <a:pt x="239" y="344"/>
                  </a:lnTo>
                  <a:lnTo>
                    <a:pt x="238" y="343"/>
                  </a:lnTo>
                  <a:lnTo>
                    <a:pt x="238" y="343"/>
                  </a:lnTo>
                  <a:lnTo>
                    <a:pt x="239" y="343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39" y="342"/>
                  </a:lnTo>
                  <a:lnTo>
                    <a:pt x="239" y="342"/>
                  </a:lnTo>
                  <a:lnTo>
                    <a:pt x="238" y="342"/>
                  </a:lnTo>
                  <a:lnTo>
                    <a:pt x="238" y="341"/>
                  </a:lnTo>
                  <a:lnTo>
                    <a:pt x="237" y="342"/>
                  </a:lnTo>
                  <a:lnTo>
                    <a:pt x="238" y="342"/>
                  </a:lnTo>
                  <a:lnTo>
                    <a:pt x="238" y="342"/>
                  </a:lnTo>
                  <a:lnTo>
                    <a:pt x="238" y="343"/>
                  </a:lnTo>
                  <a:lnTo>
                    <a:pt x="237" y="343"/>
                  </a:lnTo>
                  <a:lnTo>
                    <a:pt x="238" y="343"/>
                  </a:lnTo>
                  <a:lnTo>
                    <a:pt x="237" y="343"/>
                  </a:lnTo>
                  <a:lnTo>
                    <a:pt x="237" y="344"/>
                  </a:lnTo>
                  <a:lnTo>
                    <a:pt x="239" y="344"/>
                  </a:lnTo>
                  <a:lnTo>
                    <a:pt x="238" y="344"/>
                  </a:lnTo>
                  <a:lnTo>
                    <a:pt x="239" y="344"/>
                  </a:lnTo>
                  <a:lnTo>
                    <a:pt x="238" y="345"/>
                  </a:lnTo>
                  <a:lnTo>
                    <a:pt x="239" y="345"/>
                  </a:lnTo>
                  <a:lnTo>
                    <a:pt x="240" y="345"/>
                  </a:lnTo>
                  <a:lnTo>
                    <a:pt x="240" y="347"/>
                  </a:lnTo>
                  <a:lnTo>
                    <a:pt x="241" y="346"/>
                  </a:lnTo>
                  <a:lnTo>
                    <a:pt x="243" y="347"/>
                  </a:lnTo>
                  <a:lnTo>
                    <a:pt x="245" y="347"/>
                  </a:lnTo>
                  <a:lnTo>
                    <a:pt x="246" y="348"/>
                  </a:lnTo>
                  <a:lnTo>
                    <a:pt x="246" y="348"/>
                  </a:lnTo>
                  <a:lnTo>
                    <a:pt x="247" y="349"/>
                  </a:lnTo>
                  <a:lnTo>
                    <a:pt x="248" y="348"/>
                  </a:lnTo>
                  <a:lnTo>
                    <a:pt x="249" y="349"/>
                  </a:lnTo>
                  <a:lnTo>
                    <a:pt x="250" y="349"/>
                  </a:lnTo>
                  <a:lnTo>
                    <a:pt x="250" y="349"/>
                  </a:lnTo>
                  <a:lnTo>
                    <a:pt x="249" y="349"/>
                  </a:lnTo>
                  <a:lnTo>
                    <a:pt x="249" y="349"/>
                  </a:lnTo>
                  <a:lnTo>
                    <a:pt x="249" y="350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8" y="351"/>
                  </a:lnTo>
                  <a:lnTo>
                    <a:pt x="248" y="351"/>
                  </a:lnTo>
                  <a:lnTo>
                    <a:pt x="248" y="352"/>
                  </a:lnTo>
                  <a:lnTo>
                    <a:pt x="247" y="353"/>
                  </a:lnTo>
                  <a:lnTo>
                    <a:pt x="246" y="354"/>
                  </a:lnTo>
                  <a:lnTo>
                    <a:pt x="246" y="353"/>
                  </a:lnTo>
                  <a:lnTo>
                    <a:pt x="246" y="353"/>
                  </a:lnTo>
                  <a:lnTo>
                    <a:pt x="246" y="353"/>
                  </a:lnTo>
                  <a:lnTo>
                    <a:pt x="245" y="353"/>
                  </a:lnTo>
                  <a:lnTo>
                    <a:pt x="245" y="354"/>
                  </a:lnTo>
                  <a:lnTo>
                    <a:pt x="245" y="354"/>
                  </a:lnTo>
                  <a:lnTo>
                    <a:pt x="245" y="354"/>
                  </a:lnTo>
                  <a:lnTo>
                    <a:pt x="245" y="354"/>
                  </a:lnTo>
                  <a:lnTo>
                    <a:pt x="246" y="354"/>
                  </a:lnTo>
                  <a:lnTo>
                    <a:pt x="246" y="354"/>
                  </a:lnTo>
                  <a:lnTo>
                    <a:pt x="247" y="354"/>
                  </a:lnTo>
                  <a:lnTo>
                    <a:pt x="247" y="354"/>
                  </a:lnTo>
                  <a:lnTo>
                    <a:pt x="247" y="354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249" y="353"/>
                  </a:lnTo>
                  <a:lnTo>
                    <a:pt x="249" y="353"/>
                  </a:lnTo>
                  <a:lnTo>
                    <a:pt x="249" y="351"/>
                  </a:lnTo>
                  <a:lnTo>
                    <a:pt x="249" y="351"/>
                  </a:lnTo>
                  <a:lnTo>
                    <a:pt x="249" y="350"/>
                  </a:lnTo>
                  <a:lnTo>
                    <a:pt x="250" y="350"/>
                  </a:lnTo>
                  <a:lnTo>
                    <a:pt x="251" y="350"/>
                  </a:lnTo>
                  <a:lnTo>
                    <a:pt x="251" y="353"/>
                  </a:lnTo>
                  <a:lnTo>
                    <a:pt x="251" y="353"/>
                  </a:lnTo>
                  <a:lnTo>
                    <a:pt x="252" y="353"/>
                  </a:lnTo>
                  <a:lnTo>
                    <a:pt x="252" y="353"/>
                  </a:lnTo>
                  <a:lnTo>
                    <a:pt x="251" y="353"/>
                  </a:lnTo>
                  <a:lnTo>
                    <a:pt x="251" y="353"/>
                  </a:lnTo>
                  <a:lnTo>
                    <a:pt x="251" y="350"/>
                  </a:lnTo>
                  <a:lnTo>
                    <a:pt x="250" y="349"/>
                  </a:lnTo>
                  <a:lnTo>
                    <a:pt x="251" y="349"/>
                  </a:lnTo>
                  <a:lnTo>
                    <a:pt x="252" y="349"/>
                  </a:lnTo>
                  <a:lnTo>
                    <a:pt x="253" y="349"/>
                  </a:lnTo>
                  <a:lnTo>
                    <a:pt x="253" y="349"/>
                  </a:lnTo>
                  <a:lnTo>
                    <a:pt x="253" y="349"/>
                  </a:lnTo>
                  <a:lnTo>
                    <a:pt x="253" y="349"/>
                  </a:lnTo>
                  <a:lnTo>
                    <a:pt x="254" y="349"/>
                  </a:lnTo>
                  <a:lnTo>
                    <a:pt x="254" y="348"/>
                  </a:lnTo>
                  <a:lnTo>
                    <a:pt x="253" y="348"/>
                  </a:lnTo>
                  <a:lnTo>
                    <a:pt x="254" y="348"/>
                  </a:lnTo>
                  <a:lnTo>
                    <a:pt x="253" y="347"/>
                  </a:lnTo>
                  <a:lnTo>
                    <a:pt x="254" y="346"/>
                  </a:lnTo>
                  <a:lnTo>
                    <a:pt x="254" y="345"/>
                  </a:lnTo>
                  <a:lnTo>
                    <a:pt x="256" y="346"/>
                  </a:lnTo>
                  <a:lnTo>
                    <a:pt x="256" y="346"/>
                  </a:lnTo>
                  <a:lnTo>
                    <a:pt x="256" y="346"/>
                  </a:lnTo>
                  <a:lnTo>
                    <a:pt x="256" y="346"/>
                  </a:lnTo>
                  <a:lnTo>
                    <a:pt x="256" y="346"/>
                  </a:lnTo>
                  <a:lnTo>
                    <a:pt x="258" y="345"/>
                  </a:lnTo>
                  <a:lnTo>
                    <a:pt x="259" y="345"/>
                  </a:lnTo>
                  <a:lnTo>
                    <a:pt x="261" y="347"/>
                  </a:lnTo>
                  <a:lnTo>
                    <a:pt x="262" y="346"/>
                  </a:lnTo>
                  <a:lnTo>
                    <a:pt x="263" y="346"/>
                  </a:lnTo>
                  <a:lnTo>
                    <a:pt x="263" y="346"/>
                  </a:lnTo>
                  <a:lnTo>
                    <a:pt x="264" y="346"/>
                  </a:lnTo>
                  <a:lnTo>
                    <a:pt x="265" y="346"/>
                  </a:lnTo>
                  <a:lnTo>
                    <a:pt x="265" y="346"/>
                  </a:lnTo>
                  <a:lnTo>
                    <a:pt x="266" y="345"/>
                  </a:lnTo>
                  <a:lnTo>
                    <a:pt x="266" y="345"/>
                  </a:lnTo>
                  <a:lnTo>
                    <a:pt x="266" y="345"/>
                  </a:lnTo>
                  <a:lnTo>
                    <a:pt x="267" y="345"/>
                  </a:lnTo>
                  <a:lnTo>
                    <a:pt x="267" y="345"/>
                  </a:lnTo>
                  <a:lnTo>
                    <a:pt x="267" y="345"/>
                  </a:lnTo>
                  <a:lnTo>
                    <a:pt x="267" y="344"/>
                  </a:lnTo>
                  <a:lnTo>
                    <a:pt x="268" y="344"/>
                  </a:lnTo>
                  <a:lnTo>
                    <a:pt x="268" y="343"/>
                  </a:lnTo>
                  <a:lnTo>
                    <a:pt x="268" y="343"/>
                  </a:lnTo>
                  <a:lnTo>
                    <a:pt x="269" y="343"/>
                  </a:lnTo>
                  <a:lnTo>
                    <a:pt x="269" y="342"/>
                  </a:lnTo>
                  <a:lnTo>
                    <a:pt x="270" y="341"/>
                  </a:lnTo>
                  <a:lnTo>
                    <a:pt x="270" y="341"/>
                  </a:lnTo>
                  <a:lnTo>
                    <a:pt x="271" y="339"/>
                  </a:lnTo>
                  <a:lnTo>
                    <a:pt x="271" y="339"/>
                  </a:lnTo>
                  <a:lnTo>
                    <a:pt x="272" y="338"/>
                  </a:lnTo>
                  <a:lnTo>
                    <a:pt x="275" y="338"/>
                  </a:lnTo>
                  <a:lnTo>
                    <a:pt x="275" y="338"/>
                  </a:lnTo>
                  <a:lnTo>
                    <a:pt x="277" y="338"/>
                  </a:lnTo>
                  <a:lnTo>
                    <a:pt x="278" y="339"/>
                  </a:lnTo>
                  <a:lnTo>
                    <a:pt x="278" y="339"/>
                  </a:lnTo>
                  <a:lnTo>
                    <a:pt x="279" y="340"/>
                  </a:lnTo>
                  <a:lnTo>
                    <a:pt x="279" y="340"/>
                  </a:lnTo>
                  <a:lnTo>
                    <a:pt x="279" y="340"/>
                  </a:lnTo>
                  <a:lnTo>
                    <a:pt x="279" y="341"/>
                  </a:lnTo>
                  <a:lnTo>
                    <a:pt x="279" y="341"/>
                  </a:lnTo>
                  <a:lnTo>
                    <a:pt x="279" y="341"/>
                  </a:lnTo>
                  <a:lnTo>
                    <a:pt x="279" y="342"/>
                  </a:lnTo>
                  <a:lnTo>
                    <a:pt x="280" y="343"/>
                  </a:lnTo>
                  <a:lnTo>
                    <a:pt x="279" y="344"/>
                  </a:lnTo>
                  <a:lnTo>
                    <a:pt x="280" y="345"/>
                  </a:lnTo>
                  <a:lnTo>
                    <a:pt x="280" y="345"/>
                  </a:lnTo>
                  <a:lnTo>
                    <a:pt x="279" y="348"/>
                  </a:lnTo>
                  <a:lnTo>
                    <a:pt x="279" y="349"/>
                  </a:lnTo>
                  <a:lnTo>
                    <a:pt x="279" y="350"/>
                  </a:lnTo>
                  <a:lnTo>
                    <a:pt x="279" y="352"/>
                  </a:lnTo>
                  <a:lnTo>
                    <a:pt x="279" y="354"/>
                  </a:lnTo>
                  <a:lnTo>
                    <a:pt x="279" y="354"/>
                  </a:lnTo>
                  <a:lnTo>
                    <a:pt x="280" y="355"/>
                  </a:lnTo>
                  <a:lnTo>
                    <a:pt x="279" y="356"/>
                  </a:lnTo>
                  <a:lnTo>
                    <a:pt x="279" y="358"/>
                  </a:lnTo>
                  <a:lnTo>
                    <a:pt x="279" y="358"/>
                  </a:lnTo>
                  <a:lnTo>
                    <a:pt x="279" y="359"/>
                  </a:lnTo>
                  <a:lnTo>
                    <a:pt x="279" y="360"/>
                  </a:lnTo>
                  <a:lnTo>
                    <a:pt x="279" y="360"/>
                  </a:lnTo>
                  <a:lnTo>
                    <a:pt x="279" y="361"/>
                  </a:lnTo>
                  <a:lnTo>
                    <a:pt x="279" y="362"/>
                  </a:lnTo>
                  <a:lnTo>
                    <a:pt x="279" y="362"/>
                  </a:lnTo>
                  <a:lnTo>
                    <a:pt x="279" y="363"/>
                  </a:lnTo>
                  <a:lnTo>
                    <a:pt x="278" y="364"/>
                  </a:lnTo>
                  <a:lnTo>
                    <a:pt x="279" y="365"/>
                  </a:lnTo>
                  <a:lnTo>
                    <a:pt x="278" y="365"/>
                  </a:lnTo>
                  <a:lnTo>
                    <a:pt x="278" y="366"/>
                  </a:lnTo>
                  <a:lnTo>
                    <a:pt x="278" y="366"/>
                  </a:lnTo>
                  <a:lnTo>
                    <a:pt x="278" y="367"/>
                  </a:lnTo>
                  <a:lnTo>
                    <a:pt x="278" y="368"/>
                  </a:lnTo>
                  <a:lnTo>
                    <a:pt x="278" y="368"/>
                  </a:lnTo>
                  <a:lnTo>
                    <a:pt x="278" y="369"/>
                  </a:lnTo>
                  <a:lnTo>
                    <a:pt x="277" y="370"/>
                  </a:lnTo>
                  <a:lnTo>
                    <a:pt x="279" y="372"/>
                  </a:lnTo>
                  <a:lnTo>
                    <a:pt x="279" y="372"/>
                  </a:lnTo>
                  <a:lnTo>
                    <a:pt x="280" y="372"/>
                  </a:lnTo>
                  <a:lnTo>
                    <a:pt x="282" y="372"/>
                  </a:lnTo>
                  <a:lnTo>
                    <a:pt x="281" y="373"/>
                  </a:lnTo>
                  <a:lnTo>
                    <a:pt x="281" y="373"/>
                  </a:lnTo>
                  <a:lnTo>
                    <a:pt x="281" y="374"/>
                  </a:lnTo>
                  <a:lnTo>
                    <a:pt x="280" y="375"/>
                  </a:lnTo>
                  <a:lnTo>
                    <a:pt x="280" y="375"/>
                  </a:lnTo>
                  <a:lnTo>
                    <a:pt x="280" y="375"/>
                  </a:lnTo>
                  <a:lnTo>
                    <a:pt x="279" y="375"/>
                  </a:lnTo>
                  <a:lnTo>
                    <a:pt x="279" y="376"/>
                  </a:lnTo>
                  <a:lnTo>
                    <a:pt x="279" y="377"/>
                  </a:lnTo>
                  <a:lnTo>
                    <a:pt x="278" y="377"/>
                  </a:lnTo>
                  <a:lnTo>
                    <a:pt x="278" y="378"/>
                  </a:lnTo>
                  <a:lnTo>
                    <a:pt x="277" y="379"/>
                  </a:lnTo>
                  <a:lnTo>
                    <a:pt x="276" y="380"/>
                  </a:lnTo>
                  <a:lnTo>
                    <a:pt x="275" y="380"/>
                  </a:lnTo>
                  <a:lnTo>
                    <a:pt x="275" y="380"/>
                  </a:lnTo>
                  <a:lnTo>
                    <a:pt x="275" y="381"/>
                  </a:lnTo>
                  <a:lnTo>
                    <a:pt x="275" y="381"/>
                  </a:lnTo>
                  <a:lnTo>
                    <a:pt x="275" y="381"/>
                  </a:lnTo>
                  <a:lnTo>
                    <a:pt x="274" y="383"/>
                  </a:lnTo>
                  <a:lnTo>
                    <a:pt x="273" y="383"/>
                  </a:lnTo>
                  <a:lnTo>
                    <a:pt x="273" y="383"/>
                  </a:lnTo>
                  <a:lnTo>
                    <a:pt x="272" y="383"/>
                  </a:lnTo>
                  <a:lnTo>
                    <a:pt x="272" y="384"/>
                  </a:lnTo>
                  <a:lnTo>
                    <a:pt x="272" y="384"/>
                  </a:lnTo>
                  <a:lnTo>
                    <a:pt x="271" y="384"/>
                  </a:lnTo>
                  <a:lnTo>
                    <a:pt x="271" y="384"/>
                  </a:lnTo>
                  <a:lnTo>
                    <a:pt x="271" y="384"/>
                  </a:lnTo>
                  <a:lnTo>
                    <a:pt x="271" y="385"/>
                  </a:lnTo>
                  <a:lnTo>
                    <a:pt x="271" y="385"/>
                  </a:lnTo>
                  <a:lnTo>
                    <a:pt x="270" y="386"/>
                  </a:lnTo>
                  <a:lnTo>
                    <a:pt x="269" y="386"/>
                  </a:lnTo>
                  <a:lnTo>
                    <a:pt x="268" y="386"/>
                  </a:lnTo>
                  <a:lnTo>
                    <a:pt x="268" y="387"/>
                  </a:lnTo>
                  <a:lnTo>
                    <a:pt x="267" y="388"/>
                  </a:lnTo>
                  <a:lnTo>
                    <a:pt x="266" y="388"/>
                  </a:lnTo>
                  <a:lnTo>
                    <a:pt x="266" y="388"/>
                  </a:lnTo>
                  <a:lnTo>
                    <a:pt x="265" y="389"/>
                  </a:lnTo>
                  <a:lnTo>
                    <a:pt x="264" y="389"/>
                  </a:lnTo>
                  <a:lnTo>
                    <a:pt x="262" y="388"/>
                  </a:lnTo>
                  <a:lnTo>
                    <a:pt x="262" y="388"/>
                  </a:lnTo>
                  <a:lnTo>
                    <a:pt x="262" y="388"/>
                  </a:lnTo>
                  <a:lnTo>
                    <a:pt x="263" y="389"/>
                  </a:lnTo>
                  <a:lnTo>
                    <a:pt x="263" y="390"/>
                  </a:lnTo>
                  <a:lnTo>
                    <a:pt x="263" y="390"/>
                  </a:lnTo>
                  <a:lnTo>
                    <a:pt x="263" y="390"/>
                  </a:lnTo>
                  <a:lnTo>
                    <a:pt x="262" y="391"/>
                  </a:lnTo>
                  <a:lnTo>
                    <a:pt x="262" y="391"/>
                  </a:lnTo>
                  <a:lnTo>
                    <a:pt x="261" y="393"/>
                  </a:lnTo>
                  <a:lnTo>
                    <a:pt x="260" y="393"/>
                  </a:lnTo>
                  <a:lnTo>
                    <a:pt x="259" y="393"/>
                  </a:lnTo>
                  <a:lnTo>
                    <a:pt x="258" y="393"/>
                  </a:lnTo>
                  <a:lnTo>
                    <a:pt x="258" y="393"/>
                  </a:lnTo>
                  <a:lnTo>
                    <a:pt x="258" y="394"/>
                  </a:lnTo>
                  <a:lnTo>
                    <a:pt x="256" y="395"/>
                  </a:lnTo>
                  <a:lnTo>
                    <a:pt x="255" y="397"/>
                  </a:lnTo>
                  <a:lnTo>
                    <a:pt x="254" y="397"/>
                  </a:lnTo>
                  <a:lnTo>
                    <a:pt x="253" y="398"/>
                  </a:lnTo>
                  <a:lnTo>
                    <a:pt x="253" y="398"/>
                  </a:lnTo>
                  <a:lnTo>
                    <a:pt x="252" y="398"/>
                  </a:lnTo>
                  <a:lnTo>
                    <a:pt x="251" y="398"/>
                  </a:lnTo>
                  <a:lnTo>
                    <a:pt x="251" y="398"/>
                  </a:lnTo>
                  <a:lnTo>
                    <a:pt x="249" y="397"/>
                  </a:lnTo>
                  <a:lnTo>
                    <a:pt x="249" y="397"/>
                  </a:lnTo>
                  <a:lnTo>
                    <a:pt x="249" y="397"/>
                  </a:lnTo>
                  <a:lnTo>
                    <a:pt x="248" y="397"/>
                  </a:lnTo>
                  <a:lnTo>
                    <a:pt x="247" y="397"/>
                  </a:lnTo>
                  <a:lnTo>
                    <a:pt x="244" y="397"/>
                  </a:lnTo>
                  <a:lnTo>
                    <a:pt x="243" y="396"/>
                  </a:lnTo>
                  <a:lnTo>
                    <a:pt x="242" y="396"/>
                  </a:lnTo>
                  <a:lnTo>
                    <a:pt x="240" y="396"/>
                  </a:lnTo>
                  <a:lnTo>
                    <a:pt x="240" y="396"/>
                  </a:lnTo>
                  <a:lnTo>
                    <a:pt x="239" y="396"/>
                  </a:lnTo>
                  <a:lnTo>
                    <a:pt x="238" y="395"/>
                  </a:lnTo>
                  <a:lnTo>
                    <a:pt x="237" y="395"/>
                  </a:lnTo>
                  <a:lnTo>
                    <a:pt x="237" y="395"/>
                  </a:lnTo>
                  <a:lnTo>
                    <a:pt x="235" y="395"/>
                  </a:lnTo>
                  <a:lnTo>
                    <a:pt x="233" y="394"/>
                  </a:lnTo>
                  <a:lnTo>
                    <a:pt x="231" y="394"/>
                  </a:lnTo>
                  <a:lnTo>
                    <a:pt x="230" y="393"/>
                  </a:lnTo>
                  <a:lnTo>
                    <a:pt x="229" y="393"/>
                  </a:lnTo>
                  <a:lnTo>
                    <a:pt x="228" y="393"/>
                  </a:lnTo>
                  <a:lnTo>
                    <a:pt x="229" y="394"/>
                  </a:lnTo>
                  <a:lnTo>
                    <a:pt x="229" y="394"/>
                  </a:lnTo>
                  <a:lnTo>
                    <a:pt x="229" y="394"/>
                  </a:lnTo>
                  <a:lnTo>
                    <a:pt x="229" y="394"/>
                  </a:lnTo>
                  <a:lnTo>
                    <a:pt x="228" y="396"/>
                  </a:lnTo>
                  <a:lnTo>
                    <a:pt x="227" y="396"/>
                  </a:lnTo>
                  <a:lnTo>
                    <a:pt x="227" y="396"/>
                  </a:lnTo>
                  <a:lnTo>
                    <a:pt x="226" y="396"/>
                  </a:lnTo>
                  <a:lnTo>
                    <a:pt x="224" y="396"/>
                  </a:lnTo>
                  <a:lnTo>
                    <a:pt x="223" y="395"/>
                  </a:lnTo>
                  <a:lnTo>
                    <a:pt x="223" y="395"/>
                  </a:lnTo>
                  <a:lnTo>
                    <a:pt x="223" y="395"/>
                  </a:lnTo>
                  <a:lnTo>
                    <a:pt x="222" y="394"/>
                  </a:lnTo>
                  <a:lnTo>
                    <a:pt x="222" y="394"/>
                  </a:lnTo>
                  <a:lnTo>
                    <a:pt x="221" y="394"/>
                  </a:lnTo>
                  <a:lnTo>
                    <a:pt x="219" y="393"/>
                  </a:lnTo>
                  <a:lnTo>
                    <a:pt x="218" y="393"/>
                  </a:lnTo>
                  <a:lnTo>
                    <a:pt x="217" y="393"/>
                  </a:lnTo>
                  <a:lnTo>
                    <a:pt x="218" y="394"/>
                  </a:lnTo>
                  <a:lnTo>
                    <a:pt x="219" y="394"/>
                  </a:lnTo>
                  <a:lnTo>
                    <a:pt x="222" y="395"/>
                  </a:lnTo>
                  <a:lnTo>
                    <a:pt x="223" y="396"/>
                  </a:lnTo>
                  <a:lnTo>
                    <a:pt x="223" y="396"/>
                  </a:lnTo>
                  <a:lnTo>
                    <a:pt x="223" y="397"/>
                  </a:lnTo>
                  <a:lnTo>
                    <a:pt x="225" y="397"/>
                  </a:lnTo>
                  <a:lnTo>
                    <a:pt x="226" y="397"/>
                  </a:lnTo>
                  <a:lnTo>
                    <a:pt x="226" y="397"/>
                  </a:lnTo>
                  <a:lnTo>
                    <a:pt x="227" y="397"/>
                  </a:lnTo>
                  <a:lnTo>
                    <a:pt x="227" y="397"/>
                  </a:lnTo>
                  <a:lnTo>
                    <a:pt x="227" y="397"/>
                  </a:lnTo>
                  <a:lnTo>
                    <a:pt x="227" y="397"/>
                  </a:lnTo>
                  <a:lnTo>
                    <a:pt x="227" y="397"/>
                  </a:lnTo>
                  <a:lnTo>
                    <a:pt x="227" y="397"/>
                  </a:lnTo>
                  <a:lnTo>
                    <a:pt x="227" y="398"/>
                  </a:lnTo>
                  <a:lnTo>
                    <a:pt x="227" y="398"/>
                  </a:lnTo>
                  <a:lnTo>
                    <a:pt x="227" y="398"/>
                  </a:lnTo>
                  <a:lnTo>
                    <a:pt x="227" y="399"/>
                  </a:lnTo>
                  <a:lnTo>
                    <a:pt x="227" y="399"/>
                  </a:lnTo>
                  <a:lnTo>
                    <a:pt x="226" y="400"/>
                  </a:lnTo>
                  <a:lnTo>
                    <a:pt x="225" y="400"/>
                  </a:lnTo>
                  <a:lnTo>
                    <a:pt x="224" y="401"/>
                  </a:lnTo>
                  <a:lnTo>
                    <a:pt x="223" y="401"/>
                  </a:lnTo>
                  <a:lnTo>
                    <a:pt x="220" y="401"/>
                  </a:lnTo>
                  <a:lnTo>
                    <a:pt x="219" y="401"/>
                  </a:lnTo>
                  <a:lnTo>
                    <a:pt x="219" y="400"/>
                  </a:lnTo>
                  <a:lnTo>
                    <a:pt x="219" y="401"/>
                  </a:lnTo>
                  <a:lnTo>
                    <a:pt x="219" y="401"/>
                  </a:lnTo>
                  <a:lnTo>
                    <a:pt x="219" y="401"/>
                  </a:lnTo>
                  <a:lnTo>
                    <a:pt x="219" y="401"/>
                  </a:lnTo>
                  <a:lnTo>
                    <a:pt x="218" y="401"/>
                  </a:lnTo>
                  <a:lnTo>
                    <a:pt x="218" y="402"/>
                  </a:lnTo>
                  <a:lnTo>
                    <a:pt x="217" y="402"/>
                  </a:lnTo>
                  <a:lnTo>
                    <a:pt x="214" y="401"/>
                  </a:lnTo>
                  <a:lnTo>
                    <a:pt x="214" y="401"/>
                  </a:lnTo>
                  <a:lnTo>
                    <a:pt x="214" y="401"/>
                  </a:lnTo>
                  <a:lnTo>
                    <a:pt x="213" y="400"/>
                  </a:lnTo>
                  <a:lnTo>
                    <a:pt x="213" y="400"/>
                  </a:lnTo>
                  <a:lnTo>
                    <a:pt x="212" y="401"/>
                  </a:lnTo>
                  <a:lnTo>
                    <a:pt x="212" y="401"/>
                  </a:lnTo>
                  <a:lnTo>
                    <a:pt x="212" y="401"/>
                  </a:lnTo>
                  <a:lnTo>
                    <a:pt x="213" y="402"/>
                  </a:lnTo>
                  <a:lnTo>
                    <a:pt x="213" y="402"/>
                  </a:lnTo>
                  <a:lnTo>
                    <a:pt x="213" y="402"/>
                  </a:lnTo>
                  <a:lnTo>
                    <a:pt x="212" y="402"/>
                  </a:lnTo>
                  <a:lnTo>
                    <a:pt x="212" y="400"/>
                  </a:lnTo>
                  <a:lnTo>
                    <a:pt x="213" y="399"/>
                  </a:lnTo>
                  <a:lnTo>
                    <a:pt x="211" y="399"/>
                  </a:lnTo>
                  <a:lnTo>
                    <a:pt x="210" y="399"/>
                  </a:lnTo>
                  <a:lnTo>
                    <a:pt x="209" y="399"/>
                  </a:lnTo>
                  <a:lnTo>
                    <a:pt x="209" y="397"/>
                  </a:lnTo>
                  <a:lnTo>
                    <a:pt x="208" y="396"/>
                  </a:lnTo>
                  <a:lnTo>
                    <a:pt x="207" y="396"/>
                  </a:lnTo>
                  <a:lnTo>
                    <a:pt x="207" y="396"/>
                  </a:lnTo>
                  <a:lnTo>
                    <a:pt x="207" y="397"/>
                  </a:lnTo>
                  <a:lnTo>
                    <a:pt x="207" y="396"/>
                  </a:lnTo>
                  <a:lnTo>
                    <a:pt x="206" y="396"/>
                  </a:lnTo>
                  <a:lnTo>
                    <a:pt x="207" y="397"/>
                  </a:lnTo>
                  <a:lnTo>
                    <a:pt x="208" y="397"/>
                  </a:lnTo>
                  <a:lnTo>
                    <a:pt x="208" y="397"/>
                  </a:lnTo>
                  <a:lnTo>
                    <a:pt x="208" y="398"/>
                  </a:lnTo>
                  <a:lnTo>
                    <a:pt x="208" y="398"/>
                  </a:lnTo>
                  <a:lnTo>
                    <a:pt x="208" y="399"/>
                  </a:lnTo>
                  <a:lnTo>
                    <a:pt x="208" y="399"/>
                  </a:lnTo>
                  <a:lnTo>
                    <a:pt x="209" y="400"/>
                  </a:lnTo>
                  <a:lnTo>
                    <a:pt x="210" y="400"/>
                  </a:lnTo>
                  <a:lnTo>
                    <a:pt x="210" y="401"/>
                  </a:lnTo>
                  <a:lnTo>
                    <a:pt x="211" y="401"/>
                  </a:lnTo>
                  <a:lnTo>
                    <a:pt x="211" y="401"/>
                  </a:lnTo>
                  <a:lnTo>
                    <a:pt x="211" y="401"/>
                  </a:lnTo>
                  <a:lnTo>
                    <a:pt x="210" y="401"/>
                  </a:lnTo>
                  <a:lnTo>
                    <a:pt x="210" y="401"/>
                  </a:lnTo>
                  <a:lnTo>
                    <a:pt x="209" y="402"/>
                  </a:lnTo>
                  <a:lnTo>
                    <a:pt x="208" y="401"/>
                  </a:lnTo>
                  <a:lnTo>
                    <a:pt x="208" y="401"/>
                  </a:lnTo>
                  <a:lnTo>
                    <a:pt x="206" y="403"/>
                  </a:lnTo>
                  <a:lnTo>
                    <a:pt x="205" y="402"/>
                  </a:lnTo>
                  <a:lnTo>
                    <a:pt x="205" y="402"/>
                  </a:lnTo>
                  <a:lnTo>
                    <a:pt x="205" y="402"/>
                  </a:lnTo>
                  <a:lnTo>
                    <a:pt x="204" y="402"/>
                  </a:lnTo>
                  <a:lnTo>
                    <a:pt x="204" y="402"/>
                  </a:lnTo>
                  <a:lnTo>
                    <a:pt x="204" y="402"/>
                  </a:lnTo>
                  <a:lnTo>
                    <a:pt x="204" y="402"/>
                  </a:lnTo>
                  <a:lnTo>
                    <a:pt x="201" y="402"/>
                  </a:lnTo>
                  <a:lnTo>
                    <a:pt x="200" y="403"/>
                  </a:lnTo>
                  <a:lnTo>
                    <a:pt x="199" y="403"/>
                  </a:lnTo>
                  <a:lnTo>
                    <a:pt x="199" y="402"/>
                  </a:lnTo>
                  <a:lnTo>
                    <a:pt x="198" y="402"/>
                  </a:lnTo>
                  <a:lnTo>
                    <a:pt x="197" y="402"/>
                  </a:lnTo>
                  <a:lnTo>
                    <a:pt x="197" y="403"/>
                  </a:lnTo>
                  <a:lnTo>
                    <a:pt x="197" y="402"/>
                  </a:lnTo>
                  <a:lnTo>
                    <a:pt x="197" y="403"/>
                  </a:lnTo>
                  <a:lnTo>
                    <a:pt x="197" y="403"/>
                  </a:lnTo>
                  <a:lnTo>
                    <a:pt x="197" y="403"/>
                  </a:lnTo>
                  <a:lnTo>
                    <a:pt x="197" y="404"/>
                  </a:lnTo>
                  <a:lnTo>
                    <a:pt x="196" y="404"/>
                  </a:lnTo>
                  <a:lnTo>
                    <a:pt x="196" y="406"/>
                  </a:lnTo>
                  <a:lnTo>
                    <a:pt x="195" y="406"/>
                  </a:lnTo>
                  <a:lnTo>
                    <a:pt x="195" y="407"/>
                  </a:lnTo>
                  <a:lnTo>
                    <a:pt x="195" y="408"/>
                  </a:lnTo>
                  <a:lnTo>
                    <a:pt x="195" y="409"/>
                  </a:lnTo>
                  <a:lnTo>
                    <a:pt x="195" y="409"/>
                  </a:lnTo>
                  <a:lnTo>
                    <a:pt x="195" y="410"/>
                  </a:lnTo>
                  <a:lnTo>
                    <a:pt x="195" y="410"/>
                  </a:lnTo>
                  <a:lnTo>
                    <a:pt x="195" y="411"/>
                  </a:lnTo>
                  <a:lnTo>
                    <a:pt x="194" y="412"/>
                  </a:lnTo>
                  <a:lnTo>
                    <a:pt x="194" y="413"/>
                  </a:lnTo>
                  <a:lnTo>
                    <a:pt x="194" y="413"/>
                  </a:lnTo>
                  <a:lnTo>
                    <a:pt x="194" y="414"/>
                  </a:lnTo>
                  <a:lnTo>
                    <a:pt x="194" y="414"/>
                  </a:lnTo>
                  <a:lnTo>
                    <a:pt x="193" y="415"/>
                  </a:lnTo>
                  <a:lnTo>
                    <a:pt x="191" y="415"/>
                  </a:lnTo>
                  <a:lnTo>
                    <a:pt x="191" y="416"/>
                  </a:lnTo>
                  <a:lnTo>
                    <a:pt x="190" y="416"/>
                  </a:lnTo>
                  <a:lnTo>
                    <a:pt x="190" y="418"/>
                  </a:lnTo>
                  <a:lnTo>
                    <a:pt x="190" y="418"/>
                  </a:lnTo>
                  <a:lnTo>
                    <a:pt x="186" y="418"/>
                  </a:lnTo>
                  <a:lnTo>
                    <a:pt x="183" y="419"/>
                  </a:lnTo>
                  <a:lnTo>
                    <a:pt x="179" y="418"/>
                  </a:lnTo>
                  <a:lnTo>
                    <a:pt x="174" y="414"/>
                  </a:lnTo>
                  <a:lnTo>
                    <a:pt x="166" y="415"/>
                  </a:lnTo>
                  <a:lnTo>
                    <a:pt x="158" y="411"/>
                  </a:lnTo>
                  <a:lnTo>
                    <a:pt x="158" y="411"/>
                  </a:lnTo>
                  <a:lnTo>
                    <a:pt x="158" y="410"/>
                  </a:lnTo>
                  <a:lnTo>
                    <a:pt x="158" y="408"/>
                  </a:lnTo>
                  <a:lnTo>
                    <a:pt x="162" y="405"/>
                  </a:lnTo>
                  <a:lnTo>
                    <a:pt x="162" y="399"/>
                  </a:lnTo>
                  <a:lnTo>
                    <a:pt x="166" y="400"/>
                  </a:lnTo>
                  <a:lnTo>
                    <a:pt x="168" y="397"/>
                  </a:lnTo>
                  <a:lnTo>
                    <a:pt x="177" y="393"/>
                  </a:lnTo>
                  <a:lnTo>
                    <a:pt x="174" y="388"/>
                  </a:lnTo>
                  <a:lnTo>
                    <a:pt x="173" y="383"/>
                  </a:lnTo>
                  <a:lnTo>
                    <a:pt x="169" y="382"/>
                  </a:lnTo>
                  <a:lnTo>
                    <a:pt x="166" y="379"/>
                  </a:lnTo>
                  <a:lnTo>
                    <a:pt x="163" y="373"/>
                  </a:lnTo>
                  <a:lnTo>
                    <a:pt x="162" y="370"/>
                  </a:lnTo>
                  <a:lnTo>
                    <a:pt x="160" y="370"/>
                  </a:lnTo>
                  <a:lnTo>
                    <a:pt x="152" y="372"/>
                  </a:lnTo>
                  <a:lnTo>
                    <a:pt x="140" y="373"/>
                  </a:lnTo>
                  <a:lnTo>
                    <a:pt x="137" y="376"/>
                  </a:lnTo>
                  <a:lnTo>
                    <a:pt x="136" y="377"/>
                  </a:lnTo>
                  <a:lnTo>
                    <a:pt x="127" y="371"/>
                  </a:lnTo>
                  <a:lnTo>
                    <a:pt x="125" y="367"/>
                  </a:lnTo>
                  <a:lnTo>
                    <a:pt x="122" y="365"/>
                  </a:lnTo>
                  <a:lnTo>
                    <a:pt x="119" y="364"/>
                  </a:lnTo>
                  <a:lnTo>
                    <a:pt x="120" y="360"/>
                  </a:lnTo>
                  <a:lnTo>
                    <a:pt x="119" y="357"/>
                  </a:lnTo>
                  <a:lnTo>
                    <a:pt x="97" y="354"/>
                  </a:lnTo>
                  <a:lnTo>
                    <a:pt x="95" y="357"/>
                  </a:lnTo>
                  <a:lnTo>
                    <a:pt x="93" y="359"/>
                  </a:lnTo>
                  <a:lnTo>
                    <a:pt x="88" y="361"/>
                  </a:lnTo>
                  <a:lnTo>
                    <a:pt x="85" y="362"/>
                  </a:lnTo>
                  <a:lnTo>
                    <a:pt x="84" y="359"/>
                  </a:lnTo>
                  <a:lnTo>
                    <a:pt x="82" y="358"/>
                  </a:lnTo>
                  <a:lnTo>
                    <a:pt x="80" y="359"/>
                  </a:lnTo>
                  <a:lnTo>
                    <a:pt x="79" y="366"/>
                  </a:lnTo>
                  <a:lnTo>
                    <a:pt x="68" y="368"/>
                  </a:lnTo>
                  <a:lnTo>
                    <a:pt x="59" y="374"/>
                  </a:lnTo>
                  <a:lnTo>
                    <a:pt x="49" y="373"/>
                  </a:lnTo>
                  <a:lnTo>
                    <a:pt x="45" y="375"/>
                  </a:lnTo>
                  <a:lnTo>
                    <a:pt x="43" y="373"/>
                  </a:lnTo>
                  <a:lnTo>
                    <a:pt x="41" y="373"/>
                  </a:lnTo>
                  <a:lnTo>
                    <a:pt x="40" y="378"/>
                  </a:lnTo>
                  <a:lnTo>
                    <a:pt x="39" y="380"/>
                  </a:lnTo>
                  <a:lnTo>
                    <a:pt x="39" y="380"/>
                  </a:lnTo>
                  <a:lnTo>
                    <a:pt x="35" y="375"/>
                  </a:lnTo>
                  <a:lnTo>
                    <a:pt x="34" y="371"/>
                  </a:lnTo>
                  <a:lnTo>
                    <a:pt x="34" y="367"/>
                  </a:lnTo>
                  <a:lnTo>
                    <a:pt x="38" y="359"/>
                  </a:lnTo>
                  <a:lnTo>
                    <a:pt x="39" y="357"/>
                  </a:lnTo>
                  <a:lnTo>
                    <a:pt x="37" y="356"/>
                  </a:lnTo>
                  <a:lnTo>
                    <a:pt x="32" y="358"/>
                  </a:lnTo>
                  <a:lnTo>
                    <a:pt x="32" y="352"/>
                  </a:lnTo>
                  <a:lnTo>
                    <a:pt x="30" y="348"/>
                  </a:lnTo>
                  <a:lnTo>
                    <a:pt x="30" y="346"/>
                  </a:lnTo>
                  <a:lnTo>
                    <a:pt x="34" y="343"/>
                  </a:lnTo>
                  <a:lnTo>
                    <a:pt x="34" y="341"/>
                  </a:lnTo>
                  <a:lnTo>
                    <a:pt x="32" y="340"/>
                  </a:lnTo>
                  <a:lnTo>
                    <a:pt x="27" y="342"/>
                  </a:lnTo>
                  <a:lnTo>
                    <a:pt x="23" y="337"/>
                  </a:lnTo>
                  <a:lnTo>
                    <a:pt x="16" y="337"/>
                  </a:lnTo>
                  <a:lnTo>
                    <a:pt x="11" y="335"/>
                  </a:lnTo>
                  <a:lnTo>
                    <a:pt x="9" y="332"/>
                  </a:lnTo>
                  <a:lnTo>
                    <a:pt x="10" y="328"/>
                  </a:lnTo>
                  <a:lnTo>
                    <a:pt x="8" y="325"/>
                  </a:lnTo>
                  <a:lnTo>
                    <a:pt x="6" y="322"/>
                  </a:lnTo>
                  <a:lnTo>
                    <a:pt x="3" y="321"/>
                  </a:lnTo>
                  <a:lnTo>
                    <a:pt x="0" y="316"/>
                  </a:lnTo>
                  <a:lnTo>
                    <a:pt x="2" y="310"/>
                  </a:lnTo>
                  <a:lnTo>
                    <a:pt x="5" y="310"/>
                  </a:lnTo>
                  <a:lnTo>
                    <a:pt x="9" y="312"/>
                  </a:lnTo>
                  <a:lnTo>
                    <a:pt x="10" y="314"/>
                  </a:lnTo>
                  <a:lnTo>
                    <a:pt x="9" y="316"/>
                  </a:lnTo>
                  <a:lnTo>
                    <a:pt x="12" y="321"/>
                  </a:lnTo>
                  <a:lnTo>
                    <a:pt x="19" y="321"/>
                  </a:lnTo>
                  <a:lnTo>
                    <a:pt x="25" y="323"/>
                  </a:lnTo>
                  <a:lnTo>
                    <a:pt x="29" y="318"/>
                  </a:lnTo>
                  <a:lnTo>
                    <a:pt x="32" y="319"/>
                  </a:lnTo>
                  <a:lnTo>
                    <a:pt x="32" y="316"/>
                  </a:lnTo>
                  <a:lnTo>
                    <a:pt x="30" y="313"/>
                  </a:lnTo>
                  <a:lnTo>
                    <a:pt x="27" y="309"/>
                  </a:lnTo>
                  <a:lnTo>
                    <a:pt x="21" y="302"/>
                  </a:lnTo>
                  <a:lnTo>
                    <a:pt x="17" y="303"/>
                  </a:lnTo>
                  <a:lnTo>
                    <a:pt x="11" y="297"/>
                  </a:lnTo>
                  <a:lnTo>
                    <a:pt x="6" y="296"/>
                  </a:lnTo>
                  <a:lnTo>
                    <a:pt x="10" y="287"/>
                  </a:lnTo>
                  <a:lnTo>
                    <a:pt x="14" y="280"/>
                  </a:lnTo>
                  <a:lnTo>
                    <a:pt x="12" y="273"/>
                  </a:lnTo>
                  <a:lnTo>
                    <a:pt x="15" y="269"/>
                  </a:lnTo>
                  <a:lnTo>
                    <a:pt x="16" y="263"/>
                  </a:lnTo>
                  <a:lnTo>
                    <a:pt x="15" y="260"/>
                  </a:lnTo>
                  <a:lnTo>
                    <a:pt x="12" y="259"/>
                  </a:lnTo>
                  <a:lnTo>
                    <a:pt x="14" y="254"/>
                  </a:lnTo>
                  <a:lnTo>
                    <a:pt x="19" y="253"/>
                  </a:lnTo>
                  <a:lnTo>
                    <a:pt x="18" y="250"/>
                  </a:lnTo>
                  <a:lnTo>
                    <a:pt x="19" y="250"/>
                  </a:lnTo>
                  <a:lnTo>
                    <a:pt x="26" y="244"/>
                  </a:lnTo>
                  <a:lnTo>
                    <a:pt x="23" y="238"/>
                  </a:lnTo>
                  <a:lnTo>
                    <a:pt x="16" y="230"/>
                  </a:lnTo>
                  <a:lnTo>
                    <a:pt x="18" y="223"/>
                  </a:lnTo>
                  <a:lnTo>
                    <a:pt x="12" y="218"/>
                  </a:lnTo>
                  <a:lnTo>
                    <a:pt x="12" y="218"/>
                  </a:lnTo>
                  <a:lnTo>
                    <a:pt x="15" y="211"/>
                  </a:lnTo>
                  <a:lnTo>
                    <a:pt x="15" y="206"/>
                  </a:lnTo>
                  <a:lnTo>
                    <a:pt x="14" y="202"/>
                  </a:lnTo>
                  <a:lnTo>
                    <a:pt x="14" y="200"/>
                  </a:lnTo>
                  <a:lnTo>
                    <a:pt x="23" y="198"/>
                  </a:lnTo>
                  <a:lnTo>
                    <a:pt x="25" y="198"/>
                  </a:lnTo>
                  <a:lnTo>
                    <a:pt x="28" y="202"/>
                  </a:lnTo>
                  <a:lnTo>
                    <a:pt x="32" y="203"/>
                  </a:lnTo>
                  <a:lnTo>
                    <a:pt x="33" y="202"/>
                  </a:lnTo>
                  <a:lnTo>
                    <a:pt x="34" y="199"/>
                  </a:lnTo>
                  <a:lnTo>
                    <a:pt x="34" y="193"/>
                  </a:lnTo>
                  <a:lnTo>
                    <a:pt x="37" y="188"/>
                  </a:lnTo>
                  <a:lnTo>
                    <a:pt x="45" y="186"/>
                  </a:lnTo>
                  <a:lnTo>
                    <a:pt x="45" y="182"/>
                  </a:lnTo>
                  <a:lnTo>
                    <a:pt x="40" y="176"/>
                  </a:lnTo>
                  <a:lnTo>
                    <a:pt x="40" y="171"/>
                  </a:lnTo>
                  <a:lnTo>
                    <a:pt x="50" y="166"/>
                  </a:lnTo>
                  <a:lnTo>
                    <a:pt x="52" y="163"/>
                  </a:lnTo>
                  <a:lnTo>
                    <a:pt x="58" y="158"/>
                  </a:lnTo>
                  <a:lnTo>
                    <a:pt x="65" y="149"/>
                  </a:lnTo>
                  <a:lnTo>
                    <a:pt x="66" y="146"/>
                  </a:lnTo>
                  <a:lnTo>
                    <a:pt x="63" y="137"/>
                  </a:lnTo>
                  <a:lnTo>
                    <a:pt x="53" y="131"/>
                  </a:lnTo>
                  <a:lnTo>
                    <a:pt x="55" y="124"/>
                  </a:lnTo>
                  <a:lnTo>
                    <a:pt x="52" y="120"/>
                  </a:lnTo>
                  <a:lnTo>
                    <a:pt x="53" y="116"/>
                  </a:lnTo>
                  <a:lnTo>
                    <a:pt x="45" y="117"/>
                  </a:lnTo>
                  <a:lnTo>
                    <a:pt x="42" y="115"/>
                  </a:lnTo>
                  <a:lnTo>
                    <a:pt x="44" y="104"/>
                  </a:lnTo>
                  <a:lnTo>
                    <a:pt x="42" y="100"/>
                  </a:lnTo>
                  <a:lnTo>
                    <a:pt x="40" y="97"/>
                  </a:lnTo>
                  <a:lnTo>
                    <a:pt x="44" y="95"/>
                  </a:lnTo>
                  <a:lnTo>
                    <a:pt x="49" y="97"/>
                  </a:lnTo>
                  <a:lnTo>
                    <a:pt x="54" y="97"/>
                  </a:lnTo>
                  <a:lnTo>
                    <a:pt x="69" y="89"/>
                  </a:lnTo>
                  <a:lnTo>
                    <a:pt x="78" y="94"/>
                  </a:lnTo>
                  <a:lnTo>
                    <a:pt x="88" y="91"/>
                  </a:lnTo>
                  <a:lnTo>
                    <a:pt x="91" y="95"/>
                  </a:lnTo>
                  <a:lnTo>
                    <a:pt x="95" y="94"/>
                  </a:lnTo>
                  <a:lnTo>
                    <a:pt x="98" y="96"/>
                  </a:lnTo>
                  <a:lnTo>
                    <a:pt x="105" y="93"/>
                  </a:lnTo>
                  <a:lnTo>
                    <a:pt x="108" y="94"/>
                  </a:lnTo>
                  <a:lnTo>
                    <a:pt x="113" y="91"/>
                  </a:lnTo>
                  <a:lnTo>
                    <a:pt x="121" y="94"/>
                  </a:lnTo>
                  <a:lnTo>
                    <a:pt x="127" y="94"/>
                  </a:lnTo>
                  <a:lnTo>
                    <a:pt x="129" y="91"/>
                  </a:lnTo>
                  <a:lnTo>
                    <a:pt x="131" y="88"/>
                  </a:lnTo>
                  <a:lnTo>
                    <a:pt x="130" y="79"/>
                  </a:lnTo>
                  <a:lnTo>
                    <a:pt x="132" y="78"/>
                  </a:lnTo>
                  <a:lnTo>
                    <a:pt x="137" y="77"/>
                  </a:lnTo>
                  <a:lnTo>
                    <a:pt x="146" y="72"/>
                  </a:lnTo>
                  <a:lnTo>
                    <a:pt x="150" y="72"/>
                  </a:lnTo>
                  <a:lnTo>
                    <a:pt x="154" y="73"/>
                  </a:lnTo>
                  <a:lnTo>
                    <a:pt x="167" y="64"/>
                  </a:lnTo>
                  <a:lnTo>
                    <a:pt x="168" y="63"/>
                  </a:lnTo>
                  <a:lnTo>
                    <a:pt x="165" y="59"/>
                  </a:lnTo>
                  <a:lnTo>
                    <a:pt x="170" y="46"/>
                  </a:lnTo>
                  <a:lnTo>
                    <a:pt x="170" y="46"/>
                  </a:lnTo>
                  <a:lnTo>
                    <a:pt x="171" y="46"/>
                  </a:lnTo>
                  <a:lnTo>
                    <a:pt x="171" y="46"/>
                  </a:lnTo>
                  <a:lnTo>
                    <a:pt x="173" y="46"/>
                  </a:lnTo>
                  <a:lnTo>
                    <a:pt x="173" y="46"/>
                  </a:lnTo>
                  <a:lnTo>
                    <a:pt x="174" y="46"/>
                  </a:lnTo>
                  <a:lnTo>
                    <a:pt x="175" y="46"/>
                  </a:lnTo>
                  <a:lnTo>
                    <a:pt x="176" y="46"/>
                  </a:lnTo>
                  <a:lnTo>
                    <a:pt x="176" y="46"/>
                  </a:lnTo>
                  <a:lnTo>
                    <a:pt x="177" y="46"/>
                  </a:lnTo>
                  <a:lnTo>
                    <a:pt x="177" y="47"/>
                  </a:lnTo>
                  <a:lnTo>
                    <a:pt x="177" y="47"/>
                  </a:lnTo>
                  <a:lnTo>
                    <a:pt x="177" y="47"/>
                  </a:lnTo>
                  <a:lnTo>
                    <a:pt x="176" y="47"/>
                  </a:lnTo>
                  <a:lnTo>
                    <a:pt x="175" y="47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77" y="49"/>
                  </a:lnTo>
                  <a:lnTo>
                    <a:pt x="178" y="49"/>
                  </a:lnTo>
                  <a:lnTo>
                    <a:pt x="178" y="50"/>
                  </a:lnTo>
                  <a:lnTo>
                    <a:pt x="179" y="50"/>
                  </a:lnTo>
                  <a:lnTo>
                    <a:pt x="179" y="50"/>
                  </a:lnTo>
                  <a:lnTo>
                    <a:pt x="180" y="50"/>
                  </a:lnTo>
                  <a:lnTo>
                    <a:pt x="180" y="50"/>
                  </a:lnTo>
                  <a:lnTo>
                    <a:pt x="181" y="49"/>
                  </a:lnTo>
                  <a:lnTo>
                    <a:pt x="181" y="49"/>
                  </a:lnTo>
                  <a:lnTo>
                    <a:pt x="181" y="48"/>
                  </a:lnTo>
                  <a:lnTo>
                    <a:pt x="182" y="49"/>
                  </a:lnTo>
                  <a:lnTo>
                    <a:pt x="182" y="49"/>
                  </a:lnTo>
                  <a:lnTo>
                    <a:pt x="182" y="49"/>
                  </a:lnTo>
                  <a:lnTo>
                    <a:pt x="183" y="49"/>
                  </a:lnTo>
                  <a:lnTo>
                    <a:pt x="183" y="48"/>
                  </a:lnTo>
                  <a:lnTo>
                    <a:pt x="184" y="47"/>
                  </a:lnTo>
                  <a:lnTo>
                    <a:pt x="184" y="46"/>
                  </a:lnTo>
                  <a:lnTo>
                    <a:pt x="184" y="46"/>
                  </a:lnTo>
                  <a:lnTo>
                    <a:pt x="185" y="46"/>
                  </a:lnTo>
                  <a:lnTo>
                    <a:pt x="186" y="45"/>
                  </a:lnTo>
                  <a:lnTo>
                    <a:pt x="186" y="45"/>
                  </a:lnTo>
                  <a:lnTo>
                    <a:pt x="186" y="45"/>
                  </a:lnTo>
                  <a:lnTo>
                    <a:pt x="186" y="44"/>
                  </a:lnTo>
                  <a:lnTo>
                    <a:pt x="187" y="44"/>
                  </a:lnTo>
                  <a:lnTo>
                    <a:pt x="187" y="43"/>
                  </a:lnTo>
                  <a:lnTo>
                    <a:pt x="188" y="43"/>
                  </a:lnTo>
                  <a:lnTo>
                    <a:pt x="188" y="42"/>
                  </a:lnTo>
                  <a:lnTo>
                    <a:pt x="188" y="42"/>
                  </a:lnTo>
                  <a:lnTo>
                    <a:pt x="189" y="42"/>
                  </a:lnTo>
                  <a:lnTo>
                    <a:pt x="190" y="41"/>
                  </a:lnTo>
                  <a:lnTo>
                    <a:pt x="192" y="41"/>
                  </a:lnTo>
                  <a:lnTo>
                    <a:pt x="192" y="41"/>
                  </a:lnTo>
                  <a:lnTo>
                    <a:pt x="193" y="39"/>
                  </a:lnTo>
                  <a:lnTo>
                    <a:pt x="194" y="39"/>
                  </a:lnTo>
                  <a:lnTo>
                    <a:pt x="195" y="39"/>
                  </a:lnTo>
                  <a:lnTo>
                    <a:pt x="195" y="39"/>
                  </a:lnTo>
                  <a:lnTo>
                    <a:pt x="196" y="38"/>
                  </a:lnTo>
                  <a:lnTo>
                    <a:pt x="196" y="37"/>
                  </a:lnTo>
                  <a:lnTo>
                    <a:pt x="196" y="36"/>
                  </a:lnTo>
                  <a:lnTo>
                    <a:pt x="196" y="35"/>
                  </a:lnTo>
                  <a:lnTo>
                    <a:pt x="196" y="35"/>
                  </a:lnTo>
                  <a:lnTo>
                    <a:pt x="196" y="34"/>
                  </a:lnTo>
                  <a:lnTo>
                    <a:pt x="195" y="33"/>
                  </a:lnTo>
                  <a:lnTo>
                    <a:pt x="196" y="33"/>
                  </a:lnTo>
                  <a:lnTo>
                    <a:pt x="196" y="32"/>
                  </a:lnTo>
                  <a:lnTo>
                    <a:pt x="197" y="30"/>
                  </a:lnTo>
                  <a:lnTo>
                    <a:pt x="197" y="29"/>
                  </a:lnTo>
                  <a:lnTo>
                    <a:pt x="197" y="29"/>
                  </a:lnTo>
                  <a:lnTo>
                    <a:pt x="198" y="27"/>
                  </a:lnTo>
                  <a:lnTo>
                    <a:pt x="199" y="25"/>
                  </a:lnTo>
                  <a:lnTo>
                    <a:pt x="199" y="24"/>
                  </a:lnTo>
                  <a:lnTo>
                    <a:pt x="200" y="24"/>
                  </a:lnTo>
                  <a:lnTo>
                    <a:pt x="200" y="24"/>
                  </a:lnTo>
                  <a:lnTo>
                    <a:pt x="200" y="23"/>
                  </a:lnTo>
                  <a:lnTo>
                    <a:pt x="200" y="21"/>
                  </a:lnTo>
                  <a:lnTo>
                    <a:pt x="201" y="20"/>
                  </a:lnTo>
                  <a:lnTo>
                    <a:pt x="201" y="18"/>
                  </a:lnTo>
                  <a:lnTo>
                    <a:pt x="201" y="16"/>
                  </a:lnTo>
                  <a:lnTo>
                    <a:pt x="201" y="16"/>
                  </a:lnTo>
                  <a:lnTo>
                    <a:pt x="202" y="14"/>
                  </a:lnTo>
                  <a:lnTo>
                    <a:pt x="202" y="12"/>
                  </a:lnTo>
                  <a:lnTo>
                    <a:pt x="203" y="11"/>
                  </a:lnTo>
                  <a:lnTo>
                    <a:pt x="204" y="10"/>
                  </a:lnTo>
                  <a:lnTo>
                    <a:pt x="204" y="9"/>
                  </a:lnTo>
                  <a:lnTo>
                    <a:pt x="205" y="8"/>
                  </a:lnTo>
                  <a:lnTo>
                    <a:pt x="205" y="8"/>
                  </a:lnTo>
                  <a:lnTo>
                    <a:pt x="205" y="7"/>
                  </a:lnTo>
                  <a:lnTo>
                    <a:pt x="206" y="7"/>
                  </a:lnTo>
                  <a:lnTo>
                    <a:pt x="208" y="5"/>
                  </a:lnTo>
                  <a:lnTo>
                    <a:pt x="209" y="5"/>
                  </a:lnTo>
                  <a:lnTo>
                    <a:pt x="210" y="4"/>
                  </a:lnTo>
                  <a:lnTo>
                    <a:pt x="211" y="3"/>
                  </a:lnTo>
                  <a:lnTo>
                    <a:pt x="211" y="4"/>
                  </a:lnTo>
                  <a:lnTo>
                    <a:pt x="210" y="4"/>
                  </a:lnTo>
                  <a:lnTo>
                    <a:pt x="210" y="4"/>
                  </a:lnTo>
                  <a:lnTo>
                    <a:pt x="211" y="4"/>
                  </a:lnTo>
                  <a:lnTo>
                    <a:pt x="211" y="4"/>
                  </a:lnTo>
                  <a:lnTo>
                    <a:pt x="212" y="4"/>
                  </a:lnTo>
                  <a:lnTo>
                    <a:pt x="212" y="3"/>
                  </a:lnTo>
                  <a:lnTo>
                    <a:pt x="214" y="3"/>
                  </a:lnTo>
                  <a:lnTo>
                    <a:pt x="214" y="4"/>
                  </a:lnTo>
                  <a:lnTo>
                    <a:pt x="215" y="4"/>
                  </a:lnTo>
                  <a:lnTo>
                    <a:pt x="216" y="4"/>
                  </a:lnTo>
                  <a:lnTo>
                    <a:pt x="216" y="5"/>
                  </a:lnTo>
                  <a:lnTo>
                    <a:pt x="217" y="5"/>
                  </a:lnTo>
                  <a:lnTo>
                    <a:pt x="217" y="5"/>
                  </a:lnTo>
                  <a:lnTo>
                    <a:pt x="217" y="5"/>
                  </a:lnTo>
                  <a:lnTo>
                    <a:pt x="219" y="4"/>
                  </a:lnTo>
                  <a:lnTo>
                    <a:pt x="219" y="4"/>
                  </a:lnTo>
                  <a:lnTo>
                    <a:pt x="219" y="4"/>
                  </a:lnTo>
                  <a:lnTo>
                    <a:pt x="219" y="3"/>
                  </a:lnTo>
                  <a:lnTo>
                    <a:pt x="221" y="3"/>
                  </a:lnTo>
                  <a:lnTo>
                    <a:pt x="222" y="4"/>
                  </a:lnTo>
                  <a:lnTo>
                    <a:pt x="223" y="4"/>
                  </a:lnTo>
                  <a:lnTo>
                    <a:pt x="223" y="4"/>
                  </a:lnTo>
                  <a:lnTo>
                    <a:pt x="224" y="4"/>
                  </a:lnTo>
                  <a:lnTo>
                    <a:pt x="225" y="4"/>
                  </a:lnTo>
                  <a:lnTo>
                    <a:pt x="227" y="4"/>
                  </a:lnTo>
                  <a:lnTo>
                    <a:pt x="227" y="4"/>
                  </a:lnTo>
                  <a:lnTo>
                    <a:pt x="227" y="4"/>
                  </a:lnTo>
                  <a:lnTo>
                    <a:pt x="227" y="4"/>
                  </a:lnTo>
                  <a:lnTo>
                    <a:pt x="230" y="3"/>
                  </a:lnTo>
                  <a:lnTo>
                    <a:pt x="230" y="3"/>
                  </a:lnTo>
                  <a:lnTo>
                    <a:pt x="230" y="3"/>
                  </a:lnTo>
                  <a:lnTo>
                    <a:pt x="231" y="3"/>
                  </a:lnTo>
                  <a:lnTo>
                    <a:pt x="232" y="3"/>
                  </a:lnTo>
                  <a:lnTo>
                    <a:pt x="234" y="3"/>
                  </a:lnTo>
                  <a:lnTo>
                    <a:pt x="234" y="4"/>
                  </a:lnTo>
                  <a:lnTo>
                    <a:pt x="233" y="5"/>
                  </a:lnTo>
                  <a:lnTo>
                    <a:pt x="233" y="5"/>
                  </a:lnTo>
                  <a:lnTo>
                    <a:pt x="233" y="5"/>
                  </a:lnTo>
                  <a:lnTo>
                    <a:pt x="232" y="6"/>
                  </a:lnTo>
                  <a:lnTo>
                    <a:pt x="232" y="6"/>
                  </a:lnTo>
                  <a:lnTo>
                    <a:pt x="233" y="6"/>
                  </a:lnTo>
                  <a:lnTo>
                    <a:pt x="234" y="5"/>
                  </a:lnTo>
                  <a:lnTo>
                    <a:pt x="234" y="5"/>
                  </a:lnTo>
                  <a:lnTo>
                    <a:pt x="235" y="4"/>
                  </a:lnTo>
                  <a:lnTo>
                    <a:pt x="235" y="4"/>
                  </a:lnTo>
                  <a:lnTo>
                    <a:pt x="236" y="4"/>
                  </a:lnTo>
                  <a:lnTo>
                    <a:pt x="236" y="3"/>
                  </a:lnTo>
                  <a:lnTo>
                    <a:pt x="236" y="3"/>
                  </a:lnTo>
                  <a:lnTo>
                    <a:pt x="238" y="3"/>
                  </a:lnTo>
                  <a:lnTo>
                    <a:pt x="236" y="3"/>
                  </a:lnTo>
                  <a:lnTo>
                    <a:pt x="236" y="3"/>
                  </a:lnTo>
                  <a:lnTo>
                    <a:pt x="236" y="3"/>
                  </a:lnTo>
                  <a:lnTo>
                    <a:pt x="235" y="3"/>
                  </a:lnTo>
                  <a:lnTo>
                    <a:pt x="234" y="3"/>
                  </a:lnTo>
                  <a:lnTo>
                    <a:pt x="234" y="3"/>
                  </a:lnTo>
                  <a:lnTo>
                    <a:pt x="235" y="3"/>
                  </a:lnTo>
                  <a:lnTo>
                    <a:pt x="235" y="1"/>
                  </a:lnTo>
                  <a:lnTo>
                    <a:pt x="234" y="1"/>
                  </a:lnTo>
                  <a:lnTo>
                    <a:pt x="233" y="2"/>
                  </a:lnTo>
                  <a:lnTo>
                    <a:pt x="233" y="2"/>
                  </a:lnTo>
                  <a:lnTo>
                    <a:pt x="232" y="2"/>
                  </a:lnTo>
                  <a:lnTo>
                    <a:pt x="232" y="3"/>
                  </a:lnTo>
                  <a:lnTo>
                    <a:pt x="231" y="2"/>
                  </a:lnTo>
                  <a:lnTo>
                    <a:pt x="231" y="0"/>
                  </a:lnTo>
                  <a:lnTo>
                    <a:pt x="233" y="0"/>
                  </a:lnTo>
                  <a:lnTo>
                    <a:pt x="237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A91DA746-1E11-4871-8326-978D3D52E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7304" y="5223864"/>
              <a:ext cx="237719" cy="184702"/>
            </a:xfrm>
            <a:custGeom>
              <a:avLst/>
              <a:gdLst>
                <a:gd name="T0" fmla="*/ 2 w 139"/>
                <a:gd name="T1" fmla="*/ 24 h 108"/>
                <a:gd name="T2" fmla="*/ 5 w 139"/>
                <a:gd name="T3" fmla="*/ 19 h 108"/>
                <a:gd name="T4" fmla="*/ 11 w 139"/>
                <a:gd name="T5" fmla="*/ 19 h 108"/>
                <a:gd name="T6" fmla="*/ 30 w 139"/>
                <a:gd name="T7" fmla="*/ 14 h 108"/>
                <a:gd name="T8" fmla="*/ 42 w 139"/>
                <a:gd name="T9" fmla="*/ 5 h 108"/>
                <a:gd name="T10" fmla="*/ 45 w 139"/>
                <a:gd name="T11" fmla="*/ 5 h 108"/>
                <a:gd name="T12" fmla="*/ 49 w 139"/>
                <a:gd name="T13" fmla="*/ 7 h 108"/>
                <a:gd name="T14" fmla="*/ 57 w 139"/>
                <a:gd name="T15" fmla="*/ 4 h 108"/>
                <a:gd name="T16" fmla="*/ 81 w 139"/>
                <a:gd name="T17" fmla="*/ 3 h 108"/>
                <a:gd name="T18" fmla="*/ 81 w 139"/>
                <a:gd name="T19" fmla="*/ 10 h 108"/>
                <a:gd name="T20" fmla="*/ 87 w 139"/>
                <a:gd name="T21" fmla="*/ 13 h 108"/>
                <a:gd name="T22" fmla="*/ 97 w 139"/>
                <a:gd name="T23" fmla="*/ 23 h 108"/>
                <a:gd name="T24" fmla="*/ 101 w 139"/>
                <a:gd name="T25" fmla="*/ 19 h 108"/>
                <a:gd name="T26" fmla="*/ 122 w 139"/>
                <a:gd name="T27" fmla="*/ 16 h 108"/>
                <a:gd name="T28" fmla="*/ 125 w 139"/>
                <a:gd name="T29" fmla="*/ 19 h 108"/>
                <a:gd name="T30" fmla="*/ 131 w 139"/>
                <a:gd name="T31" fmla="*/ 28 h 108"/>
                <a:gd name="T32" fmla="*/ 136 w 139"/>
                <a:gd name="T33" fmla="*/ 34 h 108"/>
                <a:gd name="T34" fmla="*/ 130 w 139"/>
                <a:gd name="T35" fmla="*/ 43 h 108"/>
                <a:gd name="T36" fmla="*/ 124 w 139"/>
                <a:gd name="T37" fmla="*/ 45 h 108"/>
                <a:gd name="T38" fmla="*/ 119 w 139"/>
                <a:gd name="T39" fmla="*/ 54 h 108"/>
                <a:gd name="T40" fmla="*/ 120 w 139"/>
                <a:gd name="T41" fmla="*/ 57 h 108"/>
                <a:gd name="T42" fmla="*/ 119 w 139"/>
                <a:gd name="T43" fmla="*/ 62 h 108"/>
                <a:gd name="T44" fmla="*/ 110 w 139"/>
                <a:gd name="T45" fmla="*/ 73 h 108"/>
                <a:gd name="T46" fmla="*/ 109 w 139"/>
                <a:gd name="T47" fmla="*/ 89 h 108"/>
                <a:gd name="T48" fmla="*/ 103 w 139"/>
                <a:gd name="T49" fmla="*/ 97 h 108"/>
                <a:gd name="T50" fmla="*/ 99 w 139"/>
                <a:gd name="T51" fmla="*/ 107 h 108"/>
                <a:gd name="T52" fmla="*/ 93 w 139"/>
                <a:gd name="T53" fmla="*/ 106 h 108"/>
                <a:gd name="T54" fmla="*/ 87 w 139"/>
                <a:gd name="T55" fmla="*/ 106 h 108"/>
                <a:gd name="T56" fmla="*/ 83 w 139"/>
                <a:gd name="T57" fmla="*/ 95 h 108"/>
                <a:gd name="T58" fmla="*/ 75 w 139"/>
                <a:gd name="T59" fmla="*/ 99 h 108"/>
                <a:gd name="T60" fmla="*/ 69 w 139"/>
                <a:gd name="T61" fmla="*/ 100 h 108"/>
                <a:gd name="T62" fmla="*/ 62 w 139"/>
                <a:gd name="T63" fmla="*/ 106 h 108"/>
                <a:gd name="T64" fmla="*/ 54 w 139"/>
                <a:gd name="T65" fmla="*/ 93 h 108"/>
                <a:gd name="T66" fmla="*/ 46 w 139"/>
                <a:gd name="T67" fmla="*/ 96 h 108"/>
                <a:gd name="T68" fmla="*/ 43 w 139"/>
                <a:gd name="T69" fmla="*/ 84 h 108"/>
                <a:gd name="T70" fmla="*/ 34 w 139"/>
                <a:gd name="T71" fmla="*/ 95 h 108"/>
                <a:gd name="T72" fmla="*/ 31 w 139"/>
                <a:gd name="T73" fmla="*/ 90 h 108"/>
                <a:gd name="T74" fmla="*/ 32 w 139"/>
                <a:gd name="T75" fmla="*/ 79 h 108"/>
                <a:gd name="T76" fmla="*/ 26 w 139"/>
                <a:gd name="T77" fmla="*/ 78 h 108"/>
                <a:gd name="T78" fmla="*/ 16 w 139"/>
                <a:gd name="T79" fmla="*/ 70 h 108"/>
                <a:gd name="T80" fmla="*/ 10 w 139"/>
                <a:gd name="T81" fmla="*/ 67 h 108"/>
                <a:gd name="T82" fmla="*/ 4 w 139"/>
                <a:gd name="T83" fmla="*/ 61 h 108"/>
                <a:gd name="T84" fmla="*/ 2 w 139"/>
                <a:gd name="T85" fmla="*/ 52 h 108"/>
                <a:gd name="T86" fmla="*/ 1 w 139"/>
                <a:gd name="T87" fmla="*/ 2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9" h="108">
                  <a:moveTo>
                    <a:pt x="1" y="26"/>
                  </a:moveTo>
                  <a:lnTo>
                    <a:pt x="2" y="24"/>
                  </a:lnTo>
                  <a:lnTo>
                    <a:pt x="3" y="19"/>
                  </a:lnTo>
                  <a:lnTo>
                    <a:pt x="5" y="19"/>
                  </a:lnTo>
                  <a:lnTo>
                    <a:pt x="6" y="21"/>
                  </a:lnTo>
                  <a:lnTo>
                    <a:pt x="11" y="19"/>
                  </a:lnTo>
                  <a:lnTo>
                    <a:pt x="21" y="20"/>
                  </a:lnTo>
                  <a:lnTo>
                    <a:pt x="30" y="14"/>
                  </a:lnTo>
                  <a:lnTo>
                    <a:pt x="41" y="12"/>
                  </a:lnTo>
                  <a:lnTo>
                    <a:pt x="42" y="5"/>
                  </a:lnTo>
                  <a:lnTo>
                    <a:pt x="44" y="4"/>
                  </a:lnTo>
                  <a:lnTo>
                    <a:pt x="45" y="5"/>
                  </a:lnTo>
                  <a:lnTo>
                    <a:pt x="47" y="9"/>
                  </a:lnTo>
                  <a:lnTo>
                    <a:pt x="49" y="7"/>
                  </a:lnTo>
                  <a:lnTo>
                    <a:pt x="54" y="6"/>
                  </a:lnTo>
                  <a:lnTo>
                    <a:pt x="57" y="4"/>
                  </a:lnTo>
                  <a:lnTo>
                    <a:pt x="58" y="0"/>
                  </a:lnTo>
                  <a:lnTo>
                    <a:pt x="81" y="3"/>
                  </a:lnTo>
                  <a:lnTo>
                    <a:pt x="82" y="6"/>
                  </a:lnTo>
                  <a:lnTo>
                    <a:pt x="81" y="10"/>
                  </a:lnTo>
                  <a:lnTo>
                    <a:pt x="83" y="11"/>
                  </a:lnTo>
                  <a:lnTo>
                    <a:pt x="87" y="13"/>
                  </a:lnTo>
                  <a:lnTo>
                    <a:pt x="88" y="18"/>
                  </a:lnTo>
                  <a:lnTo>
                    <a:pt x="97" y="23"/>
                  </a:lnTo>
                  <a:lnTo>
                    <a:pt x="99" y="23"/>
                  </a:lnTo>
                  <a:lnTo>
                    <a:pt x="101" y="19"/>
                  </a:lnTo>
                  <a:lnTo>
                    <a:pt x="114" y="18"/>
                  </a:lnTo>
                  <a:lnTo>
                    <a:pt x="122" y="16"/>
                  </a:lnTo>
                  <a:lnTo>
                    <a:pt x="124" y="16"/>
                  </a:lnTo>
                  <a:lnTo>
                    <a:pt x="125" y="19"/>
                  </a:lnTo>
                  <a:lnTo>
                    <a:pt x="128" y="26"/>
                  </a:lnTo>
                  <a:lnTo>
                    <a:pt x="131" y="28"/>
                  </a:lnTo>
                  <a:lnTo>
                    <a:pt x="135" y="29"/>
                  </a:lnTo>
                  <a:lnTo>
                    <a:pt x="136" y="34"/>
                  </a:lnTo>
                  <a:lnTo>
                    <a:pt x="139" y="39"/>
                  </a:lnTo>
                  <a:lnTo>
                    <a:pt x="130" y="43"/>
                  </a:lnTo>
                  <a:lnTo>
                    <a:pt x="128" y="46"/>
                  </a:lnTo>
                  <a:lnTo>
                    <a:pt x="124" y="45"/>
                  </a:lnTo>
                  <a:lnTo>
                    <a:pt x="123" y="51"/>
                  </a:lnTo>
                  <a:lnTo>
                    <a:pt x="119" y="54"/>
                  </a:lnTo>
                  <a:lnTo>
                    <a:pt x="119" y="56"/>
                  </a:lnTo>
                  <a:lnTo>
                    <a:pt x="120" y="57"/>
                  </a:lnTo>
                  <a:lnTo>
                    <a:pt x="120" y="57"/>
                  </a:lnTo>
                  <a:lnTo>
                    <a:pt x="119" y="62"/>
                  </a:lnTo>
                  <a:lnTo>
                    <a:pt x="114" y="67"/>
                  </a:lnTo>
                  <a:lnTo>
                    <a:pt x="110" y="73"/>
                  </a:lnTo>
                  <a:lnTo>
                    <a:pt x="111" y="80"/>
                  </a:lnTo>
                  <a:lnTo>
                    <a:pt x="109" y="89"/>
                  </a:lnTo>
                  <a:lnTo>
                    <a:pt x="105" y="92"/>
                  </a:lnTo>
                  <a:lnTo>
                    <a:pt x="103" y="97"/>
                  </a:lnTo>
                  <a:lnTo>
                    <a:pt x="99" y="100"/>
                  </a:lnTo>
                  <a:lnTo>
                    <a:pt x="99" y="107"/>
                  </a:lnTo>
                  <a:lnTo>
                    <a:pt x="95" y="108"/>
                  </a:lnTo>
                  <a:lnTo>
                    <a:pt x="93" y="106"/>
                  </a:lnTo>
                  <a:lnTo>
                    <a:pt x="91" y="105"/>
                  </a:lnTo>
                  <a:lnTo>
                    <a:pt x="87" y="106"/>
                  </a:lnTo>
                  <a:lnTo>
                    <a:pt x="86" y="99"/>
                  </a:lnTo>
                  <a:lnTo>
                    <a:pt x="83" y="95"/>
                  </a:lnTo>
                  <a:lnTo>
                    <a:pt x="79" y="95"/>
                  </a:lnTo>
                  <a:lnTo>
                    <a:pt x="75" y="99"/>
                  </a:lnTo>
                  <a:lnTo>
                    <a:pt x="72" y="99"/>
                  </a:lnTo>
                  <a:lnTo>
                    <a:pt x="69" y="100"/>
                  </a:lnTo>
                  <a:lnTo>
                    <a:pt x="66" y="105"/>
                  </a:lnTo>
                  <a:lnTo>
                    <a:pt x="62" y="106"/>
                  </a:lnTo>
                  <a:lnTo>
                    <a:pt x="58" y="103"/>
                  </a:lnTo>
                  <a:lnTo>
                    <a:pt x="54" y="93"/>
                  </a:lnTo>
                  <a:lnTo>
                    <a:pt x="52" y="93"/>
                  </a:lnTo>
                  <a:lnTo>
                    <a:pt x="46" y="96"/>
                  </a:lnTo>
                  <a:lnTo>
                    <a:pt x="47" y="90"/>
                  </a:lnTo>
                  <a:lnTo>
                    <a:pt x="43" y="84"/>
                  </a:lnTo>
                  <a:lnTo>
                    <a:pt x="38" y="87"/>
                  </a:lnTo>
                  <a:lnTo>
                    <a:pt x="34" y="95"/>
                  </a:lnTo>
                  <a:lnTo>
                    <a:pt x="31" y="97"/>
                  </a:lnTo>
                  <a:lnTo>
                    <a:pt x="31" y="90"/>
                  </a:lnTo>
                  <a:lnTo>
                    <a:pt x="33" y="85"/>
                  </a:lnTo>
                  <a:lnTo>
                    <a:pt x="32" y="79"/>
                  </a:lnTo>
                  <a:lnTo>
                    <a:pt x="29" y="78"/>
                  </a:lnTo>
                  <a:lnTo>
                    <a:pt x="26" y="78"/>
                  </a:lnTo>
                  <a:lnTo>
                    <a:pt x="21" y="75"/>
                  </a:lnTo>
                  <a:lnTo>
                    <a:pt x="16" y="70"/>
                  </a:lnTo>
                  <a:lnTo>
                    <a:pt x="11" y="69"/>
                  </a:lnTo>
                  <a:lnTo>
                    <a:pt x="10" y="67"/>
                  </a:lnTo>
                  <a:lnTo>
                    <a:pt x="10" y="63"/>
                  </a:lnTo>
                  <a:lnTo>
                    <a:pt x="4" y="61"/>
                  </a:lnTo>
                  <a:lnTo>
                    <a:pt x="0" y="56"/>
                  </a:lnTo>
                  <a:lnTo>
                    <a:pt x="2" y="52"/>
                  </a:lnTo>
                  <a:lnTo>
                    <a:pt x="5" y="37"/>
                  </a:lnTo>
                  <a:lnTo>
                    <a:pt x="1" y="26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274580F4-8188-409C-86E5-E60B839643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53434" y="4991275"/>
              <a:ext cx="967979" cy="735390"/>
            </a:xfrm>
            <a:custGeom>
              <a:avLst/>
              <a:gdLst>
                <a:gd name="T0" fmla="*/ 110 w 566"/>
                <a:gd name="T1" fmla="*/ 382 h 430"/>
                <a:gd name="T2" fmla="*/ 135 w 566"/>
                <a:gd name="T3" fmla="*/ 391 h 430"/>
                <a:gd name="T4" fmla="*/ 144 w 566"/>
                <a:gd name="T5" fmla="*/ 404 h 430"/>
                <a:gd name="T6" fmla="*/ 124 w 566"/>
                <a:gd name="T7" fmla="*/ 426 h 430"/>
                <a:gd name="T8" fmla="*/ 91 w 566"/>
                <a:gd name="T9" fmla="*/ 416 h 430"/>
                <a:gd name="T10" fmla="*/ 61 w 566"/>
                <a:gd name="T11" fmla="*/ 408 h 430"/>
                <a:gd name="T12" fmla="*/ 91 w 566"/>
                <a:gd name="T13" fmla="*/ 394 h 430"/>
                <a:gd name="T14" fmla="*/ 175 w 566"/>
                <a:gd name="T15" fmla="*/ 366 h 430"/>
                <a:gd name="T16" fmla="*/ 165 w 566"/>
                <a:gd name="T17" fmla="*/ 373 h 430"/>
                <a:gd name="T18" fmla="*/ 155 w 566"/>
                <a:gd name="T19" fmla="*/ 375 h 430"/>
                <a:gd name="T20" fmla="*/ 455 w 566"/>
                <a:gd name="T21" fmla="*/ 202 h 430"/>
                <a:gd name="T22" fmla="*/ 480 w 566"/>
                <a:gd name="T23" fmla="*/ 223 h 430"/>
                <a:gd name="T24" fmla="*/ 452 w 566"/>
                <a:gd name="T25" fmla="*/ 217 h 430"/>
                <a:gd name="T26" fmla="*/ 449 w 566"/>
                <a:gd name="T27" fmla="*/ 200 h 430"/>
                <a:gd name="T28" fmla="*/ 231 w 566"/>
                <a:gd name="T29" fmla="*/ 124 h 430"/>
                <a:gd name="T30" fmla="*/ 321 w 566"/>
                <a:gd name="T31" fmla="*/ 231 h 430"/>
                <a:gd name="T32" fmla="*/ 401 w 566"/>
                <a:gd name="T33" fmla="*/ 196 h 430"/>
                <a:gd name="T34" fmla="*/ 429 w 566"/>
                <a:gd name="T35" fmla="*/ 193 h 430"/>
                <a:gd name="T36" fmla="*/ 437 w 566"/>
                <a:gd name="T37" fmla="*/ 202 h 430"/>
                <a:gd name="T38" fmla="*/ 427 w 566"/>
                <a:gd name="T39" fmla="*/ 205 h 430"/>
                <a:gd name="T40" fmla="*/ 414 w 566"/>
                <a:gd name="T41" fmla="*/ 210 h 430"/>
                <a:gd name="T42" fmla="*/ 429 w 566"/>
                <a:gd name="T43" fmla="*/ 218 h 430"/>
                <a:gd name="T44" fmla="*/ 437 w 566"/>
                <a:gd name="T45" fmla="*/ 219 h 430"/>
                <a:gd name="T46" fmla="*/ 442 w 566"/>
                <a:gd name="T47" fmla="*/ 213 h 430"/>
                <a:gd name="T48" fmla="*/ 452 w 566"/>
                <a:gd name="T49" fmla="*/ 222 h 430"/>
                <a:gd name="T50" fmla="*/ 478 w 566"/>
                <a:gd name="T51" fmla="*/ 228 h 430"/>
                <a:gd name="T52" fmla="*/ 524 w 566"/>
                <a:gd name="T53" fmla="*/ 218 h 430"/>
                <a:gd name="T54" fmla="*/ 563 w 566"/>
                <a:gd name="T55" fmla="*/ 214 h 430"/>
                <a:gd name="T56" fmla="*/ 559 w 566"/>
                <a:gd name="T57" fmla="*/ 233 h 430"/>
                <a:gd name="T58" fmla="*/ 554 w 566"/>
                <a:gd name="T59" fmla="*/ 283 h 430"/>
                <a:gd name="T60" fmla="*/ 528 w 566"/>
                <a:gd name="T61" fmla="*/ 293 h 430"/>
                <a:gd name="T62" fmla="*/ 490 w 566"/>
                <a:gd name="T63" fmla="*/ 314 h 430"/>
                <a:gd name="T64" fmla="*/ 457 w 566"/>
                <a:gd name="T65" fmla="*/ 337 h 430"/>
                <a:gd name="T66" fmla="*/ 425 w 566"/>
                <a:gd name="T67" fmla="*/ 357 h 430"/>
                <a:gd name="T68" fmla="*/ 376 w 566"/>
                <a:gd name="T69" fmla="*/ 378 h 430"/>
                <a:gd name="T70" fmla="*/ 330 w 566"/>
                <a:gd name="T71" fmla="*/ 377 h 430"/>
                <a:gd name="T72" fmla="*/ 270 w 566"/>
                <a:gd name="T73" fmla="*/ 367 h 430"/>
                <a:gd name="T74" fmla="*/ 214 w 566"/>
                <a:gd name="T75" fmla="*/ 376 h 430"/>
                <a:gd name="T76" fmla="*/ 174 w 566"/>
                <a:gd name="T77" fmla="*/ 376 h 430"/>
                <a:gd name="T78" fmla="*/ 188 w 566"/>
                <a:gd name="T79" fmla="*/ 366 h 430"/>
                <a:gd name="T80" fmla="*/ 176 w 566"/>
                <a:gd name="T81" fmla="*/ 369 h 430"/>
                <a:gd name="T82" fmla="*/ 173 w 566"/>
                <a:gd name="T83" fmla="*/ 371 h 430"/>
                <a:gd name="T84" fmla="*/ 164 w 566"/>
                <a:gd name="T85" fmla="*/ 361 h 430"/>
                <a:gd name="T86" fmla="*/ 152 w 566"/>
                <a:gd name="T87" fmla="*/ 364 h 430"/>
                <a:gd name="T88" fmla="*/ 141 w 566"/>
                <a:gd name="T89" fmla="*/ 375 h 430"/>
                <a:gd name="T90" fmla="*/ 142 w 566"/>
                <a:gd name="T91" fmla="*/ 364 h 430"/>
                <a:gd name="T92" fmla="*/ 133 w 566"/>
                <a:gd name="T93" fmla="*/ 362 h 430"/>
                <a:gd name="T94" fmla="*/ 128 w 566"/>
                <a:gd name="T95" fmla="*/ 375 h 430"/>
                <a:gd name="T96" fmla="*/ 104 w 566"/>
                <a:gd name="T97" fmla="*/ 359 h 430"/>
                <a:gd name="T98" fmla="*/ 93 w 566"/>
                <a:gd name="T99" fmla="*/ 341 h 430"/>
                <a:gd name="T100" fmla="*/ 82 w 566"/>
                <a:gd name="T101" fmla="*/ 344 h 430"/>
                <a:gd name="T102" fmla="*/ 91 w 566"/>
                <a:gd name="T103" fmla="*/ 352 h 430"/>
                <a:gd name="T104" fmla="*/ 103 w 566"/>
                <a:gd name="T105" fmla="*/ 364 h 430"/>
                <a:gd name="T106" fmla="*/ 95 w 566"/>
                <a:gd name="T107" fmla="*/ 376 h 430"/>
                <a:gd name="T108" fmla="*/ 86 w 566"/>
                <a:gd name="T109" fmla="*/ 369 h 430"/>
                <a:gd name="T110" fmla="*/ 78 w 566"/>
                <a:gd name="T111" fmla="*/ 382 h 430"/>
                <a:gd name="T112" fmla="*/ 70 w 566"/>
                <a:gd name="T113" fmla="*/ 383 h 430"/>
                <a:gd name="T114" fmla="*/ 65 w 566"/>
                <a:gd name="T115" fmla="*/ 393 h 430"/>
                <a:gd name="T116" fmla="*/ 51 w 566"/>
                <a:gd name="T117" fmla="*/ 390 h 430"/>
                <a:gd name="T118" fmla="*/ 57 w 566"/>
                <a:gd name="T119" fmla="*/ 312 h 430"/>
                <a:gd name="T120" fmla="*/ 50 w 566"/>
                <a:gd name="T121" fmla="*/ 140 h 430"/>
                <a:gd name="T122" fmla="*/ 113 w 566"/>
                <a:gd name="T123" fmla="*/ 28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66" h="430">
                  <a:moveTo>
                    <a:pt x="108" y="380"/>
                  </a:moveTo>
                  <a:lnTo>
                    <a:pt x="109" y="381"/>
                  </a:lnTo>
                  <a:lnTo>
                    <a:pt x="109" y="381"/>
                  </a:lnTo>
                  <a:lnTo>
                    <a:pt x="109" y="382"/>
                  </a:lnTo>
                  <a:lnTo>
                    <a:pt x="109" y="382"/>
                  </a:lnTo>
                  <a:lnTo>
                    <a:pt x="109" y="382"/>
                  </a:lnTo>
                  <a:lnTo>
                    <a:pt x="109" y="383"/>
                  </a:lnTo>
                  <a:lnTo>
                    <a:pt x="109" y="385"/>
                  </a:lnTo>
                  <a:lnTo>
                    <a:pt x="110" y="385"/>
                  </a:lnTo>
                  <a:lnTo>
                    <a:pt x="110" y="387"/>
                  </a:lnTo>
                  <a:lnTo>
                    <a:pt x="110" y="387"/>
                  </a:lnTo>
                  <a:lnTo>
                    <a:pt x="110" y="387"/>
                  </a:lnTo>
                  <a:lnTo>
                    <a:pt x="111" y="387"/>
                  </a:lnTo>
                  <a:lnTo>
                    <a:pt x="111" y="388"/>
                  </a:lnTo>
                  <a:lnTo>
                    <a:pt x="111" y="389"/>
                  </a:lnTo>
                  <a:lnTo>
                    <a:pt x="112" y="390"/>
                  </a:lnTo>
                  <a:lnTo>
                    <a:pt x="112" y="390"/>
                  </a:lnTo>
                  <a:lnTo>
                    <a:pt x="111" y="391"/>
                  </a:lnTo>
                  <a:lnTo>
                    <a:pt x="111" y="391"/>
                  </a:lnTo>
                  <a:lnTo>
                    <a:pt x="111" y="392"/>
                  </a:lnTo>
                  <a:lnTo>
                    <a:pt x="111" y="393"/>
                  </a:lnTo>
                  <a:lnTo>
                    <a:pt x="111" y="393"/>
                  </a:lnTo>
                  <a:lnTo>
                    <a:pt x="110" y="394"/>
                  </a:lnTo>
                  <a:lnTo>
                    <a:pt x="110" y="395"/>
                  </a:lnTo>
                  <a:lnTo>
                    <a:pt x="110" y="395"/>
                  </a:lnTo>
                  <a:lnTo>
                    <a:pt x="110" y="395"/>
                  </a:lnTo>
                  <a:lnTo>
                    <a:pt x="110" y="395"/>
                  </a:lnTo>
                  <a:lnTo>
                    <a:pt x="111" y="394"/>
                  </a:lnTo>
                  <a:lnTo>
                    <a:pt x="111" y="393"/>
                  </a:lnTo>
                  <a:lnTo>
                    <a:pt x="112" y="391"/>
                  </a:lnTo>
                  <a:lnTo>
                    <a:pt x="112" y="391"/>
                  </a:lnTo>
                  <a:lnTo>
                    <a:pt x="112" y="391"/>
                  </a:lnTo>
                  <a:lnTo>
                    <a:pt x="112" y="390"/>
                  </a:lnTo>
                  <a:lnTo>
                    <a:pt x="112" y="389"/>
                  </a:lnTo>
                  <a:lnTo>
                    <a:pt x="111" y="389"/>
                  </a:lnTo>
                  <a:lnTo>
                    <a:pt x="111" y="388"/>
                  </a:lnTo>
                  <a:lnTo>
                    <a:pt x="111" y="387"/>
                  </a:lnTo>
                  <a:lnTo>
                    <a:pt x="111" y="387"/>
                  </a:lnTo>
                  <a:lnTo>
                    <a:pt x="110" y="386"/>
                  </a:lnTo>
                  <a:lnTo>
                    <a:pt x="110" y="385"/>
                  </a:lnTo>
                  <a:lnTo>
                    <a:pt x="110" y="385"/>
                  </a:lnTo>
                  <a:lnTo>
                    <a:pt x="110" y="384"/>
                  </a:lnTo>
                  <a:lnTo>
                    <a:pt x="110" y="383"/>
                  </a:lnTo>
                  <a:lnTo>
                    <a:pt x="110" y="382"/>
                  </a:lnTo>
                  <a:lnTo>
                    <a:pt x="110" y="382"/>
                  </a:lnTo>
                  <a:lnTo>
                    <a:pt x="110" y="382"/>
                  </a:lnTo>
                  <a:lnTo>
                    <a:pt x="111" y="381"/>
                  </a:lnTo>
                  <a:lnTo>
                    <a:pt x="112" y="380"/>
                  </a:lnTo>
                  <a:lnTo>
                    <a:pt x="113" y="380"/>
                  </a:lnTo>
                  <a:lnTo>
                    <a:pt x="114" y="381"/>
                  </a:lnTo>
                  <a:lnTo>
                    <a:pt x="114" y="382"/>
                  </a:lnTo>
                  <a:lnTo>
                    <a:pt x="115" y="382"/>
                  </a:lnTo>
                  <a:lnTo>
                    <a:pt x="116" y="382"/>
                  </a:lnTo>
                  <a:lnTo>
                    <a:pt x="116" y="383"/>
                  </a:lnTo>
                  <a:lnTo>
                    <a:pt x="118" y="384"/>
                  </a:lnTo>
                  <a:lnTo>
                    <a:pt x="118" y="385"/>
                  </a:lnTo>
                  <a:lnTo>
                    <a:pt x="118" y="386"/>
                  </a:lnTo>
                  <a:lnTo>
                    <a:pt x="118" y="387"/>
                  </a:lnTo>
                  <a:lnTo>
                    <a:pt x="120" y="387"/>
                  </a:lnTo>
                  <a:lnTo>
                    <a:pt x="121" y="387"/>
                  </a:lnTo>
                  <a:lnTo>
                    <a:pt x="121" y="387"/>
                  </a:lnTo>
                  <a:lnTo>
                    <a:pt x="122" y="387"/>
                  </a:lnTo>
                  <a:lnTo>
                    <a:pt x="122" y="387"/>
                  </a:lnTo>
                  <a:lnTo>
                    <a:pt x="123" y="388"/>
                  </a:lnTo>
                  <a:lnTo>
                    <a:pt x="122" y="389"/>
                  </a:lnTo>
                  <a:lnTo>
                    <a:pt x="125" y="388"/>
                  </a:lnTo>
                  <a:lnTo>
                    <a:pt x="125" y="389"/>
                  </a:lnTo>
                  <a:lnTo>
                    <a:pt x="126" y="389"/>
                  </a:lnTo>
                  <a:lnTo>
                    <a:pt x="126" y="389"/>
                  </a:lnTo>
                  <a:lnTo>
                    <a:pt x="128" y="389"/>
                  </a:lnTo>
                  <a:lnTo>
                    <a:pt x="129" y="389"/>
                  </a:lnTo>
                  <a:lnTo>
                    <a:pt x="131" y="389"/>
                  </a:lnTo>
                  <a:lnTo>
                    <a:pt x="131" y="389"/>
                  </a:lnTo>
                  <a:lnTo>
                    <a:pt x="131" y="389"/>
                  </a:lnTo>
                  <a:lnTo>
                    <a:pt x="131" y="388"/>
                  </a:lnTo>
                  <a:lnTo>
                    <a:pt x="131" y="388"/>
                  </a:lnTo>
                  <a:lnTo>
                    <a:pt x="131" y="388"/>
                  </a:lnTo>
                  <a:lnTo>
                    <a:pt x="131" y="387"/>
                  </a:lnTo>
                  <a:lnTo>
                    <a:pt x="132" y="387"/>
                  </a:lnTo>
                  <a:lnTo>
                    <a:pt x="132" y="389"/>
                  </a:lnTo>
                  <a:lnTo>
                    <a:pt x="132" y="389"/>
                  </a:lnTo>
                  <a:lnTo>
                    <a:pt x="133" y="389"/>
                  </a:lnTo>
                  <a:lnTo>
                    <a:pt x="133" y="390"/>
                  </a:lnTo>
                  <a:lnTo>
                    <a:pt x="134" y="390"/>
                  </a:lnTo>
                  <a:lnTo>
                    <a:pt x="134" y="390"/>
                  </a:lnTo>
                  <a:lnTo>
                    <a:pt x="135" y="390"/>
                  </a:lnTo>
                  <a:lnTo>
                    <a:pt x="135" y="391"/>
                  </a:lnTo>
                  <a:lnTo>
                    <a:pt x="135" y="391"/>
                  </a:lnTo>
                  <a:lnTo>
                    <a:pt x="137" y="391"/>
                  </a:lnTo>
                  <a:lnTo>
                    <a:pt x="137" y="391"/>
                  </a:lnTo>
                  <a:lnTo>
                    <a:pt x="138" y="391"/>
                  </a:lnTo>
                  <a:lnTo>
                    <a:pt x="138" y="391"/>
                  </a:lnTo>
                  <a:lnTo>
                    <a:pt x="139" y="392"/>
                  </a:lnTo>
                  <a:lnTo>
                    <a:pt x="140" y="392"/>
                  </a:lnTo>
                  <a:lnTo>
                    <a:pt x="141" y="392"/>
                  </a:lnTo>
                  <a:lnTo>
                    <a:pt x="140" y="393"/>
                  </a:lnTo>
                  <a:lnTo>
                    <a:pt x="141" y="393"/>
                  </a:lnTo>
                  <a:lnTo>
                    <a:pt x="141" y="395"/>
                  </a:lnTo>
                  <a:lnTo>
                    <a:pt x="142" y="395"/>
                  </a:lnTo>
                  <a:lnTo>
                    <a:pt x="142" y="395"/>
                  </a:lnTo>
                  <a:lnTo>
                    <a:pt x="143" y="396"/>
                  </a:lnTo>
                  <a:lnTo>
                    <a:pt x="143" y="397"/>
                  </a:lnTo>
                  <a:lnTo>
                    <a:pt x="142" y="397"/>
                  </a:lnTo>
                  <a:lnTo>
                    <a:pt x="142" y="399"/>
                  </a:lnTo>
                  <a:lnTo>
                    <a:pt x="143" y="399"/>
                  </a:lnTo>
                  <a:lnTo>
                    <a:pt x="143" y="399"/>
                  </a:lnTo>
                  <a:lnTo>
                    <a:pt x="143" y="400"/>
                  </a:lnTo>
                  <a:lnTo>
                    <a:pt x="142" y="400"/>
                  </a:lnTo>
                  <a:lnTo>
                    <a:pt x="142" y="399"/>
                  </a:lnTo>
                  <a:lnTo>
                    <a:pt x="142" y="399"/>
                  </a:lnTo>
                  <a:lnTo>
                    <a:pt x="141" y="399"/>
                  </a:lnTo>
                  <a:lnTo>
                    <a:pt x="141" y="399"/>
                  </a:lnTo>
                  <a:lnTo>
                    <a:pt x="141" y="400"/>
                  </a:lnTo>
                  <a:lnTo>
                    <a:pt x="142" y="400"/>
                  </a:lnTo>
                  <a:lnTo>
                    <a:pt x="142" y="400"/>
                  </a:lnTo>
                  <a:lnTo>
                    <a:pt x="143" y="400"/>
                  </a:lnTo>
                  <a:lnTo>
                    <a:pt x="143" y="400"/>
                  </a:lnTo>
                  <a:lnTo>
                    <a:pt x="143" y="400"/>
                  </a:lnTo>
                  <a:lnTo>
                    <a:pt x="143" y="400"/>
                  </a:lnTo>
                  <a:lnTo>
                    <a:pt x="143" y="400"/>
                  </a:lnTo>
                  <a:lnTo>
                    <a:pt x="143" y="399"/>
                  </a:lnTo>
                  <a:lnTo>
                    <a:pt x="144" y="399"/>
                  </a:lnTo>
                  <a:lnTo>
                    <a:pt x="145" y="400"/>
                  </a:lnTo>
                  <a:lnTo>
                    <a:pt x="146" y="400"/>
                  </a:lnTo>
                  <a:lnTo>
                    <a:pt x="147" y="401"/>
                  </a:lnTo>
                  <a:lnTo>
                    <a:pt x="147" y="401"/>
                  </a:lnTo>
                  <a:lnTo>
                    <a:pt x="147" y="401"/>
                  </a:lnTo>
                  <a:lnTo>
                    <a:pt x="147" y="402"/>
                  </a:lnTo>
                  <a:lnTo>
                    <a:pt x="144" y="404"/>
                  </a:lnTo>
                  <a:lnTo>
                    <a:pt x="144" y="404"/>
                  </a:lnTo>
                  <a:lnTo>
                    <a:pt x="144" y="404"/>
                  </a:lnTo>
                  <a:lnTo>
                    <a:pt x="144" y="404"/>
                  </a:lnTo>
                  <a:lnTo>
                    <a:pt x="143" y="405"/>
                  </a:lnTo>
                  <a:lnTo>
                    <a:pt x="143" y="406"/>
                  </a:lnTo>
                  <a:lnTo>
                    <a:pt x="143" y="406"/>
                  </a:lnTo>
                  <a:lnTo>
                    <a:pt x="143" y="407"/>
                  </a:lnTo>
                  <a:lnTo>
                    <a:pt x="143" y="407"/>
                  </a:lnTo>
                  <a:lnTo>
                    <a:pt x="142" y="408"/>
                  </a:lnTo>
                  <a:lnTo>
                    <a:pt x="141" y="407"/>
                  </a:lnTo>
                  <a:lnTo>
                    <a:pt x="139" y="407"/>
                  </a:lnTo>
                  <a:lnTo>
                    <a:pt x="139" y="407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7" y="408"/>
                  </a:lnTo>
                  <a:lnTo>
                    <a:pt x="136" y="408"/>
                  </a:lnTo>
                  <a:lnTo>
                    <a:pt x="135" y="408"/>
                  </a:lnTo>
                  <a:lnTo>
                    <a:pt x="133" y="410"/>
                  </a:lnTo>
                  <a:lnTo>
                    <a:pt x="133" y="410"/>
                  </a:lnTo>
                  <a:lnTo>
                    <a:pt x="133" y="410"/>
                  </a:lnTo>
                  <a:lnTo>
                    <a:pt x="133" y="411"/>
                  </a:lnTo>
                  <a:lnTo>
                    <a:pt x="132" y="411"/>
                  </a:lnTo>
                  <a:lnTo>
                    <a:pt x="131" y="412"/>
                  </a:lnTo>
                  <a:lnTo>
                    <a:pt x="131" y="413"/>
                  </a:lnTo>
                  <a:lnTo>
                    <a:pt x="131" y="413"/>
                  </a:lnTo>
                  <a:lnTo>
                    <a:pt x="131" y="413"/>
                  </a:lnTo>
                  <a:lnTo>
                    <a:pt x="131" y="415"/>
                  </a:lnTo>
                  <a:lnTo>
                    <a:pt x="131" y="415"/>
                  </a:lnTo>
                  <a:lnTo>
                    <a:pt x="130" y="416"/>
                  </a:lnTo>
                  <a:lnTo>
                    <a:pt x="130" y="417"/>
                  </a:lnTo>
                  <a:lnTo>
                    <a:pt x="130" y="417"/>
                  </a:lnTo>
                  <a:lnTo>
                    <a:pt x="130" y="418"/>
                  </a:lnTo>
                  <a:lnTo>
                    <a:pt x="130" y="420"/>
                  </a:lnTo>
                  <a:lnTo>
                    <a:pt x="130" y="420"/>
                  </a:lnTo>
                  <a:lnTo>
                    <a:pt x="130" y="420"/>
                  </a:lnTo>
                  <a:lnTo>
                    <a:pt x="129" y="421"/>
                  </a:lnTo>
                  <a:lnTo>
                    <a:pt x="130" y="422"/>
                  </a:lnTo>
                  <a:lnTo>
                    <a:pt x="129" y="424"/>
                  </a:lnTo>
                  <a:lnTo>
                    <a:pt x="129" y="424"/>
                  </a:lnTo>
                  <a:lnTo>
                    <a:pt x="128" y="425"/>
                  </a:lnTo>
                  <a:lnTo>
                    <a:pt x="127" y="425"/>
                  </a:lnTo>
                  <a:lnTo>
                    <a:pt x="126" y="426"/>
                  </a:lnTo>
                  <a:lnTo>
                    <a:pt x="126" y="426"/>
                  </a:lnTo>
                  <a:lnTo>
                    <a:pt x="126" y="426"/>
                  </a:lnTo>
                  <a:lnTo>
                    <a:pt x="125" y="426"/>
                  </a:lnTo>
                  <a:lnTo>
                    <a:pt x="124" y="426"/>
                  </a:lnTo>
                  <a:lnTo>
                    <a:pt x="124" y="426"/>
                  </a:lnTo>
                  <a:lnTo>
                    <a:pt x="123" y="426"/>
                  </a:lnTo>
                  <a:lnTo>
                    <a:pt x="122" y="427"/>
                  </a:lnTo>
                  <a:lnTo>
                    <a:pt x="122" y="427"/>
                  </a:lnTo>
                  <a:lnTo>
                    <a:pt x="122" y="427"/>
                  </a:lnTo>
                  <a:lnTo>
                    <a:pt x="121" y="428"/>
                  </a:lnTo>
                  <a:lnTo>
                    <a:pt x="119" y="428"/>
                  </a:lnTo>
                  <a:lnTo>
                    <a:pt x="119" y="428"/>
                  </a:lnTo>
                  <a:lnTo>
                    <a:pt x="119" y="428"/>
                  </a:lnTo>
                  <a:lnTo>
                    <a:pt x="118" y="429"/>
                  </a:lnTo>
                  <a:lnTo>
                    <a:pt x="118" y="429"/>
                  </a:lnTo>
                  <a:lnTo>
                    <a:pt x="118" y="429"/>
                  </a:lnTo>
                  <a:lnTo>
                    <a:pt x="117" y="429"/>
                  </a:lnTo>
                  <a:lnTo>
                    <a:pt x="117" y="430"/>
                  </a:lnTo>
                  <a:lnTo>
                    <a:pt x="116" y="430"/>
                  </a:lnTo>
                  <a:lnTo>
                    <a:pt x="113" y="430"/>
                  </a:lnTo>
                  <a:lnTo>
                    <a:pt x="113" y="430"/>
                  </a:lnTo>
                  <a:lnTo>
                    <a:pt x="113" y="430"/>
                  </a:lnTo>
                  <a:lnTo>
                    <a:pt x="113" y="430"/>
                  </a:lnTo>
                  <a:lnTo>
                    <a:pt x="112" y="430"/>
                  </a:lnTo>
                  <a:lnTo>
                    <a:pt x="111" y="430"/>
                  </a:lnTo>
                  <a:lnTo>
                    <a:pt x="110" y="430"/>
                  </a:lnTo>
                  <a:lnTo>
                    <a:pt x="109" y="430"/>
                  </a:lnTo>
                  <a:lnTo>
                    <a:pt x="107" y="430"/>
                  </a:lnTo>
                  <a:lnTo>
                    <a:pt x="107" y="430"/>
                  </a:lnTo>
                  <a:lnTo>
                    <a:pt x="107" y="429"/>
                  </a:lnTo>
                  <a:lnTo>
                    <a:pt x="107" y="428"/>
                  </a:lnTo>
                  <a:lnTo>
                    <a:pt x="106" y="428"/>
                  </a:lnTo>
                  <a:lnTo>
                    <a:pt x="106" y="427"/>
                  </a:lnTo>
                  <a:lnTo>
                    <a:pt x="105" y="427"/>
                  </a:lnTo>
                  <a:lnTo>
                    <a:pt x="105" y="427"/>
                  </a:lnTo>
                  <a:lnTo>
                    <a:pt x="104" y="426"/>
                  </a:lnTo>
                  <a:lnTo>
                    <a:pt x="102" y="424"/>
                  </a:lnTo>
                  <a:lnTo>
                    <a:pt x="101" y="423"/>
                  </a:lnTo>
                  <a:lnTo>
                    <a:pt x="100" y="423"/>
                  </a:lnTo>
                  <a:lnTo>
                    <a:pt x="100" y="422"/>
                  </a:lnTo>
                  <a:lnTo>
                    <a:pt x="98" y="421"/>
                  </a:lnTo>
                  <a:lnTo>
                    <a:pt x="97" y="420"/>
                  </a:lnTo>
                  <a:lnTo>
                    <a:pt x="96" y="419"/>
                  </a:lnTo>
                  <a:lnTo>
                    <a:pt x="96" y="419"/>
                  </a:lnTo>
                  <a:lnTo>
                    <a:pt x="95" y="418"/>
                  </a:lnTo>
                  <a:lnTo>
                    <a:pt x="95" y="417"/>
                  </a:lnTo>
                  <a:lnTo>
                    <a:pt x="94" y="417"/>
                  </a:lnTo>
                  <a:lnTo>
                    <a:pt x="92" y="417"/>
                  </a:lnTo>
                  <a:lnTo>
                    <a:pt x="91" y="416"/>
                  </a:lnTo>
                  <a:lnTo>
                    <a:pt x="91" y="416"/>
                  </a:lnTo>
                  <a:lnTo>
                    <a:pt x="91" y="415"/>
                  </a:lnTo>
                  <a:lnTo>
                    <a:pt x="90" y="415"/>
                  </a:lnTo>
                  <a:lnTo>
                    <a:pt x="90" y="415"/>
                  </a:lnTo>
                  <a:lnTo>
                    <a:pt x="89" y="415"/>
                  </a:lnTo>
                  <a:lnTo>
                    <a:pt x="88" y="414"/>
                  </a:lnTo>
                  <a:lnTo>
                    <a:pt x="87" y="414"/>
                  </a:lnTo>
                  <a:lnTo>
                    <a:pt x="86" y="413"/>
                  </a:lnTo>
                  <a:lnTo>
                    <a:pt x="85" y="413"/>
                  </a:lnTo>
                  <a:lnTo>
                    <a:pt x="83" y="412"/>
                  </a:lnTo>
                  <a:lnTo>
                    <a:pt x="83" y="411"/>
                  </a:lnTo>
                  <a:lnTo>
                    <a:pt x="82" y="410"/>
                  </a:lnTo>
                  <a:lnTo>
                    <a:pt x="81" y="410"/>
                  </a:lnTo>
                  <a:lnTo>
                    <a:pt x="81" y="409"/>
                  </a:lnTo>
                  <a:lnTo>
                    <a:pt x="80" y="409"/>
                  </a:lnTo>
                  <a:lnTo>
                    <a:pt x="80" y="409"/>
                  </a:lnTo>
                  <a:lnTo>
                    <a:pt x="80" y="408"/>
                  </a:lnTo>
                  <a:lnTo>
                    <a:pt x="79" y="408"/>
                  </a:lnTo>
                  <a:lnTo>
                    <a:pt x="79" y="408"/>
                  </a:lnTo>
                  <a:lnTo>
                    <a:pt x="78" y="408"/>
                  </a:lnTo>
                  <a:lnTo>
                    <a:pt x="78" y="407"/>
                  </a:lnTo>
                  <a:lnTo>
                    <a:pt x="78" y="407"/>
                  </a:lnTo>
                  <a:lnTo>
                    <a:pt x="76" y="406"/>
                  </a:lnTo>
                  <a:lnTo>
                    <a:pt x="74" y="406"/>
                  </a:lnTo>
                  <a:lnTo>
                    <a:pt x="74" y="406"/>
                  </a:lnTo>
                  <a:lnTo>
                    <a:pt x="74" y="406"/>
                  </a:lnTo>
                  <a:lnTo>
                    <a:pt x="73" y="406"/>
                  </a:lnTo>
                  <a:lnTo>
                    <a:pt x="70" y="407"/>
                  </a:lnTo>
                  <a:lnTo>
                    <a:pt x="70" y="407"/>
                  </a:lnTo>
                  <a:lnTo>
                    <a:pt x="70" y="407"/>
                  </a:lnTo>
                  <a:lnTo>
                    <a:pt x="70" y="407"/>
                  </a:lnTo>
                  <a:lnTo>
                    <a:pt x="69" y="407"/>
                  </a:lnTo>
                  <a:lnTo>
                    <a:pt x="67" y="408"/>
                  </a:lnTo>
                  <a:lnTo>
                    <a:pt x="67" y="408"/>
                  </a:lnTo>
                  <a:lnTo>
                    <a:pt x="65" y="408"/>
                  </a:lnTo>
                  <a:lnTo>
                    <a:pt x="65" y="408"/>
                  </a:lnTo>
                  <a:lnTo>
                    <a:pt x="64" y="408"/>
                  </a:lnTo>
                  <a:lnTo>
                    <a:pt x="64" y="408"/>
                  </a:lnTo>
                  <a:lnTo>
                    <a:pt x="62" y="408"/>
                  </a:lnTo>
                  <a:lnTo>
                    <a:pt x="62" y="408"/>
                  </a:lnTo>
                  <a:lnTo>
                    <a:pt x="61" y="408"/>
                  </a:lnTo>
                  <a:lnTo>
                    <a:pt x="60" y="408"/>
                  </a:lnTo>
                  <a:lnTo>
                    <a:pt x="60" y="40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4" y="407"/>
                  </a:lnTo>
                  <a:lnTo>
                    <a:pt x="64" y="407"/>
                  </a:lnTo>
                  <a:lnTo>
                    <a:pt x="64" y="405"/>
                  </a:lnTo>
                  <a:lnTo>
                    <a:pt x="64" y="404"/>
                  </a:lnTo>
                  <a:lnTo>
                    <a:pt x="65" y="404"/>
                  </a:lnTo>
                  <a:lnTo>
                    <a:pt x="67" y="404"/>
                  </a:lnTo>
                  <a:lnTo>
                    <a:pt x="68" y="403"/>
                  </a:lnTo>
                  <a:lnTo>
                    <a:pt x="68" y="401"/>
                  </a:lnTo>
                  <a:lnTo>
                    <a:pt x="69" y="400"/>
                  </a:lnTo>
                  <a:lnTo>
                    <a:pt x="70" y="400"/>
                  </a:lnTo>
                  <a:lnTo>
                    <a:pt x="70" y="399"/>
                  </a:lnTo>
                  <a:lnTo>
                    <a:pt x="70" y="399"/>
                  </a:lnTo>
                  <a:lnTo>
                    <a:pt x="70" y="398"/>
                  </a:lnTo>
                  <a:lnTo>
                    <a:pt x="70" y="397"/>
                  </a:lnTo>
                  <a:lnTo>
                    <a:pt x="70" y="397"/>
                  </a:lnTo>
                  <a:lnTo>
                    <a:pt x="71" y="396"/>
                  </a:lnTo>
                  <a:lnTo>
                    <a:pt x="71" y="396"/>
                  </a:lnTo>
                  <a:lnTo>
                    <a:pt x="73" y="396"/>
                  </a:lnTo>
                  <a:lnTo>
                    <a:pt x="74" y="396"/>
                  </a:lnTo>
                  <a:lnTo>
                    <a:pt x="74" y="396"/>
                  </a:lnTo>
                  <a:lnTo>
                    <a:pt x="74" y="396"/>
                  </a:lnTo>
                  <a:lnTo>
                    <a:pt x="78" y="396"/>
                  </a:lnTo>
                  <a:lnTo>
                    <a:pt x="78" y="395"/>
                  </a:lnTo>
                  <a:lnTo>
                    <a:pt x="80" y="395"/>
                  </a:lnTo>
                  <a:lnTo>
                    <a:pt x="83" y="393"/>
                  </a:lnTo>
                  <a:lnTo>
                    <a:pt x="84" y="393"/>
                  </a:lnTo>
                  <a:lnTo>
                    <a:pt x="84" y="393"/>
                  </a:lnTo>
                  <a:lnTo>
                    <a:pt x="85" y="392"/>
                  </a:lnTo>
                  <a:lnTo>
                    <a:pt x="86" y="391"/>
                  </a:lnTo>
                  <a:lnTo>
                    <a:pt x="87" y="391"/>
                  </a:lnTo>
                  <a:lnTo>
                    <a:pt x="87" y="391"/>
                  </a:lnTo>
                  <a:lnTo>
                    <a:pt x="89" y="391"/>
                  </a:lnTo>
                  <a:lnTo>
                    <a:pt x="90" y="391"/>
                  </a:lnTo>
                  <a:lnTo>
                    <a:pt x="90" y="392"/>
                  </a:lnTo>
                  <a:lnTo>
                    <a:pt x="90" y="392"/>
                  </a:lnTo>
                  <a:lnTo>
                    <a:pt x="90" y="392"/>
                  </a:lnTo>
                  <a:lnTo>
                    <a:pt x="90" y="393"/>
                  </a:lnTo>
                  <a:lnTo>
                    <a:pt x="90" y="393"/>
                  </a:lnTo>
                  <a:lnTo>
                    <a:pt x="90" y="393"/>
                  </a:lnTo>
                  <a:lnTo>
                    <a:pt x="90" y="394"/>
                  </a:lnTo>
                  <a:lnTo>
                    <a:pt x="90" y="394"/>
                  </a:lnTo>
                  <a:lnTo>
                    <a:pt x="91" y="394"/>
                  </a:lnTo>
                  <a:lnTo>
                    <a:pt x="91" y="393"/>
                  </a:lnTo>
                  <a:lnTo>
                    <a:pt x="91" y="393"/>
                  </a:lnTo>
                  <a:lnTo>
                    <a:pt x="91" y="392"/>
                  </a:lnTo>
                  <a:lnTo>
                    <a:pt x="92" y="393"/>
                  </a:lnTo>
                  <a:lnTo>
                    <a:pt x="93" y="394"/>
                  </a:lnTo>
                  <a:lnTo>
                    <a:pt x="93" y="393"/>
                  </a:lnTo>
                  <a:lnTo>
                    <a:pt x="92" y="393"/>
                  </a:lnTo>
                  <a:lnTo>
                    <a:pt x="92" y="393"/>
                  </a:lnTo>
                  <a:lnTo>
                    <a:pt x="93" y="392"/>
                  </a:lnTo>
                  <a:lnTo>
                    <a:pt x="93" y="392"/>
                  </a:lnTo>
                  <a:lnTo>
                    <a:pt x="91" y="391"/>
                  </a:lnTo>
                  <a:lnTo>
                    <a:pt x="92" y="391"/>
                  </a:lnTo>
                  <a:lnTo>
                    <a:pt x="92" y="391"/>
                  </a:lnTo>
                  <a:lnTo>
                    <a:pt x="91" y="391"/>
                  </a:lnTo>
                  <a:lnTo>
                    <a:pt x="91" y="391"/>
                  </a:lnTo>
                  <a:lnTo>
                    <a:pt x="91" y="391"/>
                  </a:lnTo>
                  <a:lnTo>
                    <a:pt x="91" y="391"/>
                  </a:lnTo>
                  <a:lnTo>
                    <a:pt x="91" y="391"/>
                  </a:lnTo>
                  <a:lnTo>
                    <a:pt x="91" y="391"/>
                  </a:lnTo>
                  <a:lnTo>
                    <a:pt x="91" y="391"/>
                  </a:lnTo>
                  <a:lnTo>
                    <a:pt x="91" y="391"/>
                  </a:lnTo>
                  <a:lnTo>
                    <a:pt x="91" y="391"/>
                  </a:lnTo>
                  <a:lnTo>
                    <a:pt x="94" y="390"/>
                  </a:lnTo>
                  <a:lnTo>
                    <a:pt x="94" y="390"/>
                  </a:lnTo>
                  <a:lnTo>
                    <a:pt x="95" y="390"/>
                  </a:lnTo>
                  <a:lnTo>
                    <a:pt x="96" y="389"/>
                  </a:lnTo>
                  <a:lnTo>
                    <a:pt x="97" y="388"/>
                  </a:lnTo>
                  <a:lnTo>
                    <a:pt x="98" y="388"/>
                  </a:lnTo>
                  <a:lnTo>
                    <a:pt x="99" y="388"/>
                  </a:lnTo>
                  <a:lnTo>
                    <a:pt x="100" y="387"/>
                  </a:lnTo>
                  <a:lnTo>
                    <a:pt x="100" y="387"/>
                  </a:lnTo>
                  <a:lnTo>
                    <a:pt x="100" y="387"/>
                  </a:lnTo>
                  <a:lnTo>
                    <a:pt x="101" y="385"/>
                  </a:lnTo>
                  <a:lnTo>
                    <a:pt x="102" y="384"/>
                  </a:lnTo>
                  <a:lnTo>
                    <a:pt x="102" y="383"/>
                  </a:lnTo>
                  <a:lnTo>
                    <a:pt x="104" y="382"/>
                  </a:lnTo>
                  <a:lnTo>
                    <a:pt x="104" y="382"/>
                  </a:lnTo>
                  <a:lnTo>
                    <a:pt x="104" y="382"/>
                  </a:lnTo>
                  <a:lnTo>
                    <a:pt x="104" y="381"/>
                  </a:lnTo>
                  <a:lnTo>
                    <a:pt x="106" y="380"/>
                  </a:lnTo>
                  <a:lnTo>
                    <a:pt x="108" y="380"/>
                  </a:lnTo>
                  <a:lnTo>
                    <a:pt x="108" y="380"/>
                  </a:lnTo>
                  <a:close/>
                  <a:moveTo>
                    <a:pt x="175" y="365"/>
                  </a:moveTo>
                  <a:lnTo>
                    <a:pt x="175" y="366"/>
                  </a:lnTo>
                  <a:lnTo>
                    <a:pt x="175" y="367"/>
                  </a:lnTo>
                  <a:lnTo>
                    <a:pt x="175" y="368"/>
                  </a:lnTo>
                  <a:lnTo>
                    <a:pt x="175" y="368"/>
                  </a:lnTo>
                  <a:lnTo>
                    <a:pt x="174" y="368"/>
                  </a:lnTo>
                  <a:lnTo>
                    <a:pt x="174" y="366"/>
                  </a:lnTo>
                  <a:lnTo>
                    <a:pt x="175" y="365"/>
                  </a:lnTo>
                  <a:close/>
                  <a:moveTo>
                    <a:pt x="163" y="361"/>
                  </a:moveTo>
                  <a:lnTo>
                    <a:pt x="164" y="362"/>
                  </a:lnTo>
                  <a:lnTo>
                    <a:pt x="164" y="362"/>
                  </a:lnTo>
                  <a:lnTo>
                    <a:pt x="165" y="363"/>
                  </a:lnTo>
                  <a:lnTo>
                    <a:pt x="165" y="363"/>
                  </a:lnTo>
                  <a:lnTo>
                    <a:pt x="165" y="363"/>
                  </a:lnTo>
                  <a:lnTo>
                    <a:pt x="166" y="364"/>
                  </a:lnTo>
                  <a:lnTo>
                    <a:pt x="166" y="365"/>
                  </a:lnTo>
                  <a:lnTo>
                    <a:pt x="166" y="365"/>
                  </a:lnTo>
                  <a:lnTo>
                    <a:pt x="167" y="366"/>
                  </a:lnTo>
                  <a:lnTo>
                    <a:pt x="167" y="366"/>
                  </a:lnTo>
                  <a:lnTo>
                    <a:pt x="167" y="367"/>
                  </a:lnTo>
                  <a:lnTo>
                    <a:pt x="167" y="368"/>
                  </a:lnTo>
                  <a:lnTo>
                    <a:pt x="167" y="368"/>
                  </a:lnTo>
                  <a:lnTo>
                    <a:pt x="167" y="369"/>
                  </a:lnTo>
                  <a:lnTo>
                    <a:pt x="168" y="370"/>
                  </a:lnTo>
                  <a:lnTo>
                    <a:pt x="167" y="371"/>
                  </a:lnTo>
                  <a:lnTo>
                    <a:pt x="166" y="370"/>
                  </a:lnTo>
                  <a:lnTo>
                    <a:pt x="165" y="369"/>
                  </a:lnTo>
                  <a:lnTo>
                    <a:pt x="165" y="369"/>
                  </a:lnTo>
                  <a:lnTo>
                    <a:pt x="165" y="369"/>
                  </a:lnTo>
                  <a:lnTo>
                    <a:pt x="164" y="369"/>
                  </a:lnTo>
                  <a:lnTo>
                    <a:pt x="164" y="369"/>
                  </a:lnTo>
                  <a:lnTo>
                    <a:pt x="165" y="369"/>
                  </a:lnTo>
                  <a:lnTo>
                    <a:pt x="165" y="369"/>
                  </a:lnTo>
                  <a:lnTo>
                    <a:pt x="165" y="370"/>
                  </a:lnTo>
                  <a:lnTo>
                    <a:pt x="164" y="369"/>
                  </a:lnTo>
                  <a:lnTo>
                    <a:pt x="164" y="370"/>
                  </a:lnTo>
                  <a:lnTo>
                    <a:pt x="165" y="370"/>
                  </a:lnTo>
                  <a:lnTo>
                    <a:pt x="165" y="370"/>
                  </a:lnTo>
                  <a:lnTo>
                    <a:pt x="165" y="370"/>
                  </a:lnTo>
                  <a:lnTo>
                    <a:pt x="166" y="371"/>
                  </a:lnTo>
                  <a:lnTo>
                    <a:pt x="167" y="371"/>
                  </a:lnTo>
                  <a:lnTo>
                    <a:pt x="167" y="372"/>
                  </a:lnTo>
                  <a:lnTo>
                    <a:pt x="168" y="372"/>
                  </a:lnTo>
                  <a:lnTo>
                    <a:pt x="167" y="373"/>
                  </a:lnTo>
                  <a:lnTo>
                    <a:pt x="167" y="373"/>
                  </a:lnTo>
                  <a:lnTo>
                    <a:pt x="165" y="373"/>
                  </a:lnTo>
                  <a:lnTo>
                    <a:pt x="166" y="373"/>
                  </a:lnTo>
                  <a:lnTo>
                    <a:pt x="166" y="373"/>
                  </a:lnTo>
                  <a:lnTo>
                    <a:pt x="167" y="373"/>
                  </a:lnTo>
                  <a:lnTo>
                    <a:pt x="167" y="374"/>
                  </a:lnTo>
                  <a:lnTo>
                    <a:pt x="166" y="374"/>
                  </a:lnTo>
                  <a:lnTo>
                    <a:pt x="166" y="374"/>
                  </a:lnTo>
                  <a:lnTo>
                    <a:pt x="166" y="374"/>
                  </a:lnTo>
                  <a:lnTo>
                    <a:pt x="166" y="374"/>
                  </a:lnTo>
                  <a:lnTo>
                    <a:pt x="166" y="374"/>
                  </a:lnTo>
                  <a:lnTo>
                    <a:pt x="165" y="374"/>
                  </a:lnTo>
                  <a:lnTo>
                    <a:pt x="165" y="374"/>
                  </a:lnTo>
                  <a:lnTo>
                    <a:pt x="167" y="374"/>
                  </a:lnTo>
                  <a:lnTo>
                    <a:pt x="168" y="374"/>
                  </a:lnTo>
                  <a:lnTo>
                    <a:pt x="168" y="375"/>
                  </a:lnTo>
                  <a:lnTo>
                    <a:pt x="167" y="375"/>
                  </a:lnTo>
                  <a:lnTo>
                    <a:pt x="166" y="375"/>
                  </a:lnTo>
                  <a:lnTo>
                    <a:pt x="166" y="375"/>
                  </a:lnTo>
                  <a:lnTo>
                    <a:pt x="167" y="375"/>
                  </a:lnTo>
                  <a:lnTo>
                    <a:pt x="167" y="375"/>
                  </a:lnTo>
                  <a:lnTo>
                    <a:pt x="166" y="376"/>
                  </a:lnTo>
                  <a:lnTo>
                    <a:pt x="165" y="376"/>
                  </a:lnTo>
                  <a:lnTo>
                    <a:pt x="165" y="376"/>
                  </a:lnTo>
                  <a:lnTo>
                    <a:pt x="165" y="376"/>
                  </a:lnTo>
                  <a:lnTo>
                    <a:pt x="165" y="376"/>
                  </a:lnTo>
                  <a:lnTo>
                    <a:pt x="166" y="376"/>
                  </a:lnTo>
                  <a:lnTo>
                    <a:pt x="166" y="376"/>
                  </a:lnTo>
                  <a:lnTo>
                    <a:pt x="167" y="376"/>
                  </a:lnTo>
                  <a:lnTo>
                    <a:pt x="167" y="375"/>
                  </a:lnTo>
                  <a:lnTo>
                    <a:pt x="168" y="375"/>
                  </a:lnTo>
                  <a:lnTo>
                    <a:pt x="168" y="374"/>
                  </a:lnTo>
                  <a:lnTo>
                    <a:pt x="169" y="375"/>
                  </a:lnTo>
                  <a:lnTo>
                    <a:pt x="169" y="376"/>
                  </a:lnTo>
                  <a:lnTo>
                    <a:pt x="169" y="376"/>
                  </a:lnTo>
                  <a:lnTo>
                    <a:pt x="170" y="376"/>
                  </a:lnTo>
                  <a:lnTo>
                    <a:pt x="170" y="377"/>
                  </a:lnTo>
                  <a:lnTo>
                    <a:pt x="169" y="378"/>
                  </a:lnTo>
                  <a:lnTo>
                    <a:pt x="169" y="378"/>
                  </a:lnTo>
                  <a:lnTo>
                    <a:pt x="168" y="378"/>
                  </a:lnTo>
                  <a:lnTo>
                    <a:pt x="167" y="378"/>
                  </a:lnTo>
                  <a:lnTo>
                    <a:pt x="162" y="376"/>
                  </a:lnTo>
                  <a:lnTo>
                    <a:pt x="158" y="376"/>
                  </a:lnTo>
                  <a:lnTo>
                    <a:pt x="157" y="375"/>
                  </a:lnTo>
                  <a:lnTo>
                    <a:pt x="155" y="375"/>
                  </a:lnTo>
                  <a:lnTo>
                    <a:pt x="155" y="375"/>
                  </a:lnTo>
                  <a:lnTo>
                    <a:pt x="154" y="375"/>
                  </a:lnTo>
                  <a:lnTo>
                    <a:pt x="154" y="374"/>
                  </a:lnTo>
                  <a:lnTo>
                    <a:pt x="154" y="374"/>
                  </a:lnTo>
                  <a:lnTo>
                    <a:pt x="154" y="373"/>
                  </a:lnTo>
                  <a:lnTo>
                    <a:pt x="155" y="373"/>
                  </a:lnTo>
                  <a:lnTo>
                    <a:pt x="155" y="373"/>
                  </a:lnTo>
                  <a:lnTo>
                    <a:pt x="155" y="374"/>
                  </a:lnTo>
                  <a:lnTo>
                    <a:pt x="156" y="373"/>
                  </a:lnTo>
                  <a:lnTo>
                    <a:pt x="156" y="373"/>
                  </a:lnTo>
                  <a:lnTo>
                    <a:pt x="157" y="373"/>
                  </a:lnTo>
                  <a:lnTo>
                    <a:pt x="158" y="373"/>
                  </a:lnTo>
                  <a:lnTo>
                    <a:pt x="158" y="373"/>
                  </a:lnTo>
                  <a:lnTo>
                    <a:pt x="159" y="373"/>
                  </a:lnTo>
                  <a:lnTo>
                    <a:pt x="159" y="372"/>
                  </a:lnTo>
                  <a:lnTo>
                    <a:pt x="159" y="372"/>
                  </a:lnTo>
                  <a:lnTo>
                    <a:pt x="160" y="371"/>
                  </a:lnTo>
                  <a:lnTo>
                    <a:pt x="160" y="370"/>
                  </a:lnTo>
                  <a:lnTo>
                    <a:pt x="161" y="369"/>
                  </a:lnTo>
                  <a:lnTo>
                    <a:pt x="161" y="368"/>
                  </a:lnTo>
                  <a:lnTo>
                    <a:pt x="161" y="367"/>
                  </a:lnTo>
                  <a:lnTo>
                    <a:pt x="161" y="366"/>
                  </a:lnTo>
                  <a:lnTo>
                    <a:pt x="161" y="366"/>
                  </a:lnTo>
                  <a:lnTo>
                    <a:pt x="160" y="365"/>
                  </a:lnTo>
                  <a:lnTo>
                    <a:pt x="160" y="365"/>
                  </a:lnTo>
                  <a:lnTo>
                    <a:pt x="161" y="364"/>
                  </a:lnTo>
                  <a:lnTo>
                    <a:pt x="161" y="364"/>
                  </a:lnTo>
                  <a:lnTo>
                    <a:pt x="161" y="363"/>
                  </a:lnTo>
                  <a:lnTo>
                    <a:pt x="162" y="363"/>
                  </a:lnTo>
                  <a:lnTo>
                    <a:pt x="162" y="363"/>
                  </a:lnTo>
                  <a:lnTo>
                    <a:pt x="162" y="363"/>
                  </a:lnTo>
                  <a:lnTo>
                    <a:pt x="162" y="363"/>
                  </a:lnTo>
                  <a:lnTo>
                    <a:pt x="164" y="362"/>
                  </a:lnTo>
                  <a:lnTo>
                    <a:pt x="163" y="362"/>
                  </a:lnTo>
                  <a:lnTo>
                    <a:pt x="163" y="361"/>
                  </a:lnTo>
                  <a:close/>
                  <a:moveTo>
                    <a:pt x="449" y="200"/>
                  </a:moveTo>
                  <a:lnTo>
                    <a:pt x="449" y="200"/>
                  </a:lnTo>
                  <a:lnTo>
                    <a:pt x="450" y="200"/>
                  </a:lnTo>
                  <a:lnTo>
                    <a:pt x="451" y="201"/>
                  </a:lnTo>
                  <a:lnTo>
                    <a:pt x="452" y="201"/>
                  </a:lnTo>
                  <a:lnTo>
                    <a:pt x="452" y="201"/>
                  </a:lnTo>
                  <a:lnTo>
                    <a:pt x="453" y="202"/>
                  </a:lnTo>
                  <a:lnTo>
                    <a:pt x="454" y="202"/>
                  </a:lnTo>
                  <a:lnTo>
                    <a:pt x="454" y="202"/>
                  </a:lnTo>
                  <a:lnTo>
                    <a:pt x="455" y="202"/>
                  </a:lnTo>
                  <a:lnTo>
                    <a:pt x="456" y="202"/>
                  </a:lnTo>
                  <a:lnTo>
                    <a:pt x="459" y="204"/>
                  </a:lnTo>
                  <a:lnTo>
                    <a:pt x="460" y="205"/>
                  </a:lnTo>
                  <a:lnTo>
                    <a:pt x="461" y="205"/>
                  </a:lnTo>
                  <a:lnTo>
                    <a:pt x="461" y="205"/>
                  </a:lnTo>
                  <a:lnTo>
                    <a:pt x="462" y="206"/>
                  </a:lnTo>
                  <a:lnTo>
                    <a:pt x="464" y="206"/>
                  </a:lnTo>
                  <a:lnTo>
                    <a:pt x="465" y="206"/>
                  </a:lnTo>
                  <a:lnTo>
                    <a:pt x="465" y="206"/>
                  </a:lnTo>
                  <a:lnTo>
                    <a:pt x="468" y="207"/>
                  </a:lnTo>
                  <a:lnTo>
                    <a:pt x="469" y="207"/>
                  </a:lnTo>
                  <a:lnTo>
                    <a:pt x="469" y="207"/>
                  </a:lnTo>
                  <a:lnTo>
                    <a:pt x="472" y="207"/>
                  </a:lnTo>
                  <a:lnTo>
                    <a:pt x="473" y="207"/>
                  </a:lnTo>
                  <a:lnTo>
                    <a:pt x="474" y="208"/>
                  </a:lnTo>
                  <a:lnTo>
                    <a:pt x="475" y="209"/>
                  </a:lnTo>
                  <a:lnTo>
                    <a:pt x="475" y="209"/>
                  </a:lnTo>
                  <a:lnTo>
                    <a:pt x="476" y="209"/>
                  </a:lnTo>
                  <a:lnTo>
                    <a:pt x="476" y="209"/>
                  </a:lnTo>
                  <a:lnTo>
                    <a:pt x="477" y="210"/>
                  </a:lnTo>
                  <a:lnTo>
                    <a:pt x="477" y="211"/>
                  </a:lnTo>
                  <a:lnTo>
                    <a:pt x="478" y="212"/>
                  </a:lnTo>
                  <a:lnTo>
                    <a:pt x="478" y="212"/>
                  </a:lnTo>
                  <a:lnTo>
                    <a:pt x="478" y="212"/>
                  </a:lnTo>
                  <a:lnTo>
                    <a:pt x="478" y="212"/>
                  </a:lnTo>
                  <a:lnTo>
                    <a:pt x="478" y="213"/>
                  </a:lnTo>
                  <a:lnTo>
                    <a:pt x="479" y="213"/>
                  </a:lnTo>
                  <a:lnTo>
                    <a:pt x="480" y="214"/>
                  </a:lnTo>
                  <a:lnTo>
                    <a:pt x="481" y="214"/>
                  </a:lnTo>
                  <a:lnTo>
                    <a:pt x="482" y="215"/>
                  </a:lnTo>
                  <a:lnTo>
                    <a:pt x="482" y="217"/>
                  </a:lnTo>
                  <a:lnTo>
                    <a:pt x="482" y="218"/>
                  </a:lnTo>
                  <a:lnTo>
                    <a:pt x="482" y="218"/>
                  </a:lnTo>
                  <a:lnTo>
                    <a:pt x="483" y="219"/>
                  </a:lnTo>
                  <a:lnTo>
                    <a:pt x="483" y="219"/>
                  </a:lnTo>
                  <a:lnTo>
                    <a:pt x="483" y="221"/>
                  </a:lnTo>
                  <a:lnTo>
                    <a:pt x="482" y="221"/>
                  </a:lnTo>
                  <a:lnTo>
                    <a:pt x="482" y="222"/>
                  </a:lnTo>
                  <a:lnTo>
                    <a:pt x="482" y="222"/>
                  </a:lnTo>
                  <a:lnTo>
                    <a:pt x="482" y="221"/>
                  </a:lnTo>
                  <a:lnTo>
                    <a:pt x="480" y="222"/>
                  </a:lnTo>
                  <a:lnTo>
                    <a:pt x="480" y="222"/>
                  </a:lnTo>
                  <a:lnTo>
                    <a:pt x="480" y="222"/>
                  </a:lnTo>
                  <a:lnTo>
                    <a:pt x="480" y="223"/>
                  </a:lnTo>
                  <a:lnTo>
                    <a:pt x="478" y="224"/>
                  </a:lnTo>
                  <a:lnTo>
                    <a:pt x="477" y="225"/>
                  </a:lnTo>
                  <a:lnTo>
                    <a:pt x="477" y="225"/>
                  </a:lnTo>
                  <a:lnTo>
                    <a:pt x="477" y="225"/>
                  </a:lnTo>
                  <a:lnTo>
                    <a:pt x="474" y="225"/>
                  </a:lnTo>
                  <a:lnTo>
                    <a:pt x="474" y="225"/>
                  </a:lnTo>
                  <a:lnTo>
                    <a:pt x="473" y="224"/>
                  </a:lnTo>
                  <a:lnTo>
                    <a:pt x="472" y="224"/>
                  </a:lnTo>
                  <a:lnTo>
                    <a:pt x="472" y="224"/>
                  </a:lnTo>
                  <a:lnTo>
                    <a:pt x="470" y="223"/>
                  </a:lnTo>
                  <a:lnTo>
                    <a:pt x="469" y="222"/>
                  </a:lnTo>
                  <a:lnTo>
                    <a:pt x="468" y="222"/>
                  </a:lnTo>
                  <a:lnTo>
                    <a:pt x="467" y="222"/>
                  </a:lnTo>
                  <a:lnTo>
                    <a:pt x="466" y="222"/>
                  </a:lnTo>
                  <a:lnTo>
                    <a:pt x="465" y="222"/>
                  </a:lnTo>
                  <a:lnTo>
                    <a:pt x="465" y="222"/>
                  </a:lnTo>
                  <a:lnTo>
                    <a:pt x="462" y="222"/>
                  </a:lnTo>
                  <a:lnTo>
                    <a:pt x="462" y="221"/>
                  </a:lnTo>
                  <a:lnTo>
                    <a:pt x="461" y="221"/>
                  </a:lnTo>
                  <a:lnTo>
                    <a:pt x="461" y="221"/>
                  </a:lnTo>
                  <a:lnTo>
                    <a:pt x="461" y="221"/>
                  </a:lnTo>
                  <a:lnTo>
                    <a:pt x="460" y="221"/>
                  </a:lnTo>
                  <a:lnTo>
                    <a:pt x="460" y="221"/>
                  </a:lnTo>
                  <a:lnTo>
                    <a:pt x="459" y="221"/>
                  </a:lnTo>
                  <a:lnTo>
                    <a:pt x="459" y="221"/>
                  </a:lnTo>
                  <a:lnTo>
                    <a:pt x="458" y="221"/>
                  </a:lnTo>
                  <a:lnTo>
                    <a:pt x="458" y="221"/>
                  </a:lnTo>
                  <a:lnTo>
                    <a:pt x="457" y="221"/>
                  </a:lnTo>
                  <a:lnTo>
                    <a:pt x="456" y="220"/>
                  </a:lnTo>
                  <a:lnTo>
                    <a:pt x="456" y="220"/>
                  </a:lnTo>
                  <a:lnTo>
                    <a:pt x="456" y="220"/>
                  </a:lnTo>
                  <a:lnTo>
                    <a:pt x="456" y="221"/>
                  </a:lnTo>
                  <a:lnTo>
                    <a:pt x="456" y="221"/>
                  </a:lnTo>
                  <a:lnTo>
                    <a:pt x="455" y="221"/>
                  </a:lnTo>
                  <a:lnTo>
                    <a:pt x="455" y="222"/>
                  </a:lnTo>
                  <a:lnTo>
                    <a:pt x="454" y="221"/>
                  </a:lnTo>
                  <a:lnTo>
                    <a:pt x="453" y="221"/>
                  </a:lnTo>
                  <a:lnTo>
                    <a:pt x="453" y="221"/>
                  </a:lnTo>
                  <a:lnTo>
                    <a:pt x="452" y="221"/>
                  </a:lnTo>
                  <a:lnTo>
                    <a:pt x="452" y="219"/>
                  </a:lnTo>
                  <a:lnTo>
                    <a:pt x="453" y="218"/>
                  </a:lnTo>
                  <a:lnTo>
                    <a:pt x="453" y="218"/>
                  </a:lnTo>
                  <a:lnTo>
                    <a:pt x="453" y="217"/>
                  </a:lnTo>
                  <a:lnTo>
                    <a:pt x="452" y="217"/>
                  </a:lnTo>
                  <a:lnTo>
                    <a:pt x="452" y="216"/>
                  </a:lnTo>
                  <a:lnTo>
                    <a:pt x="452" y="216"/>
                  </a:lnTo>
                  <a:lnTo>
                    <a:pt x="452" y="216"/>
                  </a:lnTo>
                  <a:lnTo>
                    <a:pt x="452" y="216"/>
                  </a:lnTo>
                  <a:lnTo>
                    <a:pt x="451" y="216"/>
                  </a:lnTo>
                  <a:lnTo>
                    <a:pt x="451" y="215"/>
                  </a:lnTo>
                  <a:lnTo>
                    <a:pt x="451" y="214"/>
                  </a:lnTo>
                  <a:lnTo>
                    <a:pt x="450" y="214"/>
                  </a:lnTo>
                  <a:lnTo>
                    <a:pt x="449" y="213"/>
                  </a:lnTo>
                  <a:lnTo>
                    <a:pt x="449" y="213"/>
                  </a:lnTo>
                  <a:lnTo>
                    <a:pt x="448" y="213"/>
                  </a:lnTo>
                  <a:lnTo>
                    <a:pt x="448" y="213"/>
                  </a:lnTo>
                  <a:lnTo>
                    <a:pt x="447" y="213"/>
                  </a:lnTo>
                  <a:lnTo>
                    <a:pt x="447" y="211"/>
                  </a:lnTo>
                  <a:lnTo>
                    <a:pt x="447" y="210"/>
                  </a:lnTo>
                  <a:lnTo>
                    <a:pt x="446" y="209"/>
                  </a:lnTo>
                  <a:lnTo>
                    <a:pt x="445" y="209"/>
                  </a:lnTo>
                  <a:lnTo>
                    <a:pt x="445" y="209"/>
                  </a:lnTo>
                  <a:lnTo>
                    <a:pt x="446" y="209"/>
                  </a:lnTo>
                  <a:lnTo>
                    <a:pt x="446" y="209"/>
                  </a:lnTo>
                  <a:lnTo>
                    <a:pt x="446" y="209"/>
                  </a:lnTo>
                  <a:lnTo>
                    <a:pt x="447" y="209"/>
                  </a:lnTo>
                  <a:lnTo>
                    <a:pt x="447" y="209"/>
                  </a:lnTo>
                  <a:lnTo>
                    <a:pt x="447" y="209"/>
                  </a:lnTo>
                  <a:lnTo>
                    <a:pt x="447" y="209"/>
                  </a:lnTo>
                  <a:lnTo>
                    <a:pt x="447" y="209"/>
                  </a:lnTo>
                  <a:lnTo>
                    <a:pt x="447" y="210"/>
                  </a:lnTo>
                  <a:lnTo>
                    <a:pt x="448" y="210"/>
                  </a:lnTo>
                  <a:lnTo>
                    <a:pt x="449" y="209"/>
                  </a:lnTo>
                  <a:lnTo>
                    <a:pt x="449" y="209"/>
                  </a:lnTo>
                  <a:lnTo>
                    <a:pt x="448" y="209"/>
                  </a:lnTo>
                  <a:lnTo>
                    <a:pt x="448" y="208"/>
                  </a:lnTo>
                  <a:lnTo>
                    <a:pt x="448" y="208"/>
                  </a:lnTo>
                  <a:lnTo>
                    <a:pt x="448" y="208"/>
                  </a:lnTo>
                  <a:lnTo>
                    <a:pt x="448" y="207"/>
                  </a:lnTo>
                  <a:lnTo>
                    <a:pt x="448" y="207"/>
                  </a:lnTo>
                  <a:lnTo>
                    <a:pt x="448" y="206"/>
                  </a:lnTo>
                  <a:lnTo>
                    <a:pt x="448" y="205"/>
                  </a:lnTo>
                  <a:lnTo>
                    <a:pt x="448" y="205"/>
                  </a:lnTo>
                  <a:lnTo>
                    <a:pt x="448" y="204"/>
                  </a:lnTo>
                  <a:lnTo>
                    <a:pt x="448" y="204"/>
                  </a:lnTo>
                  <a:lnTo>
                    <a:pt x="448" y="202"/>
                  </a:lnTo>
                  <a:lnTo>
                    <a:pt x="449" y="201"/>
                  </a:lnTo>
                  <a:lnTo>
                    <a:pt x="449" y="200"/>
                  </a:lnTo>
                  <a:lnTo>
                    <a:pt x="449" y="200"/>
                  </a:lnTo>
                  <a:close/>
                  <a:moveTo>
                    <a:pt x="216" y="0"/>
                  </a:moveTo>
                  <a:lnTo>
                    <a:pt x="222" y="5"/>
                  </a:lnTo>
                  <a:lnTo>
                    <a:pt x="220" y="13"/>
                  </a:lnTo>
                  <a:lnTo>
                    <a:pt x="227" y="20"/>
                  </a:lnTo>
                  <a:lnTo>
                    <a:pt x="230" y="26"/>
                  </a:lnTo>
                  <a:lnTo>
                    <a:pt x="222" y="32"/>
                  </a:lnTo>
                  <a:lnTo>
                    <a:pt x="222" y="32"/>
                  </a:lnTo>
                  <a:lnTo>
                    <a:pt x="222" y="35"/>
                  </a:lnTo>
                  <a:lnTo>
                    <a:pt x="218" y="37"/>
                  </a:lnTo>
                  <a:lnTo>
                    <a:pt x="215" y="41"/>
                  </a:lnTo>
                  <a:lnTo>
                    <a:pt x="219" y="42"/>
                  </a:lnTo>
                  <a:lnTo>
                    <a:pt x="220" y="45"/>
                  </a:lnTo>
                  <a:lnTo>
                    <a:pt x="219" y="51"/>
                  </a:lnTo>
                  <a:lnTo>
                    <a:pt x="216" y="55"/>
                  </a:lnTo>
                  <a:lnTo>
                    <a:pt x="218" y="62"/>
                  </a:lnTo>
                  <a:lnTo>
                    <a:pt x="213" y="70"/>
                  </a:lnTo>
                  <a:lnTo>
                    <a:pt x="210" y="79"/>
                  </a:lnTo>
                  <a:lnTo>
                    <a:pt x="215" y="80"/>
                  </a:lnTo>
                  <a:lnTo>
                    <a:pt x="221" y="85"/>
                  </a:lnTo>
                  <a:lnTo>
                    <a:pt x="225" y="84"/>
                  </a:lnTo>
                  <a:lnTo>
                    <a:pt x="231" y="91"/>
                  </a:lnTo>
                  <a:lnTo>
                    <a:pt x="233" y="96"/>
                  </a:lnTo>
                  <a:lnTo>
                    <a:pt x="236" y="99"/>
                  </a:lnTo>
                  <a:lnTo>
                    <a:pt x="236" y="101"/>
                  </a:lnTo>
                  <a:lnTo>
                    <a:pt x="233" y="100"/>
                  </a:lnTo>
                  <a:lnTo>
                    <a:pt x="229" y="105"/>
                  </a:lnTo>
                  <a:lnTo>
                    <a:pt x="223" y="103"/>
                  </a:lnTo>
                  <a:lnTo>
                    <a:pt x="216" y="103"/>
                  </a:lnTo>
                  <a:lnTo>
                    <a:pt x="213" y="98"/>
                  </a:lnTo>
                  <a:lnTo>
                    <a:pt x="213" y="96"/>
                  </a:lnTo>
                  <a:lnTo>
                    <a:pt x="213" y="94"/>
                  </a:lnTo>
                  <a:lnTo>
                    <a:pt x="209" y="92"/>
                  </a:lnTo>
                  <a:lnTo>
                    <a:pt x="206" y="93"/>
                  </a:lnTo>
                  <a:lnTo>
                    <a:pt x="204" y="98"/>
                  </a:lnTo>
                  <a:lnTo>
                    <a:pt x="207" y="104"/>
                  </a:lnTo>
                  <a:lnTo>
                    <a:pt x="209" y="104"/>
                  </a:lnTo>
                  <a:lnTo>
                    <a:pt x="212" y="107"/>
                  </a:lnTo>
                  <a:lnTo>
                    <a:pt x="213" y="110"/>
                  </a:lnTo>
                  <a:lnTo>
                    <a:pt x="213" y="114"/>
                  </a:lnTo>
                  <a:lnTo>
                    <a:pt x="215" y="117"/>
                  </a:lnTo>
                  <a:lnTo>
                    <a:pt x="220" y="119"/>
                  </a:lnTo>
                  <a:lnTo>
                    <a:pt x="227" y="119"/>
                  </a:lnTo>
                  <a:lnTo>
                    <a:pt x="231" y="124"/>
                  </a:lnTo>
                  <a:lnTo>
                    <a:pt x="235" y="123"/>
                  </a:lnTo>
                  <a:lnTo>
                    <a:pt x="237" y="123"/>
                  </a:lnTo>
                  <a:lnTo>
                    <a:pt x="238" y="125"/>
                  </a:lnTo>
                  <a:lnTo>
                    <a:pt x="234" y="128"/>
                  </a:lnTo>
                  <a:lnTo>
                    <a:pt x="234" y="131"/>
                  </a:lnTo>
                  <a:lnTo>
                    <a:pt x="235" y="135"/>
                  </a:lnTo>
                  <a:lnTo>
                    <a:pt x="235" y="140"/>
                  </a:lnTo>
                  <a:lnTo>
                    <a:pt x="241" y="139"/>
                  </a:lnTo>
                  <a:lnTo>
                    <a:pt x="243" y="140"/>
                  </a:lnTo>
                  <a:lnTo>
                    <a:pt x="242" y="141"/>
                  </a:lnTo>
                  <a:lnTo>
                    <a:pt x="238" y="149"/>
                  </a:lnTo>
                  <a:lnTo>
                    <a:pt x="238" y="153"/>
                  </a:lnTo>
                  <a:lnTo>
                    <a:pt x="239" y="157"/>
                  </a:lnTo>
                  <a:lnTo>
                    <a:pt x="243" y="162"/>
                  </a:lnTo>
                  <a:lnTo>
                    <a:pt x="243" y="162"/>
                  </a:lnTo>
                  <a:lnTo>
                    <a:pt x="247" y="173"/>
                  </a:lnTo>
                  <a:lnTo>
                    <a:pt x="244" y="188"/>
                  </a:lnTo>
                  <a:lnTo>
                    <a:pt x="243" y="192"/>
                  </a:lnTo>
                  <a:lnTo>
                    <a:pt x="246" y="197"/>
                  </a:lnTo>
                  <a:lnTo>
                    <a:pt x="252" y="199"/>
                  </a:lnTo>
                  <a:lnTo>
                    <a:pt x="252" y="203"/>
                  </a:lnTo>
                  <a:lnTo>
                    <a:pt x="253" y="205"/>
                  </a:lnTo>
                  <a:lnTo>
                    <a:pt x="258" y="206"/>
                  </a:lnTo>
                  <a:lnTo>
                    <a:pt x="263" y="211"/>
                  </a:lnTo>
                  <a:lnTo>
                    <a:pt x="268" y="214"/>
                  </a:lnTo>
                  <a:lnTo>
                    <a:pt x="271" y="214"/>
                  </a:lnTo>
                  <a:lnTo>
                    <a:pt x="274" y="215"/>
                  </a:lnTo>
                  <a:lnTo>
                    <a:pt x="275" y="221"/>
                  </a:lnTo>
                  <a:lnTo>
                    <a:pt x="273" y="227"/>
                  </a:lnTo>
                  <a:lnTo>
                    <a:pt x="273" y="233"/>
                  </a:lnTo>
                  <a:lnTo>
                    <a:pt x="276" y="232"/>
                  </a:lnTo>
                  <a:lnTo>
                    <a:pt x="280" y="223"/>
                  </a:lnTo>
                  <a:lnTo>
                    <a:pt x="285" y="220"/>
                  </a:lnTo>
                  <a:lnTo>
                    <a:pt x="289" y="226"/>
                  </a:lnTo>
                  <a:lnTo>
                    <a:pt x="288" y="232"/>
                  </a:lnTo>
                  <a:lnTo>
                    <a:pt x="294" y="229"/>
                  </a:lnTo>
                  <a:lnTo>
                    <a:pt x="296" y="229"/>
                  </a:lnTo>
                  <a:lnTo>
                    <a:pt x="300" y="239"/>
                  </a:lnTo>
                  <a:lnTo>
                    <a:pt x="304" y="243"/>
                  </a:lnTo>
                  <a:lnTo>
                    <a:pt x="309" y="241"/>
                  </a:lnTo>
                  <a:lnTo>
                    <a:pt x="311" y="236"/>
                  </a:lnTo>
                  <a:lnTo>
                    <a:pt x="314" y="235"/>
                  </a:lnTo>
                  <a:lnTo>
                    <a:pt x="317" y="235"/>
                  </a:lnTo>
                  <a:lnTo>
                    <a:pt x="321" y="231"/>
                  </a:lnTo>
                  <a:lnTo>
                    <a:pt x="325" y="231"/>
                  </a:lnTo>
                  <a:lnTo>
                    <a:pt x="328" y="235"/>
                  </a:lnTo>
                  <a:lnTo>
                    <a:pt x="329" y="242"/>
                  </a:lnTo>
                  <a:lnTo>
                    <a:pt x="333" y="241"/>
                  </a:lnTo>
                  <a:lnTo>
                    <a:pt x="335" y="242"/>
                  </a:lnTo>
                  <a:lnTo>
                    <a:pt x="337" y="244"/>
                  </a:lnTo>
                  <a:lnTo>
                    <a:pt x="341" y="243"/>
                  </a:lnTo>
                  <a:lnTo>
                    <a:pt x="341" y="236"/>
                  </a:lnTo>
                  <a:lnTo>
                    <a:pt x="345" y="233"/>
                  </a:lnTo>
                  <a:lnTo>
                    <a:pt x="347" y="229"/>
                  </a:lnTo>
                  <a:lnTo>
                    <a:pt x="351" y="225"/>
                  </a:lnTo>
                  <a:lnTo>
                    <a:pt x="353" y="216"/>
                  </a:lnTo>
                  <a:lnTo>
                    <a:pt x="352" y="209"/>
                  </a:lnTo>
                  <a:lnTo>
                    <a:pt x="356" y="203"/>
                  </a:lnTo>
                  <a:lnTo>
                    <a:pt x="361" y="198"/>
                  </a:lnTo>
                  <a:lnTo>
                    <a:pt x="362" y="193"/>
                  </a:lnTo>
                  <a:lnTo>
                    <a:pt x="362" y="193"/>
                  </a:lnTo>
                  <a:lnTo>
                    <a:pt x="369" y="198"/>
                  </a:lnTo>
                  <a:lnTo>
                    <a:pt x="377" y="196"/>
                  </a:lnTo>
                  <a:lnTo>
                    <a:pt x="382" y="200"/>
                  </a:lnTo>
                  <a:lnTo>
                    <a:pt x="386" y="201"/>
                  </a:lnTo>
                  <a:lnTo>
                    <a:pt x="390" y="200"/>
                  </a:lnTo>
                  <a:lnTo>
                    <a:pt x="394" y="200"/>
                  </a:lnTo>
                  <a:lnTo>
                    <a:pt x="394" y="200"/>
                  </a:lnTo>
                  <a:lnTo>
                    <a:pt x="395" y="201"/>
                  </a:lnTo>
                  <a:lnTo>
                    <a:pt x="395" y="201"/>
                  </a:lnTo>
                  <a:lnTo>
                    <a:pt x="395" y="201"/>
                  </a:lnTo>
                  <a:lnTo>
                    <a:pt x="396" y="200"/>
                  </a:lnTo>
                  <a:lnTo>
                    <a:pt x="396" y="200"/>
                  </a:lnTo>
                  <a:lnTo>
                    <a:pt x="399" y="200"/>
                  </a:lnTo>
                  <a:lnTo>
                    <a:pt x="399" y="200"/>
                  </a:lnTo>
                  <a:lnTo>
                    <a:pt x="400" y="200"/>
                  </a:lnTo>
                  <a:lnTo>
                    <a:pt x="400" y="199"/>
                  </a:lnTo>
                  <a:lnTo>
                    <a:pt x="400" y="199"/>
                  </a:lnTo>
                  <a:lnTo>
                    <a:pt x="401" y="199"/>
                  </a:lnTo>
                  <a:lnTo>
                    <a:pt x="401" y="198"/>
                  </a:lnTo>
                  <a:lnTo>
                    <a:pt x="401" y="198"/>
                  </a:lnTo>
                  <a:lnTo>
                    <a:pt x="401" y="197"/>
                  </a:lnTo>
                  <a:lnTo>
                    <a:pt x="401" y="196"/>
                  </a:lnTo>
                  <a:lnTo>
                    <a:pt x="401" y="196"/>
                  </a:lnTo>
                  <a:lnTo>
                    <a:pt x="400" y="196"/>
                  </a:lnTo>
                  <a:lnTo>
                    <a:pt x="401" y="196"/>
                  </a:lnTo>
                  <a:lnTo>
                    <a:pt x="400" y="196"/>
                  </a:lnTo>
                  <a:lnTo>
                    <a:pt x="401" y="196"/>
                  </a:lnTo>
                  <a:lnTo>
                    <a:pt x="402" y="196"/>
                  </a:lnTo>
                  <a:lnTo>
                    <a:pt x="403" y="196"/>
                  </a:lnTo>
                  <a:lnTo>
                    <a:pt x="403" y="196"/>
                  </a:lnTo>
                  <a:lnTo>
                    <a:pt x="402" y="196"/>
                  </a:lnTo>
                  <a:lnTo>
                    <a:pt x="401" y="196"/>
                  </a:lnTo>
                  <a:lnTo>
                    <a:pt x="402" y="194"/>
                  </a:lnTo>
                  <a:lnTo>
                    <a:pt x="402" y="194"/>
                  </a:lnTo>
                  <a:lnTo>
                    <a:pt x="402" y="193"/>
                  </a:lnTo>
                  <a:lnTo>
                    <a:pt x="403" y="192"/>
                  </a:lnTo>
                  <a:lnTo>
                    <a:pt x="403" y="192"/>
                  </a:lnTo>
                  <a:lnTo>
                    <a:pt x="403" y="192"/>
                  </a:lnTo>
                  <a:lnTo>
                    <a:pt x="403" y="192"/>
                  </a:lnTo>
                  <a:lnTo>
                    <a:pt x="403" y="191"/>
                  </a:lnTo>
                  <a:lnTo>
                    <a:pt x="405" y="190"/>
                  </a:lnTo>
                  <a:lnTo>
                    <a:pt x="406" y="190"/>
                  </a:lnTo>
                  <a:lnTo>
                    <a:pt x="408" y="190"/>
                  </a:lnTo>
                  <a:lnTo>
                    <a:pt x="408" y="190"/>
                  </a:lnTo>
                  <a:lnTo>
                    <a:pt x="410" y="190"/>
                  </a:lnTo>
                  <a:lnTo>
                    <a:pt x="411" y="190"/>
                  </a:lnTo>
                  <a:lnTo>
                    <a:pt x="412" y="191"/>
                  </a:lnTo>
                  <a:lnTo>
                    <a:pt x="413" y="191"/>
                  </a:lnTo>
                  <a:lnTo>
                    <a:pt x="413" y="190"/>
                  </a:lnTo>
                  <a:lnTo>
                    <a:pt x="415" y="190"/>
                  </a:lnTo>
                  <a:lnTo>
                    <a:pt x="417" y="190"/>
                  </a:lnTo>
                  <a:lnTo>
                    <a:pt x="417" y="190"/>
                  </a:lnTo>
                  <a:lnTo>
                    <a:pt x="417" y="191"/>
                  </a:lnTo>
                  <a:lnTo>
                    <a:pt x="417" y="192"/>
                  </a:lnTo>
                  <a:lnTo>
                    <a:pt x="418" y="191"/>
                  </a:lnTo>
                  <a:lnTo>
                    <a:pt x="418" y="191"/>
                  </a:lnTo>
                  <a:lnTo>
                    <a:pt x="418" y="191"/>
                  </a:lnTo>
                  <a:lnTo>
                    <a:pt x="420" y="191"/>
                  </a:lnTo>
                  <a:lnTo>
                    <a:pt x="421" y="191"/>
                  </a:lnTo>
                  <a:lnTo>
                    <a:pt x="422" y="192"/>
                  </a:lnTo>
                  <a:lnTo>
                    <a:pt x="422" y="192"/>
                  </a:lnTo>
                  <a:lnTo>
                    <a:pt x="422" y="191"/>
                  </a:lnTo>
                  <a:lnTo>
                    <a:pt x="423" y="191"/>
                  </a:lnTo>
                  <a:lnTo>
                    <a:pt x="424" y="191"/>
                  </a:lnTo>
                  <a:lnTo>
                    <a:pt x="425" y="191"/>
                  </a:lnTo>
                  <a:lnTo>
                    <a:pt x="426" y="192"/>
                  </a:lnTo>
                  <a:lnTo>
                    <a:pt x="426" y="192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7" y="193"/>
                  </a:lnTo>
                  <a:lnTo>
                    <a:pt x="429" y="193"/>
                  </a:lnTo>
                  <a:lnTo>
                    <a:pt x="429" y="192"/>
                  </a:lnTo>
                  <a:lnTo>
                    <a:pt x="430" y="192"/>
                  </a:lnTo>
                  <a:lnTo>
                    <a:pt x="433" y="192"/>
                  </a:lnTo>
                  <a:lnTo>
                    <a:pt x="433" y="192"/>
                  </a:lnTo>
                  <a:lnTo>
                    <a:pt x="435" y="192"/>
                  </a:lnTo>
                  <a:lnTo>
                    <a:pt x="435" y="193"/>
                  </a:lnTo>
                  <a:lnTo>
                    <a:pt x="437" y="193"/>
                  </a:lnTo>
                  <a:lnTo>
                    <a:pt x="437" y="193"/>
                  </a:lnTo>
                  <a:lnTo>
                    <a:pt x="437" y="194"/>
                  </a:lnTo>
                  <a:lnTo>
                    <a:pt x="438" y="193"/>
                  </a:lnTo>
                  <a:lnTo>
                    <a:pt x="438" y="193"/>
                  </a:lnTo>
                  <a:lnTo>
                    <a:pt x="439" y="193"/>
                  </a:lnTo>
                  <a:lnTo>
                    <a:pt x="439" y="193"/>
                  </a:lnTo>
                  <a:lnTo>
                    <a:pt x="440" y="193"/>
                  </a:lnTo>
                  <a:lnTo>
                    <a:pt x="441" y="194"/>
                  </a:lnTo>
                  <a:lnTo>
                    <a:pt x="442" y="194"/>
                  </a:lnTo>
                  <a:lnTo>
                    <a:pt x="443" y="195"/>
                  </a:lnTo>
                  <a:lnTo>
                    <a:pt x="443" y="196"/>
                  </a:lnTo>
                  <a:lnTo>
                    <a:pt x="445" y="196"/>
                  </a:lnTo>
                  <a:lnTo>
                    <a:pt x="445" y="199"/>
                  </a:lnTo>
                  <a:lnTo>
                    <a:pt x="445" y="200"/>
                  </a:lnTo>
                  <a:lnTo>
                    <a:pt x="446" y="200"/>
                  </a:lnTo>
                  <a:lnTo>
                    <a:pt x="446" y="200"/>
                  </a:lnTo>
                  <a:lnTo>
                    <a:pt x="445" y="201"/>
                  </a:lnTo>
                  <a:lnTo>
                    <a:pt x="446" y="201"/>
                  </a:lnTo>
                  <a:lnTo>
                    <a:pt x="444" y="203"/>
                  </a:lnTo>
                  <a:lnTo>
                    <a:pt x="444" y="203"/>
                  </a:lnTo>
                  <a:lnTo>
                    <a:pt x="444" y="204"/>
                  </a:lnTo>
                  <a:lnTo>
                    <a:pt x="443" y="204"/>
                  </a:lnTo>
                  <a:lnTo>
                    <a:pt x="443" y="204"/>
                  </a:lnTo>
                  <a:lnTo>
                    <a:pt x="443" y="204"/>
                  </a:lnTo>
                  <a:lnTo>
                    <a:pt x="442" y="205"/>
                  </a:lnTo>
                  <a:lnTo>
                    <a:pt x="441" y="204"/>
                  </a:lnTo>
                  <a:lnTo>
                    <a:pt x="440" y="204"/>
                  </a:lnTo>
                  <a:lnTo>
                    <a:pt x="440" y="205"/>
                  </a:lnTo>
                  <a:lnTo>
                    <a:pt x="439" y="205"/>
                  </a:lnTo>
                  <a:lnTo>
                    <a:pt x="437" y="205"/>
                  </a:lnTo>
                  <a:lnTo>
                    <a:pt x="437" y="204"/>
                  </a:lnTo>
                  <a:lnTo>
                    <a:pt x="437" y="204"/>
                  </a:lnTo>
                  <a:lnTo>
                    <a:pt x="437" y="204"/>
                  </a:lnTo>
                  <a:lnTo>
                    <a:pt x="438" y="203"/>
                  </a:lnTo>
                  <a:lnTo>
                    <a:pt x="438" y="203"/>
                  </a:lnTo>
                  <a:lnTo>
                    <a:pt x="437" y="202"/>
                  </a:lnTo>
                  <a:lnTo>
                    <a:pt x="437" y="202"/>
                  </a:lnTo>
                  <a:lnTo>
                    <a:pt x="436" y="201"/>
                  </a:lnTo>
                  <a:lnTo>
                    <a:pt x="435" y="201"/>
                  </a:lnTo>
                  <a:lnTo>
                    <a:pt x="435" y="200"/>
                  </a:lnTo>
                  <a:lnTo>
                    <a:pt x="435" y="200"/>
                  </a:lnTo>
                  <a:lnTo>
                    <a:pt x="435" y="200"/>
                  </a:lnTo>
                  <a:lnTo>
                    <a:pt x="435" y="200"/>
                  </a:lnTo>
                  <a:lnTo>
                    <a:pt x="435" y="200"/>
                  </a:lnTo>
                  <a:lnTo>
                    <a:pt x="435" y="200"/>
                  </a:lnTo>
                  <a:lnTo>
                    <a:pt x="434" y="200"/>
                  </a:lnTo>
                  <a:lnTo>
                    <a:pt x="434" y="200"/>
                  </a:lnTo>
                  <a:lnTo>
                    <a:pt x="434" y="200"/>
                  </a:lnTo>
                  <a:lnTo>
                    <a:pt x="434" y="201"/>
                  </a:lnTo>
                  <a:lnTo>
                    <a:pt x="434" y="201"/>
                  </a:lnTo>
                  <a:lnTo>
                    <a:pt x="435" y="201"/>
                  </a:lnTo>
                  <a:lnTo>
                    <a:pt x="435" y="202"/>
                  </a:lnTo>
                  <a:lnTo>
                    <a:pt x="435" y="203"/>
                  </a:lnTo>
                  <a:lnTo>
                    <a:pt x="435" y="203"/>
                  </a:lnTo>
                  <a:lnTo>
                    <a:pt x="434" y="203"/>
                  </a:lnTo>
                  <a:lnTo>
                    <a:pt x="433" y="204"/>
                  </a:lnTo>
                  <a:lnTo>
                    <a:pt x="433" y="204"/>
                  </a:lnTo>
                  <a:lnTo>
                    <a:pt x="432" y="203"/>
                  </a:lnTo>
                  <a:lnTo>
                    <a:pt x="433" y="203"/>
                  </a:lnTo>
                  <a:lnTo>
                    <a:pt x="433" y="202"/>
                  </a:lnTo>
                  <a:lnTo>
                    <a:pt x="432" y="202"/>
                  </a:lnTo>
                  <a:lnTo>
                    <a:pt x="432" y="202"/>
                  </a:lnTo>
                  <a:lnTo>
                    <a:pt x="432" y="202"/>
                  </a:lnTo>
                  <a:lnTo>
                    <a:pt x="432" y="202"/>
                  </a:lnTo>
                  <a:lnTo>
                    <a:pt x="432" y="203"/>
                  </a:lnTo>
                  <a:lnTo>
                    <a:pt x="432" y="203"/>
                  </a:lnTo>
                  <a:lnTo>
                    <a:pt x="431" y="203"/>
                  </a:lnTo>
                  <a:lnTo>
                    <a:pt x="431" y="203"/>
                  </a:lnTo>
                  <a:lnTo>
                    <a:pt x="431" y="202"/>
                  </a:lnTo>
                  <a:lnTo>
                    <a:pt x="430" y="202"/>
                  </a:lnTo>
                  <a:lnTo>
                    <a:pt x="430" y="203"/>
                  </a:lnTo>
                  <a:lnTo>
                    <a:pt x="429" y="203"/>
                  </a:lnTo>
                  <a:lnTo>
                    <a:pt x="429" y="204"/>
                  </a:lnTo>
                  <a:lnTo>
                    <a:pt x="429" y="204"/>
                  </a:lnTo>
                  <a:lnTo>
                    <a:pt x="428" y="204"/>
                  </a:lnTo>
                  <a:lnTo>
                    <a:pt x="428" y="205"/>
                  </a:lnTo>
                  <a:lnTo>
                    <a:pt x="429" y="205"/>
                  </a:lnTo>
                  <a:lnTo>
                    <a:pt x="429" y="205"/>
                  </a:lnTo>
                  <a:lnTo>
                    <a:pt x="428" y="205"/>
                  </a:lnTo>
                  <a:lnTo>
                    <a:pt x="427" y="205"/>
                  </a:lnTo>
                  <a:lnTo>
                    <a:pt x="427" y="205"/>
                  </a:lnTo>
                  <a:lnTo>
                    <a:pt x="426" y="206"/>
                  </a:lnTo>
                  <a:lnTo>
                    <a:pt x="426" y="207"/>
                  </a:lnTo>
                  <a:lnTo>
                    <a:pt x="427" y="207"/>
                  </a:lnTo>
                  <a:lnTo>
                    <a:pt x="428" y="205"/>
                  </a:lnTo>
                  <a:lnTo>
                    <a:pt x="429" y="206"/>
                  </a:lnTo>
                  <a:lnTo>
                    <a:pt x="429" y="207"/>
                  </a:lnTo>
                  <a:lnTo>
                    <a:pt x="428" y="207"/>
                  </a:lnTo>
                  <a:lnTo>
                    <a:pt x="427" y="208"/>
                  </a:lnTo>
                  <a:lnTo>
                    <a:pt x="427" y="208"/>
                  </a:lnTo>
                  <a:lnTo>
                    <a:pt x="426" y="209"/>
                  </a:lnTo>
                  <a:lnTo>
                    <a:pt x="426" y="209"/>
                  </a:lnTo>
                  <a:lnTo>
                    <a:pt x="426" y="210"/>
                  </a:lnTo>
                  <a:lnTo>
                    <a:pt x="425" y="210"/>
                  </a:lnTo>
                  <a:lnTo>
                    <a:pt x="425" y="210"/>
                  </a:lnTo>
                  <a:lnTo>
                    <a:pt x="426" y="210"/>
                  </a:lnTo>
                  <a:lnTo>
                    <a:pt x="426" y="209"/>
                  </a:lnTo>
                  <a:lnTo>
                    <a:pt x="425" y="209"/>
                  </a:lnTo>
                  <a:lnTo>
                    <a:pt x="425" y="209"/>
                  </a:lnTo>
                  <a:lnTo>
                    <a:pt x="425" y="209"/>
                  </a:lnTo>
                  <a:lnTo>
                    <a:pt x="424" y="209"/>
                  </a:lnTo>
                  <a:lnTo>
                    <a:pt x="423" y="209"/>
                  </a:lnTo>
                  <a:lnTo>
                    <a:pt x="423" y="209"/>
                  </a:lnTo>
                  <a:lnTo>
                    <a:pt x="422" y="209"/>
                  </a:lnTo>
                  <a:lnTo>
                    <a:pt x="422" y="209"/>
                  </a:lnTo>
                  <a:lnTo>
                    <a:pt x="421" y="209"/>
                  </a:lnTo>
                  <a:lnTo>
                    <a:pt x="421" y="209"/>
                  </a:lnTo>
                  <a:lnTo>
                    <a:pt x="420" y="209"/>
                  </a:lnTo>
                  <a:lnTo>
                    <a:pt x="420" y="210"/>
                  </a:lnTo>
                  <a:lnTo>
                    <a:pt x="420" y="209"/>
                  </a:lnTo>
                  <a:lnTo>
                    <a:pt x="419" y="209"/>
                  </a:lnTo>
                  <a:lnTo>
                    <a:pt x="419" y="210"/>
                  </a:lnTo>
                  <a:lnTo>
                    <a:pt x="419" y="210"/>
                  </a:lnTo>
                  <a:lnTo>
                    <a:pt x="419" y="210"/>
                  </a:lnTo>
                  <a:lnTo>
                    <a:pt x="418" y="210"/>
                  </a:lnTo>
                  <a:lnTo>
                    <a:pt x="418" y="210"/>
                  </a:lnTo>
                  <a:lnTo>
                    <a:pt x="417" y="209"/>
                  </a:lnTo>
                  <a:lnTo>
                    <a:pt x="416" y="210"/>
                  </a:lnTo>
                  <a:lnTo>
                    <a:pt x="415" y="209"/>
                  </a:lnTo>
                  <a:lnTo>
                    <a:pt x="414" y="209"/>
                  </a:lnTo>
                  <a:lnTo>
                    <a:pt x="413" y="210"/>
                  </a:lnTo>
                  <a:lnTo>
                    <a:pt x="413" y="210"/>
                  </a:lnTo>
                  <a:lnTo>
                    <a:pt x="413" y="210"/>
                  </a:lnTo>
                  <a:lnTo>
                    <a:pt x="414" y="210"/>
                  </a:lnTo>
                  <a:lnTo>
                    <a:pt x="414" y="210"/>
                  </a:lnTo>
                  <a:lnTo>
                    <a:pt x="415" y="210"/>
                  </a:lnTo>
                  <a:lnTo>
                    <a:pt x="416" y="211"/>
                  </a:lnTo>
                  <a:lnTo>
                    <a:pt x="417" y="211"/>
                  </a:lnTo>
                  <a:lnTo>
                    <a:pt x="417" y="212"/>
                  </a:lnTo>
                  <a:lnTo>
                    <a:pt x="417" y="212"/>
                  </a:lnTo>
                  <a:lnTo>
                    <a:pt x="417" y="213"/>
                  </a:lnTo>
                  <a:lnTo>
                    <a:pt x="417" y="213"/>
                  </a:lnTo>
                  <a:lnTo>
                    <a:pt x="417" y="213"/>
                  </a:lnTo>
                  <a:lnTo>
                    <a:pt x="417" y="213"/>
                  </a:lnTo>
                  <a:lnTo>
                    <a:pt x="418" y="213"/>
                  </a:lnTo>
                  <a:lnTo>
                    <a:pt x="418" y="214"/>
                  </a:lnTo>
                  <a:lnTo>
                    <a:pt x="419" y="214"/>
                  </a:lnTo>
                  <a:lnTo>
                    <a:pt x="419" y="214"/>
                  </a:lnTo>
                  <a:lnTo>
                    <a:pt x="419" y="214"/>
                  </a:lnTo>
                  <a:lnTo>
                    <a:pt x="420" y="215"/>
                  </a:lnTo>
                  <a:lnTo>
                    <a:pt x="421" y="215"/>
                  </a:lnTo>
                  <a:lnTo>
                    <a:pt x="421" y="215"/>
                  </a:lnTo>
                  <a:lnTo>
                    <a:pt x="422" y="216"/>
                  </a:lnTo>
                  <a:lnTo>
                    <a:pt x="422" y="215"/>
                  </a:lnTo>
                  <a:lnTo>
                    <a:pt x="424" y="215"/>
                  </a:lnTo>
                  <a:lnTo>
                    <a:pt x="424" y="216"/>
                  </a:lnTo>
                  <a:lnTo>
                    <a:pt x="425" y="216"/>
                  </a:lnTo>
                  <a:lnTo>
                    <a:pt x="425" y="216"/>
                  </a:lnTo>
                  <a:lnTo>
                    <a:pt x="425" y="215"/>
                  </a:lnTo>
                  <a:lnTo>
                    <a:pt x="426" y="215"/>
                  </a:lnTo>
                  <a:lnTo>
                    <a:pt x="426" y="216"/>
                  </a:lnTo>
                  <a:lnTo>
                    <a:pt x="425" y="216"/>
                  </a:lnTo>
                  <a:lnTo>
                    <a:pt x="425" y="216"/>
                  </a:lnTo>
                  <a:lnTo>
                    <a:pt x="426" y="217"/>
                  </a:lnTo>
                  <a:lnTo>
                    <a:pt x="426" y="217"/>
                  </a:lnTo>
                  <a:lnTo>
                    <a:pt x="426" y="217"/>
                  </a:lnTo>
                  <a:lnTo>
                    <a:pt x="426" y="217"/>
                  </a:lnTo>
                  <a:lnTo>
                    <a:pt x="426" y="217"/>
                  </a:lnTo>
                  <a:lnTo>
                    <a:pt x="426" y="218"/>
                  </a:lnTo>
                  <a:lnTo>
                    <a:pt x="426" y="218"/>
                  </a:lnTo>
                  <a:lnTo>
                    <a:pt x="426" y="218"/>
                  </a:lnTo>
                  <a:lnTo>
                    <a:pt x="427" y="218"/>
                  </a:lnTo>
                  <a:lnTo>
                    <a:pt x="427" y="218"/>
                  </a:lnTo>
                  <a:lnTo>
                    <a:pt x="428" y="218"/>
                  </a:lnTo>
                  <a:lnTo>
                    <a:pt x="428" y="218"/>
                  </a:lnTo>
                  <a:lnTo>
                    <a:pt x="427" y="218"/>
                  </a:lnTo>
                  <a:lnTo>
                    <a:pt x="428" y="218"/>
                  </a:lnTo>
                  <a:lnTo>
                    <a:pt x="428" y="218"/>
                  </a:lnTo>
                  <a:lnTo>
                    <a:pt x="429" y="218"/>
                  </a:lnTo>
                  <a:lnTo>
                    <a:pt x="428" y="218"/>
                  </a:lnTo>
                  <a:lnTo>
                    <a:pt x="428" y="217"/>
                  </a:lnTo>
                  <a:lnTo>
                    <a:pt x="428" y="216"/>
                  </a:lnTo>
                  <a:lnTo>
                    <a:pt x="428" y="216"/>
                  </a:lnTo>
                  <a:lnTo>
                    <a:pt x="428" y="216"/>
                  </a:lnTo>
                  <a:lnTo>
                    <a:pt x="429" y="216"/>
                  </a:lnTo>
                  <a:lnTo>
                    <a:pt x="430" y="216"/>
                  </a:lnTo>
                  <a:lnTo>
                    <a:pt x="430" y="216"/>
                  </a:lnTo>
                  <a:lnTo>
                    <a:pt x="430" y="216"/>
                  </a:lnTo>
                  <a:lnTo>
                    <a:pt x="430" y="217"/>
                  </a:lnTo>
                  <a:lnTo>
                    <a:pt x="430" y="217"/>
                  </a:lnTo>
                  <a:lnTo>
                    <a:pt x="430" y="218"/>
                  </a:lnTo>
                  <a:lnTo>
                    <a:pt x="430" y="218"/>
                  </a:lnTo>
                  <a:lnTo>
                    <a:pt x="429" y="218"/>
                  </a:lnTo>
                  <a:lnTo>
                    <a:pt x="429" y="219"/>
                  </a:lnTo>
                  <a:lnTo>
                    <a:pt x="429" y="219"/>
                  </a:lnTo>
                  <a:lnTo>
                    <a:pt x="430" y="219"/>
                  </a:lnTo>
                  <a:lnTo>
                    <a:pt x="430" y="218"/>
                  </a:lnTo>
                  <a:lnTo>
                    <a:pt x="430" y="218"/>
                  </a:lnTo>
                  <a:lnTo>
                    <a:pt x="430" y="218"/>
                  </a:lnTo>
                  <a:lnTo>
                    <a:pt x="431" y="218"/>
                  </a:lnTo>
                  <a:lnTo>
                    <a:pt x="431" y="217"/>
                  </a:lnTo>
                  <a:lnTo>
                    <a:pt x="431" y="217"/>
                  </a:lnTo>
                  <a:lnTo>
                    <a:pt x="431" y="216"/>
                  </a:lnTo>
                  <a:lnTo>
                    <a:pt x="431" y="216"/>
                  </a:lnTo>
                  <a:lnTo>
                    <a:pt x="432" y="215"/>
                  </a:lnTo>
                  <a:lnTo>
                    <a:pt x="431" y="214"/>
                  </a:lnTo>
                  <a:lnTo>
                    <a:pt x="431" y="214"/>
                  </a:lnTo>
                  <a:lnTo>
                    <a:pt x="433" y="213"/>
                  </a:lnTo>
                  <a:lnTo>
                    <a:pt x="433" y="214"/>
                  </a:lnTo>
                  <a:lnTo>
                    <a:pt x="434" y="214"/>
                  </a:lnTo>
                  <a:lnTo>
                    <a:pt x="434" y="214"/>
                  </a:lnTo>
                  <a:lnTo>
                    <a:pt x="435" y="215"/>
                  </a:lnTo>
                  <a:lnTo>
                    <a:pt x="435" y="215"/>
                  </a:lnTo>
                  <a:lnTo>
                    <a:pt x="435" y="215"/>
                  </a:lnTo>
                  <a:lnTo>
                    <a:pt x="435" y="216"/>
                  </a:lnTo>
                  <a:lnTo>
                    <a:pt x="435" y="216"/>
                  </a:lnTo>
                  <a:lnTo>
                    <a:pt x="435" y="217"/>
                  </a:lnTo>
                  <a:lnTo>
                    <a:pt x="435" y="217"/>
                  </a:lnTo>
                  <a:lnTo>
                    <a:pt x="436" y="217"/>
                  </a:lnTo>
                  <a:lnTo>
                    <a:pt x="436" y="218"/>
                  </a:lnTo>
                  <a:lnTo>
                    <a:pt x="436" y="218"/>
                  </a:lnTo>
                  <a:lnTo>
                    <a:pt x="436" y="218"/>
                  </a:lnTo>
                  <a:lnTo>
                    <a:pt x="437" y="219"/>
                  </a:lnTo>
                  <a:lnTo>
                    <a:pt x="437" y="219"/>
                  </a:lnTo>
                  <a:lnTo>
                    <a:pt x="437" y="219"/>
                  </a:lnTo>
                  <a:lnTo>
                    <a:pt x="438" y="219"/>
                  </a:lnTo>
                  <a:lnTo>
                    <a:pt x="438" y="218"/>
                  </a:lnTo>
                  <a:lnTo>
                    <a:pt x="439" y="218"/>
                  </a:lnTo>
                  <a:lnTo>
                    <a:pt x="439" y="217"/>
                  </a:lnTo>
                  <a:lnTo>
                    <a:pt x="439" y="216"/>
                  </a:lnTo>
                  <a:lnTo>
                    <a:pt x="439" y="215"/>
                  </a:lnTo>
                  <a:lnTo>
                    <a:pt x="440" y="215"/>
                  </a:lnTo>
                  <a:lnTo>
                    <a:pt x="441" y="214"/>
                  </a:lnTo>
                  <a:lnTo>
                    <a:pt x="442" y="214"/>
                  </a:lnTo>
                  <a:lnTo>
                    <a:pt x="442" y="215"/>
                  </a:lnTo>
                  <a:lnTo>
                    <a:pt x="442" y="216"/>
                  </a:lnTo>
                  <a:lnTo>
                    <a:pt x="441" y="216"/>
                  </a:lnTo>
                  <a:lnTo>
                    <a:pt x="441" y="217"/>
                  </a:lnTo>
                  <a:lnTo>
                    <a:pt x="441" y="217"/>
                  </a:lnTo>
                  <a:lnTo>
                    <a:pt x="441" y="217"/>
                  </a:lnTo>
                  <a:lnTo>
                    <a:pt x="440" y="217"/>
                  </a:lnTo>
                  <a:lnTo>
                    <a:pt x="440" y="217"/>
                  </a:lnTo>
                  <a:lnTo>
                    <a:pt x="441" y="217"/>
                  </a:lnTo>
                  <a:lnTo>
                    <a:pt x="441" y="218"/>
                  </a:lnTo>
                  <a:lnTo>
                    <a:pt x="441" y="218"/>
                  </a:lnTo>
                  <a:lnTo>
                    <a:pt x="441" y="218"/>
                  </a:lnTo>
                  <a:lnTo>
                    <a:pt x="441" y="218"/>
                  </a:lnTo>
                  <a:lnTo>
                    <a:pt x="441" y="217"/>
                  </a:lnTo>
                  <a:lnTo>
                    <a:pt x="442" y="218"/>
                  </a:lnTo>
                  <a:lnTo>
                    <a:pt x="443" y="217"/>
                  </a:lnTo>
                  <a:lnTo>
                    <a:pt x="443" y="218"/>
                  </a:lnTo>
                  <a:lnTo>
                    <a:pt x="443" y="217"/>
                  </a:lnTo>
                  <a:lnTo>
                    <a:pt x="443" y="217"/>
                  </a:lnTo>
                  <a:lnTo>
                    <a:pt x="444" y="217"/>
                  </a:lnTo>
                  <a:lnTo>
                    <a:pt x="444" y="216"/>
                  </a:lnTo>
                  <a:lnTo>
                    <a:pt x="444" y="216"/>
                  </a:lnTo>
                  <a:lnTo>
                    <a:pt x="444" y="216"/>
                  </a:lnTo>
                  <a:lnTo>
                    <a:pt x="444" y="215"/>
                  </a:lnTo>
                  <a:lnTo>
                    <a:pt x="443" y="216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3" y="214"/>
                  </a:lnTo>
                  <a:lnTo>
                    <a:pt x="442" y="214"/>
                  </a:lnTo>
                  <a:lnTo>
                    <a:pt x="442" y="213"/>
                  </a:lnTo>
                  <a:lnTo>
                    <a:pt x="441" y="213"/>
                  </a:lnTo>
                  <a:lnTo>
                    <a:pt x="441" y="212"/>
                  </a:lnTo>
                  <a:lnTo>
                    <a:pt x="441" y="211"/>
                  </a:lnTo>
                  <a:lnTo>
                    <a:pt x="441" y="210"/>
                  </a:lnTo>
                  <a:lnTo>
                    <a:pt x="441" y="208"/>
                  </a:lnTo>
                  <a:lnTo>
                    <a:pt x="441" y="207"/>
                  </a:lnTo>
                  <a:lnTo>
                    <a:pt x="442" y="208"/>
                  </a:lnTo>
                  <a:lnTo>
                    <a:pt x="443" y="208"/>
                  </a:lnTo>
                  <a:lnTo>
                    <a:pt x="443" y="208"/>
                  </a:lnTo>
                  <a:lnTo>
                    <a:pt x="444" y="208"/>
                  </a:lnTo>
                  <a:lnTo>
                    <a:pt x="445" y="207"/>
                  </a:lnTo>
                  <a:lnTo>
                    <a:pt x="445" y="207"/>
                  </a:lnTo>
                  <a:lnTo>
                    <a:pt x="446" y="207"/>
                  </a:lnTo>
                  <a:lnTo>
                    <a:pt x="446" y="207"/>
                  </a:lnTo>
                  <a:lnTo>
                    <a:pt x="446" y="207"/>
                  </a:lnTo>
                  <a:lnTo>
                    <a:pt x="446" y="208"/>
                  </a:lnTo>
                  <a:lnTo>
                    <a:pt x="447" y="208"/>
                  </a:lnTo>
                  <a:lnTo>
                    <a:pt x="447" y="209"/>
                  </a:lnTo>
                  <a:lnTo>
                    <a:pt x="446" y="209"/>
                  </a:lnTo>
                  <a:lnTo>
                    <a:pt x="446" y="209"/>
                  </a:lnTo>
                  <a:lnTo>
                    <a:pt x="445" y="209"/>
                  </a:lnTo>
                  <a:lnTo>
                    <a:pt x="444" y="209"/>
                  </a:lnTo>
                  <a:lnTo>
                    <a:pt x="445" y="212"/>
                  </a:lnTo>
                  <a:lnTo>
                    <a:pt x="446" y="213"/>
                  </a:lnTo>
                  <a:lnTo>
                    <a:pt x="446" y="213"/>
                  </a:lnTo>
                  <a:lnTo>
                    <a:pt x="448" y="214"/>
                  </a:lnTo>
                  <a:lnTo>
                    <a:pt x="448" y="214"/>
                  </a:lnTo>
                  <a:lnTo>
                    <a:pt x="449" y="215"/>
                  </a:lnTo>
                  <a:lnTo>
                    <a:pt x="449" y="216"/>
                  </a:lnTo>
                  <a:lnTo>
                    <a:pt x="450" y="216"/>
                  </a:lnTo>
                  <a:lnTo>
                    <a:pt x="450" y="217"/>
                  </a:lnTo>
                  <a:lnTo>
                    <a:pt x="451" y="217"/>
                  </a:lnTo>
                  <a:lnTo>
                    <a:pt x="452" y="217"/>
                  </a:lnTo>
                  <a:lnTo>
                    <a:pt x="452" y="218"/>
                  </a:lnTo>
                  <a:lnTo>
                    <a:pt x="452" y="218"/>
                  </a:lnTo>
                  <a:lnTo>
                    <a:pt x="452" y="218"/>
                  </a:lnTo>
                  <a:lnTo>
                    <a:pt x="452" y="219"/>
                  </a:lnTo>
                  <a:lnTo>
                    <a:pt x="452" y="220"/>
                  </a:lnTo>
                  <a:lnTo>
                    <a:pt x="452" y="220"/>
                  </a:lnTo>
                  <a:lnTo>
                    <a:pt x="452" y="221"/>
                  </a:lnTo>
                  <a:lnTo>
                    <a:pt x="452" y="221"/>
                  </a:lnTo>
                  <a:lnTo>
                    <a:pt x="452" y="222"/>
                  </a:lnTo>
                  <a:lnTo>
                    <a:pt x="452" y="222"/>
                  </a:lnTo>
                  <a:lnTo>
                    <a:pt x="452" y="222"/>
                  </a:lnTo>
                  <a:lnTo>
                    <a:pt x="452" y="223"/>
                  </a:lnTo>
                  <a:lnTo>
                    <a:pt x="452" y="223"/>
                  </a:lnTo>
                  <a:lnTo>
                    <a:pt x="452" y="223"/>
                  </a:lnTo>
                  <a:lnTo>
                    <a:pt x="452" y="223"/>
                  </a:lnTo>
                  <a:lnTo>
                    <a:pt x="452" y="223"/>
                  </a:lnTo>
                  <a:lnTo>
                    <a:pt x="454" y="223"/>
                  </a:lnTo>
                  <a:lnTo>
                    <a:pt x="455" y="223"/>
                  </a:lnTo>
                  <a:lnTo>
                    <a:pt x="455" y="223"/>
                  </a:lnTo>
                  <a:lnTo>
                    <a:pt x="456" y="223"/>
                  </a:lnTo>
                  <a:lnTo>
                    <a:pt x="460" y="223"/>
                  </a:lnTo>
                  <a:lnTo>
                    <a:pt x="461" y="224"/>
                  </a:lnTo>
                  <a:lnTo>
                    <a:pt x="461" y="225"/>
                  </a:lnTo>
                  <a:lnTo>
                    <a:pt x="461" y="225"/>
                  </a:lnTo>
                  <a:lnTo>
                    <a:pt x="461" y="225"/>
                  </a:lnTo>
                  <a:lnTo>
                    <a:pt x="461" y="225"/>
                  </a:lnTo>
                  <a:lnTo>
                    <a:pt x="461" y="225"/>
                  </a:lnTo>
                  <a:lnTo>
                    <a:pt x="461" y="225"/>
                  </a:lnTo>
                  <a:lnTo>
                    <a:pt x="462" y="225"/>
                  </a:lnTo>
                  <a:lnTo>
                    <a:pt x="462" y="225"/>
                  </a:lnTo>
                  <a:lnTo>
                    <a:pt x="463" y="225"/>
                  </a:lnTo>
                  <a:lnTo>
                    <a:pt x="463" y="225"/>
                  </a:lnTo>
                  <a:lnTo>
                    <a:pt x="464" y="225"/>
                  </a:lnTo>
                  <a:lnTo>
                    <a:pt x="464" y="226"/>
                  </a:lnTo>
                  <a:lnTo>
                    <a:pt x="466" y="225"/>
                  </a:lnTo>
                  <a:lnTo>
                    <a:pt x="467" y="225"/>
                  </a:lnTo>
                  <a:lnTo>
                    <a:pt x="468" y="225"/>
                  </a:lnTo>
                  <a:lnTo>
                    <a:pt x="469" y="225"/>
                  </a:lnTo>
                  <a:lnTo>
                    <a:pt x="471" y="226"/>
                  </a:lnTo>
                  <a:lnTo>
                    <a:pt x="472" y="226"/>
                  </a:lnTo>
                  <a:lnTo>
                    <a:pt x="473" y="227"/>
                  </a:lnTo>
                  <a:lnTo>
                    <a:pt x="474" y="228"/>
                  </a:lnTo>
                  <a:lnTo>
                    <a:pt x="474" y="228"/>
                  </a:lnTo>
                  <a:lnTo>
                    <a:pt x="474" y="228"/>
                  </a:lnTo>
                  <a:lnTo>
                    <a:pt x="474" y="230"/>
                  </a:lnTo>
                  <a:lnTo>
                    <a:pt x="474" y="230"/>
                  </a:lnTo>
                  <a:lnTo>
                    <a:pt x="474" y="230"/>
                  </a:lnTo>
                  <a:lnTo>
                    <a:pt x="474" y="230"/>
                  </a:lnTo>
                  <a:lnTo>
                    <a:pt x="474" y="229"/>
                  </a:lnTo>
                  <a:lnTo>
                    <a:pt x="475" y="228"/>
                  </a:lnTo>
                  <a:lnTo>
                    <a:pt x="475" y="228"/>
                  </a:lnTo>
                  <a:lnTo>
                    <a:pt x="476" y="228"/>
                  </a:lnTo>
                  <a:lnTo>
                    <a:pt x="477" y="228"/>
                  </a:lnTo>
                  <a:lnTo>
                    <a:pt x="478" y="228"/>
                  </a:lnTo>
                  <a:lnTo>
                    <a:pt x="478" y="228"/>
                  </a:lnTo>
                  <a:lnTo>
                    <a:pt x="478" y="227"/>
                  </a:lnTo>
                  <a:lnTo>
                    <a:pt x="479" y="228"/>
                  </a:lnTo>
                  <a:lnTo>
                    <a:pt x="480" y="227"/>
                  </a:lnTo>
                  <a:lnTo>
                    <a:pt x="481" y="227"/>
                  </a:lnTo>
                  <a:lnTo>
                    <a:pt x="483" y="227"/>
                  </a:lnTo>
                  <a:lnTo>
                    <a:pt x="484" y="228"/>
                  </a:lnTo>
                  <a:lnTo>
                    <a:pt x="485" y="228"/>
                  </a:lnTo>
                  <a:lnTo>
                    <a:pt x="486" y="227"/>
                  </a:lnTo>
                  <a:lnTo>
                    <a:pt x="487" y="227"/>
                  </a:lnTo>
                  <a:lnTo>
                    <a:pt x="488" y="227"/>
                  </a:lnTo>
                  <a:lnTo>
                    <a:pt x="489" y="227"/>
                  </a:lnTo>
                  <a:lnTo>
                    <a:pt x="490" y="227"/>
                  </a:lnTo>
                  <a:lnTo>
                    <a:pt x="490" y="227"/>
                  </a:lnTo>
                  <a:lnTo>
                    <a:pt x="491" y="227"/>
                  </a:lnTo>
                  <a:lnTo>
                    <a:pt x="491" y="226"/>
                  </a:lnTo>
                  <a:lnTo>
                    <a:pt x="493" y="226"/>
                  </a:lnTo>
                  <a:lnTo>
                    <a:pt x="494" y="225"/>
                  </a:lnTo>
                  <a:lnTo>
                    <a:pt x="495" y="224"/>
                  </a:lnTo>
                  <a:lnTo>
                    <a:pt x="495" y="223"/>
                  </a:lnTo>
                  <a:lnTo>
                    <a:pt x="495" y="222"/>
                  </a:lnTo>
                  <a:lnTo>
                    <a:pt x="496" y="222"/>
                  </a:lnTo>
                  <a:lnTo>
                    <a:pt x="496" y="222"/>
                  </a:lnTo>
                  <a:lnTo>
                    <a:pt x="501" y="222"/>
                  </a:lnTo>
                  <a:lnTo>
                    <a:pt x="502" y="222"/>
                  </a:lnTo>
                  <a:lnTo>
                    <a:pt x="503" y="222"/>
                  </a:lnTo>
                  <a:lnTo>
                    <a:pt x="503" y="221"/>
                  </a:lnTo>
                  <a:lnTo>
                    <a:pt x="504" y="222"/>
                  </a:lnTo>
                  <a:lnTo>
                    <a:pt x="507" y="222"/>
                  </a:lnTo>
                  <a:lnTo>
                    <a:pt x="508" y="222"/>
                  </a:lnTo>
                  <a:lnTo>
                    <a:pt x="508" y="221"/>
                  </a:lnTo>
                  <a:lnTo>
                    <a:pt x="508" y="221"/>
                  </a:lnTo>
                  <a:lnTo>
                    <a:pt x="508" y="221"/>
                  </a:lnTo>
                  <a:lnTo>
                    <a:pt x="508" y="220"/>
                  </a:lnTo>
                  <a:lnTo>
                    <a:pt x="511" y="221"/>
                  </a:lnTo>
                  <a:lnTo>
                    <a:pt x="513" y="220"/>
                  </a:lnTo>
                  <a:lnTo>
                    <a:pt x="514" y="220"/>
                  </a:lnTo>
                  <a:lnTo>
                    <a:pt x="515" y="220"/>
                  </a:lnTo>
                  <a:lnTo>
                    <a:pt x="517" y="220"/>
                  </a:lnTo>
                  <a:lnTo>
                    <a:pt x="519" y="220"/>
                  </a:lnTo>
                  <a:lnTo>
                    <a:pt x="519" y="220"/>
                  </a:lnTo>
                  <a:lnTo>
                    <a:pt x="520" y="220"/>
                  </a:lnTo>
                  <a:lnTo>
                    <a:pt x="521" y="219"/>
                  </a:lnTo>
                  <a:lnTo>
                    <a:pt x="523" y="219"/>
                  </a:lnTo>
                  <a:lnTo>
                    <a:pt x="524" y="218"/>
                  </a:lnTo>
                  <a:lnTo>
                    <a:pt x="526" y="218"/>
                  </a:lnTo>
                  <a:lnTo>
                    <a:pt x="530" y="218"/>
                  </a:lnTo>
                  <a:lnTo>
                    <a:pt x="532" y="219"/>
                  </a:lnTo>
                  <a:lnTo>
                    <a:pt x="532" y="219"/>
                  </a:lnTo>
                  <a:lnTo>
                    <a:pt x="538" y="219"/>
                  </a:lnTo>
                  <a:lnTo>
                    <a:pt x="539" y="218"/>
                  </a:lnTo>
                  <a:lnTo>
                    <a:pt x="539" y="218"/>
                  </a:lnTo>
                  <a:lnTo>
                    <a:pt x="539" y="218"/>
                  </a:lnTo>
                  <a:lnTo>
                    <a:pt x="539" y="218"/>
                  </a:lnTo>
                  <a:lnTo>
                    <a:pt x="542" y="218"/>
                  </a:lnTo>
                  <a:lnTo>
                    <a:pt x="542" y="218"/>
                  </a:lnTo>
                  <a:lnTo>
                    <a:pt x="543" y="218"/>
                  </a:lnTo>
                  <a:lnTo>
                    <a:pt x="543" y="218"/>
                  </a:lnTo>
                  <a:lnTo>
                    <a:pt x="544" y="218"/>
                  </a:lnTo>
                  <a:lnTo>
                    <a:pt x="544" y="218"/>
                  </a:lnTo>
                  <a:lnTo>
                    <a:pt x="545" y="218"/>
                  </a:lnTo>
                  <a:lnTo>
                    <a:pt x="545" y="218"/>
                  </a:lnTo>
                  <a:lnTo>
                    <a:pt x="546" y="218"/>
                  </a:lnTo>
                  <a:lnTo>
                    <a:pt x="547" y="218"/>
                  </a:lnTo>
                  <a:lnTo>
                    <a:pt x="547" y="218"/>
                  </a:lnTo>
                  <a:lnTo>
                    <a:pt x="547" y="217"/>
                  </a:lnTo>
                  <a:lnTo>
                    <a:pt x="549" y="217"/>
                  </a:lnTo>
                  <a:lnTo>
                    <a:pt x="549" y="217"/>
                  </a:lnTo>
                  <a:lnTo>
                    <a:pt x="550" y="217"/>
                  </a:lnTo>
                  <a:lnTo>
                    <a:pt x="550" y="217"/>
                  </a:lnTo>
                  <a:lnTo>
                    <a:pt x="550" y="216"/>
                  </a:lnTo>
                  <a:lnTo>
                    <a:pt x="551" y="217"/>
                  </a:lnTo>
                  <a:lnTo>
                    <a:pt x="552" y="217"/>
                  </a:lnTo>
                  <a:lnTo>
                    <a:pt x="552" y="217"/>
                  </a:lnTo>
                  <a:lnTo>
                    <a:pt x="553" y="217"/>
                  </a:lnTo>
                  <a:lnTo>
                    <a:pt x="554" y="217"/>
                  </a:lnTo>
                  <a:lnTo>
                    <a:pt x="555" y="217"/>
                  </a:lnTo>
                  <a:lnTo>
                    <a:pt x="555" y="216"/>
                  </a:lnTo>
                  <a:lnTo>
                    <a:pt x="555" y="216"/>
                  </a:lnTo>
                  <a:lnTo>
                    <a:pt x="555" y="215"/>
                  </a:lnTo>
                  <a:lnTo>
                    <a:pt x="556" y="215"/>
                  </a:lnTo>
                  <a:lnTo>
                    <a:pt x="558" y="215"/>
                  </a:lnTo>
                  <a:lnTo>
                    <a:pt x="559" y="215"/>
                  </a:lnTo>
                  <a:lnTo>
                    <a:pt x="560" y="215"/>
                  </a:lnTo>
                  <a:lnTo>
                    <a:pt x="560" y="215"/>
                  </a:lnTo>
                  <a:lnTo>
                    <a:pt x="561" y="215"/>
                  </a:lnTo>
                  <a:lnTo>
                    <a:pt x="562" y="215"/>
                  </a:lnTo>
                  <a:lnTo>
                    <a:pt x="562" y="215"/>
                  </a:lnTo>
                  <a:lnTo>
                    <a:pt x="563" y="214"/>
                  </a:lnTo>
                  <a:lnTo>
                    <a:pt x="563" y="215"/>
                  </a:lnTo>
                  <a:lnTo>
                    <a:pt x="564" y="216"/>
                  </a:lnTo>
                  <a:lnTo>
                    <a:pt x="565" y="216"/>
                  </a:lnTo>
                  <a:lnTo>
                    <a:pt x="565" y="216"/>
                  </a:lnTo>
                  <a:lnTo>
                    <a:pt x="565" y="217"/>
                  </a:lnTo>
                  <a:lnTo>
                    <a:pt x="565" y="218"/>
                  </a:lnTo>
                  <a:lnTo>
                    <a:pt x="565" y="218"/>
                  </a:lnTo>
                  <a:lnTo>
                    <a:pt x="566" y="218"/>
                  </a:lnTo>
                  <a:lnTo>
                    <a:pt x="566" y="218"/>
                  </a:lnTo>
                  <a:lnTo>
                    <a:pt x="566" y="219"/>
                  </a:lnTo>
                  <a:lnTo>
                    <a:pt x="566" y="220"/>
                  </a:lnTo>
                  <a:lnTo>
                    <a:pt x="566" y="222"/>
                  </a:lnTo>
                  <a:lnTo>
                    <a:pt x="566" y="222"/>
                  </a:lnTo>
                  <a:lnTo>
                    <a:pt x="566" y="224"/>
                  </a:lnTo>
                  <a:lnTo>
                    <a:pt x="565" y="224"/>
                  </a:lnTo>
                  <a:lnTo>
                    <a:pt x="565" y="225"/>
                  </a:lnTo>
                  <a:lnTo>
                    <a:pt x="565" y="225"/>
                  </a:lnTo>
                  <a:lnTo>
                    <a:pt x="565" y="225"/>
                  </a:lnTo>
                  <a:lnTo>
                    <a:pt x="565" y="226"/>
                  </a:lnTo>
                  <a:lnTo>
                    <a:pt x="565" y="226"/>
                  </a:lnTo>
                  <a:lnTo>
                    <a:pt x="565" y="226"/>
                  </a:lnTo>
                  <a:lnTo>
                    <a:pt x="565" y="226"/>
                  </a:lnTo>
                  <a:lnTo>
                    <a:pt x="565" y="226"/>
                  </a:lnTo>
                  <a:lnTo>
                    <a:pt x="565" y="226"/>
                  </a:lnTo>
                  <a:lnTo>
                    <a:pt x="565" y="226"/>
                  </a:lnTo>
                  <a:lnTo>
                    <a:pt x="565" y="227"/>
                  </a:lnTo>
                  <a:lnTo>
                    <a:pt x="565" y="227"/>
                  </a:lnTo>
                  <a:lnTo>
                    <a:pt x="565" y="227"/>
                  </a:lnTo>
                  <a:lnTo>
                    <a:pt x="565" y="228"/>
                  </a:lnTo>
                  <a:lnTo>
                    <a:pt x="564" y="230"/>
                  </a:lnTo>
                  <a:lnTo>
                    <a:pt x="563" y="231"/>
                  </a:lnTo>
                  <a:lnTo>
                    <a:pt x="562" y="231"/>
                  </a:lnTo>
                  <a:lnTo>
                    <a:pt x="561" y="232"/>
                  </a:lnTo>
                  <a:lnTo>
                    <a:pt x="562" y="232"/>
                  </a:lnTo>
                  <a:lnTo>
                    <a:pt x="561" y="232"/>
                  </a:lnTo>
                  <a:lnTo>
                    <a:pt x="562" y="233"/>
                  </a:lnTo>
                  <a:lnTo>
                    <a:pt x="562" y="233"/>
                  </a:lnTo>
                  <a:lnTo>
                    <a:pt x="561" y="232"/>
                  </a:lnTo>
                  <a:lnTo>
                    <a:pt x="561" y="233"/>
                  </a:lnTo>
                  <a:lnTo>
                    <a:pt x="560" y="233"/>
                  </a:lnTo>
                  <a:lnTo>
                    <a:pt x="560" y="233"/>
                  </a:lnTo>
                  <a:lnTo>
                    <a:pt x="560" y="234"/>
                  </a:lnTo>
                  <a:lnTo>
                    <a:pt x="560" y="232"/>
                  </a:lnTo>
                  <a:lnTo>
                    <a:pt x="559" y="233"/>
                  </a:lnTo>
                  <a:lnTo>
                    <a:pt x="557" y="233"/>
                  </a:lnTo>
                  <a:lnTo>
                    <a:pt x="556" y="232"/>
                  </a:lnTo>
                  <a:lnTo>
                    <a:pt x="556" y="232"/>
                  </a:lnTo>
                  <a:lnTo>
                    <a:pt x="556" y="232"/>
                  </a:lnTo>
                  <a:lnTo>
                    <a:pt x="555" y="232"/>
                  </a:lnTo>
                  <a:lnTo>
                    <a:pt x="554" y="232"/>
                  </a:lnTo>
                  <a:lnTo>
                    <a:pt x="553" y="233"/>
                  </a:lnTo>
                  <a:lnTo>
                    <a:pt x="553" y="233"/>
                  </a:lnTo>
                  <a:lnTo>
                    <a:pt x="552" y="235"/>
                  </a:lnTo>
                  <a:lnTo>
                    <a:pt x="552" y="235"/>
                  </a:lnTo>
                  <a:lnTo>
                    <a:pt x="552" y="235"/>
                  </a:lnTo>
                  <a:lnTo>
                    <a:pt x="553" y="235"/>
                  </a:lnTo>
                  <a:lnTo>
                    <a:pt x="553" y="236"/>
                  </a:lnTo>
                  <a:lnTo>
                    <a:pt x="554" y="238"/>
                  </a:lnTo>
                  <a:lnTo>
                    <a:pt x="554" y="240"/>
                  </a:lnTo>
                  <a:lnTo>
                    <a:pt x="554" y="241"/>
                  </a:lnTo>
                  <a:lnTo>
                    <a:pt x="555" y="243"/>
                  </a:lnTo>
                  <a:lnTo>
                    <a:pt x="555" y="244"/>
                  </a:lnTo>
                  <a:lnTo>
                    <a:pt x="556" y="245"/>
                  </a:lnTo>
                  <a:lnTo>
                    <a:pt x="556" y="246"/>
                  </a:lnTo>
                  <a:lnTo>
                    <a:pt x="556" y="247"/>
                  </a:lnTo>
                  <a:lnTo>
                    <a:pt x="556" y="247"/>
                  </a:lnTo>
                  <a:lnTo>
                    <a:pt x="556" y="249"/>
                  </a:lnTo>
                  <a:lnTo>
                    <a:pt x="557" y="251"/>
                  </a:lnTo>
                  <a:lnTo>
                    <a:pt x="558" y="252"/>
                  </a:lnTo>
                  <a:lnTo>
                    <a:pt x="558" y="253"/>
                  </a:lnTo>
                  <a:lnTo>
                    <a:pt x="559" y="257"/>
                  </a:lnTo>
                  <a:lnTo>
                    <a:pt x="559" y="261"/>
                  </a:lnTo>
                  <a:lnTo>
                    <a:pt x="559" y="269"/>
                  </a:lnTo>
                  <a:lnTo>
                    <a:pt x="560" y="269"/>
                  </a:lnTo>
                  <a:lnTo>
                    <a:pt x="559" y="271"/>
                  </a:lnTo>
                  <a:lnTo>
                    <a:pt x="560" y="274"/>
                  </a:lnTo>
                  <a:lnTo>
                    <a:pt x="559" y="274"/>
                  </a:lnTo>
                  <a:lnTo>
                    <a:pt x="559" y="274"/>
                  </a:lnTo>
                  <a:lnTo>
                    <a:pt x="559" y="275"/>
                  </a:lnTo>
                  <a:lnTo>
                    <a:pt x="558" y="276"/>
                  </a:lnTo>
                  <a:lnTo>
                    <a:pt x="558" y="277"/>
                  </a:lnTo>
                  <a:lnTo>
                    <a:pt x="557" y="278"/>
                  </a:lnTo>
                  <a:lnTo>
                    <a:pt x="556" y="279"/>
                  </a:lnTo>
                  <a:lnTo>
                    <a:pt x="556" y="279"/>
                  </a:lnTo>
                  <a:lnTo>
                    <a:pt x="556" y="279"/>
                  </a:lnTo>
                  <a:lnTo>
                    <a:pt x="556" y="280"/>
                  </a:lnTo>
                  <a:lnTo>
                    <a:pt x="556" y="281"/>
                  </a:lnTo>
                  <a:lnTo>
                    <a:pt x="554" y="283"/>
                  </a:lnTo>
                  <a:lnTo>
                    <a:pt x="552" y="283"/>
                  </a:lnTo>
                  <a:lnTo>
                    <a:pt x="551" y="284"/>
                  </a:lnTo>
                  <a:lnTo>
                    <a:pt x="551" y="283"/>
                  </a:lnTo>
                  <a:lnTo>
                    <a:pt x="549" y="284"/>
                  </a:lnTo>
                  <a:lnTo>
                    <a:pt x="549" y="287"/>
                  </a:lnTo>
                  <a:lnTo>
                    <a:pt x="548" y="287"/>
                  </a:lnTo>
                  <a:lnTo>
                    <a:pt x="548" y="286"/>
                  </a:lnTo>
                  <a:lnTo>
                    <a:pt x="547" y="287"/>
                  </a:lnTo>
                  <a:lnTo>
                    <a:pt x="547" y="287"/>
                  </a:lnTo>
                  <a:lnTo>
                    <a:pt x="547" y="287"/>
                  </a:lnTo>
                  <a:lnTo>
                    <a:pt x="547" y="287"/>
                  </a:lnTo>
                  <a:lnTo>
                    <a:pt x="546" y="286"/>
                  </a:lnTo>
                  <a:lnTo>
                    <a:pt x="546" y="286"/>
                  </a:lnTo>
                  <a:lnTo>
                    <a:pt x="545" y="287"/>
                  </a:lnTo>
                  <a:lnTo>
                    <a:pt x="544" y="287"/>
                  </a:lnTo>
                  <a:lnTo>
                    <a:pt x="544" y="287"/>
                  </a:lnTo>
                  <a:lnTo>
                    <a:pt x="545" y="288"/>
                  </a:lnTo>
                  <a:lnTo>
                    <a:pt x="544" y="288"/>
                  </a:lnTo>
                  <a:lnTo>
                    <a:pt x="544" y="289"/>
                  </a:lnTo>
                  <a:lnTo>
                    <a:pt x="545" y="289"/>
                  </a:lnTo>
                  <a:lnTo>
                    <a:pt x="546" y="289"/>
                  </a:lnTo>
                  <a:lnTo>
                    <a:pt x="546" y="290"/>
                  </a:lnTo>
                  <a:lnTo>
                    <a:pt x="544" y="290"/>
                  </a:lnTo>
                  <a:lnTo>
                    <a:pt x="544" y="289"/>
                  </a:lnTo>
                  <a:lnTo>
                    <a:pt x="542" y="289"/>
                  </a:lnTo>
                  <a:lnTo>
                    <a:pt x="541" y="289"/>
                  </a:lnTo>
                  <a:lnTo>
                    <a:pt x="541" y="290"/>
                  </a:lnTo>
                  <a:lnTo>
                    <a:pt x="540" y="290"/>
                  </a:lnTo>
                  <a:lnTo>
                    <a:pt x="539" y="291"/>
                  </a:lnTo>
                  <a:lnTo>
                    <a:pt x="539" y="291"/>
                  </a:lnTo>
                  <a:lnTo>
                    <a:pt x="539" y="291"/>
                  </a:lnTo>
                  <a:lnTo>
                    <a:pt x="539" y="291"/>
                  </a:lnTo>
                  <a:lnTo>
                    <a:pt x="537" y="291"/>
                  </a:lnTo>
                  <a:lnTo>
                    <a:pt x="537" y="291"/>
                  </a:lnTo>
                  <a:lnTo>
                    <a:pt x="537" y="291"/>
                  </a:lnTo>
                  <a:lnTo>
                    <a:pt x="536" y="292"/>
                  </a:lnTo>
                  <a:lnTo>
                    <a:pt x="536" y="292"/>
                  </a:lnTo>
                  <a:lnTo>
                    <a:pt x="536" y="292"/>
                  </a:lnTo>
                  <a:lnTo>
                    <a:pt x="534" y="292"/>
                  </a:lnTo>
                  <a:lnTo>
                    <a:pt x="534" y="292"/>
                  </a:lnTo>
                  <a:lnTo>
                    <a:pt x="531" y="292"/>
                  </a:lnTo>
                  <a:lnTo>
                    <a:pt x="529" y="293"/>
                  </a:lnTo>
                  <a:lnTo>
                    <a:pt x="528" y="293"/>
                  </a:lnTo>
                  <a:lnTo>
                    <a:pt x="528" y="293"/>
                  </a:lnTo>
                  <a:lnTo>
                    <a:pt x="526" y="294"/>
                  </a:lnTo>
                  <a:lnTo>
                    <a:pt x="526" y="294"/>
                  </a:lnTo>
                  <a:lnTo>
                    <a:pt x="526" y="295"/>
                  </a:lnTo>
                  <a:lnTo>
                    <a:pt x="526" y="295"/>
                  </a:lnTo>
                  <a:lnTo>
                    <a:pt x="526" y="296"/>
                  </a:lnTo>
                  <a:lnTo>
                    <a:pt x="526" y="296"/>
                  </a:lnTo>
                  <a:lnTo>
                    <a:pt x="526" y="296"/>
                  </a:lnTo>
                  <a:lnTo>
                    <a:pt x="526" y="297"/>
                  </a:lnTo>
                  <a:lnTo>
                    <a:pt x="525" y="297"/>
                  </a:lnTo>
                  <a:lnTo>
                    <a:pt x="523" y="297"/>
                  </a:lnTo>
                  <a:lnTo>
                    <a:pt x="523" y="298"/>
                  </a:lnTo>
                  <a:lnTo>
                    <a:pt x="522" y="298"/>
                  </a:lnTo>
                  <a:lnTo>
                    <a:pt x="523" y="298"/>
                  </a:lnTo>
                  <a:lnTo>
                    <a:pt x="523" y="298"/>
                  </a:lnTo>
                  <a:lnTo>
                    <a:pt x="524" y="299"/>
                  </a:lnTo>
                  <a:lnTo>
                    <a:pt x="522" y="299"/>
                  </a:lnTo>
                  <a:lnTo>
                    <a:pt x="522" y="299"/>
                  </a:lnTo>
                  <a:lnTo>
                    <a:pt x="521" y="299"/>
                  </a:lnTo>
                  <a:lnTo>
                    <a:pt x="521" y="299"/>
                  </a:lnTo>
                  <a:lnTo>
                    <a:pt x="519" y="300"/>
                  </a:lnTo>
                  <a:lnTo>
                    <a:pt x="517" y="300"/>
                  </a:lnTo>
                  <a:lnTo>
                    <a:pt x="511" y="300"/>
                  </a:lnTo>
                  <a:lnTo>
                    <a:pt x="509" y="301"/>
                  </a:lnTo>
                  <a:lnTo>
                    <a:pt x="508" y="301"/>
                  </a:lnTo>
                  <a:lnTo>
                    <a:pt x="506" y="301"/>
                  </a:lnTo>
                  <a:lnTo>
                    <a:pt x="505" y="302"/>
                  </a:lnTo>
                  <a:lnTo>
                    <a:pt x="504" y="302"/>
                  </a:lnTo>
                  <a:lnTo>
                    <a:pt x="503" y="303"/>
                  </a:lnTo>
                  <a:lnTo>
                    <a:pt x="503" y="303"/>
                  </a:lnTo>
                  <a:lnTo>
                    <a:pt x="502" y="304"/>
                  </a:lnTo>
                  <a:lnTo>
                    <a:pt x="501" y="304"/>
                  </a:lnTo>
                  <a:lnTo>
                    <a:pt x="500" y="304"/>
                  </a:lnTo>
                  <a:lnTo>
                    <a:pt x="498" y="306"/>
                  </a:lnTo>
                  <a:lnTo>
                    <a:pt x="498" y="306"/>
                  </a:lnTo>
                  <a:lnTo>
                    <a:pt x="497" y="307"/>
                  </a:lnTo>
                  <a:lnTo>
                    <a:pt x="496" y="308"/>
                  </a:lnTo>
                  <a:lnTo>
                    <a:pt x="495" y="309"/>
                  </a:lnTo>
                  <a:lnTo>
                    <a:pt x="495" y="309"/>
                  </a:lnTo>
                  <a:lnTo>
                    <a:pt x="492" y="311"/>
                  </a:lnTo>
                  <a:lnTo>
                    <a:pt x="492" y="311"/>
                  </a:lnTo>
                  <a:lnTo>
                    <a:pt x="492" y="312"/>
                  </a:lnTo>
                  <a:lnTo>
                    <a:pt x="491" y="312"/>
                  </a:lnTo>
                  <a:lnTo>
                    <a:pt x="491" y="313"/>
                  </a:lnTo>
                  <a:lnTo>
                    <a:pt x="490" y="314"/>
                  </a:lnTo>
                  <a:lnTo>
                    <a:pt x="489" y="315"/>
                  </a:lnTo>
                  <a:lnTo>
                    <a:pt x="489" y="316"/>
                  </a:lnTo>
                  <a:lnTo>
                    <a:pt x="488" y="317"/>
                  </a:lnTo>
                  <a:lnTo>
                    <a:pt x="488" y="317"/>
                  </a:lnTo>
                  <a:lnTo>
                    <a:pt x="488" y="317"/>
                  </a:lnTo>
                  <a:lnTo>
                    <a:pt x="488" y="318"/>
                  </a:lnTo>
                  <a:lnTo>
                    <a:pt x="487" y="321"/>
                  </a:lnTo>
                  <a:lnTo>
                    <a:pt x="487" y="324"/>
                  </a:lnTo>
                  <a:lnTo>
                    <a:pt x="486" y="327"/>
                  </a:lnTo>
                  <a:lnTo>
                    <a:pt x="486" y="330"/>
                  </a:lnTo>
                  <a:lnTo>
                    <a:pt x="487" y="334"/>
                  </a:lnTo>
                  <a:lnTo>
                    <a:pt x="487" y="335"/>
                  </a:lnTo>
                  <a:lnTo>
                    <a:pt x="487" y="336"/>
                  </a:lnTo>
                  <a:lnTo>
                    <a:pt x="488" y="338"/>
                  </a:lnTo>
                  <a:lnTo>
                    <a:pt x="489" y="341"/>
                  </a:lnTo>
                  <a:lnTo>
                    <a:pt x="488" y="342"/>
                  </a:lnTo>
                  <a:lnTo>
                    <a:pt x="488" y="343"/>
                  </a:lnTo>
                  <a:lnTo>
                    <a:pt x="487" y="343"/>
                  </a:lnTo>
                  <a:lnTo>
                    <a:pt x="487" y="343"/>
                  </a:lnTo>
                  <a:lnTo>
                    <a:pt x="486" y="343"/>
                  </a:lnTo>
                  <a:lnTo>
                    <a:pt x="482" y="343"/>
                  </a:lnTo>
                  <a:lnTo>
                    <a:pt x="482" y="343"/>
                  </a:lnTo>
                  <a:lnTo>
                    <a:pt x="481" y="343"/>
                  </a:lnTo>
                  <a:lnTo>
                    <a:pt x="478" y="342"/>
                  </a:lnTo>
                  <a:lnTo>
                    <a:pt x="478" y="342"/>
                  </a:lnTo>
                  <a:lnTo>
                    <a:pt x="475" y="341"/>
                  </a:lnTo>
                  <a:lnTo>
                    <a:pt x="475" y="341"/>
                  </a:lnTo>
                  <a:lnTo>
                    <a:pt x="474" y="341"/>
                  </a:lnTo>
                  <a:lnTo>
                    <a:pt x="474" y="341"/>
                  </a:lnTo>
                  <a:lnTo>
                    <a:pt x="474" y="341"/>
                  </a:lnTo>
                  <a:lnTo>
                    <a:pt x="473" y="340"/>
                  </a:lnTo>
                  <a:lnTo>
                    <a:pt x="470" y="340"/>
                  </a:lnTo>
                  <a:lnTo>
                    <a:pt x="470" y="340"/>
                  </a:lnTo>
                  <a:lnTo>
                    <a:pt x="469" y="340"/>
                  </a:lnTo>
                  <a:lnTo>
                    <a:pt x="469" y="339"/>
                  </a:lnTo>
                  <a:lnTo>
                    <a:pt x="466" y="339"/>
                  </a:lnTo>
                  <a:lnTo>
                    <a:pt x="465" y="339"/>
                  </a:lnTo>
                  <a:lnTo>
                    <a:pt x="464" y="339"/>
                  </a:lnTo>
                  <a:lnTo>
                    <a:pt x="462" y="339"/>
                  </a:lnTo>
                  <a:lnTo>
                    <a:pt x="462" y="338"/>
                  </a:lnTo>
                  <a:lnTo>
                    <a:pt x="461" y="338"/>
                  </a:lnTo>
                  <a:lnTo>
                    <a:pt x="461" y="338"/>
                  </a:lnTo>
                  <a:lnTo>
                    <a:pt x="460" y="338"/>
                  </a:lnTo>
                  <a:lnTo>
                    <a:pt x="457" y="337"/>
                  </a:lnTo>
                  <a:lnTo>
                    <a:pt x="455" y="337"/>
                  </a:lnTo>
                  <a:lnTo>
                    <a:pt x="454" y="337"/>
                  </a:lnTo>
                  <a:lnTo>
                    <a:pt x="453" y="337"/>
                  </a:lnTo>
                  <a:lnTo>
                    <a:pt x="454" y="338"/>
                  </a:lnTo>
                  <a:lnTo>
                    <a:pt x="454" y="338"/>
                  </a:lnTo>
                  <a:lnTo>
                    <a:pt x="454" y="339"/>
                  </a:lnTo>
                  <a:lnTo>
                    <a:pt x="453" y="339"/>
                  </a:lnTo>
                  <a:lnTo>
                    <a:pt x="450" y="339"/>
                  </a:lnTo>
                  <a:lnTo>
                    <a:pt x="449" y="340"/>
                  </a:lnTo>
                  <a:lnTo>
                    <a:pt x="447" y="342"/>
                  </a:lnTo>
                  <a:lnTo>
                    <a:pt x="446" y="343"/>
                  </a:lnTo>
                  <a:lnTo>
                    <a:pt x="444" y="344"/>
                  </a:lnTo>
                  <a:lnTo>
                    <a:pt x="443" y="345"/>
                  </a:lnTo>
                  <a:lnTo>
                    <a:pt x="443" y="345"/>
                  </a:lnTo>
                  <a:lnTo>
                    <a:pt x="443" y="345"/>
                  </a:lnTo>
                  <a:lnTo>
                    <a:pt x="443" y="346"/>
                  </a:lnTo>
                  <a:lnTo>
                    <a:pt x="442" y="347"/>
                  </a:lnTo>
                  <a:lnTo>
                    <a:pt x="442" y="347"/>
                  </a:lnTo>
                  <a:lnTo>
                    <a:pt x="440" y="348"/>
                  </a:lnTo>
                  <a:lnTo>
                    <a:pt x="439" y="348"/>
                  </a:lnTo>
                  <a:lnTo>
                    <a:pt x="439" y="349"/>
                  </a:lnTo>
                  <a:lnTo>
                    <a:pt x="439" y="349"/>
                  </a:lnTo>
                  <a:lnTo>
                    <a:pt x="439" y="351"/>
                  </a:lnTo>
                  <a:lnTo>
                    <a:pt x="437" y="352"/>
                  </a:lnTo>
                  <a:lnTo>
                    <a:pt x="437" y="352"/>
                  </a:lnTo>
                  <a:lnTo>
                    <a:pt x="436" y="352"/>
                  </a:lnTo>
                  <a:lnTo>
                    <a:pt x="436" y="353"/>
                  </a:lnTo>
                  <a:lnTo>
                    <a:pt x="436" y="353"/>
                  </a:lnTo>
                  <a:lnTo>
                    <a:pt x="435" y="353"/>
                  </a:lnTo>
                  <a:lnTo>
                    <a:pt x="435" y="353"/>
                  </a:lnTo>
                  <a:lnTo>
                    <a:pt x="435" y="354"/>
                  </a:lnTo>
                  <a:lnTo>
                    <a:pt x="434" y="354"/>
                  </a:lnTo>
                  <a:lnTo>
                    <a:pt x="434" y="354"/>
                  </a:lnTo>
                  <a:lnTo>
                    <a:pt x="433" y="354"/>
                  </a:lnTo>
                  <a:lnTo>
                    <a:pt x="432" y="354"/>
                  </a:lnTo>
                  <a:lnTo>
                    <a:pt x="431" y="354"/>
                  </a:lnTo>
                  <a:lnTo>
                    <a:pt x="431" y="355"/>
                  </a:lnTo>
                  <a:lnTo>
                    <a:pt x="430" y="355"/>
                  </a:lnTo>
                  <a:lnTo>
                    <a:pt x="430" y="356"/>
                  </a:lnTo>
                  <a:lnTo>
                    <a:pt x="430" y="356"/>
                  </a:lnTo>
                  <a:lnTo>
                    <a:pt x="426" y="356"/>
                  </a:lnTo>
                  <a:lnTo>
                    <a:pt x="426" y="357"/>
                  </a:lnTo>
                  <a:lnTo>
                    <a:pt x="425" y="357"/>
                  </a:lnTo>
                  <a:lnTo>
                    <a:pt x="425" y="357"/>
                  </a:lnTo>
                  <a:lnTo>
                    <a:pt x="424" y="357"/>
                  </a:lnTo>
                  <a:lnTo>
                    <a:pt x="423" y="358"/>
                  </a:lnTo>
                  <a:lnTo>
                    <a:pt x="422" y="358"/>
                  </a:lnTo>
                  <a:lnTo>
                    <a:pt x="418" y="359"/>
                  </a:lnTo>
                  <a:lnTo>
                    <a:pt x="415" y="359"/>
                  </a:lnTo>
                  <a:lnTo>
                    <a:pt x="413" y="359"/>
                  </a:lnTo>
                  <a:lnTo>
                    <a:pt x="411" y="360"/>
                  </a:lnTo>
                  <a:lnTo>
                    <a:pt x="411" y="360"/>
                  </a:lnTo>
                  <a:lnTo>
                    <a:pt x="410" y="360"/>
                  </a:lnTo>
                  <a:lnTo>
                    <a:pt x="410" y="360"/>
                  </a:lnTo>
                  <a:lnTo>
                    <a:pt x="410" y="361"/>
                  </a:lnTo>
                  <a:lnTo>
                    <a:pt x="408" y="361"/>
                  </a:lnTo>
                  <a:lnTo>
                    <a:pt x="408" y="361"/>
                  </a:lnTo>
                  <a:lnTo>
                    <a:pt x="408" y="361"/>
                  </a:lnTo>
                  <a:lnTo>
                    <a:pt x="407" y="361"/>
                  </a:lnTo>
                  <a:lnTo>
                    <a:pt x="406" y="361"/>
                  </a:lnTo>
                  <a:lnTo>
                    <a:pt x="405" y="362"/>
                  </a:lnTo>
                  <a:lnTo>
                    <a:pt x="404" y="362"/>
                  </a:lnTo>
                  <a:lnTo>
                    <a:pt x="400" y="363"/>
                  </a:lnTo>
                  <a:lnTo>
                    <a:pt x="399" y="363"/>
                  </a:lnTo>
                  <a:lnTo>
                    <a:pt x="398" y="363"/>
                  </a:lnTo>
                  <a:lnTo>
                    <a:pt x="397" y="363"/>
                  </a:lnTo>
                  <a:lnTo>
                    <a:pt x="395" y="364"/>
                  </a:lnTo>
                  <a:lnTo>
                    <a:pt x="392" y="365"/>
                  </a:lnTo>
                  <a:lnTo>
                    <a:pt x="391" y="365"/>
                  </a:lnTo>
                  <a:lnTo>
                    <a:pt x="390" y="365"/>
                  </a:lnTo>
                  <a:lnTo>
                    <a:pt x="385" y="368"/>
                  </a:lnTo>
                  <a:lnTo>
                    <a:pt x="383" y="369"/>
                  </a:lnTo>
                  <a:lnTo>
                    <a:pt x="382" y="370"/>
                  </a:lnTo>
                  <a:lnTo>
                    <a:pt x="382" y="370"/>
                  </a:lnTo>
                  <a:lnTo>
                    <a:pt x="382" y="372"/>
                  </a:lnTo>
                  <a:lnTo>
                    <a:pt x="380" y="374"/>
                  </a:lnTo>
                  <a:lnTo>
                    <a:pt x="380" y="374"/>
                  </a:lnTo>
                  <a:lnTo>
                    <a:pt x="380" y="374"/>
                  </a:lnTo>
                  <a:lnTo>
                    <a:pt x="380" y="374"/>
                  </a:lnTo>
                  <a:lnTo>
                    <a:pt x="379" y="374"/>
                  </a:lnTo>
                  <a:lnTo>
                    <a:pt x="379" y="374"/>
                  </a:lnTo>
                  <a:lnTo>
                    <a:pt x="380" y="375"/>
                  </a:lnTo>
                  <a:lnTo>
                    <a:pt x="380" y="375"/>
                  </a:lnTo>
                  <a:lnTo>
                    <a:pt x="380" y="376"/>
                  </a:lnTo>
                  <a:lnTo>
                    <a:pt x="379" y="376"/>
                  </a:lnTo>
                  <a:lnTo>
                    <a:pt x="379" y="376"/>
                  </a:lnTo>
                  <a:lnTo>
                    <a:pt x="378" y="377"/>
                  </a:lnTo>
                  <a:lnTo>
                    <a:pt x="376" y="378"/>
                  </a:lnTo>
                  <a:lnTo>
                    <a:pt x="374" y="380"/>
                  </a:lnTo>
                  <a:lnTo>
                    <a:pt x="373" y="381"/>
                  </a:lnTo>
                  <a:lnTo>
                    <a:pt x="373" y="382"/>
                  </a:lnTo>
                  <a:lnTo>
                    <a:pt x="371" y="383"/>
                  </a:lnTo>
                  <a:lnTo>
                    <a:pt x="371" y="383"/>
                  </a:lnTo>
                  <a:lnTo>
                    <a:pt x="370" y="384"/>
                  </a:lnTo>
                  <a:lnTo>
                    <a:pt x="369" y="386"/>
                  </a:lnTo>
                  <a:lnTo>
                    <a:pt x="369" y="388"/>
                  </a:lnTo>
                  <a:lnTo>
                    <a:pt x="368" y="388"/>
                  </a:lnTo>
                  <a:lnTo>
                    <a:pt x="366" y="388"/>
                  </a:lnTo>
                  <a:lnTo>
                    <a:pt x="365" y="389"/>
                  </a:lnTo>
                  <a:lnTo>
                    <a:pt x="362" y="388"/>
                  </a:lnTo>
                  <a:lnTo>
                    <a:pt x="361" y="388"/>
                  </a:lnTo>
                  <a:lnTo>
                    <a:pt x="361" y="388"/>
                  </a:lnTo>
                  <a:lnTo>
                    <a:pt x="360" y="388"/>
                  </a:lnTo>
                  <a:lnTo>
                    <a:pt x="359" y="387"/>
                  </a:lnTo>
                  <a:lnTo>
                    <a:pt x="358" y="387"/>
                  </a:lnTo>
                  <a:lnTo>
                    <a:pt x="356" y="386"/>
                  </a:lnTo>
                  <a:lnTo>
                    <a:pt x="354" y="385"/>
                  </a:lnTo>
                  <a:lnTo>
                    <a:pt x="354" y="385"/>
                  </a:lnTo>
                  <a:lnTo>
                    <a:pt x="352" y="384"/>
                  </a:lnTo>
                  <a:lnTo>
                    <a:pt x="352" y="383"/>
                  </a:lnTo>
                  <a:lnTo>
                    <a:pt x="351" y="383"/>
                  </a:lnTo>
                  <a:lnTo>
                    <a:pt x="350" y="382"/>
                  </a:lnTo>
                  <a:lnTo>
                    <a:pt x="349" y="382"/>
                  </a:lnTo>
                  <a:lnTo>
                    <a:pt x="348" y="383"/>
                  </a:lnTo>
                  <a:lnTo>
                    <a:pt x="348" y="383"/>
                  </a:lnTo>
                  <a:lnTo>
                    <a:pt x="348" y="383"/>
                  </a:lnTo>
                  <a:lnTo>
                    <a:pt x="348" y="383"/>
                  </a:lnTo>
                  <a:lnTo>
                    <a:pt x="346" y="383"/>
                  </a:lnTo>
                  <a:lnTo>
                    <a:pt x="345" y="383"/>
                  </a:lnTo>
                  <a:lnTo>
                    <a:pt x="340" y="378"/>
                  </a:lnTo>
                  <a:lnTo>
                    <a:pt x="337" y="377"/>
                  </a:lnTo>
                  <a:lnTo>
                    <a:pt x="336" y="377"/>
                  </a:lnTo>
                  <a:lnTo>
                    <a:pt x="335" y="377"/>
                  </a:lnTo>
                  <a:lnTo>
                    <a:pt x="335" y="377"/>
                  </a:lnTo>
                  <a:lnTo>
                    <a:pt x="334" y="377"/>
                  </a:lnTo>
                  <a:lnTo>
                    <a:pt x="334" y="378"/>
                  </a:lnTo>
                  <a:lnTo>
                    <a:pt x="335" y="378"/>
                  </a:lnTo>
                  <a:lnTo>
                    <a:pt x="335" y="378"/>
                  </a:lnTo>
                  <a:lnTo>
                    <a:pt x="334" y="378"/>
                  </a:lnTo>
                  <a:lnTo>
                    <a:pt x="334" y="378"/>
                  </a:lnTo>
                  <a:lnTo>
                    <a:pt x="333" y="377"/>
                  </a:lnTo>
                  <a:lnTo>
                    <a:pt x="330" y="377"/>
                  </a:lnTo>
                  <a:lnTo>
                    <a:pt x="328" y="376"/>
                  </a:lnTo>
                  <a:lnTo>
                    <a:pt x="327" y="376"/>
                  </a:lnTo>
                  <a:lnTo>
                    <a:pt x="326" y="375"/>
                  </a:lnTo>
                  <a:lnTo>
                    <a:pt x="325" y="375"/>
                  </a:lnTo>
                  <a:lnTo>
                    <a:pt x="324" y="374"/>
                  </a:lnTo>
                  <a:lnTo>
                    <a:pt x="322" y="374"/>
                  </a:lnTo>
                  <a:lnTo>
                    <a:pt x="318" y="372"/>
                  </a:lnTo>
                  <a:lnTo>
                    <a:pt x="317" y="372"/>
                  </a:lnTo>
                  <a:lnTo>
                    <a:pt x="317" y="372"/>
                  </a:lnTo>
                  <a:lnTo>
                    <a:pt x="315" y="371"/>
                  </a:lnTo>
                  <a:lnTo>
                    <a:pt x="309" y="369"/>
                  </a:lnTo>
                  <a:lnTo>
                    <a:pt x="309" y="369"/>
                  </a:lnTo>
                  <a:lnTo>
                    <a:pt x="309" y="369"/>
                  </a:lnTo>
                  <a:lnTo>
                    <a:pt x="307" y="369"/>
                  </a:lnTo>
                  <a:lnTo>
                    <a:pt x="307" y="369"/>
                  </a:lnTo>
                  <a:lnTo>
                    <a:pt x="307" y="369"/>
                  </a:lnTo>
                  <a:lnTo>
                    <a:pt x="306" y="368"/>
                  </a:lnTo>
                  <a:lnTo>
                    <a:pt x="302" y="367"/>
                  </a:lnTo>
                  <a:lnTo>
                    <a:pt x="302" y="368"/>
                  </a:lnTo>
                  <a:lnTo>
                    <a:pt x="302" y="368"/>
                  </a:lnTo>
                  <a:lnTo>
                    <a:pt x="302" y="368"/>
                  </a:lnTo>
                  <a:lnTo>
                    <a:pt x="302" y="368"/>
                  </a:lnTo>
                  <a:lnTo>
                    <a:pt x="302" y="367"/>
                  </a:lnTo>
                  <a:lnTo>
                    <a:pt x="301" y="367"/>
                  </a:lnTo>
                  <a:lnTo>
                    <a:pt x="299" y="366"/>
                  </a:lnTo>
                  <a:lnTo>
                    <a:pt x="287" y="365"/>
                  </a:lnTo>
                  <a:lnTo>
                    <a:pt x="284" y="365"/>
                  </a:lnTo>
                  <a:lnTo>
                    <a:pt x="283" y="365"/>
                  </a:lnTo>
                  <a:lnTo>
                    <a:pt x="284" y="365"/>
                  </a:lnTo>
                  <a:lnTo>
                    <a:pt x="285" y="364"/>
                  </a:lnTo>
                  <a:lnTo>
                    <a:pt x="284" y="364"/>
                  </a:lnTo>
                  <a:lnTo>
                    <a:pt x="283" y="364"/>
                  </a:lnTo>
                  <a:lnTo>
                    <a:pt x="283" y="365"/>
                  </a:lnTo>
                  <a:lnTo>
                    <a:pt x="283" y="364"/>
                  </a:lnTo>
                  <a:lnTo>
                    <a:pt x="283" y="365"/>
                  </a:lnTo>
                  <a:lnTo>
                    <a:pt x="283" y="365"/>
                  </a:lnTo>
                  <a:lnTo>
                    <a:pt x="283" y="365"/>
                  </a:lnTo>
                  <a:lnTo>
                    <a:pt x="283" y="365"/>
                  </a:lnTo>
                  <a:lnTo>
                    <a:pt x="282" y="365"/>
                  </a:lnTo>
                  <a:lnTo>
                    <a:pt x="278" y="365"/>
                  </a:lnTo>
                  <a:lnTo>
                    <a:pt x="278" y="365"/>
                  </a:lnTo>
                  <a:lnTo>
                    <a:pt x="274" y="366"/>
                  </a:lnTo>
                  <a:lnTo>
                    <a:pt x="271" y="367"/>
                  </a:lnTo>
                  <a:lnTo>
                    <a:pt x="270" y="367"/>
                  </a:lnTo>
                  <a:lnTo>
                    <a:pt x="269" y="368"/>
                  </a:lnTo>
                  <a:lnTo>
                    <a:pt x="268" y="368"/>
                  </a:lnTo>
                  <a:lnTo>
                    <a:pt x="267" y="369"/>
                  </a:lnTo>
                  <a:lnTo>
                    <a:pt x="265" y="369"/>
                  </a:lnTo>
                  <a:lnTo>
                    <a:pt x="264" y="369"/>
                  </a:lnTo>
                  <a:lnTo>
                    <a:pt x="261" y="370"/>
                  </a:lnTo>
                  <a:lnTo>
                    <a:pt x="260" y="370"/>
                  </a:lnTo>
                  <a:lnTo>
                    <a:pt x="255" y="370"/>
                  </a:lnTo>
                  <a:lnTo>
                    <a:pt x="255" y="371"/>
                  </a:lnTo>
                  <a:lnTo>
                    <a:pt x="253" y="371"/>
                  </a:lnTo>
                  <a:lnTo>
                    <a:pt x="253" y="371"/>
                  </a:lnTo>
                  <a:lnTo>
                    <a:pt x="251" y="371"/>
                  </a:lnTo>
                  <a:lnTo>
                    <a:pt x="248" y="372"/>
                  </a:lnTo>
                  <a:lnTo>
                    <a:pt x="247" y="371"/>
                  </a:lnTo>
                  <a:lnTo>
                    <a:pt x="245" y="371"/>
                  </a:lnTo>
                  <a:lnTo>
                    <a:pt x="245" y="371"/>
                  </a:lnTo>
                  <a:lnTo>
                    <a:pt x="239" y="371"/>
                  </a:lnTo>
                  <a:lnTo>
                    <a:pt x="239" y="372"/>
                  </a:lnTo>
                  <a:lnTo>
                    <a:pt x="235" y="371"/>
                  </a:lnTo>
                  <a:lnTo>
                    <a:pt x="235" y="372"/>
                  </a:lnTo>
                  <a:lnTo>
                    <a:pt x="235" y="372"/>
                  </a:lnTo>
                  <a:lnTo>
                    <a:pt x="235" y="372"/>
                  </a:lnTo>
                  <a:lnTo>
                    <a:pt x="235" y="372"/>
                  </a:lnTo>
                  <a:lnTo>
                    <a:pt x="232" y="372"/>
                  </a:lnTo>
                  <a:lnTo>
                    <a:pt x="231" y="372"/>
                  </a:lnTo>
                  <a:lnTo>
                    <a:pt x="230" y="372"/>
                  </a:lnTo>
                  <a:lnTo>
                    <a:pt x="229" y="373"/>
                  </a:lnTo>
                  <a:lnTo>
                    <a:pt x="228" y="374"/>
                  </a:lnTo>
                  <a:lnTo>
                    <a:pt x="228" y="374"/>
                  </a:lnTo>
                  <a:lnTo>
                    <a:pt x="228" y="374"/>
                  </a:lnTo>
                  <a:lnTo>
                    <a:pt x="226" y="374"/>
                  </a:lnTo>
                  <a:lnTo>
                    <a:pt x="226" y="374"/>
                  </a:lnTo>
                  <a:lnTo>
                    <a:pt x="226" y="374"/>
                  </a:lnTo>
                  <a:lnTo>
                    <a:pt x="226" y="374"/>
                  </a:lnTo>
                  <a:lnTo>
                    <a:pt x="225" y="374"/>
                  </a:lnTo>
                  <a:lnTo>
                    <a:pt x="222" y="374"/>
                  </a:lnTo>
                  <a:lnTo>
                    <a:pt x="222" y="374"/>
                  </a:lnTo>
                  <a:lnTo>
                    <a:pt x="220" y="375"/>
                  </a:lnTo>
                  <a:lnTo>
                    <a:pt x="221" y="375"/>
                  </a:lnTo>
                  <a:lnTo>
                    <a:pt x="220" y="375"/>
                  </a:lnTo>
                  <a:lnTo>
                    <a:pt x="217" y="375"/>
                  </a:lnTo>
                  <a:lnTo>
                    <a:pt x="216" y="376"/>
                  </a:lnTo>
                  <a:lnTo>
                    <a:pt x="215" y="376"/>
                  </a:lnTo>
                  <a:lnTo>
                    <a:pt x="214" y="376"/>
                  </a:lnTo>
                  <a:lnTo>
                    <a:pt x="215" y="377"/>
                  </a:lnTo>
                  <a:lnTo>
                    <a:pt x="213" y="377"/>
                  </a:lnTo>
                  <a:lnTo>
                    <a:pt x="211" y="378"/>
                  </a:lnTo>
                  <a:lnTo>
                    <a:pt x="209" y="378"/>
                  </a:lnTo>
                  <a:lnTo>
                    <a:pt x="203" y="379"/>
                  </a:lnTo>
                  <a:lnTo>
                    <a:pt x="203" y="380"/>
                  </a:lnTo>
                  <a:lnTo>
                    <a:pt x="202" y="381"/>
                  </a:lnTo>
                  <a:lnTo>
                    <a:pt x="202" y="381"/>
                  </a:lnTo>
                  <a:lnTo>
                    <a:pt x="201" y="381"/>
                  </a:lnTo>
                  <a:lnTo>
                    <a:pt x="201" y="382"/>
                  </a:lnTo>
                  <a:lnTo>
                    <a:pt x="200" y="382"/>
                  </a:lnTo>
                  <a:lnTo>
                    <a:pt x="200" y="382"/>
                  </a:lnTo>
                  <a:lnTo>
                    <a:pt x="200" y="382"/>
                  </a:lnTo>
                  <a:lnTo>
                    <a:pt x="200" y="382"/>
                  </a:lnTo>
                  <a:lnTo>
                    <a:pt x="200" y="382"/>
                  </a:lnTo>
                  <a:lnTo>
                    <a:pt x="200" y="383"/>
                  </a:lnTo>
                  <a:lnTo>
                    <a:pt x="198" y="384"/>
                  </a:lnTo>
                  <a:lnTo>
                    <a:pt x="198" y="386"/>
                  </a:lnTo>
                  <a:lnTo>
                    <a:pt x="198" y="387"/>
                  </a:lnTo>
                  <a:lnTo>
                    <a:pt x="197" y="387"/>
                  </a:lnTo>
                  <a:lnTo>
                    <a:pt x="197" y="388"/>
                  </a:lnTo>
                  <a:lnTo>
                    <a:pt x="196" y="390"/>
                  </a:lnTo>
                  <a:lnTo>
                    <a:pt x="195" y="391"/>
                  </a:lnTo>
                  <a:lnTo>
                    <a:pt x="194" y="392"/>
                  </a:lnTo>
                  <a:lnTo>
                    <a:pt x="193" y="392"/>
                  </a:lnTo>
                  <a:lnTo>
                    <a:pt x="192" y="391"/>
                  </a:lnTo>
                  <a:lnTo>
                    <a:pt x="191" y="391"/>
                  </a:lnTo>
                  <a:lnTo>
                    <a:pt x="191" y="390"/>
                  </a:lnTo>
                  <a:lnTo>
                    <a:pt x="189" y="388"/>
                  </a:lnTo>
                  <a:lnTo>
                    <a:pt x="189" y="388"/>
                  </a:lnTo>
                  <a:lnTo>
                    <a:pt x="187" y="387"/>
                  </a:lnTo>
                  <a:lnTo>
                    <a:pt x="187" y="387"/>
                  </a:lnTo>
                  <a:lnTo>
                    <a:pt x="184" y="384"/>
                  </a:lnTo>
                  <a:lnTo>
                    <a:pt x="180" y="382"/>
                  </a:lnTo>
                  <a:lnTo>
                    <a:pt x="174" y="378"/>
                  </a:lnTo>
                  <a:lnTo>
                    <a:pt x="172" y="377"/>
                  </a:lnTo>
                  <a:lnTo>
                    <a:pt x="172" y="376"/>
                  </a:lnTo>
                  <a:lnTo>
                    <a:pt x="172" y="376"/>
                  </a:lnTo>
                  <a:lnTo>
                    <a:pt x="172" y="375"/>
                  </a:lnTo>
                  <a:lnTo>
                    <a:pt x="172" y="374"/>
                  </a:lnTo>
                  <a:lnTo>
                    <a:pt x="173" y="374"/>
                  </a:lnTo>
                  <a:lnTo>
                    <a:pt x="174" y="375"/>
                  </a:lnTo>
                  <a:lnTo>
                    <a:pt x="174" y="376"/>
                  </a:lnTo>
                  <a:lnTo>
                    <a:pt x="174" y="376"/>
                  </a:lnTo>
                  <a:lnTo>
                    <a:pt x="173" y="376"/>
                  </a:lnTo>
                  <a:lnTo>
                    <a:pt x="173" y="377"/>
                  </a:lnTo>
                  <a:lnTo>
                    <a:pt x="174" y="377"/>
                  </a:lnTo>
                  <a:lnTo>
                    <a:pt x="174" y="376"/>
                  </a:lnTo>
                  <a:lnTo>
                    <a:pt x="174" y="375"/>
                  </a:lnTo>
                  <a:lnTo>
                    <a:pt x="174" y="375"/>
                  </a:lnTo>
                  <a:lnTo>
                    <a:pt x="174" y="374"/>
                  </a:lnTo>
                  <a:lnTo>
                    <a:pt x="176" y="374"/>
                  </a:lnTo>
                  <a:lnTo>
                    <a:pt x="176" y="374"/>
                  </a:lnTo>
                  <a:lnTo>
                    <a:pt x="176" y="373"/>
                  </a:lnTo>
                  <a:lnTo>
                    <a:pt x="176" y="372"/>
                  </a:lnTo>
                  <a:lnTo>
                    <a:pt x="177" y="372"/>
                  </a:lnTo>
                  <a:lnTo>
                    <a:pt x="176" y="371"/>
                  </a:lnTo>
                  <a:lnTo>
                    <a:pt x="177" y="371"/>
                  </a:lnTo>
                  <a:lnTo>
                    <a:pt x="177" y="371"/>
                  </a:lnTo>
                  <a:lnTo>
                    <a:pt x="177" y="371"/>
                  </a:lnTo>
                  <a:lnTo>
                    <a:pt x="177" y="371"/>
                  </a:lnTo>
                  <a:lnTo>
                    <a:pt x="177" y="370"/>
                  </a:lnTo>
                  <a:lnTo>
                    <a:pt x="177" y="371"/>
                  </a:lnTo>
                  <a:lnTo>
                    <a:pt x="177" y="370"/>
                  </a:lnTo>
                  <a:lnTo>
                    <a:pt x="178" y="369"/>
                  </a:lnTo>
                  <a:lnTo>
                    <a:pt x="178" y="369"/>
                  </a:lnTo>
                  <a:lnTo>
                    <a:pt x="180" y="369"/>
                  </a:lnTo>
                  <a:lnTo>
                    <a:pt x="181" y="370"/>
                  </a:lnTo>
                  <a:lnTo>
                    <a:pt x="182" y="370"/>
                  </a:lnTo>
                  <a:lnTo>
                    <a:pt x="184" y="372"/>
                  </a:lnTo>
                  <a:lnTo>
                    <a:pt x="185" y="371"/>
                  </a:lnTo>
                  <a:lnTo>
                    <a:pt x="185" y="371"/>
                  </a:lnTo>
                  <a:lnTo>
                    <a:pt x="185" y="371"/>
                  </a:lnTo>
                  <a:lnTo>
                    <a:pt x="186" y="370"/>
                  </a:lnTo>
                  <a:lnTo>
                    <a:pt x="187" y="370"/>
                  </a:lnTo>
                  <a:lnTo>
                    <a:pt x="187" y="370"/>
                  </a:lnTo>
                  <a:lnTo>
                    <a:pt x="187" y="370"/>
                  </a:lnTo>
                  <a:lnTo>
                    <a:pt x="187" y="369"/>
                  </a:lnTo>
                  <a:lnTo>
                    <a:pt x="188" y="369"/>
                  </a:lnTo>
                  <a:lnTo>
                    <a:pt x="189" y="368"/>
                  </a:lnTo>
                  <a:lnTo>
                    <a:pt x="189" y="366"/>
                  </a:lnTo>
                  <a:lnTo>
                    <a:pt x="190" y="365"/>
                  </a:lnTo>
                  <a:lnTo>
                    <a:pt x="190" y="364"/>
                  </a:lnTo>
                  <a:lnTo>
                    <a:pt x="189" y="364"/>
                  </a:lnTo>
                  <a:lnTo>
                    <a:pt x="189" y="364"/>
                  </a:lnTo>
                  <a:lnTo>
                    <a:pt x="189" y="365"/>
                  </a:lnTo>
                  <a:lnTo>
                    <a:pt x="189" y="365"/>
                  </a:lnTo>
                  <a:lnTo>
                    <a:pt x="188" y="366"/>
                  </a:lnTo>
                  <a:lnTo>
                    <a:pt x="188" y="368"/>
                  </a:lnTo>
                  <a:lnTo>
                    <a:pt x="188" y="368"/>
                  </a:lnTo>
                  <a:lnTo>
                    <a:pt x="187" y="369"/>
                  </a:lnTo>
                  <a:lnTo>
                    <a:pt x="187" y="369"/>
                  </a:lnTo>
                  <a:lnTo>
                    <a:pt x="186" y="369"/>
                  </a:lnTo>
                  <a:lnTo>
                    <a:pt x="185" y="370"/>
                  </a:lnTo>
                  <a:lnTo>
                    <a:pt x="184" y="370"/>
                  </a:lnTo>
                  <a:lnTo>
                    <a:pt x="183" y="370"/>
                  </a:lnTo>
                  <a:lnTo>
                    <a:pt x="182" y="370"/>
                  </a:lnTo>
                  <a:lnTo>
                    <a:pt x="182" y="369"/>
                  </a:lnTo>
                  <a:lnTo>
                    <a:pt x="180" y="369"/>
                  </a:lnTo>
                  <a:lnTo>
                    <a:pt x="179" y="369"/>
                  </a:lnTo>
                  <a:lnTo>
                    <a:pt x="179" y="367"/>
                  </a:lnTo>
                  <a:lnTo>
                    <a:pt x="180" y="366"/>
                  </a:lnTo>
                  <a:lnTo>
                    <a:pt x="181" y="366"/>
                  </a:lnTo>
                  <a:lnTo>
                    <a:pt x="181" y="366"/>
                  </a:lnTo>
                  <a:lnTo>
                    <a:pt x="182" y="365"/>
                  </a:lnTo>
                  <a:lnTo>
                    <a:pt x="182" y="365"/>
                  </a:lnTo>
                  <a:lnTo>
                    <a:pt x="183" y="365"/>
                  </a:lnTo>
                  <a:lnTo>
                    <a:pt x="183" y="365"/>
                  </a:lnTo>
                  <a:lnTo>
                    <a:pt x="183" y="365"/>
                  </a:lnTo>
                  <a:lnTo>
                    <a:pt x="182" y="365"/>
                  </a:lnTo>
                  <a:lnTo>
                    <a:pt x="182" y="365"/>
                  </a:lnTo>
                  <a:lnTo>
                    <a:pt x="181" y="365"/>
                  </a:lnTo>
                  <a:lnTo>
                    <a:pt x="181" y="364"/>
                  </a:lnTo>
                  <a:lnTo>
                    <a:pt x="182" y="362"/>
                  </a:lnTo>
                  <a:lnTo>
                    <a:pt x="182" y="362"/>
                  </a:lnTo>
                  <a:lnTo>
                    <a:pt x="182" y="362"/>
                  </a:lnTo>
                  <a:lnTo>
                    <a:pt x="181" y="362"/>
                  </a:lnTo>
                  <a:lnTo>
                    <a:pt x="180" y="361"/>
                  </a:lnTo>
                  <a:lnTo>
                    <a:pt x="180" y="362"/>
                  </a:lnTo>
                  <a:lnTo>
                    <a:pt x="180" y="363"/>
                  </a:lnTo>
                  <a:lnTo>
                    <a:pt x="180" y="364"/>
                  </a:lnTo>
                  <a:lnTo>
                    <a:pt x="181" y="364"/>
                  </a:lnTo>
                  <a:lnTo>
                    <a:pt x="181" y="365"/>
                  </a:lnTo>
                  <a:lnTo>
                    <a:pt x="180" y="366"/>
                  </a:lnTo>
                  <a:lnTo>
                    <a:pt x="179" y="367"/>
                  </a:lnTo>
                  <a:lnTo>
                    <a:pt x="179" y="368"/>
                  </a:lnTo>
                  <a:lnTo>
                    <a:pt x="178" y="369"/>
                  </a:lnTo>
                  <a:lnTo>
                    <a:pt x="178" y="369"/>
                  </a:lnTo>
                  <a:lnTo>
                    <a:pt x="178" y="369"/>
                  </a:lnTo>
                  <a:lnTo>
                    <a:pt x="178" y="369"/>
                  </a:lnTo>
                  <a:lnTo>
                    <a:pt x="178" y="369"/>
                  </a:lnTo>
                  <a:lnTo>
                    <a:pt x="176" y="369"/>
                  </a:lnTo>
                  <a:lnTo>
                    <a:pt x="176" y="369"/>
                  </a:lnTo>
                  <a:lnTo>
                    <a:pt x="176" y="370"/>
                  </a:lnTo>
                  <a:lnTo>
                    <a:pt x="175" y="370"/>
                  </a:lnTo>
                  <a:lnTo>
                    <a:pt x="175" y="370"/>
                  </a:lnTo>
                  <a:lnTo>
                    <a:pt x="174" y="370"/>
                  </a:lnTo>
                  <a:lnTo>
                    <a:pt x="174" y="369"/>
                  </a:lnTo>
                  <a:lnTo>
                    <a:pt x="174" y="369"/>
                  </a:lnTo>
                  <a:lnTo>
                    <a:pt x="176" y="368"/>
                  </a:lnTo>
                  <a:lnTo>
                    <a:pt x="177" y="368"/>
                  </a:lnTo>
                  <a:lnTo>
                    <a:pt x="177" y="367"/>
                  </a:lnTo>
                  <a:lnTo>
                    <a:pt x="176" y="367"/>
                  </a:lnTo>
                  <a:lnTo>
                    <a:pt x="176" y="365"/>
                  </a:lnTo>
                  <a:lnTo>
                    <a:pt x="175" y="365"/>
                  </a:lnTo>
                  <a:lnTo>
                    <a:pt x="175" y="364"/>
                  </a:lnTo>
                  <a:lnTo>
                    <a:pt x="175" y="363"/>
                  </a:lnTo>
                  <a:lnTo>
                    <a:pt x="176" y="363"/>
                  </a:lnTo>
                  <a:lnTo>
                    <a:pt x="176" y="362"/>
                  </a:lnTo>
                  <a:lnTo>
                    <a:pt x="176" y="361"/>
                  </a:lnTo>
                  <a:lnTo>
                    <a:pt x="175" y="361"/>
                  </a:lnTo>
                  <a:lnTo>
                    <a:pt x="175" y="362"/>
                  </a:lnTo>
                  <a:lnTo>
                    <a:pt x="174" y="361"/>
                  </a:lnTo>
                  <a:lnTo>
                    <a:pt x="174" y="362"/>
                  </a:lnTo>
                  <a:lnTo>
                    <a:pt x="173" y="361"/>
                  </a:lnTo>
                  <a:lnTo>
                    <a:pt x="173" y="361"/>
                  </a:lnTo>
                  <a:lnTo>
                    <a:pt x="172" y="362"/>
                  </a:lnTo>
                  <a:lnTo>
                    <a:pt x="173" y="363"/>
                  </a:lnTo>
                  <a:lnTo>
                    <a:pt x="173" y="364"/>
                  </a:lnTo>
                  <a:lnTo>
                    <a:pt x="173" y="365"/>
                  </a:lnTo>
                  <a:lnTo>
                    <a:pt x="174" y="365"/>
                  </a:lnTo>
                  <a:lnTo>
                    <a:pt x="174" y="366"/>
                  </a:lnTo>
                  <a:lnTo>
                    <a:pt x="174" y="368"/>
                  </a:lnTo>
                  <a:lnTo>
                    <a:pt x="174" y="368"/>
                  </a:lnTo>
                  <a:lnTo>
                    <a:pt x="174" y="368"/>
                  </a:lnTo>
                  <a:lnTo>
                    <a:pt x="174" y="370"/>
                  </a:lnTo>
                  <a:lnTo>
                    <a:pt x="174" y="370"/>
                  </a:lnTo>
                  <a:lnTo>
                    <a:pt x="174" y="371"/>
                  </a:lnTo>
                  <a:lnTo>
                    <a:pt x="174" y="371"/>
                  </a:lnTo>
                  <a:lnTo>
                    <a:pt x="174" y="371"/>
                  </a:lnTo>
                  <a:lnTo>
                    <a:pt x="174" y="372"/>
                  </a:lnTo>
                  <a:lnTo>
                    <a:pt x="174" y="372"/>
                  </a:lnTo>
                  <a:lnTo>
                    <a:pt x="174" y="373"/>
                  </a:lnTo>
                  <a:lnTo>
                    <a:pt x="173" y="372"/>
                  </a:lnTo>
                  <a:lnTo>
                    <a:pt x="173" y="372"/>
                  </a:lnTo>
                  <a:lnTo>
                    <a:pt x="173" y="371"/>
                  </a:lnTo>
                  <a:lnTo>
                    <a:pt x="173" y="371"/>
                  </a:lnTo>
                  <a:lnTo>
                    <a:pt x="172" y="370"/>
                  </a:lnTo>
                  <a:lnTo>
                    <a:pt x="171" y="370"/>
                  </a:lnTo>
                  <a:lnTo>
                    <a:pt x="171" y="369"/>
                  </a:lnTo>
                  <a:lnTo>
                    <a:pt x="171" y="369"/>
                  </a:lnTo>
                  <a:lnTo>
                    <a:pt x="170" y="369"/>
                  </a:lnTo>
                  <a:lnTo>
                    <a:pt x="170" y="369"/>
                  </a:lnTo>
                  <a:lnTo>
                    <a:pt x="170" y="368"/>
                  </a:lnTo>
                  <a:lnTo>
                    <a:pt x="169" y="368"/>
                  </a:lnTo>
                  <a:lnTo>
                    <a:pt x="169" y="368"/>
                  </a:lnTo>
                  <a:lnTo>
                    <a:pt x="168" y="368"/>
                  </a:lnTo>
                  <a:lnTo>
                    <a:pt x="168" y="368"/>
                  </a:lnTo>
                  <a:lnTo>
                    <a:pt x="168" y="367"/>
                  </a:lnTo>
                  <a:lnTo>
                    <a:pt x="168" y="367"/>
                  </a:lnTo>
                  <a:lnTo>
                    <a:pt x="168" y="367"/>
                  </a:lnTo>
                  <a:lnTo>
                    <a:pt x="168" y="367"/>
                  </a:lnTo>
                  <a:lnTo>
                    <a:pt x="167" y="367"/>
                  </a:lnTo>
                  <a:lnTo>
                    <a:pt x="167" y="366"/>
                  </a:lnTo>
                  <a:lnTo>
                    <a:pt x="168" y="366"/>
                  </a:lnTo>
                  <a:lnTo>
                    <a:pt x="168" y="365"/>
                  </a:lnTo>
                  <a:lnTo>
                    <a:pt x="168" y="364"/>
                  </a:lnTo>
                  <a:lnTo>
                    <a:pt x="169" y="364"/>
                  </a:lnTo>
                  <a:lnTo>
                    <a:pt x="169" y="363"/>
                  </a:lnTo>
                  <a:lnTo>
                    <a:pt x="169" y="363"/>
                  </a:lnTo>
                  <a:lnTo>
                    <a:pt x="170" y="361"/>
                  </a:lnTo>
                  <a:lnTo>
                    <a:pt x="170" y="361"/>
                  </a:lnTo>
                  <a:lnTo>
                    <a:pt x="170" y="361"/>
                  </a:lnTo>
                  <a:lnTo>
                    <a:pt x="168" y="361"/>
                  </a:lnTo>
                  <a:lnTo>
                    <a:pt x="168" y="361"/>
                  </a:lnTo>
                  <a:lnTo>
                    <a:pt x="167" y="361"/>
                  </a:lnTo>
                  <a:lnTo>
                    <a:pt x="166" y="361"/>
                  </a:lnTo>
                  <a:lnTo>
                    <a:pt x="166" y="361"/>
                  </a:lnTo>
                  <a:lnTo>
                    <a:pt x="166" y="361"/>
                  </a:lnTo>
                  <a:lnTo>
                    <a:pt x="165" y="361"/>
                  </a:lnTo>
                  <a:lnTo>
                    <a:pt x="165" y="362"/>
                  </a:lnTo>
                  <a:lnTo>
                    <a:pt x="165" y="362"/>
                  </a:lnTo>
                  <a:lnTo>
                    <a:pt x="165" y="362"/>
                  </a:lnTo>
                  <a:lnTo>
                    <a:pt x="165" y="362"/>
                  </a:lnTo>
                  <a:lnTo>
                    <a:pt x="165" y="362"/>
                  </a:lnTo>
                  <a:lnTo>
                    <a:pt x="165" y="361"/>
                  </a:lnTo>
                  <a:lnTo>
                    <a:pt x="165" y="361"/>
                  </a:lnTo>
                  <a:lnTo>
                    <a:pt x="165" y="361"/>
                  </a:lnTo>
                  <a:lnTo>
                    <a:pt x="164" y="361"/>
                  </a:lnTo>
                  <a:lnTo>
                    <a:pt x="164" y="361"/>
                  </a:lnTo>
                  <a:lnTo>
                    <a:pt x="162" y="361"/>
                  </a:lnTo>
                  <a:lnTo>
                    <a:pt x="162" y="361"/>
                  </a:lnTo>
                  <a:lnTo>
                    <a:pt x="162" y="361"/>
                  </a:lnTo>
                  <a:lnTo>
                    <a:pt x="162" y="361"/>
                  </a:lnTo>
                  <a:lnTo>
                    <a:pt x="162" y="361"/>
                  </a:lnTo>
                  <a:lnTo>
                    <a:pt x="161" y="361"/>
                  </a:lnTo>
                  <a:lnTo>
                    <a:pt x="161" y="363"/>
                  </a:lnTo>
                  <a:lnTo>
                    <a:pt x="161" y="363"/>
                  </a:lnTo>
                  <a:lnTo>
                    <a:pt x="161" y="362"/>
                  </a:lnTo>
                  <a:lnTo>
                    <a:pt x="161" y="362"/>
                  </a:lnTo>
                  <a:lnTo>
                    <a:pt x="160" y="362"/>
                  </a:lnTo>
                  <a:lnTo>
                    <a:pt x="158" y="361"/>
                  </a:lnTo>
                  <a:lnTo>
                    <a:pt x="158" y="361"/>
                  </a:lnTo>
                  <a:lnTo>
                    <a:pt x="157" y="361"/>
                  </a:lnTo>
                  <a:lnTo>
                    <a:pt x="157" y="361"/>
                  </a:lnTo>
                  <a:lnTo>
                    <a:pt x="155" y="361"/>
                  </a:lnTo>
                  <a:lnTo>
                    <a:pt x="155" y="361"/>
                  </a:lnTo>
                  <a:lnTo>
                    <a:pt x="156" y="362"/>
                  </a:lnTo>
                  <a:lnTo>
                    <a:pt x="157" y="362"/>
                  </a:lnTo>
                  <a:lnTo>
                    <a:pt x="157" y="362"/>
                  </a:lnTo>
                  <a:lnTo>
                    <a:pt x="157" y="362"/>
                  </a:lnTo>
                  <a:lnTo>
                    <a:pt x="157" y="363"/>
                  </a:lnTo>
                  <a:lnTo>
                    <a:pt x="157" y="363"/>
                  </a:lnTo>
                  <a:lnTo>
                    <a:pt x="158" y="364"/>
                  </a:lnTo>
                  <a:lnTo>
                    <a:pt x="158" y="364"/>
                  </a:lnTo>
                  <a:lnTo>
                    <a:pt x="157" y="364"/>
                  </a:lnTo>
                  <a:lnTo>
                    <a:pt x="157" y="364"/>
                  </a:lnTo>
                  <a:lnTo>
                    <a:pt x="157" y="364"/>
                  </a:lnTo>
                  <a:lnTo>
                    <a:pt x="157" y="363"/>
                  </a:lnTo>
                  <a:lnTo>
                    <a:pt x="157" y="363"/>
                  </a:lnTo>
                  <a:lnTo>
                    <a:pt x="156" y="362"/>
                  </a:lnTo>
                  <a:lnTo>
                    <a:pt x="156" y="362"/>
                  </a:lnTo>
                  <a:lnTo>
                    <a:pt x="155" y="362"/>
                  </a:lnTo>
                  <a:lnTo>
                    <a:pt x="155" y="362"/>
                  </a:lnTo>
                  <a:lnTo>
                    <a:pt x="154" y="363"/>
                  </a:lnTo>
                  <a:lnTo>
                    <a:pt x="154" y="364"/>
                  </a:lnTo>
                  <a:lnTo>
                    <a:pt x="154" y="364"/>
                  </a:lnTo>
                  <a:lnTo>
                    <a:pt x="154" y="364"/>
                  </a:lnTo>
                  <a:lnTo>
                    <a:pt x="154" y="365"/>
                  </a:lnTo>
                  <a:lnTo>
                    <a:pt x="154" y="365"/>
                  </a:lnTo>
                  <a:lnTo>
                    <a:pt x="153" y="365"/>
                  </a:lnTo>
                  <a:lnTo>
                    <a:pt x="152" y="365"/>
                  </a:lnTo>
                  <a:lnTo>
                    <a:pt x="153" y="365"/>
                  </a:lnTo>
                  <a:lnTo>
                    <a:pt x="152" y="364"/>
                  </a:lnTo>
                  <a:lnTo>
                    <a:pt x="152" y="363"/>
                  </a:lnTo>
                  <a:lnTo>
                    <a:pt x="152" y="363"/>
                  </a:lnTo>
                  <a:lnTo>
                    <a:pt x="152" y="363"/>
                  </a:lnTo>
                  <a:lnTo>
                    <a:pt x="151" y="363"/>
                  </a:lnTo>
                  <a:lnTo>
                    <a:pt x="150" y="363"/>
                  </a:lnTo>
                  <a:lnTo>
                    <a:pt x="150" y="363"/>
                  </a:lnTo>
                  <a:lnTo>
                    <a:pt x="151" y="364"/>
                  </a:lnTo>
                  <a:lnTo>
                    <a:pt x="151" y="365"/>
                  </a:lnTo>
                  <a:lnTo>
                    <a:pt x="152" y="365"/>
                  </a:lnTo>
                  <a:lnTo>
                    <a:pt x="152" y="365"/>
                  </a:lnTo>
                  <a:lnTo>
                    <a:pt x="152" y="366"/>
                  </a:lnTo>
                  <a:lnTo>
                    <a:pt x="151" y="366"/>
                  </a:lnTo>
                  <a:lnTo>
                    <a:pt x="151" y="367"/>
                  </a:lnTo>
                  <a:lnTo>
                    <a:pt x="151" y="369"/>
                  </a:lnTo>
                  <a:lnTo>
                    <a:pt x="152" y="369"/>
                  </a:lnTo>
                  <a:lnTo>
                    <a:pt x="152" y="369"/>
                  </a:lnTo>
                  <a:lnTo>
                    <a:pt x="152" y="369"/>
                  </a:lnTo>
                  <a:lnTo>
                    <a:pt x="151" y="370"/>
                  </a:lnTo>
                  <a:lnTo>
                    <a:pt x="152" y="372"/>
                  </a:lnTo>
                  <a:lnTo>
                    <a:pt x="152" y="373"/>
                  </a:lnTo>
                  <a:lnTo>
                    <a:pt x="152" y="374"/>
                  </a:lnTo>
                  <a:lnTo>
                    <a:pt x="152" y="374"/>
                  </a:lnTo>
                  <a:lnTo>
                    <a:pt x="151" y="374"/>
                  </a:lnTo>
                  <a:lnTo>
                    <a:pt x="152" y="374"/>
                  </a:lnTo>
                  <a:lnTo>
                    <a:pt x="152" y="374"/>
                  </a:lnTo>
                  <a:lnTo>
                    <a:pt x="152" y="374"/>
                  </a:lnTo>
                  <a:lnTo>
                    <a:pt x="153" y="374"/>
                  </a:lnTo>
                  <a:lnTo>
                    <a:pt x="153" y="373"/>
                  </a:lnTo>
                  <a:lnTo>
                    <a:pt x="153" y="373"/>
                  </a:lnTo>
                  <a:lnTo>
                    <a:pt x="153" y="373"/>
                  </a:lnTo>
                  <a:lnTo>
                    <a:pt x="153" y="373"/>
                  </a:lnTo>
                  <a:lnTo>
                    <a:pt x="153" y="374"/>
                  </a:lnTo>
                  <a:lnTo>
                    <a:pt x="153" y="375"/>
                  </a:lnTo>
                  <a:lnTo>
                    <a:pt x="152" y="375"/>
                  </a:lnTo>
                  <a:lnTo>
                    <a:pt x="151" y="376"/>
                  </a:lnTo>
                  <a:lnTo>
                    <a:pt x="150" y="376"/>
                  </a:lnTo>
                  <a:lnTo>
                    <a:pt x="149" y="376"/>
                  </a:lnTo>
                  <a:lnTo>
                    <a:pt x="148" y="377"/>
                  </a:lnTo>
                  <a:lnTo>
                    <a:pt x="147" y="377"/>
                  </a:lnTo>
                  <a:lnTo>
                    <a:pt x="146" y="378"/>
                  </a:lnTo>
                  <a:lnTo>
                    <a:pt x="144" y="378"/>
                  </a:lnTo>
                  <a:lnTo>
                    <a:pt x="142" y="376"/>
                  </a:lnTo>
                  <a:lnTo>
                    <a:pt x="141" y="376"/>
                  </a:lnTo>
                  <a:lnTo>
                    <a:pt x="141" y="375"/>
                  </a:lnTo>
                  <a:lnTo>
                    <a:pt x="139" y="374"/>
                  </a:lnTo>
                  <a:lnTo>
                    <a:pt x="139" y="374"/>
                  </a:lnTo>
                  <a:lnTo>
                    <a:pt x="140" y="374"/>
                  </a:lnTo>
                  <a:lnTo>
                    <a:pt x="139" y="373"/>
                  </a:lnTo>
                  <a:lnTo>
                    <a:pt x="139" y="373"/>
                  </a:lnTo>
                  <a:lnTo>
                    <a:pt x="139" y="373"/>
                  </a:lnTo>
                  <a:lnTo>
                    <a:pt x="139" y="372"/>
                  </a:lnTo>
                  <a:lnTo>
                    <a:pt x="139" y="371"/>
                  </a:lnTo>
                  <a:lnTo>
                    <a:pt x="139" y="370"/>
                  </a:lnTo>
                  <a:lnTo>
                    <a:pt x="140" y="369"/>
                  </a:lnTo>
                  <a:lnTo>
                    <a:pt x="140" y="370"/>
                  </a:lnTo>
                  <a:lnTo>
                    <a:pt x="140" y="369"/>
                  </a:lnTo>
                  <a:lnTo>
                    <a:pt x="140" y="369"/>
                  </a:lnTo>
                  <a:lnTo>
                    <a:pt x="140" y="369"/>
                  </a:lnTo>
                  <a:lnTo>
                    <a:pt x="141" y="369"/>
                  </a:lnTo>
                  <a:lnTo>
                    <a:pt x="142" y="369"/>
                  </a:lnTo>
                  <a:lnTo>
                    <a:pt x="143" y="369"/>
                  </a:lnTo>
                  <a:lnTo>
                    <a:pt x="143" y="369"/>
                  </a:lnTo>
                  <a:lnTo>
                    <a:pt x="143" y="369"/>
                  </a:lnTo>
                  <a:lnTo>
                    <a:pt x="143" y="369"/>
                  </a:lnTo>
                  <a:lnTo>
                    <a:pt x="142" y="369"/>
                  </a:lnTo>
                  <a:lnTo>
                    <a:pt x="142" y="369"/>
                  </a:lnTo>
                  <a:lnTo>
                    <a:pt x="142" y="369"/>
                  </a:lnTo>
                  <a:lnTo>
                    <a:pt x="142" y="369"/>
                  </a:lnTo>
                  <a:lnTo>
                    <a:pt x="141" y="369"/>
                  </a:lnTo>
                  <a:lnTo>
                    <a:pt x="142" y="366"/>
                  </a:lnTo>
                  <a:lnTo>
                    <a:pt x="142" y="366"/>
                  </a:lnTo>
                  <a:lnTo>
                    <a:pt x="143" y="367"/>
                  </a:lnTo>
                  <a:lnTo>
                    <a:pt x="143" y="367"/>
                  </a:lnTo>
                  <a:lnTo>
                    <a:pt x="143" y="368"/>
                  </a:lnTo>
                  <a:lnTo>
                    <a:pt x="143" y="367"/>
                  </a:lnTo>
                  <a:lnTo>
                    <a:pt x="143" y="367"/>
                  </a:lnTo>
                  <a:lnTo>
                    <a:pt x="143" y="366"/>
                  </a:lnTo>
                  <a:lnTo>
                    <a:pt x="143" y="366"/>
                  </a:lnTo>
                  <a:lnTo>
                    <a:pt x="142" y="365"/>
                  </a:lnTo>
                  <a:lnTo>
                    <a:pt x="141" y="365"/>
                  </a:lnTo>
                  <a:lnTo>
                    <a:pt x="142" y="365"/>
                  </a:lnTo>
                  <a:lnTo>
                    <a:pt x="143" y="365"/>
                  </a:lnTo>
                  <a:lnTo>
                    <a:pt x="143" y="364"/>
                  </a:lnTo>
                  <a:lnTo>
                    <a:pt x="143" y="364"/>
                  </a:lnTo>
                  <a:lnTo>
                    <a:pt x="143" y="365"/>
                  </a:lnTo>
                  <a:lnTo>
                    <a:pt x="143" y="365"/>
                  </a:lnTo>
                  <a:lnTo>
                    <a:pt x="144" y="364"/>
                  </a:lnTo>
                  <a:lnTo>
                    <a:pt x="142" y="364"/>
                  </a:lnTo>
                  <a:lnTo>
                    <a:pt x="142" y="363"/>
                  </a:lnTo>
                  <a:lnTo>
                    <a:pt x="140" y="362"/>
                  </a:lnTo>
                  <a:lnTo>
                    <a:pt x="140" y="361"/>
                  </a:lnTo>
                  <a:lnTo>
                    <a:pt x="140" y="361"/>
                  </a:lnTo>
                  <a:lnTo>
                    <a:pt x="141" y="360"/>
                  </a:lnTo>
                  <a:lnTo>
                    <a:pt x="141" y="360"/>
                  </a:lnTo>
                  <a:lnTo>
                    <a:pt x="139" y="360"/>
                  </a:lnTo>
                  <a:lnTo>
                    <a:pt x="139" y="360"/>
                  </a:lnTo>
                  <a:lnTo>
                    <a:pt x="139" y="361"/>
                  </a:lnTo>
                  <a:lnTo>
                    <a:pt x="139" y="361"/>
                  </a:lnTo>
                  <a:lnTo>
                    <a:pt x="139" y="361"/>
                  </a:lnTo>
                  <a:lnTo>
                    <a:pt x="139" y="361"/>
                  </a:lnTo>
                  <a:lnTo>
                    <a:pt x="139" y="361"/>
                  </a:lnTo>
                  <a:lnTo>
                    <a:pt x="139" y="361"/>
                  </a:lnTo>
                  <a:lnTo>
                    <a:pt x="139" y="361"/>
                  </a:lnTo>
                  <a:lnTo>
                    <a:pt x="139" y="362"/>
                  </a:lnTo>
                  <a:lnTo>
                    <a:pt x="139" y="362"/>
                  </a:lnTo>
                  <a:lnTo>
                    <a:pt x="139" y="362"/>
                  </a:lnTo>
                  <a:lnTo>
                    <a:pt x="138" y="362"/>
                  </a:lnTo>
                  <a:lnTo>
                    <a:pt x="137" y="362"/>
                  </a:lnTo>
                  <a:lnTo>
                    <a:pt x="135" y="361"/>
                  </a:lnTo>
                  <a:lnTo>
                    <a:pt x="135" y="361"/>
                  </a:lnTo>
                  <a:lnTo>
                    <a:pt x="134" y="361"/>
                  </a:lnTo>
                  <a:lnTo>
                    <a:pt x="133" y="361"/>
                  </a:lnTo>
                  <a:lnTo>
                    <a:pt x="134" y="361"/>
                  </a:lnTo>
                  <a:lnTo>
                    <a:pt x="133" y="361"/>
                  </a:lnTo>
                  <a:lnTo>
                    <a:pt x="132" y="361"/>
                  </a:lnTo>
                  <a:lnTo>
                    <a:pt x="132" y="361"/>
                  </a:lnTo>
                  <a:lnTo>
                    <a:pt x="131" y="361"/>
                  </a:lnTo>
                  <a:lnTo>
                    <a:pt x="131" y="361"/>
                  </a:lnTo>
                  <a:lnTo>
                    <a:pt x="131" y="361"/>
                  </a:lnTo>
                  <a:lnTo>
                    <a:pt x="130" y="361"/>
                  </a:lnTo>
                  <a:lnTo>
                    <a:pt x="129" y="361"/>
                  </a:lnTo>
                  <a:lnTo>
                    <a:pt x="129" y="361"/>
                  </a:lnTo>
                  <a:lnTo>
                    <a:pt x="130" y="362"/>
                  </a:lnTo>
                  <a:lnTo>
                    <a:pt x="130" y="362"/>
                  </a:lnTo>
                  <a:lnTo>
                    <a:pt x="130" y="362"/>
                  </a:lnTo>
                  <a:lnTo>
                    <a:pt x="130" y="362"/>
                  </a:lnTo>
                  <a:lnTo>
                    <a:pt x="131" y="362"/>
                  </a:lnTo>
                  <a:lnTo>
                    <a:pt x="131" y="362"/>
                  </a:lnTo>
                  <a:lnTo>
                    <a:pt x="131" y="361"/>
                  </a:lnTo>
                  <a:lnTo>
                    <a:pt x="132" y="361"/>
                  </a:lnTo>
                  <a:lnTo>
                    <a:pt x="132" y="362"/>
                  </a:lnTo>
                  <a:lnTo>
                    <a:pt x="133" y="362"/>
                  </a:lnTo>
                  <a:lnTo>
                    <a:pt x="134" y="363"/>
                  </a:lnTo>
                  <a:lnTo>
                    <a:pt x="134" y="363"/>
                  </a:lnTo>
                  <a:lnTo>
                    <a:pt x="134" y="364"/>
                  </a:lnTo>
                  <a:lnTo>
                    <a:pt x="133" y="365"/>
                  </a:lnTo>
                  <a:lnTo>
                    <a:pt x="134" y="365"/>
                  </a:lnTo>
                  <a:lnTo>
                    <a:pt x="134" y="365"/>
                  </a:lnTo>
                  <a:lnTo>
                    <a:pt x="134" y="365"/>
                  </a:lnTo>
                  <a:lnTo>
                    <a:pt x="135" y="365"/>
                  </a:lnTo>
                  <a:lnTo>
                    <a:pt x="135" y="366"/>
                  </a:lnTo>
                  <a:lnTo>
                    <a:pt x="135" y="368"/>
                  </a:lnTo>
                  <a:lnTo>
                    <a:pt x="135" y="368"/>
                  </a:lnTo>
                  <a:lnTo>
                    <a:pt x="136" y="369"/>
                  </a:lnTo>
                  <a:lnTo>
                    <a:pt x="137" y="369"/>
                  </a:lnTo>
                  <a:lnTo>
                    <a:pt x="137" y="369"/>
                  </a:lnTo>
                  <a:lnTo>
                    <a:pt x="137" y="369"/>
                  </a:lnTo>
                  <a:lnTo>
                    <a:pt x="138" y="369"/>
                  </a:lnTo>
                  <a:lnTo>
                    <a:pt x="138" y="369"/>
                  </a:lnTo>
                  <a:lnTo>
                    <a:pt x="138" y="369"/>
                  </a:lnTo>
                  <a:lnTo>
                    <a:pt x="138" y="370"/>
                  </a:lnTo>
                  <a:lnTo>
                    <a:pt x="138" y="370"/>
                  </a:lnTo>
                  <a:lnTo>
                    <a:pt x="138" y="371"/>
                  </a:lnTo>
                  <a:lnTo>
                    <a:pt x="138" y="371"/>
                  </a:lnTo>
                  <a:lnTo>
                    <a:pt x="138" y="371"/>
                  </a:lnTo>
                  <a:lnTo>
                    <a:pt x="139" y="372"/>
                  </a:lnTo>
                  <a:lnTo>
                    <a:pt x="138" y="372"/>
                  </a:lnTo>
                  <a:lnTo>
                    <a:pt x="138" y="372"/>
                  </a:lnTo>
                  <a:lnTo>
                    <a:pt x="138" y="372"/>
                  </a:lnTo>
                  <a:lnTo>
                    <a:pt x="139" y="372"/>
                  </a:lnTo>
                  <a:lnTo>
                    <a:pt x="139" y="373"/>
                  </a:lnTo>
                  <a:lnTo>
                    <a:pt x="139" y="374"/>
                  </a:lnTo>
                  <a:lnTo>
                    <a:pt x="139" y="374"/>
                  </a:lnTo>
                  <a:lnTo>
                    <a:pt x="139" y="375"/>
                  </a:lnTo>
                  <a:lnTo>
                    <a:pt x="137" y="376"/>
                  </a:lnTo>
                  <a:lnTo>
                    <a:pt x="137" y="377"/>
                  </a:lnTo>
                  <a:lnTo>
                    <a:pt x="137" y="377"/>
                  </a:lnTo>
                  <a:lnTo>
                    <a:pt x="136" y="378"/>
                  </a:lnTo>
                  <a:lnTo>
                    <a:pt x="135" y="378"/>
                  </a:lnTo>
                  <a:lnTo>
                    <a:pt x="134" y="378"/>
                  </a:lnTo>
                  <a:lnTo>
                    <a:pt x="132" y="377"/>
                  </a:lnTo>
                  <a:lnTo>
                    <a:pt x="131" y="376"/>
                  </a:lnTo>
                  <a:lnTo>
                    <a:pt x="131" y="375"/>
                  </a:lnTo>
                  <a:lnTo>
                    <a:pt x="130" y="375"/>
                  </a:lnTo>
                  <a:lnTo>
                    <a:pt x="129" y="375"/>
                  </a:lnTo>
                  <a:lnTo>
                    <a:pt x="128" y="375"/>
                  </a:lnTo>
                  <a:lnTo>
                    <a:pt x="126" y="374"/>
                  </a:lnTo>
                  <a:lnTo>
                    <a:pt x="125" y="373"/>
                  </a:lnTo>
                  <a:lnTo>
                    <a:pt x="125" y="373"/>
                  </a:lnTo>
                  <a:lnTo>
                    <a:pt x="124" y="372"/>
                  </a:lnTo>
                  <a:lnTo>
                    <a:pt x="124" y="371"/>
                  </a:lnTo>
                  <a:lnTo>
                    <a:pt x="123" y="371"/>
                  </a:lnTo>
                  <a:lnTo>
                    <a:pt x="123" y="370"/>
                  </a:lnTo>
                  <a:lnTo>
                    <a:pt x="123" y="369"/>
                  </a:lnTo>
                  <a:lnTo>
                    <a:pt x="122" y="369"/>
                  </a:lnTo>
                  <a:lnTo>
                    <a:pt x="122" y="369"/>
                  </a:lnTo>
                  <a:lnTo>
                    <a:pt x="122" y="369"/>
                  </a:lnTo>
                  <a:lnTo>
                    <a:pt x="122" y="369"/>
                  </a:lnTo>
                  <a:lnTo>
                    <a:pt x="121" y="368"/>
                  </a:lnTo>
                  <a:lnTo>
                    <a:pt x="120" y="368"/>
                  </a:lnTo>
                  <a:lnTo>
                    <a:pt x="118" y="367"/>
                  </a:lnTo>
                  <a:lnTo>
                    <a:pt x="118" y="367"/>
                  </a:lnTo>
                  <a:lnTo>
                    <a:pt x="118" y="367"/>
                  </a:lnTo>
                  <a:lnTo>
                    <a:pt x="117" y="367"/>
                  </a:lnTo>
                  <a:lnTo>
                    <a:pt x="114" y="365"/>
                  </a:lnTo>
                  <a:lnTo>
                    <a:pt x="113" y="365"/>
                  </a:lnTo>
                  <a:lnTo>
                    <a:pt x="113" y="365"/>
                  </a:lnTo>
                  <a:lnTo>
                    <a:pt x="113" y="364"/>
                  </a:lnTo>
                  <a:lnTo>
                    <a:pt x="110" y="363"/>
                  </a:lnTo>
                  <a:lnTo>
                    <a:pt x="109" y="362"/>
                  </a:lnTo>
                  <a:lnTo>
                    <a:pt x="109" y="362"/>
                  </a:lnTo>
                  <a:lnTo>
                    <a:pt x="109" y="362"/>
                  </a:lnTo>
                  <a:lnTo>
                    <a:pt x="108" y="362"/>
                  </a:lnTo>
                  <a:lnTo>
                    <a:pt x="107" y="361"/>
                  </a:lnTo>
                  <a:lnTo>
                    <a:pt x="107" y="361"/>
                  </a:lnTo>
                  <a:lnTo>
                    <a:pt x="107" y="360"/>
                  </a:lnTo>
                  <a:lnTo>
                    <a:pt x="107" y="360"/>
                  </a:lnTo>
                  <a:lnTo>
                    <a:pt x="108" y="360"/>
                  </a:lnTo>
                  <a:lnTo>
                    <a:pt x="107" y="359"/>
                  </a:lnTo>
                  <a:lnTo>
                    <a:pt x="108" y="359"/>
                  </a:lnTo>
                  <a:lnTo>
                    <a:pt x="107" y="358"/>
                  </a:lnTo>
                  <a:lnTo>
                    <a:pt x="107" y="358"/>
                  </a:lnTo>
                  <a:lnTo>
                    <a:pt x="107" y="359"/>
                  </a:lnTo>
                  <a:lnTo>
                    <a:pt x="106" y="359"/>
                  </a:lnTo>
                  <a:lnTo>
                    <a:pt x="105" y="358"/>
                  </a:lnTo>
                  <a:lnTo>
                    <a:pt x="104" y="358"/>
                  </a:lnTo>
                  <a:lnTo>
                    <a:pt x="104" y="359"/>
                  </a:lnTo>
                  <a:lnTo>
                    <a:pt x="104" y="359"/>
                  </a:lnTo>
                  <a:lnTo>
                    <a:pt x="104" y="359"/>
                  </a:lnTo>
                  <a:lnTo>
                    <a:pt x="104" y="359"/>
                  </a:lnTo>
                  <a:lnTo>
                    <a:pt x="104" y="358"/>
                  </a:lnTo>
                  <a:lnTo>
                    <a:pt x="104" y="358"/>
                  </a:lnTo>
                  <a:lnTo>
                    <a:pt x="104" y="358"/>
                  </a:lnTo>
                  <a:lnTo>
                    <a:pt x="104" y="358"/>
                  </a:lnTo>
                  <a:lnTo>
                    <a:pt x="103" y="357"/>
                  </a:lnTo>
                  <a:lnTo>
                    <a:pt x="102" y="356"/>
                  </a:lnTo>
                  <a:lnTo>
                    <a:pt x="101" y="355"/>
                  </a:lnTo>
                  <a:lnTo>
                    <a:pt x="101" y="355"/>
                  </a:lnTo>
                  <a:lnTo>
                    <a:pt x="100" y="354"/>
                  </a:lnTo>
                  <a:lnTo>
                    <a:pt x="100" y="354"/>
                  </a:lnTo>
                  <a:lnTo>
                    <a:pt x="100" y="353"/>
                  </a:lnTo>
                  <a:lnTo>
                    <a:pt x="99" y="353"/>
                  </a:lnTo>
                  <a:lnTo>
                    <a:pt x="99" y="352"/>
                  </a:lnTo>
                  <a:lnTo>
                    <a:pt x="98" y="352"/>
                  </a:lnTo>
                  <a:lnTo>
                    <a:pt x="98" y="352"/>
                  </a:lnTo>
                  <a:lnTo>
                    <a:pt x="97" y="350"/>
                  </a:lnTo>
                  <a:lnTo>
                    <a:pt x="96" y="349"/>
                  </a:lnTo>
                  <a:lnTo>
                    <a:pt x="96" y="349"/>
                  </a:lnTo>
                  <a:lnTo>
                    <a:pt x="95" y="349"/>
                  </a:lnTo>
                  <a:lnTo>
                    <a:pt x="94" y="348"/>
                  </a:lnTo>
                  <a:lnTo>
                    <a:pt x="94" y="348"/>
                  </a:lnTo>
                  <a:lnTo>
                    <a:pt x="94" y="345"/>
                  </a:lnTo>
                  <a:lnTo>
                    <a:pt x="94" y="345"/>
                  </a:lnTo>
                  <a:lnTo>
                    <a:pt x="94" y="344"/>
                  </a:lnTo>
                  <a:lnTo>
                    <a:pt x="94" y="344"/>
                  </a:lnTo>
                  <a:lnTo>
                    <a:pt x="94" y="343"/>
                  </a:lnTo>
                  <a:lnTo>
                    <a:pt x="95" y="343"/>
                  </a:lnTo>
                  <a:lnTo>
                    <a:pt x="96" y="343"/>
                  </a:lnTo>
                  <a:lnTo>
                    <a:pt x="96" y="342"/>
                  </a:lnTo>
                  <a:lnTo>
                    <a:pt x="96" y="341"/>
                  </a:lnTo>
                  <a:lnTo>
                    <a:pt x="95" y="341"/>
                  </a:lnTo>
                  <a:lnTo>
                    <a:pt x="96" y="342"/>
                  </a:lnTo>
                  <a:lnTo>
                    <a:pt x="96" y="342"/>
                  </a:lnTo>
                  <a:lnTo>
                    <a:pt x="95" y="342"/>
                  </a:lnTo>
                  <a:lnTo>
                    <a:pt x="94" y="341"/>
                  </a:lnTo>
                  <a:lnTo>
                    <a:pt x="94" y="342"/>
                  </a:lnTo>
                  <a:lnTo>
                    <a:pt x="94" y="341"/>
                  </a:lnTo>
                  <a:lnTo>
                    <a:pt x="93" y="340"/>
                  </a:lnTo>
                  <a:lnTo>
                    <a:pt x="94" y="340"/>
                  </a:lnTo>
                  <a:lnTo>
                    <a:pt x="94" y="340"/>
                  </a:lnTo>
                  <a:lnTo>
                    <a:pt x="94" y="340"/>
                  </a:lnTo>
                  <a:lnTo>
                    <a:pt x="94" y="340"/>
                  </a:lnTo>
                  <a:lnTo>
                    <a:pt x="93" y="340"/>
                  </a:lnTo>
                  <a:lnTo>
                    <a:pt x="93" y="341"/>
                  </a:lnTo>
                  <a:lnTo>
                    <a:pt x="93" y="342"/>
                  </a:lnTo>
                  <a:lnTo>
                    <a:pt x="94" y="342"/>
                  </a:lnTo>
                  <a:lnTo>
                    <a:pt x="94" y="342"/>
                  </a:lnTo>
                  <a:lnTo>
                    <a:pt x="95" y="342"/>
                  </a:lnTo>
                  <a:lnTo>
                    <a:pt x="96" y="343"/>
                  </a:lnTo>
                  <a:lnTo>
                    <a:pt x="95" y="343"/>
                  </a:lnTo>
                  <a:lnTo>
                    <a:pt x="94" y="343"/>
                  </a:lnTo>
                  <a:lnTo>
                    <a:pt x="94" y="343"/>
                  </a:lnTo>
                  <a:lnTo>
                    <a:pt x="94" y="344"/>
                  </a:lnTo>
                  <a:lnTo>
                    <a:pt x="93" y="344"/>
                  </a:lnTo>
                  <a:lnTo>
                    <a:pt x="93" y="345"/>
                  </a:lnTo>
                  <a:lnTo>
                    <a:pt x="94" y="345"/>
                  </a:lnTo>
                  <a:lnTo>
                    <a:pt x="93" y="345"/>
                  </a:lnTo>
                  <a:lnTo>
                    <a:pt x="94" y="345"/>
                  </a:lnTo>
                  <a:lnTo>
                    <a:pt x="94" y="346"/>
                  </a:lnTo>
                  <a:lnTo>
                    <a:pt x="93" y="348"/>
                  </a:lnTo>
                  <a:lnTo>
                    <a:pt x="92" y="348"/>
                  </a:lnTo>
                  <a:lnTo>
                    <a:pt x="92" y="349"/>
                  </a:lnTo>
                  <a:lnTo>
                    <a:pt x="93" y="350"/>
                  </a:lnTo>
                  <a:lnTo>
                    <a:pt x="92" y="350"/>
                  </a:lnTo>
                  <a:lnTo>
                    <a:pt x="92" y="350"/>
                  </a:lnTo>
                  <a:lnTo>
                    <a:pt x="91" y="348"/>
                  </a:lnTo>
                  <a:lnTo>
                    <a:pt x="91" y="348"/>
                  </a:lnTo>
                  <a:lnTo>
                    <a:pt x="91" y="348"/>
                  </a:lnTo>
                  <a:lnTo>
                    <a:pt x="91" y="347"/>
                  </a:lnTo>
                  <a:lnTo>
                    <a:pt x="91" y="347"/>
                  </a:lnTo>
                  <a:lnTo>
                    <a:pt x="91" y="348"/>
                  </a:lnTo>
                  <a:lnTo>
                    <a:pt x="90" y="347"/>
                  </a:lnTo>
                  <a:lnTo>
                    <a:pt x="90" y="347"/>
                  </a:lnTo>
                  <a:lnTo>
                    <a:pt x="90" y="346"/>
                  </a:lnTo>
                  <a:lnTo>
                    <a:pt x="89" y="346"/>
                  </a:lnTo>
                  <a:lnTo>
                    <a:pt x="89" y="346"/>
                  </a:lnTo>
                  <a:lnTo>
                    <a:pt x="87" y="345"/>
                  </a:lnTo>
                  <a:lnTo>
                    <a:pt x="87" y="344"/>
                  </a:lnTo>
                  <a:lnTo>
                    <a:pt x="86" y="344"/>
                  </a:lnTo>
                  <a:lnTo>
                    <a:pt x="86" y="343"/>
                  </a:lnTo>
                  <a:lnTo>
                    <a:pt x="86" y="343"/>
                  </a:lnTo>
                  <a:lnTo>
                    <a:pt x="85" y="343"/>
                  </a:lnTo>
                  <a:lnTo>
                    <a:pt x="84" y="343"/>
                  </a:lnTo>
                  <a:lnTo>
                    <a:pt x="84" y="344"/>
                  </a:lnTo>
                  <a:lnTo>
                    <a:pt x="83" y="344"/>
                  </a:lnTo>
                  <a:lnTo>
                    <a:pt x="83" y="344"/>
                  </a:lnTo>
                  <a:lnTo>
                    <a:pt x="83" y="344"/>
                  </a:lnTo>
                  <a:lnTo>
                    <a:pt x="82" y="344"/>
                  </a:lnTo>
                  <a:lnTo>
                    <a:pt x="82" y="343"/>
                  </a:lnTo>
                  <a:lnTo>
                    <a:pt x="81" y="343"/>
                  </a:lnTo>
                  <a:lnTo>
                    <a:pt x="81" y="343"/>
                  </a:lnTo>
                  <a:lnTo>
                    <a:pt x="80" y="343"/>
                  </a:lnTo>
                  <a:lnTo>
                    <a:pt x="80" y="342"/>
                  </a:lnTo>
                  <a:lnTo>
                    <a:pt x="80" y="342"/>
                  </a:lnTo>
                  <a:lnTo>
                    <a:pt x="80" y="341"/>
                  </a:lnTo>
                  <a:lnTo>
                    <a:pt x="79" y="341"/>
                  </a:lnTo>
                  <a:lnTo>
                    <a:pt x="79" y="340"/>
                  </a:lnTo>
                  <a:lnTo>
                    <a:pt x="78" y="340"/>
                  </a:lnTo>
                  <a:lnTo>
                    <a:pt x="78" y="340"/>
                  </a:lnTo>
                  <a:lnTo>
                    <a:pt x="78" y="341"/>
                  </a:lnTo>
                  <a:lnTo>
                    <a:pt x="78" y="341"/>
                  </a:lnTo>
                  <a:lnTo>
                    <a:pt x="78" y="341"/>
                  </a:lnTo>
                  <a:lnTo>
                    <a:pt x="78" y="342"/>
                  </a:lnTo>
                  <a:lnTo>
                    <a:pt x="78" y="343"/>
                  </a:lnTo>
                  <a:lnTo>
                    <a:pt x="79" y="343"/>
                  </a:lnTo>
                  <a:lnTo>
                    <a:pt x="79" y="343"/>
                  </a:lnTo>
                  <a:lnTo>
                    <a:pt x="80" y="343"/>
                  </a:lnTo>
                  <a:lnTo>
                    <a:pt x="81" y="344"/>
                  </a:lnTo>
                  <a:lnTo>
                    <a:pt x="81" y="344"/>
                  </a:lnTo>
                  <a:lnTo>
                    <a:pt x="82" y="345"/>
                  </a:lnTo>
                  <a:lnTo>
                    <a:pt x="84" y="345"/>
                  </a:lnTo>
                  <a:lnTo>
                    <a:pt x="84" y="346"/>
                  </a:lnTo>
                  <a:lnTo>
                    <a:pt x="85" y="346"/>
                  </a:lnTo>
                  <a:lnTo>
                    <a:pt x="85" y="346"/>
                  </a:lnTo>
                  <a:lnTo>
                    <a:pt x="85" y="345"/>
                  </a:lnTo>
                  <a:lnTo>
                    <a:pt x="86" y="346"/>
                  </a:lnTo>
                  <a:lnTo>
                    <a:pt x="87" y="346"/>
                  </a:lnTo>
                  <a:lnTo>
                    <a:pt x="87" y="346"/>
                  </a:lnTo>
                  <a:lnTo>
                    <a:pt x="87" y="347"/>
                  </a:lnTo>
                  <a:lnTo>
                    <a:pt x="87" y="347"/>
                  </a:lnTo>
                  <a:lnTo>
                    <a:pt x="87" y="347"/>
                  </a:lnTo>
                  <a:lnTo>
                    <a:pt x="88" y="347"/>
                  </a:lnTo>
                  <a:lnTo>
                    <a:pt x="88" y="348"/>
                  </a:lnTo>
                  <a:lnTo>
                    <a:pt x="89" y="349"/>
                  </a:lnTo>
                  <a:lnTo>
                    <a:pt x="89" y="349"/>
                  </a:lnTo>
                  <a:lnTo>
                    <a:pt x="90" y="350"/>
                  </a:lnTo>
                  <a:lnTo>
                    <a:pt x="90" y="350"/>
                  </a:lnTo>
                  <a:lnTo>
                    <a:pt x="90" y="351"/>
                  </a:lnTo>
                  <a:lnTo>
                    <a:pt x="91" y="352"/>
                  </a:lnTo>
                  <a:lnTo>
                    <a:pt x="91" y="352"/>
                  </a:lnTo>
                  <a:lnTo>
                    <a:pt x="91" y="352"/>
                  </a:lnTo>
                  <a:lnTo>
                    <a:pt x="91" y="352"/>
                  </a:lnTo>
                  <a:lnTo>
                    <a:pt x="91" y="353"/>
                  </a:lnTo>
                  <a:lnTo>
                    <a:pt x="92" y="353"/>
                  </a:lnTo>
                  <a:lnTo>
                    <a:pt x="92" y="353"/>
                  </a:lnTo>
                  <a:lnTo>
                    <a:pt x="93" y="354"/>
                  </a:lnTo>
                  <a:lnTo>
                    <a:pt x="93" y="353"/>
                  </a:lnTo>
                  <a:lnTo>
                    <a:pt x="93" y="353"/>
                  </a:lnTo>
                  <a:lnTo>
                    <a:pt x="94" y="353"/>
                  </a:lnTo>
                  <a:lnTo>
                    <a:pt x="94" y="353"/>
                  </a:lnTo>
                  <a:lnTo>
                    <a:pt x="94" y="353"/>
                  </a:lnTo>
                  <a:lnTo>
                    <a:pt x="94" y="354"/>
                  </a:lnTo>
                  <a:lnTo>
                    <a:pt x="93" y="354"/>
                  </a:lnTo>
                  <a:lnTo>
                    <a:pt x="93" y="354"/>
                  </a:lnTo>
                  <a:lnTo>
                    <a:pt x="94" y="355"/>
                  </a:lnTo>
                  <a:lnTo>
                    <a:pt x="94" y="355"/>
                  </a:lnTo>
                  <a:lnTo>
                    <a:pt x="94" y="355"/>
                  </a:lnTo>
                  <a:lnTo>
                    <a:pt x="94" y="356"/>
                  </a:lnTo>
                  <a:lnTo>
                    <a:pt x="95" y="356"/>
                  </a:lnTo>
                  <a:lnTo>
                    <a:pt x="95" y="356"/>
                  </a:lnTo>
                  <a:lnTo>
                    <a:pt x="96" y="356"/>
                  </a:lnTo>
                  <a:lnTo>
                    <a:pt x="96" y="357"/>
                  </a:lnTo>
                  <a:lnTo>
                    <a:pt x="96" y="357"/>
                  </a:lnTo>
                  <a:lnTo>
                    <a:pt x="97" y="358"/>
                  </a:lnTo>
                  <a:lnTo>
                    <a:pt x="98" y="358"/>
                  </a:lnTo>
                  <a:lnTo>
                    <a:pt x="98" y="359"/>
                  </a:lnTo>
                  <a:lnTo>
                    <a:pt x="99" y="359"/>
                  </a:lnTo>
                  <a:lnTo>
                    <a:pt x="99" y="360"/>
                  </a:lnTo>
                  <a:lnTo>
                    <a:pt x="100" y="360"/>
                  </a:lnTo>
                  <a:lnTo>
                    <a:pt x="101" y="361"/>
                  </a:lnTo>
                  <a:lnTo>
                    <a:pt x="101" y="361"/>
                  </a:lnTo>
                  <a:lnTo>
                    <a:pt x="102" y="361"/>
                  </a:lnTo>
                  <a:lnTo>
                    <a:pt x="102" y="360"/>
                  </a:lnTo>
                  <a:lnTo>
                    <a:pt x="102" y="360"/>
                  </a:lnTo>
                  <a:lnTo>
                    <a:pt x="102" y="361"/>
                  </a:lnTo>
                  <a:lnTo>
                    <a:pt x="103" y="361"/>
                  </a:lnTo>
                  <a:lnTo>
                    <a:pt x="103" y="361"/>
                  </a:lnTo>
                  <a:lnTo>
                    <a:pt x="104" y="361"/>
                  </a:lnTo>
                  <a:lnTo>
                    <a:pt x="104" y="363"/>
                  </a:lnTo>
                  <a:lnTo>
                    <a:pt x="104" y="362"/>
                  </a:lnTo>
                  <a:lnTo>
                    <a:pt x="103" y="361"/>
                  </a:lnTo>
                  <a:lnTo>
                    <a:pt x="102" y="362"/>
                  </a:lnTo>
                  <a:lnTo>
                    <a:pt x="102" y="362"/>
                  </a:lnTo>
                  <a:lnTo>
                    <a:pt x="102" y="363"/>
                  </a:lnTo>
                  <a:lnTo>
                    <a:pt x="103" y="363"/>
                  </a:lnTo>
                  <a:lnTo>
                    <a:pt x="103" y="364"/>
                  </a:lnTo>
                  <a:lnTo>
                    <a:pt x="103" y="364"/>
                  </a:lnTo>
                  <a:lnTo>
                    <a:pt x="103" y="364"/>
                  </a:lnTo>
                  <a:lnTo>
                    <a:pt x="104" y="365"/>
                  </a:lnTo>
                  <a:lnTo>
                    <a:pt x="104" y="365"/>
                  </a:lnTo>
                  <a:lnTo>
                    <a:pt x="104" y="367"/>
                  </a:lnTo>
                  <a:lnTo>
                    <a:pt x="104" y="367"/>
                  </a:lnTo>
                  <a:lnTo>
                    <a:pt x="105" y="367"/>
                  </a:lnTo>
                  <a:lnTo>
                    <a:pt x="105" y="366"/>
                  </a:lnTo>
                  <a:lnTo>
                    <a:pt x="105" y="366"/>
                  </a:lnTo>
                  <a:lnTo>
                    <a:pt x="105" y="366"/>
                  </a:lnTo>
                  <a:lnTo>
                    <a:pt x="105" y="367"/>
                  </a:lnTo>
                  <a:lnTo>
                    <a:pt x="106" y="367"/>
                  </a:lnTo>
                  <a:lnTo>
                    <a:pt x="106" y="368"/>
                  </a:lnTo>
                  <a:lnTo>
                    <a:pt x="106" y="368"/>
                  </a:lnTo>
                  <a:lnTo>
                    <a:pt x="106" y="367"/>
                  </a:lnTo>
                  <a:lnTo>
                    <a:pt x="106" y="367"/>
                  </a:lnTo>
                  <a:lnTo>
                    <a:pt x="106" y="366"/>
                  </a:lnTo>
                  <a:lnTo>
                    <a:pt x="106" y="366"/>
                  </a:lnTo>
                  <a:lnTo>
                    <a:pt x="106" y="366"/>
                  </a:lnTo>
                  <a:lnTo>
                    <a:pt x="107" y="366"/>
                  </a:lnTo>
                  <a:lnTo>
                    <a:pt x="107" y="366"/>
                  </a:lnTo>
                  <a:lnTo>
                    <a:pt x="107" y="368"/>
                  </a:lnTo>
                  <a:lnTo>
                    <a:pt x="106" y="368"/>
                  </a:lnTo>
                  <a:lnTo>
                    <a:pt x="106" y="369"/>
                  </a:lnTo>
                  <a:lnTo>
                    <a:pt x="105" y="369"/>
                  </a:lnTo>
                  <a:lnTo>
                    <a:pt x="104" y="369"/>
                  </a:lnTo>
                  <a:lnTo>
                    <a:pt x="104" y="370"/>
                  </a:lnTo>
                  <a:lnTo>
                    <a:pt x="104" y="370"/>
                  </a:lnTo>
                  <a:lnTo>
                    <a:pt x="104" y="370"/>
                  </a:lnTo>
                  <a:lnTo>
                    <a:pt x="103" y="371"/>
                  </a:lnTo>
                  <a:lnTo>
                    <a:pt x="103" y="371"/>
                  </a:lnTo>
                  <a:lnTo>
                    <a:pt x="103" y="372"/>
                  </a:lnTo>
                  <a:lnTo>
                    <a:pt x="102" y="373"/>
                  </a:lnTo>
                  <a:lnTo>
                    <a:pt x="102" y="373"/>
                  </a:lnTo>
                  <a:lnTo>
                    <a:pt x="101" y="375"/>
                  </a:lnTo>
                  <a:lnTo>
                    <a:pt x="100" y="375"/>
                  </a:lnTo>
                  <a:lnTo>
                    <a:pt x="100" y="375"/>
                  </a:lnTo>
                  <a:lnTo>
                    <a:pt x="100" y="376"/>
                  </a:lnTo>
                  <a:lnTo>
                    <a:pt x="99" y="375"/>
                  </a:lnTo>
                  <a:lnTo>
                    <a:pt x="97" y="375"/>
                  </a:lnTo>
                  <a:lnTo>
                    <a:pt x="96" y="375"/>
                  </a:lnTo>
                  <a:lnTo>
                    <a:pt x="95" y="375"/>
                  </a:lnTo>
                  <a:lnTo>
                    <a:pt x="95" y="375"/>
                  </a:lnTo>
                  <a:lnTo>
                    <a:pt x="95" y="376"/>
                  </a:lnTo>
                  <a:lnTo>
                    <a:pt x="94" y="376"/>
                  </a:lnTo>
                  <a:lnTo>
                    <a:pt x="93" y="377"/>
                  </a:lnTo>
                  <a:lnTo>
                    <a:pt x="91" y="377"/>
                  </a:lnTo>
                  <a:lnTo>
                    <a:pt x="91" y="376"/>
                  </a:lnTo>
                  <a:lnTo>
                    <a:pt x="90" y="376"/>
                  </a:lnTo>
                  <a:lnTo>
                    <a:pt x="90" y="376"/>
                  </a:lnTo>
                  <a:lnTo>
                    <a:pt x="90" y="375"/>
                  </a:lnTo>
                  <a:lnTo>
                    <a:pt x="90" y="374"/>
                  </a:lnTo>
                  <a:lnTo>
                    <a:pt x="90" y="374"/>
                  </a:lnTo>
                  <a:lnTo>
                    <a:pt x="90" y="374"/>
                  </a:lnTo>
                  <a:lnTo>
                    <a:pt x="90" y="374"/>
                  </a:lnTo>
                  <a:lnTo>
                    <a:pt x="90" y="373"/>
                  </a:lnTo>
                  <a:lnTo>
                    <a:pt x="90" y="372"/>
                  </a:lnTo>
                  <a:lnTo>
                    <a:pt x="90" y="372"/>
                  </a:lnTo>
                  <a:lnTo>
                    <a:pt x="90" y="371"/>
                  </a:lnTo>
                  <a:lnTo>
                    <a:pt x="89" y="371"/>
                  </a:lnTo>
                  <a:lnTo>
                    <a:pt x="89" y="371"/>
                  </a:lnTo>
                  <a:lnTo>
                    <a:pt x="88" y="371"/>
                  </a:lnTo>
                  <a:lnTo>
                    <a:pt x="88" y="371"/>
                  </a:lnTo>
                  <a:lnTo>
                    <a:pt x="88" y="370"/>
                  </a:lnTo>
                  <a:lnTo>
                    <a:pt x="88" y="370"/>
                  </a:lnTo>
                  <a:lnTo>
                    <a:pt x="88" y="370"/>
                  </a:lnTo>
                  <a:lnTo>
                    <a:pt x="88" y="369"/>
                  </a:lnTo>
                  <a:lnTo>
                    <a:pt x="87" y="369"/>
                  </a:lnTo>
                  <a:lnTo>
                    <a:pt x="87" y="369"/>
                  </a:lnTo>
                  <a:lnTo>
                    <a:pt x="86" y="369"/>
                  </a:lnTo>
                  <a:lnTo>
                    <a:pt x="86" y="369"/>
                  </a:lnTo>
                  <a:lnTo>
                    <a:pt x="85" y="369"/>
                  </a:lnTo>
                  <a:lnTo>
                    <a:pt x="85" y="368"/>
                  </a:lnTo>
                  <a:lnTo>
                    <a:pt x="85" y="367"/>
                  </a:lnTo>
                  <a:lnTo>
                    <a:pt x="84" y="367"/>
                  </a:lnTo>
                  <a:lnTo>
                    <a:pt x="84" y="366"/>
                  </a:lnTo>
                  <a:lnTo>
                    <a:pt x="83" y="366"/>
                  </a:lnTo>
                  <a:lnTo>
                    <a:pt x="83" y="366"/>
                  </a:lnTo>
                  <a:lnTo>
                    <a:pt x="83" y="366"/>
                  </a:lnTo>
                  <a:lnTo>
                    <a:pt x="82" y="366"/>
                  </a:lnTo>
                  <a:lnTo>
                    <a:pt x="82" y="366"/>
                  </a:lnTo>
                  <a:lnTo>
                    <a:pt x="83" y="366"/>
                  </a:lnTo>
                  <a:lnTo>
                    <a:pt x="83" y="366"/>
                  </a:lnTo>
                  <a:lnTo>
                    <a:pt x="83" y="367"/>
                  </a:lnTo>
                  <a:lnTo>
                    <a:pt x="85" y="368"/>
                  </a:lnTo>
                  <a:lnTo>
                    <a:pt x="85" y="369"/>
                  </a:lnTo>
                  <a:lnTo>
                    <a:pt x="85" y="369"/>
                  </a:lnTo>
                  <a:lnTo>
                    <a:pt x="86" y="369"/>
                  </a:lnTo>
                  <a:lnTo>
                    <a:pt x="86" y="369"/>
                  </a:lnTo>
                  <a:lnTo>
                    <a:pt x="87" y="369"/>
                  </a:lnTo>
                  <a:lnTo>
                    <a:pt x="87" y="369"/>
                  </a:lnTo>
                  <a:lnTo>
                    <a:pt x="87" y="369"/>
                  </a:lnTo>
                  <a:lnTo>
                    <a:pt x="87" y="369"/>
                  </a:lnTo>
                  <a:lnTo>
                    <a:pt x="87" y="369"/>
                  </a:lnTo>
                  <a:lnTo>
                    <a:pt x="88" y="369"/>
                  </a:lnTo>
                  <a:lnTo>
                    <a:pt x="88" y="370"/>
                  </a:lnTo>
                  <a:lnTo>
                    <a:pt x="88" y="370"/>
                  </a:lnTo>
                  <a:lnTo>
                    <a:pt x="87" y="371"/>
                  </a:lnTo>
                  <a:lnTo>
                    <a:pt x="87" y="371"/>
                  </a:lnTo>
                  <a:lnTo>
                    <a:pt x="88" y="371"/>
                  </a:lnTo>
                  <a:lnTo>
                    <a:pt x="89" y="371"/>
                  </a:lnTo>
                  <a:lnTo>
                    <a:pt x="89" y="371"/>
                  </a:lnTo>
                  <a:lnTo>
                    <a:pt x="89" y="374"/>
                  </a:lnTo>
                  <a:lnTo>
                    <a:pt x="90" y="374"/>
                  </a:lnTo>
                  <a:lnTo>
                    <a:pt x="90" y="374"/>
                  </a:lnTo>
                  <a:lnTo>
                    <a:pt x="89" y="374"/>
                  </a:lnTo>
                  <a:lnTo>
                    <a:pt x="89" y="375"/>
                  </a:lnTo>
                  <a:lnTo>
                    <a:pt x="92" y="377"/>
                  </a:lnTo>
                  <a:lnTo>
                    <a:pt x="92" y="377"/>
                  </a:lnTo>
                  <a:lnTo>
                    <a:pt x="93" y="378"/>
                  </a:lnTo>
                  <a:lnTo>
                    <a:pt x="93" y="377"/>
                  </a:lnTo>
                  <a:lnTo>
                    <a:pt x="94" y="377"/>
                  </a:lnTo>
                  <a:lnTo>
                    <a:pt x="94" y="377"/>
                  </a:lnTo>
                  <a:lnTo>
                    <a:pt x="95" y="377"/>
                  </a:lnTo>
                  <a:lnTo>
                    <a:pt x="95" y="377"/>
                  </a:lnTo>
                  <a:lnTo>
                    <a:pt x="94" y="378"/>
                  </a:lnTo>
                  <a:lnTo>
                    <a:pt x="93" y="378"/>
                  </a:lnTo>
                  <a:lnTo>
                    <a:pt x="92" y="378"/>
                  </a:lnTo>
                  <a:lnTo>
                    <a:pt x="91" y="378"/>
                  </a:lnTo>
                  <a:lnTo>
                    <a:pt x="91" y="379"/>
                  </a:lnTo>
                  <a:lnTo>
                    <a:pt x="90" y="379"/>
                  </a:lnTo>
                  <a:lnTo>
                    <a:pt x="89" y="380"/>
                  </a:lnTo>
                  <a:lnTo>
                    <a:pt x="85" y="381"/>
                  </a:lnTo>
                  <a:lnTo>
                    <a:pt x="83" y="382"/>
                  </a:lnTo>
                  <a:lnTo>
                    <a:pt x="82" y="382"/>
                  </a:lnTo>
                  <a:lnTo>
                    <a:pt x="81" y="382"/>
                  </a:lnTo>
                  <a:lnTo>
                    <a:pt x="81" y="382"/>
                  </a:lnTo>
                  <a:lnTo>
                    <a:pt x="80" y="382"/>
                  </a:lnTo>
                  <a:lnTo>
                    <a:pt x="79" y="382"/>
                  </a:lnTo>
                  <a:lnTo>
                    <a:pt x="78" y="383"/>
                  </a:lnTo>
                  <a:lnTo>
                    <a:pt x="78" y="383"/>
                  </a:lnTo>
                  <a:lnTo>
                    <a:pt x="78" y="382"/>
                  </a:lnTo>
                  <a:lnTo>
                    <a:pt x="78" y="382"/>
                  </a:lnTo>
                  <a:lnTo>
                    <a:pt x="78" y="383"/>
                  </a:lnTo>
                  <a:lnTo>
                    <a:pt x="77" y="384"/>
                  </a:lnTo>
                  <a:lnTo>
                    <a:pt x="76" y="384"/>
                  </a:lnTo>
                  <a:lnTo>
                    <a:pt x="76" y="384"/>
                  </a:lnTo>
                  <a:lnTo>
                    <a:pt x="75" y="384"/>
                  </a:lnTo>
                  <a:lnTo>
                    <a:pt x="77" y="384"/>
                  </a:lnTo>
                  <a:lnTo>
                    <a:pt x="77" y="383"/>
                  </a:lnTo>
                  <a:lnTo>
                    <a:pt x="77" y="383"/>
                  </a:lnTo>
                  <a:lnTo>
                    <a:pt x="77" y="383"/>
                  </a:lnTo>
                  <a:lnTo>
                    <a:pt x="76" y="383"/>
                  </a:lnTo>
                  <a:lnTo>
                    <a:pt x="76" y="383"/>
                  </a:lnTo>
                  <a:lnTo>
                    <a:pt x="76" y="383"/>
                  </a:lnTo>
                  <a:lnTo>
                    <a:pt x="76" y="383"/>
                  </a:lnTo>
                  <a:lnTo>
                    <a:pt x="76" y="384"/>
                  </a:lnTo>
                  <a:lnTo>
                    <a:pt x="76" y="384"/>
                  </a:lnTo>
                  <a:lnTo>
                    <a:pt x="75" y="384"/>
                  </a:lnTo>
                  <a:lnTo>
                    <a:pt x="75" y="383"/>
                  </a:lnTo>
                  <a:lnTo>
                    <a:pt x="75" y="383"/>
                  </a:lnTo>
                  <a:lnTo>
                    <a:pt x="75" y="383"/>
                  </a:lnTo>
                  <a:lnTo>
                    <a:pt x="75" y="383"/>
                  </a:lnTo>
                  <a:lnTo>
                    <a:pt x="75" y="384"/>
                  </a:lnTo>
                  <a:lnTo>
                    <a:pt x="74" y="383"/>
                  </a:lnTo>
                  <a:lnTo>
                    <a:pt x="74" y="384"/>
                  </a:lnTo>
                  <a:lnTo>
                    <a:pt x="75" y="384"/>
                  </a:lnTo>
                  <a:lnTo>
                    <a:pt x="75" y="385"/>
                  </a:lnTo>
                  <a:lnTo>
                    <a:pt x="74" y="385"/>
                  </a:lnTo>
                  <a:lnTo>
                    <a:pt x="74" y="385"/>
                  </a:lnTo>
                  <a:lnTo>
                    <a:pt x="74" y="385"/>
                  </a:lnTo>
                  <a:lnTo>
                    <a:pt x="74" y="385"/>
                  </a:lnTo>
                  <a:lnTo>
                    <a:pt x="74" y="385"/>
                  </a:lnTo>
                  <a:lnTo>
                    <a:pt x="74" y="386"/>
                  </a:lnTo>
                  <a:lnTo>
                    <a:pt x="72" y="386"/>
                  </a:lnTo>
                  <a:lnTo>
                    <a:pt x="72" y="386"/>
                  </a:lnTo>
                  <a:lnTo>
                    <a:pt x="72" y="385"/>
                  </a:lnTo>
                  <a:lnTo>
                    <a:pt x="73" y="384"/>
                  </a:lnTo>
                  <a:lnTo>
                    <a:pt x="74" y="384"/>
                  </a:lnTo>
                  <a:lnTo>
                    <a:pt x="74" y="384"/>
                  </a:lnTo>
                  <a:lnTo>
                    <a:pt x="73" y="384"/>
                  </a:lnTo>
                  <a:lnTo>
                    <a:pt x="72" y="385"/>
                  </a:lnTo>
                  <a:lnTo>
                    <a:pt x="72" y="385"/>
                  </a:lnTo>
                  <a:lnTo>
                    <a:pt x="71" y="384"/>
                  </a:lnTo>
                  <a:lnTo>
                    <a:pt x="71" y="384"/>
                  </a:lnTo>
                  <a:lnTo>
                    <a:pt x="70" y="383"/>
                  </a:lnTo>
                  <a:lnTo>
                    <a:pt x="70" y="383"/>
                  </a:lnTo>
                  <a:lnTo>
                    <a:pt x="70" y="382"/>
                  </a:lnTo>
                  <a:lnTo>
                    <a:pt x="70" y="382"/>
                  </a:lnTo>
                  <a:lnTo>
                    <a:pt x="70" y="383"/>
                  </a:lnTo>
                  <a:lnTo>
                    <a:pt x="70" y="383"/>
                  </a:lnTo>
                  <a:lnTo>
                    <a:pt x="70" y="384"/>
                  </a:lnTo>
                  <a:lnTo>
                    <a:pt x="71" y="385"/>
                  </a:lnTo>
                  <a:lnTo>
                    <a:pt x="71" y="386"/>
                  </a:lnTo>
                  <a:lnTo>
                    <a:pt x="71" y="386"/>
                  </a:lnTo>
                  <a:lnTo>
                    <a:pt x="70" y="386"/>
                  </a:lnTo>
                  <a:lnTo>
                    <a:pt x="70" y="385"/>
                  </a:lnTo>
                  <a:lnTo>
                    <a:pt x="70" y="385"/>
                  </a:lnTo>
                  <a:lnTo>
                    <a:pt x="70" y="385"/>
                  </a:lnTo>
                  <a:lnTo>
                    <a:pt x="70" y="385"/>
                  </a:lnTo>
                  <a:lnTo>
                    <a:pt x="70" y="386"/>
                  </a:lnTo>
                  <a:lnTo>
                    <a:pt x="70" y="386"/>
                  </a:lnTo>
                  <a:lnTo>
                    <a:pt x="70" y="387"/>
                  </a:lnTo>
                  <a:lnTo>
                    <a:pt x="69" y="387"/>
                  </a:lnTo>
                  <a:lnTo>
                    <a:pt x="69" y="387"/>
                  </a:lnTo>
                  <a:lnTo>
                    <a:pt x="69" y="387"/>
                  </a:lnTo>
                  <a:lnTo>
                    <a:pt x="69" y="387"/>
                  </a:lnTo>
                  <a:lnTo>
                    <a:pt x="69" y="387"/>
                  </a:lnTo>
                  <a:lnTo>
                    <a:pt x="69" y="387"/>
                  </a:lnTo>
                  <a:lnTo>
                    <a:pt x="70" y="387"/>
                  </a:lnTo>
                  <a:lnTo>
                    <a:pt x="70" y="388"/>
                  </a:lnTo>
                  <a:lnTo>
                    <a:pt x="68" y="389"/>
                  </a:lnTo>
                  <a:lnTo>
                    <a:pt x="68" y="390"/>
                  </a:lnTo>
                  <a:lnTo>
                    <a:pt x="68" y="390"/>
                  </a:lnTo>
                  <a:lnTo>
                    <a:pt x="67" y="391"/>
                  </a:lnTo>
                  <a:lnTo>
                    <a:pt x="67" y="391"/>
                  </a:lnTo>
                  <a:lnTo>
                    <a:pt x="67" y="391"/>
                  </a:lnTo>
                  <a:lnTo>
                    <a:pt x="67" y="391"/>
                  </a:lnTo>
                  <a:lnTo>
                    <a:pt x="67" y="391"/>
                  </a:lnTo>
                  <a:lnTo>
                    <a:pt x="67" y="392"/>
                  </a:lnTo>
                  <a:lnTo>
                    <a:pt x="65" y="393"/>
                  </a:lnTo>
                  <a:lnTo>
                    <a:pt x="66" y="393"/>
                  </a:lnTo>
                  <a:lnTo>
                    <a:pt x="65" y="393"/>
                  </a:lnTo>
                  <a:lnTo>
                    <a:pt x="65" y="394"/>
                  </a:lnTo>
                  <a:lnTo>
                    <a:pt x="65" y="395"/>
                  </a:lnTo>
                  <a:lnTo>
                    <a:pt x="65" y="395"/>
                  </a:lnTo>
                  <a:lnTo>
                    <a:pt x="65" y="394"/>
                  </a:lnTo>
                  <a:lnTo>
                    <a:pt x="65" y="394"/>
                  </a:lnTo>
                  <a:lnTo>
                    <a:pt x="65" y="393"/>
                  </a:lnTo>
                  <a:lnTo>
                    <a:pt x="65" y="393"/>
                  </a:lnTo>
                  <a:lnTo>
                    <a:pt x="65" y="393"/>
                  </a:lnTo>
                  <a:lnTo>
                    <a:pt x="65" y="393"/>
                  </a:lnTo>
                  <a:lnTo>
                    <a:pt x="65" y="392"/>
                  </a:lnTo>
                  <a:lnTo>
                    <a:pt x="65" y="392"/>
                  </a:lnTo>
                  <a:lnTo>
                    <a:pt x="64" y="392"/>
                  </a:lnTo>
                  <a:lnTo>
                    <a:pt x="64" y="392"/>
                  </a:lnTo>
                  <a:lnTo>
                    <a:pt x="64" y="392"/>
                  </a:lnTo>
                  <a:lnTo>
                    <a:pt x="64" y="393"/>
                  </a:lnTo>
                  <a:lnTo>
                    <a:pt x="64" y="393"/>
                  </a:lnTo>
                  <a:lnTo>
                    <a:pt x="65" y="394"/>
                  </a:lnTo>
                  <a:lnTo>
                    <a:pt x="65" y="394"/>
                  </a:lnTo>
                  <a:lnTo>
                    <a:pt x="65" y="395"/>
                  </a:lnTo>
                  <a:lnTo>
                    <a:pt x="63" y="395"/>
                  </a:lnTo>
                  <a:lnTo>
                    <a:pt x="63" y="395"/>
                  </a:lnTo>
                  <a:lnTo>
                    <a:pt x="63" y="394"/>
                  </a:lnTo>
                  <a:lnTo>
                    <a:pt x="62" y="394"/>
                  </a:lnTo>
                  <a:lnTo>
                    <a:pt x="62" y="394"/>
                  </a:lnTo>
                  <a:lnTo>
                    <a:pt x="62" y="394"/>
                  </a:lnTo>
                  <a:lnTo>
                    <a:pt x="63" y="395"/>
                  </a:lnTo>
                  <a:lnTo>
                    <a:pt x="65" y="395"/>
                  </a:lnTo>
                  <a:lnTo>
                    <a:pt x="65" y="395"/>
                  </a:lnTo>
                  <a:lnTo>
                    <a:pt x="65" y="395"/>
                  </a:lnTo>
                  <a:lnTo>
                    <a:pt x="65" y="395"/>
                  </a:lnTo>
                  <a:lnTo>
                    <a:pt x="65" y="395"/>
                  </a:lnTo>
                  <a:lnTo>
                    <a:pt x="65" y="395"/>
                  </a:lnTo>
                  <a:lnTo>
                    <a:pt x="65" y="395"/>
                  </a:lnTo>
                  <a:lnTo>
                    <a:pt x="65" y="395"/>
                  </a:lnTo>
                  <a:lnTo>
                    <a:pt x="65" y="396"/>
                  </a:lnTo>
                  <a:lnTo>
                    <a:pt x="66" y="395"/>
                  </a:lnTo>
                  <a:lnTo>
                    <a:pt x="65" y="395"/>
                  </a:lnTo>
                  <a:lnTo>
                    <a:pt x="65" y="395"/>
                  </a:lnTo>
                  <a:lnTo>
                    <a:pt x="65" y="395"/>
                  </a:lnTo>
                  <a:lnTo>
                    <a:pt x="66" y="395"/>
                  </a:lnTo>
                  <a:lnTo>
                    <a:pt x="67" y="395"/>
                  </a:lnTo>
                  <a:lnTo>
                    <a:pt x="66" y="396"/>
                  </a:lnTo>
                  <a:lnTo>
                    <a:pt x="65" y="396"/>
                  </a:lnTo>
                  <a:lnTo>
                    <a:pt x="65" y="396"/>
                  </a:lnTo>
                  <a:lnTo>
                    <a:pt x="64" y="395"/>
                  </a:lnTo>
                  <a:lnTo>
                    <a:pt x="61" y="393"/>
                  </a:lnTo>
                  <a:lnTo>
                    <a:pt x="58" y="392"/>
                  </a:lnTo>
                  <a:lnTo>
                    <a:pt x="57" y="391"/>
                  </a:lnTo>
                  <a:lnTo>
                    <a:pt x="54" y="391"/>
                  </a:lnTo>
                  <a:lnTo>
                    <a:pt x="52" y="390"/>
                  </a:lnTo>
                  <a:lnTo>
                    <a:pt x="51" y="390"/>
                  </a:lnTo>
                  <a:lnTo>
                    <a:pt x="50" y="389"/>
                  </a:lnTo>
                  <a:lnTo>
                    <a:pt x="50" y="389"/>
                  </a:lnTo>
                  <a:lnTo>
                    <a:pt x="48" y="389"/>
                  </a:lnTo>
                  <a:lnTo>
                    <a:pt x="48" y="389"/>
                  </a:lnTo>
                  <a:lnTo>
                    <a:pt x="46" y="389"/>
                  </a:lnTo>
                  <a:lnTo>
                    <a:pt x="46" y="389"/>
                  </a:lnTo>
                  <a:lnTo>
                    <a:pt x="45" y="383"/>
                  </a:lnTo>
                  <a:lnTo>
                    <a:pt x="35" y="383"/>
                  </a:lnTo>
                  <a:lnTo>
                    <a:pt x="36" y="378"/>
                  </a:lnTo>
                  <a:lnTo>
                    <a:pt x="35" y="378"/>
                  </a:lnTo>
                  <a:lnTo>
                    <a:pt x="27" y="380"/>
                  </a:lnTo>
                  <a:lnTo>
                    <a:pt x="25" y="376"/>
                  </a:lnTo>
                  <a:lnTo>
                    <a:pt x="23" y="371"/>
                  </a:lnTo>
                  <a:lnTo>
                    <a:pt x="23" y="366"/>
                  </a:lnTo>
                  <a:lnTo>
                    <a:pt x="26" y="363"/>
                  </a:lnTo>
                  <a:lnTo>
                    <a:pt x="24" y="354"/>
                  </a:lnTo>
                  <a:lnTo>
                    <a:pt x="19" y="354"/>
                  </a:lnTo>
                  <a:lnTo>
                    <a:pt x="18" y="348"/>
                  </a:lnTo>
                  <a:lnTo>
                    <a:pt x="22" y="343"/>
                  </a:lnTo>
                  <a:lnTo>
                    <a:pt x="24" y="338"/>
                  </a:lnTo>
                  <a:lnTo>
                    <a:pt x="18" y="336"/>
                  </a:lnTo>
                  <a:lnTo>
                    <a:pt x="14" y="339"/>
                  </a:lnTo>
                  <a:lnTo>
                    <a:pt x="11" y="339"/>
                  </a:lnTo>
                  <a:lnTo>
                    <a:pt x="7" y="334"/>
                  </a:lnTo>
                  <a:lnTo>
                    <a:pt x="0" y="322"/>
                  </a:lnTo>
                  <a:lnTo>
                    <a:pt x="4" y="319"/>
                  </a:lnTo>
                  <a:lnTo>
                    <a:pt x="13" y="317"/>
                  </a:lnTo>
                  <a:lnTo>
                    <a:pt x="14" y="317"/>
                  </a:lnTo>
                  <a:lnTo>
                    <a:pt x="13" y="320"/>
                  </a:lnTo>
                  <a:lnTo>
                    <a:pt x="15" y="320"/>
                  </a:lnTo>
                  <a:lnTo>
                    <a:pt x="17" y="317"/>
                  </a:lnTo>
                  <a:lnTo>
                    <a:pt x="18" y="317"/>
                  </a:lnTo>
                  <a:lnTo>
                    <a:pt x="23" y="321"/>
                  </a:lnTo>
                  <a:lnTo>
                    <a:pt x="31" y="322"/>
                  </a:lnTo>
                  <a:lnTo>
                    <a:pt x="35" y="325"/>
                  </a:lnTo>
                  <a:lnTo>
                    <a:pt x="42" y="326"/>
                  </a:lnTo>
                  <a:lnTo>
                    <a:pt x="46" y="330"/>
                  </a:lnTo>
                  <a:lnTo>
                    <a:pt x="49" y="332"/>
                  </a:lnTo>
                  <a:lnTo>
                    <a:pt x="57" y="330"/>
                  </a:lnTo>
                  <a:lnTo>
                    <a:pt x="58" y="325"/>
                  </a:lnTo>
                  <a:lnTo>
                    <a:pt x="54" y="320"/>
                  </a:lnTo>
                  <a:lnTo>
                    <a:pt x="56" y="317"/>
                  </a:lnTo>
                  <a:lnTo>
                    <a:pt x="59" y="314"/>
                  </a:lnTo>
                  <a:lnTo>
                    <a:pt x="57" y="312"/>
                  </a:lnTo>
                  <a:lnTo>
                    <a:pt x="54" y="310"/>
                  </a:lnTo>
                  <a:lnTo>
                    <a:pt x="55" y="304"/>
                  </a:lnTo>
                  <a:lnTo>
                    <a:pt x="52" y="296"/>
                  </a:lnTo>
                  <a:lnTo>
                    <a:pt x="54" y="290"/>
                  </a:lnTo>
                  <a:lnTo>
                    <a:pt x="53" y="288"/>
                  </a:lnTo>
                  <a:lnTo>
                    <a:pt x="49" y="286"/>
                  </a:lnTo>
                  <a:lnTo>
                    <a:pt x="50" y="279"/>
                  </a:lnTo>
                  <a:lnTo>
                    <a:pt x="49" y="274"/>
                  </a:lnTo>
                  <a:lnTo>
                    <a:pt x="44" y="265"/>
                  </a:lnTo>
                  <a:lnTo>
                    <a:pt x="42" y="257"/>
                  </a:lnTo>
                  <a:lnTo>
                    <a:pt x="44" y="256"/>
                  </a:lnTo>
                  <a:lnTo>
                    <a:pt x="53" y="257"/>
                  </a:lnTo>
                  <a:lnTo>
                    <a:pt x="56" y="256"/>
                  </a:lnTo>
                  <a:lnTo>
                    <a:pt x="58" y="252"/>
                  </a:lnTo>
                  <a:lnTo>
                    <a:pt x="61" y="251"/>
                  </a:lnTo>
                  <a:lnTo>
                    <a:pt x="69" y="254"/>
                  </a:lnTo>
                  <a:lnTo>
                    <a:pt x="70" y="252"/>
                  </a:lnTo>
                  <a:lnTo>
                    <a:pt x="68" y="246"/>
                  </a:lnTo>
                  <a:lnTo>
                    <a:pt x="71" y="239"/>
                  </a:lnTo>
                  <a:lnTo>
                    <a:pt x="70" y="231"/>
                  </a:lnTo>
                  <a:lnTo>
                    <a:pt x="77" y="231"/>
                  </a:lnTo>
                  <a:lnTo>
                    <a:pt x="77" y="228"/>
                  </a:lnTo>
                  <a:lnTo>
                    <a:pt x="75" y="225"/>
                  </a:lnTo>
                  <a:lnTo>
                    <a:pt x="75" y="222"/>
                  </a:lnTo>
                  <a:lnTo>
                    <a:pt x="70" y="219"/>
                  </a:lnTo>
                  <a:lnTo>
                    <a:pt x="64" y="209"/>
                  </a:lnTo>
                  <a:lnTo>
                    <a:pt x="65" y="208"/>
                  </a:lnTo>
                  <a:lnTo>
                    <a:pt x="71" y="206"/>
                  </a:lnTo>
                  <a:lnTo>
                    <a:pt x="71" y="204"/>
                  </a:lnTo>
                  <a:lnTo>
                    <a:pt x="70" y="199"/>
                  </a:lnTo>
                  <a:lnTo>
                    <a:pt x="66" y="196"/>
                  </a:lnTo>
                  <a:lnTo>
                    <a:pt x="62" y="189"/>
                  </a:lnTo>
                  <a:lnTo>
                    <a:pt x="61" y="182"/>
                  </a:lnTo>
                  <a:lnTo>
                    <a:pt x="57" y="181"/>
                  </a:lnTo>
                  <a:lnTo>
                    <a:pt x="50" y="168"/>
                  </a:lnTo>
                  <a:lnTo>
                    <a:pt x="47" y="168"/>
                  </a:lnTo>
                  <a:lnTo>
                    <a:pt x="45" y="167"/>
                  </a:lnTo>
                  <a:lnTo>
                    <a:pt x="45" y="160"/>
                  </a:lnTo>
                  <a:lnTo>
                    <a:pt x="48" y="157"/>
                  </a:lnTo>
                  <a:lnTo>
                    <a:pt x="49" y="151"/>
                  </a:lnTo>
                  <a:lnTo>
                    <a:pt x="44" y="146"/>
                  </a:lnTo>
                  <a:lnTo>
                    <a:pt x="44" y="141"/>
                  </a:lnTo>
                  <a:lnTo>
                    <a:pt x="44" y="139"/>
                  </a:lnTo>
                  <a:lnTo>
                    <a:pt x="50" y="140"/>
                  </a:lnTo>
                  <a:lnTo>
                    <a:pt x="51" y="138"/>
                  </a:lnTo>
                  <a:lnTo>
                    <a:pt x="50" y="136"/>
                  </a:lnTo>
                  <a:lnTo>
                    <a:pt x="45" y="131"/>
                  </a:lnTo>
                  <a:lnTo>
                    <a:pt x="44" y="124"/>
                  </a:lnTo>
                  <a:lnTo>
                    <a:pt x="43" y="116"/>
                  </a:lnTo>
                  <a:lnTo>
                    <a:pt x="39" y="113"/>
                  </a:lnTo>
                  <a:lnTo>
                    <a:pt x="45" y="107"/>
                  </a:lnTo>
                  <a:lnTo>
                    <a:pt x="45" y="91"/>
                  </a:lnTo>
                  <a:lnTo>
                    <a:pt x="48" y="84"/>
                  </a:lnTo>
                  <a:lnTo>
                    <a:pt x="52" y="81"/>
                  </a:lnTo>
                  <a:lnTo>
                    <a:pt x="50" y="76"/>
                  </a:lnTo>
                  <a:lnTo>
                    <a:pt x="56" y="71"/>
                  </a:lnTo>
                  <a:lnTo>
                    <a:pt x="56" y="68"/>
                  </a:lnTo>
                  <a:lnTo>
                    <a:pt x="55" y="67"/>
                  </a:lnTo>
                  <a:lnTo>
                    <a:pt x="48" y="63"/>
                  </a:lnTo>
                  <a:lnTo>
                    <a:pt x="49" y="57"/>
                  </a:lnTo>
                  <a:lnTo>
                    <a:pt x="49" y="57"/>
                  </a:lnTo>
                  <a:lnTo>
                    <a:pt x="57" y="64"/>
                  </a:lnTo>
                  <a:lnTo>
                    <a:pt x="59" y="64"/>
                  </a:lnTo>
                  <a:lnTo>
                    <a:pt x="61" y="61"/>
                  </a:lnTo>
                  <a:lnTo>
                    <a:pt x="66" y="61"/>
                  </a:lnTo>
                  <a:lnTo>
                    <a:pt x="67" y="57"/>
                  </a:lnTo>
                  <a:lnTo>
                    <a:pt x="72" y="55"/>
                  </a:lnTo>
                  <a:lnTo>
                    <a:pt x="73" y="53"/>
                  </a:lnTo>
                  <a:lnTo>
                    <a:pt x="75" y="41"/>
                  </a:lnTo>
                  <a:lnTo>
                    <a:pt x="75" y="36"/>
                  </a:lnTo>
                  <a:lnTo>
                    <a:pt x="78" y="32"/>
                  </a:lnTo>
                  <a:lnTo>
                    <a:pt x="79" y="28"/>
                  </a:lnTo>
                  <a:lnTo>
                    <a:pt x="84" y="27"/>
                  </a:lnTo>
                  <a:lnTo>
                    <a:pt x="85" y="27"/>
                  </a:lnTo>
                  <a:lnTo>
                    <a:pt x="85" y="23"/>
                  </a:lnTo>
                  <a:lnTo>
                    <a:pt x="87" y="23"/>
                  </a:lnTo>
                  <a:lnTo>
                    <a:pt x="90" y="23"/>
                  </a:lnTo>
                  <a:lnTo>
                    <a:pt x="95" y="27"/>
                  </a:lnTo>
                  <a:lnTo>
                    <a:pt x="98" y="27"/>
                  </a:lnTo>
                  <a:lnTo>
                    <a:pt x="100" y="24"/>
                  </a:lnTo>
                  <a:lnTo>
                    <a:pt x="96" y="20"/>
                  </a:lnTo>
                  <a:lnTo>
                    <a:pt x="101" y="16"/>
                  </a:lnTo>
                  <a:lnTo>
                    <a:pt x="102" y="11"/>
                  </a:lnTo>
                  <a:lnTo>
                    <a:pt x="104" y="9"/>
                  </a:lnTo>
                  <a:lnTo>
                    <a:pt x="104" y="9"/>
                  </a:lnTo>
                  <a:lnTo>
                    <a:pt x="118" y="26"/>
                  </a:lnTo>
                  <a:lnTo>
                    <a:pt x="118" y="27"/>
                  </a:lnTo>
                  <a:lnTo>
                    <a:pt x="113" y="28"/>
                  </a:lnTo>
                  <a:lnTo>
                    <a:pt x="107" y="32"/>
                  </a:lnTo>
                  <a:lnTo>
                    <a:pt x="109" y="33"/>
                  </a:lnTo>
                  <a:lnTo>
                    <a:pt x="109" y="42"/>
                  </a:lnTo>
                  <a:lnTo>
                    <a:pt x="110" y="44"/>
                  </a:lnTo>
                  <a:lnTo>
                    <a:pt x="113" y="58"/>
                  </a:lnTo>
                  <a:lnTo>
                    <a:pt x="115" y="58"/>
                  </a:lnTo>
                  <a:lnTo>
                    <a:pt x="119" y="58"/>
                  </a:lnTo>
                  <a:lnTo>
                    <a:pt x="127" y="58"/>
                  </a:lnTo>
                  <a:lnTo>
                    <a:pt x="131" y="55"/>
                  </a:lnTo>
                  <a:lnTo>
                    <a:pt x="135" y="55"/>
                  </a:lnTo>
                  <a:lnTo>
                    <a:pt x="138" y="50"/>
                  </a:lnTo>
                  <a:lnTo>
                    <a:pt x="140" y="49"/>
                  </a:lnTo>
                  <a:lnTo>
                    <a:pt x="135" y="48"/>
                  </a:lnTo>
                  <a:lnTo>
                    <a:pt x="138" y="43"/>
                  </a:lnTo>
                  <a:lnTo>
                    <a:pt x="142" y="40"/>
                  </a:lnTo>
                  <a:lnTo>
                    <a:pt x="152" y="38"/>
                  </a:lnTo>
                  <a:lnTo>
                    <a:pt x="154" y="35"/>
                  </a:lnTo>
                  <a:lnTo>
                    <a:pt x="160" y="36"/>
                  </a:lnTo>
                  <a:lnTo>
                    <a:pt x="166" y="32"/>
                  </a:lnTo>
                  <a:lnTo>
                    <a:pt x="168" y="33"/>
                  </a:lnTo>
                  <a:lnTo>
                    <a:pt x="174" y="47"/>
                  </a:lnTo>
                  <a:lnTo>
                    <a:pt x="176" y="47"/>
                  </a:lnTo>
                  <a:lnTo>
                    <a:pt x="182" y="41"/>
                  </a:lnTo>
                  <a:lnTo>
                    <a:pt x="182" y="36"/>
                  </a:lnTo>
                  <a:lnTo>
                    <a:pt x="186" y="36"/>
                  </a:lnTo>
                  <a:lnTo>
                    <a:pt x="187" y="35"/>
                  </a:lnTo>
                  <a:lnTo>
                    <a:pt x="187" y="32"/>
                  </a:lnTo>
                  <a:lnTo>
                    <a:pt x="183" y="29"/>
                  </a:lnTo>
                  <a:lnTo>
                    <a:pt x="180" y="24"/>
                  </a:lnTo>
                  <a:lnTo>
                    <a:pt x="178" y="23"/>
                  </a:lnTo>
                  <a:lnTo>
                    <a:pt x="178" y="21"/>
                  </a:lnTo>
                  <a:lnTo>
                    <a:pt x="187" y="18"/>
                  </a:lnTo>
                  <a:lnTo>
                    <a:pt x="189" y="15"/>
                  </a:lnTo>
                  <a:lnTo>
                    <a:pt x="189" y="13"/>
                  </a:lnTo>
                  <a:lnTo>
                    <a:pt x="191" y="11"/>
                  </a:lnTo>
                  <a:lnTo>
                    <a:pt x="196" y="13"/>
                  </a:lnTo>
                  <a:lnTo>
                    <a:pt x="198" y="8"/>
                  </a:lnTo>
                  <a:lnTo>
                    <a:pt x="203" y="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chemeClr val="accent3"/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333BC539-0A25-4B59-A726-1D9669E115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91299" y="5030611"/>
              <a:ext cx="1395531" cy="1003892"/>
            </a:xfrm>
            <a:custGeom>
              <a:avLst/>
              <a:gdLst>
                <a:gd name="T0" fmla="*/ 17 w 816"/>
                <a:gd name="T1" fmla="*/ 576 h 587"/>
                <a:gd name="T2" fmla="*/ 4 w 816"/>
                <a:gd name="T3" fmla="*/ 576 h 587"/>
                <a:gd name="T4" fmla="*/ 7 w 816"/>
                <a:gd name="T5" fmla="*/ 567 h 587"/>
                <a:gd name="T6" fmla="*/ 13 w 816"/>
                <a:gd name="T7" fmla="*/ 563 h 587"/>
                <a:gd name="T8" fmla="*/ 646 w 816"/>
                <a:gd name="T9" fmla="*/ 61 h 587"/>
                <a:gd name="T10" fmla="*/ 796 w 816"/>
                <a:gd name="T11" fmla="*/ 158 h 587"/>
                <a:gd name="T12" fmla="*/ 773 w 816"/>
                <a:gd name="T13" fmla="*/ 370 h 587"/>
                <a:gd name="T14" fmla="*/ 737 w 816"/>
                <a:gd name="T15" fmla="*/ 371 h 587"/>
                <a:gd name="T16" fmla="*/ 725 w 816"/>
                <a:gd name="T17" fmla="*/ 374 h 587"/>
                <a:gd name="T18" fmla="*/ 738 w 816"/>
                <a:gd name="T19" fmla="*/ 387 h 587"/>
                <a:gd name="T20" fmla="*/ 699 w 816"/>
                <a:gd name="T21" fmla="*/ 395 h 587"/>
                <a:gd name="T22" fmla="*/ 657 w 816"/>
                <a:gd name="T23" fmla="*/ 408 h 587"/>
                <a:gd name="T24" fmla="*/ 603 w 816"/>
                <a:gd name="T25" fmla="*/ 372 h 587"/>
                <a:gd name="T26" fmla="*/ 519 w 816"/>
                <a:gd name="T27" fmla="*/ 381 h 587"/>
                <a:gd name="T28" fmla="*/ 488 w 816"/>
                <a:gd name="T29" fmla="*/ 390 h 587"/>
                <a:gd name="T30" fmla="*/ 476 w 816"/>
                <a:gd name="T31" fmla="*/ 416 h 587"/>
                <a:gd name="T32" fmla="*/ 471 w 816"/>
                <a:gd name="T33" fmla="*/ 445 h 587"/>
                <a:gd name="T34" fmla="*/ 468 w 816"/>
                <a:gd name="T35" fmla="*/ 466 h 587"/>
                <a:gd name="T36" fmla="*/ 462 w 816"/>
                <a:gd name="T37" fmla="*/ 456 h 587"/>
                <a:gd name="T38" fmla="*/ 454 w 816"/>
                <a:gd name="T39" fmla="*/ 500 h 587"/>
                <a:gd name="T40" fmla="*/ 439 w 816"/>
                <a:gd name="T41" fmla="*/ 489 h 587"/>
                <a:gd name="T42" fmla="*/ 426 w 816"/>
                <a:gd name="T43" fmla="*/ 499 h 587"/>
                <a:gd name="T44" fmla="*/ 413 w 816"/>
                <a:gd name="T45" fmla="*/ 481 h 587"/>
                <a:gd name="T46" fmla="*/ 391 w 816"/>
                <a:gd name="T47" fmla="*/ 481 h 587"/>
                <a:gd name="T48" fmla="*/ 378 w 816"/>
                <a:gd name="T49" fmla="*/ 474 h 587"/>
                <a:gd name="T50" fmla="*/ 368 w 816"/>
                <a:gd name="T51" fmla="*/ 462 h 587"/>
                <a:gd name="T52" fmla="*/ 365 w 816"/>
                <a:gd name="T53" fmla="*/ 443 h 587"/>
                <a:gd name="T54" fmla="*/ 363 w 816"/>
                <a:gd name="T55" fmla="*/ 450 h 587"/>
                <a:gd name="T56" fmla="*/ 361 w 816"/>
                <a:gd name="T57" fmla="*/ 455 h 587"/>
                <a:gd name="T58" fmla="*/ 369 w 816"/>
                <a:gd name="T59" fmla="*/ 465 h 587"/>
                <a:gd name="T60" fmla="*/ 324 w 816"/>
                <a:gd name="T61" fmla="*/ 463 h 587"/>
                <a:gd name="T62" fmla="*/ 293 w 816"/>
                <a:gd name="T63" fmla="*/ 469 h 587"/>
                <a:gd name="T64" fmla="*/ 282 w 816"/>
                <a:gd name="T65" fmla="*/ 467 h 587"/>
                <a:gd name="T66" fmla="*/ 269 w 816"/>
                <a:gd name="T67" fmla="*/ 491 h 587"/>
                <a:gd name="T68" fmla="*/ 239 w 816"/>
                <a:gd name="T69" fmla="*/ 503 h 587"/>
                <a:gd name="T70" fmla="*/ 228 w 816"/>
                <a:gd name="T71" fmla="*/ 515 h 587"/>
                <a:gd name="T72" fmla="*/ 221 w 816"/>
                <a:gd name="T73" fmla="*/ 515 h 587"/>
                <a:gd name="T74" fmla="*/ 213 w 816"/>
                <a:gd name="T75" fmla="*/ 530 h 587"/>
                <a:gd name="T76" fmla="*/ 213 w 816"/>
                <a:gd name="T77" fmla="*/ 534 h 587"/>
                <a:gd name="T78" fmla="*/ 207 w 816"/>
                <a:gd name="T79" fmla="*/ 554 h 587"/>
                <a:gd name="T80" fmla="*/ 188 w 816"/>
                <a:gd name="T81" fmla="*/ 558 h 587"/>
                <a:gd name="T82" fmla="*/ 168 w 816"/>
                <a:gd name="T83" fmla="*/ 531 h 587"/>
                <a:gd name="T84" fmla="*/ 135 w 816"/>
                <a:gd name="T85" fmla="*/ 543 h 587"/>
                <a:gd name="T86" fmla="*/ 115 w 816"/>
                <a:gd name="T87" fmla="*/ 536 h 587"/>
                <a:gd name="T88" fmla="*/ 128 w 816"/>
                <a:gd name="T89" fmla="*/ 511 h 587"/>
                <a:gd name="T90" fmla="*/ 155 w 816"/>
                <a:gd name="T91" fmla="*/ 506 h 587"/>
                <a:gd name="T92" fmla="*/ 180 w 816"/>
                <a:gd name="T93" fmla="*/ 489 h 587"/>
                <a:gd name="T94" fmla="*/ 206 w 816"/>
                <a:gd name="T95" fmla="*/ 461 h 587"/>
                <a:gd name="T96" fmla="*/ 224 w 816"/>
                <a:gd name="T97" fmla="*/ 442 h 587"/>
                <a:gd name="T98" fmla="*/ 230 w 816"/>
                <a:gd name="T99" fmla="*/ 416 h 587"/>
                <a:gd name="T100" fmla="*/ 249 w 816"/>
                <a:gd name="T101" fmla="*/ 418 h 587"/>
                <a:gd name="T102" fmla="*/ 256 w 816"/>
                <a:gd name="T103" fmla="*/ 403 h 587"/>
                <a:gd name="T104" fmla="*/ 282 w 816"/>
                <a:gd name="T105" fmla="*/ 376 h 587"/>
                <a:gd name="T106" fmla="*/ 304 w 816"/>
                <a:gd name="T107" fmla="*/ 344 h 587"/>
                <a:gd name="T108" fmla="*/ 308 w 816"/>
                <a:gd name="T109" fmla="*/ 305 h 587"/>
                <a:gd name="T110" fmla="*/ 356 w 816"/>
                <a:gd name="T111" fmla="*/ 286 h 587"/>
                <a:gd name="T112" fmla="*/ 384 w 816"/>
                <a:gd name="T113" fmla="*/ 276 h 587"/>
                <a:gd name="T114" fmla="*/ 359 w 816"/>
                <a:gd name="T115" fmla="*/ 247 h 587"/>
                <a:gd name="T116" fmla="*/ 418 w 816"/>
                <a:gd name="T117" fmla="*/ 236 h 587"/>
                <a:gd name="T118" fmla="*/ 505 w 816"/>
                <a:gd name="T119" fmla="*/ 247 h 587"/>
                <a:gd name="T120" fmla="*/ 560 w 816"/>
                <a:gd name="T121" fmla="*/ 243 h 587"/>
                <a:gd name="T122" fmla="*/ 572 w 816"/>
                <a:gd name="T123" fmla="*/ 190 h 587"/>
                <a:gd name="T124" fmla="*/ 613 w 816"/>
                <a:gd name="T125" fmla="*/ 158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16" h="587">
                  <a:moveTo>
                    <a:pt x="5" y="583"/>
                  </a:moveTo>
                  <a:lnTo>
                    <a:pt x="5" y="584"/>
                  </a:lnTo>
                  <a:lnTo>
                    <a:pt x="6" y="584"/>
                  </a:lnTo>
                  <a:lnTo>
                    <a:pt x="6" y="584"/>
                  </a:lnTo>
                  <a:lnTo>
                    <a:pt x="7" y="584"/>
                  </a:lnTo>
                  <a:lnTo>
                    <a:pt x="7" y="584"/>
                  </a:lnTo>
                  <a:lnTo>
                    <a:pt x="8" y="585"/>
                  </a:lnTo>
                  <a:lnTo>
                    <a:pt x="8" y="584"/>
                  </a:lnTo>
                  <a:lnTo>
                    <a:pt x="7" y="584"/>
                  </a:lnTo>
                  <a:lnTo>
                    <a:pt x="8" y="584"/>
                  </a:lnTo>
                  <a:lnTo>
                    <a:pt x="8" y="583"/>
                  </a:lnTo>
                  <a:lnTo>
                    <a:pt x="9" y="584"/>
                  </a:lnTo>
                  <a:lnTo>
                    <a:pt x="9" y="585"/>
                  </a:lnTo>
                  <a:lnTo>
                    <a:pt x="9" y="585"/>
                  </a:lnTo>
                  <a:lnTo>
                    <a:pt x="9" y="585"/>
                  </a:lnTo>
                  <a:lnTo>
                    <a:pt x="9" y="585"/>
                  </a:lnTo>
                  <a:lnTo>
                    <a:pt x="9" y="585"/>
                  </a:lnTo>
                  <a:lnTo>
                    <a:pt x="9" y="585"/>
                  </a:lnTo>
                  <a:lnTo>
                    <a:pt x="8" y="585"/>
                  </a:lnTo>
                  <a:lnTo>
                    <a:pt x="8" y="585"/>
                  </a:lnTo>
                  <a:lnTo>
                    <a:pt x="7" y="585"/>
                  </a:lnTo>
                  <a:lnTo>
                    <a:pt x="7" y="585"/>
                  </a:lnTo>
                  <a:lnTo>
                    <a:pt x="8" y="585"/>
                  </a:lnTo>
                  <a:lnTo>
                    <a:pt x="8" y="586"/>
                  </a:lnTo>
                  <a:lnTo>
                    <a:pt x="7" y="586"/>
                  </a:lnTo>
                  <a:lnTo>
                    <a:pt x="7" y="587"/>
                  </a:lnTo>
                  <a:lnTo>
                    <a:pt x="7" y="587"/>
                  </a:lnTo>
                  <a:lnTo>
                    <a:pt x="6" y="587"/>
                  </a:lnTo>
                  <a:lnTo>
                    <a:pt x="6" y="586"/>
                  </a:lnTo>
                  <a:lnTo>
                    <a:pt x="6" y="586"/>
                  </a:lnTo>
                  <a:lnTo>
                    <a:pt x="6" y="585"/>
                  </a:lnTo>
                  <a:lnTo>
                    <a:pt x="5" y="585"/>
                  </a:lnTo>
                  <a:lnTo>
                    <a:pt x="5" y="586"/>
                  </a:lnTo>
                  <a:lnTo>
                    <a:pt x="5" y="586"/>
                  </a:lnTo>
                  <a:lnTo>
                    <a:pt x="5" y="586"/>
                  </a:lnTo>
                  <a:lnTo>
                    <a:pt x="4" y="586"/>
                  </a:lnTo>
                  <a:lnTo>
                    <a:pt x="4" y="585"/>
                  </a:lnTo>
                  <a:lnTo>
                    <a:pt x="5" y="585"/>
                  </a:lnTo>
                  <a:lnTo>
                    <a:pt x="5" y="585"/>
                  </a:lnTo>
                  <a:lnTo>
                    <a:pt x="4" y="584"/>
                  </a:lnTo>
                  <a:lnTo>
                    <a:pt x="4" y="585"/>
                  </a:lnTo>
                  <a:lnTo>
                    <a:pt x="4" y="585"/>
                  </a:lnTo>
                  <a:lnTo>
                    <a:pt x="4" y="585"/>
                  </a:lnTo>
                  <a:lnTo>
                    <a:pt x="4" y="585"/>
                  </a:lnTo>
                  <a:lnTo>
                    <a:pt x="4" y="584"/>
                  </a:lnTo>
                  <a:lnTo>
                    <a:pt x="4" y="584"/>
                  </a:lnTo>
                  <a:lnTo>
                    <a:pt x="4" y="583"/>
                  </a:lnTo>
                  <a:lnTo>
                    <a:pt x="4" y="583"/>
                  </a:lnTo>
                  <a:lnTo>
                    <a:pt x="4" y="584"/>
                  </a:lnTo>
                  <a:lnTo>
                    <a:pt x="5" y="584"/>
                  </a:lnTo>
                  <a:lnTo>
                    <a:pt x="4" y="583"/>
                  </a:lnTo>
                  <a:lnTo>
                    <a:pt x="5" y="583"/>
                  </a:lnTo>
                  <a:close/>
                  <a:moveTo>
                    <a:pt x="1" y="583"/>
                  </a:moveTo>
                  <a:lnTo>
                    <a:pt x="1" y="584"/>
                  </a:lnTo>
                  <a:lnTo>
                    <a:pt x="2" y="584"/>
                  </a:lnTo>
                  <a:lnTo>
                    <a:pt x="2" y="585"/>
                  </a:lnTo>
                  <a:lnTo>
                    <a:pt x="3" y="585"/>
                  </a:lnTo>
                  <a:lnTo>
                    <a:pt x="3" y="585"/>
                  </a:lnTo>
                  <a:lnTo>
                    <a:pt x="2" y="585"/>
                  </a:lnTo>
                  <a:lnTo>
                    <a:pt x="2" y="585"/>
                  </a:lnTo>
                  <a:lnTo>
                    <a:pt x="2" y="585"/>
                  </a:lnTo>
                  <a:lnTo>
                    <a:pt x="1" y="585"/>
                  </a:lnTo>
                  <a:lnTo>
                    <a:pt x="2" y="585"/>
                  </a:lnTo>
                  <a:lnTo>
                    <a:pt x="1" y="585"/>
                  </a:lnTo>
                  <a:lnTo>
                    <a:pt x="0" y="585"/>
                  </a:lnTo>
                  <a:lnTo>
                    <a:pt x="0" y="584"/>
                  </a:lnTo>
                  <a:lnTo>
                    <a:pt x="0" y="584"/>
                  </a:lnTo>
                  <a:lnTo>
                    <a:pt x="0" y="584"/>
                  </a:lnTo>
                  <a:lnTo>
                    <a:pt x="0" y="583"/>
                  </a:lnTo>
                  <a:lnTo>
                    <a:pt x="1" y="583"/>
                  </a:lnTo>
                  <a:close/>
                  <a:moveTo>
                    <a:pt x="14" y="573"/>
                  </a:moveTo>
                  <a:lnTo>
                    <a:pt x="14" y="573"/>
                  </a:lnTo>
                  <a:lnTo>
                    <a:pt x="15" y="573"/>
                  </a:lnTo>
                  <a:lnTo>
                    <a:pt x="15" y="574"/>
                  </a:lnTo>
                  <a:lnTo>
                    <a:pt x="15" y="574"/>
                  </a:lnTo>
                  <a:lnTo>
                    <a:pt x="16" y="574"/>
                  </a:lnTo>
                  <a:lnTo>
                    <a:pt x="16" y="574"/>
                  </a:lnTo>
                  <a:lnTo>
                    <a:pt x="16" y="575"/>
                  </a:lnTo>
                  <a:lnTo>
                    <a:pt x="17" y="575"/>
                  </a:lnTo>
                  <a:lnTo>
                    <a:pt x="17" y="576"/>
                  </a:lnTo>
                  <a:lnTo>
                    <a:pt x="17" y="576"/>
                  </a:lnTo>
                  <a:lnTo>
                    <a:pt x="17" y="575"/>
                  </a:lnTo>
                  <a:lnTo>
                    <a:pt x="17" y="576"/>
                  </a:lnTo>
                  <a:lnTo>
                    <a:pt x="17" y="576"/>
                  </a:lnTo>
                  <a:lnTo>
                    <a:pt x="17" y="576"/>
                  </a:lnTo>
                  <a:lnTo>
                    <a:pt x="17" y="576"/>
                  </a:lnTo>
                  <a:lnTo>
                    <a:pt x="17" y="576"/>
                  </a:lnTo>
                  <a:lnTo>
                    <a:pt x="17" y="576"/>
                  </a:lnTo>
                  <a:lnTo>
                    <a:pt x="17" y="576"/>
                  </a:lnTo>
                  <a:lnTo>
                    <a:pt x="17" y="576"/>
                  </a:lnTo>
                  <a:lnTo>
                    <a:pt x="17" y="576"/>
                  </a:lnTo>
                  <a:lnTo>
                    <a:pt x="17" y="576"/>
                  </a:lnTo>
                  <a:lnTo>
                    <a:pt x="17" y="577"/>
                  </a:lnTo>
                  <a:lnTo>
                    <a:pt x="17" y="579"/>
                  </a:lnTo>
                  <a:lnTo>
                    <a:pt x="16" y="579"/>
                  </a:lnTo>
                  <a:lnTo>
                    <a:pt x="16" y="579"/>
                  </a:lnTo>
                  <a:lnTo>
                    <a:pt x="17" y="579"/>
                  </a:lnTo>
                  <a:lnTo>
                    <a:pt x="17" y="580"/>
                  </a:lnTo>
                  <a:lnTo>
                    <a:pt x="17" y="579"/>
                  </a:lnTo>
                  <a:lnTo>
                    <a:pt x="17" y="580"/>
                  </a:lnTo>
                  <a:lnTo>
                    <a:pt x="16" y="580"/>
                  </a:lnTo>
                  <a:lnTo>
                    <a:pt x="16" y="580"/>
                  </a:lnTo>
                  <a:lnTo>
                    <a:pt x="14" y="580"/>
                  </a:lnTo>
                  <a:lnTo>
                    <a:pt x="14" y="580"/>
                  </a:lnTo>
                  <a:lnTo>
                    <a:pt x="14" y="580"/>
                  </a:lnTo>
                  <a:lnTo>
                    <a:pt x="14" y="580"/>
                  </a:lnTo>
                  <a:lnTo>
                    <a:pt x="13" y="580"/>
                  </a:lnTo>
                  <a:lnTo>
                    <a:pt x="13" y="580"/>
                  </a:lnTo>
                  <a:lnTo>
                    <a:pt x="13" y="580"/>
                  </a:lnTo>
                  <a:lnTo>
                    <a:pt x="13" y="580"/>
                  </a:lnTo>
                  <a:lnTo>
                    <a:pt x="13" y="580"/>
                  </a:lnTo>
                  <a:lnTo>
                    <a:pt x="13" y="580"/>
                  </a:lnTo>
                  <a:lnTo>
                    <a:pt x="13" y="580"/>
                  </a:lnTo>
                  <a:lnTo>
                    <a:pt x="13" y="580"/>
                  </a:lnTo>
                  <a:lnTo>
                    <a:pt x="13" y="581"/>
                  </a:lnTo>
                  <a:lnTo>
                    <a:pt x="13" y="581"/>
                  </a:lnTo>
                  <a:lnTo>
                    <a:pt x="13" y="582"/>
                  </a:lnTo>
                  <a:lnTo>
                    <a:pt x="13" y="582"/>
                  </a:lnTo>
                  <a:lnTo>
                    <a:pt x="13" y="581"/>
                  </a:lnTo>
                  <a:lnTo>
                    <a:pt x="13" y="581"/>
                  </a:lnTo>
                  <a:lnTo>
                    <a:pt x="12" y="580"/>
                  </a:lnTo>
                  <a:lnTo>
                    <a:pt x="11" y="580"/>
                  </a:lnTo>
                  <a:lnTo>
                    <a:pt x="11" y="580"/>
                  </a:lnTo>
                  <a:lnTo>
                    <a:pt x="12" y="580"/>
                  </a:lnTo>
                  <a:lnTo>
                    <a:pt x="11" y="580"/>
                  </a:lnTo>
                  <a:lnTo>
                    <a:pt x="11" y="580"/>
                  </a:lnTo>
                  <a:lnTo>
                    <a:pt x="11" y="580"/>
                  </a:lnTo>
                  <a:lnTo>
                    <a:pt x="10" y="580"/>
                  </a:lnTo>
                  <a:lnTo>
                    <a:pt x="9" y="580"/>
                  </a:lnTo>
                  <a:lnTo>
                    <a:pt x="9" y="580"/>
                  </a:lnTo>
                  <a:lnTo>
                    <a:pt x="9" y="580"/>
                  </a:lnTo>
                  <a:lnTo>
                    <a:pt x="9" y="580"/>
                  </a:lnTo>
                  <a:lnTo>
                    <a:pt x="9" y="579"/>
                  </a:lnTo>
                  <a:lnTo>
                    <a:pt x="10" y="578"/>
                  </a:lnTo>
                  <a:lnTo>
                    <a:pt x="10" y="579"/>
                  </a:lnTo>
                  <a:lnTo>
                    <a:pt x="11" y="579"/>
                  </a:lnTo>
                  <a:lnTo>
                    <a:pt x="12" y="579"/>
                  </a:lnTo>
                  <a:lnTo>
                    <a:pt x="11" y="579"/>
                  </a:lnTo>
                  <a:lnTo>
                    <a:pt x="12" y="578"/>
                  </a:lnTo>
                  <a:lnTo>
                    <a:pt x="12" y="579"/>
                  </a:lnTo>
                  <a:lnTo>
                    <a:pt x="12" y="578"/>
                  </a:lnTo>
                  <a:lnTo>
                    <a:pt x="12" y="578"/>
                  </a:lnTo>
                  <a:lnTo>
                    <a:pt x="12" y="577"/>
                  </a:lnTo>
                  <a:lnTo>
                    <a:pt x="11" y="577"/>
                  </a:lnTo>
                  <a:lnTo>
                    <a:pt x="12" y="577"/>
                  </a:lnTo>
                  <a:lnTo>
                    <a:pt x="12" y="577"/>
                  </a:lnTo>
                  <a:lnTo>
                    <a:pt x="12" y="577"/>
                  </a:lnTo>
                  <a:lnTo>
                    <a:pt x="12" y="576"/>
                  </a:lnTo>
                  <a:lnTo>
                    <a:pt x="11" y="576"/>
                  </a:lnTo>
                  <a:lnTo>
                    <a:pt x="12" y="576"/>
                  </a:lnTo>
                  <a:lnTo>
                    <a:pt x="11" y="576"/>
                  </a:lnTo>
                  <a:lnTo>
                    <a:pt x="12" y="576"/>
                  </a:lnTo>
                  <a:lnTo>
                    <a:pt x="12" y="575"/>
                  </a:lnTo>
                  <a:lnTo>
                    <a:pt x="12" y="574"/>
                  </a:lnTo>
                  <a:lnTo>
                    <a:pt x="13" y="574"/>
                  </a:lnTo>
                  <a:lnTo>
                    <a:pt x="13" y="574"/>
                  </a:lnTo>
                  <a:lnTo>
                    <a:pt x="13" y="574"/>
                  </a:lnTo>
                  <a:lnTo>
                    <a:pt x="13" y="573"/>
                  </a:lnTo>
                  <a:lnTo>
                    <a:pt x="14" y="573"/>
                  </a:lnTo>
                  <a:lnTo>
                    <a:pt x="14" y="573"/>
                  </a:lnTo>
                  <a:close/>
                  <a:moveTo>
                    <a:pt x="4" y="573"/>
                  </a:moveTo>
                  <a:lnTo>
                    <a:pt x="4" y="573"/>
                  </a:lnTo>
                  <a:lnTo>
                    <a:pt x="5" y="573"/>
                  </a:lnTo>
                  <a:lnTo>
                    <a:pt x="5" y="573"/>
                  </a:lnTo>
                  <a:lnTo>
                    <a:pt x="5" y="574"/>
                  </a:lnTo>
                  <a:lnTo>
                    <a:pt x="5" y="575"/>
                  </a:lnTo>
                  <a:lnTo>
                    <a:pt x="5" y="575"/>
                  </a:lnTo>
                  <a:lnTo>
                    <a:pt x="5" y="576"/>
                  </a:lnTo>
                  <a:lnTo>
                    <a:pt x="5" y="576"/>
                  </a:lnTo>
                  <a:lnTo>
                    <a:pt x="5" y="576"/>
                  </a:lnTo>
                  <a:lnTo>
                    <a:pt x="5" y="576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4" y="575"/>
                  </a:lnTo>
                  <a:lnTo>
                    <a:pt x="4" y="574"/>
                  </a:lnTo>
                  <a:lnTo>
                    <a:pt x="4" y="574"/>
                  </a:lnTo>
                  <a:lnTo>
                    <a:pt x="4" y="573"/>
                  </a:lnTo>
                  <a:lnTo>
                    <a:pt x="4" y="573"/>
                  </a:lnTo>
                  <a:lnTo>
                    <a:pt x="4" y="573"/>
                  </a:lnTo>
                  <a:close/>
                  <a:moveTo>
                    <a:pt x="19" y="571"/>
                  </a:moveTo>
                  <a:lnTo>
                    <a:pt x="19" y="571"/>
                  </a:lnTo>
                  <a:lnTo>
                    <a:pt x="20" y="571"/>
                  </a:lnTo>
                  <a:lnTo>
                    <a:pt x="20" y="571"/>
                  </a:lnTo>
                  <a:lnTo>
                    <a:pt x="19" y="571"/>
                  </a:lnTo>
                  <a:lnTo>
                    <a:pt x="19" y="572"/>
                  </a:lnTo>
                  <a:lnTo>
                    <a:pt x="20" y="572"/>
                  </a:lnTo>
                  <a:lnTo>
                    <a:pt x="20" y="572"/>
                  </a:lnTo>
                  <a:lnTo>
                    <a:pt x="20" y="572"/>
                  </a:lnTo>
                  <a:lnTo>
                    <a:pt x="19" y="572"/>
                  </a:lnTo>
                  <a:lnTo>
                    <a:pt x="18" y="572"/>
                  </a:lnTo>
                  <a:lnTo>
                    <a:pt x="19" y="571"/>
                  </a:lnTo>
                  <a:close/>
                  <a:moveTo>
                    <a:pt x="20" y="568"/>
                  </a:moveTo>
                  <a:lnTo>
                    <a:pt x="20" y="568"/>
                  </a:lnTo>
                  <a:lnTo>
                    <a:pt x="20" y="569"/>
                  </a:lnTo>
                  <a:lnTo>
                    <a:pt x="21" y="569"/>
                  </a:lnTo>
                  <a:lnTo>
                    <a:pt x="21" y="569"/>
                  </a:lnTo>
                  <a:lnTo>
                    <a:pt x="22" y="570"/>
                  </a:lnTo>
                  <a:lnTo>
                    <a:pt x="22" y="571"/>
                  </a:lnTo>
                  <a:lnTo>
                    <a:pt x="21" y="571"/>
                  </a:lnTo>
                  <a:lnTo>
                    <a:pt x="20" y="570"/>
                  </a:lnTo>
                  <a:lnTo>
                    <a:pt x="20" y="569"/>
                  </a:lnTo>
                  <a:lnTo>
                    <a:pt x="20" y="569"/>
                  </a:lnTo>
                  <a:lnTo>
                    <a:pt x="19" y="568"/>
                  </a:lnTo>
                  <a:lnTo>
                    <a:pt x="19" y="568"/>
                  </a:lnTo>
                  <a:lnTo>
                    <a:pt x="20" y="568"/>
                  </a:lnTo>
                  <a:close/>
                  <a:moveTo>
                    <a:pt x="4" y="565"/>
                  </a:moveTo>
                  <a:lnTo>
                    <a:pt x="4" y="566"/>
                  </a:lnTo>
                  <a:lnTo>
                    <a:pt x="4" y="567"/>
                  </a:lnTo>
                  <a:lnTo>
                    <a:pt x="4" y="567"/>
                  </a:lnTo>
                  <a:lnTo>
                    <a:pt x="4" y="567"/>
                  </a:lnTo>
                  <a:lnTo>
                    <a:pt x="4" y="567"/>
                  </a:lnTo>
                  <a:lnTo>
                    <a:pt x="5" y="567"/>
                  </a:lnTo>
                  <a:lnTo>
                    <a:pt x="5" y="567"/>
                  </a:lnTo>
                  <a:lnTo>
                    <a:pt x="5" y="568"/>
                  </a:lnTo>
                  <a:lnTo>
                    <a:pt x="5" y="568"/>
                  </a:lnTo>
                  <a:lnTo>
                    <a:pt x="5" y="569"/>
                  </a:lnTo>
                  <a:lnTo>
                    <a:pt x="5" y="569"/>
                  </a:lnTo>
                  <a:lnTo>
                    <a:pt x="5" y="569"/>
                  </a:lnTo>
                  <a:lnTo>
                    <a:pt x="4" y="570"/>
                  </a:lnTo>
                  <a:lnTo>
                    <a:pt x="4" y="570"/>
                  </a:lnTo>
                  <a:lnTo>
                    <a:pt x="5" y="571"/>
                  </a:lnTo>
                  <a:lnTo>
                    <a:pt x="5" y="571"/>
                  </a:lnTo>
                  <a:lnTo>
                    <a:pt x="5" y="572"/>
                  </a:lnTo>
                  <a:lnTo>
                    <a:pt x="4" y="572"/>
                  </a:lnTo>
                  <a:lnTo>
                    <a:pt x="4" y="572"/>
                  </a:lnTo>
                  <a:lnTo>
                    <a:pt x="3" y="572"/>
                  </a:lnTo>
                  <a:lnTo>
                    <a:pt x="3" y="572"/>
                  </a:lnTo>
                  <a:lnTo>
                    <a:pt x="4" y="572"/>
                  </a:lnTo>
                  <a:lnTo>
                    <a:pt x="4" y="571"/>
                  </a:lnTo>
                  <a:lnTo>
                    <a:pt x="3" y="571"/>
                  </a:lnTo>
                  <a:lnTo>
                    <a:pt x="3" y="571"/>
                  </a:lnTo>
                  <a:lnTo>
                    <a:pt x="4" y="571"/>
                  </a:lnTo>
                  <a:lnTo>
                    <a:pt x="4" y="570"/>
                  </a:lnTo>
                  <a:lnTo>
                    <a:pt x="4" y="570"/>
                  </a:lnTo>
                  <a:lnTo>
                    <a:pt x="4" y="570"/>
                  </a:lnTo>
                  <a:lnTo>
                    <a:pt x="3" y="570"/>
                  </a:lnTo>
                  <a:lnTo>
                    <a:pt x="2" y="570"/>
                  </a:lnTo>
                  <a:lnTo>
                    <a:pt x="2" y="570"/>
                  </a:lnTo>
                  <a:lnTo>
                    <a:pt x="3" y="568"/>
                  </a:lnTo>
                  <a:lnTo>
                    <a:pt x="3" y="567"/>
                  </a:lnTo>
                  <a:lnTo>
                    <a:pt x="4" y="567"/>
                  </a:lnTo>
                  <a:lnTo>
                    <a:pt x="4" y="567"/>
                  </a:lnTo>
                  <a:lnTo>
                    <a:pt x="4" y="567"/>
                  </a:lnTo>
                  <a:lnTo>
                    <a:pt x="4" y="567"/>
                  </a:lnTo>
                  <a:lnTo>
                    <a:pt x="4" y="567"/>
                  </a:lnTo>
                  <a:lnTo>
                    <a:pt x="4" y="567"/>
                  </a:lnTo>
                  <a:lnTo>
                    <a:pt x="3" y="567"/>
                  </a:lnTo>
                  <a:lnTo>
                    <a:pt x="4" y="566"/>
                  </a:lnTo>
                  <a:lnTo>
                    <a:pt x="4" y="565"/>
                  </a:lnTo>
                  <a:close/>
                  <a:moveTo>
                    <a:pt x="6" y="565"/>
                  </a:moveTo>
                  <a:lnTo>
                    <a:pt x="6" y="565"/>
                  </a:lnTo>
                  <a:lnTo>
                    <a:pt x="7" y="566"/>
                  </a:lnTo>
                  <a:lnTo>
                    <a:pt x="7" y="566"/>
                  </a:lnTo>
                  <a:lnTo>
                    <a:pt x="7" y="566"/>
                  </a:lnTo>
                  <a:lnTo>
                    <a:pt x="7" y="566"/>
                  </a:lnTo>
                  <a:lnTo>
                    <a:pt x="7" y="567"/>
                  </a:lnTo>
                  <a:lnTo>
                    <a:pt x="7" y="567"/>
                  </a:lnTo>
                  <a:lnTo>
                    <a:pt x="8" y="566"/>
                  </a:lnTo>
                  <a:lnTo>
                    <a:pt x="8" y="566"/>
                  </a:lnTo>
                  <a:lnTo>
                    <a:pt x="9" y="567"/>
                  </a:lnTo>
                  <a:lnTo>
                    <a:pt x="8" y="567"/>
                  </a:lnTo>
                  <a:lnTo>
                    <a:pt x="9" y="567"/>
                  </a:lnTo>
                  <a:lnTo>
                    <a:pt x="9" y="567"/>
                  </a:lnTo>
                  <a:lnTo>
                    <a:pt x="9" y="567"/>
                  </a:lnTo>
                  <a:lnTo>
                    <a:pt x="9" y="567"/>
                  </a:lnTo>
                  <a:lnTo>
                    <a:pt x="9" y="567"/>
                  </a:lnTo>
                  <a:lnTo>
                    <a:pt x="9" y="568"/>
                  </a:lnTo>
                  <a:lnTo>
                    <a:pt x="10" y="568"/>
                  </a:lnTo>
                  <a:lnTo>
                    <a:pt x="10" y="569"/>
                  </a:lnTo>
                  <a:lnTo>
                    <a:pt x="10" y="569"/>
                  </a:lnTo>
                  <a:lnTo>
                    <a:pt x="10" y="570"/>
                  </a:lnTo>
                  <a:lnTo>
                    <a:pt x="10" y="571"/>
                  </a:lnTo>
                  <a:lnTo>
                    <a:pt x="10" y="571"/>
                  </a:lnTo>
                  <a:lnTo>
                    <a:pt x="11" y="572"/>
                  </a:lnTo>
                  <a:lnTo>
                    <a:pt x="11" y="572"/>
                  </a:lnTo>
                  <a:lnTo>
                    <a:pt x="10" y="572"/>
                  </a:lnTo>
                  <a:lnTo>
                    <a:pt x="9" y="572"/>
                  </a:lnTo>
                  <a:lnTo>
                    <a:pt x="9" y="572"/>
                  </a:lnTo>
                  <a:lnTo>
                    <a:pt x="9" y="572"/>
                  </a:lnTo>
                  <a:lnTo>
                    <a:pt x="9" y="573"/>
                  </a:lnTo>
                  <a:lnTo>
                    <a:pt x="8" y="572"/>
                  </a:lnTo>
                  <a:lnTo>
                    <a:pt x="8" y="573"/>
                  </a:lnTo>
                  <a:lnTo>
                    <a:pt x="7" y="573"/>
                  </a:lnTo>
                  <a:lnTo>
                    <a:pt x="7" y="572"/>
                  </a:lnTo>
                  <a:lnTo>
                    <a:pt x="8" y="572"/>
                  </a:lnTo>
                  <a:lnTo>
                    <a:pt x="8" y="572"/>
                  </a:lnTo>
                  <a:lnTo>
                    <a:pt x="8" y="572"/>
                  </a:lnTo>
                  <a:lnTo>
                    <a:pt x="8" y="571"/>
                  </a:lnTo>
                  <a:lnTo>
                    <a:pt x="7" y="571"/>
                  </a:lnTo>
                  <a:lnTo>
                    <a:pt x="7" y="571"/>
                  </a:lnTo>
                  <a:lnTo>
                    <a:pt x="7" y="570"/>
                  </a:lnTo>
                  <a:lnTo>
                    <a:pt x="6" y="569"/>
                  </a:lnTo>
                  <a:lnTo>
                    <a:pt x="6" y="569"/>
                  </a:lnTo>
                  <a:lnTo>
                    <a:pt x="7" y="569"/>
                  </a:lnTo>
                  <a:lnTo>
                    <a:pt x="7" y="569"/>
                  </a:lnTo>
                  <a:lnTo>
                    <a:pt x="6" y="568"/>
                  </a:lnTo>
                  <a:lnTo>
                    <a:pt x="6" y="568"/>
                  </a:lnTo>
                  <a:lnTo>
                    <a:pt x="6" y="567"/>
                  </a:lnTo>
                  <a:lnTo>
                    <a:pt x="6" y="567"/>
                  </a:lnTo>
                  <a:lnTo>
                    <a:pt x="5" y="567"/>
                  </a:lnTo>
                  <a:lnTo>
                    <a:pt x="4" y="566"/>
                  </a:lnTo>
                  <a:lnTo>
                    <a:pt x="5" y="565"/>
                  </a:lnTo>
                  <a:lnTo>
                    <a:pt x="6" y="565"/>
                  </a:lnTo>
                  <a:lnTo>
                    <a:pt x="6" y="565"/>
                  </a:lnTo>
                  <a:close/>
                  <a:moveTo>
                    <a:pt x="12" y="564"/>
                  </a:moveTo>
                  <a:lnTo>
                    <a:pt x="12" y="564"/>
                  </a:lnTo>
                  <a:lnTo>
                    <a:pt x="12" y="565"/>
                  </a:lnTo>
                  <a:lnTo>
                    <a:pt x="12" y="565"/>
                  </a:lnTo>
                  <a:lnTo>
                    <a:pt x="12" y="565"/>
                  </a:lnTo>
                  <a:lnTo>
                    <a:pt x="12" y="565"/>
                  </a:lnTo>
                  <a:lnTo>
                    <a:pt x="13" y="566"/>
                  </a:lnTo>
                  <a:lnTo>
                    <a:pt x="13" y="566"/>
                  </a:lnTo>
                  <a:lnTo>
                    <a:pt x="13" y="567"/>
                  </a:lnTo>
                  <a:lnTo>
                    <a:pt x="12" y="567"/>
                  </a:lnTo>
                  <a:lnTo>
                    <a:pt x="12" y="566"/>
                  </a:lnTo>
                  <a:lnTo>
                    <a:pt x="12" y="566"/>
                  </a:lnTo>
                  <a:lnTo>
                    <a:pt x="12" y="566"/>
                  </a:lnTo>
                  <a:lnTo>
                    <a:pt x="11" y="566"/>
                  </a:lnTo>
                  <a:lnTo>
                    <a:pt x="11" y="565"/>
                  </a:lnTo>
                  <a:lnTo>
                    <a:pt x="11" y="566"/>
                  </a:lnTo>
                  <a:lnTo>
                    <a:pt x="10" y="567"/>
                  </a:lnTo>
                  <a:lnTo>
                    <a:pt x="10" y="565"/>
                  </a:lnTo>
                  <a:lnTo>
                    <a:pt x="11" y="564"/>
                  </a:lnTo>
                  <a:lnTo>
                    <a:pt x="11" y="565"/>
                  </a:lnTo>
                  <a:lnTo>
                    <a:pt x="12" y="564"/>
                  </a:lnTo>
                  <a:lnTo>
                    <a:pt x="12" y="564"/>
                  </a:lnTo>
                  <a:close/>
                  <a:moveTo>
                    <a:pt x="9" y="563"/>
                  </a:moveTo>
                  <a:lnTo>
                    <a:pt x="9" y="563"/>
                  </a:lnTo>
                  <a:lnTo>
                    <a:pt x="10" y="563"/>
                  </a:lnTo>
                  <a:lnTo>
                    <a:pt x="10" y="564"/>
                  </a:lnTo>
                  <a:lnTo>
                    <a:pt x="9" y="565"/>
                  </a:lnTo>
                  <a:lnTo>
                    <a:pt x="9" y="564"/>
                  </a:lnTo>
                  <a:lnTo>
                    <a:pt x="9" y="565"/>
                  </a:lnTo>
                  <a:lnTo>
                    <a:pt x="9" y="565"/>
                  </a:lnTo>
                  <a:lnTo>
                    <a:pt x="9" y="564"/>
                  </a:lnTo>
                  <a:lnTo>
                    <a:pt x="9" y="564"/>
                  </a:lnTo>
                  <a:lnTo>
                    <a:pt x="9" y="563"/>
                  </a:lnTo>
                  <a:lnTo>
                    <a:pt x="9" y="563"/>
                  </a:lnTo>
                  <a:lnTo>
                    <a:pt x="9" y="563"/>
                  </a:lnTo>
                  <a:lnTo>
                    <a:pt x="9" y="563"/>
                  </a:lnTo>
                  <a:close/>
                  <a:moveTo>
                    <a:pt x="13" y="562"/>
                  </a:moveTo>
                  <a:lnTo>
                    <a:pt x="13" y="563"/>
                  </a:lnTo>
                  <a:lnTo>
                    <a:pt x="13" y="563"/>
                  </a:lnTo>
                  <a:lnTo>
                    <a:pt x="13" y="563"/>
                  </a:lnTo>
                  <a:lnTo>
                    <a:pt x="13" y="563"/>
                  </a:lnTo>
                  <a:lnTo>
                    <a:pt x="14" y="563"/>
                  </a:lnTo>
                  <a:lnTo>
                    <a:pt x="15" y="563"/>
                  </a:lnTo>
                  <a:lnTo>
                    <a:pt x="15" y="565"/>
                  </a:lnTo>
                  <a:lnTo>
                    <a:pt x="15" y="566"/>
                  </a:lnTo>
                  <a:lnTo>
                    <a:pt x="16" y="566"/>
                  </a:lnTo>
                  <a:lnTo>
                    <a:pt x="16" y="566"/>
                  </a:lnTo>
                  <a:lnTo>
                    <a:pt x="17" y="566"/>
                  </a:lnTo>
                  <a:lnTo>
                    <a:pt x="17" y="566"/>
                  </a:lnTo>
                  <a:lnTo>
                    <a:pt x="17" y="566"/>
                  </a:lnTo>
                  <a:lnTo>
                    <a:pt x="17" y="566"/>
                  </a:lnTo>
                  <a:lnTo>
                    <a:pt x="18" y="566"/>
                  </a:lnTo>
                  <a:lnTo>
                    <a:pt x="18" y="566"/>
                  </a:lnTo>
                  <a:lnTo>
                    <a:pt x="18" y="566"/>
                  </a:lnTo>
                  <a:lnTo>
                    <a:pt x="19" y="565"/>
                  </a:lnTo>
                  <a:lnTo>
                    <a:pt x="19" y="565"/>
                  </a:lnTo>
                  <a:lnTo>
                    <a:pt x="20" y="566"/>
                  </a:lnTo>
                  <a:lnTo>
                    <a:pt x="20" y="567"/>
                  </a:lnTo>
                  <a:lnTo>
                    <a:pt x="19" y="567"/>
                  </a:lnTo>
                  <a:lnTo>
                    <a:pt x="19" y="567"/>
                  </a:lnTo>
                  <a:lnTo>
                    <a:pt x="19" y="567"/>
                  </a:lnTo>
                  <a:lnTo>
                    <a:pt x="19" y="567"/>
                  </a:lnTo>
                  <a:lnTo>
                    <a:pt x="18" y="567"/>
                  </a:lnTo>
                  <a:lnTo>
                    <a:pt x="18" y="567"/>
                  </a:lnTo>
                  <a:lnTo>
                    <a:pt x="17" y="567"/>
                  </a:lnTo>
                  <a:lnTo>
                    <a:pt x="17" y="568"/>
                  </a:lnTo>
                  <a:lnTo>
                    <a:pt x="16" y="568"/>
                  </a:lnTo>
                  <a:lnTo>
                    <a:pt x="15" y="567"/>
                  </a:lnTo>
                  <a:lnTo>
                    <a:pt x="14" y="567"/>
                  </a:lnTo>
                  <a:lnTo>
                    <a:pt x="14" y="567"/>
                  </a:lnTo>
                  <a:lnTo>
                    <a:pt x="13" y="567"/>
                  </a:lnTo>
                  <a:lnTo>
                    <a:pt x="13" y="566"/>
                  </a:lnTo>
                  <a:lnTo>
                    <a:pt x="13" y="565"/>
                  </a:lnTo>
                  <a:lnTo>
                    <a:pt x="13" y="565"/>
                  </a:lnTo>
                  <a:lnTo>
                    <a:pt x="13" y="565"/>
                  </a:lnTo>
                  <a:lnTo>
                    <a:pt x="13" y="565"/>
                  </a:lnTo>
                  <a:lnTo>
                    <a:pt x="13" y="564"/>
                  </a:lnTo>
                  <a:lnTo>
                    <a:pt x="13" y="564"/>
                  </a:lnTo>
                  <a:lnTo>
                    <a:pt x="13" y="564"/>
                  </a:lnTo>
                  <a:lnTo>
                    <a:pt x="13" y="564"/>
                  </a:lnTo>
                  <a:lnTo>
                    <a:pt x="13" y="563"/>
                  </a:lnTo>
                  <a:lnTo>
                    <a:pt x="13" y="563"/>
                  </a:lnTo>
                  <a:lnTo>
                    <a:pt x="13" y="562"/>
                  </a:lnTo>
                  <a:close/>
                  <a:moveTo>
                    <a:pt x="14" y="562"/>
                  </a:moveTo>
                  <a:lnTo>
                    <a:pt x="15" y="562"/>
                  </a:lnTo>
                  <a:lnTo>
                    <a:pt x="15" y="562"/>
                  </a:lnTo>
                  <a:lnTo>
                    <a:pt x="15" y="563"/>
                  </a:lnTo>
                  <a:lnTo>
                    <a:pt x="16" y="563"/>
                  </a:lnTo>
                  <a:lnTo>
                    <a:pt x="16" y="563"/>
                  </a:lnTo>
                  <a:lnTo>
                    <a:pt x="15" y="563"/>
                  </a:lnTo>
                  <a:lnTo>
                    <a:pt x="15" y="563"/>
                  </a:lnTo>
                  <a:lnTo>
                    <a:pt x="15" y="563"/>
                  </a:lnTo>
                  <a:lnTo>
                    <a:pt x="14" y="563"/>
                  </a:lnTo>
                  <a:lnTo>
                    <a:pt x="14" y="563"/>
                  </a:lnTo>
                  <a:lnTo>
                    <a:pt x="14" y="563"/>
                  </a:lnTo>
                  <a:lnTo>
                    <a:pt x="14" y="562"/>
                  </a:lnTo>
                  <a:lnTo>
                    <a:pt x="14" y="562"/>
                  </a:lnTo>
                  <a:close/>
                  <a:moveTo>
                    <a:pt x="661" y="405"/>
                  </a:moveTo>
                  <a:lnTo>
                    <a:pt x="661" y="406"/>
                  </a:lnTo>
                  <a:lnTo>
                    <a:pt x="660" y="408"/>
                  </a:lnTo>
                  <a:lnTo>
                    <a:pt x="660" y="409"/>
                  </a:lnTo>
                  <a:lnTo>
                    <a:pt x="660" y="409"/>
                  </a:lnTo>
                  <a:lnTo>
                    <a:pt x="660" y="408"/>
                  </a:lnTo>
                  <a:lnTo>
                    <a:pt x="660" y="405"/>
                  </a:lnTo>
                  <a:lnTo>
                    <a:pt x="661" y="405"/>
                  </a:lnTo>
                  <a:close/>
                  <a:moveTo>
                    <a:pt x="658" y="403"/>
                  </a:moveTo>
                  <a:lnTo>
                    <a:pt x="659" y="403"/>
                  </a:lnTo>
                  <a:lnTo>
                    <a:pt x="660" y="403"/>
                  </a:lnTo>
                  <a:lnTo>
                    <a:pt x="660" y="405"/>
                  </a:lnTo>
                  <a:lnTo>
                    <a:pt x="660" y="405"/>
                  </a:lnTo>
                  <a:lnTo>
                    <a:pt x="659" y="403"/>
                  </a:lnTo>
                  <a:lnTo>
                    <a:pt x="659" y="403"/>
                  </a:lnTo>
                  <a:lnTo>
                    <a:pt x="658" y="403"/>
                  </a:lnTo>
                  <a:lnTo>
                    <a:pt x="658" y="403"/>
                  </a:lnTo>
                  <a:close/>
                  <a:moveTo>
                    <a:pt x="622" y="77"/>
                  </a:moveTo>
                  <a:lnTo>
                    <a:pt x="623" y="70"/>
                  </a:lnTo>
                  <a:lnTo>
                    <a:pt x="624" y="69"/>
                  </a:lnTo>
                  <a:lnTo>
                    <a:pt x="625" y="69"/>
                  </a:lnTo>
                  <a:lnTo>
                    <a:pt x="626" y="73"/>
                  </a:lnTo>
                  <a:lnTo>
                    <a:pt x="630" y="70"/>
                  </a:lnTo>
                  <a:lnTo>
                    <a:pt x="632" y="71"/>
                  </a:lnTo>
                  <a:lnTo>
                    <a:pt x="634" y="68"/>
                  </a:lnTo>
                  <a:lnTo>
                    <a:pt x="638" y="66"/>
                  </a:lnTo>
                  <a:lnTo>
                    <a:pt x="643" y="67"/>
                  </a:lnTo>
                  <a:lnTo>
                    <a:pt x="646" y="61"/>
                  </a:lnTo>
                  <a:lnTo>
                    <a:pt x="651" y="61"/>
                  </a:lnTo>
                  <a:lnTo>
                    <a:pt x="657" y="56"/>
                  </a:lnTo>
                  <a:lnTo>
                    <a:pt x="658" y="55"/>
                  </a:lnTo>
                  <a:lnTo>
                    <a:pt x="658" y="52"/>
                  </a:lnTo>
                  <a:lnTo>
                    <a:pt x="654" y="48"/>
                  </a:lnTo>
                  <a:lnTo>
                    <a:pt x="653" y="43"/>
                  </a:lnTo>
                  <a:lnTo>
                    <a:pt x="650" y="40"/>
                  </a:lnTo>
                  <a:lnTo>
                    <a:pt x="650" y="35"/>
                  </a:lnTo>
                  <a:lnTo>
                    <a:pt x="652" y="33"/>
                  </a:lnTo>
                  <a:lnTo>
                    <a:pt x="651" y="30"/>
                  </a:lnTo>
                  <a:lnTo>
                    <a:pt x="653" y="24"/>
                  </a:lnTo>
                  <a:lnTo>
                    <a:pt x="656" y="26"/>
                  </a:lnTo>
                  <a:lnTo>
                    <a:pt x="658" y="30"/>
                  </a:lnTo>
                  <a:lnTo>
                    <a:pt x="661" y="32"/>
                  </a:lnTo>
                  <a:lnTo>
                    <a:pt x="664" y="30"/>
                  </a:lnTo>
                  <a:lnTo>
                    <a:pt x="669" y="26"/>
                  </a:lnTo>
                  <a:lnTo>
                    <a:pt x="673" y="25"/>
                  </a:lnTo>
                  <a:lnTo>
                    <a:pt x="677" y="31"/>
                  </a:lnTo>
                  <a:lnTo>
                    <a:pt x="678" y="36"/>
                  </a:lnTo>
                  <a:lnTo>
                    <a:pt x="688" y="39"/>
                  </a:lnTo>
                  <a:lnTo>
                    <a:pt x="690" y="39"/>
                  </a:lnTo>
                  <a:lnTo>
                    <a:pt x="695" y="31"/>
                  </a:lnTo>
                  <a:lnTo>
                    <a:pt x="701" y="32"/>
                  </a:lnTo>
                  <a:lnTo>
                    <a:pt x="704" y="30"/>
                  </a:lnTo>
                  <a:lnTo>
                    <a:pt x="700" y="27"/>
                  </a:lnTo>
                  <a:lnTo>
                    <a:pt x="701" y="20"/>
                  </a:lnTo>
                  <a:lnTo>
                    <a:pt x="703" y="18"/>
                  </a:lnTo>
                  <a:lnTo>
                    <a:pt x="711" y="17"/>
                  </a:lnTo>
                  <a:lnTo>
                    <a:pt x="706" y="27"/>
                  </a:lnTo>
                  <a:lnTo>
                    <a:pt x="708" y="30"/>
                  </a:lnTo>
                  <a:lnTo>
                    <a:pt x="712" y="27"/>
                  </a:lnTo>
                  <a:lnTo>
                    <a:pt x="718" y="27"/>
                  </a:lnTo>
                  <a:lnTo>
                    <a:pt x="725" y="29"/>
                  </a:lnTo>
                  <a:lnTo>
                    <a:pt x="734" y="22"/>
                  </a:lnTo>
                  <a:lnTo>
                    <a:pt x="739" y="21"/>
                  </a:lnTo>
                  <a:lnTo>
                    <a:pt x="743" y="22"/>
                  </a:lnTo>
                  <a:lnTo>
                    <a:pt x="746" y="21"/>
                  </a:lnTo>
                  <a:lnTo>
                    <a:pt x="750" y="22"/>
                  </a:lnTo>
                  <a:lnTo>
                    <a:pt x="756" y="27"/>
                  </a:lnTo>
                  <a:lnTo>
                    <a:pt x="758" y="27"/>
                  </a:lnTo>
                  <a:lnTo>
                    <a:pt x="759" y="24"/>
                  </a:lnTo>
                  <a:lnTo>
                    <a:pt x="759" y="20"/>
                  </a:lnTo>
                  <a:lnTo>
                    <a:pt x="755" y="14"/>
                  </a:lnTo>
                  <a:lnTo>
                    <a:pt x="752" y="13"/>
                  </a:lnTo>
                  <a:lnTo>
                    <a:pt x="752" y="12"/>
                  </a:lnTo>
                  <a:lnTo>
                    <a:pt x="756" y="9"/>
                  </a:lnTo>
                  <a:lnTo>
                    <a:pt x="761" y="10"/>
                  </a:lnTo>
                  <a:lnTo>
                    <a:pt x="767" y="2"/>
                  </a:lnTo>
                  <a:lnTo>
                    <a:pt x="770" y="0"/>
                  </a:lnTo>
                  <a:lnTo>
                    <a:pt x="773" y="4"/>
                  </a:lnTo>
                  <a:lnTo>
                    <a:pt x="777" y="6"/>
                  </a:lnTo>
                  <a:lnTo>
                    <a:pt x="779" y="11"/>
                  </a:lnTo>
                  <a:lnTo>
                    <a:pt x="784" y="21"/>
                  </a:lnTo>
                  <a:lnTo>
                    <a:pt x="787" y="22"/>
                  </a:lnTo>
                  <a:lnTo>
                    <a:pt x="793" y="21"/>
                  </a:lnTo>
                  <a:lnTo>
                    <a:pt x="795" y="22"/>
                  </a:lnTo>
                  <a:lnTo>
                    <a:pt x="790" y="29"/>
                  </a:lnTo>
                  <a:lnTo>
                    <a:pt x="788" y="32"/>
                  </a:lnTo>
                  <a:lnTo>
                    <a:pt x="788" y="33"/>
                  </a:lnTo>
                  <a:lnTo>
                    <a:pt x="788" y="33"/>
                  </a:lnTo>
                  <a:lnTo>
                    <a:pt x="787" y="40"/>
                  </a:lnTo>
                  <a:lnTo>
                    <a:pt x="794" y="43"/>
                  </a:lnTo>
                  <a:lnTo>
                    <a:pt x="795" y="45"/>
                  </a:lnTo>
                  <a:lnTo>
                    <a:pt x="795" y="48"/>
                  </a:lnTo>
                  <a:lnTo>
                    <a:pt x="789" y="53"/>
                  </a:lnTo>
                  <a:lnTo>
                    <a:pt x="790" y="57"/>
                  </a:lnTo>
                  <a:lnTo>
                    <a:pt x="787" y="61"/>
                  </a:lnTo>
                  <a:lnTo>
                    <a:pt x="784" y="68"/>
                  </a:lnTo>
                  <a:lnTo>
                    <a:pt x="783" y="83"/>
                  </a:lnTo>
                  <a:lnTo>
                    <a:pt x="778" y="90"/>
                  </a:lnTo>
                  <a:lnTo>
                    <a:pt x="781" y="93"/>
                  </a:lnTo>
                  <a:lnTo>
                    <a:pt x="783" y="101"/>
                  </a:lnTo>
                  <a:lnTo>
                    <a:pt x="784" y="108"/>
                  </a:lnTo>
                  <a:lnTo>
                    <a:pt x="789" y="113"/>
                  </a:lnTo>
                  <a:lnTo>
                    <a:pt x="789" y="115"/>
                  </a:lnTo>
                  <a:lnTo>
                    <a:pt x="788" y="117"/>
                  </a:lnTo>
                  <a:lnTo>
                    <a:pt x="782" y="115"/>
                  </a:lnTo>
                  <a:lnTo>
                    <a:pt x="782" y="118"/>
                  </a:lnTo>
                  <a:lnTo>
                    <a:pt x="782" y="123"/>
                  </a:lnTo>
                  <a:lnTo>
                    <a:pt x="787" y="128"/>
                  </a:lnTo>
                  <a:lnTo>
                    <a:pt x="786" y="134"/>
                  </a:lnTo>
                  <a:lnTo>
                    <a:pt x="783" y="136"/>
                  </a:lnTo>
                  <a:lnTo>
                    <a:pt x="784" y="143"/>
                  </a:lnTo>
                  <a:lnTo>
                    <a:pt x="785" y="145"/>
                  </a:lnTo>
                  <a:lnTo>
                    <a:pt x="789" y="145"/>
                  </a:lnTo>
                  <a:lnTo>
                    <a:pt x="796" y="158"/>
                  </a:lnTo>
                  <a:lnTo>
                    <a:pt x="799" y="159"/>
                  </a:lnTo>
                  <a:lnTo>
                    <a:pt x="800" y="166"/>
                  </a:lnTo>
                  <a:lnTo>
                    <a:pt x="805" y="173"/>
                  </a:lnTo>
                  <a:lnTo>
                    <a:pt x="808" y="176"/>
                  </a:lnTo>
                  <a:lnTo>
                    <a:pt x="810" y="181"/>
                  </a:lnTo>
                  <a:lnTo>
                    <a:pt x="809" y="183"/>
                  </a:lnTo>
                  <a:lnTo>
                    <a:pt x="804" y="184"/>
                  </a:lnTo>
                  <a:lnTo>
                    <a:pt x="803" y="186"/>
                  </a:lnTo>
                  <a:lnTo>
                    <a:pt x="808" y="195"/>
                  </a:lnTo>
                  <a:lnTo>
                    <a:pt x="813" y="199"/>
                  </a:lnTo>
                  <a:lnTo>
                    <a:pt x="814" y="202"/>
                  </a:lnTo>
                  <a:lnTo>
                    <a:pt x="816" y="204"/>
                  </a:lnTo>
                  <a:lnTo>
                    <a:pt x="816" y="208"/>
                  </a:lnTo>
                  <a:lnTo>
                    <a:pt x="808" y="208"/>
                  </a:lnTo>
                  <a:lnTo>
                    <a:pt x="810" y="216"/>
                  </a:lnTo>
                  <a:lnTo>
                    <a:pt x="807" y="223"/>
                  </a:lnTo>
                  <a:lnTo>
                    <a:pt x="808" y="229"/>
                  </a:lnTo>
                  <a:lnTo>
                    <a:pt x="807" y="231"/>
                  </a:lnTo>
                  <a:lnTo>
                    <a:pt x="800" y="228"/>
                  </a:lnTo>
                  <a:lnTo>
                    <a:pt x="796" y="229"/>
                  </a:lnTo>
                  <a:lnTo>
                    <a:pt x="794" y="233"/>
                  </a:lnTo>
                  <a:lnTo>
                    <a:pt x="792" y="234"/>
                  </a:lnTo>
                  <a:lnTo>
                    <a:pt x="783" y="232"/>
                  </a:lnTo>
                  <a:lnTo>
                    <a:pt x="781" y="233"/>
                  </a:lnTo>
                  <a:lnTo>
                    <a:pt x="782" y="242"/>
                  </a:lnTo>
                  <a:lnTo>
                    <a:pt x="787" y="251"/>
                  </a:lnTo>
                  <a:lnTo>
                    <a:pt x="789" y="256"/>
                  </a:lnTo>
                  <a:lnTo>
                    <a:pt x="788" y="262"/>
                  </a:lnTo>
                  <a:lnTo>
                    <a:pt x="792" y="264"/>
                  </a:lnTo>
                  <a:lnTo>
                    <a:pt x="793" y="267"/>
                  </a:lnTo>
                  <a:lnTo>
                    <a:pt x="791" y="273"/>
                  </a:lnTo>
                  <a:lnTo>
                    <a:pt x="793" y="281"/>
                  </a:lnTo>
                  <a:lnTo>
                    <a:pt x="793" y="286"/>
                  </a:lnTo>
                  <a:lnTo>
                    <a:pt x="796" y="289"/>
                  </a:lnTo>
                  <a:lnTo>
                    <a:pt x="797" y="291"/>
                  </a:lnTo>
                  <a:lnTo>
                    <a:pt x="794" y="294"/>
                  </a:lnTo>
                  <a:lnTo>
                    <a:pt x="793" y="297"/>
                  </a:lnTo>
                  <a:lnTo>
                    <a:pt x="796" y="302"/>
                  </a:lnTo>
                  <a:lnTo>
                    <a:pt x="795" y="307"/>
                  </a:lnTo>
                  <a:lnTo>
                    <a:pt x="787" y="309"/>
                  </a:lnTo>
                  <a:lnTo>
                    <a:pt x="785" y="307"/>
                  </a:lnTo>
                  <a:lnTo>
                    <a:pt x="780" y="303"/>
                  </a:lnTo>
                  <a:lnTo>
                    <a:pt x="773" y="302"/>
                  </a:lnTo>
                  <a:lnTo>
                    <a:pt x="769" y="299"/>
                  </a:lnTo>
                  <a:lnTo>
                    <a:pt x="761" y="298"/>
                  </a:lnTo>
                  <a:lnTo>
                    <a:pt x="757" y="293"/>
                  </a:lnTo>
                  <a:lnTo>
                    <a:pt x="756" y="294"/>
                  </a:lnTo>
                  <a:lnTo>
                    <a:pt x="754" y="297"/>
                  </a:lnTo>
                  <a:lnTo>
                    <a:pt x="751" y="297"/>
                  </a:lnTo>
                  <a:lnTo>
                    <a:pt x="752" y="294"/>
                  </a:lnTo>
                  <a:lnTo>
                    <a:pt x="751" y="294"/>
                  </a:lnTo>
                  <a:lnTo>
                    <a:pt x="742" y="296"/>
                  </a:lnTo>
                  <a:lnTo>
                    <a:pt x="738" y="299"/>
                  </a:lnTo>
                  <a:lnTo>
                    <a:pt x="745" y="311"/>
                  </a:lnTo>
                  <a:lnTo>
                    <a:pt x="750" y="316"/>
                  </a:lnTo>
                  <a:lnTo>
                    <a:pt x="753" y="316"/>
                  </a:lnTo>
                  <a:lnTo>
                    <a:pt x="757" y="313"/>
                  </a:lnTo>
                  <a:lnTo>
                    <a:pt x="762" y="314"/>
                  </a:lnTo>
                  <a:lnTo>
                    <a:pt x="761" y="320"/>
                  </a:lnTo>
                  <a:lnTo>
                    <a:pt x="756" y="325"/>
                  </a:lnTo>
                  <a:lnTo>
                    <a:pt x="758" y="331"/>
                  </a:lnTo>
                  <a:lnTo>
                    <a:pt x="762" y="330"/>
                  </a:lnTo>
                  <a:lnTo>
                    <a:pt x="764" y="340"/>
                  </a:lnTo>
                  <a:lnTo>
                    <a:pt x="762" y="343"/>
                  </a:lnTo>
                  <a:lnTo>
                    <a:pt x="761" y="348"/>
                  </a:lnTo>
                  <a:lnTo>
                    <a:pt x="763" y="353"/>
                  </a:lnTo>
                  <a:lnTo>
                    <a:pt x="765" y="356"/>
                  </a:lnTo>
                  <a:lnTo>
                    <a:pt x="774" y="354"/>
                  </a:lnTo>
                  <a:lnTo>
                    <a:pt x="775" y="355"/>
                  </a:lnTo>
                  <a:lnTo>
                    <a:pt x="774" y="360"/>
                  </a:lnTo>
                  <a:lnTo>
                    <a:pt x="784" y="360"/>
                  </a:lnTo>
                  <a:lnTo>
                    <a:pt x="785" y="365"/>
                  </a:lnTo>
                  <a:lnTo>
                    <a:pt x="785" y="365"/>
                  </a:lnTo>
                  <a:lnTo>
                    <a:pt x="782" y="365"/>
                  </a:lnTo>
                  <a:lnTo>
                    <a:pt x="781" y="365"/>
                  </a:lnTo>
                  <a:lnTo>
                    <a:pt x="778" y="365"/>
                  </a:lnTo>
                  <a:lnTo>
                    <a:pt x="776" y="365"/>
                  </a:lnTo>
                  <a:lnTo>
                    <a:pt x="774" y="367"/>
                  </a:lnTo>
                  <a:lnTo>
                    <a:pt x="774" y="367"/>
                  </a:lnTo>
                  <a:lnTo>
                    <a:pt x="774" y="367"/>
                  </a:lnTo>
                  <a:lnTo>
                    <a:pt x="774" y="367"/>
                  </a:lnTo>
                  <a:lnTo>
                    <a:pt x="773" y="368"/>
                  </a:lnTo>
                  <a:lnTo>
                    <a:pt x="773" y="368"/>
                  </a:lnTo>
                  <a:lnTo>
                    <a:pt x="773" y="369"/>
                  </a:lnTo>
                  <a:lnTo>
                    <a:pt x="773" y="369"/>
                  </a:lnTo>
                  <a:lnTo>
                    <a:pt x="773" y="370"/>
                  </a:lnTo>
                  <a:lnTo>
                    <a:pt x="773" y="371"/>
                  </a:lnTo>
                  <a:lnTo>
                    <a:pt x="773" y="371"/>
                  </a:lnTo>
                  <a:lnTo>
                    <a:pt x="772" y="372"/>
                  </a:lnTo>
                  <a:lnTo>
                    <a:pt x="772" y="372"/>
                  </a:lnTo>
                  <a:lnTo>
                    <a:pt x="771" y="371"/>
                  </a:lnTo>
                  <a:lnTo>
                    <a:pt x="769" y="370"/>
                  </a:lnTo>
                  <a:lnTo>
                    <a:pt x="769" y="370"/>
                  </a:lnTo>
                  <a:lnTo>
                    <a:pt x="769" y="370"/>
                  </a:lnTo>
                  <a:lnTo>
                    <a:pt x="768" y="370"/>
                  </a:lnTo>
                  <a:lnTo>
                    <a:pt x="765" y="369"/>
                  </a:lnTo>
                  <a:lnTo>
                    <a:pt x="764" y="370"/>
                  </a:lnTo>
                  <a:lnTo>
                    <a:pt x="764" y="369"/>
                  </a:lnTo>
                  <a:lnTo>
                    <a:pt x="762" y="369"/>
                  </a:lnTo>
                  <a:lnTo>
                    <a:pt x="761" y="369"/>
                  </a:lnTo>
                  <a:lnTo>
                    <a:pt x="759" y="369"/>
                  </a:lnTo>
                  <a:lnTo>
                    <a:pt x="758" y="369"/>
                  </a:lnTo>
                  <a:lnTo>
                    <a:pt x="756" y="369"/>
                  </a:lnTo>
                  <a:lnTo>
                    <a:pt x="756" y="369"/>
                  </a:lnTo>
                  <a:lnTo>
                    <a:pt x="755" y="369"/>
                  </a:lnTo>
                  <a:lnTo>
                    <a:pt x="754" y="369"/>
                  </a:lnTo>
                  <a:lnTo>
                    <a:pt x="753" y="370"/>
                  </a:lnTo>
                  <a:lnTo>
                    <a:pt x="752" y="370"/>
                  </a:lnTo>
                  <a:lnTo>
                    <a:pt x="751" y="371"/>
                  </a:lnTo>
                  <a:lnTo>
                    <a:pt x="749" y="371"/>
                  </a:lnTo>
                  <a:lnTo>
                    <a:pt x="747" y="372"/>
                  </a:lnTo>
                  <a:lnTo>
                    <a:pt x="747" y="372"/>
                  </a:lnTo>
                  <a:lnTo>
                    <a:pt x="746" y="372"/>
                  </a:lnTo>
                  <a:lnTo>
                    <a:pt x="745" y="373"/>
                  </a:lnTo>
                  <a:lnTo>
                    <a:pt x="744" y="373"/>
                  </a:lnTo>
                  <a:lnTo>
                    <a:pt x="744" y="374"/>
                  </a:lnTo>
                  <a:lnTo>
                    <a:pt x="743" y="375"/>
                  </a:lnTo>
                  <a:lnTo>
                    <a:pt x="743" y="375"/>
                  </a:lnTo>
                  <a:lnTo>
                    <a:pt x="742" y="376"/>
                  </a:lnTo>
                  <a:lnTo>
                    <a:pt x="741" y="377"/>
                  </a:lnTo>
                  <a:lnTo>
                    <a:pt x="740" y="377"/>
                  </a:lnTo>
                  <a:lnTo>
                    <a:pt x="740" y="378"/>
                  </a:lnTo>
                  <a:lnTo>
                    <a:pt x="740" y="378"/>
                  </a:lnTo>
                  <a:lnTo>
                    <a:pt x="739" y="378"/>
                  </a:lnTo>
                  <a:lnTo>
                    <a:pt x="739" y="379"/>
                  </a:lnTo>
                  <a:lnTo>
                    <a:pt x="739" y="379"/>
                  </a:lnTo>
                  <a:lnTo>
                    <a:pt x="738" y="379"/>
                  </a:lnTo>
                  <a:lnTo>
                    <a:pt x="738" y="379"/>
                  </a:lnTo>
                  <a:lnTo>
                    <a:pt x="738" y="378"/>
                  </a:lnTo>
                  <a:lnTo>
                    <a:pt x="738" y="377"/>
                  </a:lnTo>
                  <a:lnTo>
                    <a:pt x="738" y="377"/>
                  </a:lnTo>
                  <a:lnTo>
                    <a:pt x="738" y="377"/>
                  </a:lnTo>
                  <a:lnTo>
                    <a:pt x="739" y="377"/>
                  </a:lnTo>
                  <a:lnTo>
                    <a:pt x="739" y="377"/>
                  </a:lnTo>
                  <a:lnTo>
                    <a:pt x="740" y="377"/>
                  </a:lnTo>
                  <a:lnTo>
                    <a:pt x="740" y="377"/>
                  </a:lnTo>
                  <a:lnTo>
                    <a:pt x="740" y="377"/>
                  </a:lnTo>
                  <a:lnTo>
                    <a:pt x="741" y="377"/>
                  </a:lnTo>
                  <a:lnTo>
                    <a:pt x="741" y="376"/>
                  </a:lnTo>
                  <a:lnTo>
                    <a:pt x="741" y="376"/>
                  </a:lnTo>
                  <a:lnTo>
                    <a:pt x="741" y="375"/>
                  </a:lnTo>
                  <a:lnTo>
                    <a:pt x="740" y="375"/>
                  </a:lnTo>
                  <a:lnTo>
                    <a:pt x="740" y="374"/>
                  </a:lnTo>
                  <a:lnTo>
                    <a:pt x="740" y="374"/>
                  </a:lnTo>
                  <a:lnTo>
                    <a:pt x="740" y="374"/>
                  </a:lnTo>
                  <a:lnTo>
                    <a:pt x="739" y="374"/>
                  </a:lnTo>
                  <a:lnTo>
                    <a:pt x="739" y="374"/>
                  </a:lnTo>
                  <a:lnTo>
                    <a:pt x="738" y="373"/>
                  </a:lnTo>
                  <a:lnTo>
                    <a:pt x="738" y="373"/>
                  </a:lnTo>
                  <a:lnTo>
                    <a:pt x="738" y="373"/>
                  </a:lnTo>
                  <a:lnTo>
                    <a:pt x="738" y="373"/>
                  </a:lnTo>
                  <a:lnTo>
                    <a:pt x="738" y="374"/>
                  </a:lnTo>
                  <a:lnTo>
                    <a:pt x="738" y="373"/>
                  </a:lnTo>
                  <a:lnTo>
                    <a:pt x="738" y="372"/>
                  </a:lnTo>
                  <a:lnTo>
                    <a:pt x="738" y="372"/>
                  </a:lnTo>
                  <a:lnTo>
                    <a:pt x="738" y="372"/>
                  </a:lnTo>
                  <a:lnTo>
                    <a:pt x="738" y="372"/>
                  </a:lnTo>
                  <a:lnTo>
                    <a:pt x="738" y="372"/>
                  </a:lnTo>
                  <a:lnTo>
                    <a:pt x="738" y="372"/>
                  </a:lnTo>
                  <a:lnTo>
                    <a:pt x="738" y="372"/>
                  </a:lnTo>
                  <a:lnTo>
                    <a:pt x="738" y="372"/>
                  </a:lnTo>
                  <a:lnTo>
                    <a:pt x="737" y="372"/>
                  </a:lnTo>
                  <a:lnTo>
                    <a:pt x="737" y="372"/>
                  </a:lnTo>
                  <a:lnTo>
                    <a:pt x="737" y="372"/>
                  </a:lnTo>
                  <a:lnTo>
                    <a:pt x="737" y="372"/>
                  </a:lnTo>
                  <a:lnTo>
                    <a:pt x="736" y="372"/>
                  </a:lnTo>
                  <a:lnTo>
                    <a:pt x="736" y="372"/>
                  </a:lnTo>
                  <a:lnTo>
                    <a:pt x="736" y="372"/>
                  </a:lnTo>
                  <a:lnTo>
                    <a:pt x="736" y="372"/>
                  </a:lnTo>
                  <a:lnTo>
                    <a:pt x="737" y="371"/>
                  </a:lnTo>
                  <a:lnTo>
                    <a:pt x="737" y="371"/>
                  </a:lnTo>
                  <a:lnTo>
                    <a:pt x="737" y="371"/>
                  </a:lnTo>
                  <a:lnTo>
                    <a:pt x="736" y="371"/>
                  </a:lnTo>
                  <a:lnTo>
                    <a:pt x="735" y="371"/>
                  </a:lnTo>
                  <a:lnTo>
                    <a:pt x="735" y="372"/>
                  </a:lnTo>
                  <a:lnTo>
                    <a:pt x="735" y="372"/>
                  </a:lnTo>
                  <a:lnTo>
                    <a:pt x="734" y="372"/>
                  </a:lnTo>
                  <a:lnTo>
                    <a:pt x="734" y="372"/>
                  </a:lnTo>
                  <a:lnTo>
                    <a:pt x="734" y="372"/>
                  </a:lnTo>
                  <a:lnTo>
                    <a:pt x="734" y="372"/>
                  </a:lnTo>
                  <a:lnTo>
                    <a:pt x="733" y="372"/>
                  </a:lnTo>
                  <a:lnTo>
                    <a:pt x="732" y="372"/>
                  </a:lnTo>
                  <a:lnTo>
                    <a:pt x="732" y="372"/>
                  </a:lnTo>
                  <a:lnTo>
                    <a:pt x="732" y="372"/>
                  </a:lnTo>
                  <a:lnTo>
                    <a:pt x="732" y="372"/>
                  </a:lnTo>
                  <a:lnTo>
                    <a:pt x="732" y="372"/>
                  </a:lnTo>
                  <a:lnTo>
                    <a:pt x="731" y="372"/>
                  </a:lnTo>
                  <a:lnTo>
                    <a:pt x="730" y="372"/>
                  </a:lnTo>
                  <a:lnTo>
                    <a:pt x="730" y="372"/>
                  </a:lnTo>
                  <a:lnTo>
                    <a:pt x="730" y="372"/>
                  </a:lnTo>
                  <a:lnTo>
                    <a:pt x="727" y="372"/>
                  </a:lnTo>
                  <a:lnTo>
                    <a:pt x="727" y="372"/>
                  </a:lnTo>
                  <a:lnTo>
                    <a:pt x="726" y="372"/>
                  </a:lnTo>
                  <a:lnTo>
                    <a:pt x="725" y="372"/>
                  </a:lnTo>
                  <a:lnTo>
                    <a:pt x="725" y="371"/>
                  </a:lnTo>
                  <a:lnTo>
                    <a:pt x="724" y="370"/>
                  </a:lnTo>
                  <a:lnTo>
                    <a:pt x="724" y="370"/>
                  </a:lnTo>
                  <a:lnTo>
                    <a:pt x="723" y="370"/>
                  </a:lnTo>
                  <a:lnTo>
                    <a:pt x="723" y="369"/>
                  </a:lnTo>
                  <a:lnTo>
                    <a:pt x="722" y="369"/>
                  </a:lnTo>
                  <a:lnTo>
                    <a:pt x="722" y="370"/>
                  </a:lnTo>
                  <a:lnTo>
                    <a:pt x="723" y="370"/>
                  </a:lnTo>
                  <a:lnTo>
                    <a:pt x="722" y="370"/>
                  </a:lnTo>
                  <a:lnTo>
                    <a:pt x="722" y="371"/>
                  </a:lnTo>
                  <a:lnTo>
                    <a:pt x="722" y="371"/>
                  </a:lnTo>
                  <a:lnTo>
                    <a:pt x="722" y="371"/>
                  </a:lnTo>
                  <a:lnTo>
                    <a:pt x="721" y="370"/>
                  </a:lnTo>
                  <a:lnTo>
                    <a:pt x="721" y="370"/>
                  </a:lnTo>
                  <a:lnTo>
                    <a:pt x="721" y="370"/>
                  </a:lnTo>
                  <a:lnTo>
                    <a:pt x="721" y="370"/>
                  </a:lnTo>
                  <a:lnTo>
                    <a:pt x="721" y="370"/>
                  </a:lnTo>
                  <a:lnTo>
                    <a:pt x="720" y="370"/>
                  </a:lnTo>
                  <a:lnTo>
                    <a:pt x="719" y="371"/>
                  </a:lnTo>
                  <a:lnTo>
                    <a:pt x="719" y="372"/>
                  </a:lnTo>
                  <a:lnTo>
                    <a:pt x="718" y="372"/>
                  </a:lnTo>
                  <a:lnTo>
                    <a:pt x="718" y="372"/>
                  </a:lnTo>
                  <a:lnTo>
                    <a:pt x="719" y="372"/>
                  </a:lnTo>
                  <a:lnTo>
                    <a:pt x="720" y="372"/>
                  </a:lnTo>
                  <a:lnTo>
                    <a:pt x="720" y="372"/>
                  </a:lnTo>
                  <a:lnTo>
                    <a:pt x="719" y="373"/>
                  </a:lnTo>
                  <a:lnTo>
                    <a:pt x="717" y="373"/>
                  </a:lnTo>
                  <a:lnTo>
                    <a:pt x="718" y="373"/>
                  </a:lnTo>
                  <a:lnTo>
                    <a:pt x="717" y="374"/>
                  </a:lnTo>
                  <a:lnTo>
                    <a:pt x="718" y="375"/>
                  </a:lnTo>
                  <a:lnTo>
                    <a:pt x="717" y="375"/>
                  </a:lnTo>
                  <a:lnTo>
                    <a:pt x="717" y="376"/>
                  </a:lnTo>
                  <a:lnTo>
                    <a:pt x="717" y="376"/>
                  </a:lnTo>
                  <a:lnTo>
                    <a:pt x="717" y="376"/>
                  </a:lnTo>
                  <a:lnTo>
                    <a:pt x="717" y="376"/>
                  </a:lnTo>
                  <a:lnTo>
                    <a:pt x="717" y="376"/>
                  </a:lnTo>
                  <a:lnTo>
                    <a:pt x="717" y="376"/>
                  </a:lnTo>
                  <a:lnTo>
                    <a:pt x="717" y="376"/>
                  </a:lnTo>
                  <a:lnTo>
                    <a:pt x="717" y="377"/>
                  </a:lnTo>
                  <a:lnTo>
                    <a:pt x="717" y="377"/>
                  </a:lnTo>
                  <a:lnTo>
                    <a:pt x="717" y="378"/>
                  </a:lnTo>
                  <a:lnTo>
                    <a:pt x="717" y="378"/>
                  </a:lnTo>
                  <a:lnTo>
                    <a:pt x="717" y="377"/>
                  </a:lnTo>
                  <a:lnTo>
                    <a:pt x="718" y="378"/>
                  </a:lnTo>
                  <a:lnTo>
                    <a:pt x="719" y="377"/>
                  </a:lnTo>
                  <a:lnTo>
                    <a:pt x="720" y="377"/>
                  </a:lnTo>
                  <a:lnTo>
                    <a:pt x="720" y="376"/>
                  </a:lnTo>
                  <a:lnTo>
                    <a:pt x="721" y="376"/>
                  </a:lnTo>
                  <a:lnTo>
                    <a:pt x="721" y="375"/>
                  </a:lnTo>
                  <a:lnTo>
                    <a:pt x="723" y="374"/>
                  </a:lnTo>
                  <a:lnTo>
                    <a:pt x="723" y="373"/>
                  </a:lnTo>
                  <a:lnTo>
                    <a:pt x="723" y="372"/>
                  </a:lnTo>
                  <a:lnTo>
                    <a:pt x="724" y="372"/>
                  </a:lnTo>
                  <a:lnTo>
                    <a:pt x="725" y="372"/>
                  </a:lnTo>
                  <a:lnTo>
                    <a:pt x="726" y="373"/>
                  </a:lnTo>
                  <a:lnTo>
                    <a:pt x="727" y="374"/>
                  </a:lnTo>
                  <a:lnTo>
                    <a:pt x="727" y="374"/>
                  </a:lnTo>
                  <a:lnTo>
                    <a:pt x="726" y="374"/>
                  </a:lnTo>
                  <a:lnTo>
                    <a:pt x="726" y="374"/>
                  </a:lnTo>
                  <a:lnTo>
                    <a:pt x="725" y="374"/>
                  </a:lnTo>
                  <a:lnTo>
                    <a:pt x="725" y="374"/>
                  </a:lnTo>
                  <a:lnTo>
                    <a:pt x="725" y="374"/>
                  </a:lnTo>
                  <a:lnTo>
                    <a:pt x="725" y="374"/>
                  </a:lnTo>
                  <a:lnTo>
                    <a:pt x="725" y="374"/>
                  </a:lnTo>
                  <a:lnTo>
                    <a:pt x="725" y="375"/>
                  </a:lnTo>
                  <a:lnTo>
                    <a:pt x="725" y="375"/>
                  </a:lnTo>
                  <a:lnTo>
                    <a:pt x="725" y="376"/>
                  </a:lnTo>
                  <a:lnTo>
                    <a:pt x="725" y="377"/>
                  </a:lnTo>
                  <a:lnTo>
                    <a:pt x="725" y="377"/>
                  </a:lnTo>
                  <a:lnTo>
                    <a:pt x="725" y="377"/>
                  </a:lnTo>
                  <a:lnTo>
                    <a:pt x="725" y="377"/>
                  </a:lnTo>
                  <a:lnTo>
                    <a:pt x="725" y="378"/>
                  </a:lnTo>
                  <a:lnTo>
                    <a:pt x="725" y="379"/>
                  </a:lnTo>
                  <a:lnTo>
                    <a:pt x="724" y="379"/>
                  </a:lnTo>
                  <a:lnTo>
                    <a:pt x="724" y="380"/>
                  </a:lnTo>
                  <a:lnTo>
                    <a:pt x="722" y="380"/>
                  </a:lnTo>
                  <a:lnTo>
                    <a:pt x="722" y="381"/>
                  </a:lnTo>
                  <a:lnTo>
                    <a:pt x="723" y="380"/>
                  </a:lnTo>
                  <a:lnTo>
                    <a:pt x="724" y="380"/>
                  </a:lnTo>
                  <a:lnTo>
                    <a:pt x="725" y="379"/>
                  </a:lnTo>
                  <a:lnTo>
                    <a:pt x="725" y="379"/>
                  </a:lnTo>
                  <a:lnTo>
                    <a:pt x="725" y="379"/>
                  </a:lnTo>
                  <a:lnTo>
                    <a:pt x="725" y="379"/>
                  </a:lnTo>
                  <a:lnTo>
                    <a:pt x="725" y="380"/>
                  </a:lnTo>
                  <a:lnTo>
                    <a:pt x="725" y="380"/>
                  </a:lnTo>
                  <a:lnTo>
                    <a:pt x="725" y="381"/>
                  </a:lnTo>
                  <a:lnTo>
                    <a:pt x="725" y="381"/>
                  </a:lnTo>
                  <a:lnTo>
                    <a:pt x="725" y="381"/>
                  </a:lnTo>
                  <a:lnTo>
                    <a:pt x="725" y="381"/>
                  </a:lnTo>
                  <a:lnTo>
                    <a:pt x="725" y="381"/>
                  </a:lnTo>
                  <a:lnTo>
                    <a:pt x="726" y="381"/>
                  </a:lnTo>
                  <a:lnTo>
                    <a:pt x="726" y="379"/>
                  </a:lnTo>
                  <a:lnTo>
                    <a:pt x="727" y="379"/>
                  </a:lnTo>
                  <a:lnTo>
                    <a:pt x="728" y="379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29" y="381"/>
                  </a:lnTo>
                  <a:lnTo>
                    <a:pt x="729" y="381"/>
                  </a:lnTo>
                  <a:lnTo>
                    <a:pt x="729" y="381"/>
                  </a:lnTo>
                  <a:lnTo>
                    <a:pt x="729" y="381"/>
                  </a:lnTo>
                  <a:lnTo>
                    <a:pt x="730" y="381"/>
                  </a:lnTo>
                  <a:lnTo>
                    <a:pt x="730" y="381"/>
                  </a:lnTo>
                  <a:lnTo>
                    <a:pt x="730" y="381"/>
                  </a:lnTo>
                  <a:lnTo>
                    <a:pt x="730" y="381"/>
                  </a:lnTo>
                  <a:lnTo>
                    <a:pt x="730" y="381"/>
                  </a:lnTo>
                  <a:lnTo>
                    <a:pt x="730" y="382"/>
                  </a:lnTo>
                  <a:lnTo>
                    <a:pt x="730" y="382"/>
                  </a:lnTo>
                  <a:lnTo>
                    <a:pt x="730" y="383"/>
                  </a:lnTo>
                  <a:lnTo>
                    <a:pt x="730" y="383"/>
                  </a:lnTo>
                  <a:lnTo>
                    <a:pt x="731" y="383"/>
                  </a:lnTo>
                  <a:lnTo>
                    <a:pt x="731" y="382"/>
                  </a:lnTo>
                  <a:lnTo>
                    <a:pt x="731" y="381"/>
                  </a:lnTo>
                  <a:lnTo>
                    <a:pt x="732" y="381"/>
                  </a:lnTo>
                  <a:lnTo>
                    <a:pt x="733" y="381"/>
                  </a:lnTo>
                  <a:lnTo>
                    <a:pt x="734" y="381"/>
                  </a:lnTo>
                  <a:lnTo>
                    <a:pt x="734" y="381"/>
                  </a:lnTo>
                  <a:lnTo>
                    <a:pt x="734" y="381"/>
                  </a:lnTo>
                  <a:lnTo>
                    <a:pt x="733" y="381"/>
                  </a:lnTo>
                  <a:lnTo>
                    <a:pt x="733" y="382"/>
                  </a:lnTo>
                  <a:lnTo>
                    <a:pt x="733" y="382"/>
                  </a:lnTo>
                  <a:lnTo>
                    <a:pt x="733" y="383"/>
                  </a:lnTo>
                  <a:lnTo>
                    <a:pt x="734" y="383"/>
                  </a:lnTo>
                  <a:lnTo>
                    <a:pt x="734" y="384"/>
                  </a:lnTo>
                  <a:lnTo>
                    <a:pt x="734" y="384"/>
                  </a:lnTo>
                  <a:lnTo>
                    <a:pt x="734" y="385"/>
                  </a:lnTo>
                  <a:lnTo>
                    <a:pt x="734" y="385"/>
                  </a:lnTo>
                  <a:lnTo>
                    <a:pt x="734" y="384"/>
                  </a:lnTo>
                  <a:lnTo>
                    <a:pt x="734" y="384"/>
                  </a:lnTo>
                  <a:lnTo>
                    <a:pt x="734" y="384"/>
                  </a:lnTo>
                  <a:lnTo>
                    <a:pt x="734" y="384"/>
                  </a:lnTo>
                  <a:lnTo>
                    <a:pt x="735" y="385"/>
                  </a:lnTo>
                  <a:lnTo>
                    <a:pt x="735" y="384"/>
                  </a:lnTo>
                  <a:lnTo>
                    <a:pt x="735" y="384"/>
                  </a:lnTo>
                  <a:lnTo>
                    <a:pt x="735" y="384"/>
                  </a:lnTo>
                  <a:lnTo>
                    <a:pt x="735" y="383"/>
                  </a:lnTo>
                  <a:lnTo>
                    <a:pt x="735" y="382"/>
                  </a:lnTo>
                  <a:lnTo>
                    <a:pt x="736" y="382"/>
                  </a:lnTo>
                  <a:lnTo>
                    <a:pt x="736" y="381"/>
                  </a:lnTo>
                  <a:lnTo>
                    <a:pt x="737" y="381"/>
                  </a:lnTo>
                  <a:lnTo>
                    <a:pt x="737" y="381"/>
                  </a:lnTo>
                  <a:lnTo>
                    <a:pt x="737" y="381"/>
                  </a:lnTo>
                  <a:lnTo>
                    <a:pt x="738" y="381"/>
                  </a:lnTo>
                  <a:lnTo>
                    <a:pt x="738" y="380"/>
                  </a:lnTo>
                  <a:lnTo>
                    <a:pt x="738" y="380"/>
                  </a:lnTo>
                  <a:lnTo>
                    <a:pt x="738" y="381"/>
                  </a:lnTo>
                  <a:lnTo>
                    <a:pt x="738" y="381"/>
                  </a:lnTo>
                  <a:lnTo>
                    <a:pt x="739" y="381"/>
                  </a:lnTo>
                  <a:lnTo>
                    <a:pt x="739" y="381"/>
                  </a:lnTo>
                  <a:lnTo>
                    <a:pt x="738" y="385"/>
                  </a:lnTo>
                  <a:lnTo>
                    <a:pt x="738" y="387"/>
                  </a:lnTo>
                  <a:lnTo>
                    <a:pt x="738" y="388"/>
                  </a:lnTo>
                  <a:lnTo>
                    <a:pt x="738" y="389"/>
                  </a:lnTo>
                  <a:lnTo>
                    <a:pt x="738" y="389"/>
                  </a:lnTo>
                  <a:lnTo>
                    <a:pt x="739" y="390"/>
                  </a:lnTo>
                  <a:lnTo>
                    <a:pt x="742" y="390"/>
                  </a:lnTo>
                  <a:lnTo>
                    <a:pt x="743" y="390"/>
                  </a:lnTo>
                  <a:lnTo>
                    <a:pt x="743" y="390"/>
                  </a:lnTo>
                  <a:lnTo>
                    <a:pt x="742" y="391"/>
                  </a:lnTo>
                  <a:lnTo>
                    <a:pt x="741" y="393"/>
                  </a:lnTo>
                  <a:lnTo>
                    <a:pt x="739" y="393"/>
                  </a:lnTo>
                  <a:lnTo>
                    <a:pt x="738" y="394"/>
                  </a:lnTo>
                  <a:lnTo>
                    <a:pt x="738" y="394"/>
                  </a:lnTo>
                  <a:lnTo>
                    <a:pt x="738" y="395"/>
                  </a:lnTo>
                  <a:lnTo>
                    <a:pt x="737" y="396"/>
                  </a:lnTo>
                  <a:lnTo>
                    <a:pt x="737" y="398"/>
                  </a:lnTo>
                  <a:lnTo>
                    <a:pt x="737" y="398"/>
                  </a:lnTo>
                  <a:lnTo>
                    <a:pt x="738" y="398"/>
                  </a:lnTo>
                  <a:lnTo>
                    <a:pt x="738" y="398"/>
                  </a:lnTo>
                  <a:lnTo>
                    <a:pt x="738" y="398"/>
                  </a:lnTo>
                  <a:lnTo>
                    <a:pt x="738" y="398"/>
                  </a:lnTo>
                  <a:lnTo>
                    <a:pt x="738" y="398"/>
                  </a:lnTo>
                  <a:lnTo>
                    <a:pt x="739" y="398"/>
                  </a:lnTo>
                  <a:lnTo>
                    <a:pt x="739" y="399"/>
                  </a:lnTo>
                  <a:lnTo>
                    <a:pt x="738" y="399"/>
                  </a:lnTo>
                  <a:lnTo>
                    <a:pt x="738" y="400"/>
                  </a:lnTo>
                  <a:lnTo>
                    <a:pt x="738" y="401"/>
                  </a:lnTo>
                  <a:lnTo>
                    <a:pt x="738" y="402"/>
                  </a:lnTo>
                  <a:lnTo>
                    <a:pt x="738" y="402"/>
                  </a:lnTo>
                  <a:lnTo>
                    <a:pt x="738" y="403"/>
                  </a:lnTo>
                  <a:lnTo>
                    <a:pt x="738" y="403"/>
                  </a:lnTo>
                  <a:lnTo>
                    <a:pt x="737" y="403"/>
                  </a:lnTo>
                  <a:lnTo>
                    <a:pt x="735" y="403"/>
                  </a:lnTo>
                  <a:lnTo>
                    <a:pt x="731" y="403"/>
                  </a:lnTo>
                  <a:lnTo>
                    <a:pt x="729" y="403"/>
                  </a:lnTo>
                  <a:lnTo>
                    <a:pt x="729" y="403"/>
                  </a:lnTo>
                  <a:lnTo>
                    <a:pt x="728" y="403"/>
                  </a:lnTo>
                  <a:lnTo>
                    <a:pt x="726" y="403"/>
                  </a:lnTo>
                  <a:lnTo>
                    <a:pt x="725" y="403"/>
                  </a:lnTo>
                  <a:lnTo>
                    <a:pt x="725" y="405"/>
                  </a:lnTo>
                  <a:lnTo>
                    <a:pt x="724" y="406"/>
                  </a:lnTo>
                  <a:lnTo>
                    <a:pt x="723" y="406"/>
                  </a:lnTo>
                  <a:lnTo>
                    <a:pt x="722" y="407"/>
                  </a:lnTo>
                  <a:lnTo>
                    <a:pt x="721" y="407"/>
                  </a:lnTo>
                  <a:lnTo>
                    <a:pt x="721" y="407"/>
                  </a:lnTo>
                  <a:lnTo>
                    <a:pt x="720" y="407"/>
                  </a:lnTo>
                  <a:lnTo>
                    <a:pt x="720" y="407"/>
                  </a:lnTo>
                  <a:lnTo>
                    <a:pt x="720" y="406"/>
                  </a:lnTo>
                  <a:lnTo>
                    <a:pt x="719" y="406"/>
                  </a:lnTo>
                  <a:lnTo>
                    <a:pt x="719" y="405"/>
                  </a:lnTo>
                  <a:lnTo>
                    <a:pt x="719" y="404"/>
                  </a:lnTo>
                  <a:lnTo>
                    <a:pt x="719" y="403"/>
                  </a:lnTo>
                  <a:lnTo>
                    <a:pt x="719" y="403"/>
                  </a:lnTo>
                  <a:lnTo>
                    <a:pt x="719" y="403"/>
                  </a:lnTo>
                  <a:lnTo>
                    <a:pt x="719" y="403"/>
                  </a:lnTo>
                  <a:lnTo>
                    <a:pt x="719" y="403"/>
                  </a:lnTo>
                  <a:lnTo>
                    <a:pt x="717" y="403"/>
                  </a:lnTo>
                  <a:lnTo>
                    <a:pt x="717" y="403"/>
                  </a:lnTo>
                  <a:lnTo>
                    <a:pt x="717" y="402"/>
                  </a:lnTo>
                  <a:lnTo>
                    <a:pt x="716" y="402"/>
                  </a:lnTo>
                  <a:lnTo>
                    <a:pt x="713" y="401"/>
                  </a:lnTo>
                  <a:lnTo>
                    <a:pt x="712" y="401"/>
                  </a:lnTo>
                  <a:lnTo>
                    <a:pt x="712" y="402"/>
                  </a:lnTo>
                  <a:lnTo>
                    <a:pt x="711" y="401"/>
                  </a:lnTo>
                  <a:lnTo>
                    <a:pt x="711" y="401"/>
                  </a:lnTo>
                  <a:lnTo>
                    <a:pt x="709" y="400"/>
                  </a:lnTo>
                  <a:lnTo>
                    <a:pt x="708" y="399"/>
                  </a:lnTo>
                  <a:lnTo>
                    <a:pt x="708" y="398"/>
                  </a:lnTo>
                  <a:lnTo>
                    <a:pt x="708" y="398"/>
                  </a:lnTo>
                  <a:lnTo>
                    <a:pt x="708" y="398"/>
                  </a:lnTo>
                  <a:lnTo>
                    <a:pt x="707" y="398"/>
                  </a:lnTo>
                  <a:lnTo>
                    <a:pt x="707" y="398"/>
                  </a:lnTo>
                  <a:lnTo>
                    <a:pt x="706" y="398"/>
                  </a:lnTo>
                  <a:lnTo>
                    <a:pt x="706" y="398"/>
                  </a:lnTo>
                  <a:lnTo>
                    <a:pt x="705" y="398"/>
                  </a:lnTo>
                  <a:lnTo>
                    <a:pt x="705" y="398"/>
                  </a:lnTo>
                  <a:lnTo>
                    <a:pt x="704" y="398"/>
                  </a:lnTo>
                  <a:lnTo>
                    <a:pt x="704" y="398"/>
                  </a:lnTo>
                  <a:lnTo>
                    <a:pt x="704" y="397"/>
                  </a:lnTo>
                  <a:lnTo>
                    <a:pt x="702" y="397"/>
                  </a:lnTo>
                  <a:lnTo>
                    <a:pt x="699" y="397"/>
                  </a:lnTo>
                  <a:lnTo>
                    <a:pt x="699" y="397"/>
                  </a:lnTo>
                  <a:lnTo>
                    <a:pt x="699" y="397"/>
                  </a:lnTo>
                  <a:lnTo>
                    <a:pt x="699" y="397"/>
                  </a:lnTo>
                  <a:lnTo>
                    <a:pt x="699" y="396"/>
                  </a:lnTo>
                  <a:lnTo>
                    <a:pt x="699" y="396"/>
                  </a:lnTo>
                  <a:lnTo>
                    <a:pt x="699" y="395"/>
                  </a:lnTo>
                  <a:lnTo>
                    <a:pt x="697" y="394"/>
                  </a:lnTo>
                  <a:lnTo>
                    <a:pt x="696" y="394"/>
                  </a:lnTo>
                  <a:lnTo>
                    <a:pt x="696" y="395"/>
                  </a:lnTo>
                  <a:lnTo>
                    <a:pt x="695" y="394"/>
                  </a:lnTo>
                  <a:lnTo>
                    <a:pt x="695" y="395"/>
                  </a:lnTo>
                  <a:lnTo>
                    <a:pt x="695" y="395"/>
                  </a:lnTo>
                  <a:lnTo>
                    <a:pt x="693" y="395"/>
                  </a:lnTo>
                  <a:lnTo>
                    <a:pt x="692" y="395"/>
                  </a:lnTo>
                  <a:lnTo>
                    <a:pt x="693" y="396"/>
                  </a:lnTo>
                  <a:lnTo>
                    <a:pt x="691" y="396"/>
                  </a:lnTo>
                  <a:lnTo>
                    <a:pt x="691" y="397"/>
                  </a:lnTo>
                  <a:lnTo>
                    <a:pt x="689" y="396"/>
                  </a:lnTo>
                  <a:lnTo>
                    <a:pt x="689" y="396"/>
                  </a:lnTo>
                  <a:lnTo>
                    <a:pt x="689" y="396"/>
                  </a:lnTo>
                  <a:lnTo>
                    <a:pt x="689" y="395"/>
                  </a:lnTo>
                  <a:lnTo>
                    <a:pt x="688" y="396"/>
                  </a:lnTo>
                  <a:lnTo>
                    <a:pt x="688" y="396"/>
                  </a:lnTo>
                  <a:lnTo>
                    <a:pt x="688" y="396"/>
                  </a:lnTo>
                  <a:lnTo>
                    <a:pt x="686" y="396"/>
                  </a:lnTo>
                  <a:lnTo>
                    <a:pt x="686" y="395"/>
                  </a:lnTo>
                  <a:lnTo>
                    <a:pt x="686" y="395"/>
                  </a:lnTo>
                  <a:lnTo>
                    <a:pt x="684" y="395"/>
                  </a:lnTo>
                  <a:lnTo>
                    <a:pt x="684" y="395"/>
                  </a:lnTo>
                  <a:lnTo>
                    <a:pt x="683" y="394"/>
                  </a:lnTo>
                  <a:lnTo>
                    <a:pt x="682" y="394"/>
                  </a:lnTo>
                  <a:lnTo>
                    <a:pt x="680" y="394"/>
                  </a:lnTo>
                  <a:lnTo>
                    <a:pt x="679" y="394"/>
                  </a:lnTo>
                  <a:lnTo>
                    <a:pt x="679" y="394"/>
                  </a:lnTo>
                  <a:lnTo>
                    <a:pt x="676" y="394"/>
                  </a:lnTo>
                  <a:lnTo>
                    <a:pt x="675" y="394"/>
                  </a:lnTo>
                  <a:lnTo>
                    <a:pt x="674" y="394"/>
                  </a:lnTo>
                  <a:lnTo>
                    <a:pt x="673" y="392"/>
                  </a:lnTo>
                  <a:lnTo>
                    <a:pt x="673" y="392"/>
                  </a:lnTo>
                  <a:lnTo>
                    <a:pt x="671" y="393"/>
                  </a:lnTo>
                  <a:lnTo>
                    <a:pt x="670" y="392"/>
                  </a:lnTo>
                  <a:lnTo>
                    <a:pt x="669" y="393"/>
                  </a:lnTo>
                  <a:lnTo>
                    <a:pt x="667" y="392"/>
                  </a:lnTo>
                  <a:lnTo>
                    <a:pt x="666" y="391"/>
                  </a:lnTo>
                  <a:lnTo>
                    <a:pt x="665" y="391"/>
                  </a:lnTo>
                  <a:lnTo>
                    <a:pt x="665" y="391"/>
                  </a:lnTo>
                  <a:lnTo>
                    <a:pt x="664" y="391"/>
                  </a:lnTo>
                  <a:lnTo>
                    <a:pt x="664" y="391"/>
                  </a:lnTo>
                  <a:lnTo>
                    <a:pt x="663" y="391"/>
                  </a:lnTo>
                  <a:lnTo>
                    <a:pt x="662" y="392"/>
                  </a:lnTo>
                  <a:lnTo>
                    <a:pt x="662" y="392"/>
                  </a:lnTo>
                  <a:lnTo>
                    <a:pt x="661" y="392"/>
                  </a:lnTo>
                  <a:lnTo>
                    <a:pt x="661" y="391"/>
                  </a:lnTo>
                  <a:lnTo>
                    <a:pt x="660" y="391"/>
                  </a:lnTo>
                  <a:lnTo>
                    <a:pt x="660" y="391"/>
                  </a:lnTo>
                  <a:lnTo>
                    <a:pt x="659" y="391"/>
                  </a:lnTo>
                  <a:lnTo>
                    <a:pt x="658" y="392"/>
                  </a:lnTo>
                  <a:lnTo>
                    <a:pt x="656" y="394"/>
                  </a:lnTo>
                  <a:lnTo>
                    <a:pt x="656" y="394"/>
                  </a:lnTo>
                  <a:lnTo>
                    <a:pt x="656" y="394"/>
                  </a:lnTo>
                  <a:lnTo>
                    <a:pt x="655" y="395"/>
                  </a:lnTo>
                  <a:lnTo>
                    <a:pt x="654" y="397"/>
                  </a:lnTo>
                  <a:lnTo>
                    <a:pt x="654" y="398"/>
                  </a:lnTo>
                  <a:lnTo>
                    <a:pt x="655" y="398"/>
                  </a:lnTo>
                  <a:lnTo>
                    <a:pt x="656" y="398"/>
                  </a:lnTo>
                  <a:lnTo>
                    <a:pt x="656" y="398"/>
                  </a:lnTo>
                  <a:lnTo>
                    <a:pt x="656" y="398"/>
                  </a:lnTo>
                  <a:lnTo>
                    <a:pt x="656" y="398"/>
                  </a:lnTo>
                  <a:lnTo>
                    <a:pt x="655" y="399"/>
                  </a:lnTo>
                  <a:lnTo>
                    <a:pt x="655" y="399"/>
                  </a:lnTo>
                  <a:lnTo>
                    <a:pt x="655" y="400"/>
                  </a:lnTo>
                  <a:lnTo>
                    <a:pt x="655" y="400"/>
                  </a:lnTo>
                  <a:lnTo>
                    <a:pt x="657" y="401"/>
                  </a:lnTo>
                  <a:lnTo>
                    <a:pt x="658" y="402"/>
                  </a:lnTo>
                  <a:lnTo>
                    <a:pt x="657" y="402"/>
                  </a:lnTo>
                  <a:lnTo>
                    <a:pt x="655" y="400"/>
                  </a:lnTo>
                  <a:lnTo>
                    <a:pt x="653" y="401"/>
                  </a:lnTo>
                  <a:lnTo>
                    <a:pt x="653" y="402"/>
                  </a:lnTo>
                  <a:lnTo>
                    <a:pt x="652" y="403"/>
                  </a:lnTo>
                  <a:lnTo>
                    <a:pt x="651" y="403"/>
                  </a:lnTo>
                  <a:lnTo>
                    <a:pt x="651" y="404"/>
                  </a:lnTo>
                  <a:lnTo>
                    <a:pt x="651" y="406"/>
                  </a:lnTo>
                  <a:lnTo>
                    <a:pt x="652" y="407"/>
                  </a:lnTo>
                  <a:lnTo>
                    <a:pt x="652" y="407"/>
                  </a:lnTo>
                  <a:lnTo>
                    <a:pt x="652" y="407"/>
                  </a:lnTo>
                  <a:lnTo>
                    <a:pt x="653" y="407"/>
                  </a:lnTo>
                  <a:lnTo>
                    <a:pt x="654" y="408"/>
                  </a:lnTo>
                  <a:lnTo>
                    <a:pt x="655" y="409"/>
                  </a:lnTo>
                  <a:lnTo>
                    <a:pt x="655" y="408"/>
                  </a:lnTo>
                  <a:lnTo>
                    <a:pt x="656" y="408"/>
                  </a:lnTo>
                  <a:lnTo>
                    <a:pt x="656" y="408"/>
                  </a:lnTo>
                  <a:lnTo>
                    <a:pt x="657" y="408"/>
                  </a:lnTo>
                  <a:lnTo>
                    <a:pt x="657" y="407"/>
                  </a:lnTo>
                  <a:lnTo>
                    <a:pt x="658" y="407"/>
                  </a:lnTo>
                  <a:lnTo>
                    <a:pt x="658" y="408"/>
                  </a:lnTo>
                  <a:lnTo>
                    <a:pt x="659" y="409"/>
                  </a:lnTo>
                  <a:lnTo>
                    <a:pt x="659" y="408"/>
                  </a:lnTo>
                  <a:lnTo>
                    <a:pt x="660" y="408"/>
                  </a:lnTo>
                  <a:lnTo>
                    <a:pt x="660" y="408"/>
                  </a:lnTo>
                  <a:lnTo>
                    <a:pt x="659" y="409"/>
                  </a:lnTo>
                  <a:lnTo>
                    <a:pt x="658" y="409"/>
                  </a:lnTo>
                  <a:lnTo>
                    <a:pt x="659" y="410"/>
                  </a:lnTo>
                  <a:lnTo>
                    <a:pt x="659" y="411"/>
                  </a:lnTo>
                  <a:lnTo>
                    <a:pt x="660" y="411"/>
                  </a:lnTo>
                  <a:lnTo>
                    <a:pt x="660" y="411"/>
                  </a:lnTo>
                  <a:lnTo>
                    <a:pt x="660" y="411"/>
                  </a:lnTo>
                  <a:lnTo>
                    <a:pt x="660" y="412"/>
                  </a:lnTo>
                  <a:lnTo>
                    <a:pt x="660" y="412"/>
                  </a:lnTo>
                  <a:lnTo>
                    <a:pt x="660" y="413"/>
                  </a:lnTo>
                  <a:lnTo>
                    <a:pt x="660" y="414"/>
                  </a:lnTo>
                  <a:lnTo>
                    <a:pt x="660" y="416"/>
                  </a:lnTo>
                  <a:lnTo>
                    <a:pt x="659" y="416"/>
                  </a:lnTo>
                  <a:lnTo>
                    <a:pt x="659" y="416"/>
                  </a:lnTo>
                  <a:lnTo>
                    <a:pt x="659" y="416"/>
                  </a:lnTo>
                  <a:lnTo>
                    <a:pt x="659" y="417"/>
                  </a:lnTo>
                  <a:lnTo>
                    <a:pt x="658" y="417"/>
                  </a:lnTo>
                  <a:lnTo>
                    <a:pt x="658" y="417"/>
                  </a:lnTo>
                  <a:lnTo>
                    <a:pt x="658" y="418"/>
                  </a:lnTo>
                  <a:lnTo>
                    <a:pt x="657" y="418"/>
                  </a:lnTo>
                  <a:lnTo>
                    <a:pt x="657" y="419"/>
                  </a:lnTo>
                  <a:lnTo>
                    <a:pt x="657" y="420"/>
                  </a:lnTo>
                  <a:lnTo>
                    <a:pt x="656" y="420"/>
                  </a:lnTo>
                  <a:lnTo>
                    <a:pt x="656" y="421"/>
                  </a:lnTo>
                  <a:lnTo>
                    <a:pt x="654" y="423"/>
                  </a:lnTo>
                  <a:lnTo>
                    <a:pt x="654" y="423"/>
                  </a:lnTo>
                  <a:lnTo>
                    <a:pt x="653" y="423"/>
                  </a:lnTo>
                  <a:lnTo>
                    <a:pt x="653" y="422"/>
                  </a:lnTo>
                  <a:lnTo>
                    <a:pt x="653" y="420"/>
                  </a:lnTo>
                  <a:lnTo>
                    <a:pt x="654" y="420"/>
                  </a:lnTo>
                  <a:lnTo>
                    <a:pt x="653" y="419"/>
                  </a:lnTo>
                  <a:lnTo>
                    <a:pt x="654" y="418"/>
                  </a:lnTo>
                  <a:lnTo>
                    <a:pt x="654" y="417"/>
                  </a:lnTo>
                  <a:lnTo>
                    <a:pt x="654" y="416"/>
                  </a:lnTo>
                  <a:lnTo>
                    <a:pt x="654" y="416"/>
                  </a:lnTo>
                  <a:lnTo>
                    <a:pt x="653" y="416"/>
                  </a:lnTo>
                  <a:lnTo>
                    <a:pt x="654" y="415"/>
                  </a:lnTo>
                  <a:lnTo>
                    <a:pt x="654" y="414"/>
                  </a:lnTo>
                  <a:lnTo>
                    <a:pt x="654" y="413"/>
                  </a:lnTo>
                  <a:lnTo>
                    <a:pt x="654" y="413"/>
                  </a:lnTo>
                  <a:lnTo>
                    <a:pt x="654" y="413"/>
                  </a:lnTo>
                  <a:lnTo>
                    <a:pt x="655" y="411"/>
                  </a:lnTo>
                  <a:lnTo>
                    <a:pt x="655" y="411"/>
                  </a:lnTo>
                  <a:lnTo>
                    <a:pt x="655" y="411"/>
                  </a:lnTo>
                  <a:lnTo>
                    <a:pt x="653" y="409"/>
                  </a:lnTo>
                  <a:lnTo>
                    <a:pt x="652" y="408"/>
                  </a:lnTo>
                  <a:lnTo>
                    <a:pt x="651" y="407"/>
                  </a:lnTo>
                  <a:lnTo>
                    <a:pt x="651" y="407"/>
                  </a:lnTo>
                  <a:lnTo>
                    <a:pt x="651" y="407"/>
                  </a:lnTo>
                  <a:lnTo>
                    <a:pt x="651" y="406"/>
                  </a:lnTo>
                  <a:lnTo>
                    <a:pt x="650" y="405"/>
                  </a:lnTo>
                  <a:lnTo>
                    <a:pt x="649" y="404"/>
                  </a:lnTo>
                  <a:lnTo>
                    <a:pt x="648" y="404"/>
                  </a:lnTo>
                  <a:lnTo>
                    <a:pt x="647" y="403"/>
                  </a:lnTo>
                  <a:lnTo>
                    <a:pt x="645" y="401"/>
                  </a:lnTo>
                  <a:lnTo>
                    <a:pt x="645" y="401"/>
                  </a:lnTo>
                  <a:lnTo>
                    <a:pt x="643" y="399"/>
                  </a:lnTo>
                  <a:lnTo>
                    <a:pt x="643" y="398"/>
                  </a:lnTo>
                  <a:lnTo>
                    <a:pt x="642" y="398"/>
                  </a:lnTo>
                  <a:lnTo>
                    <a:pt x="642" y="398"/>
                  </a:lnTo>
                  <a:lnTo>
                    <a:pt x="634" y="392"/>
                  </a:lnTo>
                  <a:lnTo>
                    <a:pt x="634" y="391"/>
                  </a:lnTo>
                  <a:lnTo>
                    <a:pt x="629" y="387"/>
                  </a:lnTo>
                  <a:lnTo>
                    <a:pt x="625" y="385"/>
                  </a:lnTo>
                  <a:lnTo>
                    <a:pt x="622" y="383"/>
                  </a:lnTo>
                  <a:lnTo>
                    <a:pt x="622" y="382"/>
                  </a:lnTo>
                  <a:lnTo>
                    <a:pt x="621" y="382"/>
                  </a:lnTo>
                  <a:lnTo>
                    <a:pt x="619" y="381"/>
                  </a:lnTo>
                  <a:lnTo>
                    <a:pt x="618" y="381"/>
                  </a:lnTo>
                  <a:lnTo>
                    <a:pt x="612" y="377"/>
                  </a:lnTo>
                  <a:lnTo>
                    <a:pt x="611" y="377"/>
                  </a:lnTo>
                  <a:lnTo>
                    <a:pt x="609" y="375"/>
                  </a:lnTo>
                  <a:lnTo>
                    <a:pt x="608" y="374"/>
                  </a:lnTo>
                  <a:lnTo>
                    <a:pt x="607" y="374"/>
                  </a:lnTo>
                  <a:lnTo>
                    <a:pt x="607" y="374"/>
                  </a:lnTo>
                  <a:lnTo>
                    <a:pt x="607" y="373"/>
                  </a:lnTo>
                  <a:lnTo>
                    <a:pt x="604" y="372"/>
                  </a:lnTo>
                  <a:lnTo>
                    <a:pt x="604" y="372"/>
                  </a:lnTo>
                  <a:lnTo>
                    <a:pt x="603" y="372"/>
                  </a:lnTo>
                  <a:lnTo>
                    <a:pt x="602" y="372"/>
                  </a:lnTo>
                  <a:lnTo>
                    <a:pt x="602" y="371"/>
                  </a:lnTo>
                  <a:lnTo>
                    <a:pt x="601" y="371"/>
                  </a:lnTo>
                  <a:lnTo>
                    <a:pt x="601" y="371"/>
                  </a:lnTo>
                  <a:lnTo>
                    <a:pt x="600" y="371"/>
                  </a:lnTo>
                  <a:lnTo>
                    <a:pt x="600" y="371"/>
                  </a:lnTo>
                  <a:lnTo>
                    <a:pt x="599" y="370"/>
                  </a:lnTo>
                  <a:lnTo>
                    <a:pt x="599" y="370"/>
                  </a:lnTo>
                  <a:lnTo>
                    <a:pt x="598" y="369"/>
                  </a:lnTo>
                  <a:lnTo>
                    <a:pt x="596" y="369"/>
                  </a:lnTo>
                  <a:lnTo>
                    <a:pt x="595" y="369"/>
                  </a:lnTo>
                  <a:lnTo>
                    <a:pt x="595" y="369"/>
                  </a:lnTo>
                  <a:lnTo>
                    <a:pt x="595" y="369"/>
                  </a:lnTo>
                  <a:lnTo>
                    <a:pt x="594" y="368"/>
                  </a:lnTo>
                  <a:lnTo>
                    <a:pt x="592" y="368"/>
                  </a:lnTo>
                  <a:lnTo>
                    <a:pt x="592" y="368"/>
                  </a:lnTo>
                  <a:lnTo>
                    <a:pt x="591" y="368"/>
                  </a:lnTo>
                  <a:lnTo>
                    <a:pt x="590" y="368"/>
                  </a:lnTo>
                  <a:lnTo>
                    <a:pt x="590" y="368"/>
                  </a:lnTo>
                  <a:lnTo>
                    <a:pt x="590" y="368"/>
                  </a:lnTo>
                  <a:lnTo>
                    <a:pt x="588" y="368"/>
                  </a:lnTo>
                  <a:lnTo>
                    <a:pt x="587" y="368"/>
                  </a:lnTo>
                  <a:lnTo>
                    <a:pt x="586" y="367"/>
                  </a:lnTo>
                  <a:lnTo>
                    <a:pt x="585" y="367"/>
                  </a:lnTo>
                  <a:lnTo>
                    <a:pt x="581" y="365"/>
                  </a:lnTo>
                  <a:lnTo>
                    <a:pt x="579" y="366"/>
                  </a:lnTo>
                  <a:lnTo>
                    <a:pt x="579" y="365"/>
                  </a:lnTo>
                  <a:lnTo>
                    <a:pt x="578" y="365"/>
                  </a:lnTo>
                  <a:lnTo>
                    <a:pt x="578" y="366"/>
                  </a:lnTo>
                  <a:lnTo>
                    <a:pt x="577" y="366"/>
                  </a:lnTo>
                  <a:lnTo>
                    <a:pt x="576" y="366"/>
                  </a:lnTo>
                  <a:lnTo>
                    <a:pt x="576" y="366"/>
                  </a:lnTo>
                  <a:lnTo>
                    <a:pt x="575" y="366"/>
                  </a:lnTo>
                  <a:lnTo>
                    <a:pt x="575" y="367"/>
                  </a:lnTo>
                  <a:lnTo>
                    <a:pt x="575" y="368"/>
                  </a:lnTo>
                  <a:lnTo>
                    <a:pt x="573" y="368"/>
                  </a:lnTo>
                  <a:lnTo>
                    <a:pt x="573" y="368"/>
                  </a:lnTo>
                  <a:lnTo>
                    <a:pt x="573" y="368"/>
                  </a:lnTo>
                  <a:lnTo>
                    <a:pt x="573" y="369"/>
                  </a:lnTo>
                  <a:lnTo>
                    <a:pt x="573" y="369"/>
                  </a:lnTo>
                  <a:lnTo>
                    <a:pt x="572" y="369"/>
                  </a:lnTo>
                  <a:lnTo>
                    <a:pt x="571" y="370"/>
                  </a:lnTo>
                  <a:lnTo>
                    <a:pt x="570" y="371"/>
                  </a:lnTo>
                  <a:lnTo>
                    <a:pt x="569" y="371"/>
                  </a:lnTo>
                  <a:lnTo>
                    <a:pt x="568" y="372"/>
                  </a:lnTo>
                  <a:lnTo>
                    <a:pt x="567" y="372"/>
                  </a:lnTo>
                  <a:lnTo>
                    <a:pt x="566" y="373"/>
                  </a:lnTo>
                  <a:lnTo>
                    <a:pt x="565" y="372"/>
                  </a:lnTo>
                  <a:lnTo>
                    <a:pt x="564" y="372"/>
                  </a:lnTo>
                  <a:lnTo>
                    <a:pt x="563" y="373"/>
                  </a:lnTo>
                  <a:lnTo>
                    <a:pt x="561" y="374"/>
                  </a:lnTo>
                  <a:lnTo>
                    <a:pt x="560" y="375"/>
                  </a:lnTo>
                  <a:lnTo>
                    <a:pt x="559" y="375"/>
                  </a:lnTo>
                  <a:lnTo>
                    <a:pt x="553" y="373"/>
                  </a:lnTo>
                  <a:lnTo>
                    <a:pt x="550" y="373"/>
                  </a:lnTo>
                  <a:lnTo>
                    <a:pt x="549" y="374"/>
                  </a:lnTo>
                  <a:lnTo>
                    <a:pt x="549" y="375"/>
                  </a:lnTo>
                  <a:lnTo>
                    <a:pt x="548" y="375"/>
                  </a:lnTo>
                  <a:lnTo>
                    <a:pt x="548" y="375"/>
                  </a:lnTo>
                  <a:lnTo>
                    <a:pt x="548" y="375"/>
                  </a:lnTo>
                  <a:lnTo>
                    <a:pt x="547" y="375"/>
                  </a:lnTo>
                  <a:lnTo>
                    <a:pt x="547" y="377"/>
                  </a:lnTo>
                  <a:lnTo>
                    <a:pt x="547" y="378"/>
                  </a:lnTo>
                  <a:lnTo>
                    <a:pt x="545" y="378"/>
                  </a:lnTo>
                  <a:lnTo>
                    <a:pt x="543" y="377"/>
                  </a:lnTo>
                  <a:lnTo>
                    <a:pt x="542" y="377"/>
                  </a:lnTo>
                  <a:lnTo>
                    <a:pt x="540" y="378"/>
                  </a:lnTo>
                  <a:lnTo>
                    <a:pt x="539" y="378"/>
                  </a:lnTo>
                  <a:lnTo>
                    <a:pt x="539" y="378"/>
                  </a:lnTo>
                  <a:lnTo>
                    <a:pt x="538" y="378"/>
                  </a:lnTo>
                  <a:lnTo>
                    <a:pt x="538" y="378"/>
                  </a:lnTo>
                  <a:lnTo>
                    <a:pt x="538" y="378"/>
                  </a:lnTo>
                  <a:lnTo>
                    <a:pt x="537" y="378"/>
                  </a:lnTo>
                  <a:lnTo>
                    <a:pt x="536" y="378"/>
                  </a:lnTo>
                  <a:lnTo>
                    <a:pt x="535" y="378"/>
                  </a:lnTo>
                  <a:lnTo>
                    <a:pt x="532" y="378"/>
                  </a:lnTo>
                  <a:lnTo>
                    <a:pt x="530" y="378"/>
                  </a:lnTo>
                  <a:lnTo>
                    <a:pt x="530" y="379"/>
                  </a:lnTo>
                  <a:lnTo>
                    <a:pt x="530" y="379"/>
                  </a:lnTo>
                  <a:lnTo>
                    <a:pt x="529" y="379"/>
                  </a:lnTo>
                  <a:lnTo>
                    <a:pt x="524" y="380"/>
                  </a:lnTo>
                  <a:lnTo>
                    <a:pt x="523" y="381"/>
                  </a:lnTo>
                  <a:lnTo>
                    <a:pt x="522" y="381"/>
                  </a:lnTo>
                  <a:lnTo>
                    <a:pt x="521" y="381"/>
                  </a:lnTo>
                  <a:lnTo>
                    <a:pt x="520" y="381"/>
                  </a:lnTo>
                  <a:lnTo>
                    <a:pt x="519" y="381"/>
                  </a:lnTo>
                  <a:lnTo>
                    <a:pt x="518" y="382"/>
                  </a:lnTo>
                  <a:lnTo>
                    <a:pt x="519" y="382"/>
                  </a:lnTo>
                  <a:lnTo>
                    <a:pt x="518" y="383"/>
                  </a:lnTo>
                  <a:lnTo>
                    <a:pt x="517" y="384"/>
                  </a:lnTo>
                  <a:lnTo>
                    <a:pt x="517" y="385"/>
                  </a:lnTo>
                  <a:lnTo>
                    <a:pt x="517" y="385"/>
                  </a:lnTo>
                  <a:lnTo>
                    <a:pt x="517" y="385"/>
                  </a:lnTo>
                  <a:lnTo>
                    <a:pt x="517" y="385"/>
                  </a:lnTo>
                  <a:lnTo>
                    <a:pt x="516" y="386"/>
                  </a:lnTo>
                  <a:lnTo>
                    <a:pt x="516" y="388"/>
                  </a:lnTo>
                  <a:lnTo>
                    <a:pt x="515" y="389"/>
                  </a:lnTo>
                  <a:lnTo>
                    <a:pt x="515" y="390"/>
                  </a:lnTo>
                  <a:lnTo>
                    <a:pt x="514" y="390"/>
                  </a:lnTo>
                  <a:lnTo>
                    <a:pt x="514" y="390"/>
                  </a:lnTo>
                  <a:lnTo>
                    <a:pt x="513" y="392"/>
                  </a:lnTo>
                  <a:lnTo>
                    <a:pt x="513" y="392"/>
                  </a:lnTo>
                  <a:lnTo>
                    <a:pt x="512" y="392"/>
                  </a:lnTo>
                  <a:lnTo>
                    <a:pt x="512" y="393"/>
                  </a:lnTo>
                  <a:lnTo>
                    <a:pt x="510" y="393"/>
                  </a:lnTo>
                  <a:lnTo>
                    <a:pt x="509" y="393"/>
                  </a:lnTo>
                  <a:lnTo>
                    <a:pt x="508" y="394"/>
                  </a:lnTo>
                  <a:lnTo>
                    <a:pt x="506" y="394"/>
                  </a:lnTo>
                  <a:lnTo>
                    <a:pt x="506" y="394"/>
                  </a:lnTo>
                  <a:lnTo>
                    <a:pt x="505" y="394"/>
                  </a:lnTo>
                  <a:lnTo>
                    <a:pt x="504" y="395"/>
                  </a:lnTo>
                  <a:lnTo>
                    <a:pt x="504" y="395"/>
                  </a:lnTo>
                  <a:lnTo>
                    <a:pt x="503" y="396"/>
                  </a:lnTo>
                  <a:lnTo>
                    <a:pt x="503" y="397"/>
                  </a:lnTo>
                  <a:lnTo>
                    <a:pt x="504" y="397"/>
                  </a:lnTo>
                  <a:lnTo>
                    <a:pt x="504" y="398"/>
                  </a:lnTo>
                  <a:lnTo>
                    <a:pt x="503" y="398"/>
                  </a:lnTo>
                  <a:lnTo>
                    <a:pt x="503" y="398"/>
                  </a:lnTo>
                  <a:lnTo>
                    <a:pt x="502" y="398"/>
                  </a:lnTo>
                  <a:lnTo>
                    <a:pt x="501" y="398"/>
                  </a:lnTo>
                  <a:lnTo>
                    <a:pt x="500" y="398"/>
                  </a:lnTo>
                  <a:lnTo>
                    <a:pt x="499" y="398"/>
                  </a:lnTo>
                  <a:lnTo>
                    <a:pt x="498" y="398"/>
                  </a:lnTo>
                  <a:lnTo>
                    <a:pt x="495" y="397"/>
                  </a:lnTo>
                  <a:lnTo>
                    <a:pt x="494" y="396"/>
                  </a:lnTo>
                  <a:lnTo>
                    <a:pt x="492" y="396"/>
                  </a:lnTo>
                  <a:lnTo>
                    <a:pt x="492" y="396"/>
                  </a:lnTo>
                  <a:lnTo>
                    <a:pt x="492" y="395"/>
                  </a:lnTo>
                  <a:lnTo>
                    <a:pt x="492" y="395"/>
                  </a:lnTo>
                  <a:lnTo>
                    <a:pt x="493" y="394"/>
                  </a:lnTo>
                  <a:lnTo>
                    <a:pt x="493" y="392"/>
                  </a:lnTo>
                  <a:lnTo>
                    <a:pt x="493" y="392"/>
                  </a:lnTo>
                  <a:lnTo>
                    <a:pt x="493" y="391"/>
                  </a:lnTo>
                  <a:lnTo>
                    <a:pt x="493" y="391"/>
                  </a:lnTo>
                  <a:lnTo>
                    <a:pt x="492" y="390"/>
                  </a:lnTo>
                  <a:lnTo>
                    <a:pt x="492" y="390"/>
                  </a:lnTo>
                  <a:lnTo>
                    <a:pt x="491" y="388"/>
                  </a:lnTo>
                  <a:lnTo>
                    <a:pt x="491" y="388"/>
                  </a:lnTo>
                  <a:lnTo>
                    <a:pt x="491" y="388"/>
                  </a:lnTo>
                  <a:lnTo>
                    <a:pt x="491" y="387"/>
                  </a:lnTo>
                  <a:lnTo>
                    <a:pt x="491" y="387"/>
                  </a:lnTo>
                  <a:lnTo>
                    <a:pt x="491" y="385"/>
                  </a:lnTo>
                  <a:lnTo>
                    <a:pt x="490" y="385"/>
                  </a:lnTo>
                  <a:lnTo>
                    <a:pt x="490" y="384"/>
                  </a:lnTo>
                  <a:lnTo>
                    <a:pt x="489" y="384"/>
                  </a:lnTo>
                  <a:lnTo>
                    <a:pt x="489" y="382"/>
                  </a:lnTo>
                  <a:lnTo>
                    <a:pt x="488" y="382"/>
                  </a:lnTo>
                  <a:lnTo>
                    <a:pt x="488" y="381"/>
                  </a:lnTo>
                  <a:lnTo>
                    <a:pt x="488" y="381"/>
                  </a:lnTo>
                  <a:lnTo>
                    <a:pt x="488" y="381"/>
                  </a:lnTo>
                  <a:lnTo>
                    <a:pt x="487" y="380"/>
                  </a:lnTo>
                  <a:lnTo>
                    <a:pt x="487" y="381"/>
                  </a:lnTo>
                  <a:lnTo>
                    <a:pt x="486" y="381"/>
                  </a:lnTo>
                  <a:lnTo>
                    <a:pt x="486" y="381"/>
                  </a:lnTo>
                  <a:lnTo>
                    <a:pt x="486" y="380"/>
                  </a:lnTo>
                  <a:lnTo>
                    <a:pt x="486" y="380"/>
                  </a:lnTo>
                  <a:lnTo>
                    <a:pt x="486" y="380"/>
                  </a:lnTo>
                  <a:lnTo>
                    <a:pt x="485" y="379"/>
                  </a:lnTo>
                  <a:lnTo>
                    <a:pt x="485" y="381"/>
                  </a:lnTo>
                  <a:lnTo>
                    <a:pt x="486" y="381"/>
                  </a:lnTo>
                  <a:lnTo>
                    <a:pt x="485" y="381"/>
                  </a:lnTo>
                  <a:lnTo>
                    <a:pt x="485" y="381"/>
                  </a:lnTo>
                  <a:lnTo>
                    <a:pt x="485" y="384"/>
                  </a:lnTo>
                  <a:lnTo>
                    <a:pt x="486" y="385"/>
                  </a:lnTo>
                  <a:lnTo>
                    <a:pt x="486" y="385"/>
                  </a:lnTo>
                  <a:lnTo>
                    <a:pt x="486" y="385"/>
                  </a:lnTo>
                  <a:lnTo>
                    <a:pt x="487" y="387"/>
                  </a:lnTo>
                  <a:lnTo>
                    <a:pt x="488" y="388"/>
                  </a:lnTo>
                  <a:lnTo>
                    <a:pt x="488" y="389"/>
                  </a:lnTo>
                  <a:lnTo>
                    <a:pt x="487" y="389"/>
                  </a:lnTo>
                  <a:lnTo>
                    <a:pt x="487" y="390"/>
                  </a:lnTo>
                  <a:lnTo>
                    <a:pt x="488" y="390"/>
                  </a:lnTo>
                  <a:lnTo>
                    <a:pt x="488" y="392"/>
                  </a:lnTo>
                  <a:lnTo>
                    <a:pt x="488" y="392"/>
                  </a:lnTo>
                  <a:lnTo>
                    <a:pt x="488" y="393"/>
                  </a:lnTo>
                  <a:lnTo>
                    <a:pt x="488" y="393"/>
                  </a:lnTo>
                  <a:lnTo>
                    <a:pt x="489" y="393"/>
                  </a:lnTo>
                  <a:lnTo>
                    <a:pt x="489" y="394"/>
                  </a:lnTo>
                  <a:lnTo>
                    <a:pt x="489" y="395"/>
                  </a:lnTo>
                  <a:lnTo>
                    <a:pt x="489" y="396"/>
                  </a:lnTo>
                  <a:lnTo>
                    <a:pt x="489" y="397"/>
                  </a:lnTo>
                  <a:lnTo>
                    <a:pt x="489" y="399"/>
                  </a:lnTo>
                  <a:lnTo>
                    <a:pt x="490" y="399"/>
                  </a:lnTo>
                  <a:lnTo>
                    <a:pt x="490" y="399"/>
                  </a:lnTo>
                  <a:lnTo>
                    <a:pt x="490" y="398"/>
                  </a:lnTo>
                  <a:lnTo>
                    <a:pt x="491" y="398"/>
                  </a:lnTo>
                  <a:lnTo>
                    <a:pt x="491" y="398"/>
                  </a:lnTo>
                  <a:lnTo>
                    <a:pt x="491" y="398"/>
                  </a:lnTo>
                  <a:lnTo>
                    <a:pt x="491" y="397"/>
                  </a:lnTo>
                  <a:lnTo>
                    <a:pt x="492" y="397"/>
                  </a:lnTo>
                  <a:lnTo>
                    <a:pt x="492" y="397"/>
                  </a:lnTo>
                  <a:lnTo>
                    <a:pt x="492" y="398"/>
                  </a:lnTo>
                  <a:lnTo>
                    <a:pt x="492" y="398"/>
                  </a:lnTo>
                  <a:lnTo>
                    <a:pt x="492" y="398"/>
                  </a:lnTo>
                  <a:lnTo>
                    <a:pt x="491" y="399"/>
                  </a:lnTo>
                  <a:lnTo>
                    <a:pt x="491" y="399"/>
                  </a:lnTo>
                  <a:lnTo>
                    <a:pt x="491" y="400"/>
                  </a:lnTo>
                  <a:lnTo>
                    <a:pt x="490" y="400"/>
                  </a:lnTo>
                  <a:lnTo>
                    <a:pt x="490" y="401"/>
                  </a:lnTo>
                  <a:lnTo>
                    <a:pt x="489" y="402"/>
                  </a:lnTo>
                  <a:lnTo>
                    <a:pt x="489" y="403"/>
                  </a:lnTo>
                  <a:lnTo>
                    <a:pt x="489" y="403"/>
                  </a:lnTo>
                  <a:lnTo>
                    <a:pt x="488" y="403"/>
                  </a:lnTo>
                  <a:lnTo>
                    <a:pt x="487" y="403"/>
                  </a:lnTo>
                  <a:lnTo>
                    <a:pt x="486" y="404"/>
                  </a:lnTo>
                  <a:lnTo>
                    <a:pt x="486" y="405"/>
                  </a:lnTo>
                  <a:lnTo>
                    <a:pt x="486" y="405"/>
                  </a:lnTo>
                  <a:lnTo>
                    <a:pt x="486" y="406"/>
                  </a:lnTo>
                  <a:lnTo>
                    <a:pt x="486" y="406"/>
                  </a:lnTo>
                  <a:lnTo>
                    <a:pt x="485" y="407"/>
                  </a:lnTo>
                  <a:lnTo>
                    <a:pt x="485" y="410"/>
                  </a:lnTo>
                  <a:lnTo>
                    <a:pt x="485" y="411"/>
                  </a:lnTo>
                  <a:lnTo>
                    <a:pt x="484" y="411"/>
                  </a:lnTo>
                  <a:lnTo>
                    <a:pt x="483" y="411"/>
                  </a:lnTo>
                  <a:lnTo>
                    <a:pt x="482" y="412"/>
                  </a:lnTo>
                  <a:lnTo>
                    <a:pt x="482" y="412"/>
                  </a:lnTo>
                  <a:lnTo>
                    <a:pt x="482" y="414"/>
                  </a:lnTo>
                  <a:lnTo>
                    <a:pt x="481" y="415"/>
                  </a:lnTo>
                  <a:lnTo>
                    <a:pt x="481" y="415"/>
                  </a:lnTo>
                  <a:lnTo>
                    <a:pt x="481" y="415"/>
                  </a:lnTo>
                  <a:lnTo>
                    <a:pt x="481" y="416"/>
                  </a:lnTo>
                  <a:lnTo>
                    <a:pt x="480" y="416"/>
                  </a:lnTo>
                  <a:lnTo>
                    <a:pt x="480" y="416"/>
                  </a:lnTo>
                  <a:lnTo>
                    <a:pt x="480" y="416"/>
                  </a:lnTo>
                  <a:lnTo>
                    <a:pt x="480" y="416"/>
                  </a:lnTo>
                  <a:lnTo>
                    <a:pt x="480" y="415"/>
                  </a:lnTo>
                  <a:lnTo>
                    <a:pt x="480" y="415"/>
                  </a:lnTo>
                  <a:lnTo>
                    <a:pt x="478" y="414"/>
                  </a:lnTo>
                  <a:lnTo>
                    <a:pt x="477" y="415"/>
                  </a:lnTo>
                  <a:lnTo>
                    <a:pt x="476" y="414"/>
                  </a:lnTo>
                  <a:lnTo>
                    <a:pt x="474" y="414"/>
                  </a:lnTo>
                  <a:lnTo>
                    <a:pt x="473" y="415"/>
                  </a:lnTo>
                  <a:lnTo>
                    <a:pt x="473" y="415"/>
                  </a:lnTo>
                  <a:lnTo>
                    <a:pt x="472" y="415"/>
                  </a:lnTo>
                  <a:lnTo>
                    <a:pt x="472" y="415"/>
                  </a:lnTo>
                  <a:lnTo>
                    <a:pt x="472" y="415"/>
                  </a:lnTo>
                  <a:lnTo>
                    <a:pt x="471" y="415"/>
                  </a:lnTo>
                  <a:lnTo>
                    <a:pt x="470" y="415"/>
                  </a:lnTo>
                  <a:lnTo>
                    <a:pt x="469" y="415"/>
                  </a:lnTo>
                  <a:lnTo>
                    <a:pt x="469" y="416"/>
                  </a:lnTo>
                  <a:lnTo>
                    <a:pt x="467" y="416"/>
                  </a:lnTo>
                  <a:lnTo>
                    <a:pt x="466" y="416"/>
                  </a:lnTo>
                  <a:lnTo>
                    <a:pt x="466" y="416"/>
                  </a:lnTo>
                  <a:lnTo>
                    <a:pt x="466" y="416"/>
                  </a:lnTo>
                  <a:lnTo>
                    <a:pt x="466" y="416"/>
                  </a:lnTo>
                  <a:lnTo>
                    <a:pt x="466" y="416"/>
                  </a:lnTo>
                  <a:lnTo>
                    <a:pt x="467" y="416"/>
                  </a:lnTo>
                  <a:lnTo>
                    <a:pt x="468" y="416"/>
                  </a:lnTo>
                  <a:lnTo>
                    <a:pt x="470" y="416"/>
                  </a:lnTo>
                  <a:lnTo>
                    <a:pt x="471" y="416"/>
                  </a:lnTo>
                  <a:lnTo>
                    <a:pt x="472" y="416"/>
                  </a:lnTo>
                  <a:lnTo>
                    <a:pt x="472" y="416"/>
                  </a:lnTo>
                  <a:lnTo>
                    <a:pt x="473" y="416"/>
                  </a:lnTo>
                  <a:lnTo>
                    <a:pt x="473" y="416"/>
                  </a:lnTo>
                  <a:lnTo>
                    <a:pt x="473" y="416"/>
                  </a:lnTo>
                  <a:lnTo>
                    <a:pt x="474" y="416"/>
                  </a:lnTo>
                  <a:lnTo>
                    <a:pt x="474" y="416"/>
                  </a:lnTo>
                  <a:lnTo>
                    <a:pt x="476" y="416"/>
                  </a:lnTo>
                  <a:lnTo>
                    <a:pt x="476" y="416"/>
                  </a:lnTo>
                  <a:lnTo>
                    <a:pt x="476" y="416"/>
                  </a:lnTo>
                  <a:lnTo>
                    <a:pt x="478" y="416"/>
                  </a:lnTo>
                  <a:lnTo>
                    <a:pt x="479" y="416"/>
                  </a:lnTo>
                  <a:lnTo>
                    <a:pt x="479" y="416"/>
                  </a:lnTo>
                  <a:lnTo>
                    <a:pt x="481" y="416"/>
                  </a:lnTo>
                  <a:lnTo>
                    <a:pt x="481" y="416"/>
                  </a:lnTo>
                  <a:lnTo>
                    <a:pt x="480" y="417"/>
                  </a:lnTo>
                  <a:lnTo>
                    <a:pt x="480" y="418"/>
                  </a:lnTo>
                  <a:lnTo>
                    <a:pt x="480" y="418"/>
                  </a:lnTo>
                  <a:lnTo>
                    <a:pt x="479" y="419"/>
                  </a:lnTo>
                  <a:lnTo>
                    <a:pt x="479" y="420"/>
                  </a:lnTo>
                  <a:lnTo>
                    <a:pt x="479" y="420"/>
                  </a:lnTo>
                  <a:lnTo>
                    <a:pt x="479" y="420"/>
                  </a:lnTo>
                  <a:lnTo>
                    <a:pt x="479" y="420"/>
                  </a:lnTo>
                  <a:lnTo>
                    <a:pt x="479" y="420"/>
                  </a:lnTo>
                  <a:lnTo>
                    <a:pt x="478" y="422"/>
                  </a:lnTo>
                  <a:lnTo>
                    <a:pt x="478" y="422"/>
                  </a:lnTo>
                  <a:lnTo>
                    <a:pt x="478" y="422"/>
                  </a:lnTo>
                  <a:lnTo>
                    <a:pt x="478" y="422"/>
                  </a:lnTo>
                  <a:lnTo>
                    <a:pt x="478" y="423"/>
                  </a:lnTo>
                  <a:lnTo>
                    <a:pt x="478" y="424"/>
                  </a:lnTo>
                  <a:lnTo>
                    <a:pt x="478" y="424"/>
                  </a:lnTo>
                  <a:lnTo>
                    <a:pt x="478" y="424"/>
                  </a:lnTo>
                  <a:lnTo>
                    <a:pt x="478" y="425"/>
                  </a:lnTo>
                  <a:lnTo>
                    <a:pt x="478" y="426"/>
                  </a:lnTo>
                  <a:lnTo>
                    <a:pt x="478" y="426"/>
                  </a:lnTo>
                  <a:lnTo>
                    <a:pt x="478" y="427"/>
                  </a:lnTo>
                  <a:lnTo>
                    <a:pt x="478" y="428"/>
                  </a:lnTo>
                  <a:lnTo>
                    <a:pt x="478" y="429"/>
                  </a:lnTo>
                  <a:lnTo>
                    <a:pt x="478" y="429"/>
                  </a:lnTo>
                  <a:lnTo>
                    <a:pt x="478" y="429"/>
                  </a:lnTo>
                  <a:lnTo>
                    <a:pt x="478" y="430"/>
                  </a:lnTo>
                  <a:lnTo>
                    <a:pt x="478" y="431"/>
                  </a:lnTo>
                  <a:lnTo>
                    <a:pt x="478" y="432"/>
                  </a:lnTo>
                  <a:lnTo>
                    <a:pt x="479" y="432"/>
                  </a:lnTo>
                  <a:lnTo>
                    <a:pt x="479" y="432"/>
                  </a:lnTo>
                  <a:lnTo>
                    <a:pt x="480" y="432"/>
                  </a:lnTo>
                  <a:lnTo>
                    <a:pt x="480" y="433"/>
                  </a:lnTo>
                  <a:lnTo>
                    <a:pt x="480" y="433"/>
                  </a:lnTo>
                  <a:lnTo>
                    <a:pt x="480" y="433"/>
                  </a:lnTo>
                  <a:lnTo>
                    <a:pt x="480" y="433"/>
                  </a:lnTo>
                  <a:lnTo>
                    <a:pt x="480" y="433"/>
                  </a:lnTo>
                  <a:lnTo>
                    <a:pt x="480" y="433"/>
                  </a:lnTo>
                  <a:lnTo>
                    <a:pt x="482" y="434"/>
                  </a:lnTo>
                  <a:lnTo>
                    <a:pt x="482" y="435"/>
                  </a:lnTo>
                  <a:lnTo>
                    <a:pt x="482" y="436"/>
                  </a:lnTo>
                  <a:lnTo>
                    <a:pt x="482" y="436"/>
                  </a:lnTo>
                  <a:lnTo>
                    <a:pt x="482" y="435"/>
                  </a:lnTo>
                  <a:lnTo>
                    <a:pt x="483" y="435"/>
                  </a:lnTo>
                  <a:lnTo>
                    <a:pt x="483" y="436"/>
                  </a:lnTo>
                  <a:lnTo>
                    <a:pt x="482" y="437"/>
                  </a:lnTo>
                  <a:lnTo>
                    <a:pt x="482" y="437"/>
                  </a:lnTo>
                  <a:lnTo>
                    <a:pt x="482" y="437"/>
                  </a:lnTo>
                  <a:lnTo>
                    <a:pt x="479" y="437"/>
                  </a:lnTo>
                  <a:lnTo>
                    <a:pt x="478" y="437"/>
                  </a:lnTo>
                  <a:lnTo>
                    <a:pt x="478" y="438"/>
                  </a:lnTo>
                  <a:lnTo>
                    <a:pt x="478" y="438"/>
                  </a:lnTo>
                  <a:lnTo>
                    <a:pt x="478" y="438"/>
                  </a:lnTo>
                  <a:lnTo>
                    <a:pt x="477" y="438"/>
                  </a:lnTo>
                  <a:lnTo>
                    <a:pt x="476" y="437"/>
                  </a:lnTo>
                  <a:lnTo>
                    <a:pt x="476" y="437"/>
                  </a:lnTo>
                  <a:lnTo>
                    <a:pt x="475" y="437"/>
                  </a:lnTo>
                  <a:lnTo>
                    <a:pt x="474" y="437"/>
                  </a:lnTo>
                  <a:lnTo>
                    <a:pt x="475" y="437"/>
                  </a:lnTo>
                  <a:lnTo>
                    <a:pt x="474" y="436"/>
                  </a:lnTo>
                  <a:lnTo>
                    <a:pt x="473" y="436"/>
                  </a:lnTo>
                  <a:lnTo>
                    <a:pt x="473" y="437"/>
                  </a:lnTo>
                  <a:lnTo>
                    <a:pt x="473" y="437"/>
                  </a:lnTo>
                  <a:lnTo>
                    <a:pt x="473" y="437"/>
                  </a:lnTo>
                  <a:lnTo>
                    <a:pt x="473" y="438"/>
                  </a:lnTo>
                  <a:lnTo>
                    <a:pt x="473" y="438"/>
                  </a:lnTo>
                  <a:lnTo>
                    <a:pt x="473" y="438"/>
                  </a:lnTo>
                  <a:lnTo>
                    <a:pt x="472" y="439"/>
                  </a:lnTo>
                  <a:lnTo>
                    <a:pt x="471" y="439"/>
                  </a:lnTo>
                  <a:lnTo>
                    <a:pt x="471" y="439"/>
                  </a:lnTo>
                  <a:lnTo>
                    <a:pt x="471" y="440"/>
                  </a:lnTo>
                  <a:lnTo>
                    <a:pt x="470" y="441"/>
                  </a:lnTo>
                  <a:lnTo>
                    <a:pt x="470" y="442"/>
                  </a:lnTo>
                  <a:lnTo>
                    <a:pt x="470" y="442"/>
                  </a:lnTo>
                  <a:lnTo>
                    <a:pt x="469" y="442"/>
                  </a:lnTo>
                  <a:lnTo>
                    <a:pt x="470" y="443"/>
                  </a:lnTo>
                  <a:lnTo>
                    <a:pt x="470" y="443"/>
                  </a:lnTo>
                  <a:lnTo>
                    <a:pt x="470" y="444"/>
                  </a:lnTo>
                  <a:lnTo>
                    <a:pt x="471" y="444"/>
                  </a:lnTo>
                  <a:lnTo>
                    <a:pt x="471" y="445"/>
                  </a:lnTo>
                  <a:lnTo>
                    <a:pt x="470" y="445"/>
                  </a:lnTo>
                  <a:lnTo>
                    <a:pt x="470" y="446"/>
                  </a:lnTo>
                  <a:lnTo>
                    <a:pt x="470" y="446"/>
                  </a:lnTo>
                  <a:lnTo>
                    <a:pt x="470" y="447"/>
                  </a:lnTo>
                  <a:lnTo>
                    <a:pt x="470" y="447"/>
                  </a:lnTo>
                  <a:lnTo>
                    <a:pt x="470" y="447"/>
                  </a:lnTo>
                  <a:lnTo>
                    <a:pt x="471" y="447"/>
                  </a:lnTo>
                  <a:lnTo>
                    <a:pt x="471" y="448"/>
                  </a:lnTo>
                  <a:lnTo>
                    <a:pt x="470" y="448"/>
                  </a:lnTo>
                  <a:lnTo>
                    <a:pt x="470" y="448"/>
                  </a:lnTo>
                  <a:lnTo>
                    <a:pt x="471" y="449"/>
                  </a:lnTo>
                  <a:lnTo>
                    <a:pt x="471" y="449"/>
                  </a:lnTo>
                  <a:lnTo>
                    <a:pt x="471" y="450"/>
                  </a:lnTo>
                  <a:lnTo>
                    <a:pt x="471" y="450"/>
                  </a:lnTo>
                  <a:lnTo>
                    <a:pt x="470" y="450"/>
                  </a:lnTo>
                  <a:lnTo>
                    <a:pt x="471" y="450"/>
                  </a:lnTo>
                  <a:lnTo>
                    <a:pt x="472" y="450"/>
                  </a:lnTo>
                  <a:lnTo>
                    <a:pt x="472" y="450"/>
                  </a:lnTo>
                  <a:lnTo>
                    <a:pt x="473" y="451"/>
                  </a:lnTo>
                  <a:lnTo>
                    <a:pt x="473" y="451"/>
                  </a:lnTo>
                  <a:lnTo>
                    <a:pt x="473" y="451"/>
                  </a:lnTo>
                  <a:lnTo>
                    <a:pt x="475" y="451"/>
                  </a:lnTo>
                  <a:lnTo>
                    <a:pt x="476" y="451"/>
                  </a:lnTo>
                  <a:lnTo>
                    <a:pt x="477" y="451"/>
                  </a:lnTo>
                  <a:lnTo>
                    <a:pt x="478" y="452"/>
                  </a:lnTo>
                  <a:lnTo>
                    <a:pt x="478" y="452"/>
                  </a:lnTo>
                  <a:lnTo>
                    <a:pt x="478" y="452"/>
                  </a:lnTo>
                  <a:lnTo>
                    <a:pt x="478" y="452"/>
                  </a:lnTo>
                  <a:lnTo>
                    <a:pt x="479" y="452"/>
                  </a:lnTo>
                  <a:lnTo>
                    <a:pt x="480" y="452"/>
                  </a:lnTo>
                  <a:lnTo>
                    <a:pt x="482" y="452"/>
                  </a:lnTo>
                  <a:lnTo>
                    <a:pt x="482" y="452"/>
                  </a:lnTo>
                  <a:lnTo>
                    <a:pt x="482" y="452"/>
                  </a:lnTo>
                  <a:lnTo>
                    <a:pt x="482" y="453"/>
                  </a:lnTo>
                  <a:lnTo>
                    <a:pt x="482" y="453"/>
                  </a:lnTo>
                  <a:lnTo>
                    <a:pt x="482" y="454"/>
                  </a:lnTo>
                  <a:lnTo>
                    <a:pt x="482" y="454"/>
                  </a:lnTo>
                  <a:lnTo>
                    <a:pt x="481" y="455"/>
                  </a:lnTo>
                  <a:lnTo>
                    <a:pt x="482" y="455"/>
                  </a:lnTo>
                  <a:lnTo>
                    <a:pt x="480" y="455"/>
                  </a:lnTo>
                  <a:lnTo>
                    <a:pt x="480" y="455"/>
                  </a:lnTo>
                  <a:lnTo>
                    <a:pt x="479" y="455"/>
                  </a:lnTo>
                  <a:lnTo>
                    <a:pt x="479" y="456"/>
                  </a:lnTo>
                  <a:lnTo>
                    <a:pt x="480" y="456"/>
                  </a:lnTo>
                  <a:lnTo>
                    <a:pt x="481" y="457"/>
                  </a:lnTo>
                  <a:lnTo>
                    <a:pt x="481" y="457"/>
                  </a:lnTo>
                  <a:lnTo>
                    <a:pt x="478" y="458"/>
                  </a:lnTo>
                  <a:lnTo>
                    <a:pt x="478" y="459"/>
                  </a:lnTo>
                  <a:lnTo>
                    <a:pt x="478" y="459"/>
                  </a:lnTo>
                  <a:lnTo>
                    <a:pt x="478" y="459"/>
                  </a:lnTo>
                  <a:lnTo>
                    <a:pt x="478" y="460"/>
                  </a:lnTo>
                  <a:lnTo>
                    <a:pt x="478" y="460"/>
                  </a:lnTo>
                  <a:lnTo>
                    <a:pt x="478" y="460"/>
                  </a:lnTo>
                  <a:lnTo>
                    <a:pt x="478" y="461"/>
                  </a:lnTo>
                  <a:lnTo>
                    <a:pt x="478" y="462"/>
                  </a:lnTo>
                  <a:lnTo>
                    <a:pt x="477" y="462"/>
                  </a:lnTo>
                  <a:lnTo>
                    <a:pt x="477" y="463"/>
                  </a:lnTo>
                  <a:lnTo>
                    <a:pt x="477" y="463"/>
                  </a:lnTo>
                  <a:lnTo>
                    <a:pt x="477" y="463"/>
                  </a:lnTo>
                  <a:lnTo>
                    <a:pt x="477" y="463"/>
                  </a:lnTo>
                  <a:lnTo>
                    <a:pt x="478" y="464"/>
                  </a:lnTo>
                  <a:lnTo>
                    <a:pt x="478" y="465"/>
                  </a:lnTo>
                  <a:lnTo>
                    <a:pt x="477" y="465"/>
                  </a:lnTo>
                  <a:lnTo>
                    <a:pt x="477" y="466"/>
                  </a:lnTo>
                  <a:lnTo>
                    <a:pt x="477" y="467"/>
                  </a:lnTo>
                  <a:lnTo>
                    <a:pt x="477" y="467"/>
                  </a:lnTo>
                  <a:lnTo>
                    <a:pt x="477" y="467"/>
                  </a:lnTo>
                  <a:lnTo>
                    <a:pt x="476" y="467"/>
                  </a:lnTo>
                  <a:lnTo>
                    <a:pt x="475" y="467"/>
                  </a:lnTo>
                  <a:lnTo>
                    <a:pt x="474" y="467"/>
                  </a:lnTo>
                  <a:lnTo>
                    <a:pt x="474" y="468"/>
                  </a:lnTo>
                  <a:lnTo>
                    <a:pt x="474" y="468"/>
                  </a:lnTo>
                  <a:lnTo>
                    <a:pt x="474" y="468"/>
                  </a:lnTo>
                  <a:lnTo>
                    <a:pt x="474" y="468"/>
                  </a:lnTo>
                  <a:lnTo>
                    <a:pt x="474" y="468"/>
                  </a:lnTo>
                  <a:lnTo>
                    <a:pt x="473" y="469"/>
                  </a:lnTo>
                  <a:lnTo>
                    <a:pt x="472" y="468"/>
                  </a:lnTo>
                  <a:lnTo>
                    <a:pt x="471" y="468"/>
                  </a:lnTo>
                  <a:lnTo>
                    <a:pt x="471" y="468"/>
                  </a:lnTo>
                  <a:lnTo>
                    <a:pt x="471" y="468"/>
                  </a:lnTo>
                  <a:lnTo>
                    <a:pt x="470" y="468"/>
                  </a:lnTo>
                  <a:lnTo>
                    <a:pt x="469" y="468"/>
                  </a:lnTo>
                  <a:lnTo>
                    <a:pt x="469" y="467"/>
                  </a:lnTo>
                  <a:lnTo>
                    <a:pt x="469" y="466"/>
                  </a:lnTo>
                  <a:lnTo>
                    <a:pt x="468" y="466"/>
                  </a:lnTo>
                  <a:lnTo>
                    <a:pt x="468" y="466"/>
                  </a:lnTo>
                  <a:lnTo>
                    <a:pt x="468" y="465"/>
                  </a:lnTo>
                  <a:lnTo>
                    <a:pt x="468" y="465"/>
                  </a:lnTo>
                  <a:lnTo>
                    <a:pt x="468" y="465"/>
                  </a:lnTo>
                  <a:lnTo>
                    <a:pt x="468" y="464"/>
                  </a:lnTo>
                  <a:lnTo>
                    <a:pt x="468" y="464"/>
                  </a:lnTo>
                  <a:lnTo>
                    <a:pt x="468" y="463"/>
                  </a:lnTo>
                  <a:lnTo>
                    <a:pt x="468" y="463"/>
                  </a:lnTo>
                  <a:lnTo>
                    <a:pt x="468" y="463"/>
                  </a:lnTo>
                  <a:lnTo>
                    <a:pt x="468" y="463"/>
                  </a:lnTo>
                  <a:lnTo>
                    <a:pt x="467" y="462"/>
                  </a:lnTo>
                  <a:lnTo>
                    <a:pt x="467" y="462"/>
                  </a:lnTo>
                  <a:lnTo>
                    <a:pt x="467" y="461"/>
                  </a:lnTo>
                  <a:lnTo>
                    <a:pt x="467" y="461"/>
                  </a:lnTo>
                  <a:lnTo>
                    <a:pt x="467" y="460"/>
                  </a:lnTo>
                  <a:lnTo>
                    <a:pt x="467" y="459"/>
                  </a:lnTo>
                  <a:lnTo>
                    <a:pt x="466" y="458"/>
                  </a:lnTo>
                  <a:lnTo>
                    <a:pt x="466" y="458"/>
                  </a:lnTo>
                  <a:lnTo>
                    <a:pt x="466" y="458"/>
                  </a:lnTo>
                  <a:lnTo>
                    <a:pt x="465" y="458"/>
                  </a:lnTo>
                  <a:lnTo>
                    <a:pt x="465" y="458"/>
                  </a:lnTo>
                  <a:lnTo>
                    <a:pt x="465" y="457"/>
                  </a:lnTo>
                  <a:lnTo>
                    <a:pt x="465" y="457"/>
                  </a:lnTo>
                  <a:lnTo>
                    <a:pt x="465" y="457"/>
                  </a:lnTo>
                  <a:lnTo>
                    <a:pt x="465" y="456"/>
                  </a:lnTo>
                  <a:lnTo>
                    <a:pt x="465" y="456"/>
                  </a:lnTo>
                  <a:lnTo>
                    <a:pt x="465" y="456"/>
                  </a:lnTo>
                  <a:lnTo>
                    <a:pt x="466" y="455"/>
                  </a:lnTo>
                  <a:lnTo>
                    <a:pt x="466" y="455"/>
                  </a:lnTo>
                  <a:lnTo>
                    <a:pt x="467" y="455"/>
                  </a:lnTo>
                  <a:lnTo>
                    <a:pt x="467" y="455"/>
                  </a:lnTo>
                  <a:lnTo>
                    <a:pt x="465" y="454"/>
                  </a:lnTo>
                  <a:lnTo>
                    <a:pt x="465" y="455"/>
                  </a:lnTo>
                  <a:lnTo>
                    <a:pt x="465" y="454"/>
                  </a:lnTo>
                  <a:lnTo>
                    <a:pt x="463" y="454"/>
                  </a:lnTo>
                  <a:lnTo>
                    <a:pt x="462" y="455"/>
                  </a:lnTo>
                  <a:lnTo>
                    <a:pt x="461" y="455"/>
                  </a:lnTo>
                  <a:lnTo>
                    <a:pt x="461" y="454"/>
                  </a:lnTo>
                  <a:lnTo>
                    <a:pt x="461" y="454"/>
                  </a:lnTo>
                  <a:lnTo>
                    <a:pt x="460" y="453"/>
                  </a:lnTo>
                  <a:lnTo>
                    <a:pt x="460" y="453"/>
                  </a:lnTo>
                  <a:lnTo>
                    <a:pt x="459" y="453"/>
                  </a:lnTo>
                  <a:lnTo>
                    <a:pt x="457" y="452"/>
                  </a:lnTo>
                  <a:lnTo>
                    <a:pt x="457" y="452"/>
                  </a:lnTo>
                  <a:lnTo>
                    <a:pt x="458" y="451"/>
                  </a:lnTo>
                  <a:lnTo>
                    <a:pt x="458" y="451"/>
                  </a:lnTo>
                  <a:lnTo>
                    <a:pt x="457" y="450"/>
                  </a:lnTo>
                  <a:lnTo>
                    <a:pt x="457" y="450"/>
                  </a:lnTo>
                  <a:lnTo>
                    <a:pt x="456" y="451"/>
                  </a:lnTo>
                  <a:lnTo>
                    <a:pt x="456" y="450"/>
                  </a:lnTo>
                  <a:lnTo>
                    <a:pt x="456" y="450"/>
                  </a:lnTo>
                  <a:lnTo>
                    <a:pt x="456" y="450"/>
                  </a:lnTo>
                  <a:lnTo>
                    <a:pt x="456" y="450"/>
                  </a:lnTo>
                  <a:lnTo>
                    <a:pt x="456" y="450"/>
                  </a:lnTo>
                  <a:lnTo>
                    <a:pt x="455" y="449"/>
                  </a:lnTo>
                  <a:lnTo>
                    <a:pt x="454" y="450"/>
                  </a:lnTo>
                  <a:lnTo>
                    <a:pt x="454" y="450"/>
                  </a:lnTo>
                  <a:lnTo>
                    <a:pt x="456" y="450"/>
                  </a:lnTo>
                  <a:lnTo>
                    <a:pt x="456" y="450"/>
                  </a:lnTo>
                  <a:lnTo>
                    <a:pt x="455" y="450"/>
                  </a:lnTo>
                  <a:lnTo>
                    <a:pt x="455" y="451"/>
                  </a:lnTo>
                  <a:lnTo>
                    <a:pt x="456" y="451"/>
                  </a:lnTo>
                  <a:lnTo>
                    <a:pt x="457" y="451"/>
                  </a:lnTo>
                  <a:lnTo>
                    <a:pt x="457" y="451"/>
                  </a:lnTo>
                  <a:lnTo>
                    <a:pt x="457" y="451"/>
                  </a:lnTo>
                  <a:lnTo>
                    <a:pt x="457" y="451"/>
                  </a:lnTo>
                  <a:lnTo>
                    <a:pt x="457" y="451"/>
                  </a:lnTo>
                  <a:lnTo>
                    <a:pt x="457" y="452"/>
                  </a:lnTo>
                  <a:lnTo>
                    <a:pt x="456" y="452"/>
                  </a:lnTo>
                  <a:lnTo>
                    <a:pt x="456" y="453"/>
                  </a:lnTo>
                  <a:lnTo>
                    <a:pt x="456" y="453"/>
                  </a:lnTo>
                  <a:lnTo>
                    <a:pt x="454" y="454"/>
                  </a:lnTo>
                  <a:lnTo>
                    <a:pt x="453" y="454"/>
                  </a:lnTo>
                  <a:lnTo>
                    <a:pt x="453" y="454"/>
                  </a:lnTo>
                  <a:lnTo>
                    <a:pt x="456" y="454"/>
                  </a:lnTo>
                  <a:lnTo>
                    <a:pt x="456" y="453"/>
                  </a:lnTo>
                  <a:lnTo>
                    <a:pt x="456" y="453"/>
                  </a:lnTo>
                  <a:lnTo>
                    <a:pt x="458" y="453"/>
                  </a:lnTo>
                  <a:lnTo>
                    <a:pt x="459" y="454"/>
                  </a:lnTo>
                  <a:lnTo>
                    <a:pt x="459" y="454"/>
                  </a:lnTo>
                  <a:lnTo>
                    <a:pt x="459" y="455"/>
                  </a:lnTo>
                  <a:lnTo>
                    <a:pt x="460" y="455"/>
                  </a:lnTo>
                  <a:lnTo>
                    <a:pt x="461" y="455"/>
                  </a:lnTo>
                  <a:lnTo>
                    <a:pt x="462" y="455"/>
                  </a:lnTo>
                  <a:lnTo>
                    <a:pt x="462" y="455"/>
                  </a:lnTo>
                  <a:lnTo>
                    <a:pt x="462" y="456"/>
                  </a:lnTo>
                  <a:lnTo>
                    <a:pt x="462" y="456"/>
                  </a:lnTo>
                  <a:lnTo>
                    <a:pt x="462" y="455"/>
                  </a:lnTo>
                  <a:lnTo>
                    <a:pt x="464" y="455"/>
                  </a:lnTo>
                  <a:lnTo>
                    <a:pt x="464" y="455"/>
                  </a:lnTo>
                  <a:lnTo>
                    <a:pt x="465" y="455"/>
                  </a:lnTo>
                  <a:lnTo>
                    <a:pt x="465" y="456"/>
                  </a:lnTo>
                  <a:lnTo>
                    <a:pt x="464" y="457"/>
                  </a:lnTo>
                  <a:lnTo>
                    <a:pt x="464" y="457"/>
                  </a:lnTo>
                  <a:lnTo>
                    <a:pt x="464" y="457"/>
                  </a:lnTo>
                  <a:lnTo>
                    <a:pt x="465" y="458"/>
                  </a:lnTo>
                  <a:lnTo>
                    <a:pt x="465" y="458"/>
                  </a:lnTo>
                  <a:lnTo>
                    <a:pt x="465" y="459"/>
                  </a:lnTo>
                  <a:lnTo>
                    <a:pt x="466" y="459"/>
                  </a:lnTo>
                  <a:lnTo>
                    <a:pt x="466" y="459"/>
                  </a:lnTo>
                  <a:lnTo>
                    <a:pt x="467" y="459"/>
                  </a:lnTo>
                  <a:lnTo>
                    <a:pt x="466" y="460"/>
                  </a:lnTo>
                  <a:lnTo>
                    <a:pt x="466" y="461"/>
                  </a:lnTo>
                  <a:lnTo>
                    <a:pt x="466" y="462"/>
                  </a:lnTo>
                  <a:lnTo>
                    <a:pt x="466" y="462"/>
                  </a:lnTo>
                  <a:lnTo>
                    <a:pt x="465" y="462"/>
                  </a:lnTo>
                  <a:lnTo>
                    <a:pt x="465" y="462"/>
                  </a:lnTo>
                  <a:lnTo>
                    <a:pt x="464" y="463"/>
                  </a:lnTo>
                  <a:lnTo>
                    <a:pt x="465" y="463"/>
                  </a:lnTo>
                  <a:lnTo>
                    <a:pt x="465" y="463"/>
                  </a:lnTo>
                  <a:lnTo>
                    <a:pt x="465" y="463"/>
                  </a:lnTo>
                  <a:lnTo>
                    <a:pt x="466" y="463"/>
                  </a:lnTo>
                  <a:lnTo>
                    <a:pt x="467" y="463"/>
                  </a:lnTo>
                  <a:lnTo>
                    <a:pt x="467" y="463"/>
                  </a:lnTo>
                  <a:lnTo>
                    <a:pt x="468" y="463"/>
                  </a:lnTo>
                  <a:lnTo>
                    <a:pt x="468" y="464"/>
                  </a:lnTo>
                  <a:lnTo>
                    <a:pt x="467" y="465"/>
                  </a:lnTo>
                  <a:lnTo>
                    <a:pt x="467" y="465"/>
                  </a:lnTo>
                  <a:lnTo>
                    <a:pt x="467" y="465"/>
                  </a:lnTo>
                  <a:lnTo>
                    <a:pt x="467" y="466"/>
                  </a:lnTo>
                  <a:lnTo>
                    <a:pt x="468" y="467"/>
                  </a:lnTo>
                  <a:lnTo>
                    <a:pt x="469" y="468"/>
                  </a:lnTo>
                  <a:lnTo>
                    <a:pt x="469" y="468"/>
                  </a:lnTo>
                  <a:lnTo>
                    <a:pt x="469" y="469"/>
                  </a:lnTo>
                  <a:lnTo>
                    <a:pt x="469" y="469"/>
                  </a:lnTo>
                  <a:lnTo>
                    <a:pt x="469" y="469"/>
                  </a:lnTo>
                  <a:lnTo>
                    <a:pt x="469" y="469"/>
                  </a:lnTo>
                  <a:lnTo>
                    <a:pt x="469" y="470"/>
                  </a:lnTo>
                  <a:lnTo>
                    <a:pt x="469" y="471"/>
                  </a:lnTo>
                  <a:lnTo>
                    <a:pt x="468" y="471"/>
                  </a:lnTo>
                  <a:lnTo>
                    <a:pt x="468" y="471"/>
                  </a:lnTo>
                  <a:lnTo>
                    <a:pt x="469" y="471"/>
                  </a:lnTo>
                  <a:lnTo>
                    <a:pt x="469" y="472"/>
                  </a:lnTo>
                  <a:lnTo>
                    <a:pt x="468" y="472"/>
                  </a:lnTo>
                  <a:lnTo>
                    <a:pt x="468" y="472"/>
                  </a:lnTo>
                  <a:lnTo>
                    <a:pt x="467" y="472"/>
                  </a:lnTo>
                  <a:lnTo>
                    <a:pt x="467" y="472"/>
                  </a:lnTo>
                  <a:lnTo>
                    <a:pt x="466" y="472"/>
                  </a:lnTo>
                  <a:lnTo>
                    <a:pt x="465" y="472"/>
                  </a:lnTo>
                  <a:lnTo>
                    <a:pt x="464" y="472"/>
                  </a:lnTo>
                  <a:lnTo>
                    <a:pt x="464" y="473"/>
                  </a:lnTo>
                  <a:lnTo>
                    <a:pt x="463" y="473"/>
                  </a:lnTo>
                  <a:lnTo>
                    <a:pt x="462" y="473"/>
                  </a:lnTo>
                  <a:lnTo>
                    <a:pt x="461" y="474"/>
                  </a:lnTo>
                  <a:lnTo>
                    <a:pt x="461" y="474"/>
                  </a:lnTo>
                  <a:lnTo>
                    <a:pt x="460" y="475"/>
                  </a:lnTo>
                  <a:lnTo>
                    <a:pt x="460" y="475"/>
                  </a:lnTo>
                  <a:lnTo>
                    <a:pt x="460" y="476"/>
                  </a:lnTo>
                  <a:lnTo>
                    <a:pt x="460" y="476"/>
                  </a:lnTo>
                  <a:lnTo>
                    <a:pt x="458" y="477"/>
                  </a:lnTo>
                  <a:lnTo>
                    <a:pt x="456" y="480"/>
                  </a:lnTo>
                  <a:lnTo>
                    <a:pt x="456" y="483"/>
                  </a:lnTo>
                  <a:lnTo>
                    <a:pt x="455" y="485"/>
                  </a:lnTo>
                  <a:lnTo>
                    <a:pt x="455" y="485"/>
                  </a:lnTo>
                  <a:lnTo>
                    <a:pt x="455" y="488"/>
                  </a:lnTo>
                  <a:lnTo>
                    <a:pt x="455" y="489"/>
                  </a:lnTo>
                  <a:lnTo>
                    <a:pt x="455" y="489"/>
                  </a:lnTo>
                  <a:lnTo>
                    <a:pt x="454" y="489"/>
                  </a:lnTo>
                  <a:lnTo>
                    <a:pt x="454" y="489"/>
                  </a:lnTo>
                  <a:lnTo>
                    <a:pt x="454" y="490"/>
                  </a:lnTo>
                  <a:lnTo>
                    <a:pt x="454" y="491"/>
                  </a:lnTo>
                  <a:lnTo>
                    <a:pt x="454" y="493"/>
                  </a:lnTo>
                  <a:lnTo>
                    <a:pt x="453" y="494"/>
                  </a:lnTo>
                  <a:lnTo>
                    <a:pt x="454" y="496"/>
                  </a:lnTo>
                  <a:lnTo>
                    <a:pt x="454" y="496"/>
                  </a:lnTo>
                  <a:lnTo>
                    <a:pt x="455" y="498"/>
                  </a:lnTo>
                  <a:lnTo>
                    <a:pt x="456" y="498"/>
                  </a:lnTo>
                  <a:lnTo>
                    <a:pt x="456" y="499"/>
                  </a:lnTo>
                  <a:lnTo>
                    <a:pt x="456" y="498"/>
                  </a:lnTo>
                  <a:lnTo>
                    <a:pt x="456" y="498"/>
                  </a:lnTo>
                  <a:lnTo>
                    <a:pt x="454" y="499"/>
                  </a:lnTo>
                  <a:lnTo>
                    <a:pt x="454" y="500"/>
                  </a:lnTo>
                  <a:lnTo>
                    <a:pt x="454" y="500"/>
                  </a:lnTo>
                  <a:lnTo>
                    <a:pt x="453" y="499"/>
                  </a:lnTo>
                  <a:lnTo>
                    <a:pt x="452" y="499"/>
                  </a:lnTo>
                  <a:lnTo>
                    <a:pt x="451" y="498"/>
                  </a:lnTo>
                  <a:lnTo>
                    <a:pt x="450" y="498"/>
                  </a:lnTo>
                  <a:lnTo>
                    <a:pt x="449" y="499"/>
                  </a:lnTo>
                  <a:lnTo>
                    <a:pt x="449" y="499"/>
                  </a:lnTo>
                  <a:lnTo>
                    <a:pt x="448" y="500"/>
                  </a:lnTo>
                  <a:lnTo>
                    <a:pt x="447" y="500"/>
                  </a:lnTo>
                  <a:lnTo>
                    <a:pt x="447" y="501"/>
                  </a:lnTo>
                  <a:lnTo>
                    <a:pt x="446" y="502"/>
                  </a:lnTo>
                  <a:lnTo>
                    <a:pt x="446" y="502"/>
                  </a:lnTo>
                  <a:lnTo>
                    <a:pt x="445" y="503"/>
                  </a:lnTo>
                  <a:lnTo>
                    <a:pt x="444" y="502"/>
                  </a:lnTo>
                  <a:lnTo>
                    <a:pt x="444" y="503"/>
                  </a:lnTo>
                  <a:lnTo>
                    <a:pt x="443" y="503"/>
                  </a:lnTo>
                  <a:lnTo>
                    <a:pt x="443" y="504"/>
                  </a:lnTo>
                  <a:lnTo>
                    <a:pt x="443" y="504"/>
                  </a:lnTo>
                  <a:lnTo>
                    <a:pt x="443" y="503"/>
                  </a:lnTo>
                  <a:lnTo>
                    <a:pt x="443" y="503"/>
                  </a:lnTo>
                  <a:lnTo>
                    <a:pt x="442" y="502"/>
                  </a:lnTo>
                  <a:lnTo>
                    <a:pt x="442" y="502"/>
                  </a:lnTo>
                  <a:lnTo>
                    <a:pt x="442" y="502"/>
                  </a:lnTo>
                  <a:lnTo>
                    <a:pt x="442" y="502"/>
                  </a:lnTo>
                  <a:lnTo>
                    <a:pt x="441" y="502"/>
                  </a:lnTo>
                  <a:lnTo>
                    <a:pt x="441" y="502"/>
                  </a:lnTo>
                  <a:lnTo>
                    <a:pt x="441" y="502"/>
                  </a:lnTo>
                  <a:lnTo>
                    <a:pt x="441" y="502"/>
                  </a:lnTo>
                  <a:lnTo>
                    <a:pt x="440" y="501"/>
                  </a:lnTo>
                  <a:lnTo>
                    <a:pt x="440" y="501"/>
                  </a:lnTo>
                  <a:lnTo>
                    <a:pt x="439" y="500"/>
                  </a:lnTo>
                  <a:lnTo>
                    <a:pt x="439" y="500"/>
                  </a:lnTo>
                  <a:lnTo>
                    <a:pt x="439" y="500"/>
                  </a:lnTo>
                  <a:lnTo>
                    <a:pt x="439" y="500"/>
                  </a:lnTo>
                  <a:lnTo>
                    <a:pt x="437" y="499"/>
                  </a:lnTo>
                  <a:lnTo>
                    <a:pt x="437" y="499"/>
                  </a:lnTo>
                  <a:lnTo>
                    <a:pt x="435" y="499"/>
                  </a:lnTo>
                  <a:lnTo>
                    <a:pt x="435" y="498"/>
                  </a:lnTo>
                  <a:lnTo>
                    <a:pt x="434" y="498"/>
                  </a:lnTo>
                  <a:lnTo>
                    <a:pt x="434" y="498"/>
                  </a:lnTo>
                  <a:lnTo>
                    <a:pt x="434" y="498"/>
                  </a:lnTo>
                  <a:lnTo>
                    <a:pt x="435" y="497"/>
                  </a:lnTo>
                  <a:lnTo>
                    <a:pt x="434" y="497"/>
                  </a:lnTo>
                  <a:lnTo>
                    <a:pt x="435" y="497"/>
                  </a:lnTo>
                  <a:lnTo>
                    <a:pt x="435" y="496"/>
                  </a:lnTo>
                  <a:lnTo>
                    <a:pt x="436" y="496"/>
                  </a:lnTo>
                  <a:lnTo>
                    <a:pt x="436" y="495"/>
                  </a:lnTo>
                  <a:lnTo>
                    <a:pt x="436" y="495"/>
                  </a:lnTo>
                  <a:lnTo>
                    <a:pt x="436" y="495"/>
                  </a:lnTo>
                  <a:lnTo>
                    <a:pt x="437" y="495"/>
                  </a:lnTo>
                  <a:lnTo>
                    <a:pt x="438" y="494"/>
                  </a:lnTo>
                  <a:lnTo>
                    <a:pt x="439" y="494"/>
                  </a:lnTo>
                  <a:lnTo>
                    <a:pt x="439" y="494"/>
                  </a:lnTo>
                  <a:lnTo>
                    <a:pt x="440" y="494"/>
                  </a:lnTo>
                  <a:lnTo>
                    <a:pt x="440" y="494"/>
                  </a:lnTo>
                  <a:lnTo>
                    <a:pt x="441" y="494"/>
                  </a:lnTo>
                  <a:lnTo>
                    <a:pt x="441" y="494"/>
                  </a:lnTo>
                  <a:lnTo>
                    <a:pt x="440" y="494"/>
                  </a:lnTo>
                  <a:lnTo>
                    <a:pt x="441" y="494"/>
                  </a:lnTo>
                  <a:lnTo>
                    <a:pt x="441" y="494"/>
                  </a:lnTo>
                  <a:lnTo>
                    <a:pt x="440" y="494"/>
                  </a:lnTo>
                  <a:lnTo>
                    <a:pt x="439" y="494"/>
                  </a:lnTo>
                  <a:lnTo>
                    <a:pt x="438" y="494"/>
                  </a:lnTo>
                  <a:lnTo>
                    <a:pt x="437" y="494"/>
                  </a:lnTo>
                  <a:lnTo>
                    <a:pt x="437" y="492"/>
                  </a:lnTo>
                  <a:lnTo>
                    <a:pt x="438" y="493"/>
                  </a:lnTo>
                  <a:lnTo>
                    <a:pt x="438" y="492"/>
                  </a:lnTo>
                  <a:lnTo>
                    <a:pt x="437" y="491"/>
                  </a:lnTo>
                  <a:lnTo>
                    <a:pt x="438" y="490"/>
                  </a:lnTo>
                  <a:lnTo>
                    <a:pt x="439" y="490"/>
                  </a:lnTo>
                  <a:lnTo>
                    <a:pt x="439" y="490"/>
                  </a:lnTo>
                  <a:lnTo>
                    <a:pt x="439" y="490"/>
                  </a:lnTo>
                  <a:lnTo>
                    <a:pt x="439" y="489"/>
                  </a:lnTo>
                  <a:lnTo>
                    <a:pt x="439" y="489"/>
                  </a:lnTo>
                  <a:lnTo>
                    <a:pt x="439" y="489"/>
                  </a:lnTo>
                  <a:lnTo>
                    <a:pt x="440" y="489"/>
                  </a:lnTo>
                  <a:lnTo>
                    <a:pt x="440" y="489"/>
                  </a:lnTo>
                  <a:lnTo>
                    <a:pt x="439" y="489"/>
                  </a:lnTo>
                  <a:lnTo>
                    <a:pt x="439" y="489"/>
                  </a:lnTo>
                  <a:lnTo>
                    <a:pt x="439" y="489"/>
                  </a:lnTo>
                  <a:lnTo>
                    <a:pt x="441" y="489"/>
                  </a:lnTo>
                  <a:lnTo>
                    <a:pt x="442" y="488"/>
                  </a:lnTo>
                  <a:lnTo>
                    <a:pt x="442" y="487"/>
                  </a:lnTo>
                  <a:lnTo>
                    <a:pt x="441" y="488"/>
                  </a:lnTo>
                  <a:lnTo>
                    <a:pt x="440" y="488"/>
                  </a:lnTo>
                  <a:lnTo>
                    <a:pt x="439" y="489"/>
                  </a:lnTo>
                  <a:lnTo>
                    <a:pt x="439" y="489"/>
                  </a:lnTo>
                  <a:lnTo>
                    <a:pt x="439" y="490"/>
                  </a:lnTo>
                  <a:lnTo>
                    <a:pt x="437" y="490"/>
                  </a:lnTo>
                  <a:lnTo>
                    <a:pt x="437" y="490"/>
                  </a:lnTo>
                  <a:lnTo>
                    <a:pt x="438" y="489"/>
                  </a:lnTo>
                  <a:lnTo>
                    <a:pt x="438" y="489"/>
                  </a:lnTo>
                  <a:lnTo>
                    <a:pt x="437" y="489"/>
                  </a:lnTo>
                  <a:lnTo>
                    <a:pt x="437" y="489"/>
                  </a:lnTo>
                  <a:lnTo>
                    <a:pt x="437" y="489"/>
                  </a:lnTo>
                  <a:lnTo>
                    <a:pt x="436" y="489"/>
                  </a:lnTo>
                  <a:lnTo>
                    <a:pt x="436" y="487"/>
                  </a:lnTo>
                  <a:lnTo>
                    <a:pt x="437" y="487"/>
                  </a:lnTo>
                  <a:lnTo>
                    <a:pt x="437" y="486"/>
                  </a:lnTo>
                  <a:lnTo>
                    <a:pt x="436" y="486"/>
                  </a:lnTo>
                  <a:lnTo>
                    <a:pt x="437" y="485"/>
                  </a:lnTo>
                  <a:lnTo>
                    <a:pt x="436" y="485"/>
                  </a:lnTo>
                  <a:lnTo>
                    <a:pt x="436" y="486"/>
                  </a:lnTo>
                  <a:lnTo>
                    <a:pt x="435" y="486"/>
                  </a:lnTo>
                  <a:lnTo>
                    <a:pt x="434" y="485"/>
                  </a:lnTo>
                  <a:lnTo>
                    <a:pt x="434" y="485"/>
                  </a:lnTo>
                  <a:lnTo>
                    <a:pt x="434" y="485"/>
                  </a:lnTo>
                  <a:lnTo>
                    <a:pt x="434" y="485"/>
                  </a:lnTo>
                  <a:lnTo>
                    <a:pt x="434" y="485"/>
                  </a:lnTo>
                  <a:lnTo>
                    <a:pt x="434" y="486"/>
                  </a:lnTo>
                  <a:lnTo>
                    <a:pt x="435" y="486"/>
                  </a:lnTo>
                  <a:lnTo>
                    <a:pt x="435" y="487"/>
                  </a:lnTo>
                  <a:lnTo>
                    <a:pt x="435" y="487"/>
                  </a:lnTo>
                  <a:lnTo>
                    <a:pt x="435" y="488"/>
                  </a:lnTo>
                  <a:lnTo>
                    <a:pt x="435" y="489"/>
                  </a:lnTo>
                  <a:lnTo>
                    <a:pt x="435" y="489"/>
                  </a:lnTo>
                  <a:lnTo>
                    <a:pt x="434" y="489"/>
                  </a:lnTo>
                  <a:lnTo>
                    <a:pt x="434" y="489"/>
                  </a:lnTo>
                  <a:lnTo>
                    <a:pt x="434" y="489"/>
                  </a:lnTo>
                  <a:lnTo>
                    <a:pt x="434" y="489"/>
                  </a:lnTo>
                  <a:lnTo>
                    <a:pt x="434" y="489"/>
                  </a:lnTo>
                  <a:lnTo>
                    <a:pt x="434" y="489"/>
                  </a:lnTo>
                  <a:lnTo>
                    <a:pt x="433" y="489"/>
                  </a:lnTo>
                  <a:lnTo>
                    <a:pt x="432" y="490"/>
                  </a:lnTo>
                  <a:lnTo>
                    <a:pt x="434" y="490"/>
                  </a:lnTo>
                  <a:lnTo>
                    <a:pt x="436" y="490"/>
                  </a:lnTo>
                  <a:lnTo>
                    <a:pt x="436" y="491"/>
                  </a:lnTo>
                  <a:lnTo>
                    <a:pt x="437" y="492"/>
                  </a:lnTo>
                  <a:lnTo>
                    <a:pt x="437" y="492"/>
                  </a:lnTo>
                  <a:lnTo>
                    <a:pt x="437" y="493"/>
                  </a:lnTo>
                  <a:lnTo>
                    <a:pt x="437" y="494"/>
                  </a:lnTo>
                  <a:lnTo>
                    <a:pt x="437" y="494"/>
                  </a:lnTo>
                  <a:lnTo>
                    <a:pt x="437" y="494"/>
                  </a:lnTo>
                  <a:lnTo>
                    <a:pt x="436" y="494"/>
                  </a:lnTo>
                  <a:lnTo>
                    <a:pt x="435" y="494"/>
                  </a:lnTo>
                  <a:lnTo>
                    <a:pt x="435" y="494"/>
                  </a:lnTo>
                  <a:lnTo>
                    <a:pt x="435" y="494"/>
                  </a:lnTo>
                  <a:lnTo>
                    <a:pt x="436" y="494"/>
                  </a:lnTo>
                  <a:lnTo>
                    <a:pt x="435" y="494"/>
                  </a:lnTo>
                  <a:lnTo>
                    <a:pt x="436" y="494"/>
                  </a:lnTo>
                  <a:lnTo>
                    <a:pt x="436" y="495"/>
                  </a:lnTo>
                  <a:lnTo>
                    <a:pt x="434" y="496"/>
                  </a:lnTo>
                  <a:lnTo>
                    <a:pt x="434" y="497"/>
                  </a:lnTo>
                  <a:lnTo>
                    <a:pt x="434" y="497"/>
                  </a:lnTo>
                  <a:lnTo>
                    <a:pt x="434" y="497"/>
                  </a:lnTo>
                  <a:lnTo>
                    <a:pt x="433" y="497"/>
                  </a:lnTo>
                  <a:lnTo>
                    <a:pt x="434" y="498"/>
                  </a:lnTo>
                  <a:lnTo>
                    <a:pt x="433" y="498"/>
                  </a:lnTo>
                  <a:lnTo>
                    <a:pt x="433" y="498"/>
                  </a:lnTo>
                  <a:lnTo>
                    <a:pt x="434" y="498"/>
                  </a:lnTo>
                  <a:lnTo>
                    <a:pt x="434" y="498"/>
                  </a:lnTo>
                  <a:lnTo>
                    <a:pt x="433" y="498"/>
                  </a:lnTo>
                  <a:lnTo>
                    <a:pt x="433" y="499"/>
                  </a:lnTo>
                  <a:lnTo>
                    <a:pt x="434" y="499"/>
                  </a:lnTo>
                  <a:lnTo>
                    <a:pt x="434" y="500"/>
                  </a:lnTo>
                  <a:lnTo>
                    <a:pt x="434" y="500"/>
                  </a:lnTo>
                  <a:lnTo>
                    <a:pt x="432" y="501"/>
                  </a:lnTo>
                  <a:lnTo>
                    <a:pt x="432" y="501"/>
                  </a:lnTo>
                  <a:lnTo>
                    <a:pt x="433" y="502"/>
                  </a:lnTo>
                  <a:lnTo>
                    <a:pt x="433" y="502"/>
                  </a:lnTo>
                  <a:lnTo>
                    <a:pt x="432" y="502"/>
                  </a:lnTo>
                  <a:lnTo>
                    <a:pt x="432" y="502"/>
                  </a:lnTo>
                  <a:lnTo>
                    <a:pt x="432" y="502"/>
                  </a:lnTo>
                  <a:lnTo>
                    <a:pt x="432" y="502"/>
                  </a:lnTo>
                  <a:lnTo>
                    <a:pt x="431" y="502"/>
                  </a:lnTo>
                  <a:lnTo>
                    <a:pt x="430" y="502"/>
                  </a:lnTo>
                  <a:lnTo>
                    <a:pt x="430" y="501"/>
                  </a:lnTo>
                  <a:lnTo>
                    <a:pt x="430" y="501"/>
                  </a:lnTo>
                  <a:lnTo>
                    <a:pt x="428" y="501"/>
                  </a:lnTo>
                  <a:lnTo>
                    <a:pt x="427" y="500"/>
                  </a:lnTo>
                  <a:lnTo>
                    <a:pt x="427" y="500"/>
                  </a:lnTo>
                  <a:lnTo>
                    <a:pt x="426" y="500"/>
                  </a:lnTo>
                  <a:lnTo>
                    <a:pt x="426" y="499"/>
                  </a:lnTo>
                  <a:lnTo>
                    <a:pt x="426" y="499"/>
                  </a:lnTo>
                  <a:lnTo>
                    <a:pt x="426" y="498"/>
                  </a:lnTo>
                  <a:lnTo>
                    <a:pt x="425" y="498"/>
                  </a:lnTo>
                  <a:lnTo>
                    <a:pt x="424" y="498"/>
                  </a:lnTo>
                  <a:lnTo>
                    <a:pt x="424" y="498"/>
                  </a:lnTo>
                  <a:lnTo>
                    <a:pt x="423" y="497"/>
                  </a:lnTo>
                  <a:lnTo>
                    <a:pt x="421" y="497"/>
                  </a:lnTo>
                  <a:lnTo>
                    <a:pt x="421" y="495"/>
                  </a:lnTo>
                  <a:lnTo>
                    <a:pt x="421" y="496"/>
                  </a:lnTo>
                  <a:lnTo>
                    <a:pt x="420" y="495"/>
                  </a:lnTo>
                  <a:lnTo>
                    <a:pt x="419" y="494"/>
                  </a:lnTo>
                  <a:lnTo>
                    <a:pt x="418" y="494"/>
                  </a:lnTo>
                  <a:lnTo>
                    <a:pt x="419" y="494"/>
                  </a:lnTo>
                  <a:lnTo>
                    <a:pt x="418" y="494"/>
                  </a:lnTo>
                  <a:lnTo>
                    <a:pt x="418" y="493"/>
                  </a:lnTo>
                  <a:lnTo>
                    <a:pt x="418" y="494"/>
                  </a:lnTo>
                  <a:lnTo>
                    <a:pt x="419" y="494"/>
                  </a:lnTo>
                  <a:lnTo>
                    <a:pt x="420" y="494"/>
                  </a:lnTo>
                  <a:lnTo>
                    <a:pt x="420" y="493"/>
                  </a:lnTo>
                  <a:lnTo>
                    <a:pt x="420" y="493"/>
                  </a:lnTo>
                  <a:lnTo>
                    <a:pt x="420" y="493"/>
                  </a:lnTo>
                  <a:lnTo>
                    <a:pt x="420" y="493"/>
                  </a:lnTo>
                  <a:lnTo>
                    <a:pt x="420" y="490"/>
                  </a:lnTo>
                  <a:lnTo>
                    <a:pt x="421" y="489"/>
                  </a:lnTo>
                  <a:lnTo>
                    <a:pt x="421" y="489"/>
                  </a:lnTo>
                  <a:lnTo>
                    <a:pt x="420" y="488"/>
                  </a:lnTo>
                  <a:lnTo>
                    <a:pt x="420" y="488"/>
                  </a:lnTo>
                  <a:lnTo>
                    <a:pt x="420" y="488"/>
                  </a:lnTo>
                  <a:lnTo>
                    <a:pt x="420" y="488"/>
                  </a:lnTo>
                  <a:lnTo>
                    <a:pt x="419" y="488"/>
                  </a:lnTo>
                  <a:lnTo>
                    <a:pt x="418" y="488"/>
                  </a:lnTo>
                  <a:lnTo>
                    <a:pt x="419" y="487"/>
                  </a:lnTo>
                  <a:lnTo>
                    <a:pt x="417" y="487"/>
                  </a:lnTo>
                  <a:lnTo>
                    <a:pt x="417" y="486"/>
                  </a:lnTo>
                  <a:lnTo>
                    <a:pt x="417" y="485"/>
                  </a:lnTo>
                  <a:lnTo>
                    <a:pt x="417" y="485"/>
                  </a:lnTo>
                  <a:lnTo>
                    <a:pt x="417" y="485"/>
                  </a:lnTo>
                  <a:lnTo>
                    <a:pt x="417" y="485"/>
                  </a:lnTo>
                  <a:lnTo>
                    <a:pt x="417" y="485"/>
                  </a:lnTo>
                  <a:lnTo>
                    <a:pt x="417" y="484"/>
                  </a:lnTo>
                  <a:lnTo>
                    <a:pt x="417" y="485"/>
                  </a:lnTo>
                  <a:lnTo>
                    <a:pt x="417" y="484"/>
                  </a:lnTo>
                  <a:lnTo>
                    <a:pt x="417" y="484"/>
                  </a:lnTo>
                  <a:lnTo>
                    <a:pt x="417" y="483"/>
                  </a:lnTo>
                  <a:lnTo>
                    <a:pt x="417" y="483"/>
                  </a:lnTo>
                  <a:lnTo>
                    <a:pt x="417" y="484"/>
                  </a:lnTo>
                  <a:lnTo>
                    <a:pt x="417" y="484"/>
                  </a:lnTo>
                  <a:lnTo>
                    <a:pt x="419" y="484"/>
                  </a:lnTo>
                  <a:lnTo>
                    <a:pt x="419" y="483"/>
                  </a:lnTo>
                  <a:lnTo>
                    <a:pt x="419" y="482"/>
                  </a:lnTo>
                  <a:lnTo>
                    <a:pt x="421" y="481"/>
                  </a:lnTo>
                  <a:lnTo>
                    <a:pt x="421" y="481"/>
                  </a:lnTo>
                  <a:lnTo>
                    <a:pt x="421" y="481"/>
                  </a:lnTo>
                  <a:lnTo>
                    <a:pt x="421" y="481"/>
                  </a:lnTo>
                  <a:lnTo>
                    <a:pt x="420" y="480"/>
                  </a:lnTo>
                  <a:lnTo>
                    <a:pt x="420" y="480"/>
                  </a:lnTo>
                  <a:lnTo>
                    <a:pt x="420" y="479"/>
                  </a:lnTo>
                  <a:lnTo>
                    <a:pt x="421" y="478"/>
                  </a:lnTo>
                  <a:lnTo>
                    <a:pt x="421" y="478"/>
                  </a:lnTo>
                  <a:lnTo>
                    <a:pt x="421" y="477"/>
                  </a:lnTo>
                  <a:lnTo>
                    <a:pt x="422" y="476"/>
                  </a:lnTo>
                  <a:lnTo>
                    <a:pt x="422" y="476"/>
                  </a:lnTo>
                  <a:lnTo>
                    <a:pt x="421" y="477"/>
                  </a:lnTo>
                  <a:lnTo>
                    <a:pt x="421" y="478"/>
                  </a:lnTo>
                  <a:lnTo>
                    <a:pt x="421" y="478"/>
                  </a:lnTo>
                  <a:lnTo>
                    <a:pt x="420" y="479"/>
                  </a:lnTo>
                  <a:lnTo>
                    <a:pt x="420" y="480"/>
                  </a:lnTo>
                  <a:lnTo>
                    <a:pt x="420" y="481"/>
                  </a:lnTo>
                  <a:lnTo>
                    <a:pt x="420" y="481"/>
                  </a:lnTo>
                  <a:lnTo>
                    <a:pt x="419" y="482"/>
                  </a:lnTo>
                  <a:lnTo>
                    <a:pt x="418" y="484"/>
                  </a:lnTo>
                  <a:lnTo>
                    <a:pt x="418" y="484"/>
                  </a:lnTo>
                  <a:lnTo>
                    <a:pt x="417" y="484"/>
                  </a:lnTo>
                  <a:lnTo>
                    <a:pt x="417" y="483"/>
                  </a:lnTo>
                  <a:lnTo>
                    <a:pt x="417" y="482"/>
                  </a:lnTo>
                  <a:lnTo>
                    <a:pt x="416" y="483"/>
                  </a:lnTo>
                  <a:lnTo>
                    <a:pt x="416" y="483"/>
                  </a:lnTo>
                  <a:lnTo>
                    <a:pt x="415" y="483"/>
                  </a:lnTo>
                  <a:lnTo>
                    <a:pt x="415" y="483"/>
                  </a:lnTo>
                  <a:lnTo>
                    <a:pt x="414" y="483"/>
                  </a:lnTo>
                  <a:lnTo>
                    <a:pt x="413" y="482"/>
                  </a:lnTo>
                  <a:lnTo>
                    <a:pt x="414" y="482"/>
                  </a:lnTo>
                  <a:lnTo>
                    <a:pt x="414" y="482"/>
                  </a:lnTo>
                  <a:lnTo>
                    <a:pt x="414" y="481"/>
                  </a:lnTo>
                  <a:lnTo>
                    <a:pt x="413" y="481"/>
                  </a:lnTo>
                  <a:lnTo>
                    <a:pt x="413" y="481"/>
                  </a:lnTo>
                  <a:lnTo>
                    <a:pt x="413" y="481"/>
                  </a:lnTo>
                  <a:lnTo>
                    <a:pt x="413" y="481"/>
                  </a:lnTo>
                  <a:lnTo>
                    <a:pt x="413" y="481"/>
                  </a:lnTo>
                  <a:lnTo>
                    <a:pt x="412" y="481"/>
                  </a:lnTo>
                  <a:lnTo>
                    <a:pt x="413" y="481"/>
                  </a:lnTo>
                  <a:lnTo>
                    <a:pt x="413" y="481"/>
                  </a:lnTo>
                  <a:lnTo>
                    <a:pt x="412" y="481"/>
                  </a:lnTo>
                  <a:lnTo>
                    <a:pt x="412" y="481"/>
                  </a:lnTo>
                  <a:lnTo>
                    <a:pt x="412" y="481"/>
                  </a:lnTo>
                  <a:lnTo>
                    <a:pt x="411" y="481"/>
                  </a:lnTo>
                  <a:lnTo>
                    <a:pt x="411" y="480"/>
                  </a:lnTo>
                  <a:lnTo>
                    <a:pt x="408" y="480"/>
                  </a:lnTo>
                  <a:lnTo>
                    <a:pt x="408" y="480"/>
                  </a:lnTo>
                  <a:lnTo>
                    <a:pt x="408" y="481"/>
                  </a:lnTo>
                  <a:lnTo>
                    <a:pt x="408" y="480"/>
                  </a:lnTo>
                  <a:lnTo>
                    <a:pt x="407" y="480"/>
                  </a:lnTo>
                  <a:lnTo>
                    <a:pt x="407" y="479"/>
                  </a:lnTo>
                  <a:lnTo>
                    <a:pt x="407" y="480"/>
                  </a:lnTo>
                  <a:lnTo>
                    <a:pt x="406" y="480"/>
                  </a:lnTo>
                  <a:lnTo>
                    <a:pt x="406" y="479"/>
                  </a:lnTo>
                  <a:lnTo>
                    <a:pt x="406" y="478"/>
                  </a:lnTo>
                  <a:lnTo>
                    <a:pt x="406" y="478"/>
                  </a:lnTo>
                  <a:lnTo>
                    <a:pt x="405" y="478"/>
                  </a:lnTo>
                  <a:lnTo>
                    <a:pt x="405" y="478"/>
                  </a:lnTo>
                  <a:lnTo>
                    <a:pt x="405" y="476"/>
                  </a:lnTo>
                  <a:lnTo>
                    <a:pt x="406" y="476"/>
                  </a:lnTo>
                  <a:lnTo>
                    <a:pt x="406" y="476"/>
                  </a:lnTo>
                  <a:lnTo>
                    <a:pt x="407" y="476"/>
                  </a:lnTo>
                  <a:lnTo>
                    <a:pt x="407" y="475"/>
                  </a:lnTo>
                  <a:lnTo>
                    <a:pt x="407" y="474"/>
                  </a:lnTo>
                  <a:lnTo>
                    <a:pt x="408" y="472"/>
                  </a:lnTo>
                  <a:lnTo>
                    <a:pt x="408" y="472"/>
                  </a:lnTo>
                  <a:lnTo>
                    <a:pt x="408" y="472"/>
                  </a:lnTo>
                  <a:lnTo>
                    <a:pt x="408" y="472"/>
                  </a:lnTo>
                  <a:lnTo>
                    <a:pt x="408" y="472"/>
                  </a:lnTo>
                  <a:lnTo>
                    <a:pt x="408" y="471"/>
                  </a:lnTo>
                  <a:lnTo>
                    <a:pt x="408" y="471"/>
                  </a:lnTo>
                  <a:lnTo>
                    <a:pt x="407" y="472"/>
                  </a:lnTo>
                  <a:lnTo>
                    <a:pt x="407" y="472"/>
                  </a:lnTo>
                  <a:lnTo>
                    <a:pt x="407" y="473"/>
                  </a:lnTo>
                  <a:lnTo>
                    <a:pt x="407" y="475"/>
                  </a:lnTo>
                  <a:lnTo>
                    <a:pt x="406" y="475"/>
                  </a:lnTo>
                  <a:lnTo>
                    <a:pt x="406" y="476"/>
                  </a:lnTo>
                  <a:lnTo>
                    <a:pt x="405" y="476"/>
                  </a:lnTo>
                  <a:lnTo>
                    <a:pt x="405" y="476"/>
                  </a:lnTo>
                  <a:lnTo>
                    <a:pt x="404" y="476"/>
                  </a:lnTo>
                  <a:lnTo>
                    <a:pt x="404" y="476"/>
                  </a:lnTo>
                  <a:lnTo>
                    <a:pt x="404" y="476"/>
                  </a:lnTo>
                  <a:lnTo>
                    <a:pt x="404" y="477"/>
                  </a:lnTo>
                  <a:lnTo>
                    <a:pt x="404" y="477"/>
                  </a:lnTo>
                  <a:lnTo>
                    <a:pt x="404" y="478"/>
                  </a:lnTo>
                  <a:lnTo>
                    <a:pt x="403" y="478"/>
                  </a:lnTo>
                  <a:lnTo>
                    <a:pt x="403" y="477"/>
                  </a:lnTo>
                  <a:lnTo>
                    <a:pt x="402" y="477"/>
                  </a:lnTo>
                  <a:lnTo>
                    <a:pt x="402" y="477"/>
                  </a:lnTo>
                  <a:lnTo>
                    <a:pt x="401" y="477"/>
                  </a:lnTo>
                  <a:lnTo>
                    <a:pt x="400" y="476"/>
                  </a:lnTo>
                  <a:lnTo>
                    <a:pt x="400" y="476"/>
                  </a:lnTo>
                  <a:lnTo>
                    <a:pt x="399" y="477"/>
                  </a:lnTo>
                  <a:lnTo>
                    <a:pt x="399" y="476"/>
                  </a:lnTo>
                  <a:lnTo>
                    <a:pt x="398" y="476"/>
                  </a:lnTo>
                  <a:lnTo>
                    <a:pt x="398" y="477"/>
                  </a:lnTo>
                  <a:lnTo>
                    <a:pt x="398" y="477"/>
                  </a:lnTo>
                  <a:lnTo>
                    <a:pt x="397" y="477"/>
                  </a:lnTo>
                  <a:lnTo>
                    <a:pt x="397" y="478"/>
                  </a:lnTo>
                  <a:lnTo>
                    <a:pt x="397" y="478"/>
                  </a:lnTo>
                  <a:lnTo>
                    <a:pt x="396" y="478"/>
                  </a:lnTo>
                  <a:lnTo>
                    <a:pt x="395" y="478"/>
                  </a:lnTo>
                  <a:lnTo>
                    <a:pt x="395" y="478"/>
                  </a:lnTo>
                  <a:lnTo>
                    <a:pt x="395" y="478"/>
                  </a:lnTo>
                  <a:lnTo>
                    <a:pt x="394" y="478"/>
                  </a:lnTo>
                  <a:lnTo>
                    <a:pt x="394" y="479"/>
                  </a:lnTo>
                  <a:lnTo>
                    <a:pt x="394" y="479"/>
                  </a:lnTo>
                  <a:lnTo>
                    <a:pt x="394" y="479"/>
                  </a:lnTo>
                  <a:lnTo>
                    <a:pt x="394" y="479"/>
                  </a:lnTo>
                  <a:lnTo>
                    <a:pt x="394" y="480"/>
                  </a:lnTo>
                  <a:lnTo>
                    <a:pt x="393" y="480"/>
                  </a:lnTo>
                  <a:lnTo>
                    <a:pt x="393" y="480"/>
                  </a:lnTo>
                  <a:lnTo>
                    <a:pt x="393" y="480"/>
                  </a:lnTo>
                  <a:lnTo>
                    <a:pt x="392" y="480"/>
                  </a:lnTo>
                  <a:lnTo>
                    <a:pt x="392" y="480"/>
                  </a:lnTo>
                  <a:lnTo>
                    <a:pt x="391" y="481"/>
                  </a:lnTo>
                  <a:lnTo>
                    <a:pt x="391" y="481"/>
                  </a:lnTo>
                  <a:lnTo>
                    <a:pt x="391" y="481"/>
                  </a:lnTo>
                  <a:lnTo>
                    <a:pt x="391" y="481"/>
                  </a:lnTo>
                  <a:lnTo>
                    <a:pt x="391" y="481"/>
                  </a:lnTo>
                  <a:lnTo>
                    <a:pt x="391" y="481"/>
                  </a:lnTo>
                  <a:lnTo>
                    <a:pt x="390" y="480"/>
                  </a:lnTo>
                  <a:lnTo>
                    <a:pt x="390" y="481"/>
                  </a:lnTo>
                  <a:lnTo>
                    <a:pt x="390" y="481"/>
                  </a:lnTo>
                  <a:lnTo>
                    <a:pt x="389" y="481"/>
                  </a:lnTo>
                  <a:lnTo>
                    <a:pt x="389" y="480"/>
                  </a:lnTo>
                  <a:lnTo>
                    <a:pt x="388" y="480"/>
                  </a:lnTo>
                  <a:lnTo>
                    <a:pt x="388" y="479"/>
                  </a:lnTo>
                  <a:lnTo>
                    <a:pt x="387" y="480"/>
                  </a:lnTo>
                  <a:lnTo>
                    <a:pt x="387" y="479"/>
                  </a:lnTo>
                  <a:lnTo>
                    <a:pt x="386" y="479"/>
                  </a:lnTo>
                  <a:lnTo>
                    <a:pt x="386" y="478"/>
                  </a:lnTo>
                  <a:lnTo>
                    <a:pt x="386" y="478"/>
                  </a:lnTo>
                  <a:lnTo>
                    <a:pt x="385" y="478"/>
                  </a:lnTo>
                  <a:lnTo>
                    <a:pt x="385" y="478"/>
                  </a:lnTo>
                  <a:lnTo>
                    <a:pt x="384" y="478"/>
                  </a:lnTo>
                  <a:lnTo>
                    <a:pt x="384" y="477"/>
                  </a:lnTo>
                  <a:lnTo>
                    <a:pt x="385" y="476"/>
                  </a:lnTo>
                  <a:lnTo>
                    <a:pt x="385" y="476"/>
                  </a:lnTo>
                  <a:lnTo>
                    <a:pt x="386" y="476"/>
                  </a:lnTo>
                  <a:lnTo>
                    <a:pt x="386" y="476"/>
                  </a:lnTo>
                  <a:lnTo>
                    <a:pt x="386" y="476"/>
                  </a:lnTo>
                  <a:lnTo>
                    <a:pt x="387" y="476"/>
                  </a:lnTo>
                  <a:lnTo>
                    <a:pt x="387" y="476"/>
                  </a:lnTo>
                  <a:lnTo>
                    <a:pt x="388" y="476"/>
                  </a:lnTo>
                  <a:lnTo>
                    <a:pt x="388" y="476"/>
                  </a:lnTo>
                  <a:lnTo>
                    <a:pt x="388" y="476"/>
                  </a:lnTo>
                  <a:lnTo>
                    <a:pt x="389" y="476"/>
                  </a:lnTo>
                  <a:lnTo>
                    <a:pt x="389" y="476"/>
                  </a:lnTo>
                  <a:lnTo>
                    <a:pt x="390" y="476"/>
                  </a:lnTo>
                  <a:lnTo>
                    <a:pt x="390" y="476"/>
                  </a:lnTo>
                  <a:lnTo>
                    <a:pt x="390" y="476"/>
                  </a:lnTo>
                  <a:lnTo>
                    <a:pt x="389" y="475"/>
                  </a:lnTo>
                  <a:lnTo>
                    <a:pt x="388" y="475"/>
                  </a:lnTo>
                  <a:lnTo>
                    <a:pt x="388" y="474"/>
                  </a:lnTo>
                  <a:lnTo>
                    <a:pt x="389" y="473"/>
                  </a:lnTo>
                  <a:lnTo>
                    <a:pt x="389" y="472"/>
                  </a:lnTo>
                  <a:lnTo>
                    <a:pt x="389" y="472"/>
                  </a:lnTo>
                  <a:lnTo>
                    <a:pt x="390" y="472"/>
                  </a:lnTo>
                  <a:lnTo>
                    <a:pt x="390" y="471"/>
                  </a:lnTo>
                  <a:lnTo>
                    <a:pt x="391" y="470"/>
                  </a:lnTo>
                  <a:lnTo>
                    <a:pt x="392" y="469"/>
                  </a:lnTo>
                  <a:lnTo>
                    <a:pt x="392" y="469"/>
                  </a:lnTo>
                  <a:lnTo>
                    <a:pt x="394" y="468"/>
                  </a:lnTo>
                  <a:lnTo>
                    <a:pt x="394" y="468"/>
                  </a:lnTo>
                  <a:lnTo>
                    <a:pt x="393" y="468"/>
                  </a:lnTo>
                  <a:lnTo>
                    <a:pt x="393" y="468"/>
                  </a:lnTo>
                  <a:lnTo>
                    <a:pt x="392" y="468"/>
                  </a:lnTo>
                  <a:lnTo>
                    <a:pt x="391" y="468"/>
                  </a:lnTo>
                  <a:lnTo>
                    <a:pt x="391" y="468"/>
                  </a:lnTo>
                  <a:lnTo>
                    <a:pt x="391" y="468"/>
                  </a:lnTo>
                  <a:lnTo>
                    <a:pt x="391" y="468"/>
                  </a:lnTo>
                  <a:lnTo>
                    <a:pt x="391" y="468"/>
                  </a:lnTo>
                  <a:lnTo>
                    <a:pt x="391" y="469"/>
                  </a:lnTo>
                  <a:lnTo>
                    <a:pt x="390" y="469"/>
                  </a:lnTo>
                  <a:lnTo>
                    <a:pt x="390" y="471"/>
                  </a:lnTo>
                  <a:lnTo>
                    <a:pt x="389" y="470"/>
                  </a:lnTo>
                  <a:lnTo>
                    <a:pt x="389" y="470"/>
                  </a:lnTo>
                  <a:lnTo>
                    <a:pt x="388" y="469"/>
                  </a:lnTo>
                  <a:lnTo>
                    <a:pt x="388" y="468"/>
                  </a:lnTo>
                  <a:lnTo>
                    <a:pt x="389" y="468"/>
                  </a:lnTo>
                  <a:lnTo>
                    <a:pt x="388" y="468"/>
                  </a:lnTo>
                  <a:lnTo>
                    <a:pt x="388" y="469"/>
                  </a:lnTo>
                  <a:lnTo>
                    <a:pt x="388" y="470"/>
                  </a:lnTo>
                  <a:lnTo>
                    <a:pt x="389" y="471"/>
                  </a:lnTo>
                  <a:lnTo>
                    <a:pt x="389" y="472"/>
                  </a:lnTo>
                  <a:lnTo>
                    <a:pt x="389" y="472"/>
                  </a:lnTo>
                  <a:lnTo>
                    <a:pt x="389" y="473"/>
                  </a:lnTo>
                  <a:lnTo>
                    <a:pt x="388" y="474"/>
                  </a:lnTo>
                  <a:lnTo>
                    <a:pt x="388" y="475"/>
                  </a:lnTo>
                  <a:lnTo>
                    <a:pt x="388" y="475"/>
                  </a:lnTo>
                  <a:lnTo>
                    <a:pt x="388" y="476"/>
                  </a:lnTo>
                  <a:lnTo>
                    <a:pt x="387" y="476"/>
                  </a:lnTo>
                  <a:lnTo>
                    <a:pt x="387" y="475"/>
                  </a:lnTo>
                  <a:lnTo>
                    <a:pt x="386" y="476"/>
                  </a:lnTo>
                  <a:lnTo>
                    <a:pt x="385" y="475"/>
                  </a:lnTo>
                  <a:lnTo>
                    <a:pt x="384" y="475"/>
                  </a:lnTo>
                  <a:lnTo>
                    <a:pt x="383" y="475"/>
                  </a:lnTo>
                  <a:lnTo>
                    <a:pt x="383" y="474"/>
                  </a:lnTo>
                  <a:lnTo>
                    <a:pt x="382" y="474"/>
                  </a:lnTo>
                  <a:lnTo>
                    <a:pt x="382" y="474"/>
                  </a:lnTo>
                  <a:lnTo>
                    <a:pt x="381" y="474"/>
                  </a:lnTo>
                  <a:lnTo>
                    <a:pt x="380" y="474"/>
                  </a:lnTo>
                  <a:lnTo>
                    <a:pt x="379" y="475"/>
                  </a:lnTo>
                  <a:lnTo>
                    <a:pt x="378" y="475"/>
                  </a:lnTo>
                  <a:lnTo>
                    <a:pt x="378" y="474"/>
                  </a:lnTo>
                  <a:lnTo>
                    <a:pt x="378" y="473"/>
                  </a:lnTo>
                  <a:lnTo>
                    <a:pt x="378" y="473"/>
                  </a:lnTo>
                  <a:lnTo>
                    <a:pt x="377" y="473"/>
                  </a:lnTo>
                  <a:lnTo>
                    <a:pt x="377" y="472"/>
                  </a:lnTo>
                  <a:lnTo>
                    <a:pt x="377" y="472"/>
                  </a:lnTo>
                  <a:lnTo>
                    <a:pt x="377" y="472"/>
                  </a:lnTo>
                  <a:lnTo>
                    <a:pt x="378" y="471"/>
                  </a:lnTo>
                  <a:lnTo>
                    <a:pt x="377" y="470"/>
                  </a:lnTo>
                  <a:lnTo>
                    <a:pt x="377" y="470"/>
                  </a:lnTo>
                  <a:lnTo>
                    <a:pt x="377" y="469"/>
                  </a:lnTo>
                  <a:lnTo>
                    <a:pt x="376" y="469"/>
                  </a:lnTo>
                  <a:lnTo>
                    <a:pt x="376" y="469"/>
                  </a:lnTo>
                  <a:lnTo>
                    <a:pt x="376" y="468"/>
                  </a:lnTo>
                  <a:lnTo>
                    <a:pt x="376" y="467"/>
                  </a:lnTo>
                  <a:lnTo>
                    <a:pt x="377" y="467"/>
                  </a:lnTo>
                  <a:lnTo>
                    <a:pt x="377" y="465"/>
                  </a:lnTo>
                  <a:lnTo>
                    <a:pt x="377" y="465"/>
                  </a:lnTo>
                  <a:lnTo>
                    <a:pt x="377" y="465"/>
                  </a:lnTo>
                  <a:lnTo>
                    <a:pt x="376" y="465"/>
                  </a:lnTo>
                  <a:lnTo>
                    <a:pt x="376" y="464"/>
                  </a:lnTo>
                  <a:lnTo>
                    <a:pt x="375" y="463"/>
                  </a:lnTo>
                  <a:lnTo>
                    <a:pt x="375" y="463"/>
                  </a:lnTo>
                  <a:lnTo>
                    <a:pt x="375" y="463"/>
                  </a:lnTo>
                  <a:lnTo>
                    <a:pt x="375" y="463"/>
                  </a:lnTo>
                  <a:lnTo>
                    <a:pt x="375" y="463"/>
                  </a:lnTo>
                  <a:lnTo>
                    <a:pt x="376" y="463"/>
                  </a:lnTo>
                  <a:lnTo>
                    <a:pt x="376" y="463"/>
                  </a:lnTo>
                  <a:lnTo>
                    <a:pt x="378" y="463"/>
                  </a:lnTo>
                  <a:lnTo>
                    <a:pt x="378" y="463"/>
                  </a:lnTo>
                  <a:lnTo>
                    <a:pt x="378" y="463"/>
                  </a:lnTo>
                  <a:lnTo>
                    <a:pt x="378" y="463"/>
                  </a:lnTo>
                  <a:lnTo>
                    <a:pt x="378" y="462"/>
                  </a:lnTo>
                  <a:lnTo>
                    <a:pt x="379" y="462"/>
                  </a:lnTo>
                  <a:lnTo>
                    <a:pt x="379" y="461"/>
                  </a:lnTo>
                  <a:lnTo>
                    <a:pt x="379" y="461"/>
                  </a:lnTo>
                  <a:lnTo>
                    <a:pt x="379" y="461"/>
                  </a:lnTo>
                  <a:lnTo>
                    <a:pt x="380" y="460"/>
                  </a:lnTo>
                  <a:lnTo>
                    <a:pt x="380" y="458"/>
                  </a:lnTo>
                  <a:lnTo>
                    <a:pt x="382" y="457"/>
                  </a:lnTo>
                  <a:lnTo>
                    <a:pt x="382" y="457"/>
                  </a:lnTo>
                  <a:lnTo>
                    <a:pt x="382" y="457"/>
                  </a:lnTo>
                  <a:lnTo>
                    <a:pt x="383" y="456"/>
                  </a:lnTo>
                  <a:lnTo>
                    <a:pt x="382" y="456"/>
                  </a:lnTo>
                  <a:lnTo>
                    <a:pt x="382" y="456"/>
                  </a:lnTo>
                  <a:lnTo>
                    <a:pt x="381" y="457"/>
                  </a:lnTo>
                  <a:lnTo>
                    <a:pt x="380" y="457"/>
                  </a:lnTo>
                  <a:lnTo>
                    <a:pt x="379" y="458"/>
                  </a:lnTo>
                  <a:lnTo>
                    <a:pt x="379" y="459"/>
                  </a:lnTo>
                  <a:lnTo>
                    <a:pt x="379" y="459"/>
                  </a:lnTo>
                  <a:lnTo>
                    <a:pt x="379" y="459"/>
                  </a:lnTo>
                  <a:lnTo>
                    <a:pt x="378" y="459"/>
                  </a:lnTo>
                  <a:lnTo>
                    <a:pt x="378" y="461"/>
                  </a:lnTo>
                  <a:lnTo>
                    <a:pt x="378" y="461"/>
                  </a:lnTo>
                  <a:lnTo>
                    <a:pt x="378" y="462"/>
                  </a:lnTo>
                  <a:lnTo>
                    <a:pt x="378" y="463"/>
                  </a:lnTo>
                  <a:lnTo>
                    <a:pt x="378" y="463"/>
                  </a:lnTo>
                  <a:lnTo>
                    <a:pt x="377" y="463"/>
                  </a:lnTo>
                  <a:lnTo>
                    <a:pt x="377" y="462"/>
                  </a:lnTo>
                  <a:lnTo>
                    <a:pt x="376" y="462"/>
                  </a:lnTo>
                  <a:lnTo>
                    <a:pt x="375" y="462"/>
                  </a:lnTo>
                  <a:lnTo>
                    <a:pt x="375" y="461"/>
                  </a:lnTo>
                  <a:lnTo>
                    <a:pt x="375" y="461"/>
                  </a:lnTo>
                  <a:lnTo>
                    <a:pt x="374" y="462"/>
                  </a:lnTo>
                  <a:lnTo>
                    <a:pt x="375" y="462"/>
                  </a:lnTo>
                  <a:lnTo>
                    <a:pt x="374" y="463"/>
                  </a:lnTo>
                  <a:lnTo>
                    <a:pt x="373" y="462"/>
                  </a:lnTo>
                  <a:lnTo>
                    <a:pt x="373" y="462"/>
                  </a:lnTo>
                  <a:lnTo>
                    <a:pt x="373" y="463"/>
                  </a:lnTo>
                  <a:lnTo>
                    <a:pt x="372" y="463"/>
                  </a:lnTo>
                  <a:lnTo>
                    <a:pt x="371" y="462"/>
                  </a:lnTo>
                  <a:lnTo>
                    <a:pt x="371" y="463"/>
                  </a:lnTo>
                  <a:lnTo>
                    <a:pt x="370" y="463"/>
                  </a:lnTo>
                  <a:lnTo>
                    <a:pt x="370" y="463"/>
                  </a:lnTo>
                  <a:lnTo>
                    <a:pt x="370" y="463"/>
                  </a:lnTo>
                  <a:lnTo>
                    <a:pt x="369" y="463"/>
                  </a:lnTo>
                  <a:lnTo>
                    <a:pt x="369" y="463"/>
                  </a:lnTo>
                  <a:lnTo>
                    <a:pt x="369" y="462"/>
                  </a:lnTo>
                  <a:lnTo>
                    <a:pt x="370" y="462"/>
                  </a:lnTo>
                  <a:lnTo>
                    <a:pt x="369" y="461"/>
                  </a:lnTo>
                  <a:lnTo>
                    <a:pt x="369" y="461"/>
                  </a:lnTo>
                  <a:lnTo>
                    <a:pt x="369" y="462"/>
                  </a:lnTo>
                  <a:lnTo>
                    <a:pt x="369" y="462"/>
                  </a:lnTo>
                  <a:lnTo>
                    <a:pt x="369" y="462"/>
                  </a:lnTo>
                  <a:lnTo>
                    <a:pt x="369" y="462"/>
                  </a:lnTo>
                  <a:lnTo>
                    <a:pt x="369" y="462"/>
                  </a:lnTo>
                  <a:lnTo>
                    <a:pt x="368" y="462"/>
                  </a:lnTo>
                  <a:lnTo>
                    <a:pt x="367" y="462"/>
                  </a:lnTo>
                  <a:lnTo>
                    <a:pt x="367" y="461"/>
                  </a:lnTo>
                  <a:lnTo>
                    <a:pt x="366" y="461"/>
                  </a:lnTo>
                  <a:lnTo>
                    <a:pt x="366" y="460"/>
                  </a:lnTo>
                  <a:lnTo>
                    <a:pt x="366" y="461"/>
                  </a:lnTo>
                  <a:lnTo>
                    <a:pt x="366" y="460"/>
                  </a:lnTo>
                  <a:lnTo>
                    <a:pt x="367" y="460"/>
                  </a:lnTo>
                  <a:lnTo>
                    <a:pt x="366" y="460"/>
                  </a:lnTo>
                  <a:lnTo>
                    <a:pt x="366" y="459"/>
                  </a:lnTo>
                  <a:lnTo>
                    <a:pt x="366" y="458"/>
                  </a:lnTo>
                  <a:lnTo>
                    <a:pt x="366" y="458"/>
                  </a:lnTo>
                  <a:lnTo>
                    <a:pt x="366" y="458"/>
                  </a:lnTo>
                  <a:lnTo>
                    <a:pt x="366" y="457"/>
                  </a:lnTo>
                  <a:lnTo>
                    <a:pt x="365" y="457"/>
                  </a:lnTo>
                  <a:lnTo>
                    <a:pt x="365" y="456"/>
                  </a:lnTo>
                  <a:lnTo>
                    <a:pt x="365" y="456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4" y="454"/>
                  </a:lnTo>
                  <a:lnTo>
                    <a:pt x="363" y="454"/>
                  </a:lnTo>
                  <a:lnTo>
                    <a:pt x="363" y="453"/>
                  </a:lnTo>
                  <a:lnTo>
                    <a:pt x="363" y="453"/>
                  </a:lnTo>
                  <a:lnTo>
                    <a:pt x="363" y="453"/>
                  </a:lnTo>
                  <a:lnTo>
                    <a:pt x="364" y="452"/>
                  </a:lnTo>
                  <a:lnTo>
                    <a:pt x="363" y="451"/>
                  </a:lnTo>
                  <a:lnTo>
                    <a:pt x="364" y="451"/>
                  </a:lnTo>
                  <a:lnTo>
                    <a:pt x="364" y="450"/>
                  </a:lnTo>
                  <a:lnTo>
                    <a:pt x="365" y="449"/>
                  </a:lnTo>
                  <a:lnTo>
                    <a:pt x="365" y="449"/>
                  </a:lnTo>
                  <a:lnTo>
                    <a:pt x="365" y="449"/>
                  </a:lnTo>
                  <a:lnTo>
                    <a:pt x="365" y="449"/>
                  </a:lnTo>
                  <a:lnTo>
                    <a:pt x="365" y="448"/>
                  </a:lnTo>
                  <a:lnTo>
                    <a:pt x="365" y="448"/>
                  </a:lnTo>
                  <a:lnTo>
                    <a:pt x="365" y="448"/>
                  </a:lnTo>
                  <a:lnTo>
                    <a:pt x="365" y="446"/>
                  </a:lnTo>
                  <a:lnTo>
                    <a:pt x="365" y="446"/>
                  </a:lnTo>
                  <a:lnTo>
                    <a:pt x="365" y="446"/>
                  </a:lnTo>
                  <a:lnTo>
                    <a:pt x="366" y="446"/>
                  </a:lnTo>
                  <a:lnTo>
                    <a:pt x="367" y="446"/>
                  </a:lnTo>
                  <a:lnTo>
                    <a:pt x="367" y="446"/>
                  </a:lnTo>
                  <a:lnTo>
                    <a:pt x="365" y="446"/>
                  </a:lnTo>
                  <a:lnTo>
                    <a:pt x="365" y="445"/>
                  </a:lnTo>
                  <a:lnTo>
                    <a:pt x="365" y="445"/>
                  </a:lnTo>
                  <a:lnTo>
                    <a:pt x="366" y="445"/>
                  </a:lnTo>
                  <a:lnTo>
                    <a:pt x="367" y="444"/>
                  </a:lnTo>
                  <a:lnTo>
                    <a:pt x="368" y="443"/>
                  </a:lnTo>
                  <a:lnTo>
                    <a:pt x="368" y="442"/>
                  </a:lnTo>
                  <a:lnTo>
                    <a:pt x="369" y="442"/>
                  </a:lnTo>
                  <a:lnTo>
                    <a:pt x="369" y="442"/>
                  </a:lnTo>
                  <a:lnTo>
                    <a:pt x="369" y="442"/>
                  </a:lnTo>
                  <a:lnTo>
                    <a:pt x="369" y="441"/>
                  </a:lnTo>
                  <a:lnTo>
                    <a:pt x="369" y="441"/>
                  </a:lnTo>
                  <a:lnTo>
                    <a:pt x="369" y="441"/>
                  </a:lnTo>
                  <a:lnTo>
                    <a:pt x="369" y="440"/>
                  </a:lnTo>
                  <a:lnTo>
                    <a:pt x="370" y="440"/>
                  </a:lnTo>
                  <a:lnTo>
                    <a:pt x="370" y="439"/>
                  </a:lnTo>
                  <a:lnTo>
                    <a:pt x="370" y="439"/>
                  </a:lnTo>
                  <a:lnTo>
                    <a:pt x="371" y="438"/>
                  </a:lnTo>
                  <a:lnTo>
                    <a:pt x="371" y="437"/>
                  </a:lnTo>
                  <a:lnTo>
                    <a:pt x="371" y="437"/>
                  </a:lnTo>
                  <a:lnTo>
                    <a:pt x="371" y="437"/>
                  </a:lnTo>
                  <a:lnTo>
                    <a:pt x="371" y="437"/>
                  </a:lnTo>
                  <a:lnTo>
                    <a:pt x="370" y="437"/>
                  </a:lnTo>
                  <a:lnTo>
                    <a:pt x="370" y="438"/>
                  </a:lnTo>
                  <a:lnTo>
                    <a:pt x="369" y="438"/>
                  </a:lnTo>
                  <a:lnTo>
                    <a:pt x="369" y="438"/>
                  </a:lnTo>
                  <a:lnTo>
                    <a:pt x="369" y="438"/>
                  </a:lnTo>
                  <a:lnTo>
                    <a:pt x="369" y="439"/>
                  </a:lnTo>
                  <a:lnTo>
                    <a:pt x="369" y="439"/>
                  </a:lnTo>
                  <a:lnTo>
                    <a:pt x="369" y="439"/>
                  </a:lnTo>
                  <a:lnTo>
                    <a:pt x="369" y="439"/>
                  </a:lnTo>
                  <a:lnTo>
                    <a:pt x="369" y="440"/>
                  </a:lnTo>
                  <a:lnTo>
                    <a:pt x="369" y="440"/>
                  </a:lnTo>
                  <a:lnTo>
                    <a:pt x="369" y="441"/>
                  </a:lnTo>
                  <a:lnTo>
                    <a:pt x="368" y="441"/>
                  </a:lnTo>
                  <a:lnTo>
                    <a:pt x="368" y="442"/>
                  </a:lnTo>
                  <a:lnTo>
                    <a:pt x="367" y="442"/>
                  </a:lnTo>
                  <a:lnTo>
                    <a:pt x="366" y="443"/>
                  </a:lnTo>
                  <a:lnTo>
                    <a:pt x="366" y="443"/>
                  </a:lnTo>
                  <a:lnTo>
                    <a:pt x="365" y="443"/>
                  </a:lnTo>
                  <a:lnTo>
                    <a:pt x="365" y="443"/>
                  </a:lnTo>
                  <a:lnTo>
                    <a:pt x="365" y="442"/>
                  </a:lnTo>
                  <a:lnTo>
                    <a:pt x="365" y="442"/>
                  </a:lnTo>
                  <a:lnTo>
                    <a:pt x="365" y="442"/>
                  </a:lnTo>
                  <a:lnTo>
                    <a:pt x="365" y="442"/>
                  </a:lnTo>
                  <a:lnTo>
                    <a:pt x="364" y="441"/>
                  </a:lnTo>
                  <a:lnTo>
                    <a:pt x="364" y="441"/>
                  </a:lnTo>
                  <a:lnTo>
                    <a:pt x="364" y="440"/>
                  </a:lnTo>
                  <a:lnTo>
                    <a:pt x="364" y="439"/>
                  </a:lnTo>
                  <a:lnTo>
                    <a:pt x="364" y="438"/>
                  </a:lnTo>
                  <a:lnTo>
                    <a:pt x="364" y="438"/>
                  </a:lnTo>
                  <a:lnTo>
                    <a:pt x="364" y="438"/>
                  </a:lnTo>
                  <a:lnTo>
                    <a:pt x="363" y="437"/>
                  </a:lnTo>
                  <a:lnTo>
                    <a:pt x="362" y="437"/>
                  </a:lnTo>
                  <a:lnTo>
                    <a:pt x="362" y="437"/>
                  </a:lnTo>
                  <a:lnTo>
                    <a:pt x="362" y="437"/>
                  </a:lnTo>
                  <a:lnTo>
                    <a:pt x="362" y="436"/>
                  </a:lnTo>
                  <a:lnTo>
                    <a:pt x="362" y="436"/>
                  </a:lnTo>
                  <a:lnTo>
                    <a:pt x="361" y="435"/>
                  </a:lnTo>
                  <a:lnTo>
                    <a:pt x="360" y="434"/>
                  </a:lnTo>
                  <a:lnTo>
                    <a:pt x="360" y="434"/>
                  </a:lnTo>
                  <a:lnTo>
                    <a:pt x="360" y="435"/>
                  </a:lnTo>
                  <a:lnTo>
                    <a:pt x="360" y="435"/>
                  </a:lnTo>
                  <a:lnTo>
                    <a:pt x="359" y="436"/>
                  </a:lnTo>
                  <a:lnTo>
                    <a:pt x="359" y="437"/>
                  </a:lnTo>
                  <a:lnTo>
                    <a:pt x="359" y="437"/>
                  </a:lnTo>
                  <a:lnTo>
                    <a:pt x="359" y="437"/>
                  </a:lnTo>
                  <a:lnTo>
                    <a:pt x="359" y="437"/>
                  </a:lnTo>
                  <a:lnTo>
                    <a:pt x="358" y="437"/>
                  </a:lnTo>
                  <a:lnTo>
                    <a:pt x="358" y="437"/>
                  </a:lnTo>
                  <a:lnTo>
                    <a:pt x="357" y="437"/>
                  </a:lnTo>
                  <a:lnTo>
                    <a:pt x="357" y="435"/>
                  </a:lnTo>
                  <a:lnTo>
                    <a:pt x="359" y="434"/>
                  </a:lnTo>
                  <a:lnTo>
                    <a:pt x="360" y="433"/>
                  </a:lnTo>
                  <a:lnTo>
                    <a:pt x="360" y="433"/>
                  </a:lnTo>
                  <a:lnTo>
                    <a:pt x="360" y="433"/>
                  </a:lnTo>
                  <a:lnTo>
                    <a:pt x="360" y="433"/>
                  </a:lnTo>
                  <a:lnTo>
                    <a:pt x="360" y="433"/>
                  </a:lnTo>
                  <a:lnTo>
                    <a:pt x="358" y="434"/>
                  </a:lnTo>
                  <a:lnTo>
                    <a:pt x="357" y="435"/>
                  </a:lnTo>
                  <a:lnTo>
                    <a:pt x="357" y="436"/>
                  </a:lnTo>
                  <a:lnTo>
                    <a:pt x="357" y="437"/>
                  </a:lnTo>
                  <a:lnTo>
                    <a:pt x="358" y="437"/>
                  </a:lnTo>
                  <a:lnTo>
                    <a:pt x="359" y="437"/>
                  </a:lnTo>
                  <a:lnTo>
                    <a:pt x="360" y="437"/>
                  </a:lnTo>
                  <a:lnTo>
                    <a:pt x="360" y="437"/>
                  </a:lnTo>
                  <a:lnTo>
                    <a:pt x="360" y="436"/>
                  </a:lnTo>
                  <a:lnTo>
                    <a:pt x="361" y="436"/>
                  </a:lnTo>
                  <a:lnTo>
                    <a:pt x="361" y="436"/>
                  </a:lnTo>
                  <a:lnTo>
                    <a:pt x="361" y="437"/>
                  </a:lnTo>
                  <a:lnTo>
                    <a:pt x="361" y="437"/>
                  </a:lnTo>
                  <a:lnTo>
                    <a:pt x="361" y="437"/>
                  </a:lnTo>
                  <a:lnTo>
                    <a:pt x="361" y="437"/>
                  </a:lnTo>
                  <a:lnTo>
                    <a:pt x="362" y="437"/>
                  </a:lnTo>
                  <a:lnTo>
                    <a:pt x="362" y="438"/>
                  </a:lnTo>
                  <a:lnTo>
                    <a:pt x="362" y="438"/>
                  </a:lnTo>
                  <a:lnTo>
                    <a:pt x="362" y="439"/>
                  </a:lnTo>
                  <a:lnTo>
                    <a:pt x="362" y="440"/>
                  </a:lnTo>
                  <a:lnTo>
                    <a:pt x="362" y="441"/>
                  </a:lnTo>
                  <a:lnTo>
                    <a:pt x="362" y="441"/>
                  </a:lnTo>
                  <a:lnTo>
                    <a:pt x="363" y="441"/>
                  </a:lnTo>
                  <a:lnTo>
                    <a:pt x="363" y="442"/>
                  </a:lnTo>
                  <a:lnTo>
                    <a:pt x="363" y="442"/>
                  </a:lnTo>
                  <a:lnTo>
                    <a:pt x="363" y="442"/>
                  </a:lnTo>
                  <a:lnTo>
                    <a:pt x="363" y="442"/>
                  </a:lnTo>
                  <a:lnTo>
                    <a:pt x="364" y="442"/>
                  </a:lnTo>
                  <a:lnTo>
                    <a:pt x="364" y="443"/>
                  </a:lnTo>
                  <a:lnTo>
                    <a:pt x="363" y="444"/>
                  </a:lnTo>
                  <a:lnTo>
                    <a:pt x="363" y="445"/>
                  </a:lnTo>
                  <a:lnTo>
                    <a:pt x="363" y="445"/>
                  </a:lnTo>
                  <a:lnTo>
                    <a:pt x="360" y="445"/>
                  </a:lnTo>
                  <a:lnTo>
                    <a:pt x="360" y="445"/>
                  </a:lnTo>
                  <a:lnTo>
                    <a:pt x="360" y="446"/>
                  </a:lnTo>
                  <a:lnTo>
                    <a:pt x="360" y="446"/>
                  </a:lnTo>
                  <a:lnTo>
                    <a:pt x="360" y="445"/>
                  </a:lnTo>
                  <a:lnTo>
                    <a:pt x="359" y="445"/>
                  </a:lnTo>
                  <a:lnTo>
                    <a:pt x="359" y="445"/>
                  </a:lnTo>
                  <a:lnTo>
                    <a:pt x="360" y="446"/>
                  </a:lnTo>
                  <a:lnTo>
                    <a:pt x="360" y="446"/>
                  </a:lnTo>
                  <a:lnTo>
                    <a:pt x="361" y="446"/>
                  </a:lnTo>
                  <a:lnTo>
                    <a:pt x="362" y="446"/>
                  </a:lnTo>
                  <a:lnTo>
                    <a:pt x="362" y="446"/>
                  </a:lnTo>
                  <a:lnTo>
                    <a:pt x="362" y="446"/>
                  </a:lnTo>
                  <a:lnTo>
                    <a:pt x="362" y="446"/>
                  </a:lnTo>
                  <a:lnTo>
                    <a:pt x="362" y="449"/>
                  </a:lnTo>
                  <a:lnTo>
                    <a:pt x="363" y="450"/>
                  </a:lnTo>
                  <a:lnTo>
                    <a:pt x="363" y="450"/>
                  </a:lnTo>
                  <a:lnTo>
                    <a:pt x="363" y="451"/>
                  </a:lnTo>
                  <a:lnTo>
                    <a:pt x="362" y="451"/>
                  </a:lnTo>
                  <a:lnTo>
                    <a:pt x="362" y="451"/>
                  </a:lnTo>
                  <a:lnTo>
                    <a:pt x="362" y="452"/>
                  </a:lnTo>
                  <a:lnTo>
                    <a:pt x="362" y="453"/>
                  </a:lnTo>
                  <a:lnTo>
                    <a:pt x="361" y="453"/>
                  </a:lnTo>
                  <a:lnTo>
                    <a:pt x="361" y="453"/>
                  </a:lnTo>
                  <a:lnTo>
                    <a:pt x="360" y="454"/>
                  </a:lnTo>
                  <a:lnTo>
                    <a:pt x="360" y="454"/>
                  </a:lnTo>
                  <a:lnTo>
                    <a:pt x="360" y="455"/>
                  </a:lnTo>
                  <a:lnTo>
                    <a:pt x="359" y="454"/>
                  </a:lnTo>
                  <a:lnTo>
                    <a:pt x="359" y="454"/>
                  </a:lnTo>
                  <a:lnTo>
                    <a:pt x="358" y="454"/>
                  </a:lnTo>
                  <a:lnTo>
                    <a:pt x="358" y="455"/>
                  </a:lnTo>
                  <a:lnTo>
                    <a:pt x="357" y="455"/>
                  </a:lnTo>
                  <a:lnTo>
                    <a:pt x="356" y="455"/>
                  </a:lnTo>
                  <a:lnTo>
                    <a:pt x="357" y="455"/>
                  </a:lnTo>
                  <a:lnTo>
                    <a:pt x="356" y="455"/>
                  </a:lnTo>
                  <a:lnTo>
                    <a:pt x="356" y="455"/>
                  </a:lnTo>
                  <a:lnTo>
                    <a:pt x="356" y="456"/>
                  </a:lnTo>
                  <a:lnTo>
                    <a:pt x="356" y="456"/>
                  </a:lnTo>
                  <a:lnTo>
                    <a:pt x="355" y="457"/>
                  </a:lnTo>
                  <a:lnTo>
                    <a:pt x="355" y="457"/>
                  </a:lnTo>
                  <a:lnTo>
                    <a:pt x="353" y="456"/>
                  </a:lnTo>
                  <a:lnTo>
                    <a:pt x="352" y="456"/>
                  </a:lnTo>
                  <a:lnTo>
                    <a:pt x="352" y="456"/>
                  </a:lnTo>
                  <a:lnTo>
                    <a:pt x="352" y="457"/>
                  </a:lnTo>
                  <a:lnTo>
                    <a:pt x="352" y="457"/>
                  </a:lnTo>
                  <a:lnTo>
                    <a:pt x="352" y="457"/>
                  </a:lnTo>
                  <a:lnTo>
                    <a:pt x="352" y="458"/>
                  </a:lnTo>
                  <a:lnTo>
                    <a:pt x="352" y="459"/>
                  </a:lnTo>
                  <a:lnTo>
                    <a:pt x="351" y="459"/>
                  </a:lnTo>
                  <a:lnTo>
                    <a:pt x="351" y="458"/>
                  </a:lnTo>
                  <a:lnTo>
                    <a:pt x="350" y="457"/>
                  </a:lnTo>
                  <a:lnTo>
                    <a:pt x="350" y="457"/>
                  </a:lnTo>
                  <a:lnTo>
                    <a:pt x="350" y="456"/>
                  </a:lnTo>
                  <a:lnTo>
                    <a:pt x="349" y="456"/>
                  </a:lnTo>
                  <a:lnTo>
                    <a:pt x="350" y="456"/>
                  </a:lnTo>
                  <a:lnTo>
                    <a:pt x="349" y="456"/>
                  </a:lnTo>
                  <a:lnTo>
                    <a:pt x="349" y="455"/>
                  </a:lnTo>
                  <a:lnTo>
                    <a:pt x="349" y="454"/>
                  </a:lnTo>
                  <a:lnTo>
                    <a:pt x="349" y="454"/>
                  </a:lnTo>
                  <a:lnTo>
                    <a:pt x="349" y="454"/>
                  </a:lnTo>
                  <a:lnTo>
                    <a:pt x="348" y="455"/>
                  </a:lnTo>
                  <a:lnTo>
                    <a:pt x="347" y="455"/>
                  </a:lnTo>
                  <a:lnTo>
                    <a:pt x="347" y="455"/>
                  </a:lnTo>
                  <a:lnTo>
                    <a:pt x="347" y="454"/>
                  </a:lnTo>
                  <a:lnTo>
                    <a:pt x="347" y="454"/>
                  </a:lnTo>
                  <a:lnTo>
                    <a:pt x="347" y="453"/>
                  </a:lnTo>
                  <a:lnTo>
                    <a:pt x="347" y="453"/>
                  </a:lnTo>
                  <a:lnTo>
                    <a:pt x="347" y="453"/>
                  </a:lnTo>
                  <a:lnTo>
                    <a:pt x="347" y="453"/>
                  </a:lnTo>
                  <a:lnTo>
                    <a:pt x="347" y="454"/>
                  </a:lnTo>
                  <a:lnTo>
                    <a:pt x="347" y="454"/>
                  </a:lnTo>
                  <a:lnTo>
                    <a:pt x="347" y="455"/>
                  </a:lnTo>
                  <a:lnTo>
                    <a:pt x="347" y="455"/>
                  </a:lnTo>
                  <a:lnTo>
                    <a:pt x="347" y="455"/>
                  </a:lnTo>
                  <a:lnTo>
                    <a:pt x="348" y="456"/>
                  </a:lnTo>
                  <a:lnTo>
                    <a:pt x="348" y="456"/>
                  </a:lnTo>
                  <a:lnTo>
                    <a:pt x="348" y="457"/>
                  </a:lnTo>
                  <a:lnTo>
                    <a:pt x="349" y="457"/>
                  </a:lnTo>
                  <a:lnTo>
                    <a:pt x="350" y="458"/>
                  </a:lnTo>
                  <a:lnTo>
                    <a:pt x="351" y="458"/>
                  </a:lnTo>
                  <a:lnTo>
                    <a:pt x="351" y="459"/>
                  </a:lnTo>
                  <a:lnTo>
                    <a:pt x="352" y="459"/>
                  </a:lnTo>
                  <a:lnTo>
                    <a:pt x="352" y="459"/>
                  </a:lnTo>
                  <a:lnTo>
                    <a:pt x="353" y="459"/>
                  </a:lnTo>
                  <a:lnTo>
                    <a:pt x="353" y="459"/>
                  </a:lnTo>
                  <a:lnTo>
                    <a:pt x="354" y="459"/>
                  </a:lnTo>
                  <a:lnTo>
                    <a:pt x="354" y="459"/>
                  </a:lnTo>
                  <a:lnTo>
                    <a:pt x="355" y="459"/>
                  </a:lnTo>
                  <a:lnTo>
                    <a:pt x="356" y="459"/>
                  </a:lnTo>
                  <a:lnTo>
                    <a:pt x="356" y="459"/>
                  </a:lnTo>
                  <a:lnTo>
                    <a:pt x="356" y="459"/>
                  </a:lnTo>
                  <a:lnTo>
                    <a:pt x="356" y="458"/>
                  </a:lnTo>
                  <a:lnTo>
                    <a:pt x="357" y="458"/>
                  </a:lnTo>
                  <a:lnTo>
                    <a:pt x="357" y="457"/>
                  </a:lnTo>
                  <a:lnTo>
                    <a:pt x="358" y="457"/>
                  </a:lnTo>
                  <a:lnTo>
                    <a:pt x="358" y="456"/>
                  </a:lnTo>
                  <a:lnTo>
                    <a:pt x="359" y="455"/>
                  </a:lnTo>
                  <a:lnTo>
                    <a:pt x="360" y="455"/>
                  </a:lnTo>
                  <a:lnTo>
                    <a:pt x="360" y="455"/>
                  </a:lnTo>
                  <a:lnTo>
                    <a:pt x="360" y="455"/>
                  </a:lnTo>
                  <a:lnTo>
                    <a:pt x="360" y="455"/>
                  </a:lnTo>
                  <a:lnTo>
                    <a:pt x="361" y="455"/>
                  </a:lnTo>
                  <a:lnTo>
                    <a:pt x="361" y="455"/>
                  </a:lnTo>
                  <a:lnTo>
                    <a:pt x="361" y="455"/>
                  </a:lnTo>
                  <a:lnTo>
                    <a:pt x="362" y="455"/>
                  </a:lnTo>
                  <a:lnTo>
                    <a:pt x="362" y="455"/>
                  </a:lnTo>
                  <a:lnTo>
                    <a:pt x="363" y="455"/>
                  </a:lnTo>
                  <a:lnTo>
                    <a:pt x="364" y="455"/>
                  </a:lnTo>
                  <a:lnTo>
                    <a:pt x="364" y="456"/>
                  </a:lnTo>
                  <a:lnTo>
                    <a:pt x="363" y="456"/>
                  </a:lnTo>
                  <a:lnTo>
                    <a:pt x="363" y="455"/>
                  </a:lnTo>
                  <a:lnTo>
                    <a:pt x="362" y="456"/>
                  </a:lnTo>
                  <a:lnTo>
                    <a:pt x="362" y="456"/>
                  </a:lnTo>
                  <a:lnTo>
                    <a:pt x="363" y="456"/>
                  </a:lnTo>
                  <a:lnTo>
                    <a:pt x="364" y="457"/>
                  </a:lnTo>
                  <a:lnTo>
                    <a:pt x="364" y="457"/>
                  </a:lnTo>
                  <a:lnTo>
                    <a:pt x="365" y="457"/>
                  </a:lnTo>
                  <a:lnTo>
                    <a:pt x="365" y="457"/>
                  </a:lnTo>
                  <a:lnTo>
                    <a:pt x="363" y="458"/>
                  </a:lnTo>
                  <a:lnTo>
                    <a:pt x="365" y="458"/>
                  </a:lnTo>
                  <a:lnTo>
                    <a:pt x="365" y="459"/>
                  </a:lnTo>
                  <a:lnTo>
                    <a:pt x="365" y="458"/>
                  </a:lnTo>
                  <a:lnTo>
                    <a:pt x="365" y="459"/>
                  </a:lnTo>
                  <a:lnTo>
                    <a:pt x="365" y="459"/>
                  </a:lnTo>
                  <a:lnTo>
                    <a:pt x="365" y="459"/>
                  </a:lnTo>
                  <a:lnTo>
                    <a:pt x="365" y="459"/>
                  </a:lnTo>
                  <a:lnTo>
                    <a:pt x="365" y="459"/>
                  </a:lnTo>
                  <a:lnTo>
                    <a:pt x="365" y="459"/>
                  </a:lnTo>
                  <a:lnTo>
                    <a:pt x="365" y="459"/>
                  </a:lnTo>
                  <a:lnTo>
                    <a:pt x="365" y="460"/>
                  </a:lnTo>
                  <a:lnTo>
                    <a:pt x="363" y="460"/>
                  </a:lnTo>
                  <a:lnTo>
                    <a:pt x="363" y="459"/>
                  </a:lnTo>
                  <a:lnTo>
                    <a:pt x="363" y="460"/>
                  </a:lnTo>
                  <a:lnTo>
                    <a:pt x="361" y="460"/>
                  </a:lnTo>
                  <a:lnTo>
                    <a:pt x="361" y="461"/>
                  </a:lnTo>
                  <a:lnTo>
                    <a:pt x="361" y="461"/>
                  </a:lnTo>
                  <a:lnTo>
                    <a:pt x="361" y="461"/>
                  </a:lnTo>
                  <a:lnTo>
                    <a:pt x="360" y="461"/>
                  </a:lnTo>
                  <a:lnTo>
                    <a:pt x="360" y="461"/>
                  </a:lnTo>
                  <a:lnTo>
                    <a:pt x="360" y="461"/>
                  </a:lnTo>
                  <a:lnTo>
                    <a:pt x="360" y="461"/>
                  </a:lnTo>
                  <a:lnTo>
                    <a:pt x="359" y="462"/>
                  </a:lnTo>
                  <a:lnTo>
                    <a:pt x="358" y="462"/>
                  </a:lnTo>
                  <a:lnTo>
                    <a:pt x="358" y="462"/>
                  </a:lnTo>
                  <a:lnTo>
                    <a:pt x="360" y="462"/>
                  </a:lnTo>
                  <a:lnTo>
                    <a:pt x="360" y="462"/>
                  </a:lnTo>
                  <a:lnTo>
                    <a:pt x="360" y="462"/>
                  </a:lnTo>
                  <a:lnTo>
                    <a:pt x="360" y="462"/>
                  </a:lnTo>
                  <a:lnTo>
                    <a:pt x="361" y="462"/>
                  </a:lnTo>
                  <a:lnTo>
                    <a:pt x="361" y="463"/>
                  </a:lnTo>
                  <a:lnTo>
                    <a:pt x="360" y="463"/>
                  </a:lnTo>
                  <a:lnTo>
                    <a:pt x="361" y="463"/>
                  </a:lnTo>
                  <a:lnTo>
                    <a:pt x="361" y="464"/>
                  </a:lnTo>
                  <a:lnTo>
                    <a:pt x="362" y="463"/>
                  </a:lnTo>
                  <a:lnTo>
                    <a:pt x="362" y="463"/>
                  </a:lnTo>
                  <a:lnTo>
                    <a:pt x="362" y="463"/>
                  </a:lnTo>
                  <a:lnTo>
                    <a:pt x="363" y="463"/>
                  </a:lnTo>
                  <a:lnTo>
                    <a:pt x="365" y="463"/>
                  </a:lnTo>
                  <a:lnTo>
                    <a:pt x="365" y="463"/>
                  </a:lnTo>
                  <a:lnTo>
                    <a:pt x="365" y="463"/>
                  </a:lnTo>
                  <a:lnTo>
                    <a:pt x="365" y="464"/>
                  </a:lnTo>
                  <a:lnTo>
                    <a:pt x="365" y="465"/>
                  </a:lnTo>
                  <a:lnTo>
                    <a:pt x="364" y="465"/>
                  </a:lnTo>
                  <a:lnTo>
                    <a:pt x="364" y="466"/>
                  </a:lnTo>
                  <a:lnTo>
                    <a:pt x="363" y="466"/>
                  </a:lnTo>
                  <a:lnTo>
                    <a:pt x="363" y="466"/>
                  </a:lnTo>
                  <a:lnTo>
                    <a:pt x="363" y="466"/>
                  </a:lnTo>
                  <a:lnTo>
                    <a:pt x="362" y="465"/>
                  </a:lnTo>
                  <a:lnTo>
                    <a:pt x="363" y="466"/>
                  </a:lnTo>
                  <a:lnTo>
                    <a:pt x="363" y="466"/>
                  </a:lnTo>
                  <a:lnTo>
                    <a:pt x="363" y="466"/>
                  </a:lnTo>
                  <a:lnTo>
                    <a:pt x="363" y="466"/>
                  </a:lnTo>
                  <a:lnTo>
                    <a:pt x="364" y="466"/>
                  </a:lnTo>
                  <a:lnTo>
                    <a:pt x="365" y="465"/>
                  </a:lnTo>
                  <a:lnTo>
                    <a:pt x="365" y="465"/>
                  </a:lnTo>
                  <a:lnTo>
                    <a:pt x="365" y="465"/>
                  </a:lnTo>
                  <a:lnTo>
                    <a:pt x="365" y="465"/>
                  </a:lnTo>
                  <a:lnTo>
                    <a:pt x="365" y="464"/>
                  </a:lnTo>
                  <a:lnTo>
                    <a:pt x="365" y="464"/>
                  </a:lnTo>
                  <a:lnTo>
                    <a:pt x="366" y="463"/>
                  </a:lnTo>
                  <a:lnTo>
                    <a:pt x="366" y="463"/>
                  </a:lnTo>
                  <a:lnTo>
                    <a:pt x="367" y="463"/>
                  </a:lnTo>
                  <a:lnTo>
                    <a:pt x="367" y="463"/>
                  </a:lnTo>
                  <a:lnTo>
                    <a:pt x="368" y="463"/>
                  </a:lnTo>
                  <a:lnTo>
                    <a:pt x="368" y="463"/>
                  </a:lnTo>
                  <a:lnTo>
                    <a:pt x="368" y="463"/>
                  </a:lnTo>
                  <a:lnTo>
                    <a:pt x="369" y="463"/>
                  </a:lnTo>
                  <a:lnTo>
                    <a:pt x="369" y="464"/>
                  </a:lnTo>
                  <a:lnTo>
                    <a:pt x="369" y="465"/>
                  </a:lnTo>
                  <a:lnTo>
                    <a:pt x="369" y="465"/>
                  </a:lnTo>
                  <a:lnTo>
                    <a:pt x="369" y="467"/>
                  </a:lnTo>
                  <a:lnTo>
                    <a:pt x="369" y="468"/>
                  </a:lnTo>
                  <a:lnTo>
                    <a:pt x="369" y="468"/>
                  </a:lnTo>
                  <a:lnTo>
                    <a:pt x="368" y="468"/>
                  </a:lnTo>
                  <a:lnTo>
                    <a:pt x="368" y="468"/>
                  </a:lnTo>
                  <a:lnTo>
                    <a:pt x="368" y="468"/>
                  </a:lnTo>
                  <a:lnTo>
                    <a:pt x="367" y="468"/>
                  </a:lnTo>
                  <a:lnTo>
                    <a:pt x="366" y="468"/>
                  </a:lnTo>
                  <a:lnTo>
                    <a:pt x="366" y="468"/>
                  </a:lnTo>
                  <a:lnTo>
                    <a:pt x="365" y="468"/>
                  </a:lnTo>
                  <a:lnTo>
                    <a:pt x="364" y="470"/>
                  </a:lnTo>
                  <a:lnTo>
                    <a:pt x="364" y="471"/>
                  </a:lnTo>
                  <a:lnTo>
                    <a:pt x="364" y="471"/>
                  </a:lnTo>
                  <a:lnTo>
                    <a:pt x="364" y="471"/>
                  </a:lnTo>
                  <a:lnTo>
                    <a:pt x="365" y="471"/>
                  </a:lnTo>
                  <a:lnTo>
                    <a:pt x="365" y="472"/>
                  </a:lnTo>
                  <a:lnTo>
                    <a:pt x="365" y="472"/>
                  </a:lnTo>
                  <a:lnTo>
                    <a:pt x="365" y="474"/>
                  </a:lnTo>
                  <a:lnTo>
                    <a:pt x="365" y="474"/>
                  </a:lnTo>
                  <a:lnTo>
                    <a:pt x="365" y="474"/>
                  </a:lnTo>
                  <a:lnTo>
                    <a:pt x="363" y="474"/>
                  </a:lnTo>
                  <a:lnTo>
                    <a:pt x="362" y="474"/>
                  </a:lnTo>
                  <a:lnTo>
                    <a:pt x="362" y="474"/>
                  </a:lnTo>
                  <a:lnTo>
                    <a:pt x="361" y="474"/>
                  </a:lnTo>
                  <a:lnTo>
                    <a:pt x="361" y="475"/>
                  </a:lnTo>
                  <a:lnTo>
                    <a:pt x="361" y="475"/>
                  </a:lnTo>
                  <a:lnTo>
                    <a:pt x="360" y="476"/>
                  </a:lnTo>
                  <a:lnTo>
                    <a:pt x="360" y="476"/>
                  </a:lnTo>
                  <a:lnTo>
                    <a:pt x="360" y="475"/>
                  </a:lnTo>
                  <a:lnTo>
                    <a:pt x="360" y="475"/>
                  </a:lnTo>
                  <a:lnTo>
                    <a:pt x="360" y="475"/>
                  </a:lnTo>
                  <a:lnTo>
                    <a:pt x="360" y="473"/>
                  </a:lnTo>
                  <a:lnTo>
                    <a:pt x="360" y="473"/>
                  </a:lnTo>
                  <a:lnTo>
                    <a:pt x="360" y="472"/>
                  </a:lnTo>
                  <a:lnTo>
                    <a:pt x="360" y="470"/>
                  </a:lnTo>
                  <a:lnTo>
                    <a:pt x="357" y="469"/>
                  </a:lnTo>
                  <a:lnTo>
                    <a:pt x="356" y="468"/>
                  </a:lnTo>
                  <a:lnTo>
                    <a:pt x="355" y="467"/>
                  </a:lnTo>
                  <a:lnTo>
                    <a:pt x="354" y="467"/>
                  </a:lnTo>
                  <a:lnTo>
                    <a:pt x="354" y="466"/>
                  </a:lnTo>
                  <a:lnTo>
                    <a:pt x="353" y="466"/>
                  </a:lnTo>
                  <a:lnTo>
                    <a:pt x="352" y="465"/>
                  </a:lnTo>
                  <a:lnTo>
                    <a:pt x="352" y="465"/>
                  </a:lnTo>
                  <a:lnTo>
                    <a:pt x="352" y="464"/>
                  </a:lnTo>
                  <a:lnTo>
                    <a:pt x="351" y="464"/>
                  </a:lnTo>
                  <a:lnTo>
                    <a:pt x="351" y="464"/>
                  </a:lnTo>
                  <a:lnTo>
                    <a:pt x="350" y="464"/>
                  </a:lnTo>
                  <a:lnTo>
                    <a:pt x="350" y="464"/>
                  </a:lnTo>
                  <a:lnTo>
                    <a:pt x="349" y="463"/>
                  </a:lnTo>
                  <a:lnTo>
                    <a:pt x="348" y="463"/>
                  </a:lnTo>
                  <a:lnTo>
                    <a:pt x="347" y="463"/>
                  </a:lnTo>
                  <a:lnTo>
                    <a:pt x="347" y="463"/>
                  </a:lnTo>
                  <a:lnTo>
                    <a:pt x="346" y="463"/>
                  </a:lnTo>
                  <a:lnTo>
                    <a:pt x="346" y="463"/>
                  </a:lnTo>
                  <a:lnTo>
                    <a:pt x="346" y="463"/>
                  </a:lnTo>
                  <a:lnTo>
                    <a:pt x="346" y="463"/>
                  </a:lnTo>
                  <a:lnTo>
                    <a:pt x="345" y="463"/>
                  </a:lnTo>
                  <a:lnTo>
                    <a:pt x="345" y="463"/>
                  </a:lnTo>
                  <a:lnTo>
                    <a:pt x="344" y="463"/>
                  </a:lnTo>
                  <a:lnTo>
                    <a:pt x="344" y="463"/>
                  </a:lnTo>
                  <a:lnTo>
                    <a:pt x="344" y="463"/>
                  </a:lnTo>
                  <a:lnTo>
                    <a:pt x="343" y="463"/>
                  </a:lnTo>
                  <a:lnTo>
                    <a:pt x="343" y="463"/>
                  </a:lnTo>
                  <a:lnTo>
                    <a:pt x="343" y="463"/>
                  </a:lnTo>
                  <a:lnTo>
                    <a:pt x="343" y="463"/>
                  </a:lnTo>
                  <a:lnTo>
                    <a:pt x="342" y="463"/>
                  </a:lnTo>
                  <a:lnTo>
                    <a:pt x="342" y="463"/>
                  </a:lnTo>
                  <a:lnTo>
                    <a:pt x="342" y="463"/>
                  </a:lnTo>
                  <a:lnTo>
                    <a:pt x="341" y="463"/>
                  </a:lnTo>
                  <a:lnTo>
                    <a:pt x="341" y="463"/>
                  </a:lnTo>
                  <a:lnTo>
                    <a:pt x="339" y="463"/>
                  </a:lnTo>
                  <a:lnTo>
                    <a:pt x="338" y="463"/>
                  </a:lnTo>
                  <a:lnTo>
                    <a:pt x="337" y="463"/>
                  </a:lnTo>
                  <a:lnTo>
                    <a:pt x="336" y="463"/>
                  </a:lnTo>
                  <a:lnTo>
                    <a:pt x="334" y="463"/>
                  </a:lnTo>
                  <a:lnTo>
                    <a:pt x="333" y="462"/>
                  </a:lnTo>
                  <a:lnTo>
                    <a:pt x="331" y="462"/>
                  </a:lnTo>
                  <a:lnTo>
                    <a:pt x="329" y="462"/>
                  </a:lnTo>
                  <a:lnTo>
                    <a:pt x="328" y="462"/>
                  </a:lnTo>
                  <a:lnTo>
                    <a:pt x="328" y="463"/>
                  </a:lnTo>
                  <a:lnTo>
                    <a:pt x="326" y="463"/>
                  </a:lnTo>
                  <a:lnTo>
                    <a:pt x="325" y="463"/>
                  </a:lnTo>
                  <a:lnTo>
                    <a:pt x="325" y="463"/>
                  </a:lnTo>
                  <a:lnTo>
                    <a:pt x="324" y="463"/>
                  </a:lnTo>
                  <a:lnTo>
                    <a:pt x="324" y="463"/>
                  </a:lnTo>
                  <a:lnTo>
                    <a:pt x="323" y="463"/>
                  </a:lnTo>
                  <a:lnTo>
                    <a:pt x="323" y="463"/>
                  </a:lnTo>
                  <a:lnTo>
                    <a:pt x="323" y="463"/>
                  </a:lnTo>
                  <a:lnTo>
                    <a:pt x="323" y="463"/>
                  </a:lnTo>
                  <a:lnTo>
                    <a:pt x="323" y="464"/>
                  </a:lnTo>
                  <a:lnTo>
                    <a:pt x="322" y="464"/>
                  </a:lnTo>
                  <a:lnTo>
                    <a:pt x="322" y="465"/>
                  </a:lnTo>
                  <a:lnTo>
                    <a:pt x="321" y="465"/>
                  </a:lnTo>
                  <a:lnTo>
                    <a:pt x="322" y="465"/>
                  </a:lnTo>
                  <a:lnTo>
                    <a:pt x="322" y="466"/>
                  </a:lnTo>
                  <a:lnTo>
                    <a:pt x="321" y="467"/>
                  </a:lnTo>
                  <a:lnTo>
                    <a:pt x="321" y="467"/>
                  </a:lnTo>
                  <a:lnTo>
                    <a:pt x="322" y="467"/>
                  </a:lnTo>
                  <a:lnTo>
                    <a:pt x="322" y="468"/>
                  </a:lnTo>
                  <a:lnTo>
                    <a:pt x="321" y="468"/>
                  </a:lnTo>
                  <a:lnTo>
                    <a:pt x="321" y="468"/>
                  </a:lnTo>
                  <a:lnTo>
                    <a:pt x="318" y="468"/>
                  </a:lnTo>
                  <a:lnTo>
                    <a:pt x="319" y="469"/>
                  </a:lnTo>
                  <a:lnTo>
                    <a:pt x="318" y="469"/>
                  </a:lnTo>
                  <a:lnTo>
                    <a:pt x="318" y="470"/>
                  </a:lnTo>
                  <a:lnTo>
                    <a:pt x="318" y="470"/>
                  </a:lnTo>
                  <a:lnTo>
                    <a:pt x="317" y="470"/>
                  </a:lnTo>
                  <a:lnTo>
                    <a:pt x="316" y="469"/>
                  </a:lnTo>
                  <a:lnTo>
                    <a:pt x="316" y="470"/>
                  </a:lnTo>
                  <a:lnTo>
                    <a:pt x="315" y="469"/>
                  </a:lnTo>
                  <a:lnTo>
                    <a:pt x="314" y="469"/>
                  </a:lnTo>
                  <a:lnTo>
                    <a:pt x="314" y="470"/>
                  </a:lnTo>
                  <a:lnTo>
                    <a:pt x="314" y="470"/>
                  </a:lnTo>
                  <a:lnTo>
                    <a:pt x="313" y="471"/>
                  </a:lnTo>
                  <a:lnTo>
                    <a:pt x="313" y="471"/>
                  </a:lnTo>
                  <a:lnTo>
                    <a:pt x="312" y="471"/>
                  </a:lnTo>
                  <a:lnTo>
                    <a:pt x="311" y="471"/>
                  </a:lnTo>
                  <a:lnTo>
                    <a:pt x="311" y="471"/>
                  </a:lnTo>
                  <a:lnTo>
                    <a:pt x="311" y="472"/>
                  </a:lnTo>
                  <a:lnTo>
                    <a:pt x="310" y="472"/>
                  </a:lnTo>
                  <a:lnTo>
                    <a:pt x="310" y="472"/>
                  </a:lnTo>
                  <a:lnTo>
                    <a:pt x="309" y="472"/>
                  </a:lnTo>
                  <a:lnTo>
                    <a:pt x="309" y="472"/>
                  </a:lnTo>
                  <a:lnTo>
                    <a:pt x="308" y="472"/>
                  </a:lnTo>
                  <a:lnTo>
                    <a:pt x="308" y="472"/>
                  </a:lnTo>
                  <a:lnTo>
                    <a:pt x="308" y="472"/>
                  </a:lnTo>
                  <a:lnTo>
                    <a:pt x="308" y="472"/>
                  </a:lnTo>
                  <a:lnTo>
                    <a:pt x="308" y="472"/>
                  </a:lnTo>
                  <a:lnTo>
                    <a:pt x="307" y="472"/>
                  </a:lnTo>
                  <a:lnTo>
                    <a:pt x="306" y="472"/>
                  </a:lnTo>
                  <a:lnTo>
                    <a:pt x="305" y="472"/>
                  </a:lnTo>
                  <a:lnTo>
                    <a:pt x="305" y="472"/>
                  </a:lnTo>
                  <a:lnTo>
                    <a:pt x="305" y="472"/>
                  </a:lnTo>
                  <a:lnTo>
                    <a:pt x="304" y="472"/>
                  </a:lnTo>
                  <a:lnTo>
                    <a:pt x="304" y="472"/>
                  </a:lnTo>
                  <a:lnTo>
                    <a:pt x="304" y="472"/>
                  </a:lnTo>
                  <a:lnTo>
                    <a:pt x="303" y="472"/>
                  </a:lnTo>
                  <a:lnTo>
                    <a:pt x="301" y="470"/>
                  </a:lnTo>
                  <a:lnTo>
                    <a:pt x="300" y="471"/>
                  </a:lnTo>
                  <a:lnTo>
                    <a:pt x="300" y="470"/>
                  </a:lnTo>
                  <a:lnTo>
                    <a:pt x="299" y="471"/>
                  </a:lnTo>
                  <a:lnTo>
                    <a:pt x="299" y="472"/>
                  </a:lnTo>
                  <a:lnTo>
                    <a:pt x="298" y="472"/>
                  </a:lnTo>
                  <a:lnTo>
                    <a:pt x="298" y="472"/>
                  </a:lnTo>
                  <a:lnTo>
                    <a:pt x="298" y="472"/>
                  </a:lnTo>
                  <a:lnTo>
                    <a:pt x="298" y="472"/>
                  </a:lnTo>
                  <a:lnTo>
                    <a:pt x="297" y="472"/>
                  </a:lnTo>
                  <a:lnTo>
                    <a:pt x="297" y="472"/>
                  </a:lnTo>
                  <a:lnTo>
                    <a:pt x="296" y="472"/>
                  </a:lnTo>
                  <a:lnTo>
                    <a:pt x="297" y="472"/>
                  </a:lnTo>
                  <a:lnTo>
                    <a:pt x="297" y="472"/>
                  </a:lnTo>
                  <a:lnTo>
                    <a:pt x="296" y="472"/>
                  </a:lnTo>
                  <a:lnTo>
                    <a:pt x="295" y="472"/>
                  </a:lnTo>
                  <a:lnTo>
                    <a:pt x="295" y="472"/>
                  </a:lnTo>
                  <a:lnTo>
                    <a:pt x="295" y="472"/>
                  </a:lnTo>
                  <a:lnTo>
                    <a:pt x="292" y="472"/>
                  </a:lnTo>
                  <a:lnTo>
                    <a:pt x="292" y="472"/>
                  </a:lnTo>
                  <a:lnTo>
                    <a:pt x="292" y="472"/>
                  </a:lnTo>
                  <a:lnTo>
                    <a:pt x="291" y="472"/>
                  </a:lnTo>
                  <a:lnTo>
                    <a:pt x="291" y="472"/>
                  </a:lnTo>
                  <a:lnTo>
                    <a:pt x="291" y="471"/>
                  </a:lnTo>
                  <a:lnTo>
                    <a:pt x="291" y="471"/>
                  </a:lnTo>
                  <a:lnTo>
                    <a:pt x="291" y="471"/>
                  </a:lnTo>
                  <a:lnTo>
                    <a:pt x="292" y="470"/>
                  </a:lnTo>
                  <a:lnTo>
                    <a:pt x="292" y="470"/>
                  </a:lnTo>
                  <a:lnTo>
                    <a:pt x="293" y="470"/>
                  </a:lnTo>
                  <a:lnTo>
                    <a:pt x="293" y="470"/>
                  </a:lnTo>
                  <a:lnTo>
                    <a:pt x="293" y="469"/>
                  </a:lnTo>
                  <a:lnTo>
                    <a:pt x="295" y="469"/>
                  </a:lnTo>
                  <a:lnTo>
                    <a:pt x="295" y="469"/>
                  </a:lnTo>
                  <a:lnTo>
                    <a:pt x="293" y="469"/>
                  </a:lnTo>
                  <a:lnTo>
                    <a:pt x="293" y="469"/>
                  </a:lnTo>
                  <a:lnTo>
                    <a:pt x="293" y="470"/>
                  </a:lnTo>
                  <a:lnTo>
                    <a:pt x="292" y="469"/>
                  </a:lnTo>
                  <a:lnTo>
                    <a:pt x="292" y="468"/>
                  </a:lnTo>
                  <a:lnTo>
                    <a:pt x="292" y="468"/>
                  </a:lnTo>
                  <a:lnTo>
                    <a:pt x="292" y="468"/>
                  </a:lnTo>
                  <a:lnTo>
                    <a:pt x="292" y="467"/>
                  </a:lnTo>
                  <a:lnTo>
                    <a:pt x="292" y="466"/>
                  </a:lnTo>
                  <a:lnTo>
                    <a:pt x="291" y="467"/>
                  </a:lnTo>
                  <a:lnTo>
                    <a:pt x="291" y="466"/>
                  </a:lnTo>
                  <a:lnTo>
                    <a:pt x="291" y="465"/>
                  </a:lnTo>
                  <a:lnTo>
                    <a:pt x="291" y="465"/>
                  </a:lnTo>
                  <a:lnTo>
                    <a:pt x="291" y="463"/>
                  </a:lnTo>
                  <a:lnTo>
                    <a:pt x="291" y="463"/>
                  </a:lnTo>
                  <a:lnTo>
                    <a:pt x="293" y="463"/>
                  </a:lnTo>
                  <a:lnTo>
                    <a:pt x="293" y="463"/>
                  </a:lnTo>
                  <a:lnTo>
                    <a:pt x="292" y="463"/>
                  </a:lnTo>
                  <a:lnTo>
                    <a:pt x="291" y="463"/>
                  </a:lnTo>
                  <a:lnTo>
                    <a:pt x="291" y="462"/>
                  </a:lnTo>
                  <a:lnTo>
                    <a:pt x="291" y="462"/>
                  </a:lnTo>
                  <a:lnTo>
                    <a:pt x="291" y="461"/>
                  </a:lnTo>
                  <a:lnTo>
                    <a:pt x="291" y="460"/>
                  </a:lnTo>
                  <a:lnTo>
                    <a:pt x="291" y="459"/>
                  </a:lnTo>
                  <a:lnTo>
                    <a:pt x="291" y="459"/>
                  </a:lnTo>
                  <a:lnTo>
                    <a:pt x="291" y="459"/>
                  </a:lnTo>
                  <a:lnTo>
                    <a:pt x="291" y="458"/>
                  </a:lnTo>
                  <a:lnTo>
                    <a:pt x="291" y="458"/>
                  </a:lnTo>
                  <a:lnTo>
                    <a:pt x="291" y="459"/>
                  </a:lnTo>
                  <a:lnTo>
                    <a:pt x="291" y="459"/>
                  </a:lnTo>
                  <a:lnTo>
                    <a:pt x="291" y="459"/>
                  </a:lnTo>
                  <a:lnTo>
                    <a:pt x="290" y="459"/>
                  </a:lnTo>
                  <a:lnTo>
                    <a:pt x="290" y="458"/>
                  </a:lnTo>
                  <a:lnTo>
                    <a:pt x="289" y="458"/>
                  </a:lnTo>
                  <a:lnTo>
                    <a:pt x="289" y="457"/>
                  </a:lnTo>
                  <a:lnTo>
                    <a:pt x="288" y="457"/>
                  </a:lnTo>
                  <a:lnTo>
                    <a:pt x="288" y="457"/>
                  </a:lnTo>
                  <a:lnTo>
                    <a:pt x="287" y="456"/>
                  </a:lnTo>
                  <a:lnTo>
                    <a:pt x="287" y="455"/>
                  </a:lnTo>
                  <a:lnTo>
                    <a:pt x="287" y="455"/>
                  </a:lnTo>
                  <a:lnTo>
                    <a:pt x="288" y="457"/>
                  </a:lnTo>
                  <a:lnTo>
                    <a:pt x="288" y="458"/>
                  </a:lnTo>
                  <a:lnTo>
                    <a:pt x="289" y="459"/>
                  </a:lnTo>
                  <a:lnTo>
                    <a:pt x="290" y="459"/>
                  </a:lnTo>
                  <a:lnTo>
                    <a:pt x="290" y="459"/>
                  </a:lnTo>
                  <a:lnTo>
                    <a:pt x="291" y="460"/>
                  </a:lnTo>
                  <a:lnTo>
                    <a:pt x="291" y="461"/>
                  </a:lnTo>
                  <a:lnTo>
                    <a:pt x="291" y="463"/>
                  </a:lnTo>
                  <a:lnTo>
                    <a:pt x="291" y="463"/>
                  </a:lnTo>
                  <a:lnTo>
                    <a:pt x="291" y="464"/>
                  </a:lnTo>
                  <a:lnTo>
                    <a:pt x="291" y="465"/>
                  </a:lnTo>
                  <a:lnTo>
                    <a:pt x="291" y="467"/>
                  </a:lnTo>
                  <a:lnTo>
                    <a:pt x="291" y="467"/>
                  </a:lnTo>
                  <a:lnTo>
                    <a:pt x="291" y="467"/>
                  </a:lnTo>
                  <a:lnTo>
                    <a:pt x="292" y="468"/>
                  </a:lnTo>
                  <a:lnTo>
                    <a:pt x="291" y="468"/>
                  </a:lnTo>
                  <a:lnTo>
                    <a:pt x="292" y="468"/>
                  </a:lnTo>
                  <a:lnTo>
                    <a:pt x="291" y="469"/>
                  </a:lnTo>
                  <a:lnTo>
                    <a:pt x="291" y="469"/>
                  </a:lnTo>
                  <a:lnTo>
                    <a:pt x="291" y="471"/>
                  </a:lnTo>
                  <a:lnTo>
                    <a:pt x="290" y="472"/>
                  </a:lnTo>
                  <a:lnTo>
                    <a:pt x="289" y="472"/>
                  </a:lnTo>
                  <a:lnTo>
                    <a:pt x="289" y="472"/>
                  </a:lnTo>
                  <a:lnTo>
                    <a:pt x="288" y="472"/>
                  </a:lnTo>
                  <a:lnTo>
                    <a:pt x="288" y="472"/>
                  </a:lnTo>
                  <a:lnTo>
                    <a:pt x="287" y="472"/>
                  </a:lnTo>
                  <a:lnTo>
                    <a:pt x="287" y="473"/>
                  </a:lnTo>
                  <a:lnTo>
                    <a:pt x="286" y="472"/>
                  </a:lnTo>
                  <a:lnTo>
                    <a:pt x="286" y="473"/>
                  </a:lnTo>
                  <a:lnTo>
                    <a:pt x="286" y="473"/>
                  </a:lnTo>
                  <a:lnTo>
                    <a:pt x="286" y="475"/>
                  </a:lnTo>
                  <a:lnTo>
                    <a:pt x="285" y="475"/>
                  </a:lnTo>
                  <a:lnTo>
                    <a:pt x="285" y="475"/>
                  </a:lnTo>
                  <a:lnTo>
                    <a:pt x="284" y="474"/>
                  </a:lnTo>
                  <a:lnTo>
                    <a:pt x="283" y="474"/>
                  </a:lnTo>
                  <a:lnTo>
                    <a:pt x="283" y="473"/>
                  </a:lnTo>
                  <a:lnTo>
                    <a:pt x="283" y="473"/>
                  </a:lnTo>
                  <a:lnTo>
                    <a:pt x="283" y="473"/>
                  </a:lnTo>
                  <a:lnTo>
                    <a:pt x="283" y="472"/>
                  </a:lnTo>
                  <a:lnTo>
                    <a:pt x="283" y="471"/>
                  </a:lnTo>
                  <a:lnTo>
                    <a:pt x="283" y="468"/>
                  </a:lnTo>
                  <a:lnTo>
                    <a:pt x="282" y="468"/>
                  </a:lnTo>
                  <a:lnTo>
                    <a:pt x="282" y="468"/>
                  </a:lnTo>
                  <a:lnTo>
                    <a:pt x="282" y="468"/>
                  </a:lnTo>
                  <a:lnTo>
                    <a:pt x="282" y="468"/>
                  </a:lnTo>
                  <a:lnTo>
                    <a:pt x="282" y="467"/>
                  </a:lnTo>
                  <a:lnTo>
                    <a:pt x="282" y="467"/>
                  </a:lnTo>
                  <a:lnTo>
                    <a:pt x="282" y="467"/>
                  </a:lnTo>
                  <a:lnTo>
                    <a:pt x="281" y="466"/>
                  </a:lnTo>
                  <a:lnTo>
                    <a:pt x="281" y="467"/>
                  </a:lnTo>
                  <a:lnTo>
                    <a:pt x="280" y="467"/>
                  </a:lnTo>
                  <a:lnTo>
                    <a:pt x="281" y="468"/>
                  </a:lnTo>
                  <a:lnTo>
                    <a:pt x="280" y="468"/>
                  </a:lnTo>
                  <a:lnTo>
                    <a:pt x="280" y="468"/>
                  </a:lnTo>
                  <a:lnTo>
                    <a:pt x="279" y="468"/>
                  </a:lnTo>
                  <a:lnTo>
                    <a:pt x="278" y="468"/>
                  </a:lnTo>
                  <a:lnTo>
                    <a:pt x="278" y="468"/>
                  </a:lnTo>
                  <a:lnTo>
                    <a:pt x="275" y="468"/>
                  </a:lnTo>
                  <a:lnTo>
                    <a:pt x="275" y="469"/>
                  </a:lnTo>
                  <a:lnTo>
                    <a:pt x="274" y="469"/>
                  </a:lnTo>
                  <a:lnTo>
                    <a:pt x="274" y="469"/>
                  </a:lnTo>
                  <a:lnTo>
                    <a:pt x="274" y="469"/>
                  </a:lnTo>
                  <a:lnTo>
                    <a:pt x="273" y="470"/>
                  </a:lnTo>
                  <a:lnTo>
                    <a:pt x="272" y="470"/>
                  </a:lnTo>
                  <a:lnTo>
                    <a:pt x="271" y="471"/>
                  </a:lnTo>
                  <a:lnTo>
                    <a:pt x="270" y="471"/>
                  </a:lnTo>
                  <a:lnTo>
                    <a:pt x="270" y="472"/>
                  </a:lnTo>
                  <a:lnTo>
                    <a:pt x="270" y="472"/>
                  </a:lnTo>
                  <a:lnTo>
                    <a:pt x="269" y="472"/>
                  </a:lnTo>
                  <a:lnTo>
                    <a:pt x="269" y="472"/>
                  </a:lnTo>
                  <a:lnTo>
                    <a:pt x="269" y="473"/>
                  </a:lnTo>
                  <a:lnTo>
                    <a:pt x="269" y="473"/>
                  </a:lnTo>
                  <a:lnTo>
                    <a:pt x="269" y="473"/>
                  </a:lnTo>
                  <a:lnTo>
                    <a:pt x="269" y="474"/>
                  </a:lnTo>
                  <a:lnTo>
                    <a:pt x="269" y="474"/>
                  </a:lnTo>
                  <a:lnTo>
                    <a:pt x="270" y="474"/>
                  </a:lnTo>
                  <a:lnTo>
                    <a:pt x="269" y="475"/>
                  </a:lnTo>
                  <a:lnTo>
                    <a:pt x="270" y="476"/>
                  </a:lnTo>
                  <a:lnTo>
                    <a:pt x="270" y="476"/>
                  </a:lnTo>
                  <a:lnTo>
                    <a:pt x="270" y="476"/>
                  </a:lnTo>
                  <a:lnTo>
                    <a:pt x="271" y="476"/>
                  </a:lnTo>
                  <a:lnTo>
                    <a:pt x="271" y="476"/>
                  </a:lnTo>
                  <a:lnTo>
                    <a:pt x="272" y="477"/>
                  </a:lnTo>
                  <a:lnTo>
                    <a:pt x="271" y="477"/>
                  </a:lnTo>
                  <a:lnTo>
                    <a:pt x="271" y="478"/>
                  </a:lnTo>
                  <a:lnTo>
                    <a:pt x="271" y="478"/>
                  </a:lnTo>
                  <a:lnTo>
                    <a:pt x="272" y="479"/>
                  </a:lnTo>
                  <a:lnTo>
                    <a:pt x="271" y="479"/>
                  </a:lnTo>
                  <a:lnTo>
                    <a:pt x="271" y="479"/>
                  </a:lnTo>
                  <a:lnTo>
                    <a:pt x="271" y="479"/>
                  </a:lnTo>
                  <a:lnTo>
                    <a:pt x="270" y="479"/>
                  </a:lnTo>
                  <a:lnTo>
                    <a:pt x="270" y="479"/>
                  </a:lnTo>
                  <a:lnTo>
                    <a:pt x="269" y="479"/>
                  </a:lnTo>
                  <a:lnTo>
                    <a:pt x="269" y="479"/>
                  </a:lnTo>
                  <a:lnTo>
                    <a:pt x="269" y="480"/>
                  </a:lnTo>
                  <a:lnTo>
                    <a:pt x="269" y="480"/>
                  </a:lnTo>
                  <a:lnTo>
                    <a:pt x="269" y="480"/>
                  </a:lnTo>
                  <a:lnTo>
                    <a:pt x="268" y="480"/>
                  </a:lnTo>
                  <a:lnTo>
                    <a:pt x="269" y="481"/>
                  </a:lnTo>
                  <a:lnTo>
                    <a:pt x="268" y="481"/>
                  </a:lnTo>
                  <a:lnTo>
                    <a:pt x="267" y="481"/>
                  </a:lnTo>
                  <a:lnTo>
                    <a:pt x="266" y="482"/>
                  </a:lnTo>
                  <a:lnTo>
                    <a:pt x="267" y="483"/>
                  </a:lnTo>
                  <a:lnTo>
                    <a:pt x="266" y="483"/>
                  </a:lnTo>
                  <a:lnTo>
                    <a:pt x="267" y="483"/>
                  </a:lnTo>
                  <a:lnTo>
                    <a:pt x="267" y="484"/>
                  </a:lnTo>
                  <a:lnTo>
                    <a:pt x="268" y="484"/>
                  </a:lnTo>
                  <a:lnTo>
                    <a:pt x="267" y="485"/>
                  </a:lnTo>
                  <a:lnTo>
                    <a:pt x="267" y="485"/>
                  </a:lnTo>
                  <a:lnTo>
                    <a:pt x="267" y="485"/>
                  </a:lnTo>
                  <a:lnTo>
                    <a:pt x="267" y="485"/>
                  </a:lnTo>
                  <a:lnTo>
                    <a:pt x="266" y="485"/>
                  </a:lnTo>
                  <a:lnTo>
                    <a:pt x="266" y="485"/>
                  </a:lnTo>
                  <a:lnTo>
                    <a:pt x="267" y="486"/>
                  </a:lnTo>
                  <a:lnTo>
                    <a:pt x="266" y="486"/>
                  </a:lnTo>
                  <a:lnTo>
                    <a:pt x="267" y="486"/>
                  </a:lnTo>
                  <a:lnTo>
                    <a:pt x="266" y="486"/>
                  </a:lnTo>
                  <a:lnTo>
                    <a:pt x="266" y="487"/>
                  </a:lnTo>
                  <a:lnTo>
                    <a:pt x="267" y="487"/>
                  </a:lnTo>
                  <a:lnTo>
                    <a:pt x="267" y="487"/>
                  </a:lnTo>
                  <a:lnTo>
                    <a:pt x="267" y="487"/>
                  </a:lnTo>
                  <a:lnTo>
                    <a:pt x="267" y="488"/>
                  </a:lnTo>
                  <a:lnTo>
                    <a:pt x="267" y="489"/>
                  </a:lnTo>
                  <a:lnTo>
                    <a:pt x="266" y="489"/>
                  </a:lnTo>
                  <a:lnTo>
                    <a:pt x="267" y="489"/>
                  </a:lnTo>
                  <a:lnTo>
                    <a:pt x="267" y="489"/>
                  </a:lnTo>
                  <a:lnTo>
                    <a:pt x="269" y="489"/>
                  </a:lnTo>
                  <a:lnTo>
                    <a:pt x="269" y="489"/>
                  </a:lnTo>
                  <a:lnTo>
                    <a:pt x="269" y="489"/>
                  </a:lnTo>
                  <a:lnTo>
                    <a:pt x="269" y="489"/>
                  </a:lnTo>
                  <a:lnTo>
                    <a:pt x="269" y="490"/>
                  </a:lnTo>
                  <a:lnTo>
                    <a:pt x="269" y="490"/>
                  </a:lnTo>
                  <a:lnTo>
                    <a:pt x="269" y="491"/>
                  </a:lnTo>
                  <a:lnTo>
                    <a:pt x="269" y="491"/>
                  </a:lnTo>
                  <a:lnTo>
                    <a:pt x="268" y="491"/>
                  </a:lnTo>
                  <a:lnTo>
                    <a:pt x="266" y="493"/>
                  </a:lnTo>
                  <a:lnTo>
                    <a:pt x="266" y="493"/>
                  </a:lnTo>
                  <a:lnTo>
                    <a:pt x="266" y="494"/>
                  </a:lnTo>
                  <a:lnTo>
                    <a:pt x="266" y="494"/>
                  </a:lnTo>
                  <a:lnTo>
                    <a:pt x="266" y="494"/>
                  </a:lnTo>
                  <a:lnTo>
                    <a:pt x="266" y="494"/>
                  </a:lnTo>
                  <a:lnTo>
                    <a:pt x="267" y="494"/>
                  </a:lnTo>
                  <a:lnTo>
                    <a:pt x="267" y="495"/>
                  </a:lnTo>
                  <a:lnTo>
                    <a:pt x="267" y="495"/>
                  </a:lnTo>
                  <a:lnTo>
                    <a:pt x="267" y="495"/>
                  </a:lnTo>
                  <a:lnTo>
                    <a:pt x="266" y="495"/>
                  </a:lnTo>
                  <a:lnTo>
                    <a:pt x="266" y="495"/>
                  </a:lnTo>
                  <a:lnTo>
                    <a:pt x="265" y="496"/>
                  </a:lnTo>
                  <a:lnTo>
                    <a:pt x="265" y="497"/>
                  </a:lnTo>
                  <a:lnTo>
                    <a:pt x="264" y="498"/>
                  </a:lnTo>
                  <a:lnTo>
                    <a:pt x="265" y="498"/>
                  </a:lnTo>
                  <a:lnTo>
                    <a:pt x="265" y="498"/>
                  </a:lnTo>
                  <a:lnTo>
                    <a:pt x="265" y="499"/>
                  </a:lnTo>
                  <a:lnTo>
                    <a:pt x="263" y="500"/>
                  </a:lnTo>
                  <a:lnTo>
                    <a:pt x="263" y="499"/>
                  </a:lnTo>
                  <a:lnTo>
                    <a:pt x="263" y="499"/>
                  </a:lnTo>
                  <a:lnTo>
                    <a:pt x="263" y="499"/>
                  </a:lnTo>
                  <a:lnTo>
                    <a:pt x="262" y="498"/>
                  </a:lnTo>
                  <a:lnTo>
                    <a:pt x="262" y="498"/>
                  </a:lnTo>
                  <a:lnTo>
                    <a:pt x="262" y="498"/>
                  </a:lnTo>
                  <a:lnTo>
                    <a:pt x="262" y="498"/>
                  </a:lnTo>
                  <a:lnTo>
                    <a:pt x="261" y="497"/>
                  </a:lnTo>
                  <a:lnTo>
                    <a:pt x="261" y="497"/>
                  </a:lnTo>
                  <a:lnTo>
                    <a:pt x="261" y="496"/>
                  </a:lnTo>
                  <a:lnTo>
                    <a:pt x="259" y="497"/>
                  </a:lnTo>
                  <a:lnTo>
                    <a:pt x="259" y="497"/>
                  </a:lnTo>
                  <a:lnTo>
                    <a:pt x="259" y="496"/>
                  </a:lnTo>
                  <a:lnTo>
                    <a:pt x="257" y="496"/>
                  </a:lnTo>
                  <a:lnTo>
                    <a:pt x="257" y="496"/>
                  </a:lnTo>
                  <a:lnTo>
                    <a:pt x="257" y="495"/>
                  </a:lnTo>
                  <a:lnTo>
                    <a:pt x="257" y="495"/>
                  </a:lnTo>
                  <a:lnTo>
                    <a:pt x="256" y="495"/>
                  </a:lnTo>
                  <a:lnTo>
                    <a:pt x="256" y="495"/>
                  </a:lnTo>
                  <a:lnTo>
                    <a:pt x="256" y="495"/>
                  </a:lnTo>
                  <a:lnTo>
                    <a:pt x="255" y="495"/>
                  </a:lnTo>
                  <a:lnTo>
                    <a:pt x="255" y="495"/>
                  </a:lnTo>
                  <a:lnTo>
                    <a:pt x="255" y="496"/>
                  </a:lnTo>
                  <a:lnTo>
                    <a:pt x="253" y="495"/>
                  </a:lnTo>
                  <a:lnTo>
                    <a:pt x="253" y="496"/>
                  </a:lnTo>
                  <a:lnTo>
                    <a:pt x="252" y="496"/>
                  </a:lnTo>
                  <a:lnTo>
                    <a:pt x="252" y="497"/>
                  </a:lnTo>
                  <a:lnTo>
                    <a:pt x="252" y="497"/>
                  </a:lnTo>
                  <a:lnTo>
                    <a:pt x="252" y="497"/>
                  </a:lnTo>
                  <a:lnTo>
                    <a:pt x="252" y="498"/>
                  </a:lnTo>
                  <a:lnTo>
                    <a:pt x="252" y="498"/>
                  </a:lnTo>
                  <a:lnTo>
                    <a:pt x="251" y="498"/>
                  </a:lnTo>
                  <a:lnTo>
                    <a:pt x="251" y="498"/>
                  </a:lnTo>
                  <a:lnTo>
                    <a:pt x="250" y="498"/>
                  </a:lnTo>
                  <a:lnTo>
                    <a:pt x="250" y="498"/>
                  </a:lnTo>
                  <a:lnTo>
                    <a:pt x="250" y="499"/>
                  </a:lnTo>
                  <a:lnTo>
                    <a:pt x="249" y="499"/>
                  </a:lnTo>
                  <a:lnTo>
                    <a:pt x="249" y="500"/>
                  </a:lnTo>
                  <a:lnTo>
                    <a:pt x="249" y="500"/>
                  </a:lnTo>
                  <a:lnTo>
                    <a:pt x="248" y="500"/>
                  </a:lnTo>
                  <a:lnTo>
                    <a:pt x="248" y="501"/>
                  </a:lnTo>
                  <a:lnTo>
                    <a:pt x="248" y="501"/>
                  </a:lnTo>
                  <a:lnTo>
                    <a:pt x="248" y="501"/>
                  </a:lnTo>
                  <a:lnTo>
                    <a:pt x="248" y="501"/>
                  </a:lnTo>
                  <a:lnTo>
                    <a:pt x="248" y="501"/>
                  </a:lnTo>
                  <a:lnTo>
                    <a:pt x="247" y="502"/>
                  </a:lnTo>
                  <a:lnTo>
                    <a:pt x="248" y="502"/>
                  </a:lnTo>
                  <a:lnTo>
                    <a:pt x="247" y="503"/>
                  </a:lnTo>
                  <a:lnTo>
                    <a:pt x="246" y="503"/>
                  </a:lnTo>
                  <a:lnTo>
                    <a:pt x="246" y="503"/>
                  </a:lnTo>
                  <a:lnTo>
                    <a:pt x="246" y="505"/>
                  </a:lnTo>
                  <a:lnTo>
                    <a:pt x="245" y="505"/>
                  </a:lnTo>
                  <a:lnTo>
                    <a:pt x="245" y="505"/>
                  </a:lnTo>
                  <a:lnTo>
                    <a:pt x="244" y="506"/>
                  </a:lnTo>
                  <a:lnTo>
                    <a:pt x="244" y="506"/>
                  </a:lnTo>
                  <a:lnTo>
                    <a:pt x="243" y="506"/>
                  </a:lnTo>
                  <a:lnTo>
                    <a:pt x="243" y="505"/>
                  </a:lnTo>
                  <a:lnTo>
                    <a:pt x="243" y="505"/>
                  </a:lnTo>
                  <a:lnTo>
                    <a:pt x="243" y="504"/>
                  </a:lnTo>
                  <a:lnTo>
                    <a:pt x="243" y="504"/>
                  </a:lnTo>
                  <a:lnTo>
                    <a:pt x="243" y="504"/>
                  </a:lnTo>
                  <a:lnTo>
                    <a:pt x="243" y="503"/>
                  </a:lnTo>
                  <a:lnTo>
                    <a:pt x="242" y="502"/>
                  </a:lnTo>
                  <a:lnTo>
                    <a:pt x="239" y="503"/>
                  </a:lnTo>
                  <a:lnTo>
                    <a:pt x="239" y="503"/>
                  </a:lnTo>
                  <a:lnTo>
                    <a:pt x="238" y="504"/>
                  </a:lnTo>
                  <a:lnTo>
                    <a:pt x="238" y="505"/>
                  </a:lnTo>
                  <a:lnTo>
                    <a:pt x="237" y="505"/>
                  </a:lnTo>
                  <a:lnTo>
                    <a:pt x="237" y="506"/>
                  </a:lnTo>
                  <a:lnTo>
                    <a:pt x="236" y="506"/>
                  </a:lnTo>
                  <a:lnTo>
                    <a:pt x="236" y="507"/>
                  </a:lnTo>
                  <a:lnTo>
                    <a:pt x="236" y="507"/>
                  </a:lnTo>
                  <a:lnTo>
                    <a:pt x="236" y="507"/>
                  </a:lnTo>
                  <a:lnTo>
                    <a:pt x="236" y="508"/>
                  </a:lnTo>
                  <a:lnTo>
                    <a:pt x="236" y="508"/>
                  </a:lnTo>
                  <a:lnTo>
                    <a:pt x="235" y="508"/>
                  </a:lnTo>
                  <a:lnTo>
                    <a:pt x="235" y="508"/>
                  </a:lnTo>
                  <a:lnTo>
                    <a:pt x="235" y="509"/>
                  </a:lnTo>
                  <a:lnTo>
                    <a:pt x="235" y="510"/>
                  </a:lnTo>
                  <a:lnTo>
                    <a:pt x="235" y="510"/>
                  </a:lnTo>
                  <a:lnTo>
                    <a:pt x="235" y="511"/>
                  </a:lnTo>
                  <a:lnTo>
                    <a:pt x="235" y="514"/>
                  </a:lnTo>
                  <a:lnTo>
                    <a:pt x="234" y="514"/>
                  </a:lnTo>
                  <a:lnTo>
                    <a:pt x="234" y="515"/>
                  </a:lnTo>
                  <a:lnTo>
                    <a:pt x="234" y="515"/>
                  </a:lnTo>
                  <a:lnTo>
                    <a:pt x="234" y="515"/>
                  </a:lnTo>
                  <a:lnTo>
                    <a:pt x="234" y="515"/>
                  </a:lnTo>
                  <a:lnTo>
                    <a:pt x="234" y="515"/>
                  </a:lnTo>
                  <a:lnTo>
                    <a:pt x="234" y="516"/>
                  </a:lnTo>
                  <a:lnTo>
                    <a:pt x="234" y="516"/>
                  </a:lnTo>
                  <a:lnTo>
                    <a:pt x="234" y="517"/>
                  </a:lnTo>
                  <a:lnTo>
                    <a:pt x="234" y="517"/>
                  </a:lnTo>
                  <a:lnTo>
                    <a:pt x="234" y="518"/>
                  </a:lnTo>
                  <a:lnTo>
                    <a:pt x="232" y="518"/>
                  </a:lnTo>
                  <a:lnTo>
                    <a:pt x="231" y="518"/>
                  </a:lnTo>
                  <a:lnTo>
                    <a:pt x="231" y="519"/>
                  </a:lnTo>
                  <a:lnTo>
                    <a:pt x="230" y="520"/>
                  </a:lnTo>
                  <a:lnTo>
                    <a:pt x="230" y="520"/>
                  </a:lnTo>
                  <a:lnTo>
                    <a:pt x="230" y="520"/>
                  </a:lnTo>
                  <a:lnTo>
                    <a:pt x="230" y="520"/>
                  </a:lnTo>
                  <a:lnTo>
                    <a:pt x="230" y="520"/>
                  </a:lnTo>
                  <a:lnTo>
                    <a:pt x="230" y="520"/>
                  </a:lnTo>
                  <a:lnTo>
                    <a:pt x="229" y="520"/>
                  </a:lnTo>
                  <a:lnTo>
                    <a:pt x="229" y="520"/>
                  </a:lnTo>
                  <a:lnTo>
                    <a:pt x="228" y="520"/>
                  </a:lnTo>
                  <a:lnTo>
                    <a:pt x="228" y="519"/>
                  </a:lnTo>
                  <a:lnTo>
                    <a:pt x="228" y="519"/>
                  </a:lnTo>
                  <a:lnTo>
                    <a:pt x="228" y="518"/>
                  </a:lnTo>
                  <a:lnTo>
                    <a:pt x="229" y="516"/>
                  </a:lnTo>
                  <a:lnTo>
                    <a:pt x="229" y="516"/>
                  </a:lnTo>
                  <a:lnTo>
                    <a:pt x="230" y="516"/>
                  </a:lnTo>
                  <a:lnTo>
                    <a:pt x="230" y="517"/>
                  </a:lnTo>
                  <a:lnTo>
                    <a:pt x="230" y="517"/>
                  </a:lnTo>
                  <a:lnTo>
                    <a:pt x="230" y="517"/>
                  </a:lnTo>
                  <a:lnTo>
                    <a:pt x="231" y="515"/>
                  </a:lnTo>
                  <a:lnTo>
                    <a:pt x="231" y="515"/>
                  </a:lnTo>
                  <a:lnTo>
                    <a:pt x="231" y="515"/>
                  </a:lnTo>
                  <a:lnTo>
                    <a:pt x="231" y="515"/>
                  </a:lnTo>
                  <a:lnTo>
                    <a:pt x="232" y="515"/>
                  </a:lnTo>
                  <a:lnTo>
                    <a:pt x="231" y="514"/>
                  </a:lnTo>
                  <a:lnTo>
                    <a:pt x="231" y="513"/>
                  </a:lnTo>
                  <a:lnTo>
                    <a:pt x="230" y="513"/>
                  </a:lnTo>
                  <a:lnTo>
                    <a:pt x="230" y="513"/>
                  </a:lnTo>
                  <a:lnTo>
                    <a:pt x="230" y="512"/>
                  </a:lnTo>
                  <a:lnTo>
                    <a:pt x="231" y="512"/>
                  </a:lnTo>
                  <a:lnTo>
                    <a:pt x="231" y="512"/>
                  </a:lnTo>
                  <a:lnTo>
                    <a:pt x="231" y="512"/>
                  </a:lnTo>
                  <a:lnTo>
                    <a:pt x="232" y="511"/>
                  </a:lnTo>
                  <a:lnTo>
                    <a:pt x="232" y="511"/>
                  </a:lnTo>
                  <a:lnTo>
                    <a:pt x="232" y="511"/>
                  </a:lnTo>
                  <a:lnTo>
                    <a:pt x="231" y="511"/>
                  </a:lnTo>
                  <a:lnTo>
                    <a:pt x="231" y="511"/>
                  </a:lnTo>
                  <a:lnTo>
                    <a:pt x="231" y="511"/>
                  </a:lnTo>
                  <a:lnTo>
                    <a:pt x="231" y="511"/>
                  </a:lnTo>
                  <a:lnTo>
                    <a:pt x="231" y="511"/>
                  </a:lnTo>
                  <a:lnTo>
                    <a:pt x="231" y="512"/>
                  </a:lnTo>
                  <a:lnTo>
                    <a:pt x="231" y="512"/>
                  </a:lnTo>
                  <a:lnTo>
                    <a:pt x="230" y="512"/>
                  </a:lnTo>
                  <a:lnTo>
                    <a:pt x="230" y="512"/>
                  </a:lnTo>
                  <a:lnTo>
                    <a:pt x="230" y="512"/>
                  </a:lnTo>
                  <a:lnTo>
                    <a:pt x="230" y="513"/>
                  </a:lnTo>
                  <a:lnTo>
                    <a:pt x="230" y="513"/>
                  </a:lnTo>
                  <a:lnTo>
                    <a:pt x="230" y="514"/>
                  </a:lnTo>
                  <a:lnTo>
                    <a:pt x="230" y="515"/>
                  </a:lnTo>
                  <a:lnTo>
                    <a:pt x="230" y="515"/>
                  </a:lnTo>
                  <a:lnTo>
                    <a:pt x="230" y="516"/>
                  </a:lnTo>
                  <a:lnTo>
                    <a:pt x="230" y="516"/>
                  </a:lnTo>
                  <a:lnTo>
                    <a:pt x="229" y="515"/>
                  </a:lnTo>
                  <a:lnTo>
                    <a:pt x="229" y="515"/>
                  </a:lnTo>
                  <a:lnTo>
                    <a:pt x="229" y="515"/>
                  </a:lnTo>
                  <a:lnTo>
                    <a:pt x="228" y="515"/>
                  </a:lnTo>
                  <a:lnTo>
                    <a:pt x="227" y="515"/>
                  </a:lnTo>
                  <a:lnTo>
                    <a:pt x="227" y="516"/>
                  </a:lnTo>
                  <a:lnTo>
                    <a:pt x="226" y="516"/>
                  </a:lnTo>
                  <a:lnTo>
                    <a:pt x="226" y="515"/>
                  </a:lnTo>
                  <a:lnTo>
                    <a:pt x="226" y="515"/>
                  </a:lnTo>
                  <a:lnTo>
                    <a:pt x="226" y="515"/>
                  </a:lnTo>
                  <a:lnTo>
                    <a:pt x="227" y="514"/>
                  </a:lnTo>
                  <a:lnTo>
                    <a:pt x="227" y="513"/>
                  </a:lnTo>
                  <a:lnTo>
                    <a:pt x="227" y="512"/>
                  </a:lnTo>
                  <a:lnTo>
                    <a:pt x="227" y="512"/>
                  </a:lnTo>
                  <a:lnTo>
                    <a:pt x="227" y="511"/>
                  </a:lnTo>
                  <a:lnTo>
                    <a:pt x="227" y="511"/>
                  </a:lnTo>
                  <a:lnTo>
                    <a:pt x="227" y="509"/>
                  </a:lnTo>
                  <a:lnTo>
                    <a:pt x="228" y="509"/>
                  </a:lnTo>
                  <a:lnTo>
                    <a:pt x="228" y="509"/>
                  </a:lnTo>
                  <a:lnTo>
                    <a:pt x="227" y="509"/>
                  </a:lnTo>
                  <a:lnTo>
                    <a:pt x="227" y="509"/>
                  </a:lnTo>
                  <a:lnTo>
                    <a:pt x="226" y="509"/>
                  </a:lnTo>
                  <a:lnTo>
                    <a:pt x="226" y="508"/>
                  </a:lnTo>
                  <a:lnTo>
                    <a:pt x="226" y="506"/>
                  </a:lnTo>
                  <a:lnTo>
                    <a:pt x="226" y="504"/>
                  </a:lnTo>
                  <a:lnTo>
                    <a:pt x="225" y="504"/>
                  </a:lnTo>
                  <a:lnTo>
                    <a:pt x="224" y="504"/>
                  </a:lnTo>
                  <a:lnTo>
                    <a:pt x="224" y="503"/>
                  </a:lnTo>
                  <a:lnTo>
                    <a:pt x="224" y="504"/>
                  </a:lnTo>
                  <a:lnTo>
                    <a:pt x="223" y="504"/>
                  </a:lnTo>
                  <a:lnTo>
                    <a:pt x="222" y="505"/>
                  </a:lnTo>
                  <a:lnTo>
                    <a:pt x="222" y="505"/>
                  </a:lnTo>
                  <a:lnTo>
                    <a:pt x="221" y="505"/>
                  </a:lnTo>
                  <a:lnTo>
                    <a:pt x="221" y="506"/>
                  </a:lnTo>
                  <a:lnTo>
                    <a:pt x="221" y="507"/>
                  </a:lnTo>
                  <a:lnTo>
                    <a:pt x="221" y="507"/>
                  </a:lnTo>
                  <a:lnTo>
                    <a:pt x="221" y="506"/>
                  </a:lnTo>
                  <a:lnTo>
                    <a:pt x="221" y="506"/>
                  </a:lnTo>
                  <a:lnTo>
                    <a:pt x="221" y="505"/>
                  </a:lnTo>
                  <a:lnTo>
                    <a:pt x="221" y="504"/>
                  </a:lnTo>
                  <a:lnTo>
                    <a:pt x="221" y="504"/>
                  </a:lnTo>
                  <a:lnTo>
                    <a:pt x="220" y="504"/>
                  </a:lnTo>
                  <a:lnTo>
                    <a:pt x="220" y="503"/>
                  </a:lnTo>
                  <a:lnTo>
                    <a:pt x="220" y="502"/>
                  </a:lnTo>
                  <a:lnTo>
                    <a:pt x="220" y="502"/>
                  </a:lnTo>
                  <a:lnTo>
                    <a:pt x="220" y="502"/>
                  </a:lnTo>
                  <a:lnTo>
                    <a:pt x="220" y="503"/>
                  </a:lnTo>
                  <a:lnTo>
                    <a:pt x="219" y="503"/>
                  </a:lnTo>
                  <a:lnTo>
                    <a:pt x="218" y="502"/>
                  </a:lnTo>
                  <a:lnTo>
                    <a:pt x="217" y="502"/>
                  </a:lnTo>
                  <a:lnTo>
                    <a:pt x="217" y="502"/>
                  </a:lnTo>
                  <a:lnTo>
                    <a:pt x="217" y="502"/>
                  </a:lnTo>
                  <a:lnTo>
                    <a:pt x="217" y="502"/>
                  </a:lnTo>
                  <a:lnTo>
                    <a:pt x="217" y="502"/>
                  </a:lnTo>
                  <a:lnTo>
                    <a:pt x="216" y="502"/>
                  </a:lnTo>
                  <a:lnTo>
                    <a:pt x="216" y="502"/>
                  </a:lnTo>
                  <a:lnTo>
                    <a:pt x="217" y="502"/>
                  </a:lnTo>
                  <a:lnTo>
                    <a:pt x="217" y="502"/>
                  </a:lnTo>
                  <a:lnTo>
                    <a:pt x="217" y="502"/>
                  </a:lnTo>
                  <a:lnTo>
                    <a:pt x="217" y="502"/>
                  </a:lnTo>
                  <a:lnTo>
                    <a:pt x="218" y="502"/>
                  </a:lnTo>
                  <a:lnTo>
                    <a:pt x="218" y="503"/>
                  </a:lnTo>
                  <a:lnTo>
                    <a:pt x="218" y="504"/>
                  </a:lnTo>
                  <a:lnTo>
                    <a:pt x="219" y="505"/>
                  </a:lnTo>
                  <a:lnTo>
                    <a:pt x="220" y="505"/>
                  </a:lnTo>
                  <a:lnTo>
                    <a:pt x="220" y="505"/>
                  </a:lnTo>
                  <a:lnTo>
                    <a:pt x="221" y="506"/>
                  </a:lnTo>
                  <a:lnTo>
                    <a:pt x="221" y="507"/>
                  </a:lnTo>
                  <a:lnTo>
                    <a:pt x="221" y="507"/>
                  </a:lnTo>
                  <a:lnTo>
                    <a:pt x="222" y="509"/>
                  </a:lnTo>
                  <a:lnTo>
                    <a:pt x="221" y="510"/>
                  </a:lnTo>
                  <a:lnTo>
                    <a:pt x="221" y="510"/>
                  </a:lnTo>
                  <a:lnTo>
                    <a:pt x="220" y="510"/>
                  </a:lnTo>
                  <a:lnTo>
                    <a:pt x="219" y="509"/>
                  </a:lnTo>
                  <a:lnTo>
                    <a:pt x="219" y="509"/>
                  </a:lnTo>
                  <a:lnTo>
                    <a:pt x="219" y="510"/>
                  </a:lnTo>
                  <a:lnTo>
                    <a:pt x="219" y="510"/>
                  </a:lnTo>
                  <a:lnTo>
                    <a:pt x="219" y="510"/>
                  </a:lnTo>
                  <a:lnTo>
                    <a:pt x="220" y="511"/>
                  </a:lnTo>
                  <a:lnTo>
                    <a:pt x="221" y="511"/>
                  </a:lnTo>
                  <a:lnTo>
                    <a:pt x="221" y="511"/>
                  </a:lnTo>
                  <a:lnTo>
                    <a:pt x="222" y="511"/>
                  </a:lnTo>
                  <a:lnTo>
                    <a:pt x="222" y="511"/>
                  </a:lnTo>
                  <a:lnTo>
                    <a:pt x="223" y="511"/>
                  </a:lnTo>
                  <a:lnTo>
                    <a:pt x="223" y="511"/>
                  </a:lnTo>
                  <a:lnTo>
                    <a:pt x="223" y="512"/>
                  </a:lnTo>
                  <a:lnTo>
                    <a:pt x="223" y="512"/>
                  </a:lnTo>
                  <a:lnTo>
                    <a:pt x="222" y="514"/>
                  </a:lnTo>
                  <a:lnTo>
                    <a:pt x="222" y="515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19" y="515"/>
                  </a:lnTo>
                  <a:lnTo>
                    <a:pt x="219" y="514"/>
                  </a:lnTo>
                  <a:lnTo>
                    <a:pt x="218" y="513"/>
                  </a:lnTo>
                  <a:lnTo>
                    <a:pt x="218" y="513"/>
                  </a:lnTo>
                  <a:lnTo>
                    <a:pt x="218" y="514"/>
                  </a:lnTo>
                  <a:lnTo>
                    <a:pt x="217" y="514"/>
                  </a:lnTo>
                  <a:lnTo>
                    <a:pt x="217" y="513"/>
                  </a:lnTo>
                  <a:lnTo>
                    <a:pt x="217" y="513"/>
                  </a:lnTo>
                  <a:lnTo>
                    <a:pt x="217" y="513"/>
                  </a:lnTo>
                  <a:lnTo>
                    <a:pt x="216" y="513"/>
                  </a:lnTo>
                  <a:lnTo>
                    <a:pt x="216" y="513"/>
                  </a:lnTo>
                  <a:lnTo>
                    <a:pt x="215" y="513"/>
                  </a:lnTo>
                  <a:lnTo>
                    <a:pt x="216" y="513"/>
                  </a:lnTo>
                  <a:lnTo>
                    <a:pt x="217" y="514"/>
                  </a:lnTo>
                  <a:lnTo>
                    <a:pt x="217" y="514"/>
                  </a:lnTo>
                  <a:lnTo>
                    <a:pt x="217" y="514"/>
                  </a:lnTo>
                  <a:lnTo>
                    <a:pt x="217" y="514"/>
                  </a:lnTo>
                  <a:lnTo>
                    <a:pt x="217" y="514"/>
                  </a:lnTo>
                  <a:lnTo>
                    <a:pt x="218" y="514"/>
                  </a:lnTo>
                  <a:lnTo>
                    <a:pt x="218" y="515"/>
                  </a:lnTo>
                  <a:lnTo>
                    <a:pt x="219" y="515"/>
                  </a:lnTo>
                  <a:lnTo>
                    <a:pt x="220" y="516"/>
                  </a:lnTo>
                  <a:lnTo>
                    <a:pt x="220" y="517"/>
                  </a:lnTo>
                  <a:lnTo>
                    <a:pt x="221" y="517"/>
                  </a:lnTo>
                  <a:lnTo>
                    <a:pt x="221" y="516"/>
                  </a:lnTo>
                  <a:lnTo>
                    <a:pt x="221" y="516"/>
                  </a:lnTo>
                  <a:lnTo>
                    <a:pt x="221" y="516"/>
                  </a:lnTo>
                  <a:lnTo>
                    <a:pt x="221" y="516"/>
                  </a:lnTo>
                  <a:lnTo>
                    <a:pt x="222" y="517"/>
                  </a:lnTo>
                  <a:lnTo>
                    <a:pt x="222" y="516"/>
                  </a:lnTo>
                  <a:lnTo>
                    <a:pt x="222" y="516"/>
                  </a:lnTo>
                  <a:lnTo>
                    <a:pt x="222" y="517"/>
                  </a:lnTo>
                  <a:lnTo>
                    <a:pt x="223" y="517"/>
                  </a:lnTo>
                  <a:lnTo>
                    <a:pt x="224" y="519"/>
                  </a:lnTo>
                  <a:lnTo>
                    <a:pt x="224" y="519"/>
                  </a:lnTo>
                  <a:lnTo>
                    <a:pt x="224" y="520"/>
                  </a:lnTo>
                  <a:lnTo>
                    <a:pt x="223" y="520"/>
                  </a:lnTo>
                  <a:lnTo>
                    <a:pt x="222" y="519"/>
                  </a:lnTo>
                  <a:lnTo>
                    <a:pt x="222" y="519"/>
                  </a:lnTo>
                  <a:lnTo>
                    <a:pt x="221" y="518"/>
                  </a:lnTo>
                  <a:lnTo>
                    <a:pt x="221" y="519"/>
                  </a:lnTo>
                  <a:lnTo>
                    <a:pt x="221" y="519"/>
                  </a:lnTo>
                  <a:lnTo>
                    <a:pt x="220" y="519"/>
                  </a:lnTo>
                  <a:lnTo>
                    <a:pt x="219" y="520"/>
                  </a:lnTo>
                  <a:lnTo>
                    <a:pt x="220" y="520"/>
                  </a:lnTo>
                  <a:lnTo>
                    <a:pt x="219" y="520"/>
                  </a:lnTo>
                  <a:lnTo>
                    <a:pt x="219" y="520"/>
                  </a:lnTo>
                  <a:lnTo>
                    <a:pt x="218" y="520"/>
                  </a:lnTo>
                  <a:lnTo>
                    <a:pt x="218" y="520"/>
                  </a:lnTo>
                  <a:lnTo>
                    <a:pt x="218" y="520"/>
                  </a:lnTo>
                  <a:lnTo>
                    <a:pt x="217" y="520"/>
                  </a:lnTo>
                  <a:lnTo>
                    <a:pt x="217" y="520"/>
                  </a:lnTo>
                  <a:lnTo>
                    <a:pt x="218" y="520"/>
                  </a:lnTo>
                  <a:lnTo>
                    <a:pt x="218" y="521"/>
                  </a:lnTo>
                  <a:lnTo>
                    <a:pt x="218" y="521"/>
                  </a:lnTo>
                  <a:lnTo>
                    <a:pt x="219" y="521"/>
                  </a:lnTo>
                  <a:lnTo>
                    <a:pt x="219" y="522"/>
                  </a:lnTo>
                  <a:lnTo>
                    <a:pt x="217" y="523"/>
                  </a:lnTo>
                  <a:lnTo>
                    <a:pt x="217" y="524"/>
                  </a:lnTo>
                  <a:lnTo>
                    <a:pt x="217" y="524"/>
                  </a:lnTo>
                  <a:lnTo>
                    <a:pt x="216" y="524"/>
                  </a:lnTo>
                  <a:lnTo>
                    <a:pt x="215" y="524"/>
                  </a:lnTo>
                  <a:lnTo>
                    <a:pt x="215" y="524"/>
                  </a:lnTo>
                  <a:lnTo>
                    <a:pt x="216" y="524"/>
                  </a:lnTo>
                  <a:lnTo>
                    <a:pt x="216" y="525"/>
                  </a:lnTo>
                  <a:lnTo>
                    <a:pt x="216" y="526"/>
                  </a:lnTo>
                  <a:lnTo>
                    <a:pt x="216" y="527"/>
                  </a:lnTo>
                  <a:lnTo>
                    <a:pt x="216" y="528"/>
                  </a:lnTo>
                  <a:lnTo>
                    <a:pt x="217" y="528"/>
                  </a:lnTo>
                  <a:lnTo>
                    <a:pt x="217" y="528"/>
                  </a:lnTo>
                  <a:lnTo>
                    <a:pt x="217" y="528"/>
                  </a:lnTo>
                  <a:lnTo>
                    <a:pt x="217" y="528"/>
                  </a:lnTo>
                  <a:lnTo>
                    <a:pt x="217" y="529"/>
                  </a:lnTo>
                  <a:lnTo>
                    <a:pt x="217" y="529"/>
                  </a:lnTo>
                  <a:lnTo>
                    <a:pt x="217" y="529"/>
                  </a:lnTo>
                  <a:lnTo>
                    <a:pt x="216" y="530"/>
                  </a:lnTo>
                  <a:lnTo>
                    <a:pt x="215" y="530"/>
                  </a:lnTo>
                  <a:lnTo>
                    <a:pt x="215" y="530"/>
                  </a:lnTo>
                  <a:lnTo>
                    <a:pt x="214" y="531"/>
                  </a:lnTo>
                  <a:lnTo>
                    <a:pt x="213" y="531"/>
                  </a:lnTo>
                  <a:lnTo>
                    <a:pt x="213" y="530"/>
                  </a:lnTo>
                  <a:lnTo>
                    <a:pt x="213" y="530"/>
                  </a:lnTo>
                  <a:lnTo>
                    <a:pt x="213" y="530"/>
                  </a:lnTo>
                  <a:lnTo>
                    <a:pt x="213" y="530"/>
                  </a:lnTo>
                  <a:lnTo>
                    <a:pt x="213" y="530"/>
                  </a:lnTo>
                  <a:lnTo>
                    <a:pt x="213" y="530"/>
                  </a:lnTo>
                  <a:lnTo>
                    <a:pt x="212" y="530"/>
                  </a:lnTo>
                  <a:lnTo>
                    <a:pt x="212" y="530"/>
                  </a:lnTo>
                  <a:lnTo>
                    <a:pt x="212" y="530"/>
                  </a:lnTo>
                  <a:lnTo>
                    <a:pt x="211" y="530"/>
                  </a:lnTo>
                  <a:lnTo>
                    <a:pt x="211" y="531"/>
                  </a:lnTo>
                  <a:lnTo>
                    <a:pt x="210" y="531"/>
                  </a:lnTo>
                  <a:lnTo>
                    <a:pt x="210" y="531"/>
                  </a:lnTo>
                  <a:lnTo>
                    <a:pt x="209" y="531"/>
                  </a:lnTo>
                  <a:lnTo>
                    <a:pt x="208" y="531"/>
                  </a:lnTo>
                  <a:lnTo>
                    <a:pt x="208" y="531"/>
                  </a:lnTo>
                  <a:lnTo>
                    <a:pt x="208" y="531"/>
                  </a:lnTo>
                  <a:lnTo>
                    <a:pt x="208" y="530"/>
                  </a:lnTo>
                  <a:lnTo>
                    <a:pt x="208" y="530"/>
                  </a:lnTo>
                  <a:lnTo>
                    <a:pt x="208" y="530"/>
                  </a:lnTo>
                  <a:lnTo>
                    <a:pt x="208" y="529"/>
                  </a:lnTo>
                  <a:lnTo>
                    <a:pt x="208" y="528"/>
                  </a:lnTo>
                  <a:lnTo>
                    <a:pt x="208" y="528"/>
                  </a:lnTo>
                  <a:lnTo>
                    <a:pt x="208" y="528"/>
                  </a:lnTo>
                  <a:lnTo>
                    <a:pt x="208" y="528"/>
                  </a:lnTo>
                  <a:lnTo>
                    <a:pt x="208" y="529"/>
                  </a:lnTo>
                  <a:lnTo>
                    <a:pt x="208" y="530"/>
                  </a:lnTo>
                  <a:lnTo>
                    <a:pt x="208" y="530"/>
                  </a:lnTo>
                  <a:lnTo>
                    <a:pt x="207" y="532"/>
                  </a:lnTo>
                  <a:lnTo>
                    <a:pt x="206" y="532"/>
                  </a:lnTo>
                  <a:lnTo>
                    <a:pt x="206" y="531"/>
                  </a:lnTo>
                  <a:lnTo>
                    <a:pt x="205" y="531"/>
                  </a:lnTo>
                  <a:lnTo>
                    <a:pt x="205" y="532"/>
                  </a:lnTo>
                  <a:lnTo>
                    <a:pt x="205" y="532"/>
                  </a:lnTo>
                  <a:lnTo>
                    <a:pt x="204" y="532"/>
                  </a:lnTo>
                  <a:lnTo>
                    <a:pt x="204" y="531"/>
                  </a:lnTo>
                  <a:lnTo>
                    <a:pt x="204" y="531"/>
                  </a:lnTo>
                  <a:lnTo>
                    <a:pt x="204" y="531"/>
                  </a:lnTo>
                  <a:lnTo>
                    <a:pt x="204" y="530"/>
                  </a:lnTo>
                  <a:lnTo>
                    <a:pt x="204" y="530"/>
                  </a:lnTo>
                  <a:lnTo>
                    <a:pt x="204" y="530"/>
                  </a:lnTo>
                  <a:lnTo>
                    <a:pt x="204" y="531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3"/>
                  </a:lnTo>
                  <a:lnTo>
                    <a:pt x="204" y="533"/>
                  </a:lnTo>
                  <a:lnTo>
                    <a:pt x="204" y="533"/>
                  </a:lnTo>
                  <a:lnTo>
                    <a:pt x="204" y="533"/>
                  </a:lnTo>
                  <a:lnTo>
                    <a:pt x="202" y="533"/>
                  </a:lnTo>
                  <a:lnTo>
                    <a:pt x="201" y="533"/>
                  </a:lnTo>
                  <a:lnTo>
                    <a:pt x="200" y="533"/>
                  </a:lnTo>
                  <a:lnTo>
                    <a:pt x="200" y="533"/>
                  </a:lnTo>
                  <a:lnTo>
                    <a:pt x="199" y="533"/>
                  </a:lnTo>
                  <a:lnTo>
                    <a:pt x="199" y="533"/>
                  </a:lnTo>
                  <a:lnTo>
                    <a:pt x="199" y="533"/>
                  </a:lnTo>
                  <a:lnTo>
                    <a:pt x="200" y="534"/>
                  </a:lnTo>
                  <a:lnTo>
                    <a:pt x="199" y="535"/>
                  </a:lnTo>
                  <a:lnTo>
                    <a:pt x="200" y="535"/>
                  </a:lnTo>
                  <a:lnTo>
                    <a:pt x="200" y="534"/>
                  </a:lnTo>
                  <a:lnTo>
                    <a:pt x="201" y="533"/>
                  </a:lnTo>
                  <a:lnTo>
                    <a:pt x="201" y="533"/>
                  </a:lnTo>
                  <a:lnTo>
                    <a:pt x="202" y="533"/>
                  </a:lnTo>
                  <a:lnTo>
                    <a:pt x="203" y="533"/>
                  </a:lnTo>
                  <a:lnTo>
                    <a:pt x="204" y="533"/>
                  </a:lnTo>
                  <a:lnTo>
                    <a:pt x="204" y="533"/>
                  </a:lnTo>
                  <a:lnTo>
                    <a:pt x="205" y="533"/>
                  </a:lnTo>
                  <a:lnTo>
                    <a:pt x="205" y="533"/>
                  </a:lnTo>
                  <a:lnTo>
                    <a:pt x="206" y="533"/>
                  </a:lnTo>
                  <a:lnTo>
                    <a:pt x="206" y="533"/>
                  </a:lnTo>
                  <a:lnTo>
                    <a:pt x="208" y="532"/>
                  </a:lnTo>
                  <a:lnTo>
                    <a:pt x="208" y="532"/>
                  </a:lnTo>
                  <a:lnTo>
                    <a:pt x="208" y="532"/>
                  </a:lnTo>
                  <a:lnTo>
                    <a:pt x="208" y="532"/>
                  </a:lnTo>
                  <a:lnTo>
                    <a:pt x="209" y="532"/>
                  </a:lnTo>
                  <a:lnTo>
                    <a:pt x="208" y="533"/>
                  </a:lnTo>
                  <a:lnTo>
                    <a:pt x="208" y="533"/>
                  </a:lnTo>
                  <a:lnTo>
                    <a:pt x="210" y="532"/>
                  </a:lnTo>
                  <a:lnTo>
                    <a:pt x="212" y="532"/>
                  </a:lnTo>
                  <a:lnTo>
                    <a:pt x="213" y="533"/>
                  </a:lnTo>
                  <a:lnTo>
                    <a:pt x="213" y="532"/>
                  </a:lnTo>
                  <a:lnTo>
                    <a:pt x="214" y="533"/>
                  </a:lnTo>
                  <a:lnTo>
                    <a:pt x="215" y="533"/>
                  </a:lnTo>
                  <a:lnTo>
                    <a:pt x="216" y="533"/>
                  </a:lnTo>
                  <a:lnTo>
                    <a:pt x="216" y="534"/>
                  </a:lnTo>
                  <a:lnTo>
                    <a:pt x="215" y="534"/>
                  </a:lnTo>
                  <a:lnTo>
                    <a:pt x="214" y="533"/>
                  </a:lnTo>
                  <a:lnTo>
                    <a:pt x="214" y="534"/>
                  </a:lnTo>
                  <a:lnTo>
                    <a:pt x="213" y="534"/>
                  </a:lnTo>
                  <a:lnTo>
                    <a:pt x="213" y="535"/>
                  </a:lnTo>
                  <a:lnTo>
                    <a:pt x="213" y="534"/>
                  </a:lnTo>
                  <a:lnTo>
                    <a:pt x="214" y="534"/>
                  </a:lnTo>
                  <a:lnTo>
                    <a:pt x="214" y="534"/>
                  </a:lnTo>
                  <a:lnTo>
                    <a:pt x="215" y="534"/>
                  </a:lnTo>
                  <a:lnTo>
                    <a:pt x="217" y="534"/>
                  </a:lnTo>
                  <a:lnTo>
                    <a:pt x="217" y="535"/>
                  </a:lnTo>
                  <a:lnTo>
                    <a:pt x="217" y="535"/>
                  </a:lnTo>
                  <a:lnTo>
                    <a:pt x="217" y="535"/>
                  </a:lnTo>
                  <a:lnTo>
                    <a:pt x="217" y="535"/>
                  </a:lnTo>
                  <a:lnTo>
                    <a:pt x="218" y="534"/>
                  </a:lnTo>
                  <a:lnTo>
                    <a:pt x="218" y="534"/>
                  </a:lnTo>
                  <a:lnTo>
                    <a:pt x="218" y="535"/>
                  </a:lnTo>
                  <a:lnTo>
                    <a:pt x="218" y="535"/>
                  </a:lnTo>
                  <a:lnTo>
                    <a:pt x="218" y="536"/>
                  </a:lnTo>
                  <a:lnTo>
                    <a:pt x="218" y="536"/>
                  </a:lnTo>
                  <a:lnTo>
                    <a:pt x="218" y="537"/>
                  </a:lnTo>
                  <a:lnTo>
                    <a:pt x="218" y="537"/>
                  </a:lnTo>
                  <a:lnTo>
                    <a:pt x="218" y="537"/>
                  </a:lnTo>
                  <a:lnTo>
                    <a:pt x="218" y="538"/>
                  </a:lnTo>
                  <a:lnTo>
                    <a:pt x="218" y="538"/>
                  </a:lnTo>
                  <a:lnTo>
                    <a:pt x="218" y="539"/>
                  </a:lnTo>
                  <a:lnTo>
                    <a:pt x="220" y="539"/>
                  </a:lnTo>
                  <a:lnTo>
                    <a:pt x="220" y="540"/>
                  </a:lnTo>
                  <a:lnTo>
                    <a:pt x="220" y="540"/>
                  </a:lnTo>
                  <a:lnTo>
                    <a:pt x="221" y="541"/>
                  </a:lnTo>
                  <a:lnTo>
                    <a:pt x="221" y="541"/>
                  </a:lnTo>
                  <a:lnTo>
                    <a:pt x="221" y="541"/>
                  </a:lnTo>
                  <a:lnTo>
                    <a:pt x="221" y="541"/>
                  </a:lnTo>
                  <a:lnTo>
                    <a:pt x="221" y="542"/>
                  </a:lnTo>
                  <a:lnTo>
                    <a:pt x="221" y="542"/>
                  </a:lnTo>
                  <a:lnTo>
                    <a:pt x="221" y="542"/>
                  </a:lnTo>
                  <a:lnTo>
                    <a:pt x="222" y="543"/>
                  </a:lnTo>
                  <a:lnTo>
                    <a:pt x="221" y="543"/>
                  </a:lnTo>
                  <a:lnTo>
                    <a:pt x="221" y="543"/>
                  </a:lnTo>
                  <a:lnTo>
                    <a:pt x="221" y="544"/>
                  </a:lnTo>
                  <a:lnTo>
                    <a:pt x="221" y="544"/>
                  </a:lnTo>
                  <a:lnTo>
                    <a:pt x="220" y="544"/>
                  </a:lnTo>
                  <a:lnTo>
                    <a:pt x="220" y="546"/>
                  </a:lnTo>
                  <a:lnTo>
                    <a:pt x="220" y="546"/>
                  </a:lnTo>
                  <a:lnTo>
                    <a:pt x="220" y="547"/>
                  </a:lnTo>
                  <a:lnTo>
                    <a:pt x="220" y="547"/>
                  </a:lnTo>
                  <a:lnTo>
                    <a:pt x="220" y="547"/>
                  </a:lnTo>
                  <a:lnTo>
                    <a:pt x="220" y="548"/>
                  </a:lnTo>
                  <a:lnTo>
                    <a:pt x="218" y="548"/>
                  </a:lnTo>
                  <a:lnTo>
                    <a:pt x="218" y="548"/>
                  </a:lnTo>
                  <a:lnTo>
                    <a:pt x="217" y="549"/>
                  </a:lnTo>
                  <a:lnTo>
                    <a:pt x="217" y="549"/>
                  </a:lnTo>
                  <a:lnTo>
                    <a:pt x="216" y="549"/>
                  </a:lnTo>
                  <a:lnTo>
                    <a:pt x="216" y="549"/>
                  </a:lnTo>
                  <a:lnTo>
                    <a:pt x="216" y="549"/>
                  </a:lnTo>
                  <a:lnTo>
                    <a:pt x="215" y="550"/>
                  </a:lnTo>
                  <a:lnTo>
                    <a:pt x="215" y="550"/>
                  </a:lnTo>
                  <a:lnTo>
                    <a:pt x="216" y="550"/>
                  </a:lnTo>
                  <a:lnTo>
                    <a:pt x="216" y="551"/>
                  </a:lnTo>
                  <a:lnTo>
                    <a:pt x="215" y="551"/>
                  </a:lnTo>
                  <a:lnTo>
                    <a:pt x="215" y="551"/>
                  </a:lnTo>
                  <a:lnTo>
                    <a:pt x="216" y="552"/>
                  </a:lnTo>
                  <a:lnTo>
                    <a:pt x="216" y="552"/>
                  </a:lnTo>
                  <a:lnTo>
                    <a:pt x="216" y="553"/>
                  </a:lnTo>
                  <a:lnTo>
                    <a:pt x="216" y="553"/>
                  </a:lnTo>
                  <a:lnTo>
                    <a:pt x="215" y="553"/>
                  </a:lnTo>
                  <a:lnTo>
                    <a:pt x="215" y="553"/>
                  </a:lnTo>
                  <a:lnTo>
                    <a:pt x="215" y="553"/>
                  </a:lnTo>
                  <a:lnTo>
                    <a:pt x="215" y="554"/>
                  </a:lnTo>
                  <a:lnTo>
                    <a:pt x="215" y="554"/>
                  </a:lnTo>
                  <a:lnTo>
                    <a:pt x="215" y="554"/>
                  </a:lnTo>
                  <a:lnTo>
                    <a:pt x="215" y="554"/>
                  </a:lnTo>
                  <a:lnTo>
                    <a:pt x="215" y="554"/>
                  </a:lnTo>
                  <a:lnTo>
                    <a:pt x="215" y="554"/>
                  </a:lnTo>
                  <a:lnTo>
                    <a:pt x="215" y="554"/>
                  </a:lnTo>
                  <a:lnTo>
                    <a:pt x="215" y="555"/>
                  </a:lnTo>
                  <a:lnTo>
                    <a:pt x="214" y="555"/>
                  </a:lnTo>
                  <a:lnTo>
                    <a:pt x="213" y="555"/>
                  </a:lnTo>
                  <a:lnTo>
                    <a:pt x="213" y="556"/>
                  </a:lnTo>
                  <a:lnTo>
                    <a:pt x="213" y="556"/>
                  </a:lnTo>
                  <a:lnTo>
                    <a:pt x="212" y="555"/>
                  </a:lnTo>
                  <a:lnTo>
                    <a:pt x="211" y="555"/>
                  </a:lnTo>
                  <a:lnTo>
                    <a:pt x="211" y="554"/>
                  </a:lnTo>
                  <a:lnTo>
                    <a:pt x="211" y="554"/>
                  </a:lnTo>
                  <a:lnTo>
                    <a:pt x="210" y="554"/>
                  </a:lnTo>
                  <a:lnTo>
                    <a:pt x="210" y="554"/>
                  </a:lnTo>
                  <a:lnTo>
                    <a:pt x="210" y="554"/>
                  </a:lnTo>
                  <a:lnTo>
                    <a:pt x="209" y="554"/>
                  </a:lnTo>
                  <a:lnTo>
                    <a:pt x="209" y="555"/>
                  </a:lnTo>
                  <a:lnTo>
                    <a:pt x="208" y="555"/>
                  </a:lnTo>
                  <a:lnTo>
                    <a:pt x="208" y="554"/>
                  </a:lnTo>
                  <a:lnTo>
                    <a:pt x="207" y="554"/>
                  </a:lnTo>
                  <a:lnTo>
                    <a:pt x="206" y="555"/>
                  </a:lnTo>
                  <a:lnTo>
                    <a:pt x="205" y="555"/>
                  </a:lnTo>
                  <a:lnTo>
                    <a:pt x="205" y="554"/>
                  </a:lnTo>
                  <a:lnTo>
                    <a:pt x="204" y="555"/>
                  </a:lnTo>
                  <a:lnTo>
                    <a:pt x="205" y="555"/>
                  </a:lnTo>
                  <a:lnTo>
                    <a:pt x="205" y="555"/>
                  </a:lnTo>
                  <a:lnTo>
                    <a:pt x="205" y="555"/>
                  </a:lnTo>
                  <a:lnTo>
                    <a:pt x="204" y="555"/>
                  </a:lnTo>
                  <a:lnTo>
                    <a:pt x="204" y="555"/>
                  </a:lnTo>
                  <a:lnTo>
                    <a:pt x="204" y="555"/>
                  </a:lnTo>
                  <a:lnTo>
                    <a:pt x="204" y="555"/>
                  </a:lnTo>
                  <a:lnTo>
                    <a:pt x="204" y="555"/>
                  </a:lnTo>
                  <a:lnTo>
                    <a:pt x="204" y="556"/>
                  </a:lnTo>
                  <a:lnTo>
                    <a:pt x="204" y="556"/>
                  </a:lnTo>
                  <a:lnTo>
                    <a:pt x="203" y="556"/>
                  </a:lnTo>
                  <a:lnTo>
                    <a:pt x="204" y="557"/>
                  </a:lnTo>
                  <a:lnTo>
                    <a:pt x="203" y="557"/>
                  </a:lnTo>
                  <a:lnTo>
                    <a:pt x="203" y="557"/>
                  </a:lnTo>
                  <a:lnTo>
                    <a:pt x="203" y="559"/>
                  </a:lnTo>
                  <a:lnTo>
                    <a:pt x="202" y="560"/>
                  </a:lnTo>
                  <a:lnTo>
                    <a:pt x="201" y="560"/>
                  </a:lnTo>
                  <a:lnTo>
                    <a:pt x="201" y="562"/>
                  </a:lnTo>
                  <a:lnTo>
                    <a:pt x="201" y="562"/>
                  </a:lnTo>
                  <a:lnTo>
                    <a:pt x="200" y="562"/>
                  </a:lnTo>
                  <a:lnTo>
                    <a:pt x="200" y="563"/>
                  </a:lnTo>
                  <a:lnTo>
                    <a:pt x="200" y="563"/>
                  </a:lnTo>
                  <a:lnTo>
                    <a:pt x="200" y="564"/>
                  </a:lnTo>
                  <a:lnTo>
                    <a:pt x="200" y="564"/>
                  </a:lnTo>
                  <a:lnTo>
                    <a:pt x="200" y="565"/>
                  </a:lnTo>
                  <a:lnTo>
                    <a:pt x="201" y="565"/>
                  </a:lnTo>
                  <a:lnTo>
                    <a:pt x="200" y="566"/>
                  </a:lnTo>
                  <a:lnTo>
                    <a:pt x="200" y="567"/>
                  </a:lnTo>
                  <a:lnTo>
                    <a:pt x="200" y="567"/>
                  </a:lnTo>
                  <a:lnTo>
                    <a:pt x="200" y="567"/>
                  </a:lnTo>
                  <a:lnTo>
                    <a:pt x="199" y="566"/>
                  </a:lnTo>
                  <a:lnTo>
                    <a:pt x="199" y="566"/>
                  </a:lnTo>
                  <a:lnTo>
                    <a:pt x="198" y="567"/>
                  </a:lnTo>
                  <a:lnTo>
                    <a:pt x="199" y="567"/>
                  </a:lnTo>
                  <a:lnTo>
                    <a:pt x="198" y="567"/>
                  </a:lnTo>
                  <a:lnTo>
                    <a:pt x="197" y="567"/>
                  </a:lnTo>
                  <a:lnTo>
                    <a:pt x="197" y="567"/>
                  </a:lnTo>
                  <a:lnTo>
                    <a:pt x="197" y="567"/>
                  </a:lnTo>
                  <a:lnTo>
                    <a:pt x="196" y="567"/>
                  </a:lnTo>
                  <a:lnTo>
                    <a:pt x="196" y="567"/>
                  </a:lnTo>
                  <a:lnTo>
                    <a:pt x="195" y="567"/>
                  </a:lnTo>
                  <a:lnTo>
                    <a:pt x="195" y="567"/>
                  </a:lnTo>
                  <a:lnTo>
                    <a:pt x="195" y="567"/>
                  </a:lnTo>
                  <a:lnTo>
                    <a:pt x="195" y="567"/>
                  </a:lnTo>
                  <a:lnTo>
                    <a:pt x="195" y="568"/>
                  </a:lnTo>
                  <a:lnTo>
                    <a:pt x="195" y="568"/>
                  </a:lnTo>
                  <a:lnTo>
                    <a:pt x="195" y="568"/>
                  </a:lnTo>
                  <a:lnTo>
                    <a:pt x="195" y="567"/>
                  </a:lnTo>
                  <a:lnTo>
                    <a:pt x="195" y="567"/>
                  </a:lnTo>
                  <a:lnTo>
                    <a:pt x="195" y="566"/>
                  </a:lnTo>
                  <a:lnTo>
                    <a:pt x="195" y="566"/>
                  </a:lnTo>
                  <a:lnTo>
                    <a:pt x="195" y="566"/>
                  </a:lnTo>
                  <a:lnTo>
                    <a:pt x="195" y="565"/>
                  </a:lnTo>
                  <a:lnTo>
                    <a:pt x="195" y="565"/>
                  </a:lnTo>
                  <a:lnTo>
                    <a:pt x="195" y="564"/>
                  </a:lnTo>
                  <a:lnTo>
                    <a:pt x="195" y="564"/>
                  </a:lnTo>
                  <a:lnTo>
                    <a:pt x="193" y="564"/>
                  </a:lnTo>
                  <a:lnTo>
                    <a:pt x="193" y="564"/>
                  </a:lnTo>
                  <a:lnTo>
                    <a:pt x="193" y="564"/>
                  </a:lnTo>
                  <a:lnTo>
                    <a:pt x="193" y="563"/>
                  </a:lnTo>
                  <a:lnTo>
                    <a:pt x="193" y="564"/>
                  </a:lnTo>
                  <a:lnTo>
                    <a:pt x="192" y="564"/>
                  </a:lnTo>
                  <a:lnTo>
                    <a:pt x="192" y="564"/>
                  </a:lnTo>
                  <a:lnTo>
                    <a:pt x="192" y="563"/>
                  </a:lnTo>
                  <a:lnTo>
                    <a:pt x="192" y="563"/>
                  </a:lnTo>
                  <a:lnTo>
                    <a:pt x="192" y="563"/>
                  </a:lnTo>
                  <a:lnTo>
                    <a:pt x="191" y="563"/>
                  </a:lnTo>
                  <a:lnTo>
                    <a:pt x="191" y="563"/>
                  </a:lnTo>
                  <a:lnTo>
                    <a:pt x="191" y="563"/>
                  </a:lnTo>
                  <a:lnTo>
                    <a:pt x="190" y="563"/>
                  </a:lnTo>
                  <a:lnTo>
                    <a:pt x="190" y="563"/>
                  </a:lnTo>
                  <a:lnTo>
                    <a:pt x="190" y="563"/>
                  </a:lnTo>
                  <a:lnTo>
                    <a:pt x="190" y="562"/>
                  </a:lnTo>
                  <a:lnTo>
                    <a:pt x="190" y="562"/>
                  </a:lnTo>
                  <a:lnTo>
                    <a:pt x="190" y="561"/>
                  </a:lnTo>
                  <a:lnTo>
                    <a:pt x="190" y="561"/>
                  </a:lnTo>
                  <a:lnTo>
                    <a:pt x="190" y="561"/>
                  </a:lnTo>
                  <a:lnTo>
                    <a:pt x="189" y="560"/>
                  </a:lnTo>
                  <a:lnTo>
                    <a:pt x="188" y="560"/>
                  </a:lnTo>
                  <a:lnTo>
                    <a:pt x="188" y="559"/>
                  </a:lnTo>
                  <a:lnTo>
                    <a:pt x="189" y="559"/>
                  </a:lnTo>
                  <a:lnTo>
                    <a:pt x="188" y="558"/>
                  </a:lnTo>
                  <a:lnTo>
                    <a:pt x="188" y="558"/>
                  </a:lnTo>
                  <a:lnTo>
                    <a:pt x="187" y="557"/>
                  </a:lnTo>
                  <a:lnTo>
                    <a:pt x="187" y="556"/>
                  </a:lnTo>
                  <a:lnTo>
                    <a:pt x="187" y="556"/>
                  </a:lnTo>
                  <a:lnTo>
                    <a:pt x="187" y="555"/>
                  </a:lnTo>
                  <a:lnTo>
                    <a:pt x="187" y="555"/>
                  </a:lnTo>
                  <a:lnTo>
                    <a:pt x="187" y="554"/>
                  </a:lnTo>
                  <a:lnTo>
                    <a:pt x="187" y="554"/>
                  </a:lnTo>
                  <a:lnTo>
                    <a:pt x="188" y="554"/>
                  </a:lnTo>
                  <a:lnTo>
                    <a:pt x="188" y="553"/>
                  </a:lnTo>
                  <a:lnTo>
                    <a:pt x="188" y="553"/>
                  </a:lnTo>
                  <a:lnTo>
                    <a:pt x="187" y="553"/>
                  </a:lnTo>
                  <a:lnTo>
                    <a:pt x="188" y="553"/>
                  </a:lnTo>
                  <a:lnTo>
                    <a:pt x="188" y="552"/>
                  </a:lnTo>
                  <a:lnTo>
                    <a:pt x="188" y="552"/>
                  </a:lnTo>
                  <a:lnTo>
                    <a:pt x="188" y="552"/>
                  </a:lnTo>
                  <a:lnTo>
                    <a:pt x="188" y="551"/>
                  </a:lnTo>
                  <a:lnTo>
                    <a:pt x="188" y="551"/>
                  </a:lnTo>
                  <a:lnTo>
                    <a:pt x="188" y="551"/>
                  </a:lnTo>
                  <a:lnTo>
                    <a:pt x="187" y="550"/>
                  </a:lnTo>
                  <a:lnTo>
                    <a:pt x="187" y="550"/>
                  </a:lnTo>
                  <a:lnTo>
                    <a:pt x="187" y="550"/>
                  </a:lnTo>
                  <a:lnTo>
                    <a:pt x="187" y="550"/>
                  </a:lnTo>
                  <a:lnTo>
                    <a:pt x="187" y="549"/>
                  </a:lnTo>
                  <a:lnTo>
                    <a:pt x="187" y="549"/>
                  </a:lnTo>
                  <a:lnTo>
                    <a:pt x="187" y="548"/>
                  </a:lnTo>
                  <a:lnTo>
                    <a:pt x="187" y="548"/>
                  </a:lnTo>
                  <a:lnTo>
                    <a:pt x="187" y="547"/>
                  </a:lnTo>
                  <a:lnTo>
                    <a:pt x="186" y="547"/>
                  </a:lnTo>
                  <a:lnTo>
                    <a:pt x="186" y="546"/>
                  </a:lnTo>
                  <a:lnTo>
                    <a:pt x="184" y="546"/>
                  </a:lnTo>
                  <a:lnTo>
                    <a:pt x="184" y="546"/>
                  </a:lnTo>
                  <a:lnTo>
                    <a:pt x="184" y="546"/>
                  </a:lnTo>
                  <a:lnTo>
                    <a:pt x="184" y="546"/>
                  </a:lnTo>
                  <a:lnTo>
                    <a:pt x="185" y="544"/>
                  </a:lnTo>
                  <a:lnTo>
                    <a:pt x="185" y="544"/>
                  </a:lnTo>
                  <a:lnTo>
                    <a:pt x="185" y="543"/>
                  </a:lnTo>
                  <a:lnTo>
                    <a:pt x="185" y="543"/>
                  </a:lnTo>
                  <a:lnTo>
                    <a:pt x="185" y="542"/>
                  </a:lnTo>
                  <a:lnTo>
                    <a:pt x="184" y="542"/>
                  </a:lnTo>
                  <a:lnTo>
                    <a:pt x="184" y="541"/>
                  </a:lnTo>
                  <a:lnTo>
                    <a:pt x="182" y="540"/>
                  </a:lnTo>
                  <a:lnTo>
                    <a:pt x="182" y="539"/>
                  </a:lnTo>
                  <a:lnTo>
                    <a:pt x="184" y="539"/>
                  </a:lnTo>
                  <a:lnTo>
                    <a:pt x="184" y="538"/>
                  </a:lnTo>
                  <a:lnTo>
                    <a:pt x="184" y="538"/>
                  </a:lnTo>
                  <a:lnTo>
                    <a:pt x="183" y="538"/>
                  </a:lnTo>
                  <a:lnTo>
                    <a:pt x="182" y="538"/>
                  </a:lnTo>
                  <a:lnTo>
                    <a:pt x="182" y="537"/>
                  </a:lnTo>
                  <a:lnTo>
                    <a:pt x="183" y="537"/>
                  </a:lnTo>
                  <a:lnTo>
                    <a:pt x="183" y="536"/>
                  </a:lnTo>
                  <a:lnTo>
                    <a:pt x="183" y="536"/>
                  </a:lnTo>
                  <a:lnTo>
                    <a:pt x="184" y="535"/>
                  </a:lnTo>
                  <a:lnTo>
                    <a:pt x="183" y="535"/>
                  </a:lnTo>
                  <a:lnTo>
                    <a:pt x="182" y="535"/>
                  </a:lnTo>
                  <a:lnTo>
                    <a:pt x="182" y="536"/>
                  </a:lnTo>
                  <a:lnTo>
                    <a:pt x="182" y="537"/>
                  </a:lnTo>
                  <a:lnTo>
                    <a:pt x="182" y="537"/>
                  </a:lnTo>
                  <a:lnTo>
                    <a:pt x="182" y="538"/>
                  </a:lnTo>
                  <a:lnTo>
                    <a:pt x="182" y="538"/>
                  </a:lnTo>
                  <a:lnTo>
                    <a:pt x="180" y="537"/>
                  </a:lnTo>
                  <a:lnTo>
                    <a:pt x="180" y="537"/>
                  </a:lnTo>
                  <a:lnTo>
                    <a:pt x="179" y="537"/>
                  </a:lnTo>
                  <a:lnTo>
                    <a:pt x="179" y="537"/>
                  </a:lnTo>
                  <a:lnTo>
                    <a:pt x="178" y="536"/>
                  </a:lnTo>
                  <a:lnTo>
                    <a:pt x="178" y="536"/>
                  </a:lnTo>
                  <a:lnTo>
                    <a:pt x="178" y="536"/>
                  </a:lnTo>
                  <a:lnTo>
                    <a:pt x="177" y="535"/>
                  </a:lnTo>
                  <a:lnTo>
                    <a:pt x="177" y="535"/>
                  </a:lnTo>
                  <a:lnTo>
                    <a:pt x="177" y="534"/>
                  </a:lnTo>
                  <a:lnTo>
                    <a:pt x="175" y="533"/>
                  </a:lnTo>
                  <a:lnTo>
                    <a:pt x="173" y="533"/>
                  </a:lnTo>
                  <a:lnTo>
                    <a:pt x="173" y="533"/>
                  </a:lnTo>
                  <a:lnTo>
                    <a:pt x="172" y="533"/>
                  </a:lnTo>
                  <a:lnTo>
                    <a:pt x="171" y="534"/>
                  </a:lnTo>
                  <a:lnTo>
                    <a:pt x="170" y="534"/>
                  </a:lnTo>
                  <a:lnTo>
                    <a:pt x="170" y="533"/>
                  </a:lnTo>
                  <a:lnTo>
                    <a:pt x="169" y="533"/>
                  </a:lnTo>
                  <a:lnTo>
                    <a:pt x="169" y="533"/>
                  </a:lnTo>
                  <a:lnTo>
                    <a:pt x="169" y="533"/>
                  </a:lnTo>
                  <a:lnTo>
                    <a:pt x="169" y="533"/>
                  </a:lnTo>
                  <a:lnTo>
                    <a:pt x="169" y="533"/>
                  </a:lnTo>
                  <a:lnTo>
                    <a:pt x="169" y="532"/>
                  </a:lnTo>
                  <a:lnTo>
                    <a:pt x="169" y="532"/>
                  </a:lnTo>
                  <a:lnTo>
                    <a:pt x="169" y="532"/>
                  </a:lnTo>
                  <a:lnTo>
                    <a:pt x="168" y="531"/>
                  </a:lnTo>
                  <a:lnTo>
                    <a:pt x="166" y="530"/>
                  </a:lnTo>
                  <a:lnTo>
                    <a:pt x="165" y="530"/>
                  </a:lnTo>
                  <a:lnTo>
                    <a:pt x="165" y="530"/>
                  </a:lnTo>
                  <a:lnTo>
                    <a:pt x="165" y="531"/>
                  </a:lnTo>
                  <a:lnTo>
                    <a:pt x="165" y="531"/>
                  </a:lnTo>
                  <a:lnTo>
                    <a:pt x="165" y="531"/>
                  </a:lnTo>
                  <a:lnTo>
                    <a:pt x="164" y="530"/>
                  </a:lnTo>
                  <a:lnTo>
                    <a:pt x="163" y="530"/>
                  </a:lnTo>
                  <a:lnTo>
                    <a:pt x="162" y="530"/>
                  </a:lnTo>
                  <a:lnTo>
                    <a:pt x="162" y="531"/>
                  </a:lnTo>
                  <a:lnTo>
                    <a:pt x="161" y="531"/>
                  </a:lnTo>
                  <a:lnTo>
                    <a:pt x="161" y="531"/>
                  </a:lnTo>
                  <a:lnTo>
                    <a:pt x="161" y="531"/>
                  </a:lnTo>
                  <a:lnTo>
                    <a:pt x="161" y="532"/>
                  </a:lnTo>
                  <a:lnTo>
                    <a:pt x="161" y="532"/>
                  </a:lnTo>
                  <a:lnTo>
                    <a:pt x="160" y="532"/>
                  </a:lnTo>
                  <a:lnTo>
                    <a:pt x="160" y="532"/>
                  </a:lnTo>
                  <a:lnTo>
                    <a:pt x="160" y="532"/>
                  </a:lnTo>
                  <a:lnTo>
                    <a:pt x="160" y="531"/>
                  </a:lnTo>
                  <a:lnTo>
                    <a:pt x="160" y="531"/>
                  </a:lnTo>
                  <a:lnTo>
                    <a:pt x="160" y="530"/>
                  </a:lnTo>
                  <a:lnTo>
                    <a:pt x="160" y="530"/>
                  </a:lnTo>
                  <a:lnTo>
                    <a:pt x="160" y="530"/>
                  </a:lnTo>
                  <a:lnTo>
                    <a:pt x="159" y="529"/>
                  </a:lnTo>
                  <a:lnTo>
                    <a:pt x="159" y="528"/>
                  </a:lnTo>
                  <a:lnTo>
                    <a:pt x="158" y="528"/>
                  </a:lnTo>
                  <a:lnTo>
                    <a:pt x="157" y="528"/>
                  </a:lnTo>
                  <a:lnTo>
                    <a:pt x="157" y="528"/>
                  </a:lnTo>
                  <a:lnTo>
                    <a:pt x="156" y="528"/>
                  </a:lnTo>
                  <a:lnTo>
                    <a:pt x="156" y="528"/>
                  </a:lnTo>
                  <a:lnTo>
                    <a:pt x="156" y="528"/>
                  </a:lnTo>
                  <a:lnTo>
                    <a:pt x="156" y="528"/>
                  </a:lnTo>
                  <a:lnTo>
                    <a:pt x="156" y="528"/>
                  </a:lnTo>
                  <a:lnTo>
                    <a:pt x="156" y="526"/>
                  </a:lnTo>
                  <a:lnTo>
                    <a:pt x="155" y="526"/>
                  </a:lnTo>
                  <a:lnTo>
                    <a:pt x="154" y="525"/>
                  </a:lnTo>
                  <a:lnTo>
                    <a:pt x="154" y="525"/>
                  </a:lnTo>
                  <a:lnTo>
                    <a:pt x="154" y="525"/>
                  </a:lnTo>
                  <a:lnTo>
                    <a:pt x="153" y="525"/>
                  </a:lnTo>
                  <a:lnTo>
                    <a:pt x="152" y="525"/>
                  </a:lnTo>
                  <a:lnTo>
                    <a:pt x="152" y="525"/>
                  </a:lnTo>
                  <a:lnTo>
                    <a:pt x="152" y="525"/>
                  </a:lnTo>
                  <a:lnTo>
                    <a:pt x="152" y="524"/>
                  </a:lnTo>
                  <a:lnTo>
                    <a:pt x="151" y="524"/>
                  </a:lnTo>
                  <a:lnTo>
                    <a:pt x="149" y="524"/>
                  </a:lnTo>
                  <a:lnTo>
                    <a:pt x="148" y="524"/>
                  </a:lnTo>
                  <a:lnTo>
                    <a:pt x="143" y="524"/>
                  </a:lnTo>
                  <a:lnTo>
                    <a:pt x="143" y="524"/>
                  </a:lnTo>
                  <a:lnTo>
                    <a:pt x="143" y="524"/>
                  </a:lnTo>
                  <a:lnTo>
                    <a:pt x="143" y="527"/>
                  </a:lnTo>
                  <a:lnTo>
                    <a:pt x="143" y="527"/>
                  </a:lnTo>
                  <a:lnTo>
                    <a:pt x="143" y="527"/>
                  </a:lnTo>
                  <a:lnTo>
                    <a:pt x="142" y="527"/>
                  </a:lnTo>
                  <a:lnTo>
                    <a:pt x="142" y="528"/>
                  </a:lnTo>
                  <a:lnTo>
                    <a:pt x="141" y="528"/>
                  </a:lnTo>
                  <a:lnTo>
                    <a:pt x="141" y="528"/>
                  </a:lnTo>
                  <a:lnTo>
                    <a:pt x="140" y="528"/>
                  </a:lnTo>
                  <a:lnTo>
                    <a:pt x="140" y="529"/>
                  </a:lnTo>
                  <a:lnTo>
                    <a:pt x="140" y="529"/>
                  </a:lnTo>
                  <a:lnTo>
                    <a:pt x="140" y="529"/>
                  </a:lnTo>
                  <a:lnTo>
                    <a:pt x="141" y="530"/>
                  </a:lnTo>
                  <a:lnTo>
                    <a:pt x="141" y="531"/>
                  </a:lnTo>
                  <a:lnTo>
                    <a:pt x="140" y="531"/>
                  </a:lnTo>
                  <a:lnTo>
                    <a:pt x="140" y="531"/>
                  </a:lnTo>
                  <a:lnTo>
                    <a:pt x="141" y="532"/>
                  </a:lnTo>
                  <a:lnTo>
                    <a:pt x="141" y="532"/>
                  </a:lnTo>
                  <a:lnTo>
                    <a:pt x="142" y="533"/>
                  </a:lnTo>
                  <a:lnTo>
                    <a:pt x="143" y="534"/>
                  </a:lnTo>
                  <a:lnTo>
                    <a:pt x="142" y="535"/>
                  </a:lnTo>
                  <a:lnTo>
                    <a:pt x="142" y="535"/>
                  </a:lnTo>
                  <a:lnTo>
                    <a:pt x="142" y="536"/>
                  </a:lnTo>
                  <a:lnTo>
                    <a:pt x="142" y="537"/>
                  </a:lnTo>
                  <a:lnTo>
                    <a:pt x="141" y="537"/>
                  </a:lnTo>
                  <a:lnTo>
                    <a:pt x="141" y="538"/>
                  </a:lnTo>
                  <a:lnTo>
                    <a:pt x="140" y="539"/>
                  </a:lnTo>
                  <a:lnTo>
                    <a:pt x="139" y="540"/>
                  </a:lnTo>
                  <a:lnTo>
                    <a:pt x="139" y="541"/>
                  </a:lnTo>
                  <a:lnTo>
                    <a:pt x="139" y="541"/>
                  </a:lnTo>
                  <a:lnTo>
                    <a:pt x="139" y="541"/>
                  </a:lnTo>
                  <a:lnTo>
                    <a:pt x="139" y="541"/>
                  </a:lnTo>
                  <a:lnTo>
                    <a:pt x="139" y="541"/>
                  </a:lnTo>
                  <a:lnTo>
                    <a:pt x="139" y="541"/>
                  </a:lnTo>
                  <a:lnTo>
                    <a:pt x="137" y="541"/>
                  </a:lnTo>
                  <a:lnTo>
                    <a:pt x="137" y="542"/>
                  </a:lnTo>
                  <a:lnTo>
                    <a:pt x="135" y="544"/>
                  </a:lnTo>
                  <a:lnTo>
                    <a:pt x="135" y="543"/>
                  </a:lnTo>
                  <a:lnTo>
                    <a:pt x="135" y="544"/>
                  </a:lnTo>
                  <a:lnTo>
                    <a:pt x="134" y="543"/>
                  </a:lnTo>
                  <a:lnTo>
                    <a:pt x="134" y="544"/>
                  </a:lnTo>
                  <a:lnTo>
                    <a:pt x="133" y="544"/>
                  </a:lnTo>
                  <a:lnTo>
                    <a:pt x="133" y="544"/>
                  </a:lnTo>
                  <a:lnTo>
                    <a:pt x="133" y="544"/>
                  </a:lnTo>
                  <a:lnTo>
                    <a:pt x="132" y="543"/>
                  </a:lnTo>
                  <a:lnTo>
                    <a:pt x="131" y="543"/>
                  </a:lnTo>
                  <a:lnTo>
                    <a:pt x="131" y="544"/>
                  </a:lnTo>
                  <a:lnTo>
                    <a:pt x="131" y="543"/>
                  </a:lnTo>
                  <a:lnTo>
                    <a:pt x="131" y="543"/>
                  </a:lnTo>
                  <a:lnTo>
                    <a:pt x="130" y="544"/>
                  </a:lnTo>
                  <a:lnTo>
                    <a:pt x="130" y="545"/>
                  </a:lnTo>
                  <a:lnTo>
                    <a:pt x="130" y="545"/>
                  </a:lnTo>
                  <a:lnTo>
                    <a:pt x="129" y="544"/>
                  </a:lnTo>
                  <a:lnTo>
                    <a:pt x="129" y="545"/>
                  </a:lnTo>
                  <a:lnTo>
                    <a:pt x="128" y="544"/>
                  </a:lnTo>
                  <a:lnTo>
                    <a:pt x="128" y="544"/>
                  </a:lnTo>
                  <a:lnTo>
                    <a:pt x="127" y="544"/>
                  </a:lnTo>
                  <a:lnTo>
                    <a:pt x="127" y="545"/>
                  </a:lnTo>
                  <a:lnTo>
                    <a:pt x="127" y="545"/>
                  </a:lnTo>
                  <a:lnTo>
                    <a:pt x="126" y="545"/>
                  </a:lnTo>
                  <a:lnTo>
                    <a:pt x="126" y="546"/>
                  </a:lnTo>
                  <a:lnTo>
                    <a:pt x="126" y="546"/>
                  </a:lnTo>
                  <a:lnTo>
                    <a:pt x="126" y="546"/>
                  </a:lnTo>
                  <a:lnTo>
                    <a:pt x="126" y="546"/>
                  </a:lnTo>
                  <a:lnTo>
                    <a:pt x="126" y="546"/>
                  </a:lnTo>
                  <a:lnTo>
                    <a:pt x="126" y="546"/>
                  </a:lnTo>
                  <a:lnTo>
                    <a:pt x="126" y="546"/>
                  </a:lnTo>
                  <a:lnTo>
                    <a:pt x="125" y="547"/>
                  </a:lnTo>
                  <a:lnTo>
                    <a:pt x="125" y="547"/>
                  </a:lnTo>
                  <a:lnTo>
                    <a:pt x="125" y="546"/>
                  </a:lnTo>
                  <a:lnTo>
                    <a:pt x="125" y="546"/>
                  </a:lnTo>
                  <a:lnTo>
                    <a:pt x="124" y="546"/>
                  </a:lnTo>
                  <a:lnTo>
                    <a:pt x="124" y="546"/>
                  </a:lnTo>
                  <a:lnTo>
                    <a:pt x="123" y="546"/>
                  </a:lnTo>
                  <a:lnTo>
                    <a:pt x="122" y="546"/>
                  </a:lnTo>
                  <a:lnTo>
                    <a:pt x="122" y="546"/>
                  </a:lnTo>
                  <a:lnTo>
                    <a:pt x="123" y="546"/>
                  </a:lnTo>
                  <a:lnTo>
                    <a:pt x="123" y="546"/>
                  </a:lnTo>
                  <a:lnTo>
                    <a:pt x="122" y="547"/>
                  </a:lnTo>
                  <a:lnTo>
                    <a:pt x="122" y="547"/>
                  </a:lnTo>
                  <a:lnTo>
                    <a:pt x="122" y="547"/>
                  </a:lnTo>
                  <a:lnTo>
                    <a:pt x="122" y="547"/>
                  </a:lnTo>
                  <a:lnTo>
                    <a:pt x="122" y="547"/>
                  </a:lnTo>
                  <a:lnTo>
                    <a:pt x="121" y="547"/>
                  </a:lnTo>
                  <a:lnTo>
                    <a:pt x="121" y="547"/>
                  </a:lnTo>
                  <a:lnTo>
                    <a:pt x="119" y="548"/>
                  </a:lnTo>
                  <a:lnTo>
                    <a:pt x="118" y="548"/>
                  </a:lnTo>
                  <a:lnTo>
                    <a:pt x="117" y="548"/>
                  </a:lnTo>
                  <a:lnTo>
                    <a:pt x="117" y="547"/>
                  </a:lnTo>
                  <a:lnTo>
                    <a:pt x="117" y="547"/>
                  </a:lnTo>
                  <a:lnTo>
                    <a:pt x="117" y="547"/>
                  </a:lnTo>
                  <a:lnTo>
                    <a:pt x="117" y="547"/>
                  </a:lnTo>
                  <a:lnTo>
                    <a:pt x="117" y="547"/>
                  </a:lnTo>
                  <a:lnTo>
                    <a:pt x="117" y="547"/>
                  </a:lnTo>
                  <a:lnTo>
                    <a:pt x="116" y="546"/>
                  </a:lnTo>
                  <a:lnTo>
                    <a:pt x="116" y="545"/>
                  </a:lnTo>
                  <a:lnTo>
                    <a:pt x="116" y="545"/>
                  </a:lnTo>
                  <a:lnTo>
                    <a:pt x="117" y="545"/>
                  </a:lnTo>
                  <a:lnTo>
                    <a:pt x="116" y="544"/>
                  </a:lnTo>
                  <a:lnTo>
                    <a:pt x="115" y="544"/>
                  </a:lnTo>
                  <a:lnTo>
                    <a:pt x="115" y="543"/>
                  </a:lnTo>
                  <a:lnTo>
                    <a:pt x="115" y="543"/>
                  </a:lnTo>
                  <a:lnTo>
                    <a:pt x="114" y="542"/>
                  </a:lnTo>
                  <a:lnTo>
                    <a:pt x="114" y="543"/>
                  </a:lnTo>
                  <a:lnTo>
                    <a:pt x="114" y="543"/>
                  </a:lnTo>
                  <a:lnTo>
                    <a:pt x="113" y="543"/>
                  </a:lnTo>
                  <a:lnTo>
                    <a:pt x="113" y="542"/>
                  </a:lnTo>
                  <a:lnTo>
                    <a:pt x="113" y="542"/>
                  </a:lnTo>
                  <a:lnTo>
                    <a:pt x="113" y="542"/>
                  </a:lnTo>
                  <a:lnTo>
                    <a:pt x="113" y="541"/>
                  </a:lnTo>
                  <a:lnTo>
                    <a:pt x="113" y="541"/>
                  </a:lnTo>
                  <a:lnTo>
                    <a:pt x="113" y="541"/>
                  </a:lnTo>
                  <a:lnTo>
                    <a:pt x="112" y="541"/>
                  </a:lnTo>
                  <a:lnTo>
                    <a:pt x="112" y="540"/>
                  </a:lnTo>
                  <a:lnTo>
                    <a:pt x="112" y="539"/>
                  </a:lnTo>
                  <a:lnTo>
                    <a:pt x="112" y="539"/>
                  </a:lnTo>
                  <a:lnTo>
                    <a:pt x="112" y="539"/>
                  </a:lnTo>
                  <a:lnTo>
                    <a:pt x="113" y="538"/>
                  </a:lnTo>
                  <a:lnTo>
                    <a:pt x="113" y="538"/>
                  </a:lnTo>
                  <a:lnTo>
                    <a:pt x="113" y="537"/>
                  </a:lnTo>
                  <a:lnTo>
                    <a:pt x="113" y="537"/>
                  </a:lnTo>
                  <a:lnTo>
                    <a:pt x="113" y="537"/>
                  </a:lnTo>
                  <a:lnTo>
                    <a:pt x="114" y="537"/>
                  </a:lnTo>
                  <a:lnTo>
                    <a:pt x="115" y="536"/>
                  </a:lnTo>
                  <a:lnTo>
                    <a:pt x="116" y="536"/>
                  </a:lnTo>
                  <a:lnTo>
                    <a:pt x="116" y="535"/>
                  </a:lnTo>
                  <a:lnTo>
                    <a:pt x="116" y="534"/>
                  </a:lnTo>
                  <a:lnTo>
                    <a:pt x="116" y="534"/>
                  </a:lnTo>
                  <a:lnTo>
                    <a:pt x="117" y="534"/>
                  </a:lnTo>
                  <a:lnTo>
                    <a:pt x="117" y="533"/>
                  </a:lnTo>
                  <a:lnTo>
                    <a:pt x="116" y="533"/>
                  </a:lnTo>
                  <a:lnTo>
                    <a:pt x="116" y="533"/>
                  </a:lnTo>
                  <a:lnTo>
                    <a:pt x="116" y="533"/>
                  </a:lnTo>
                  <a:lnTo>
                    <a:pt x="115" y="533"/>
                  </a:lnTo>
                  <a:lnTo>
                    <a:pt x="115" y="532"/>
                  </a:lnTo>
                  <a:lnTo>
                    <a:pt x="115" y="532"/>
                  </a:lnTo>
                  <a:lnTo>
                    <a:pt x="115" y="531"/>
                  </a:lnTo>
                  <a:lnTo>
                    <a:pt x="115" y="531"/>
                  </a:lnTo>
                  <a:lnTo>
                    <a:pt x="115" y="531"/>
                  </a:lnTo>
                  <a:lnTo>
                    <a:pt x="115" y="530"/>
                  </a:lnTo>
                  <a:lnTo>
                    <a:pt x="114" y="529"/>
                  </a:lnTo>
                  <a:lnTo>
                    <a:pt x="115" y="528"/>
                  </a:lnTo>
                  <a:lnTo>
                    <a:pt x="114" y="528"/>
                  </a:lnTo>
                  <a:lnTo>
                    <a:pt x="114" y="528"/>
                  </a:lnTo>
                  <a:lnTo>
                    <a:pt x="114" y="528"/>
                  </a:lnTo>
                  <a:lnTo>
                    <a:pt x="114" y="527"/>
                  </a:lnTo>
                  <a:lnTo>
                    <a:pt x="114" y="526"/>
                  </a:lnTo>
                  <a:lnTo>
                    <a:pt x="114" y="526"/>
                  </a:lnTo>
                  <a:lnTo>
                    <a:pt x="114" y="526"/>
                  </a:lnTo>
                  <a:lnTo>
                    <a:pt x="114" y="526"/>
                  </a:lnTo>
                  <a:lnTo>
                    <a:pt x="114" y="525"/>
                  </a:lnTo>
                  <a:lnTo>
                    <a:pt x="113" y="525"/>
                  </a:lnTo>
                  <a:lnTo>
                    <a:pt x="113" y="525"/>
                  </a:lnTo>
                  <a:lnTo>
                    <a:pt x="113" y="525"/>
                  </a:lnTo>
                  <a:lnTo>
                    <a:pt x="113" y="524"/>
                  </a:lnTo>
                  <a:lnTo>
                    <a:pt x="113" y="524"/>
                  </a:lnTo>
                  <a:lnTo>
                    <a:pt x="113" y="524"/>
                  </a:lnTo>
                  <a:lnTo>
                    <a:pt x="113" y="524"/>
                  </a:lnTo>
                  <a:lnTo>
                    <a:pt x="113" y="524"/>
                  </a:lnTo>
                  <a:lnTo>
                    <a:pt x="114" y="524"/>
                  </a:lnTo>
                  <a:lnTo>
                    <a:pt x="114" y="523"/>
                  </a:lnTo>
                  <a:lnTo>
                    <a:pt x="113" y="522"/>
                  </a:lnTo>
                  <a:lnTo>
                    <a:pt x="114" y="522"/>
                  </a:lnTo>
                  <a:lnTo>
                    <a:pt x="114" y="522"/>
                  </a:lnTo>
                  <a:lnTo>
                    <a:pt x="114" y="521"/>
                  </a:lnTo>
                  <a:lnTo>
                    <a:pt x="115" y="522"/>
                  </a:lnTo>
                  <a:lnTo>
                    <a:pt x="116" y="521"/>
                  </a:lnTo>
                  <a:lnTo>
                    <a:pt x="116" y="520"/>
                  </a:lnTo>
                  <a:lnTo>
                    <a:pt x="116" y="520"/>
                  </a:lnTo>
                  <a:lnTo>
                    <a:pt x="116" y="520"/>
                  </a:lnTo>
                  <a:lnTo>
                    <a:pt x="116" y="519"/>
                  </a:lnTo>
                  <a:lnTo>
                    <a:pt x="116" y="519"/>
                  </a:lnTo>
                  <a:lnTo>
                    <a:pt x="116" y="518"/>
                  </a:lnTo>
                  <a:lnTo>
                    <a:pt x="117" y="518"/>
                  </a:lnTo>
                  <a:lnTo>
                    <a:pt x="117" y="518"/>
                  </a:lnTo>
                  <a:lnTo>
                    <a:pt x="117" y="517"/>
                  </a:lnTo>
                  <a:lnTo>
                    <a:pt x="117" y="517"/>
                  </a:lnTo>
                  <a:lnTo>
                    <a:pt x="117" y="516"/>
                  </a:lnTo>
                  <a:lnTo>
                    <a:pt x="117" y="516"/>
                  </a:lnTo>
                  <a:lnTo>
                    <a:pt x="118" y="515"/>
                  </a:lnTo>
                  <a:lnTo>
                    <a:pt x="118" y="515"/>
                  </a:lnTo>
                  <a:lnTo>
                    <a:pt x="119" y="515"/>
                  </a:lnTo>
                  <a:lnTo>
                    <a:pt x="119" y="515"/>
                  </a:lnTo>
                  <a:lnTo>
                    <a:pt x="119" y="514"/>
                  </a:lnTo>
                  <a:lnTo>
                    <a:pt x="119" y="514"/>
                  </a:lnTo>
                  <a:lnTo>
                    <a:pt x="119" y="514"/>
                  </a:lnTo>
                  <a:lnTo>
                    <a:pt x="122" y="515"/>
                  </a:lnTo>
                  <a:lnTo>
                    <a:pt x="122" y="514"/>
                  </a:lnTo>
                  <a:lnTo>
                    <a:pt x="122" y="514"/>
                  </a:lnTo>
                  <a:lnTo>
                    <a:pt x="122" y="514"/>
                  </a:lnTo>
                  <a:lnTo>
                    <a:pt x="123" y="513"/>
                  </a:lnTo>
                  <a:lnTo>
                    <a:pt x="123" y="513"/>
                  </a:lnTo>
                  <a:lnTo>
                    <a:pt x="124" y="514"/>
                  </a:lnTo>
                  <a:lnTo>
                    <a:pt x="125" y="513"/>
                  </a:lnTo>
                  <a:lnTo>
                    <a:pt x="125" y="514"/>
                  </a:lnTo>
                  <a:lnTo>
                    <a:pt x="126" y="513"/>
                  </a:lnTo>
                  <a:lnTo>
                    <a:pt x="126" y="514"/>
                  </a:lnTo>
                  <a:lnTo>
                    <a:pt x="126" y="514"/>
                  </a:lnTo>
                  <a:lnTo>
                    <a:pt x="126" y="513"/>
                  </a:lnTo>
                  <a:lnTo>
                    <a:pt x="126" y="513"/>
                  </a:lnTo>
                  <a:lnTo>
                    <a:pt x="127" y="513"/>
                  </a:lnTo>
                  <a:lnTo>
                    <a:pt x="126" y="513"/>
                  </a:lnTo>
                  <a:lnTo>
                    <a:pt x="127" y="512"/>
                  </a:lnTo>
                  <a:lnTo>
                    <a:pt x="127" y="511"/>
                  </a:lnTo>
                  <a:lnTo>
                    <a:pt x="128" y="512"/>
                  </a:lnTo>
                  <a:lnTo>
                    <a:pt x="127" y="511"/>
                  </a:lnTo>
                  <a:lnTo>
                    <a:pt x="128" y="511"/>
                  </a:lnTo>
                  <a:lnTo>
                    <a:pt x="128" y="511"/>
                  </a:lnTo>
                  <a:lnTo>
                    <a:pt x="128" y="511"/>
                  </a:lnTo>
                  <a:lnTo>
                    <a:pt x="128" y="511"/>
                  </a:lnTo>
                  <a:lnTo>
                    <a:pt x="129" y="511"/>
                  </a:lnTo>
                  <a:lnTo>
                    <a:pt x="129" y="510"/>
                  </a:lnTo>
                  <a:lnTo>
                    <a:pt x="130" y="510"/>
                  </a:lnTo>
                  <a:lnTo>
                    <a:pt x="130" y="510"/>
                  </a:lnTo>
                  <a:lnTo>
                    <a:pt x="130" y="509"/>
                  </a:lnTo>
                  <a:lnTo>
                    <a:pt x="130" y="509"/>
                  </a:lnTo>
                  <a:lnTo>
                    <a:pt x="130" y="509"/>
                  </a:lnTo>
                  <a:lnTo>
                    <a:pt x="130" y="508"/>
                  </a:lnTo>
                  <a:lnTo>
                    <a:pt x="130" y="507"/>
                  </a:lnTo>
                  <a:lnTo>
                    <a:pt x="131" y="507"/>
                  </a:lnTo>
                  <a:lnTo>
                    <a:pt x="131" y="507"/>
                  </a:lnTo>
                  <a:lnTo>
                    <a:pt x="131" y="507"/>
                  </a:lnTo>
                  <a:lnTo>
                    <a:pt x="131" y="507"/>
                  </a:lnTo>
                  <a:lnTo>
                    <a:pt x="131" y="507"/>
                  </a:lnTo>
                  <a:lnTo>
                    <a:pt x="132" y="508"/>
                  </a:lnTo>
                  <a:lnTo>
                    <a:pt x="133" y="508"/>
                  </a:lnTo>
                  <a:lnTo>
                    <a:pt x="133" y="507"/>
                  </a:lnTo>
                  <a:lnTo>
                    <a:pt x="133" y="507"/>
                  </a:lnTo>
                  <a:lnTo>
                    <a:pt x="134" y="507"/>
                  </a:lnTo>
                  <a:lnTo>
                    <a:pt x="134" y="507"/>
                  </a:lnTo>
                  <a:lnTo>
                    <a:pt x="134" y="507"/>
                  </a:lnTo>
                  <a:lnTo>
                    <a:pt x="135" y="507"/>
                  </a:lnTo>
                  <a:lnTo>
                    <a:pt x="135" y="507"/>
                  </a:lnTo>
                  <a:lnTo>
                    <a:pt x="135" y="506"/>
                  </a:lnTo>
                  <a:lnTo>
                    <a:pt x="135" y="505"/>
                  </a:lnTo>
                  <a:lnTo>
                    <a:pt x="135" y="505"/>
                  </a:lnTo>
                  <a:lnTo>
                    <a:pt x="136" y="506"/>
                  </a:lnTo>
                  <a:lnTo>
                    <a:pt x="137" y="505"/>
                  </a:lnTo>
                  <a:lnTo>
                    <a:pt x="137" y="505"/>
                  </a:lnTo>
                  <a:lnTo>
                    <a:pt x="137" y="505"/>
                  </a:lnTo>
                  <a:lnTo>
                    <a:pt x="137" y="504"/>
                  </a:lnTo>
                  <a:lnTo>
                    <a:pt x="138" y="504"/>
                  </a:lnTo>
                  <a:lnTo>
                    <a:pt x="138" y="504"/>
                  </a:lnTo>
                  <a:lnTo>
                    <a:pt x="139" y="504"/>
                  </a:lnTo>
                  <a:lnTo>
                    <a:pt x="139" y="503"/>
                  </a:lnTo>
                  <a:lnTo>
                    <a:pt x="139" y="503"/>
                  </a:lnTo>
                  <a:lnTo>
                    <a:pt x="139" y="503"/>
                  </a:lnTo>
                  <a:lnTo>
                    <a:pt x="139" y="502"/>
                  </a:lnTo>
                  <a:lnTo>
                    <a:pt x="139" y="502"/>
                  </a:lnTo>
                  <a:lnTo>
                    <a:pt x="139" y="502"/>
                  </a:lnTo>
                  <a:lnTo>
                    <a:pt x="140" y="502"/>
                  </a:lnTo>
                  <a:lnTo>
                    <a:pt x="141" y="502"/>
                  </a:lnTo>
                  <a:lnTo>
                    <a:pt x="141" y="502"/>
                  </a:lnTo>
                  <a:lnTo>
                    <a:pt x="141" y="501"/>
                  </a:lnTo>
                  <a:lnTo>
                    <a:pt x="142" y="502"/>
                  </a:lnTo>
                  <a:lnTo>
                    <a:pt x="143" y="502"/>
                  </a:lnTo>
                  <a:lnTo>
                    <a:pt x="144" y="501"/>
                  </a:lnTo>
                  <a:lnTo>
                    <a:pt x="144" y="501"/>
                  </a:lnTo>
                  <a:lnTo>
                    <a:pt x="145" y="501"/>
                  </a:lnTo>
                  <a:lnTo>
                    <a:pt x="145" y="501"/>
                  </a:lnTo>
                  <a:lnTo>
                    <a:pt x="146" y="501"/>
                  </a:lnTo>
                  <a:lnTo>
                    <a:pt x="146" y="501"/>
                  </a:lnTo>
                  <a:lnTo>
                    <a:pt x="146" y="501"/>
                  </a:lnTo>
                  <a:lnTo>
                    <a:pt x="146" y="500"/>
                  </a:lnTo>
                  <a:lnTo>
                    <a:pt x="147" y="500"/>
                  </a:lnTo>
                  <a:lnTo>
                    <a:pt x="147" y="501"/>
                  </a:lnTo>
                  <a:lnTo>
                    <a:pt x="147" y="501"/>
                  </a:lnTo>
                  <a:lnTo>
                    <a:pt x="148" y="500"/>
                  </a:lnTo>
                  <a:lnTo>
                    <a:pt x="148" y="500"/>
                  </a:lnTo>
                  <a:lnTo>
                    <a:pt x="148" y="500"/>
                  </a:lnTo>
                  <a:lnTo>
                    <a:pt x="148" y="500"/>
                  </a:lnTo>
                  <a:lnTo>
                    <a:pt x="149" y="501"/>
                  </a:lnTo>
                  <a:lnTo>
                    <a:pt x="149" y="501"/>
                  </a:lnTo>
                  <a:lnTo>
                    <a:pt x="150" y="501"/>
                  </a:lnTo>
                  <a:lnTo>
                    <a:pt x="151" y="501"/>
                  </a:lnTo>
                  <a:lnTo>
                    <a:pt x="151" y="501"/>
                  </a:lnTo>
                  <a:lnTo>
                    <a:pt x="151" y="500"/>
                  </a:lnTo>
                  <a:lnTo>
                    <a:pt x="152" y="500"/>
                  </a:lnTo>
                  <a:lnTo>
                    <a:pt x="152" y="501"/>
                  </a:lnTo>
                  <a:lnTo>
                    <a:pt x="152" y="501"/>
                  </a:lnTo>
                  <a:lnTo>
                    <a:pt x="152" y="501"/>
                  </a:lnTo>
                  <a:lnTo>
                    <a:pt x="151" y="502"/>
                  </a:lnTo>
                  <a:lnTo>
                    <a:pt x="151" y="502"/>
                  </a:lnTo>
                  <a:lnTo>
                    <a:pt x="152" y="502"/>
                  </a:lnTo>
                  <a:lnTo>
                    <a:pt x="152" y="502"/>
                  </a:lnTo>
                  <a:lnTo>
                    <a:pt x="152" y="502"/>
                  </a:lnTo>
                  <a:lnTo>
                    <a:pt x="152" y="503"/>
                  </a:lnTo>
                  <a:lnTo>
                    <a:pt x="152" y="503"/>
                  </a:lnTo>
                  <a:lnTo>
                    <a:pt x="152" y="503"/>
                  </a:lnTo>
                  <a:lnTo>
                    <a:pt x="153" y="503"/>
                  </a:lnTo>
                  <a:lnTo>
                    <a:pt x="153" y="504"/>
                  </a:lnTo>
                  <a:lnTo>
                    <a:pt x="152" y="503"/>
                  </a:lnTo>
                  <a:lnTo>
                    <a:pt x="153" y="505"/>
                  </a:lnTo>
                  <a:lnTo>
                    <a:pt x="154" y="506"/>
                  </a:lnTo>
                  <a:lnTo>
                    <a:pt x="155" y="506"/>
                  </a:lnTo>
                  <a:lnTo>
                    <a:pt x="155" y="506"/>
                  </a:lnTo>
                  <a:lnTo>
                    <a:pt x="156" y="507"/>
                  </a:lnTo>
                  <a:lnTo>
                    <a:pt x="156" y="507"/>
                  </a:lnTo>
                  <a:lnTo>
                    <a:pt x="158" y="507"/>
                  </a:lnTo>
                  <a:lnTo>
                    <a:pt x="158" y="507"/>
                  </a:lnTo>
                  <a:lnTo>
                    <a:pt x="158" y="507"/>
                  </a:lnTo>
                  <a:lnTo>
                    <a:pt x="158" y="507"/>
                  </a:lnTo>
                  <a:lnTo>
                    <a:pt x="159" y="508"/>
                  </a:lnTo>
                  <a:lnTo>
                    <a:pt x="159" y="508"/>
                  </a:lnTo>
                  <a:lnTo>
                    <a:pt x="159" y="509"/>
                  </a:lnTo>
                  <a:lnTo>
                    <a:pt x="158" y="509"/>
                  </a:lnTo>
                  <a:lnTo>
                    <a:pt x="158" y="510"/>
                  </a:lnTo>
                  <a:lnTo>
                    <a:pt x="158" y="511"/>
                  </a:lnTo>
                  <a:lnTo>
                    <a:pt x="158" y="511"/>
                  </a:lnTo>
                  <a:lnTo>
                    <a:pt x="159" y="511"/>
                  </a:lnTo>
                  <a:lnTo>
                    <a:pt x="159" y="511"/>
                  </a:lnTo>
                  <a:lnTo>
                    <a:pt x="159" y="510"/>
                  </a:lnTo>
                  <a:lnTo>
                    <a:pt x="159" y="510"/>
                  </a:lnTo>
                  <a:lnTo>
                    <a:pt x="160" y="509"/>
                  </a:lnTo>
                  <a:lnTo>
                    <a:pt x="160" y="509"/>
                  </a:lnTo>
                  <a:lnTo>
                    <a:pt x="160" y="509"/>
                  </a:lnTo>
                  <a:lnTo>
                    <a:pt x="160" y="508"/>
                  </a:lnTo>
                  <a:lnTo>
                    <a:pt x="159" y="507"/>
                  </a:lnTo>
                  <a:lnTo>
                    <a:pt x="159" y="507"/>
                  </a:lnTo>
                  <a:lnTo>
                    <a:pt x="159" y="507"/>
                  </a:lnTo>
                  <a:lnTo>
                    <a:pt x="159" y="506"/>
                  </a:lnTo>
                  <a:lnTo>
                    <a:pt x="162" y="503"/>
                  </a:lnTo>
                  <a:lnTo>
                    <a:pt x="162" y="503"/>
                  </a:lnTo>
                  <a:lnTo>
                    <a:pt x="164" y="501"/>
                  </a:lnTo>
                  <a:lnTo>
                    <a:pt x="165" y="499"/>
                  </a:lnTo>
                  <a:lnTo>
                    <a:pt x="165" y="499"/>
                  </a:lnTo>
                  <a:lnTo>
                    <a:pt x="165" y="499"/>
                  </a:lnTo>
                  <a:lnTo>
                    <a:pt x="165" y="498"/>
                  </a:lnTo>
                  <a:lnTo>
                    <a:pt x="165" y="498"/>
                  </a:lnTo>
                  <a:lnTo>
                    <a:pt x="165" y="498"/>
                  </a:lnTo>
                  <a:lnTo>
                    <a:pt x="165" y="498"/>
                  </a:lnTo>
                  <a:lnTo>
                    <a:pt x="165" y="498"/>
                  </a:lnTo>
                  <a:lnTo>
                    <a:pt x="165" y="497"/>
                  </a:lnTo>
                  <a:lnTo>
                    <a:pt x="165" y="496"/>
                  </a:lnTo>
                  <a:lnTo>
                    <a:pt x="165" y="496"/>
                  </a:lnTo>
                  <a:lnTo>
                    <a:pt x="165" y="494"/>
                  </a:lnTo>
                  <a:lnTo>
                    <a:pt x="165" y="494"/>
                  </a:lnTo>
                  <a:lnTo>
                    <a:pt x="165" y="494"/>
                  </a:lnTo>
                  <a:lnTo>
                    <a:pt x="165" y="494"/>
                  </a:lnTo>
                  <a:lnTo>
                    <a:pt x="166" y="494"/>
                  </a:lnTo>
                  <a:lnTo>
                    <a:pt x="167" y="494"/>
                  </a:lnTo>
                  <a:lnTo>
                    <a:pt x="167" y="494"/>
                  </a:lnTo>
                  <a:lnTo>
                    <a:pt x="168" y="494"/>
                  </a:lnTo>
                  <a:lnTo>
                    <a:pt x="168" y="494"/>
                  </a:lnTo>
                  <a:lnTo>
                    <a:pt x="169" y="494"/>
                  </a:lnTo>
                  <a:lnTo>
                    <a:pt x="169" y="494"/>
                  </a:lnTo>
                  <a:lnTo>
                    <a:pt x="169" y="495"/>
                  </a:lnTo>
                  <a:lnTo>
                    <a:pt x="169" y="495"/>
                  </a:lnTo>
                  <a:lnTo>
                    <a:pt x="169" y="496"/>
                  </a:lnTo>
                  <a:lnTo>
                    <a:pt x="169" y="495"/>
                  </a:lnTo>
                  <a:lnTo>
                    <a:pt x="170" y="495"/>
                  </a:lnTo>
                  <a:lnTo>
                    <a:pt x="170" y="495"/>
                  </a:lnTo>
                  <a:lnTo>
                    <a:pt x="171" y="495"/>
                  </a:lnTo>
                  <a:lnTo>
                    <a:pt x="171" y="494"/>
                  </a:lnTo>
                  <a:lnTo>
                    <a:pt x="172" y="494"/>
                  </a:lnTo>
                  <a:lnTo>
                    <a:pt x="173" y="495"/>
                  </a:lnTo>
                  <a:lnTo>
                    <a:pt x="174" y="495"/>
                  </a:lnTo>
                  <a:lnTo>
                    <a:pt x="174" y="495"/>
                  </a:lnTo>
                  <a:lnTo>
                    <a:pt x="174" y="495"/>
                  </a:lnTo>
                  <a:lnTo>
                    <a:pt x="175" y="495"/>
                  </a:lnTo>
                  <a:lnTo>
                    <a:pt x="176" y="494"/>
                  </a:lnTo>
                  <a:lnTo>
                    <a:pt x="176" y="494"/>
                  </a:lnTo>
                  <a:lnTo>
                    <a:pt x="176" y="494"/>
                  </a:lnTo>
                  <a:lnTo>
                    <a:pt x="177" y="494"/>
                  </a:lnTo>
                  <a:lnTo>
                    <a:pt x="177" y="493"/>
                  </a:lnTo>
                  <a:lnTo>
                    <a:pt x="178" y="493"/>
                  </a:lnTo>
                  <a:lnTo>
                    <a:pt x="178" y="493"/>
                  </a:lnTo>
                  <a:lnTo>
                    <a:pt x="178" y="493"/>
                  </a:lnTo>
                  <a:lnTo>
                    <a:pt x="178" y="493"/>
                  </a:lnTo>
                  <a:lnTo>
                    <a:pt x="178" y="492"/>
                  </a:lnTo>
                  <a:lnTo>
                    <a:pt x="178" y="491"/>
                  </a:lnTo>
                  <a:lnTo>
                    <a:pt x="178" y="491"/>
                  </a:lnTo>
                  <a:lnTo>
                    <a:pt x="178" y="491"/>
                  </a:lnTo>
                  <a:lnTo>
                    <a:pt x="178" y="491"/>
                  </a:lnTo>
                  <a:lnTo>
                    <a:pt x="179" y="490"/>
                  </a:lnTo>
                  <a:lnTo>
                    <a:pt x="179" y="490"/>
                  </a:lnTo>
                  <a:lnTo>
                    <a:pt x="179" y="489"/>
                  </a:lnTo>
                  <a:lnTo>
                    <a:pt x="179" y="489"/>
                  </a:lnTo>
                  <a:lnTo>
                    <a:pt x="180" y="489"/>
                  </a:lnTo>
                  <a:lnTo>
                    <a:pt x="180" y="489"/>
                  </a:lnTo>
                  <a:lnTo>
                    <a:pt x="180" y="489"/>
                  </a:lnTo>
                  <a:lnTo>
                    <a:pt x="180" y="489"/>
                  </a:lnTo>
                  <a:lnTo>
                    <a:pt x="181" y="489"/>
                  </a:lnTo>
                  <a:lnTo>
                    <a:pt x="181" y="489"/>
                  </a:lnTo>
                  <a:lnTo>
                    <a:pt x="182" y="489"/>
                  </a:lnTo>
                  <a:lnTo>
                    <a:pt x="182" y="489"/>
                  </a:lnTo>
                  <a:lnTo>
                    <a:pt x="182" y="489"/>
                  </a:lnTo>
                  <a:lnTo>
                    <a:pt x="182" y="489"/>
                  </a:lnTo>
                  <a:lnTo>
                    <a:pt x="182" y="489"/>
                  </a:lnTo>
                  <a:lnTo>
                    <a:pt x="183" y="489"/>
                  </a:lnTo>
                  <a:lnTo>
                    <a:pt x="183" y="488"/>
                  </a:lnTo>
                  <a:lnTo>
                    <a:pt x="183" y="488"/>
                  </a:lnTo>
                  <a:lnTo>
                    <a:pt x="182" y="487"/>
                  </a:lnTo>
                  <a:lnTo>
                    <a:pt x="183" y="487"/>
                  </a:lnTo>
                  <a:lnTo>
                    <a:pt x="184" y="486"/>
                  </a:lnTo>
                  <a:lnTo>
                    <a:pt x="185" y="485"/>
                  </a:lnTo>
                  <a:lnTo>
                    <a:pt x="187" y="485"/>
                  </a:lnTo>
                  <a:lnTo>
                    <a:pt x="187" y="485"/>
                  </a:lnTo>
                  <a:lnTo>
                    <a:pt x="187" y="485"/>
                  </a:lnTo>
                  <a:lnTo>
                    <a:pt x="187" y="485"/>
                  </a:lnTo>
                  <a:lnTo>
                    <a:pt x="187" y="485"/>
                  </a:lnTo>
                  <a:lnTo>
                    <a:pt x="187" y="485"/>
                  </a:lnTo>
                  <a:lnTo>
                    <a:pt x="188" y="484"/>
                  </a:lnTo>
                  <a:lnTo>
                    <a:pt x="189" y="484"/>
                  </a:lnTo>
                  <a:lnTo>
                    <a:pt x="189" y="484"/>
                  </a:lnTo>
                  <a:lnTo>
                    <a:pt x="190" y="483"/>
                  </a:lnTo>
                  <a:lnTo>
                    <a:pt x="190" y="483"/>
                  </a:lnTo>
                  <a:lnTo>
                    <a:pt x="191" y="482"/>
                  </a:lnTo>
                  <a:lnTo>
                    <a:pt x="190" y="482"/>
                  </a:lnTo>
                  <a:lnTo>
                    <a:pt x="191" y="482"/>
                  </a:lnTo>
                  <a:lnTo>
                    <a:pt x="191" y="482"/>
                  </a:lnTo>
                  <a:lnTo>
                    <a:pt x="191" y="481"/>
                  </a:lnTo>
                  <a:lnTo>
                    <a:pt x="191" y="481"/>
                  </a:lnTo>
                  <a:lnTo>
                    <a:pt x="191" y="481"/>
                  </a:lnTo>
                  <a:lnTo>
                    <a:pt x="191" y="479"/>
                  </a:lnTo>
                  <a:lnTo>
                    <a:pt x="191" y="479"/>
                  </a:lnTo>
                  <a:lnTo>
                    <a:pt x="191" y="479"/>
                  </a:lnTo>
                  <a:lnTo>
                    <a:pt x="191" y="479"/>
                  </a:lnTo>
                  <a:lnTo>
                    <a:pt x="191" y="479"/>
                  </a:lnTo>
                  <a:lnTo>
                    <a:pt x="191" y="478"/>
                  </a:lnTo>
                  <a:lnTo>
                    <a:pt x="191" y="478"/>
                  </a:lnTo>
                  <a:lnTo>
                    <a:pt x="191" y="476"/>
                  </a:lnTo>
                  <a:lnTo>
                    <a:pt x="191" y="476"/>
                  </a:lnTo>
                  <a:lnTo>
                    <a:pt x="191" y="474"/>
                  </a:lnTo>
                  <a:lnTo>
                    <a:pt x="192" y="474"/>
                  </a:lnTo>
                  <a:lnTo>
                    <a:pt x="193" y="474"/>
                  </a:lnTo>
                  <a:lnTo>
                    <a:pt x="193" y="474"/>
                  </a:lnTo>
                  <a:lnTo>
                    <a:pt x="194" y="473"/>
                  </a:lnTo>
                  <a:lnTo>
                    <a:pt x="196" y="474"/>
                  </a:lnTo>
                  <a:lnTo>
                    <a:pt x="197" y="473"/>
                  </a:lnTo>
                  <a:lnTo>
                    <a:pt x="197" y="473"/>
                  </a:lnTo>
                  <a:lnTo>
                    <a:pt x="197" y="474"/>
                  </a:lnTo>
                  <a:lnTo>
                    <a:pt x="197" y="474"/>
                  </a:lnTo>
                  <a:lnTo>
                    <a:pt x="198" y="473"/>
                  </a:lnTo>
                  <a:lnTo>
                    <a:pt x="198" y="473"/>
                  </a:lnTo>
                  <a:lnTo>
                    <a:pt x="198" y="473"/>
                  </a:lnTo>
                  <a:lnTo>
                    <a:pt x="198" y="472"/>
                  </a:lnTo>
                  <a:lnTo>
                    <a:pt x="199" y="472"/>
                  </a:lnTo>
                  <a:lnTo>
                    <a:pt x="199" y="472"/>
                  </a:lnTo>
                  <a:lnTo>
                    <a:pt x="199" y="472"/>
                  </a:lnTo>
                  <a:lnTo>
                    <a:pt x="200" y="472"/>
                  </a:lnTo>
                  <a:lnTo>
                    <a:pt x="200" y="471"/>
                  </a:lnTo>
                  <a:lnTo>
                    <a:pt x="200" y="471"/>
                  </a:lnTo>
                  <a:lnTo>
                    <a:pt x="200" y="471"/>
                  </a:lnTo>
                  <a:lnTo>
                    <a:pt x="200" y="470"/>
                  </a:lnTo>
                  <a:lnTo>
                    <a:pt x="200" y="470"/>
                  </a:lnTo>
                  <a:lnTo>
                    <a:pt x="200" y="469"/>
                  </a:lnTo>
                  <a:lnTo>
                    <a:pt x="200" y="469"/>
                  </a:lnTo>
                  <a:lnTo>
                    <a:pt x="200" y="468"/>
                  </a:lnTo>
                  <a:lnTo>
                    <a:pt x="201" y="468"/>
                  </a:lnTo>
                  <a:lnTo>
                    <a:pt x="202" y="468"/>
                  </a:lnTo>
                  <a:lnTo>
                    <a:pt x="202" y="468"/>
                  </a:lnTo>
                  <a:lnTo>
                    <a:pt x="203" y="468"/>
                  </a:lnTo>
                  <a:lnTo>
                    <a:pt x="204" y="468"/>
                  </a:lnTo>
                  <a:lnTo>
                    <a:pt x="204" y="467"/>
                  </a:lnTo>
                  <a:lnTo>
                    <a:pt x="204" y="467"/>
                  </a:lnTo>
                  <a:lnTo>
                    <a:pt x="204" y="467"/>
                  </a:lnTo>
                  <a:lnTo>
                    <a:pt x="204" y="467"/>
                  </a:lnTo>
                  <a:lnTo>
                    <a:pt x="204" y="466"/>
                  </a:lnTo>
                  <a:lnTo>
                    <a:pt x="205" y="467"/>
                  </a:lnTo>
                  <a:lnTo>
                    <a:pt x="205" y="466"/>
                  </a:lnTo>
                  <a:lnTo>
                    <a:pt x="205" y="465"/>
                  </a:lnTo>
                  <a:lnTo>
                    <a:pt x="205" y="464"/>
                  </a:lnTo>
                  <a:lnTo>
                    <a:pt x="205" y="464"/>
                  </a:lnTo>
                  <a:lnTo>
                    <a:pt x="205" y="463"/>
                  </a:lnTo>
                  <a:lnTo>
                    <a:pt x="206" y="463"/>
                  </a:lnTo>
                  <a:lnTo>
                    <a:pt x="206" y="461"/>
                  </a:lnTo>
                  <a:lnTo>
                    <a:pt x="206" y="461"/>
                  </a:lnTo>
                  <a:lnTo>
                    <a:pt x="206" y="459"/>
                  </a:lnTo>
                  <a:lnTo>
                    <a:pt x="206" y="459"/>
                  </a:lnTo>
                  <a:lnTo>
                    <a:pt x="206" y="459"/>
                  </a:lnTo>
                  <a:lnTo>
                    <a:pt x="205" y="459"/>
                  </a:lnTo>
                  <a:lnTo>
                    <a:pt x="204" y="459"/>
                  </a:lnTo>
                  <a:lnTo>
                    <a:pt x="204" y="458"/>
                  </a:lnTo>
                  <a:lnTo>
                    <a:pt x="205" y="458"/>
                  </a:lnTo>
                  <a:lnTo>
                    <a:pt x="205" y="458"/>
                  </a:lnTo>
                  <a:lnTo>
                    <a:pt x="205" y="457"/>
                  </a:lnTo>
                  <a:lnTo>
                    <a:pt x="205" y="457"/>
                  </a:lnTo>
                  <a:lnTo>
                    <a:pt x="205" y="456"/>
                  </a:lnTo>
                  <a:lnTo>
                    <a:pt x="204" y="456"/>
                  </a:lnTo>
                  <a:lnTo>
                    <a:pt x="204" y="455"/>
                  </a:lnTo>
                  <a:lnTo>
                    <a:pt x="204" y="455"/>
                  </a:lnTo>
                  <a:lnTo>
                    <a:pt x="204" y="455"/>
                  </a:lnTo>
                  <a:lnTo>
                    <a:pt x="205" y="455"/>
                  </a:lnTo>
                  <a:lnTo>
                    <a:pt x="206" y="455"/>
                  </a:lnTo>
                  <a:lnTo>
                    <a:pt x="207" y="455"/>
                  </a:lnTo>
                  <a:lnTo>
                    <a:pt x="207" y="455"/>
                  </a:lnTo>
                  <a:lnTo>
                    <a:pt x="206" y="453"/>
                  </a:lnTo>
                  <a:lnTo>
                    <a:pt x="206" y="451"/>
                  </a:lnTo>
                  <a:lnTo>
                    <a:pt x="207" y="451"/>
                  </a:lnTo>
                  <a:lnTo>
                    <a:pt x="207" y="452"/>
                  </a:lnTo>
                  <a:lnTo>
                    <a:pt x="208" y="452"/>
                  </a:lnTo>
                  <a:lnTo>
                    <a:pt x="208" y="451"/>
                  </a:lnTo>
                  <a:lnTo>
                    <a:pt x="208" y="450"/>
                  </a:lnTo>
                  <a:lnTo>
                    <a:pt x="208" y="450"/>
                  </a:lnTo>
                  <a:lnTo>
                    <a:pt x="208" y="450"/>
                  </a:lnTo>
                  <a:lnTo>
                    <a:pt x="208" y="450"/>
                  </a:lnTo>
                  <a:lnTo>
                    <a:pt x="209" y="451"/>
                  </a:lnTo>
                  <a:lnTo>
                    <a:pt x="210" y="451"/>
                  </a:lnTo>
                  <a:lnTo>
                    <a:pt x="211" y="451"/>
                  </a:lnTo>
                  <a:lnTo>
                    <a:pt x="212" y="450"/>
                  </a:lnTo>
                  <a:lnTo>
                    <a:pt x="210" y="450"/>
                  </a:lnTo>
                  <a:lnTo>
                    <a:pt x="210" y="450"/>
                  </a:lnTo>
                  <a:lnTo>
                    <a:pt x="210" y="450"/>
                  </a:lnTo>
                  <a:lnTo>
                    <a:pt x="210" y="450"/>
                  </a:lnTo>
                  <a:lnTo>
                    <a:pt x="211" y="450"/>
                  </a:lnTo>
                  <a:lnTo>
                    <a:pt x="212" y="450"/>
                  </a:lnTo>
                  <a:lnTo>
                    <a:pt x="213" y="449"/>
                  </a:lnTo>
                  <a:lnTo>
                    <a:pt x="213" y="450"/>
                  </a:lnTo>
                  <a:lnTo>
                    <a:pt x="214" y="450"/>
                  </a:lnTo>
                  <a:lnTo>
                    <a:pt x="214" y="449"/>
                  </a:lnTo>
                  <a:lnTo>
                    <a:pt x="214" y="448"/>
                  </a:lnTo>
                  <a:lnTo>
                    <a:pt x="214" y="447"/>
                  </a:lnTo>
                  <a:lnTo>
                    <a:pt x="214" y="447"/>
                  </a:lnTo>
                  <a:lnTo>
                    <a:pt x="214" y="446"/>
                  </a:lnTo>
                  <a:lnTo>
                    <a:pt x="214" y="446"/>
                  </a:lnTo>
                  <a:lnTo>
                    <a:pt x="214" y="446"/>
                  </a:lnTo>
                  <a:lnTo>
                    <a:pt x="215" y="447"/>
                  </a:lnTo>
                  <a:lnTo>
                    <a:pt x="215" y="447"/>
                  </a:lnTo>
                  <a:lnTo>
                    <a:pt x="215" y="447"/>
                  </a:lnTo>
                  <a:lnTo>
                    <a:pt x="216" y="447"/>
                  </a:lnTo>
                  <a:lnTo>
                    <a:pt x="217" y="447"/>
                  </a:lnTo>
                  <a:lnTo>
                    <a:pt x="217" y="448"/>
                  </a:lnTo>
                  <a:lnTo>
                    <a:pt x="217" y="449"/>
                  </a:lnTo>
                  <a:lnTo>
                    <a:pt x="217" y="448"/>
                  </a:lnTo>
                  <a:lnTo>
                    <a:pt x="217" y="448"/>
                  </a:lnTo>
                  <a:lnTo>
                    <a:pt x="218" y="448"/>
                  </a:lnTo>
                  <a:lnTo>
                    <a:pt x="218" y="448"/>
                  </a:lnTo>
                  <a:lnTo>
                    <a:pt x="219" y="447"/>
                  </a:lnTo>
                  <a:lnTo>
                    <a:pt x="219" y="447"/>
                  </a:lnTo>
                  <a:lnTo>
                    <a:pt x="219" y="447"/>
                  </a:lnTo>
                  <a:lnTo>
                    <a:pt x="220" y="446"/>
                  </a:lnTo>
                  <a:lnTo>
                    <a:pt x="220" y="446"/>
                  </a:lnTo>
                  <a:lnTo>
                    <a:pt x="220" y="446"/>
                  </a:lnTo>
                  <a:lnTo>
                    <a:pt x="221" y="446"/>
                  </a:lnTo>
                  <a:lnTo>
                    <a:pt x="221" y="446"/>
                  </a:lnTo>
                  <a:lnTo>
                    <a:pt x="221" y="446"/>
                  </a:lnTo>
                  <a:lnTo>
                    <a:pt x="221" y="446"/>
                  </a:lnTo>
                  <a:lnTo>
                    <a:pt x="221" y="445"/>
                  </a:lnTo>
                  <a:lnTo>
                    <a:pt x="221" y="445"/>
                  </a:lnTo>
                  <a:lnTo>
                    <a:pt x="221" y="445"/>
                  </a:lnTo>
                  <a:lnTo>
                    <a:pt x="221" y="445"/>
                  </a:lnTo>
                  <a:lnTo>
                    <a:pt x="221" y="444"/>
                  </a:lnTo>
                  <a:lnTo>
                    <a:pt x="222" y="444"/>
                  </a:lnTo>
                  <a:lnTo>
                    <a:pt x="222" y="444"/>
                  </a:lnTo>
                  <a:lnTo>
                    <a:pt x="222" y="444"/>
                  </a:lnTo>
                  <a:lnTo>
                    <a:pt x="222" y="443"/>
                  </a:lnTo>
                  <a:lnTo>
                    <a:pt x="222" y="443"/>
                  </a:lnTo>
                  <a:lnTo>
                    <a:pt x="223" y="443"/>
                  </a:lnTo>
                  <a:lnTo>
                    <a:pt x="222" y="443"/>
                  </a:lnTo>
                  <a:lnTo>
                    <a:pt x="223" y="443"/>
                  </a:lnTo>
                  <a:lnTo>
                    <a:pt x="223" y="442"/>
                  </a:lnTo>
                  <a:lnTo>
                    <a:pt x="223" y="442"/>
                  </a:lnTo>
                  <a:lnTo>
                    <a:pt x="224" y="442"/>
                  </a:lnTo>
                  <a:lnTo>
                    <a:pt x="224" y="441"/>
                  </a:lnTo>
                  <a:lnTo>
                    <a:pt x="224" y="440"/>
                  </a:lnTo>
                  <a:lnTo>
                    <a:pt x="224" y="439"/>
                  </a:lnTo>
                  <a:lnTo>
                    <a:pt x="224" y="438"/>
                  </a:lnTo>
                  <a:lnTo>
                    <a:pt x="224" y="438"/>
                  </a:lnTo>
                  <a:lnTo>
                    <a:pt x="224" y="438"/>
                  </a:lnTo>
                  <a:lnTo>
                    <a:pt x="224" y="437"/>
                  </a:lnTo>
                  <a:lnTo>
                    <a:pt x="225" y="437"/>
                  </a:lnTo>
                  <a:lnTo>
                    <a:pt x="225" y="437"/>
                  </a:lnTo>
                  <a:lnTo>
                    <a:pt x="224" y="437"/>
                  </a:lnTo>
                  <a:lnTo>
                    <a:pt x="224" y="437"/>
                  </a:lnTo>
                  <a:lnTo>
                    <a:pt x="224" y="436"/>
                  </a:lnTo>
                  <a:lnTo>
                    <a:pt x="225" y="436"/>
                  </a:lnTo>
                  <a:lnTo>
                    <a:pt x="225" y="436"/>
                  </a:lnTo>
                  <a:lnTo>
                    <a:pt x="226" y="436"/>
                  </a:lnTo>
                  <a:lnTo>
                    <a:pt x="226" y="435"/>
                  </a:lnTo>
                  <a:lnTo>
                    <a:pt x="226" y="434"/>
                  </a:lnTo>
                  <a:lnTo>
                    <a:pt x="224" y="433"/>
                  </a:lnTo>
                  <a:lnTo>
                    <a:pt x="225" y="433"/>
                  </a:lnTo>
                  <a:lnTo>
                    <a:pt x="225" y="433"/>
                  </a:lnTo>
                  <a:lnTo>
                    <a:pt x="225" y="433"/>
                  </a:lnTo>
                  <a:lnTo>
                    <a:pt x="225" y="433"/>
                  </a:lnTo>
                  <a:lnTo>
                    <a:pt x="225" y="433"/>
                  </a:lnTo>
                  <a:lnTo>
                    <a:pt x="225" y="433"/>
                  </a:lnTo>
                  <a:lnTo>
                    <a:pt x="225" y="432"/>
                  </a:lnTo>
                  <a:lnTo>
                    <a:pt x="225" y="432"/>
                  </a:lnTo>
                  <a:lnTo>
                    <a:pt x="225" y="432"/>
                  </a:lnTo>
                  <a:lnTo>
                    <a:pt x="225" y="432"/>
                  </a:lnTo>
                  <a:lnTo>
                    <a:pt x="225" y="432"/>
                  </a:lnTo>
                  <a:lnTo>
                    <a:pt x="225" y="431"/>
                  </a:lnTo>
                  <a:lnTo>
                    <a:pt x="225" y="431"/>
                  </a:lnTo>
                  <a:lnTo>
                    <a:pt x="225" y="431"/>
                  </a:lnTo>
                  <a:lnTo>
                    <a:pt x="226" y="430"/>
                  </a:lnTo>
                  <a:lnTo>
                    <a:pt x="226" y="429"/>
                  </a:lnTo>
                  <a:lnTo>
                    <a:pt x="225" y="429"/>
                  </a:lnTo>
                  <a:lnTo>
                    <a:pt x="225" y="429"/>
                  </a:lnTo>
                  <a:lnTo>
                    <a:pt x="224" y="428"/>
                  </a:lnTo>
                  <a:lnTo>
                    <a:pt x="224" y="428"/>
                  </a:lnTo>
                  <a:lnTo>
                    <a:pt x="224" y="428"/>
                  </a:lnTo>
                  <a:lnTo>
                    <a:pt x="223" y="428"/>
                  </a:lnTo>
                  <a:lnTo>
                    <a:pt x="223" y="428"/>
                  </a:lnTo>
                  <a:lnTo>
                    <a:pt x="224" y="427"/>
                  </a:lnTo>
                  <a:lnTo>
                    <a:pt x="224" y="426"/>
                  </a:lnTo>
                  <a:lnTo>
                    <a:pt x="224" y="426"/>
                  </a:lnTo>
                  <a:lnTo>
                    <a:pt x="224" y="426"/>
                  </a:lnTo>
                  <a:lnTo>
                    <a:pt x="225" y="426"/>
                  </a:lnTo>
                  <a:lnTo>
                    <a:pt x="225" y="425"/>
                  </a:lnTo>
                  <a:lnTo>
                    <a:pt x="225" y="425"/>
                  </a:lnTo>
                  <a:lnTo>
                    <a:pt x="225" y="424"/>
                  </a:lnTo>
                  <a:lnTo>
                    <a:pt x="226" y="424"/>
                  </a:lnTo>
                  <a:lnTo>
                    <a:pt x="226" y="424"/>
                  </a:lnTo>
                  <a:lnTo>
                    <a:pt x="226" y="424"/>
                  </a:lnTo>
                  <a:lnTo>
                    <a:pt x="226" y="424"/>
                  </a:lnTo>
                  <a:lnTo>
                    <a:pt x="226" y="424"/>
                  </a:lnTo>
                  <a:lnTo>
                    <a:pt x="226" y="423"/>
                  </a:lnTo>
                  <a:lnTo>
                    <a:pt x="226" y="422"/>
                  </a:lnTo>
                  <a:lnTo>
                    <a:pt x="226" y="421"/>
                  </a:lnTo>
                  <a:lnTo>
                    <a:pt x="226" y="420"/>
                  </a:lnTo>
                  <a:lnTo>
                    <a:pt x="226" y="420"/>
                  </a:lnTo>
                  <a:lnTo>
                    <a:pt x="226" y="420"/>
                  </a:lnTo>
                  <a:lnTo>
                    <a:pt x="226" y="420"/>
                  </a:lnTo>
                  <a:lnTo>
                    <a:pt x="226" y="419"/>
                  </a:lnTo>
                  <a:lnTo>
                    <a:pt x="226" y="418"/>
                  </a:lnTo>
                  <a:lnTo>
                    <a:pt x="226" y="418"/>
                  </a:lnTo>
                  <a:lnTo>
                    <a:pt x="226" y="416"/>
                  </a:lnTo>
                  <a:lnTo>
                    <a:pt x="226" y="416"/>
                  </a:lnTo>
                  <a:lnTo>
                    <a:pt x="226" y="416"/>
                  </a:lnTo>
                  <a:lnTo>
                    <a:pt x="226" y="416"/>
                  </a:lnTo>
                  <a:lnTo>
                    <a:pt x="225" y="416"/>
                  </a:lnTo>
                  <a:lnTo>
                    <a:pt x="225" y="416"/>
                  </a:lnTo>
                  <a:lnTo>
                    <a:pt x="224" y="416"/>
                  </a:lnTo>
                  <a:lnTo>
                    <a:pt x="224" y="415"/>
                  </a:lnTo>
                  <a:lnTo>
                    <a:pt x="225" y="415"/>
                  </a:lnTo>
                  <a:lnTo>
                    <a:pt x="225" y="414"/>
                  </a:lnTo>
                  <a:lnTo>
                    <a:pt x="226" y="413"/>
                  </a:lnTo>
                  <a:lnTo>
                    <a:pt x="227" y="414"/>
                  </a:lnTo>
                  <a:lnTo>
                    <a:pt x="228" y="414"/>
                  </a:lnTo>
                  <a:lnTo>
                    <a:pt x="227" y="414"/>
                  </a:lnTo>
                  <a:lnTo>
                    <a:pt x="227" y="415"/>
                  </a:lnTo>
                  <a:lnTo>
                    <a:pt x="228" y="416"/>
                  </a:lnTo>
                  <a:lnTo>
                    <a:pt x="229" y="416"/>
                  </a:lnTo>
                  <a:lnTo>
                    <a:pt x="229" y="415"/>
                  </a:lnTo>
                  <a:lnTo>
                    <a:pt x="230" y="415"/>
                  </a:lnTo>
                  <a:lnTo>
                    <a:pt x="230" y="415"/>
                  </a:lnTo>
                  <a:lnTo>
                    <a:pt x="230" y="416"/>
                  </a:lnTo>
                  <a:lnTo>
                    <a:pt x="230" y="416"/>
                  </a:lnTo>
                  <a:lnTo>
                    <a:pt x="230" y="416"/>
                  </a:lnTo>
                  <a:lnTo>
                    <a:pt x="230" y="416"/>
                  </a:lnTo>
                  <a:lnTo>
                    <a:pt x="231" y="416"/>
                  </a:lnTo>
                  <a:lnTo>
                    <a:pt x="231" y="416"/>
                  </a:lnTo>
                  <a:lnTo>
                    <a:pt x="232" y="416"/>
                  </a:lnTo>
                  <a:lnTo>
                    <a:pt x="232" y="416"/>
                  </a:lnTo>
                  <a:lnTo>
                    <a:pt x="234" y="416"/>
                  </a:lnTo>
                  <a:lnTo>
                    <a:pt x="234" y="416"/>
                  </a:lnTo>
                  <a:lnTo>
                    <a:pt x="234" y="416"/>
                  </a:lnTo>
                  <a:lnTo>
                    <a:pt x="234" y="416"/>
                  </a:lnTo>
                  <a:lnTo>
                    <a:pt x="234" y="415"/>
                  </a:lnTo>
                  <a:lnTo>
                    <a:pt x="234" y="415"/>
                  </a:lnTo>
                  <a:lnTo>
                    <a:pt x="234" y="415"/>
                  </a:lnTo>
                  <a:lnTo>
                    <a:pt x="234" y="415"/>
                  </a:lnTo>
                  <a:lnTo>
                    <a:pt x="234" y="414"/>
                  </a:lnTo>
                  <a:lnTo>
                    <a:pt x="234" y="414"/>
                  </a:lnTo>
                  <a:lnTo>
                    <a:pt x="234" y="413"/>
                  </a:lnTo>
                  <a:lnTo>
                    <a:pt x="235" y="413"/>
                  </a:lnTo>
                  <a:lnTo>
                    <a:pt x="234" y="413"/>
                  </a:lnTo>
                  <a:lnTo>
                    <a:pt x="235" y="413"/>
                  </a:lnTo>
                  <a:lnTo>
                    <a:pt x="235" y="412"/>
                  </a:lnTo>
                  <a:lnTo>
                    <a:pt x="235" y="412"/>
                  </a:lnTo>
                  <a:lnTo>
                    <a:pt x="235" y="411"/>
                  </a:lnTo>
                  <a:lnTo>
                    <a:pt x="236" y="411"/>
                  </a:lnTo>
                  <a:lnTo>
                    <a:pt x="237" y="411"/>
                  </a:lnTo>
                  <a:lnTo>
                    <a:pt x="238" y="411"/>
                  </a:lnTo>
                  <a:lnTo>
                    <a:pt x="238" y="411"/>
                  </a:lnTo>
                  <a:lnTo>
                    <a:pt x="238" y="411"/>
                  </a:lnTo>
                  <a:lnTo>
                    <a:pt x="238" y="411"/>
                  </a:lnTo>
                  <a:lnTo>
                    <a:pt x="238" y="409"/>
                  </a:lnTo>
                  <a:lnTo>
                    <a:pt x="239" y="409"/>
                  </a:lnTo>
                  <a:lnTo>
                    <a:pt x="240" y="409"/>
                  </a:lnTo>
                  <a:lnTo>
                    <a:pt x="239" y="410"/>
                  </a:lnTo>
                  <a:lnTo>
                    <a:pt x="239" y="411"/>
                  </a:lnTo>
                  <a:lnTo>
                    <a:pt x="239" y="411"/>
                  </a:lnTo>
                  <a:lnTo>
                    <a:pt x="239" y="412"/>
                  </a:lnTo>
                  <a:lnTo>
                    <a:pt x="241" y="413"/>
                  </a:lnTo>
                  <a:lnTo>
                    <a:pt x="241" y="413"/>
                  </a:lnTo>
                  <a:lnTo>
                    <a:pt x="241" y="414"/>
                  </a:lnTo>
                  <a:lnTo>
                    <a:pt x="242" y="414"/>
                  </a:lnTo>
                  <a:lnTo>
                    <a:pt x="242" y="415"/>
                  </a:lnTo>
                  <a:lnTo>
                    <a:pt x="242" y="416"/>
                  </a:lnTo>
                  <a:lnTo>
                    <a:pt x="242" y="416"/>
                  </a:lnTo>
                  <a:lnTo>
                    <a:pt x="241" y="416"/>
                  </a:lnTo>
                  <a:lnTo>
                    <a:pt x="242" y="416"/>
                  </a:lnTo>
                  <a:lnTo>
                    <a:pt x="241" y="416"/>
                  </a:lnTo>
                  <a:lnTo>
                    <a:pt x="242" y="417"/>
                  </a:lnTo>
                  <a:lnTo>
                    <a:pt x="242" y="418"/>
                  </a:lnTo>
                  <a:lnTo>
                    <a:pt x="242" y="419"/>
                  </a:lnTo>
                  <a:lnTo>
                    <a:pt x="242" y="419"/>
                  </a:lnTo>
                  <a:lnTo>
                    <a:pt x="243" y="419"/>
                  </a:lnTo>
                  <a:lnTo>
                    <a:pt x="242" y="420"/>
                  </a:lnTo>
                  <a:lnTo>
                    <a:pt x="241" y="420"/>
                  </a:lnTo>
                  <a:lnTo>
                    <a:pt x="241" y="420"/>
                  </a:lnTo>
                  <a:lnTo>
                    <a:pt x="242" y="420"/>
                  </a:lnTo>
                  <a:lnTo>
                    <a:pt x="243" y="420"/>
                  </a:lnTo>
                  <a:lnTo>
                    <a:pt x="243" y="420"/>
                  </a:lnTo>
                  <a:lnTo>
                    <a:pt x="243" y="419"/>
                  </a:lnTo>
                  <a:lnTo>
                    <a:pt x="243" y="419"/>
                  </a:lnTo>
                  <a:lnTo>
                    <a:pt x="246" y="419"/>
                  </a:lnTo>
                  <a:lnTo>
                    <a:pt x="246" y="420"/>
                  </a:lnTo>
                  <a:lnTo>
                    <a:pt x="248" y="420"/>
                  </a:lnTo>
                  <a:lnTo>
                    <a:pt x="248" y="420"/>
                  </a:lnTo>
                  <a:lnTo>
                    <a:pt x="249" y="420"/>
                  </a:lnTo>
                  <a:lnTo>
                    <a:pt x="251" y="419"/>
                  </a:lnTo>
                  <a:lnTo>
                    <a:pt x="252" y="420"/>
                  </a:lnTo>
                  <a:lnTo>
                    <a:pt x="252" y="420"/>
                  </a:lnTo>
                  <a:lnTo>
                    <a:pt x="253" y="420"/>
                  </a:lnTo>
                  <a:lnTo>
                    <a:pt x="254" y="420"/>
                  </a:lnTo>
                  <a:lnTo>
                    <a:pt x="255" y="420"/>
                  </a:lnTo>
                  <a:lnTo>
                    <a:pt x="256" y="420"/>
                  </a:lnTo>
                  <a:lnTo>
                    <a:pt x="256" y="420"/>
                  </a:lnTo>
                  <a:lnTo>
                    <a:pt x="256" y="420"/>
                  </a:lnTo>
                  <a:lnTo>
                    <a:pt x="256" y="419"/>
                  </a:lnTo>
                  <a:lnTo>
                    <a:pt x="256" y="419"/>
                  </a:lnTo>
                  <a:lnTo>
                    <a:pt x="255" y="419"/>
                  </a:lnTo>
                  <a:lnTo>
                    <a:pt x="255" y="418"/>
                  </a:lnTo>
                  <a:lnTo>
                    <a:pt x="254" y="418"/>
                  </a:lnTo>
                  <a:lnTo>
                    <a:pt x="254" y="418"/>
                  </a:lnTo>
                  <a:lnTo>
                    <a:pt x="254" y="418"/>
                  </a:lnTo>
                  <a:lnTo>
                    <a:pt x="254" y="418"/>
                  </a:lnTo>
                  <a:lnTo>
                    <a:pt x="253" y="418"/>
                  </a:lnTo>
                  <a:lnTo>
                    <a:pt x="252" y="418"/>
                  </a:lnTo>
                  <a:lnTo>
                    <a:pt x="250" y="418"/>
                  </a:lnTo>
                  <a:lnTo>
                    <a:pt x="250" y="418"/>
                  </a:lnTo>
                  <a:lnTo>
                    <a:pt x="249" y="418"/>
                  </a:lnTo>
                  <a:lnTo>
                    <a:pt x="248" y="418"/>
                  </a:lnTo>
                  <a:lnTo>
                    <a:pt x="248" y="418"/>
                  </a:lnTo>
                  <a:lnTo>
                    <a:pt x="248" y="419"/>
                  </a:lnTo>
                  <a:lnTo>
                    <a:pt x="248" y="420"/>
                  </a:lnTo>
                  <a:lnTo>
                    <a:pt x="246" y="419"/>
                  </a:lnTo>
                  <a:lnTo>
                    <a:pt x="246" y="418"/>
                  </a:lnTo>
                  <a:lnTo>
                    <a:pt x="245" y="418"/>
                  </a:lnTo>
                  <a:lnTo>
                    <a:pt x="245" y="418"/>
                  </a:lnTo>
                  <a:lnTo>
                    <a:pt x="244" y="417"/>
                  </a:lnTo>
                  <a:lnTo>
                    <a:pt x="244" y="416"/>
                  </a:lnTo>
                  <a:lnTo>
                    <a:pt x="244" y="416"/>
                  </a:lnTo>
                  <a:lnTo>
                    <a:pt x="243" y="416"/>
                  </a:lnTo>
                  <a:lnTo>
                    <a:pt x="243" y="416"/>
                  </a:lnTo>
                  <a:lnTo>
                    <a:pt x="243" y="416"/>
                  </a:lnTo>
                  <a:lnTo>
                    <a:pt x="243" y="416"/>
                  </a:lnTo>
                  <a:lnTo>
                    <a:pt x="243" y="416"/>
                  </a:lnTo>
                  <a:lnTo>
                    <a:pt x="242" y="415"/>
                  </a:lnTo>
                  <a:lnTo>
                    <a:pt x="242" y="415"/>
                  </a:lnTo>
                  <a:lnTo>
                    <a:pt x="242" y="414"/>
                  </a:lnTo>
                  <a:lnTo>
                    <a:pt x="242" y="413"/>
                  </a:lnTo>
                  <a:lnTo>
                    <a:pt x="242" y="413"/>
                  </a:lnTo>
                  <a:lnTo>
                    <a:pt x="242" y="412"/>
                  </a:lnTo>
                  <a:lnTo>
                    <a:pt x="243" y="411"/>
                  </a:lnTo>
                  <a:lnTo>
                    <a:pt x="243" y="411"/>
                  </a:lnTo>
                  <a:lnTo>
                    <a:pt x="242" y="411"/>
                  </a:lnTo>
                  <a:lnTo>
                    <a:pt x="242" y="411"/>
                  </a:lnTo>
                  <a:lnTo>
                    <a:pt x="242" y="410"/>
                  </a:lnTo>
                  <a:lnTo>
                    <a:pt x="242" y="409"/>
                  </a:lnTo>
                  <a:lnTo>
                    <a:pt x="242" y="409"/>
                  </a:lnTo>
                  <a:lnTo>
                    <a:pt x="243" y="409"/>
                  </a:lnTo>
                  <a:lnTo>
                    <a:pt x="243" y="408"/>
                  </a:lnTo>
                  <a:lnTo>
                    <a:pt x="243" y="407"/>
                  </a:lnTo>
                  <a:lnTo>
                    <a:pt x="244" y="407"/>
                  </a:lnTo>
                  <a:lnTo>
                    <a:pt x="244" y="407"/>
                  </a:lnTo>
                  <a:lnTo>
                    <a:pt x="243" y="407"/>
                  </a:lnTo>
                  <a:lnTo>
                    <a:pt x="243" y="407"/>
                  </a:lnTo>
                  <a:lnTo>
                    <a:pt x="243" y="407"/>
                  </a:lnTo>
                  <a:lnTo>
                    <a:pt x="243" y="405"/>
                  </a:lnTo>
                  <a:lnTo>
                    <a:pt x="242" y="405"/>
                  </a:lnTo>
                  <a:lnTo>
                    <a:pt x="242" y="405"/>
                  </a:lnTo>
                  <a:lnTo>
                    <a:pt x="241" y="405"/>
                  </a:lnTo>
                  <a:lnTo>
                    <a:pt x="241" y="404"/>
                  </a:lnTo>
                  <a:lnTo>
                    <a:pt x="241" y="404"/>
                  </a:lnTo>
                  <a:lnTo>
                    <a:pt x="241" y="404"/>
                  </a:lnTo>
                  <a:lnTo>
                    <a:pt x="242" y="404"/>
                  </a:lnTo>
                  <a:lnTo>
                    <a:pt x="243" y="403"/>
                  </a:lnTo>
                  <a:lnTo>
                    <a:pt x="243" y="403"/>
                  </a:lnTo>
                  <a:lnTo>
                    <a:pt x="243" y="403"/>
                  </a:lnTo>
                  <a:lnTo>
                    <a:pt x="243" y="403"/>
                  </a:lnTo>
                  <a:lnTo>
                    <a:pt x="243" y="403"/>
                  </a:lnTo>
                  <a:lnTo>
                    <a:pt x="243" y="403"/>
                  </a:lnTo>
                  <a:lnTo>
                    <a:pt x="243" y="403"/>
                  </a:lnTo>
                  <a:lnTo>
                    <a:pt x="243" y="403"/>
                  </a:lnTo>
                  <a:lnTo>
                    <a:pt x="244" y="403"/>
                  </a:lnTo>
                  <a:lnTo>
                    <a:pt x="244" y="404"/>
                  </a:lnTo>
                  <a:lnTo>
                    <a:pt x="245" y="404"/>
                  </a:lnTo>
                  <a:lnTo>
                    <a:pt x="245" y="405"/>
                  </a:lnTo>
                  <a:lnTo>
                    <a:pt x="246" y="405"/>
                  </a:lnTo>
                  <a:lnTo>
                    <a:pt x="247" y="405"/>
                  </a:lnTo>
                  <a:lnTo>
                    <a:pt x="248" y="405"/>
                  </a:lnTo>
                  <a:lnTo>
                    <a:pt x="248" y="405"/>
                  </a:lnTo>
                  <a:lnTo>
                    <a:pt x="248" y="406"/>
                  </a:lnTo>
                  <a:lnTo>
                    <a:pt x="249" y="406"/>
                  </a:lnTo>
                  <a:lnTo>
                    <a:pt x="249" y="405"/>
                  </a:lnTo>
                  <a:lnTo>
                    <a:pt x="250" y="405"/>
                  </a:lnTo>
                  <a:lnTo>
                    <a:pt x="250" y="405"/>
                  </a:lnTo>
                  <a:lnTo>
                    <a:pt x="250" y="404"/>
                  </a:lnTo>
                  <a:lnTo>
                    <a:pt x="251" y="404"/>
                  </a:lnTo>
                  <a:lnTo>
                    <a:pt x="251" y="403"/>
                  </a:lnTo>
                  <a:lnTo>
                    <a:pt x="252" y="403"/>
                  </a:lnTo>
                  <a:lnTo>
                    <a:pt x="252" y="403"/>
                  </a:lnTo>
                  <a:lnTo>
                    <a:pt x="252" y="403"/>
                  </a:lnTo>
                  <a:lnTo>
                    <a:pt x="252" y="403"/>
                  </a:lnTo>
                  <a:lnTo>
                    <a:pt x="253" y="403"/>
                  </a:lnTo>
                  <a:lnTo>
                    <a:pt x="253" y="403"/>
                  </a:lnTo>
                  <a:lnTo>
                    <a:pt x="254" y="402"/>
                  </a:lnTo>
                  <a:lnTo>
                    <a:pt x="254" y="402"/>
                  </a:lnTo>
                  <a:lnTo>
                    <a:pt x="255" y="402"/>
                  </a:lnTo>
                  <a:lnTo>
                    <a:pt x="255" y="401"/>
                  </a:lnTo>
                  <a:lnTo>
                    <a:pt x="255" y="401"/>
                  </a:lnTo>
                  <a:lnTo>
                    <a:pt x="256" y="402"/>
                  </a:lnTo>
                  <a:lnTo>
                    <a:pt x="256" y="402"/>
                  </a:lnTo>
                  <a:lnTo>
                    <a:pt x="256" y="402"/>
                  </a:lnTo>
                  <a:lnTo>
                    <a:pt x="256" y="403"/>
                  </a:lnTo>
                  <a:lnTo>
                    <a:pt x="256" y="403"/>
                  </a:lnTo>
                  <a:lnTo>
                    <a:pt x="256" y="403"/>
                  </a:lnTo>
                  <a:lnTo>
                    <a:pt x="257" y="402"/>
                  </a:lnTo>
                  <a:lnTo>
                    <a:pt x="257" y="402"/>
                  </a:lnTo>
                  <a:lnTo>
                    <a:pt x="257" y="403"/>
                  </a:lnTo>
                  <a:lnTo>
                    <a:pt x="258" y="403"/>
                  </a:lnTo>
                  <a:lnTo>
                    <a:pt x="258" y="403"/>
                  </a:lnTo>
                  <a:lnTo>
                    <a:pt x="258" y="402"/>
                  </a:lnTo>
                  <a:lnTo>
                    <a:pt x="259" y="402"/>
                  </a:lnTo>
                  <a:lnTo>
                    <a:pt x="259" y="403"/>
                  </a:lnTo>
                  <a:lnTo>
                    <a:pt x="259" y="403"/>
                  </a:lnTo>
                  <a:lnTo>
                    <a:pt x="259" y="403"/>
                  </a:lnTo>
                  <a:lnTo>
                    <a:pt x="260" y="402"/>
                  </a:lnTo>
                  <a:lnTo>
                    <a:pt x="260" y="403"/>
                  </a:lnTo>
                  <a:lnTo>
                    <a:pt x="260" y="403"/>
                  </a:lnTo>
                  <a:lnTo>
                    <a:pt x="261" y="402"/>
                  </a:lnTo>
                  <a:lnTo>
                    <a:pt x="262" y="402"/>
                  </a:lnTo>
                  <a:lnTo>
                    <a:pt x="264" y="401"/>
                  </a:lnTo>
                  <a:lnTo>
                    <a:pt x="265" y="401"/>
                  </a:lnTo>
                  <a:lnTo>
                    <a:pt x="265" y="400"/>
                  </a:lnTo>
                  <a:lnTo>
                    <a:pt x="265" y="400"/>
                  </a:lnTo>
                  <a:lnTo>
                    <a:pt x="265" y="399"/>
                  </a:lnTo>
                  <a:lnTo>
                    <a:pt x="265" y="399"/>
                  </a:lnTo>
                  <a:lnTo>
                    <a:pt x="265" y="398"/>
                  </a:lnTo>
                  <a:lnTo>
                    <a:pt x="266" y="398"/>
                  </a:lnTo>
                  <a:lnTo>
                    <a:pt x="266" y="398"/>
                  </a:lnTo>
                  <a:lnTo>
                    <a:pt x="267" y="398"/>
                  </a:lnTo>
                  <a:lnTo>
                    <a:pt x="267" y="396"/>
                  </a:lnTo>
                  <a:lnTo>
                    <a:pt x="268" y="395"/>
                  </a:lnTo>
                  <a:lnTo>
                    <a:pt x="268" y="394"/>
                  </a:lnTo>
                  <a:lnTo>
                    <a:pt x="268" y="394"/>
                  </a:lnTo>
                  <a:lnTo>
                    <a:pt x="268" y="394"/>
                  </a:lnTo>
                  <a:lnTo>
                    <a:pt x="268" y="394"/>
                  </a:lnTo>
                  <a:lnTo>
                    <a:pt x="268" y="392"/>
                  </a:lnTo>
                  <a:lnTo>
                    <a:pt x="269" y="392"/>
                  </a:lnTo>
                  <a:lnTo>
                    <a:pt x="269" y="391"/>
                  </a:lnTo>
                  <a:lnTo>
                    <a:pt x="269" y="390"/>
                  </a:lnTo>
                  <a:lnTo>
                    <a:pt x="269" y="390"/>
                  </a:lnTo>
                  <a:lnTo>
                    <a:pt x="269" y="390"/>
                  </a:lnTo>
                  <a:lnTo>
                    <a:pt x="269" y="390"/>
                  </a:lnTo>
                  <a:lnTo>
                    <a:pt x="269" y="387"/>
                  </a:lnTo>
                  <a:lnTo>
                    <a:pt x="269" y="387"/>
                  </a:lnTo>
                  <a:lnTo>
                    <a:pt x="269" y="387"/>
                  </a:lnTo>
                  <a:lnTo>
                    <a:pt x="269" y="386"/>
                  </a:lnTo>
                  <a:lnTo>
                    <a:pt x="269" y="386"/>
                  </a:lnTo>
                  <a:lnTo>
                    <a:pt x="269" y="385"/>
                  </a:lnTo>
                  <a:lnTo>
                    <a:pt x="269" y="385"/>
                  </a:lnTo>
                  <a:lnTo>
                    <a:pt x="269" y="384"/>
                  </a:lnTo>
                  <a:lnTo>
                    <a:pt x="269" y="384"/>
                  </a:lnTo>
                  <a:lnTo>
                    <a:pt x="269" y="384"/>
                  </a:lnTo>
                  <a:lnTo>
                    <a:pt x="269" y="383"/>
                  </a:lnTo>
                  <a:lnTo>
                    <a:pt x="269" y="382"/>
                  </a:lnTo>
                  <a:lnTo>
                    <a:pt x="269" y="382"/>
                  </a:lnTo>
                  <a:lnTo>
                    <a:pt x="270" y="383"/>
                  </a:lnTo>
                  <a:lnTo>
                    <a:pt x="270" y="382"/>
                  </a:lnTo>
                  <a:lnTo>
                    <a:pt x="270" y="382"/>
                  </a:lnTo>
                  <a:lnTo>
                    <a:pt x="271" y="382"/>
                  </a:lnTo>
                  <a:lnTo>
                    <a:pt x="272" y="382"/>
                  </a:lnTo>
                  <a:lnTo>
                    <a:pt x="272" y="382"/>
                  </a:lnTo>
                  <a:lnTo>
                    <a:pt x="273" y="382"/>
                  </a:lnTo>
                  <a:lnTo>
                    <a:pt x="272" y="381"/>
                  </a:lnTo>
                  <a:lnTo>
                    <a:pt x="273" y="381"/>
                  </a:lnTo>
                  <a:lnTo>
                    <a:pt x="273" y="381"/>
                  </a:lnTo>
                  <a:lnTo>
                    <a:pt x="273" y="381"/>
                  </a:lnTo>
                  <a:lnTo>
                    <a:pt x="274" y="381"/>
                  </a:lnTo>
                  <a:lnTo>
                    <a:pt x="273" y="381"/>
                  </a:lnTo>
                  <a:lnTo>
                    <a:pt x="274" y="381"/>
                  </a:lnTo>
                  <a:lnTo>
                    <a:pt x="274" y="382"/>
                  </a:lnTo>
                  <a:lnTo>
                    <a:pt x="274" y="382"/>
                  </a:lnTo>
                  <a:lnTo>
                    <a:pt x="275" y="381"/>
                  </a:lnTo>
                  <a:lnTo>
                    <a:pt x="275" y="381"/>
                  </a:lnTo>
                  <a:lnTo>
                    <a:pt x="275" y="380"/>
                  </a:lnTo>
                  <a:lnTo>
                    <a:pt x="275" y="380"/>
                  </a:lnTo>
                  <a:lnTo>
                    <a:pt x="276" y="379"/>
                  </a:lnTo>
                  <a:lnTo>
                    <a:pt x="276" y="379"/>
                  </a:lnTo>
                  <a:lnTo>
                    <a:pt x="278" y="379"/>
                  </a:lnTo>
                  <a:lnTo>
                    <a:pt x="278" y="379"/>
                  </a:lnTo>
                  <a:lnTo>
                    <a:pt x="278" y="378"/>
                  </a:lnTo>
                  <a:lnTo>
                    <a:pt x="279" y="378"/>
                  </a:lnTo>
                  <a:lnTo>
                    <a:pt x="278" y="377"/>
                  </a:lnTo>
                  <a:lnTo>
                    <a:pt x="279" y="377"/>
                  </a:lnTo>
                  <a:lnTo>
                    <a:pt x="279" y="377"/>
                  </a:lnTo>
                  <a:lnTo>
                    <a:pt x="280" y="377"/>
                  </a:lnTo>
                  <a:lnTo>
                    <a:pt x="279" y="377"/>
                  </a:lnTo>
                  <a:lnTo>
                    <a:pt x="280" y="377"/>
                  </a:lnTo>
                  <a:lnTo>
                    <a:pt x="282" y="377"/>
                  </a:lnTo>
                  <a:lnTo>
                    <a:pt x="282" y="376"/>
                  </a:lnTo>
                  <a:lnTo>
                    <a:pt x="282" y="376"/>
                  </a:lnTo>
                  <a:lnTo>
                    <a:pt x="282" y="376"/>
                  </a:lnTo>
                  <a:lnTo>
                    <a:pt x="282" y="376"/>
                  </a:lnTo>
                  <a:lnTo>
                    <a:pt x="282" y="376"/>
                  </a:lnTo>
                  <a:lnTo>
                    <a:pt x="282" y="375"/>
                  </a:lnTo>
                  <a:lnTo>
                    <a:pt x="282" y="374"/>
                  </a:lnTo>
                  <a:lnTo>
                    <a:pt x="282" y="374"/>
                  </a:lnTo>
                  <a:lnTo>
                    <a:pt x="282" y="373"/>
                  </a:lnTo>
                  <a:lnTo>
                    <a:pt x="284" y="373"/>
                  </a:lnTo>
                  <a:lnTo>
                    <a:pt x="285" y="373"/>
                  </a:lnTo>
                  <a:lnTo>
                    <a:pt x="286" y="372"/>
                  </a:lnTo>
                  <a:lnTo>
                    <a:pt x="286" y="372"/>
                  </a:lnTo>
                  <a:lnTo>
                    <a:pt x="287" y="372"/>
                  </a:lnTo>
                  <a:lnTo>
                    <a:pt x="287" y="371"/>
                  </a:lnTo>
                  <a:lnTo>
                    <a:pt x="287" y="371"/>
                  </a:lnTo>
                  <a:lnTo>
                    <a:pt x="287" y="371"/>
                  </a:lnTo>
                  <a:lnTo>
                    <a:pt x="287" y="370"/>
                  </a:lnTo>
                  <a:lnTo>
                    <a:pt x="287" y="369"/>
                  </a:lnTo>
                  <a:lnTo>
                    <a:pt x="287" y="368"/>
                  </a:lnTo>
                  <a:lnTo>
                    <a:pt x="288" y="368"/>
                  </a:lnTo>
                  <a:lnTo>
                    <a:pt x="288" y="367"/>
                  </a:lnTo>
                  <a:lnTo>
                    <a:pt x="288" y="366"/>
                  </a:lnTo>
                  <a:lnTo>
                    <a:pt x="288" y="365"/>
                  </a:lnTo>
                  <a:lnTo>
                    <a:pt x="288" y="365"/>
                  </a:lnTo>
                  <a:lnTo>
                    <a:pt x="287" y="365"/>
                  </a:lnTo>
                  <a:lnTo>
                    <a:pt x="287" y="364"/>
                  </a:lnTo>
                  <a:lnTo>
                    <a:pt x="289" y="364"/>
                  </a:lnTo>
                  <a:lnTo>
                    <a:pt x="289" y="364"/>
                  </a:lnTo>
                  <a:lnTo>
                    <a:pt x="290" y="365"/>
                  </a:lnTo>
                  <a:lnTo>
                    <a:pt x="290" y="364"/>
                  </a:lnTo>
                  <a:lnTo>
                    <a:pt x="290" y="364"/>
                  </a:lnTo>
                  <a:lnTo>
                    <a:pt x="291" y="364"/>
                  </a:lnTo>
                  <a:lnTo>
                    <a:pt x="291" y="364"/>
                  </a:lnTo>
                  <a:lnTo>
                    <a:pt x="290" y="364"/>
                  </a:lnTo>
                  <a:lnTo>
                    <a:pt x="290" y="364"/>
                  </a:lnTo>
                  <a:lnTo>
                    <a:pt x="290" y="363"/>
                  </a:lnTo>
                  <a:lnTo>
                    <a:pt x="291" y="363"/>
                  </a:lnTo>
                  <a:lnTo>
                    <a:pt x="291" y="362"/>
                  </a:lnTo>
                  <a:lnTo>
                    <a:pt x="291" y="362"/>
                  </a:lnTo>
                  <a:lnTo>
                    <a:pt x="291" y="362"/>
                  </a:lnTo>
                  <a:lnTo>
                    <a:pt x="292" y="362"/>
                  </a:lnTo>
                  <a:lnTo>
                    <a:pt x="293" y="361"/>
                  </a:lnTo>
                  <a:lnTo>
                    <a:pt x="293" y="361"/>
                  </a:lnTo>
                  <a:lnTo>
                    <a:pt x="294" y="361"/>
                  </a:lnTo>
                  <a:lnTo>
                    <a:pt x="293" y="360"/>
                  </a:lnTo>
                  <a:lnTo>
                    <a:pt x="294" y="360"/>
                  </a:lnTo>
                  <a:lnTo>
                    <a:pt x="293" y="360"/>
                  </a:lnTo>
                  <a:lnTo>
                    <a:pt x="294" y="360"/>
                  </a:lnTo>
                  <a:lnTo>
                    <a:pt x="294" y="359"/>
                  </a:lnTo>
                  <a:lnTo>
                    <a:pt x="295" y="359"/>
                  </a:lnTo>
                  <a:lnTo>
                    <a:pt x="296" y="358"/>
                  </a:lnTo>
                  <a:lnTo>
                    <a:pt x="297" y="358"/>
                  </a:lnTo>
                  <a:lnTo>
                    <a:pt x="298" y="358"/>
                  </a:lnTo>
                  <a:lnTo>
                    <a:pt x="298" y="358"/>
                  </a:lnTo>
                  <a:lnTo>
                    <a:pt x="299" y="357"/>
                  </a:lnTo>
                  <a:lnTo>
                    <a:pt x="299" y="356"/>
                  </a:lnTo>
                  <a:lnTo>
                    <a:pt x="300" y="356"/>
                  </a:lnTo>
                  <a:lnTo>
                    <a:pt x="300" y="356"/>
                  </a:lnTo>
                  <a:lnTo>
                    <a:pt x="301" y="355"/>
                  </a:lnTo>
                  <a:lnTo>
                    <a:pt x="301" y="355"/>
                  </a:lnTo>
                  <a:lnTo>
                    <a:pt x="301" y="355"/>
                  </a:lnTo>
                  <a:lnTo>
                    <a:pt x="302" y="355"/>
                  </a:lnTo>
                  <a:lnTo>
                    <a:pt x="302" y="354"/>
                  </a:lnTo>
                  <a:lnTo>
                    <a:pt x="303" y="354"/>
                  </a:lnTo>
                  <a:lnTo>
                    <a:pt x="303" y="353"/>
                  </a:lnTo>
                  <a:lnTo>
                    <a:pt x="303" y="353"/>
                  </a:lnTo>
                  <a:lnTo>
                    <a:pt x="304" y="353"/>
                  </a:lnTo>
                  <a:lnTo>
                    <a:pt x="303" y="352"/>
                  </a:lnTo>
                  <a:lnTo>
                    <a:pt x="304" y="352"/>
                  </a:lnTo>
                  <a:lnTo>
                    <a:pt x="304" y="351"/>
                  </a:lnTo>
                  <a:lnTo>
                    <a:pt x="304" y="351"/>
                  </a:lnTo>
                  <a:lnTo>
                    <a:pt x="304" y="351"/>
                  </a:lnTo>
                  <a:lnTo>
                    <a:pt x="304" y="351"/>
                  </a:lnTo>
                  <a:lnTo>
                    <a:pt x="304" y="351"/>
                  </a:lnTo>
                  <a:lnTo>
                    <a:pt x="304" y="349"/>
                  </a:lnTo>
                  <a:lnTo>
                    <a:pt x="303" y="349"/>
                  </a:lnTo>
                  <a:lnTo>
                    <a:pt x="303" y="349"/>
                  </a:lnTo>
                  <a:lnTo>
                    <a:pt x="304" y="348"/>
                  </a:lnTo>
                  <a:lnTo>
                    <a:pt x="304" y="347"/>
                  </a:lnTo>
                  <a:lnTo>
                    <a:pt x="304" y="346"/>
                  </a:lnTo>
                  <a:lnTo>
                    <a:pt x="304" y="346"/>
                  </a:lnTo>
                  <a:lnTo>
                    <a:pt x="304" y="346"/>
                  </a:lnTo>
                  <a:lnTo>
                    <a:pt x="304" y="346"/>
                  </a:lnTo>
                  <a:lnTo>
                    <a:pt x="304" y="345"/>
                  </a:lnTo>
                  <a:lnTo>
                    <a:pt x="304" y="345"/>
                  </a:lnTo>
                  <a:lnTo>
                    <a:pt x="304" y="344"/>
                  </a:lnTo>
                  <a:lnTo>
                    <a:pt x="304" y="344"/>
                  </a:lnTo>
                  <a:lnTo>
                    <a:pt x="304" y="344"/>
                  </a:lnTo>
                  <a:lnTo>
                    <a:pt x="304" y="343"/>
                  </a:lnTo>
                  <a:lnTo>
                    <a:pt x="304" y="343"/>
                  </a:lnTo>
                  <a:lnTo>
                    <a:pt x="304" y="342"/>
                  </a:lnTo>
                  <a:lnTo>
                    <a:pt x="304" y="342"/>
                  </a:lnTo>
                  <a:lnTo>
                    <a:pt x="304" y="342"/>
                  </a:lnTo>
                  <a:lnTo>
                    <a:pt x="304" y="341"/>
                  </a:lnTo>
                  <a:lnTo>
                    <a:pt x="304" y="341"/>
                  </a:lnTo>
                  <a:lnTo>
                    <a:pt x="304" y="341"/>
                  </a:lnTo>
                  <a:lnTo>
                    <a:pt x="304" y="341"/>
                  </a:lnTo>
                  <a:lnTo>
                    <a:pt x="304" y="339"/>
                  </a:lnTo>
                  <a:lnTo>
                    <a:pt x="304" y="339"/>
                  </a:lnTo>
                  <a:lnTo>
                    <a:pt x="304" y="338"/>
                  </a:lnTo>
                  <a:lnTo>
                    <a:pt x="304" y="338"/>
                  </a:lnTo>
                  <a:lnTo>
                    <a:pt x="304" y="338"/>
                  </a:lnTo>
                  <a:lnTo>
                    <a:pt x="304" y="337"/>
                  </a:lnTo>
                  <a:lnTo>
                    <a:pt x="304" y="337"/>
                  </a:lnTo>
                  <a:lnTo>
                    <a:pt x="304" y="337"/>
                  </a:lnTo>
                  <a:lnTo>
                    <a:pt x="304" y="337"/>
                  </a:lnTo>
                  <a:lnTo>
                    <a:pt x="304" y="336"/>
                  </a:lnTo>
                  <a:lnTo>
                    <a:pt x="304" y="336"/>
                  </a:lnTo>
                  <a:lnTo>
                    <a:pt x="304" y="335"/>
                  </a:lnTo>
                  <a:lnTo>
                    <a:pt x="304" y="333"/>
                  </a:lnTo>
                  <a:lnTo>
                    <a:pt x="304" y="333"/>
                  </a:lnTo>
                  <a:lnTo>
                    <a:pt x="304" y="331"/>
                  </a:lnTo>
                  <a:lnTo>
                    <a:pt x="304" y="330"/>
                  </a:lnTo>
                  <a:lnTo>
                    <a:pt x="304" y="329"/>
                  </a:lnTo>
                  <a:lnTo>
                    <a:pt x="303" y="329"/>
                  </a:lnTo>
                  <a:lnTo>
                    <a:pt x="303" y="329"/>
                  </a:lnTo>
                  <a:lnTo>
                    <a:pt x="304" y="328"/>
                  </a:lnTo>
                  <a:lnTo>
                    <a:pt x="303" y="328"/>
                  </a:lnTo>
                  <a:lnTo>
                    <a:pt x="303" y="328"/>
                  </a:lnTo>
                  <a:lnTo>
                    <a:pt x="303" y="327"/>
                  </a:lnTo>
                  <a:lnTo>
                    <a:pt x="303" y="327"/>
                  </a:lnTo>
                  <a:lnTo>
                    <a:pt x="303" y="327"/>
                  </a:lnTo>
                  <a:lnTo>
                    <a:pt x="302" y="326"/>
                  </a:lnTo>
                  <a:lnTo>
                    <a:pt x="302" y="326"/>
                  </a:lnTo>
                  <a:lnTo>
                    <a:pt x="302" y="326"/>
                  </a:lnTo>
                  <a:lnTo>
                    <a:pt x="303" y="326"/>
                  </a:lnTo>
                  <a:lnTo>
                    <a:pt x="303" y="326"/>
                  </a:lnTo>
                  <a:lnTo>
                    <a:pt x="303" y="325"/>
                  </a:lnTo>
                  <a:lnTo>
                    <a:pt x="303" y="325"/>
                  </a:lnTo>
                  <a:lnTo>
                    <a:pt x="303" y="324"/>
                  </a:lnTo>
                  <a:lnTo>
                    <a:pt x="303" y="324"/>
                  </a:lnTo>
                  <a:lnTo>
                    <a:pt x="302" y="323"/>
                  </a:lnTo>
                  <a:lnTo>
                    <a:pt x="303" y="322"/>
                  </a:lnTo>
                  <a:lnTo>
                    <a:pt x="302" y="321"/>
                  </a:lnTo>
                  <a:lnTo>
                    <a:pt x="302" y="321"/>
                  </a:lnTo>
                  <a:lnTo>
                    <a:pt x="302" y="321"/>
                  </a:lnTo>
                  <a:lnTo>
                    <a:pt x="302" y="320"/>
                  </a:lnTo>
                  <a:lnTo>
                    <a:pt x="303" y="320"/>
                  </a:lnTo>
                  <a:lnTo>
                    <a:pt x="302" y="320"/>
                  </a:lnTo>
                  <a:lnTo>
                    <a:pt x="303" y="320"/>
                  </a:lnTo>
                  <a:lnTo>
                    <a:pt x="303" y="320"/>
                  </a:lnTo>
                  <a:lnTo>
                    <a:pt x="303" y="319"/>
                  </a:lnTo>
                  <a:lnTo>
                    <a:pt x="303" y="319"/>
                  </a:lnTo>
                  <a:lnTo>
                    <a:pt x="303" y="318"/>
                  </a:lnTo>
                  <a:lnTo>
                    <a:pt x="304" y="318"/>
                  </a:lnTo>
                  <a:lnTo>
                    <a:pt x="304" y="317"/>
                  </a:lnTo>
                  <a:lnTo>
                    <a:pt x="304" y="317"/>
                  </a:lnTo>
                  <a:lnTo>
                    <a:pt x="304" y="317"/>
                  </a:lnTo>
                  <a:lnTo>
                    <a:pt x="304" y="317"/>
                  </a:lnTo>
                  <a:lnTo>
                    <a:pt x="304" y="316"/>
                  </a:lnTo>
                  <a:lnTo>
                    <a:pt x="304" y="316"/>
                  </a:lnTo>
                  <a:lnTo>
                    <a:pt x="304" y="316"/>
                  </a:lnTo>
                  <a:lnTo>
                    <a:pt x="306" y="315"/>
                  </a:lnTo>
                  <a:lnTo>
                    <a:pt x="305" y="314"/>
                  </a:lnTo>
                  <a:lnTo>
                    <a:pt x="306" y="314"/>
                  </a:lnTo>
                  <a:lnTo>
                    <a:pt x="305" y="314"/>
                  </a:lnTo>
                  <a:lnTo>
                    <a:pt x="306" y="314"/>
                  </a:lnTo>
                  <a:lnTo>
                    <a:pt x="305" y="314"/>
                  </a:lnTo>
                  <a:lnTo>
                    <a:pt x="305" y="313"/>
                  </a:lnTo>
                  <a:lnTo>
                    <a:pt x="305" y="313"/>
                  </a:lnTo>
                  <a:lnTo>
                    <a:pt x="305" y="313"/>
                  </a:lnTo>
                  <a:lnTo>
                    <a:pt x="305" y="312"/>
                  </a:lnTo>
                  <a:lnTo>
                    <a:pt x="305" y="312"/>
                  </a:lnTo>
                  <a:lnTo>
                    <a:pt x="305" y="312"/>
                  </a:lnTo>
                  <a:lnTo>
                    <a:pt x="306" y="311"/>
                  </a:lnTo>
                  <a:lnTo>
                    <a:pt x="306" y="311"/>
                  </a:lnTo>
                  <a:lnTo>
                    <a:pt x="307" y="310"/>
                  </a:lnTo>
                  <a:lnTo>
                    <a:pt x="306" y="309"/>
                  </a:lnTo>
                  <a:lnTo>
                    <a:pt x="306" y="309"/>
                  </a:lnTo>
                  <a:lnTo>
                    <a:pt x="306" y="309"/>
                  </a:lnTo>
                  <a:lnTo>
                    <a:pt x="307" y="307"/>
                  </a:lnTo>
                  <a:lnTo>
                    <a:pt x="308" y="306"/>
                  </a:lnTo>
                  <a:lnTo>
                    <a:pt x="308" y="305"/>
                  </a:lnTo>
                  <a:lnTo>
                    <a:pt x="308" y="305"/>
                  </a:lnTo>
                  <a:lnTo>
                    <a:pt x="308" y="304"/>
                  </a:lnTo>
                  <a:lnTo>
                    <a:pt x="308" y="304"/>
                  </a:lnTo>
                  <a:lnTo>
                    <a:pt x="308" y="303"/>
                  </a:lnTo>
                  <a:lnTo>
                    <a:pt x="308" y="303"/>
                  </a:lnTo>
                  <a:lnTo>
                    <a:pt x="308" y="303"/>
                  </a:lnTo>
                  <a:lnTo>
                    <a:pt x="308" y="303"/>
                  </a:lnTo>
                  <a:lnTo>
                    <a:pt x="308" y="303"/>
                  </a:lnTo>
                  <a:lnTo>
                    <a:pt x="308" y="303"/>
                  </a:lnTo>
                  <a:lnTo>
                    <a:pt x="308" y="302"/>
                  </a:lnTo>
                  <a:lnTo>
                    <a:pt x="308" y="301"/>
                  </a:lnTo>
                  <a:lnTo>
                    <a:pt x="308" y="301"/>
                  </a:lnTo>
                  <a:lnTo>
                    <a:pt x="308" y="300"/>
                  </a:lnTo>
                  <a:lnTo>
                    <a:pt x="308" y="299"/>
                  </a:lnTo>
                  <a:lnTo>
                    <a:pt x="308" y="299"/>
                  </a:lnTo>
                  <a:lnTo>
                    <a:pt x="308" y="299"/>
                  </a:lnTo>
                  <a:lnTo>
                    <a:pt x="308" y="299"/>
                  </a:lnTo>
                  <a:lnTo>
                    <a:pt x="308" y="299"/>
                  </a:lnTo>
                  <a:lnTo>
                    <a:pt x="308" y="298"/>
                  </a:lnTo>
                  <a:lnTo>
                    <a:pt x="308" y="298"/>
                  </a:lnTo>
                  <a:lnTo>
                    <a:pt x="308" y="298"/>
                  </a:lnTo>
                  <a:lnTo>
                    <a:pt x="308" y="298"/>
                  </a:lnTo>
                  <a:lnTo>
                    <a:pt x="308" y="296"/>
                  </a:lnTo>
                  <a:lnTo>
                    <a:pt x="308" y="295"/>
                  </a:lnTo>
                  <a:lnTo>
                    <a:pt x="308" y="294"/>
                  </a:lnTo>
                  <a:lnTo>
                    <a:pt x="308" y="294"/>
                  </a:lnTo>
                  <a:lnTo>
                    <a:pt x="308" y="294"/>
                  </a:lnTo>
                  <a:lnTo>
                    <a:pt x="308" y="294"/>
                  </a:lnTo>
                  <a:lnTo>
                    <a:pt x="308" y="294"/>
                  </a:lnTo>
                  <a:lnTo>
                    <a:pt x="309" y="294"/>
                  </a:lnTo>
                  <a:lnTo>
                    <a:pt x="308" y="293"/>
                  </a:lnTo>
                  <a:lnTo>
                    <a:pt x="309" y="293"/>
                  </a:lnTo>
                  <a:lnTo>
                    <a:pt x="308" y="292"/>
                  </a:lnTo>
                  <a:lnTo>
                    <a:pt x="308" y="292"/>
                  </a:lnTo>
                  <a:lnTo>
                    <a:pt x="309" y="291"/>
                  </a:lnTo>
                  <a:lnTo>
                    <a:pt x="309" y="291"/>
                  </a:lnTo>
                  <a:lnTo>
                    <a:pt x="309" y="290"/>
                  </a:lnTo>
                  <a:lnTo>
                    <a:pt x="309" y="290"/>
                  </a:lnTo>
                  <a:lnTo>
                    <a:pt x="309" y="290"/>
                  </a:lnTo>
                  <a:lnTo>
                    <a:pt x="310" y="290"/>
                  </a:lnTo>
                  <a:lnTo>
                    <a:pt x="311" y="290"/>
                  </a:lnTo>
                  <a:lnTo>
                    <a:pt x="311" y="290"/>
                  </a:lnTo>
                  <a:lnTo>
                    <a:pt x="312" y="290"/>
                  </a:lnTo>
                  <a:lnTo>
                    <a:pt x="312" y="290"/>
                  </a:lnTo>
                  <a:lnTo>
                    <a:pt x="313" y="291"/>
                  </a:lnTo>
                  <a:lnTo>
                    <a:pt x="313" y="291"/>
                  </a:lnTo>
                  <a:lnTo>
                    <a:pt x="313" y="291"/>
                  </a:lnTo>
                  <a:lnTo>
                    <a:pt x="313" y="290"/>
                  </a:lnTo>
                  <a:lnTo>
                    <a:pt x="318" y="290"/>
                  </a:lnTo>
                  <a:lnTo>
                    <a:pt x="320" y="291"/>
                  </a:lnTo>
                  <a:lnTo>
                    <a:pt x="322" y="293"/>
                  </a:lnTo>
                  <a:lnTo>
                    <a:pt x="323" y="292"/>
                  </a:lnTo>
                  <a:lnTo>
                    <a:pt x="324" y="293"/>
                  </a:lnTo>
                  <a:lnTo>
                    <a:pt x="325" y="293"/>
                  </a:lnTo>
                  <a:lnTo>
                    <a:pt x="326" y="293"/>
                  </a:lnTo>
                  <a:lnTo>
                    <a:pt x="326" y="294"/>
                  </a:lnTo>
                  <a:lnTo>
                    <a:pt x="328" y="294"/>
                  </a:lnTo>
                  <a:lnTo>
                    <a:pt x="328" y="294"/>
                  </a:lnTo>
                  <a:lnTo>
                    <a:pt x="330" y="295"/>
                  </a:lnTo>
                  <a:lnTo>
                    <a:pt x="330" y="295"/>
                  </a:lnTo>
                  <a:lnTo>
                    <a:pt x="330" y="296"/>
                  </a:lnTo>
                  <a:lnTo>
                    <a:pt x="331" y="297"/>
                  </a:lnTo>
                  <a:lnTo>
                    <a:pt x="332" y="298"/>
                  </a:lnTo>
                  <a:lnTo>
                    <a:pt x="333" y="298"/>
                  </a:lnTo>
                  <a:lnTo>
                    <a:pt x="334" y="299"/>
                  </a:lnTo>
                  <a:lnTo>
                    <a:pt x="338" y="299"/>
                  </a:lnTo>
                  <a:lnTo>
                    <a:pt x="339" y="299"/>
                  </a:lnTo>
                  <a:lnTo>
                    <a:pt x="339" y="299"/>
                  </a:lnTo>
                  <a:lnTo>
                    <a:pt x="341" y="299"/>
                  </a:lnTo>
                  <a:lnTo>
                    <a:pt x="341" y="299"/>
                  </a:lnTo>
                  <a:lnTo>
                    <a:pt x="343" y="299"/>
                  </a:lnTo>
                  <a:lnTo>
                    <a:pt x="344" y="298"/>
                  </a:lnTo>
                  <a:lnTo>
                    <a:pt x="344" y="298"/>
                  </a:lnTo>
                  <a:lnTo>
                    <a:pt x="345" y="298"/>
                  </a:lnTo>
                  <a:lnTo>
                    <a:pt x="347" y="296"/>
                  </a:lnTo>
                  <a:lnTo>
                    <a:pt x="347" y="296"/>
                  </a:lnTo>
                  <a:lnTo>
                    <a:pt x="349" y="294"/>
                  </a:lnTo>
                  <a:lnTo>
                    <a:pt x="349" y="292"/>
                  </a:lnTo>
                  <a:lnTo>
                    <a:pt x="351" y="292"/>
                  </a:lnTo>
                  <a:lnTo>
                    <a:pt x="351" y="291"/>
                  </a:lnTo>
                  <a:lnTo>
                    <a:pt x="351" y="291"/>
                  </a:lnTo>
                  <a:lnTo>
                    <a:pt x="351" y="290"/>
                  </a:lnTo>
                  <a:lnTo>
                    <a:pt x="352" y="289"/>
                  </a:lnTo>
                  <a:lnTo>
                    <a:pt x="354" y="286"/>
                  </a:lnTo>
                  <a:lnTo>
                    <a:pt x="355" y="286"/>
                  </a:lnTo>
                  <a:lnTo>
                    <a:pt x="356" y="286"/>
                  </a:lnTo>
                  <a:lnTo>
                    <a:pt x="357" y="285"/>
                  </a:lnTo>
                  <a:lnTo>
                    <a:pt x="358" y="284"/>
                  </a:lnTo>
                  <a:lnTo>
                    <a:pt x="358" y="283"/>
                  </a:lnTo>
                  <a:lnTo>
                    <a:pt x="358" y="282"/>
                  </a:lnTo>
                  <a:lnTo>
                    <a:pt x="359" y="281"/>
                  </a:lnTo>
                  <a:lnTo>
                    <a:pt x="359" y="280"/>
                  </a:lnTo>
                  <a:lnTo>
                    <a:pt x="360" y="279"/>
                  </a:lnTo>
                  <a:lnTo>
                    <a:pt x="361" y="279"/>
                  </a:lnTo>
                  <a:lnTo>
                    <a:pt x="362" y="280"/>
                  </a:lnTo>
                  <a:lnTo>
                    <a:pt x="362" y="281"/>
                  </a:lnTo>
                  <a:lnTo>
                    <a:pt x="361" y="281"/>
                  </a:lnTo>
                  <a:lnTo>
                    <a:pt x="362" y="281"/>
                  </a:lnTo>
                  <a:lnTo>
                    <a:pt x="362" y="281"/>
                  </a:lnTo>
                  <a:lnTo>
                    <a:pt x="362" y="281"/>
                  </a:lnTo>
                  <a:lnTo>
                    <a:pt x="362" y="281"/>
                  </a:lnTo>
                  <a:lnTo>
                    <a:pt x="362" y="282"/>
                  </a:lnTo>
                  <a:lnTo>
                    <a:pt x="363" y="281"/>
                  </a:lnTo>
                  <a:lnTo>
                    <a:pt x="363" y="281"/>
                  </a:lnTo>
                  <a:lnTo>
                    <a:pt x="364" y="281"/>
                  </a:lnTo>
                  <a:lnTo>
                    <a:pt x="365" y="281"/>
                  </a:lnTo>
                  <a:lnTo>
                    <a:pt x="365" y="281"/>
                  </a:lnTo>
                  <a:lnTo>
                    <a:pt x="365" y="282"/>
                  </a:lnTo>
                  <a:lnTo>
                    <a:pt x="365" y="283"/>
                  </a:lnTo>
                  <a:lnTo>
                    <a:pt x="365" y="285"/>
                  </a:lnTo>
                  <a:lnTo>
                    <a:pt x="365" y="285"/>
                  </a:lnTo>
                  <a:lnTo>
                    <a:pt x="365" y="286"/>
                  </a:lnTo>
                  <a:lnTo>
                    <a:pt x="365" y="286"/>
                  </a:lnTo>
                  <a:lnTo>
                    <a:pt x="365" y="286"/>
                  </a:lnTo>
                  <a:lnTo>
                    <a:pt x="364" y="286"/>
                  </a:lnTo>
                  <a:lnTo>
                    <a:pt x="364" y="287"/>
                  </a:lnTo>
                  <a:lnTo>
                    <a:pt x="363" y="287"/>
                  </a:lnTo>
                  <a:lnTo>
                    <a:pt x="364" y="290"/>
                  </a:lnTo>
                  <a:lnTo>
                    <a:pt x="363" y="290"/>
                  </a:lnTo>
                  <a:lnTo>
                    <a:pt x="363" y="291"/>
                  </a:lnTo>
                  <a:lnTo>
                    <a:pt x="363" y="291"/>
                  </a:lnTo>
                  <a:lnTo>
                    <a:pt x="364" y="291"/>
                  </a:lnTo>
                  <a:lnTo>
                    <a:pt x="364" y="291"/>
                  </a:lnTo>
                  <a:lnTo>
                    <a:pt x="364" y="290"/>
                  </a:lnTo>
                  <a:lnTo>
                    <a:pt x="364" y="288"/>
                  </a:lnTo>
                  <a:lnTo>
                    <a:pt x="364" y="287"/>
                  </a:lnTo>
                  <a:lnTo>
                    <a:pt x="365" y="287"/>
                  </a:lnTo>
                  <a:lnTo>
                    <a:pt x="365" y="286"/>
                  </a:lnTo>
                  <a:lnTo>
                    <a:pt x="366" y="286"/>
                  </a:lnTo>
                  <a:lnTo>
                    <a:pt x="366" y="285"/>
                  </a:lnTo>
                  <a:lnTo>
                    <a:pt x="366" y="285"/>
                  </a:lnTo>
                  <a:lnTo>
                    <a:pt x="367" y="284"/>
                  </a:lnTo>
                  <a:lnTo>
                    <a:pt x="367" y="283"/>
                  </a:lnTo>
                  <a:lnTo>
                    <a:pt x="366" y="283"/>
                  </a:lnTo>
                  <a:lnTo>
                    <a:pt x="366" y="283"/>
                  </a:lnTo>
                  <a:lnTo>
                    <a:pt x="367" y="282"/>
                  </a:lnTo>
                  <a:lnTo>
                    <a:pt x="367" y="281"/>
                  </a:lnTo>
                  <a:lnTo>
                    <a:pt x="367" y="281"/>
                  </a:lnTo>
                  <a:lnTo>
                    <a:pt x="367" y="280"/>
                  </a:lnTo>
                  <a:lnTo>
                    <a:pt x="367" y="279"/>
                  </a:lnTo>
                  <a:lnTo>
                    <a:pt x="368" y="278"/>
                  </a:lnTo>
                  <a:lnTo>
                    <a:pt x="368" y="278"/>
                  </a:lnTo>
                  <a:lnTo>
                    <a:pt x="369" y="277"/>
                  </a:lnTo>
                  <a:lnTo>
                    <a:pt x="369" y="277"/>
                  </a:lnTo>
                  <a:lnTo>
                    <a:pt x="369" y="277"/>
                  </a:lnTo>
                  <a:lnTo>
                    <a:pt x="370" y="277"/>
                  </a:lnTo>
                  <a:lnTo>
                    <a:pt x="371" y="276"/>
                  </a:lnTo>
                  <a:lnTo>
                    <a:pt x="371" y="276"/>
                  </a:lnTo>
                  <a:lnTo>
                    <a:pt x="371" y="275"/>
                  </a:lnTo>
                  <a:lnTo>
                    <a:pt x="373" y="276"/>
                  </a:lnTo>
                  <a:lnTo>
                    <a:pt x="374" y="276"/>
                  </a:lnTo>
                  <a:lnTo>
                    <a:pt x="374" y="276"/>
                  </a:lnTo>
                  <a:lnTo>
                    <a:pt x="376" y="276"/>
                  </a:lnTo>
                  <a:lnTo>
                    <a:pt x="377" y="276"/>
                  </a:lnTo>
                  <a:lnTo>
                    <a:pt x="378" y="275"/>
                  </a:lnTo>
                  <a:lnTo>
                    <a:pt x="378" y="273"/>
                  </a:lnTo>
                  <a:lnTo>
                    <a:pt x="378" y="273"/>
                  </a:lnTo>
                  <a:lnTo>
                    <a:pt x="379" y="273"/>
                  </a:lnTo>
                  <a:lnTo>
                    <a:pt x="379" y="274"/>
                  </a:lnTo>
                  <a:lnTo>
                    <a:pt x="380" y="274"/>
                  </a:lnTo>
                  <a:lnTo>
                    <a:pt x="380" y="274"/>
                  </a:lnTo>
                  <a:lnTo>
                    <a:pt x="382" y="275"/>
                  </a:lnTo>
                  <a:lnTo>
                    <a:pt x="382" y="276"/>
                  </a:lnTo>
                  <a:lnTo>
                    <a:pt x="383" y="276"/>
                  </a:lnTo>
                  <a:lnTo>
                    <a:pt x="384" y="277"/>
                  </a:lnTo>
                  <a:lnTo>
                    <a:pt x="385" y="277"/>
                  </a:lnTo>
                  <a:lnTo>
                    <a:pt x="386" y="276"/>
                  </a:lnTo>
                  <a:lnTo>
                    <a:pt x="386" y="276"/>
                  </a:lnTo>
                  <a:lnTo>
                    <a:pt x="386" y="275"/>
                  </a:lnTo>
                  <a:lnTo>
                    <a:pt x="385" y="276"/>
                  </a:lnTo>
                  <a:lnTo>
                    <a:pt x="384" y="276"/>
                  </a:lnTo>
                  <a:lnTo>
                    <a:pt x="384" y="276"/>
                  </a:lnTo>
                  <a:lnTo>
                    <a:pt x="384" y="275"/>
                  </a:lnTo>
                  <a:lnTo>
                    <a:pt x="383" y="275"/>
                  </a:lnTo>
                  <a:lnTo>
                    <a:pt x="383" y="275"/>
                  </a:lnTo>
                  <a:lnTo>
                    <a:pt x="382" y="274"/>
                  </a:lnTo>
                  <a:lnTo>
                    <a:pt x="382" y="274"/>
                  </a:lnTo>
                  <a:lnTo>
                    <a:pt x="381" y="273"/>
                  </a:lnTo>
                  <a:lnTo>
                    <a:pt x="381" y="273"/>
                  </a:lnTo>
                  <a:lnTo>
                    <a:pt x="380" y="273"/>
                  </a:lnTo>
                  <a:lnTo>
                    <a:pt x="380" y="273"/>
                  </a:lnTo>
                  <a:lnTo>
                    <a:pt x="380" y="273"/>
                  </a:lnTo>
                  <a:lnTo>
                    <a:pt x="379" y="272"/>
                  </a:lnTo>
                  <a:lnTo>
                    <a:pt x="377" y="272"/>
                  </a:lnTo>
                  <a:lnTo>
                    <a:pt x="376" y="272"/>
                  </a:lnTo>
                  <a:lnTo>
                    <a:pt x="375" y="273"/>
                  </a:lnTo>
                  <a:lnTo>
                    <a:pt x="374" y="274"/>
                  </a:lnTo>
                  <a:lnTo>
                    <a:pt x="374" y="274"/>
                  </a:lnTo>
                  <a:lnTo>
                    <a:pt x="373" y="274"/>
                  </a:lnTo>
                  <a:lnTo>
                    <a:pt x="373" y="274"/>
                  </a:lnTo>
                  <a:lnTo>
                    <a:pt x="373" y="275"/>
                  </a:lnTo>
                  <a:lnTo>
                    <a:pt x="372" y="274"/>
                  </a:lnTo>
                  <a:lnTo>
                    <a:pt x="372" y="274"/>
                  </a:lnTo>
                  <a:lnTo>
                    <a:pt x="371" y="274"/>
                  </a:lnTo>
                  <a:lnTo>
                    <a:pt x="369" y="275"/>
                  </a:lnTo>
                  <a:lnTo>
                    <a:pt x="369" y="276"/>
                  </a:lnTo>
                  <a:lnTo>
                    <a:pt x="369" y="276"/>
                  </a:lnTo>
                  <a:lnTo>
                    <a:pt x="369" y="276"/>
                  </a:lnTo>
                  <a:lnTo>
                    <a:pt x="368" y="276"/>
                  </a:lnTo>
                  <a:lnTo>
                    <a:pt x="366" y="277"/>
                  </a:lnTo>
                  <a:lnTo>
                    <a:pt x="365" y="277"/>
                  </a:lnTo>
                  <a:lnTo>
                    <a:pt x="365" y="278"/>
                  </a:lnTo>
                  <a:lnTo>
                    <a:pt x="365" y="279"/>
                  </a:lnTo>
                  <a:lnTo>
                    <a:pt x="365" y="279"/>
                  </a:lnTo>
                  <a:lnTo>
                    <a:pt x="365" y="279"/>
                  </a:lnTo>
                  <a:lnTo>
                    <a:pt x="365" y="279"/>
                  </a:lnTo>
                  <a:lnTo>
                    <a:pt x="365" y="279"/>
                  </a:lnTo>
                  <a:lnTo>
                    <a:pt x="364" y="278"/>
                  </a:lnTo>
                  <a:lnTo>
                    <a:pt x="363" y="278"/>
                  </a:lnTo>
                  <a:lnTo>
                    <a:pt x="362" y="277"/>
                  </a:lnTo>
                  <a:lnTo>
                    <a:pt x="362" y="277"/>
                  </a:lnTo>
                  <a:lnTo>
                    <a:pt x="361" y="277"/>
                  </a:lnTo>
                  <a:lnTo>
                    <a:pt x="361" y="277"/>
                  </a:lnTo>
                  <a:lnTo>
                    <a:pt x="361" y="277"/>
                  </a:lnTo>
                  <a:lnTo>
                    <a:pt x="361" y="277"/>
                  </a:lnTo>
                  <a:lnTo>
                    <a:pt x="361" y="277"/>
                  </a:lnTo>
                  <a:lnTo>
                    <a:pt x="360" y="276"/>
                  </a:lnTo>
                  <a:lnTo>
                    <a:pt x="360" y="274"/>
                  </a:lnTo>
                  <a:lnTo>
                    <a:pt x="360" y="274"/>
                  </a:lnTo>
                  <a:lnTo>
                    <a:pt x="360" y="273"/>
                  </a:lnTo>
                  <a:lnTo>
                    <a:pt x="360" y="265"/>
                  </a:lnTo>
                  <a:lnTo>
                    <a:pt x="360" y="264"/>
                  </a:lnTo>
                  <a:lnTo>
                    <a:pt x="358" y="264"/>
                  </a:lnTo>
                  <a:lnTo>
                    <a:pt x="356" y="264"/>
                  </a:lnTo>
                  <a:lnTo>
                    <a:pt x="356" y="264"/>
                  </a:lnTo>
                  <a:lnTo>
                    <a:pt x="356" y="263"/>
                  </a:lnTo>
                  <a:lnTo>
                    <a:pt x="356" y="263"/>
                  </a:lnTo>
                  <a:lnTo>
                    <a:pt x="356" y="262"/>
                  </a:lnTo>
                  <a:lnTo>
                    <a:pt x="357" y="262"/>
                  </a:lnTo>
                  <a:lnTo>
                    <a:pt x="357" y="261"/>
                  </a:lnTo>
                  <a:lnTo>
                    <a:pt x="357" y="260"/>
                  </a:lnTo>
                  <a:lnTo>
                    <a:pt x="356" y="260"/>
                  </a:lnTo>
                  <a:lnTo>
                    <a:pt x="356" y="260"/>
                  </a:lnTo>
                  <a:lnTo>
                    <a:pt x="354" y="259"/>
                  </a:lnTo>
                  <a:lnTo>
                    <a:pt x="353" y="258"/>
                  </a:lnTo>
                  <a:lnTo>
                    <a:pt x="353" y="258"/>
                  </a:lnTo>
                  <a:lnTo>
                    <a:pt x="354" y="257"/>
                  </a:lnTo>
                  <a:lnTo>
                    <a:pt x="354" y="257"/>
                  </a:lnTo>
                  <a:lnTo>
                    <a:pt x="356" y="257"/>
                  </a:lnTo>
                  <a:lnTo>
                    <a:pt x="358" y="257"/>
                  </a:lnTo>
                  <a:lnTo>
                    <a:pt x="359" y="257"/>
                  </a:lnTo>
                  <a:lnTo>
                    <a:pt x="359" y="257"/>
                  </a:lnTo>
                  <a:lnTo>
                    <a:pt x="360" y="258"/>
                  </a:lnTo>
                  <a:lnTo>
                    <a:pt x="360" y="257"/>
                  </a:lnTo>
                  <a:lnTo>
                    <a:pt x="360" y="256"/>
                  </a:lnTo>
                  <a:lnTo>
                    <a:pt x="361" y="256"/>
                  </a:lnTo>
                  <a:lnTo>
                    <a:pt x="361" y="255"/>
                  </a:lnTo>
                  <a:lnTo>
                    <a:pt x="361" y="255"/>
                  </a:lnTo>
                  <a:lnTo>
                    <a:pt x="361" y="255"/>
                  </a:lnTo>
                  <a:lnTo>
                    <a:pt x="361" y="255"/>
                  </a:lnTo>
                  <a:lnTo>
                    <a:pt x="362" y="251"/>
                  </a:lnTo>
                  <a:lnTo>
                    <a:pt x="361" y="250"/>
                  </a:lnTo>
                  <a:lnTo>
                    <a:pt x="361" y="249"/>
                  </a:lnTo>
                  <a:lnTo>
                    <a:pt x="361" y="249"/>
                  </a:lnTo>
                  <a:lnTo>
                    <a:pt x="361" y="248"/>
                  </a:lnTo>
                  <a:lnTo>
                    <a:pt x="361" y="248"/>
                  </a:lnTo>
                  <a:lnTo>
                    <a:pt x="360" y="247"/>
                  </a:lnTo>
                  <a:lnTo>
                    <a:pt x="359" y="247"/>
                  </a:lnTo>
                  <a:lnTo>
                    <a:pt x="359" y="247"/>
                  </a:lnTo>
                  <a:lnTo>
                    <a:pt x="359" y="247"/>
                  </a:lnTo>
                  <a:lnTo>
                    <a:pt x="359" y="246"/>
                  </a:lnTo>
                  <a:lnTo>
                    <a:pt x="360" y="246"/>
                  </a:lnTo>
                  <a:lnTo>
                    <a:pt x="361" y="246"/>
                  </a:lnTo>
                  <a:lnTo>
                    <a:pt x="362" y="246"/>
                  </a:lnTo>
                  <a:lnTo>
                    <a:pt x="362" y="245"/>
                  </a:lnTo>
                  <a:lnTo>
                    <a:pt x="362" y="244"/>
                  </a:lnTo>
                  <a:lnTo>
                    <a:pt x="363" y="244"/>
                  </a:lnTo>
                  <a:lnTo>
                    <a:pt x="363" y="243"/>
                  </a:lnTo>
                  <a:lnTo>
                    <a:pt x="363" y="243"/>
                  </a:lnTo>
                  <a:lnTo>
                    <a:pt x="364" y="242"/>
                  </a:lnTo>
                  <a:lnTo>
                    <a:pt x="365" y="243"/>
                  </a:lnTo>
                  <a:lnTo>
                    <a:pt x="366" y="243"/>
                  </a:lnTo>
                  <a:lnTo>
                    <a:pt x="367" y="243"/>
                  </a:lnTo>
                  <a:lnTo>
                    <a:pt x="368" y="243"/>
                  </a:lnTo>
                  <a:lnTo>
                    <a:pt x="369" y="242"/>
                  </a:lnTo>
                  <a:lnTo>
                    <a:pt x="369" y="242"/>
                  </a:lnTo>
                  <a:lnTo>
                    <a:pt x="369" y="242"/>
                  </a:lnTo>
                  <a:lnTo>
                    <a:pt x="370" y="242"/>
                  </a:lnTo>
                  <a:lnTo>
                    <a:pt x="371" y="242"/>
                  </a:lnTo>
                  <a:lnTo>
                    <a:pt x="373" y="242"/>
                  </a:lnTo>
                  <a:lnTo>
                    <a:pt x="373" y="241"/>
                  </a:lnTo>
                  <a:lnTo>
                    <a:pt x="375" y="240"/>
                  </a:lnTo>
                  <a:lnTo>
                    <a:pt x="376" y="240"/>
                  </a:lnTo>
                  <a:lnTo>
                    <a:pt x="376" y="240"/>
                  </a:lnTo>
                  <a:lnTo>
                    <a:pt x="377" y="240"/>
                  </a:lnTo>
                  <a:lnTo>
                    <a:pt x="378" y="240"/>
                  </a:lnTo>
                  <a:lnTo>
                    <a:pt x="378" y="240"/>
                  </a:lnTo>
                  <a:lnTo>
                    <a:pt x="378" y="240"/>
                  </a:lnTo>
                  <a:lnTo>
                    <a:pt x="378" y="240"/>
                  </a:lnTo>
                  <a:lnTo>
                    <a:pt x="379" y="240"/>
                  </a:lnTo>
                  <a:lnTo>
                    <a:pt x="380" y="239"/>
                  </a:lnTo>
                  <a:lnTo>
                    <a:pt x="381" y="239"/>
                  </a:lnTo>
                  <a:lnTo>
                    <a:pt x="382" y="239"/>
                  </a:lnTo>
                  <a:lnTo>
                    <a:pt x="382" y="238"/>
                  </a:lnTo>
                  <a:lnTo>
                    <a:pt x="382" y="238"/>
                  </a:lnTo>
                  <a:lnTo>
                    <a:pt x="383" y="238"/>
                  </a:lnTo>
                  <a:lnTo>
                    <a:pt x="383" y="238"/>
                  </a:lnTo>
                  <a:lnTo>
                    <a:pt x="383" y="238"/>
                  </a:lnTo>
                  <a:lnTo>
                    <a:pt x="383" y="238"/>
                  </a:lnTo>
                  <a:lnTo>
                    <a:pt x="384" y="238"/>
                  </a:lnTo>
                  <a:lnTo>
                    <a:pt x="385" y="238"/>
                  </a:lnTo>
                  <a:lnTo>
                    <a:pt x="386" y="239"/>
                  </a:lnTo>
                  <a:lnTo>
                    <a:pt x="386" y="239"/>
                  </a:lnTo>
                  <a:lnTo>
                    <a:pt x="386" y="239"/>
                  </a:lnTo>
                  <a:lnTo>
                    <a:pt x="387" y="239"/>
                  </a:lnTo>
                  <a:lnTo>
                    <a:pt x="387" y="239"/>
                  </a:lnTo>
                  <a:lnTo>
                    <a:pt x="388" y="240"/>
                  </a:lnTo>
                  <a:lnTo>
                    <a:pt x="388" y="241"/>
                  </a:lnTo>
                  <a:lnTo>
                    <a:pt x="390" y="241"/>
                  </a:lnTo>
                  <a:lnTo>
                    <a:pt x="391" y="240"/>
                  </a:lnTo>
                  <a:lnTo>
                    <a:pt x="391" y="240"/>
                  </a:lnTo>
                  <a:lnTo>
                    <a:pt x="391" y="240"/>
                  </a:lnTo>
                  <a:lnTo>
                    <a:pt x="391" y="239"/>
                  </a:lnTo>
                  <a:lnTo>
                    <a:pt x="392" y="238"/>
                  </a:lnTo>
                  <a:lnTo>
                    <a:pt x="395" y="238"/>
                  </a:lnTo>
                  <a:lnTo>
                    <a:pt x="395" y="238"/>
                  </a:lnTo>
                  <a:lnTo>
                    <a:pt x="396" y="238"/>
                  </a:lnTo>
                  <a:lnTo>
                    <a:pt x="397" y="238"/>
                  </a:lnTo>
                  <a:lnTo>
                    <a:pt x="398" y="238"/>
                  </a:lnTo>
                  <a:lnTo>
                    <a:pt x="400" y="238"/>
                  </a:lnTo>
                  <a:lnTo>
                    <a:pt x="400" y="238"/>
                  </a:lnTo>
                  <a:lnTo>
                    <a:pt x="401" y="238"/>
                  </a:lnTo>
                  <a:lnTo>
                    <a:pt x="401" y="238"/>
                  </a:lnTo>
                  <a:lnTo>
                    <a:pt x="404" y="238"/>
                  </a:lnTo>
                  <a:lnTo>
                    <a:pt x="404" y="238"/>
                  </a:lnTo>
                  <a:lnTo>
                    <a:pt x="405" y="238"/>
                  </a:lnTo>
                  <a:lnTo>
                    <a:pt x="406" y="237"/>
                  </a:lnTo>
                  <a:lnTo>
                    <a:pt x="406" y="236"/>
                  </a:lnTo>
                  <a:lnTo>
                    <a:pt x="407" y="236"/>
                  </a:lnTo>
                  <a:lnTo>
                    <a:pt x="407" y="235"/>
                  </a:lnTo>
                  <a:lnTo>
                    <a:pt x="408" y="235"/>
                  </a:lnTo>
                  <a:lnTo>
                    <a:pt x="409" y="234"/>
                  </a:lnTo>
                  <a:lnTo>
                    <a:pt x="410" y="235"/>
                  </a:lnTo>
                  <a:lnTo>
                    <a:pt x="413" y="235"/>
                  </a:lnTo>
                  <a:lnTo>
                    <a:pt x="413" y="235"/>
                  </a:lnTo>
                  <a:lnTo>
                    <a:pt x="413" y="236"/>
                  </a:lnTo>
                  <a:lnTo>
                    <a:pt x="414" y="236"/>
                  </a:lnTo>
                  <a:lnTo>
                    <a:pt x="415" y="237"/>
                  </a:lnTo>
                  <a:lnTo>
                    <a:pt x="417" y="236"/>
                  </a:lnTo>
                  <a:lnTo>
                    <a:pt x="417" y="236"/>
                  </a:lnTo>
                  <a:lnTo>
                    <a:pt x="417" y="235"/>
                  </a:lnTo>
                  <a:lnTo>
                    <a:pt x="417" y="235"/>
                  </a:lnTo>
                  <a:lnTo>
                    <a:pt x="417" y="235"/>
                  </a:lnTo>
                  <a:lnTo>
                    <a:pt x="418" y="236"/>
                  </a:lnTo>
                  <a:lnTo>
                    <a:pt x="418" y="235"/>
                  </a:lnTo>
                  <a:lnTo>
                    <a:pt x="418" y="234"/>
                  </a:lnTo>
                  <a:lnTo>
                    <a:pt x="420" y="234"/>
                  </a:lnTo>
                  <a:lnTo>
                    <a:pt x="421" y="234"/>
                  </a:lnTo>
                  <a:lnTo>
                    <a:pt x="422" y="234"/>
                  </a:lnTo>
                  <a:lnTo>
                    <a:pt x="424" y="234"/>
                  </a:lnTo>
                  <a:lnTo>
                    <a:pt x="425" y="234"/>
                  </a:lnTo>
                  <a:lnTo>
                    <a:pt x="426" y="234"/>
                  </a:lnTo>
                  <a:lnTo>
                    <a:pt x="426" y="234"/>
                  </a:lnTo>
                  <a:lnTo>
                    <a:pt x="429" y="234"/>
                  </a:lnTo>
                  <a:lnTo>
                    <a:pt x="430" y="234"/>
                  </a:lnTo>
                  <a:lnTo>
                    <a:pt x="430" y="234"/>
                  </a:lnTo>
                  <a:lnTo>
                    <a:pt x="430" y="233"/>
                  </a:lnTo>
                  <a:lnTo>
                    <a:pt x="430" y="233"/>
                  </a:lnTo>
                  <a:lnTo>
                    <a:pt x="431" y="233"/>
                  </a:lnTo>
                  <a:lnTo>
                    <a:pt x="431" y="232"/>
                  </a:lnTo>
                  <a:lnTo>
                    <a:pt x="431" y="231"/>
                  </a:lnTo>
                  <a:lnTo>
                    <a:pt x="432" y="231"/>
                  </a:lnTo>
                  <a:lnTo>
                    <a:pt x="432" y="230"/>
                  </a:lnTo>
                  <a:lnTo>
                    <a:pt x="433" y="230"/>
                  </a:lnTo>
                  <a:lnTo>
                    <a:pt x="434" y="231"/>
                  </a:lnTo>
                  <a:lnTo>
                    <a:pt x="434" y="232"/>
                  </a:lnTo>
                  <a:lnTo>
                    <a:pt x="435" y="233"/>
                  </a:lnTo>
                  <a:lnTo>
                    <a:pt x="439" y="233"/>
                  </a:lnTo>
                  <a:lnTo>
                    <a:pt x="439" y="234"/>
                  </a:lnTo>
                  <a:lnTo>
                    <a:pt x="443" y="234"/>
                  </a:lnTo>
                  <a:lnTo>
                    <a:pt x="444" y="234"/>
                  </a:lnTo>
                  <a:lnTo>
                    <a:pt x="447" y="234"/>
                  </a:lnTo>
                  <a:lnTo>
                    <a:pt x="448" y="235"/>
                  </a:lnTo>
                  <a:lnTo>
                    <a:pt x="450" y="236"/>
                  </a:lnTo>
                  <a:lnTo>
                    <a:pt x="453" y="236"/>
                  </a:lnTo>
                  <a:lnTo>
                    <a:pt x="454" y="237"/>
                  </a:lnTo>
                  <a:lnTo>
                    <a:pt x="456" y="237"/>
                  </a:lnTo>
                  <a:lnTo>
                    <a:pt x="458" y="237"/>
                  </a:lnTo>
                  <a:lnTo>
                    <a:pt x="459" y="237"/>
                  </a:lnTo>
                  <a:lnTo>
                    <a:pt x="459" y="238"/>
                  </a:lnTo>
                  <a:lnTo>
                    <a:pt x="460" y="238"/>
                  </a:lnTo>
                  <a:lnTo>
                    <a:pt x="460" y="238"/>
                  </a:lnTo>
                  <a:lnTo>
                    <a:pt x="460" y="238"/>
                  </a:lnTo>
                  <a:lnTo>
                    <a:pt x="460" y="238"/>
                  </a:lnTo>
                  <a:lnTo>
                    <a:pt x="461" y="238"/>
                  </a:lnTo>
                  <a:lnTo>
                    <a:pt x="462" y="238"/>
                  </a:lnTo>
                  <a:lnTo>
                    <a:pt x="462" y="237"/>
                  </a:lnTo>
                  <a:lnTo>
                    <a:pt x="464" y="237"/>
                  </a:lnTo>
                  <a:lnTo>
                    <a:pt x="465" y="237"/>
                  </a:lnTo>
                  <a:lnTo>
                    <a:pt x="466" y="235"/>
                  </a:lnTo>
                  <a:lnTo>
                    <a:pt x="467" y="235"/>
                  </a:lnTo>
                  <a:lnTo>
                    <a:pt x="467" y="234"/>
                  </a:lnTo>
                  <a:lnTo>
                    <a:pt x="469" y="234"/>
                  </a:lnTo>
                  <a:lnTo>
                    <a:pt x="470" y="234"/>
                  </a:lnTo>
                  <a:lnTo>
                    <a:pt x="470" y="234"/>
                  </a:lnTo>
                  <a:lnTo>
                    <a:pt x="473" y="234"/>
                  </a:lnTo>
                  <a:lnTo>
                    <a:pt x="473" y="234"/>
                  </a:lnTo>
                  <a:lnTo>
                    <a:pt x="474" y="234"/>
                  </a:lnTo>
                  <a:lnTo>
                    <a:pt x="476" y="235"/>
                  </a:lnTo>
                  <a:lnTo>
                    <a:pt x="478" y="236"/>
                  </a:lnTo>
                  <a:lnTo>
                    <a:pt x="479" y="237"/>
                  </a:lnTo>
                  <a:lnTo>
                    <a:pt x="480" y="237"/>
                  </a:lnTo>
                  <a:lnTo>
                    <a:pt x="480" y="236"/>
                  </a:lnTo>
                  <a:lnTo>
                    <a:pt x="481" y="236"/>
                  </a:lnTo>
                  <a:lnTo>
                    <a:pt x="482" y="238"/>
                  </a:lnTo>
                  <a:lnTo>
                    <a:pt x="482" y="238"/>
                  </a:lnTo>
                  <a:lnTo>
                    <a:pt x="483" y="238"/>
                  </a:lnTo>
                  <a:lnTo>
                    <a:pt x="485" y="239"/>
                  </a:lnTo>
                  <a:lnTo>
                    <a:pt x="485" y="239"/>
                  </a:lnTo>
                  <a:lnTo>
                    <a:pt x="485" y="240"/>
                  </a:lnTo>
                  <a:lnTo>
                    <a:pt x="485" y="241"/>
                  </a:lnTo>
                  <a:lnTo>
                    <a:pt x="486" y="241"/>
                  </a:lnTo>
                  <a:lnTo>
                    <a:pt x="487" y="241"/>
                  </a:lnTo>
                  <a:lnTo>
                    <a:pt x="487" y="241"/>
                  </a:lnTo>
                  <a:lnTo>
                    <a:pt x="488" y="240"/>
                  </a:lnTo>
                  <a:lnTo>
                    <a:pt x="489" y="240"/>
                  </a:lnTo>
                  <a:lnTo>
                    <a:pt x="491" y="242"/>
                  </a:lnTo>
                  <a:lnTo>
                    <a:pt x="491" y="242"/>
                  </a:lnTo>
                  <a:lnTo>
                    <a:pt x="491" y="244"/>
                  </a:lnTo>
                  <a:lnTo>
                    <a:pt x="494" y="246"/>
                  </a:lnTo>
                  <a:lnTo>
                    <a:pt x="494" y="247"/>
                  </a:lnTo>
                  <a:lnTo>
                    <a:pt x="494" y="247"/>
                  </a:lnTo>
                  <a:lnTo>
                    <a:pt x="495" y="247"/>
                  </a:lnTo>
                  <a:lnTo>
                    <a:pt x="495" y="247"/>
                  </a:lnTo>
                  <a:lnTo>
                    <a:pt x="497" y="247"/>
                  </a:lnTo>
                  <a:lnTo>
                    <a:pt x="499" y="247"/>
                  </a:lnTo>
                  <a:lnTo>
                    <a:pt x="500" y="247"/>
                  </a:lnTo>
                  <a:lnTo>
                    <a:pt x="502" y="247"/>
                  </a:lnTo>
                  <a:lnTo>
                    <a:pt x="504" y="247"/>
                  </a:lnTo>
                  <a:lnTo>
                    <a:pt x="505" y="247"/>
                  </a:lnTo>
                  <a:lnTo>
                    <a:pt x="506" y="247"/>
                  </a:lnTo>
                  <a:lnTo>
                    <a:pt x="507" y="247"/>
                  </a:lnTo>
                  <a:lnTo>
                    <a:pt x="508" y="247"/>
                  </a:lnTo>
                  <a:lnTo>
                    <a:pt x="510" y="247"/>
                  </a:lnTo>
                  <a:lnTo>
                    <a:pt x="510" y="248"/>
                  </a:lnTo>
                  <a:lnTo>
                    <a:pt x="511" y="248"/>
                  </a:lnTo>
                  <a:lnTo>
                    <a:pt x="512" y="248"/>
                  </a:lnTo>
                  <a:lnTo>
                    <a:pt x="513" y="247"/>
                  </a:lnTo>
                  <a:lnTo>
                    <a:pt x="516" y="247"/>
                  </a:lnTo>
                  <a:lnTo>
                    <a:pt x="516" y="248"/>
                  </a:lnTo>
                  <a:lnTo>
                    <a:pt x="517" y="248"/>
                  </a:lnTo>
                  <a:lnTo>
                    <a:pt x="518" y="247"/>
                  </a:lnTo>
                  <a:lnTo>
                    <a:pt x="520" y="246"/>
                  </a:lnTo>
                  <a:lnTo>
                    <a:pt x="521" y="246"/>
                  </a:lnTo>
                  <a:lnTo>
                    <a:pt x="523" y="246"/>
                  </a:lnTo>
                  <a:lnTo>
                    <a:pt x="523" y="246"/>
                  </a:lnTo>
                  <a:lnTo>
                    <a:pt x="525" y="245"/>
                  </a:lnTo>
                  <a:lnTo>
                    <a:pt x="526" y="244"/>
                  </a:lnTo>
                  <a:lnTo>
                    <a:pt x="527" y="244"/>
                  </a:lnTo>
                  <a:lnTo>
                    <a:pt x="529" y="242"/>
                  </a:lnTo>
                  <a:lnTo>
                    <a:pt x="530" y="242"/>
                  </a:lnTo>
                  <a:lnTo>
                    <a:pt x="531" y="242"/>
                  </a:lnTo>
                  <a:lnTo>
                    <a:pt x="533" y="242"/>
                  </a:lnTo>
                  <a:lnTo>
                    <a:pt x="534" y="242"/>
                  </a:lnTo>
                  <a:lnTo>
                    <a:pt x="534" y="242"/>
                  </a:lnTo>
                  <a:lnTo>
                    <a:pt x="534" y="242"/>
                  </a:lnTo>
                  <a:lnTo>
                    <a:pt x="535" y="242"/>
                  </a:lnTo>
                  <a:lnTo>
                    <a:pt x="536" y="242"/>
                  </a:lnTo>
                  <a:lnTo>
                    <a:pt x="537" y="241"/>
                  </a:lnTo>
                  <a:lnTo>
                    <a:pt x="537" y="241"/>
                  </a:lnTo>
                  <a:lnTo>
                    <a:pt x="538" y="240"/>
                  </a:lnTo>
                  <a:lnTo>
                    <a:pt x="540" y="240"/>
                  </a:lnTo>
                  <a:lnTo>
                    <a:pt x="541" y="240"/>
                  </a:lnTo>
                  <a:lnTo>
                    <a:pt x="542" y="240"/>
                  </a:lnTo>
                  <a:lnTo>
                    <a:pt x="543" y="240"/>
                  </a:lnTo>
                  <a:lnTo>
                    <a:pt x="544" y="241"/>
                  </a:lnTo>
                  <a:lnTo>
                    <a:pt x="545" y="241"/>
                  </a:lnTo>
                  <a:lnTo>
                    <a:pt x="545" y="240"/>
                  </a:lnTo>
                  <a:lnTo>
                    <a:pt x="547" y="241"/>
                  </a:lnTo>
                  <a:lnTo>
                    <a:pt x="549" y="242"/>
                  </a:lnTo>
                  <a:lnTo>
                    <a:pt x="551" y="242"/>
                  </a:lnTo>
                  <a:lnTo>
                    <a:pt x="552" y="242"/>
                  </a:lnTo>
                  <a:lnTo>
                    <a:pt x="552" y="242"/>
                  </a:lnTo>
                  <a:lnTo>
                    <a:pt x="554" y="242"/>
                  </a:lnTo>
                  <a:lnTo>
                    <a:pt x="554" y="242"/>
                  </a:lnTo>
                  <a:lnTo>
                    <a:pt x="554" y="241"/>
                  </a:lnTo>
                  <a:lnTo>
                    <a:pt x="556" y="240"/>
                  </a:lnTo>
                  <a:lnTo>
                    <a:pt x="558" y="238"/>
                  </a:lnTo>
                  <a:lnTo>
                    <a:pt x="560" y="238"/>
                  </a:lnTo>
                  <a:lnTo>
                    <a:pt x="560" y="238"/>
                  </a:lnTo>
                  <a:lnTo>
                    <a:pt x="559" y="240"/>
                  </a:lnTo>
                  <a:lnTo>
                    <a:pt x="559" y="241"/>
                  </a:lnTo>
                  <a:lnTo>
                    <a:pt x="559" y="242"/>
                  </a:lnTo>
                  <a:lnTo>
                    <a:pt x="559" y="242"/>
                  </a:lnTo>
                  <a:lnTo>
                    <a:pt x="559" y="243"/>
                  </a:lnTo>
                  <a:lnTo>
                    <a:pt x="558" y="244"/>
                  </a:lnTo>
                  <a:lnTo>
                    <a:pt x="558" y="244"/>
                  </a:lnTo>
                  <a:lnTo>
                    <a:pt x="557" y="245"/>
                  </a:lnTo>
                  <a:lnTo>
                    <a:pt x="556" y="244"/>
                  </a:lnTo>
                  <a:lnTo>
                    <a:pt x="556" y="244"/>
                  </a:lnTo>
                  <a:lnTo>
                    <a:pt x="556" y="245"/>
                  </a:lnTo>
                  <a:lnTo>
                    <a:pt x="554" y="247"/>
                  </a:lnTo>
                  <a:lnTo>
                    <a:pt x="553" y="248"/>
                  </a:lnTo>
                  <a:lnTo>
                    <a:pt x="553" y="249"/>
                  </a:lnTo>
                  <a:lnTo>
                    <a:pt x="554" y="250"/>
                  </a:lnTo>
                  <a:lnTo>
                    <a:pt x="555" y="250"/>
                  </a:lnTo>
                  <a:lnTo>
                    <a:pt x="556" y="251"/>
                  </a:lnTo>
                  <a:lnTo>
                    <a:pt x="556" y="251"/>
                  </a:lnTo>
                  <a:lnTo>
                    <a:pt x="556" y="251"/>
                  </a:lnTo>
                  <a:lnTo>
                    <a:pt x="556" y="251"/>
                  </a:lnTo>
                  <a:lnTo>
                    <a:pt x="555" y="250"/>
                  </a:lnTo>
                  <a:lnTo>
                    <a:pt x="555" y="250"/>
                  </a:lnTo>
                  <a:lnTo>
                    <a:pt x="555" y="249"/>
                  </a:lnTo>
                  <a:lnTo>
                    <a:pt x="554" y="249"/>
                  </a:lnTo>
                  <a:lnTo>
                    <a:pt x="554" y="248"/>
                  </a:lnTo>
                  <a:lnTo>
                    <a:pt x="554" y="248"/>
                  </a:lnTo>
                  <a:lnTo>
                    <a:pt x="555" y="247"/>
                  </a:lnTo>
                  <a:lnTo>
                    <a:pt x="555" y="247"/>
                  </a:lnTo>
                  <a:lnTo>
                    <a:pt x="556" y="246"/>
                  </a:lnTo>
                  <a:lnTo>
                    <a:pt x="558" y="246"/>
                  </a:lnTo>
                  <a:lnTo>
                    <a:pt x="558" y="245"/>
                  </a:lnTo>
                  <a:lnTo>
                    <a:pt x="559" y="245"/>
                  </a:lnTo>
                  <a:lnTo>
                    <a:pt x="559" y="244"/>
                  </a:lnTo>
                  <a:lnTo>
                    <a:pt x="559" y="244"/>
                  </a:lnTo>
                  <a:lnTo>
                    <a:pt x="560" y="244"/>
                  </a:lnTo>
                  <a:lnTo>
                    <a:pt x="560" y="243"/>
                  </a:lnTo>
                  <a:lnTo>
                    <a:pt x="560" y="241"/>
                  </a:lnTo>
                  <a:lnTo>
                    <a:pt x="560" y="241"/>
                  </a:lnTo>
                  <a:lnTo>
                    <a:pt x="560" y="240"/>
                  </a:lnTo>
                  <a:lnTo>
                    <a:pt x="561" y="239"/>
                  </a:lnTo>
                  <a:lnTo>
                    <a:pt x="561" y="239"/>
                  </a:lnTo>
                  <a:lnTo>
                    <a:pt x="561" y="239"/>
                  </a:lnTo>
                  <a:lnTo>
                    <a:pt x="561" y="238"/>
                  </a:lnTo>
                  <a:lnTo>
                    <a:pt x="561" y="238"/>
                  </a:lnTo>
                  <a:lnTo>
                    <a:pt x="562" y="238"/>
                  </a:lnTo>
                  <a:lnTo>
                    <a:pt x="563" y="236"/>
                  </a:lnTo>
                  <a:lnTo>
                    <a:pt x="563" y="235"/>
                  </a:lnTo>
                  <a:lnTo>
                    <a:pt x="563" y="234"/>
                  </a:lnTo>
                  <a:lnTo>
                    <a:pt x="564" y="234"/>
                  </a:lnTo>
                  <a:lnTo>
                    <a:pt x="564" y="233"/>
                  </a:lnTo>
                  <a:lnTo>
                    <a:pt x="564" y="231"/>
                  </a:lnTo>
                  <a:lnTo>
                    <a:pt x="563" y="231"/>
                  </a:lnTo>
                  <a:lnTo>
                    <a:pt x="563" y="230"/>
                  </a:lnTo>
                  <a:lnTo>
                    <a:pt x="562" y="229"/>
                  </a:lnTo>
                  <a:lnTo>
                    <a:pt x="561" y="229"/>
                  </a:lnTo>
                  <a:lnTo>
                    <a:pt x="561" y="228"/>
                  </a:lnTo>
                  <a:lnTo>
                    <a:pt x="560" y="227"/>
                  </a:lnTo>
                  <a:lnTo>
                    <a:pt x="560" y="225"/>
                  </a:lnTo>
                  <a:lnTo>
                    <a:pt x="560" y="224"/>
                  </a:lnTo>
                  <a:lnTo>
                    <a:pt x="560" y="224"/>
                  </a:lnTo>
                  <a:lnTo>
                    <a:pt x="560" y="223"/>
                  </a:lnTo>
                  <a:lnTo>
                    <a:pt x="560" y="222"/>
                  </a:lnTo>
                  <a:lnTo>
                    <a:pt x="560" y="221"/>
                  </a:lnTo>
                  <a:lnTo>
                    <a:pt x="560" y="221"/>
                  </a:lnTo>
                  <a:lnTo>
                    <a:pt x="560" y="220"/>
                  </a:lnTo>
                  <a:lnTo>
                    <a:pt x="561" y="219"/>
                  </a:lnTo>
                  <a:lnTo>
                    <a:pt x="561" y="218"/>
                  </a:lnTo>
                  <a:lnTo>
                    <a:pt x="561" y="215"/>
                  </a:lnTo>
                  <a:lnTo>
                    <a:pt x="561" y="211"/>
                  </a:lnTo>
                  <a:lnTo>
                    <a:pt x="561" y="210"/>
                  </a:lnTo>
                  <a:lnTo>
                    <a:pt x="560" y="210"/>
                  </a:lnTo>
                  <a:lnTo>
                    <a:pt x="559" y="210"/>
                  </a:lnTo>
                  <a:lnTo>
                    <a:pt x="559" y="210"/>
                  </a:lnTo>
                  <a:lnTo>
                    <a:pt x="558" y="209"/>
                  </a:lnTo>
                  <a:lnTo>
                    <a:pt x="557" y="208"/>
                  </a:lnTo>
                  <a:lnTo>
                    <a:pt x="559" y="208"/>
                  </a:lnTo>
                  <a:lnTo>
                    <a:pt x="560" y="209"/>
                  </a:lnTo>
                  <a:lnTo>
                    <a:pt x="561" y="209"/>
                  </a:lnTo>
                  <a:lnTo>
                    <a:pt x="561" y="209"/>
                  </a:lnTo>
                  <a:lnTo>
                    <a:pt x="563" y="209"/>
                  </a:lnTo>
                  <a:lnTo>
                    <a:pt x="563" y="210"/>
                  </a:lnTo>
                  <a:lnTo>
                    <a:pt x="563" y="210"/>
                  </a:lnTo>
                  <a:lnTo>
                    <a:pt x="564" y="210"/>
                  </a:lnTo>
                  <a:lnTo>
                    <a:pt x="565" y="211"/>
                  </a:lnTo>
                  <a:lnTo>
                    <a:pt x="565" y="211"/>
                  </a:lnTo>
                  <a:lnTo>
                    <a:pt x="565" y="210"/>
                  </a:lnTo>
                  <a:lnTo>
                    <a:pt x="565" y="209"/>
                  </a:lnTo>
                  <a:lnTo>
                    <a:pt x="565" y="208"/>
                  </a:lnTo>
                  <a:lnTo>
                    <a:pt x="565" y="208"/>
                  </a:lnTo>
                  <a:lnTo>
                    <a:pt x="566" y="208"/>
                  </a:lnTo>
                  <a:lnTo>
                    <a:pt x="566" y="207"/>
                  </a:lnTo>
                  <a:lnTo>
                    <a:pt x="566" y="207"/>
                  </a:lnTo>
                  <a:lnTo>
                    <a:pt x="566" y="207"/>
                  </a:lnTo>
                  <a:lnTo>
                    <a:pt x="566" y="205"/>
                  </a:lnTo>
                  <a:lnTo>
                    <a:pt x="566" y="204"/>
                  </a:lnTo>
                  <a:lnTo>
                    <a:pt x="566" y="203"/>
                  </a:lnTo>
                  <a:lnTo>
                    <a:pt x="566" y="203"/>
                  </a:lnTo>
                  <a:lnTo>
                    <a:pt x="566" y="203"/>
                  </a:lnTo>
                  <a:lnTo>
                    <a:pt x="566" y="203"/>
                  </a:lnTo>
                  <a:lnTo>
                    <a:pt x="565" y="203"/>
                  </a:lnTo>
                  <a:lnTo>
                    <a:pt x="565" y="202"/>
                  </a:lnTo>
                  <a:lnTo>
                    <a:pt x="565" y="201"/>
                  </a:lnTo>
                  <a:lnTo>
                    <a:pt x="565" y="200"/>
                  </a:lnTo>
                  <a:lnTo>
                    <a:pt x="565" y="200"/>
                  </a:lnTo>
                  <a:lnTo>
                    <a:pt x="566" y="200"/>
                  </a:lnTo>
                  <a:lnTo>
                    <a:pt x="569" y="199"/>
                  </a:lnTo>
                  <a:lnTo>
                    <a:pt x="569" y="199"/>
                  </a:lnTo>
                  <a:lnTo>
                    <a:pt x="569" y="199"/>
                  </a:lnTo>
                  <a:lnTo>
                    <a:pt x="569" y="197"/>
                  </a:lnTo>
                  <a:lnTo>
                    <a:pt x="569" y="196"/>
                  </a:lnTo>
                  <a:lnTo>
                    <a:pt x="569" y="195"/>
                  </a:lnTo>
                  <a:lnTo>
                    <a:pt x="569" y="195"/>
                  </a:lnTo>
                  <a:lnTo>
                    <a:pt x="569" y="194"/>
                  </a:lnTo>
                  <a:lnTo>
                    <a:pt x="569" y="194"/>
                  </a:lnTo>
                  <a:lnTo>
                    <a:pt x="569" y="193"/>
                  </a:lnTo>
                  <a:lnTo>
                    <a:pt x="567" y="193"/>
                  </a:lnTo>
                  <a:lnTo>
                    <a:pt x="567" y="193"/>
                  </a:lnTo>
                  <a:lnTo>
                    <a:pt x="568" y="192"/>
                  </a:lnTo>
                  <a:lnTo>
                    <a:pt x="569" y="191"/>
                  </a:lnTo>
                  <a:lnTo>
                    <a:pt x="571" y="191"/>
                  </a:lnTo>
                  <a:lnTo>
                    <a:pt x="572" y="190"/>
                  </a:lnTo>
                  <a:lnTo>
                    <a:pt x="572" y="190"/>
                  </a:lnTo>
                  <a:lnTo>
                    <a:pt x="573" y="190"/>
                  </a:lnTo>
                  <a:lnTo>
                    <a:pt x="574" y="190"/>
                  </a:lnTo>
                  <a:lnTo>
                    <a:pt x="574" y="190"/>
                  </a:lnTo>
                  <a:lnTo>
                    <a:pt x="574" y="190"/>
                  </a:lnTo>
                  <a:lnTo>
                    <a:pt x="575" y="190"/>
                  </a:lnTo>
                  <a:lnTo>
                    <a:pt x="576" y="190"/>
                  </a:lnTo>
                  <a:lnTo>
                    <a:pt x="577" y="190"/>
                  </a:lnTo>
                  <a:lnTo>
                    <a:pt x="577" y="190"/>
                  </a:lnTo>
                  <a:lnTo>
                    <a:pt x="578" y="190"/>
                  </a:lnTo>
                  <a:lnTo>
                    <a:pt x="578" y="190"/>
                  </a:lnTo>
                  <a:lnTo>
                    <a:pt x="579" y="190"/>
                  </a:lnTo>
                  <a:lnTo>
                    <a:pt x="579" y="189"/>
                  </a:lnTo>
                  <a:lnTo>
                    <a:pt x="580" y="189"/>
                  </a:lnTo>
                  <a:lnTo>
                    <a:pt x="581" y="187"/>
                  </a:lnTo>
                  <a:lnTo>
                    <a:pt x="581" y="187"/>
                  </a:lnTo>
                  <a:lnTo>
                    <a:pt x="581" y="186"/>
                  </a:lnTo>
                  <a:lnTo>
                    <a:pt x="582" y="186"/>
                  </a:lnTo>
                  <a:lnTo>
                    <a:pt x="582" y="185"/>
                  </a:lnTo>
                  <a:lnTo>
                    <a:pt x="582" y="184"/>
                  </a:lnTo>
                  <a:lnTo>
                    <a:pt x="582" y="184"/>
                  </a:lnTo>
                  <a:lnTo>
                    <a:pt x="582" y="182"/>
                  </a:lnTo>
                  <a:lnTo>
                    <a:pt x="582" y="182"/>
                  </a:lnTo>
                  <a:lnTo>
                    <a:pt x="582" y="182"/>
                  </a:lnTo>
                  <a:lnTo>
                    <a:pt x="584" y="182"/>
                  </a:lnTo>
                  <a:lnTo>
                    <a:pt x="584" y="182"/>
                  </a:lnTo>
                  <a:lnTo>
                    <a:pt x="583" y="182"/>
                  </a:lnTo>
                  <a:lnTo>
                    <a:pt x="583" y="181"/>
                  </a:lnTo>
                  <a:lnTo>
                    <a:pt x="584" y="181"/>
                  </a:lnTo>
                  <a:lnTo>
                    <a:pt x="585" y="180"/>
                  </a:lnTo>
                  <a:lnTo>
                    <a:pt x="585" y="180"/>
                  </a:lnTo>
                  <a:lnTo>
                    <a:pt x="586" y="180"/>
                  </a:lnTo>
                  <a:lnTo>
                    <a:pt x="586" y="179"/>
                  </a:lnTo>
                  <a:lnTo>
                    <a:pt x="586" y="179"/>
                  </a:lnTo>
                  <a:lnTo>
                    <a:pt x="586" y="177"/>
                  </a:lnTo>
                  <a:lnTo>
                    <a:pt x="587" y="177"/>
                  </a:lnTo>
                  <a:lnTo>
                    <a:pt x="587" y="177"/>
                  </a:lnTo>
                  <a:lnTo>
                    <a:pt x="588" y="176"/>
                  </a:lnTo>
                  <a:lnTo>
                    <a:pt x="588" y="175"/>
                  </a:lnTo>
                  <a:lnTo>
                    <a:pt x="588" y="175"/>
                  </a:lnTo>
                  <a:lnTo>
                    <a:pt x="589" y="174"/>
                  </a:lnTo>
                  <a:lnTo>
                    <a:pt x="590" y="173"/>
                  </a:lnTo>
                  <a:lnTo>
                    <a:pt x="590" y="173"/>
                  </a:lnTo>
                  <a:lnTo>
                    <a:pt x="591" y="173"/>
                  </a:lnTo>
                  <a:lnTo>
                    <a:pt x="591" y="172"/>
                  </a:lnTo>
                  <a:lnTo>
                    <a:pt x="591" y="172"/>
                  </a:lnTo>
                  <a:lnTo>
                    <a:pt x="593" y="171"/>
                  </a:lnTo>
                  <a:lnTo>
                    <a:pt x="594" y="170"/>
                  </a:lnTo>
                  <a:lnTo>
                    <a:pt x="595" y="169"/>
                  </a:lnTo>
                  <a:lnTo>
                    <a:pt x="595" y="169"/>
                  </a:lnTo>
                  <a:lnTo>
                    <a:pt x="596" y="168"/>
                  </a:lnTo>
                  <a:lnTo>
                    <a:pt x="596" y="167"/>
                  </a:lnTo>
                  <a:lnTo>
                    <a:pt x="597" y="167"/>
                  </a:lnTo>
                  <a:lnTo>
                    <a:pt x="597" y="166"/>
                  </a:lnTo>
                  <a:lnTo>
                    <a:pt x="598" y="166"/>
                  </a:lnTo>
                  <a:lnTo>
                    <a:pt x="598" y="166"/>
                  </a:lnTo>
                  <a:lnTo>
                    <a:pt x="599" y="166"/>
                  </a:lnTo>
                  <a:lnTo>
                    <a:pt x="600" y="165"/>
                  </a:lnTo>
                  <a:lnTo>
                    <a:pt x="601" y="165"/>
                  </a:lnTo>
                  <a:lnTo>
                    <a:pt x="601" y="165"/>
                  </a:lnTo>
                  <a:lnTo>
                    <a:pt x="601" y="165"/>
                  </a:lnTo>
                  <a:lnTo>
                    <a:pt x="602" y="165"/>
                  </a:lnTo>
                  <a:lnTo>
                    <a:pt x="603" y="164"/>
                  </a:lnTo>
                  <a:lnTo>
                    <a:pt x="604" y="164"/>
                  </a:lnTo>
                  <a:lnTo>
                    <a:pt x="604" y="165"/>
                  </a:lnTo>
                  <a:lnTo>
                    <a:pt x="604" y="165"/>
                  </a:lnTo>
                  <a:lnTo>
                    <a:pt x="607" y="165"/>
                  </a:lnTo>
                  <a:lnTo>
                    <a:pt x="607" y="165"/>
                  </a:lnTo>
                  <a:lnTo>
                    <a:pt x="608" y="165"/>
                  </a:lnTo>
                  <a:lnTo>
                    <a:pt x="608" y="164"/>
                  </a:lnTo>
                  <a:lnTo>
                    <a:pt x="608" y="164"/>
                  </a:lnTo>
                  <a:lnTo>
                    <a:pt x="609" y="163"/>
                  </a:lnTo>
                  <a:lnTo>
                    <a:pt x="609" y="164"/>
                  </a:lnTo>
                  <a:lnTo>
                    <a:pt x="610" y="164"/>
                  </a:lnTo>
                  <a:lnTo>
                    <a:pt x="610" y="163"/>
                  </a:lnTo>
                  <a:lnTo>
                    <a:pt x="609" y="163"/>
                  </a:lnTo>
                  <a:lnTo>
                    <a:pt x="609" y="162"/>
                  </a:lnTo>
                  <a:lnTo>
                    <a:pt x="611" y="163"/>
                  </a:lnTo>
                  <a:lnTo>
                    <a:pt x="611" y="163"/>
                  </a:lnTo>
                  <a:lnTo>
                    <a:pt x="611" y="164"/>
                  </a:lnTo>
                  <a:lnTo>
                    <a:pt x="612" y="164"/>
                  </a:lnTo>
                  <a:lnTo>
                    <a:pt x="612" y="162"/>
                  </a:lnTo>
                  <a:lnTo>
                    <a:pt x="611" y="162"/>
                  </a:lnTo>
                  <a:lnTo>
                    <a:pt x="611" y="160"/>
                  </a:lnTo>
                  <a:lnTo>
                    <a:pt x="612" y="160"/>
                  </a:lnTo>
                  <a:lnTo>
                    <a:pt x="612" y="159"/>
                  </a:lnTo>
                  <a:lnTo>
                    <a:pt x="613" y="158"/>
                  </a:lnTo>
                  <a:lnTo>
                    <a:pt x="613" y="157"/>
                  </a:lnTo>
                  <a:lnTo>
                    <a:pt x="614" y="156"/>
                  </a:lnTo>
                  <a:lnTo>
                    <a:pt x="615" y="156"/>
                  </a:lnTo>
                  <a:lnTo>
                    <a:pt x="616" y="155"/>
                  </a:lnTo>
                  <a:lnTo>
                    <a:pt x="616" y="154"/>
                  </a:lnTo>
                  <a:lnTo>
                    <a:pt x="616" y="154"/>
                  </a:lnTo>
                  <a:lnTo>
                    <a:pt x="616" y="154"/>
                  </a:lnTo>
                  <a:lnTo>
                    <a:pt x="617" y="153"/>
                  </a:lnTo>
                  <a:lnTo>
                    <a:pt x="617" y="152"/>
                  </a:lnTo>
                  <a:lnTo>
                    <a:pt x="617" y="152"/>
                  </a:lnTo>
                  <a:lnTo>
                    <a:pt x="618" y="150"/>
                  </a:lnTo>
                  <a:lnTo>
                    <a:pt x="618" y="150"/>
                  </a:lnTo>
                  <a:lnTo>
                    <a:pt x="618" y="149"/>
                  </a:lnTo>
                  <a:lnTo>
                    <a:pt x="619" y="149"/>
                  </a:lnTo>
                  <a:lnTo>
                    <a:pt x="618" y="146"/>
                  </a:lnTo>
                  <a:lnTo>
                    <a:pt x="619" y="146"/>
                  </a:lnTo>
                  <a:lnTo>
                    <a:pt x="619" y="145"/>
                  </a:lnTo>
                  <a:lnTo>
                    <a:pt x="619" y="143"/>
                  </a:lnTo>
                  <a:lnTo>
                    <a:pt x="620" y="143"/>
                  </a:lnTo>
                  <a:lnTo>
                    <a:pt x="620" y="143"/>
                  </a:lnTo>
                  <a:lnTo>
                    <a:pt x="620" y="143"/>
                  </a:lnTo>
                  <a:lnTo>
                    <a:pt x="621" y="143"/>
                  </a:lnTo>
                  <a:lnTo>
                    <a:pt x="621" y="142"/>
                  </a:lnTo>
                  <a:lnTo>
                    <a:pt x="622" y="141"/>
                  </a:lnTo>
                  <a:lnTo>
                    <a:pt x="622" y="141"/>
                  </a:lnTo>
                  <a:lnTo>
                    <a:pt x="622" y="140"/>
                  </a:lnTo>
                  <a:lnTo>
                    <a:pt x="622" y="140"/>
                  </a:lnTo>
                  <a:lnTo>
                    <a:pt x="623" y="140"/>
                  </a:lnTo>
                  <a:lnTo>
                    <a:pt x="623" y="139"/>
                  </a:lnTo>
                  <a:lnTo>
                    <a:pt x="623" y="139"/>
                  </a:lnTo>
                  <a:lnTo>
                    <a:pt x="623" y="139"/>
                  </a:lnTo>
                  <a:lnTo>
                    <a:pt x="624" y="139"/>
                  </a:lnTo>
                  <a:lnTo>
                    <a:pt x="624" y="138"/>
                  </a:lnTo>
                  <a:lnTo>
                    <a:pt x="624" y="138"/>
                  </a:lnTo>
                  <a:lnTo>
                    <a:pt x="625" y="136"/>
                  </a:lnTo>
                  <a:lnTo>
                    <a:pt x="625" y="136"/>
                  </a:lnTo>
                  <a:lnTo>
                    <a:pt x="625" y="135"/>
                  </a:lnTo>
                  <a:lnTo>
                    <a:pt x="625" y="135"/>
                  </a:lnTo>
                  <a:lnTo>
                    <a:pt x="625" y="134"/>
                  </a:lnTo>
                  <a:lnTo>
                    <a:pt x="622" y="133"/>
                  </a:lnTo>
                  <a:lnTo>
                    <a:pt x="622" y="133"/>
                  </a:lnTo>
                  <a:lnTo>
                    <a:pt x="622" y="134"/>
                  </a:lnTo>
                  <a:lnTo>
                    <a:pt x="622" y="134"/>
                  </a:lnTo>
                  <a:lnTo>
                    <a:pt x="621" y="134"/>
                  </a:lnTo>
                  <a:lnTo>
                    <a:pt x="621" y="134"/>
                  </a:lnTo>
                  <a:lnTo>
                    <a:pt x="621" y="134"/>
                  </a:lnTo>
                  <a:lnTo>
                    <a:pt x="621" y="134"/>
                  </a:lnTo>
                  <a:lnTo>
                    <a:pt x="621" y="134"/>
                  </a:lnTo>
                  <a:lnTo>
                    <a:pt x="620" y="133"/>
                  </a:lnTo>
                  <a:lnTo>
                    <a:pt x="620" y="133"/>
                  </a:lnTo>
                  <a:lnTo>
                    <a:pt x="620" y="133"/>
                  </a:lnTo>
                  <a:lnTo>
                    <a:pt x="620" y="132"/>
                  </a:lnTo>
                  <a:lnTo>
                    <a:pt x="620" y="132"/>
                  </a:lnTo>
                  <a:lnTo>
                    <a:pt x="620" y="132"/>
                  </a:lnTo>
                  <a:lnTo>
                    <a:pt x="619" y="133"/>
                  </a:lnTo>
                  <a:lnTo>
                    <a:pt x="619" y="133"/>
                  </a:lnTo>
                  <a:lnTo>
                    <a:pt x="617" y="126"/>
                  </a:lnTo>
                  <a:lnTo>
                    <a:pt x="618" y="122"/>
                  </a:lnTo>
                  <a:lnTo>
                    <a:pt x="616" y="122"/>
                  </a:lnTo>
                  <a:lnTo>
                    <a:pt x="615" y="121"/>
                  </a:lnTo>
                  <a:lnTo>
                    <a:pt x="620" y="117"/>
                  </a:lnTo>
                  <a:lnTo>
                    <a:pt x="617" y="113"/>
                  </a:lnTo>
                  <a:lnTo>
                    <a:pt x="617" y="108"/>
                  </a:lnTo>
                  <a:lnTo>
                    <a:pt x="616" y="104"/>
                  </a:lnTo>
                  <a:lnTo>
                    <a:pt x="616" y="103"/>
                  </a:lnTo>
                  <a:lnTo>
                    <a:pt x="619" y="99"/>
                  </a:lnTo>
                  <a:lnTo>
                    <a:pt x="619" y="97"/>
                  </a:lnTo>
                  <a:lnTo>
                    <a:pt x="616" y="92"/>
                  </a:lnTo>
                  <a:lnTo>
                    <a:pt x="617" y="87"/>
                  </a:lnTo>
                  <a:lnTo>
                    <a:pt x="617" y="86"/>
                  </a:lnTo>
                  <a:lnTo>
                    <a:pt x="622" y="79"/>
                  </a:lnTo>
                  <a:lnTo>
                    <a:pt x="622" y="77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656EAE6F-9950-4959-B347-4AC7A609CA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6120" y="4408095"/>
              <a:ext cx="808928" cy="956006"/>
            </a:xfrm>
            <a:custGeom>
              <a:avLst/>
              <a:gdLst>
                <a:gd name="T0" fmla="*/ 31 w 473"/>
                <a:gd name="T1" fmla="*/ 462 h 559"/>
                <a:gd name="T2" fmla="*/ 115 w 473"/>
                <a:gd name="T3" fmla="*/ 186 h 559"/>
                <a:gd name="T4" fmla="*/ 149 w 473"/>
                <a:gd name="T5" fmla="*/ 43 h 559"/>
                <a:gd name="T6" fmla="*/ 144 w 473"/>
                <a:gd name="T7" fmla="*/ 43 h 559"/>
                <a:gd name="T8" fmla="*/ 363 w 473"/>
                <a:gd name="T9" fmla="*/ 26 h 559"/>
                <a:gd name="T10" fmla="*/ 404 w 473"/>
                <a:gd name="T11" fmla="*/ 59 h 559"/>
                <a:gd name="T12" fmla="*/ 392 w 473"/>
                <a:gd name="T13" fmla="*/ 178 h 559"/>
                <a:gd name="T14" fmla="*/ 416 w 473"/>
                <a:gd name="T15" fmla="*/ 413 h 559"/>
                <a:gd name="T16" fmla="*/ 429 w 473"/>
                <a:gd name="T17" fmla="*/ 519 h 559"/>
                <a:gd name="T18" fmla="*/ 385 w 473"/>
                <a:gd name="T19" fmla="*/ 538 h 559"/>
                <a:gd name="T20" fmla="*/ 347 w 473"/>
                <a:gd name="T21" fmla="*/ 559 h 559"/>
                <a:gd name="T22" fmla="*/ 294 w 473"/>
                <a:gd name="T23" fmla="*/ 531 h 559"/>
                <a:gd name="T24" fmla="*/ 275 w 473"/>
                <a:gd name="T25" fmla="*/ 494 h 559"/>
                <a:gd name="T26" fmla="*/ 233 w 473"/>
                <a:gd name="T27" fmla="*/ 511 h 559"/>
                <a:gd name="T28" fmla="*/ 204 w 473"/>
                <a:gd name="T29" fmla="*/ 514 h 559"/>
                <a:gd name="T30" fmla="*/ 208 w 473"/>
                <a:gd name="T31" fmla="*/ 491 h 559"/>
                <a:gd name="T32" fmla="*/ 237 w 473"/>
                <a:gd name="T33" fmla="*/ 475 h 559"/>
                <a:gd name="T34" fmla="*/ 201 w 473"/>
                <a:gd name="T35" fmla="*/ 482 h 559"/>
                <a:gd name="T36" fmla="*/ 185 w 473"/>
                <a:gd name="T37" fmla="*/ 455 h 559"/>
                <a:gd name="T38" fmla="*/ 172 w 473"/>
                <a:gd name="T39" fmla="*/ 450 h 559"/>
                <a:gd name="T40" fmla="*/ 133 w 473"/>
                <a:gd name="T41" fmla="*/ 473 h 559"/>
                <a:gd name="T42" fmla="*/ 110 w 473"/>
                <a:gd name="T43" fmla="*/ 490 h 559"/>
                <a:gd name="T44" fmla="*/ 84 w 473"/>
                <a:gd name="T45" fmla="*/ 498 h 559"/>
                <a:gd name="T46" fmla="*/ 68 w 473"/>
                <a:gd name="T47" fmla="*/ 477 h 559"/>
                <a:gd name="T48" fmla="*/ 91 w 473"/>
                <a:gd name="T49" fmla="*/ 480 h 559"/>
                <a:gd name="T50" fmla="*/ 108 w 473"/>
                <a:gd name="T51" fmla="*/ 468 h 559"/>
                <a:gd name="T52" fmla="*/ 93 w 473"/>
                <a:gd name="T53" fmla="*/ 455 h 559"/>
                <a:gd name="T54" fmla="*/ 86 w 473"/>
                <a:gd name="T55" fmla="*/ 472 h 559"/>
                <a:gd name="T56" fmla="*/ 62 w 473"/>
                <a:gd name="T57" fmla="*/ 470 h 559"/>
                <a:gd name="T58" fmla="*/ 42 w 473"/>
                <a:gd name="T59" fmla="*/ 468 h 559"/>
                <a:gd name="T60" fmla="*/ 64 w 473"/>
                <a:gd name="T61" fmla="*/ 446 h 559"/>
                <a:gd name="T62" fmla="*/ 33 w 473"/>
                <a:gd name="T63" fmla="*/ 430 h 559"/>
                <a:gd name="T64" fmla="*/ 47 w 473"/>
                <a:gd name="T65" fmla="*/ 408 h 559"/>
                <a:gd name="T66" fmla="*/ 68 w 473"/>
                <a:gd name="T67" fmla="*/ 391 h 559"/>
                <a:gd name="T68" fmla="*/ 85 w 473"/>
                <a:gd name="T69" fmla="*/ 394 h 559"/>
                <a:gd name="T70" fmla="*/ 107 w 473"/>
                <a:gd name="T71" fmla="*/ 383 h 559"/>
                <a:gd name="T72" fmla="*/ 133 w 473"/>
                <a:gd name="T73" fmla="*/ 370 h 559"/>
                <a:gd name="T74" fmla="*/ 169 w 473"/>
                <a:gd name="T75" fmla="*/ 347 h 559"/>
                <a:gd name="T76" fmla="*/ 216 w 473"/>
                <a:gd name="T77" fmla="*/ 316 h 559"/>
                <a:gd name="T78" fmla="*/ 234 w 473"/>
                <a:gd name="T79" fmla="*/ 270 h 559"/>
                <a:gd name="T80" fmla="*/ 259 w 473"/>
                <a:gd name="T81" fmla="*/ 243 h 559"/>
                <a:gd name="T82" fmla="*/ 230 w 473"/>
                <a:gd name="T83" fmla="*/ 213 h 559"/>
                <a:gd name="T84" fmla="*/ 256 w 473"/>
                <a:gd name="T85" fmla="*/ 189 h 559"/>
                <a:gd name="T86" fmla="*/ 224 w 473"/>
                <a:gd name="T87" fmla="*/ 169 h 559"/>
                <a:gd name="T88" fmla="*/ 242 w 473"/>
                <a:gd name="T89" fmla="*/ 139 h 559"/>
                <a:gd name="T90" fmla="*/ 215 w 473"/>
                <a:gd name="T91" fmla="*/ 144 h 559"/>
                <a:gd name="T92" fmla="*/ 181 w 473"/>
                <a:gd name="T93" fmla="*/ 153 h 559"/>
                <a:gd name="T94" fmla="*/ 158 w 473"/>
                <a:gd name="T95" fmla="*/ 177 h 559"/>
                <a:gd name="T96" fmla="*/ 121 w 473"/>
                <a:gd name="T97" fmla="*/ 178 h 559"/>
                <a:gd name="T98" fmla="*/ 139 w 473"/>
                <a:gd name="T99" fmla="*/ 147 h 559"/>
                <a:gd name="T100" fmla="*/ 167 w 473"/>
                <a:gd name="T101" fmla="*/ 130 h 559"/>
                <a:gd name="T102" fmla="*/ 195 w 473"/>
                <a:gd name="T103" fmla="*/ 87 h 559"/>
                <a:gd name="T104" fmla="*/ 247 w 473"/>
                <a:gd name="T105" fmla="*/ 50 h 559"/>
                <a:gd name="T106" fmla="*/ 283 w 473"/>
                <a:gd name="T107" fmla="*/ 30 h 559"/>
                <a:gd name="T108" fmla="*/ 333 w 473"/>
                <a:gd name="T109" fmla="*/ 37 h 559"/>
                <a:gd name="T110" fmla="*/ 189 w 473"/>
                <a:gd name="T111" fmla="*/ 5 h 559"/>
                <a:gd name="T112" fmla="*/ 210 w 473"/>
                <a:gd name="T113" fmla="*/ 26 h 559"/>
                <a:gd name="T114" fmla="*/ 225 w 473"/>
                <a:gd name="T115" fmla="*/ 53 h 559"/>
                <a:gd name="T116" fmla="*/ 180 w 473"/>
                <a:gd name="T117" fmla="*/ 81 h 559"/>
                <a:gd name="T118" fmla="*/ 166 w 473"/>
                <a:gd name="T119" fmla="*/ 69 h 559"/>
                <a:gd name="T120" fmla="*/ 151 w 473"/>
                <a:gd name="T121" fmla="*/ 44 h 559"/>
                <a:gd name="T122" fmla="*/ 155 w 473"/>
                <a:gd name="T123" fmla="*/ 17 h 559"/>
                <a:gd name="T124" fmla="*/ 173 w 473"/>
                <a:gd name="T125" fmla="*/ 5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3" h="559">
                  <a:moveTo>
                    <a:pt x="132" y="481"/>
                  </a:moveTo>
                  <a:lnTo>
                    <a:pt x="133" y="481"/>
                  </a:lnTo>
                  <a:lnTo>
                    <a:pt x="133" y="482"/>
                  </a:lnTo>
                  <a:lnTo>
                    <a:pt x="132" y="481"/>
                  </a:lnTo>
                  <a:lnTo>
                    <a:pt x="132" y="481"/>
                  </a:lnTo>
                  <a:close/>
                  <a:moveTo>
                    <a:pt x="36" y="472"/>
                  </a:moveTo>
                  <a:lnTo>
                    <a:pt x="36" y="473"/>
                  </a:lnTo>
                  <a:lnTo>
                    <a:pt x="37" y="473"/>
                  </a:lnTo>
                  <a:lnTo>
                    <a:pt x="37" y="473"/>
                  </a:lnTo>
                  <a:lnTo>
                    <a:pt x="37" y="474"/>
                  </a:lnTo>
                  <a:lnTo>
                    <a:pt x="36" y="474"/>
                  </a:lnTo>
                  <a:lnTo>
                    <a:pt x="36" y="474"/>
                  </a:lnTo>
                  <a:lnTo>
                    <a:pt x="36" y="475"/>
                  </a:lnTo>
                  <a:lnTo>
                    <a:pt x="36" y="475"/>
                  </a:lnTo>
                  <a:lnTo>
                    <a:pt x="35" y="475"/>
                  </a:lnTo>
                  <a:lnTo>
                    <a:pt x="35" y="476"/>
                  </a:lnTo>
                  <a:lnTo>
                    <a:pt x="33" y="476"/>
                  </a:lnTo>
                  <a:lnTo>
                    <a:pt x="33" y="475"/>
                  </a:lnTo>
                  <a:lnTo>
                    <a:pt x="33" y="475"/>
                  </a:lnTo>
                  <a:lnTo>
                    <a:pt x="33" y="475"/>
                  </a:lnTo>
                  <a:lnTo>
                    <a:pt x="33" y="474"/>
                  </a:lnTo>
                  <a:lnTo>
                    <a:pt x="33" y="474"/>
                  </a:lnTo>
                  <a:lnTo>
                    <a:pt x="34" y="474"/>
                  </a:lnTo>
                  <a:lnTo>
                    <a:pt x="34" y="473"/>
                  </a:lnTo>
                  <a:lnTo>
                    <a:pt x="35" y="473"/>
                  </a:lnTo>
                  <a:lnTo>
                    <a:pt x="35" y="472"/>
                  </a:lnTo>
                  <a:lnTo>
                    <a:pt x="36" y="472"/>
                  </a:lnTo>
                  <a:lnTo>
                    <a:pt x="36" y="472"/>
                  </a:lnTo>
                  <a:close/>
                  <a:moveTo>
                    <a:pt x="2" y="465"/>
                  </a:moveTo>
                  <a:lnTo>
                    <a:pt x="2" y="465"/>
                  </a:lnTo>
                  <a:lnTo>
                    <a:pt x="1" y="466"/>
                  </a:lnTo>
                  <a:lnTo>
                    <a:pt x="1" y="466"/>
                  </a:lnTo>
                  <a:lnTo>
                    <a:pt x="0" y="465"/>
                  </a:lnTo>
                  <a:lnTo>
                    <a:pt x="1" y="465"/>
                  </a:lnTo>
                  <a:lnTo>
                    <a:pt x="2" y="465"/>
                  </a:lnTo>
                  <a:lnTo>
                    <a:pt x="2" y="465"/>
                  </a:lnTo>
                  <a:close/>
                  <a:moveTo>
                    <a:pt x="31" y="462"/>
                  </a:moveTo>
                  <a:lnTo>
                    <a:pt x="32" y="462"/>
                  </a:lnTo>
                  <a:lnTo>
                    <a:pt x="32" y="462"/>
                  </a:lnTo>
                  <a:lnTo>
                    <a:pt x="33" y="463"/>
                  </a:lnTo>
                  <a:lnTo>
                    <a:pt x="34" y="463"/>
                  </a:lnTo>
                  <a:lnTo>
                    <a:pt x="34" y="464"/>
                  </a:lnTo>
                  <a:lnTo>
                    <a:pt x="34" y="464"/>
                  </a:lnTo>
                  <a:lnTo>
                    <a:pt x="35" y="464"/>
                  </a:lnTo>
                  <a:lnTo>
                    <a:pt x="35" y="464"/>
                  </a:lnTo>
                  <a:lnTo>
                    <a:pt x="35" y="464"/>
                  </a:lnTo>
                  <a:lnTo>
                    <a:pt x="36" y="464"/>
                  </a:lnTo>
                  <a:lnTo>
                    <a:pt x="36" y="464"/>
                  </a:lnTo>
                  <a:lnTo>
                    <a:pt x="36" y="464"/>
                  </a:lnTo>
                  <a:lnTo>
                    <a:pt x="36" y="464"/>
                  </a:lnTo>
                  <a:lnTo>
                    <a:pt x="35" y="465"/>
                  </a:lnTo>
                  <a:lnTo>
                    <a:pt x="35" y="465"/>
                  </a:lnTo>
                  <a:lnTo>
                    <a:pt x="34" y="465"/>
                  </a:lnTo>
                  <a:lnTo>
                    <a:pt x="34" y="465"/>
                  </a:lnTo>
                  <a:lnTo>
                    <a:pt x="34" y="465"/>
                  </a:lnTo>
                  <a:lnTo>
                    <a:pt x="34" y="464"/>
                  </a:lnTo>
                  <a:lnTo>
                    <a:pt x="33" y="464"/>
                  </a:lnTo>
                  <a:lnTo>
                    <a:pt x="33" y="465"/>
                  </a:lnTo>
                  <a:lnTo>
                    <a:pt x="33" y="466"/>
                  </a:lnTo>
                  <a:lnTo>
                    <a:pt x="33" y="466"/>
                  </a:lnTo>
                  <a:lnTo>
                    <a:pt x="33" y="467"/>
                  </a:lnTo>
                  <a:lnTo>
                    <a:pt x="33" y="467"/>
                  </a:lnTo>
                  <a:lnTo>
                    <a:pt x="32" y="466"/>
                  </a:lnTo>
                  <a:lnTo>
                    <a:pt x="32" y="466"/>
                  </a:lnTo>
                  <a:lnTo>
                    <a:pt x="31" y="466"/>
                  </a:lnTo>
                  <a:lnTo>
                    <a:pt x="31" y="466"/>
                  </a:lnTo>
                  <a:lnTo>
                    <a:pt x="31" y="465"/>
                  </a:lnTo>
                  <a:lnTo>
                    <a:pt x="31" y="465"/>
                  </a:lnTo>
                  <a:lnTo>
                    <a:pt x="30" y="465"/>
                  </a:lnTo>
                  <a:lnTo>
                    <a:pt x="30" y="465"/>
                  </a:lnTo>
                  <a:lnTo>
                    <a:pt x="29" y="465"/>
                  </a:lnTo>
                  <a:lnTo>
                    <a:pt x="29" y="464"/>
                  </a:lnTo>
                  <a:lnTo>
                    <a:pt x="29" y="463"/>
                  </a:lnTo>
                  <a:lnTo>
                    <a:pt x="29" y="463"/>
                  </a:lnTo>
                  <a:lnTo>
                    <a:pt x="31" y="462"/>
                  </a:lnTo>
                  <a:lnTo>
                    <a:pt x="31" y="462"/>
                  </a:lnTo>
                  <a:lnTo>
                    <a:pt x="31" y="462"/>
                  </a:lnTo>
                  <a:close/>
                  <a:moveTo>
                    <a:pt x="25" y="425"/>
                  </a:moveTo>
                  <a:lnTo>
                    <a:pt x="25" y="426"/>
                  </a:lnTo>
                  <a:lnTo>
                    <a:pt x="25" y="426"/>
                  </a:lnTo>
                  <a:lnTo>
                    <a:pt x="25" y="425"/>
                  </a:lnTo>
                  <a:lnTo>
                    <a:pt x="26" y="426"/>
                  </a:lnTo>
                  <a:lnTo>
                    <a:pt x="26" y="426"/>
                  </a:lnTo>
                  <a:lnTo>
                    <a:pt x="25" y="427"/>
                  </a:lnTo>
                  <a:lnTo>
                    <a:pt x="25" y="428"/>
                  </a:lnTo>
                  <a:lnTo>
                    <a:pt x="25" y="428"/>
                  </a:lnTo>
                  <a:lnTo>
                    <a:pt x="25" y="429"/>
                  </a:lnTo>
                  <a:lnTo>
                    <a:pt x="25" y="429"/>
                  </a:lnTo>
                  <a:lnTo>
                    <a:pt x="25" y="429"/>
                  </a:lnTo>
                  <a:lnTo>
                    <a:pt x="25" y="431"/>
                  </a:lnTo>
                  <a:lnTo>
                    <a:pt x="25" y="432"/>
                  </a:lnTo>
                  <a:lnTo>
                    <a:pt x="25" y="432"/>
                  </a:lnTo>
                  <a:lnTo>
                    <a:pt x="26" y="433"/>
                  </a:lnTo>
                  <a:lnTo>
                    <a:pt x="25" y="433"/>
                  </a:lnTo>
                  <a:lnTo>
                    <a:pt x="25" y="434"/>
                  </a:lnTo>
                  <a:lnTo>
                    <a:pt x="25" y="434"/>
                  </a:lnTo>
                  <a:lnTo>
                    <a:pt x="25" y="434"/>
                  </a:lnTo>
                  <a:lnTo>
                    <a:pt x="24" y="434"/>
                  </a:lnTo>
                  <a:lnTo>
                    <a:pt x="24" y="434"/>
                  </a:lnTo>
                  <a:lnTo>
                    <a:pt x="25" y="433"/>
                  </a:lnTo>
                  <a:lnTo>
                    <a:pt x="25" y="433"/>
                  </a:lnTo>
                  <a:lnTo>
                    <a:pt x="25" y="433"/>
                  </a:lnTo>
                  <a:lnTo>
                    <a:pt x="25" y="433"/>
                  </a:lnTo>
                  <a:lnTo>
                    <a:pt x="25" y="433"/>
                  </a:lnTo>
                  <a:lnTo>
                    <a:pt x="24" y="433"/>
                  </a:lnTo>
                  <a:lnTo>
                    <a:pt x="24" y="432"/>
                  </a:lnTo>
                  <a:lnTo>
                    <a:pt x="24" y="432"/>
                  </a:lnTo>
                  <a:lnTo>
                    <a:pt x="24" y="432"/>
                  </a:lnTo>
                  <a:lnTo>
                    <a:pt x="23" y="432"/>
                  </a:lnTo>
                  <a:lnTo>
                    <a:pt x="23" y="431"/>
                  </a:lnTo>
                  <a:lnTo>
                    <a:pt x="22" y="431"/>
                  </a:lnTo>
                  <a:lnTo>
                    <a:pt x="22" y="430"/>
                  </a:lnTo>
                  <a:lnTo>
                    <a:pt x="22" y="430"/>
                  </a:lnTo>
                  <a:lnTo>
                    <a:pt x="22" y="429"/>
                  </a:lnTo>
                  <a:lnTo>
                    <a:pt x="22" y="429"/>
                  </a:lnTo>
                  <a:lnTo>
                    <a:pt x="22" y="429"/>
                  </a:lnTo>
                  <a:lnTo>
                    <a:pt x="24" y="429"/>
                  </a:lnTo>
                  <a:lnTo>
                    <a:pt x="24" y="428"/>
                  </a:lnTo>
                  <a:lnTo>
                    <a:pt x="23" y="428"/>
                  </a:lnTo>
                  <a:lnTo>
                    <a:pt x="23" y="426"/>
                  </a:lnTo>
                  <a:lnTo>
                    <a:pt x="25" y="426"/>
                  </a:lnTo>
                  <a:lnTo>
                    <a:pt x="25" y="425"/>
                  </a:lnTo>
                  <a:close/>
                  <a:moveTo>
                    <a:pt x="116" y="184"/>
                  </a:moveTo>
                  <a:lnTo>
                    <a:pt x="117" y="184"/>
                  </a:lnTo>
                  <a:lnTo>
                    <a:pt x="118" y="185"/>
                  </a:lnTo>
                  <a:lnTo>
                    <a:pt x="118" y="185"/>
                  </a:lnTo>
                  <a:lnTo>
                    <a:pt x="118" y="186"/>
                  </a:lnTo>
                  <a:lnTo>
                    <a:pt x="118" y="186"/>
                  </a:lnTo>
                  <a:lnTo>
                    <a:pt x="117" y="187"/>
                  </a:lnTo>
                  <a:lnTo>
                    <a:pt x="117" y="187"/>
                  </a:lnTo>
                  <a:lnTo>
                    <a:pt x="117" y="188"/>
                  </a:lnTo>
                  <a:lnTo>
                    <a:pt x="116" y="188"/>
                  </a:lnTo>
                  <a:lnTo>
                    <a:pt x="116" y="188"/>
                  </a:lnTo>
                  <a:lnTo>
                    <a:pt x="116" y="188"/>
                  </a:lnTo>
                  <a:lnTo>
                    <a:pt x="116" y="188"/>
                  </a:lnTo>
                  <a:lnTo>
                    <a:pt x="115" y="188"/>
                  </a:lnTo>
                  <a:lnTo>
                    <a:pt x="115" y="188"/>
                  </a:lnTo>
                  <a:lnTo>
                    <a:pt x="116" y="188"/>
                  </a:lnTo>
                  <a:lnTo>
                    <a:pt x="116" y="189"/>
                  </a:lnTo>
                  <a:lnTo>
                    <a:pt x="115" y="190"/>
                  </a:lnTo>
                  <a:lnTo>
                    <a:pt x="115" y="190"/>
                  </a:lnTo>
                  <a:lnTo>
                    <a:pt x="114" y="191"/>
                  </a:lnTo>
                  <a:lnTo>
                    <a:pt x="114" y="191"/>
                  </a:lnTo>
                  <a:lnTo>
                    <a:pt x="114" y="190"/>
                  </a:lnTo>
                  <a:lnTo>
                    <a:pt x="114" y="190"/>
                  </a:lnTo>
                  <a:lnTo>
                    <a:pt x="114" y="189"/>
                  </a:lnTo>
                  <a:lnTo>
                    <a:pt x="115" y="188"/>
                  </a:lnTo>
                  <a:lnTo>
                    <a:pt x="115" y="187"/>
                  </a:lnTo>
                  <a:lnTo>
                    <a:pt x="115" y="187"/>
                  </a:lnTo>
                  <a:lnTo>
                    <a:pt x="115" y="186"/>
                  </a:lnTo>
                  <a:lnTo>
                    <a:pt x="115" y="185"/>
                  </a:lnTo>
                  <a:lnTo>
                    <a:pt x="115" y="185"/>
                  </a:lnTo>
                  <a:lnTo>
                    <a:pt x="115" y="184"/>
                  </a:lnTo>
                  <a:lnTo>
                    <a:pt x="116" y="184"/>
                  </a:lnTo>
                  <a:lnTo>
                    <a:pt x="116" y="184"/>
                  </a:lnTo>
                  <a:lnTo>
                    <a:pt x="116" y="184"/>
                  </a:lnTo>
                  <a:close/>
                  <a:moveTo>
                    <a:pt x="145" y="28"/>
                  </a:moveTo>
                  <a:lnTo>
                    <a:pt x="145" y="29"/>
                  </a:lnTo>
                  <a:lnTo>
                    <a:pt x="144" y="29"/>
                  </a:lnTo>
                  <a:lnTo>
                    <a:pt x="143" y="30"/>
                  </a:lnTo>
                  <a:lnTo>
                    <a:pt x="141" y="30"/>
                  </a:lnTo>
                  <a:lnTo>
                    <a:pt x="140" y="30"/>
                  </a:lnTo>
                  <a:lnTo>
                    <a:pt x="140" y="31"/>
                  </a:lnTo>
                  <a:lnTo>
                    <a:pt x="141" y="32"/>
                  </a:lnTo>
                  <a:lnTo>
                    <a:pt x="141" y="32"/>
                  </a:lnTo>
                  <a:lnTo>
                    <a:pt x="142" y="32"/>
                  </a:lnTo>
                  <a:lnTo>
                    <a:pt x="143" y="33"/>
                  </a:lnTo>
                  <a:lnTo>
                    <a:pt x="143" y="33"/>
                  </a:lnTo>
                  <a:lnTo>
                    <a:pt x="143" y="31"/>
                  </a:lnTo>
                  <a:lnTo>
                    <a:pt x="144" y="32"/>
                  </a:lnTo>
                  <a:lnTo>
                    <a:pt x="144" y="30"/>
                  </a:lnTo>
                  <a:lnTo>
                    <a:pt x="145" y="30"/>
                  </a:lnTo>
                  <a:lnTo>
                    <a:pt x="145" y="30"/>
                  </a:lnTo>
                  <a:lnTo>
                    <a:pt x="144" y="30"/>
                  </a:lnTo>
                  <a:lnTo>
                    <a:pt x="144" y="32"/>
                  </a:lnTo>
                  <a:lnTo>
                    <a:pt x="145" y="31"/>
                  </a:lnTo>
                  <a:lnTo>
                    <a:pt x="145" y="32"/>
                  </a:lnTo>
                  <a:lnTo>
                    <a:pt x="144" y="32"/>
                  </a:lnTo>
                  <a:lnTo>
                    <a:pt x="144" y="33"/>
                  </a:lnTo>
                  <a:lnTo>
                    <a:pt x="145" y="33"/>
                  </a:lnTo>
                  <a:lnTo>
                    <a:pt x="145" y="33"/>
                  </a:lnTo>
                  <a:lnTo>
                    <a:pt x="143" y="33"/>
                  </a:lnTo>
                  <a:lnTo>
                    <a:pt x="143" y="34"/>
                  </a:lnTo>
                  <a:lnTo>
                    <a:pt x="142" y="34"/>
                  </a:lnTo>
                  <a:lnTo>
                    <a:pt x="142" y="35"/>
                  </a:lnTo>
                  <a:lnTo>
                    <a:pt x="143" y="34"/>
                  </a:lnTo>
                  <a:lnTo>
                    <a:pt x="143" y="34"/>
                  </a:lnTo>
                  <a:lnTo>
                    <a:pt x="144" y="34"/>
                  </a:lnTo>
                  <a:lnTo>
                    <a:pt x="145" y="34"/>
                  </a:lnTo>
                  <a:lnTo>
                    <a:pt x="145" y="34"/>
                  </a:lnTo>
                  <a:lnTo>
                    <a:pt x="146" y="35"/>
                  </a:lnTo>
                  <a:lnTo>
                    <a:pt x="145" y="35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7" y="36"/>
                  </a:lnTo>
                  <a:lnTo>
                    <a:pt x="147" y="35"/>
                  </a:lnTo>
                  <a:lnTo>
                    <a:pt x="147" y="35"/>
                  </a:lnTo>
                  <a:lnTo>
                    <a:pt x="148" y="35"/>
                  </a:lnTo>
                  <a:lnTo>
                    <a:pt x="149" y="35"/>
                  </a:lnTo>
                  <a:lnTo>
                    <a:pt x="149" y="37"/>
                  </a:lnTo>
                  <a:lnTo>
                    <a:pt x="150" y="37"/>
                  </a:lnTo>
                  <a:lnTo>
                    <a:pt x="150" y="37"/>
                  </a:lnTo>
                  <a:lnTo>
                    <a:pt x="150" y="37"/>
                  </a:lnTo>
                  <a:lnTo>
                    <a:pt x="150" y="38"/>
                  </a:lnTo>
                  <a:lnTo>
                    <a:pt x="150" y="39"/>
                  </a:lnTo>
                  <a:lnTo>
                    <a:pt x="150" y="39"/>
                  </a:lnTo>
                  <a:lnTo>
                    <a:pt x="150" y="39"/>
                  </a:lnTo>
                  <a:lnTo>
                    <a:pt x="150" y="39"/>
                  </a:lnTo>
                  <a:lnTo>
                    <a:pt x="150" y="39"/>
                  </a:lnTo>
                  <a:lnTo>
                    <a:pt x="149" y="39"/>
                  </a:lnTo>
                  <a:lnTo>
                    <a:pt x="148" y="41"/>
                  </a:lnTo>
                  <a:lnTo>
                    <a:pt x="148" y="40"/>
                  </a:lnTo>
                  <a:lnTo>
                    <a:pt x="148" y="40"/>
                  </a:lnTo>
                  <a:lnTo>
                    <a:pt x="148" y="40"/>
                  </a:lnTo>
                  <a:lnTo>
                    <a:pt x="147" y="40"/>
                  </a:lnTo>
                  <a:lnTo>
                    <a:pt x="147" y="40"/>
                  </a:lnTo>
                  <a:lnTo>
                    <a:pt x="147" y="40"/>
                  </a:lnTo>
                  <a:lnTo>
                    <a:pt x="147" y="41"/>
                  </a:lnTo>
                  <a:lnTo>
                    <a:pt x="148" y="41"/>
                  </a:lnTo>
                  <a:lnTo>
                    <a:pt x="148" y="42"/>
                  </a:lnTo>
                  <a:lnTo>
                    <a:pt x="148" y="43"/>
                  </a:lnTo>
                  <a:lnTo>
                    <a:pt x="149" y="42"/>
                  </a:lnTo>
                  <a:lnTo>
                    <a:pt x="149" y="43"/>
                  </a:lnTo>
                  <a:lnTo>
                    <a:pt x="149" y="43"/>
                  </a:lnTo>
                  <a:lnTo>
                    <a:pt x="148" y="43"/>
                  </a:lnTo>
                  <a:lnTo>
                    <a:pt x="148" y="43"/>
                  </a:lnTo>
                  <a:lnTo>
                    <a:pt x="149" y="44"/>
                  </a:lnTo>
                  <a:lnTo>
                    <a:pt x="149" y="43"/>
                  </a:lnTo>
                  <a:lnTo>
                    <a:pt x="150" y="43"/>
                  </a:lnTo>
                  <a:lnTo>
                    <a:pt x="150" y="44"/>
                  </a:lnTo>
                  <a:lnTo>
                    <a:pt x="151" y="44"/>
                  </a:lnTo>
                  <a:lnTo>
                    <a:pt x="151" y="44"/>
                  </a:lnTo>
                  <a:lnTo>
                    <a:pt x="151" y="45"/>
                  </a:lnTo>
                  <a:lnTo>
                    <a:pt x="151" y="46"/>
                  </a:lnTo>
                  <a:lnTo>
                    <a:pt x="151" y="46"/>
                  </a:lnTo>
                  <a:lnTo>
                    <a:pt x="151" y="46"/>
                  </a:lnTo>
                  <a:lnTo>
                    <a:pt x="151" y="47"/>
                  </a:lnTo>
                  <a:lnTo>
                    <a:pt x="151" y="47"/>
                  </a:lnTo>
                  <a:lnTo>
                    <a:pt x="151" y="47"/>
                  </a:lnTo>
                  <a:lnTo>
                    <a:pt x="152" y="47"/>
                  </a:lnTo>
                  <a:lnTo>
                    <a:pt x="153" y="47"/>
                  </a:lnTo>
                  <a:lnTo>
                    <a:pt x="154" y="47"/>
                  </a:lnTo>
                  <a:lnTo>
                    <a:pt x="154" y="48"/>
                  </a:lnTo>
                  <a:lnTo>
                    <a:pt x="153" y="48"/>
                  </a:lnTo>
                  <a:lnTo>
                    <a:pt x="153" y="47"/>
                  </a:lnTo>
                  <a:lnTo>
                    <a:pt x="153" y="47"/>
                  </a:lnTo>
                  <a:lnTo>
                    <a:pt x="153" y="48"/>
                  </a:lnTo>
                  <a:lnTo>
                    <a:pt x="152" y="48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4" y="48"/>
                  </a:lnTo>
                  <a:lnTo>
                    <a:pt x="154" y="49"/>
                  </a:lnTo>
                  <a:lnTo>
                    <a:pt x="155" y="50"/>
                  </a:lnTo>
                  <a:lnTo>
                    <a:pt x="155" y="51"/>
                  </a:lnTo>
                  <a:lnTo>
                    <a:pt x="154" y="51"/>
                  </a:lnTo>
                  <a:lnTo>
                    <a:pt x="154" y="50"/>
                  </a:lnTo>
                  <a:lnTo>
                    <a:pt x="154" y="51"/>
                  </a:lnTo>
                  <a:lnTo>
                    <a:pt x="154" y="51"/>
                  </a:lnTo>
                  <a:lnTo>
                    <a:pt x="154" y="52"/>
                  </a:lnTo>
                  <a:lnTo>
                    <a:pt x="155" y="52"/>
                  </a:lnTo>
                  <a:lnTo>
                    <a:pt x="155" y="51"/>
                  </a:lnTo>
                  <a:lnTo>
                    <a:pt x="155" y="51"/>
                  </a:lnTo>
                  <a:lnTo>
                    <a:pt x="155" y="52"/>
                  </a:lnTo>
                  <a:lnTo>
                    <a:pt x="155" y="52"/>
                  </a:lnTo>
                  <a:lnTo>
                    <a:pt x="155" y="52"/>
                  </a:lnTo>
                  <a:lnTo>
                    <a:pt x="154" y="52"/>
                  </a:lnTo>
                  <a:lnTo>
                    <a:pt x="153" y="52"/>
                  </a:lnTo>
                  <a:lnTo>
                    <a:pt x="154" y="52"/>
                  </a:lnTo>
                  <a:lnTo>
                    <a:pt x="153" y="52"/>
                  </a:lnTo>
                  <a:lnTo>
                    <a:pt x="151" y="53"/>
                  </a:lnTo>
                  <a:lnTo>
                    <a:pt x="151" y="53"/>
                  </a:lnTo>
                  <a:lnTo>
                    <a:pt x="151" y="54"/>
                  </a:lnTo>
                  <a:lnTo>
                    <a:pt x="151" y="54"/>
                  </a:lnTo>
                  <a:lnTo>
                    <a:pt x="150" y="53"/>
                  </a:lnTo>
                  <a:lnTo>
                    <a:pt x="150" y="52"/>
                  </a:lnTo>
                  <a:lnTo>
                    <a:pt x="150" y="5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9" y="53"/>
                  </a:lnTo>
                  <a:lnTo>
                    <a:pt x="150" y="54"/>
                  </a:lnTo>
                  <a:lnTo>
                    <a:pt x="149" y="54"/>
                  </a:lnTo>
                  <a:lnTo>
                    <a:pt x="148" y="53"/>
                  </a:lnTo>
                  <a:lnTo>
                    <a:pt x="146" y="52"/>
                  </a:lnTo>
                  <a:lnTo>
                    <a:pt x="146" y="52"/>
                  </a:lnTo>
                  <a:lnTo>
                    <a:pt x="145" y="52"/>
                  </a:lnTo>
                  <a:lnTo>
                    <a:pt x="146" y="51"/>
                  </a:lnTo>
                  <a:lnTo>
                    <a:pt x="145" y="50"/>
                  </a:lnTo>
                  <a:lnTo>
                    <a:pt x="146" y="49"/>
                  </a:lnTo>
                  <a:lnTo>
                    <a:pt x="146" y="48"/>
                  </a:lnTo>
                  <a:lnTo>
                    <a:pt x="144" y="48"/>
                  </a:lnTo>
                  <a:lnTo>
                    <a:pt x="144" y="48"/>
                  </a:lnTo>
                  <a:lnTo>
                    <a:pt x="143" y="48"/>
                  </a:lnTo>
                  <a:lnTo>
                    <a:pt x="144" y="46"/>
                  </a:lnTo>
                  <a:lnTo>
                    <a:pt x="143" y="46"/>
                  </a:lnTo>
                  <a:lnTo>
                    <a:pt x="143" y="46"/>
                  </a:lnTo>
                  <a:lnTo>
                    <a:pt x="143" y="44"/>
                  </a:lnTo>
                  <a:lnTo>
                    <a:pt x="143" y="44"/>
                  </a:lnTo>
                  <a:lnTo>
                    <a:pt x="143" y="44"/>
                  </a:lnTo>
                  <a:lnTo>
                    <a:pt x="144" y="43"/>
                  </a:lnTo>
                  <a:lnTo>
                    <a:pt x="145" y="43"/>
                  </a:lnTo>
                  <a:lnTo>
                    <a:pt x="144" y="43"/>
                  </a:lnTo>
                  <a:lnTo>
                    <a:pt x="144" y="43"/>
                  </a:lnTo>
                  <a:lnTo>
                    <a:pt x="143" y="43"/>
                  </a:lnTo>
                  <a:lnTo>
                    <a:pt x="142" y="43"/>
                  </a:lnTo>
                  <a:lnTo>
                    <a:pt x="141" y="43"/>
                  </a:lnTo>
                  <a:lnTo>
                    <a:pt x="141" y="41"/>
                  </a:lnTo>
                  <a:lnTo>
                    <a:pt x="139" y="41"/>
                  </a:lnTo>
                  <a:lnTo>
                    <a:pt x="139" y="41"/>
                  </a:lnTo>
                  <a:lnTo>
                    <a:pt x="138" y="41"/>
                  </a:lnTo>
                  <a:lnTo>
                    <a:pt x="138" y="41"/>
                  </a:lnTo>
                  <a:lnTo>
                    <a:pt x="138" y="42"/>
                  </a:lnTo>
                  <a:lnTo>
                    <a:pt x="137" y="42"/>
                  </a:lnTo>
                  <a:lnTo>
                    <a:pt x="136" y="43"/>
                  </a:lnTo>
                  <a:lnTo>
                    <a:pt x="136" y="42"/>
                  </a:lnTo>
                  <a:lnTo>
                    <a:pt x="135" y="42"/>
                  </a:lnTo>
                  <a:lnTo>
                    <a:pt x="135" y="41"/>
                  </a:lnTo>
                  <a:lnTo>
                    <a:pt x="134" y="42"/>
                  </a:lnTo>
                  <a:lnTo>
                    <a:pt x="134" y="42"/>
                  </a:lnTo>
                  <a:lnTo>
                    <a:pt x="133" y="42"/>
                  </a:lnTo>
                  <a:lnTo>
                    <a:pt x="133" y="41"/>
                  </a:lnTo>
                  <a:lnTo>
                    <a:pt x="133" y="41"/>
                  </a:lnTo>
                  <a:lnTo>
                    <a:pt x="133" y="40"/>
                  </a:lnTo>
                  <a:lnTo>
                    <a:pt x="133" y="39"/>
                  </a:lnTo>
                  <a:lnTo>
                    <a:pt x="133" y="39"/>
                  </a:lnTo>
                  <a:lnTo>
                    <a:pt x="134" y="39"/>
                  </a:lnTo>
                  <a:lnTo>
                    <a:pt x="133" y="38"/>
                  </a:lnTo>
                  <a:lnTo>
                    <a:pt x="134" y="38"/>
                  </a:lnTo>
                  <a:lnTo>
                    <a:pt x="133" y="37"/>
                  </a:lnTo>
                  <a:lnTo>
                    <a:pt x="133" y="37"/>
                  </a:lnTo>
                  <a:lnTo>
                    <a:pt x="132" y="37"/>
                  </a:lnTo>
                  <a:lnTo>
                    <a:pt x="132" y="36"/>
                  </a:lnTo>
                  <a:lnTo>
                    <a:pt x="131" y="36"/>
                  </a:lnTo>
                  <a:lnTo>
                    <a:pt x="131" y="35"/>
                  </a:lnTo>
                  <a:lnTo>
                    <a:pt x="130" y="35"/>
                  </a:lnTo>
                  <a:lnTo>
                    <a:pt x="130" y="35"/>
                  </a:lnTo>
                  <a:lnTo>
                    <a:pt x="131" y="35"/>
                  </a:lnTo>
                  <a:lnTo>
                    <a:pt x="132" y="34"/>
                  </a:lnTo>
                  <a:lnTo>
                    <a:pt x="133" y="34"/>
                  </a:lnTo>
                  <a:lnTo>
                    <a:pt x="133" y="34"/>
                  </a:lnTo>
                  <a:lnTo>
                    <a:pt x="133" y="34"/>
                  </a:lnTo>
                  <a:lnTo>
                    <a:pt x="133" y="34"/>
                  </a:lnTo>
                  <a:lnTo>
                    <a:pt x="133" y="33"/>
                  </a:lnTo>
                  <a:lnTo>
                    <a:pt x="133" y="32"/>
                  </a:lnTo>
                  <a:lnTo>
                    <a:pt x="133" y="31"/>
                  </a:lnTo>
                  <a:lnTo>
                    <a:pt x="133" y="30"/>
                  </a:lnTo>
                  <a:lnTo>
                    <a:pt x="133" y="30"/>
                  </a:lnTo>
                  <a:lnTo>
                    <a:pt x="133" y="30"/>
                  </a:lnTo>
                  <a:lnTo>
                    <a:pt x="133" y="30"/>
                  </a:lnTo>
                  <a:lnTo>
                    <a:pt x="134" y="30"/>
                  </a:lnTo>
                  <a:lnTo>
                    <a:pt x="134" y="31"/>
                  </a:lnTo>
                  <a:lnTo>
                    <a:pt x="135" y="31"/>
                  </a:lnTo>
                  <a:lnTo>
                    <a:pt x="135" y="31"/>
                  </a:lnTo>
                  <a:lnTo>
                    <a:pt x="136" y="31"/>
                  </a:lnTo>
                  <a:lnTo>
                    <a:pt x="136" y="31"/>
                  </a:lnTo>
                  <a:lnTo>
                    <a:pt x="137" y="31"/>
                  </a:lnTo>
                  <a:lnTo>
                    <a:pt x="138" y="31"/>
                  </a:lnTo>
                  <a:lnTo>
                    <a:pt x="138" y="30"/>
                  </a:lnTo>
                  <a:lnTo>
                    <a:pt x="138" y="30"/>
                  </a:lnTo>
                  <a:lnTo>
                    <a:pt x="139" y="30"/>
                  </a:lnTo>
                  <a:lnTo>
                    <a:pt x="140" y="30"/>
                  </a:lnTo>
                  <a:lnTo>
                    <a:pt x="142" y="30"/>
                  </a:lnTo>
                  <a:lnTo>
                    <a:pt x="145" y="28"/>
                  </a:lnTo>
                  <a:close/>
                  <a:moveTo>
                    <a:pt x="361" y="22"/>
                  </a:moveTo>
                  <a:lnTo>
                    <a:pt x="363" y="22"/>
                  </a:lnTo>
                  <a:lnTo>
                    <a:pt x="362" y="22"/>
                  </a:lnTo>
                  <a:lnTo>
                    <a:pt x="362" y="23"/>
                  </a:lnTo>
                  <a:lnTo>
                    <a:pt x="362" y="23"/>
                  </a:lnTo>
                  <a:lnTo>
                    <a:pt x="362" y="24"/>
                  </a:lnTo>
                  <a:lnTo>
                    <a:pt x="362" y="24"/>
                  </a:lnTo>
                  <a:lnTo>
                    <a:pt x="363" y="24"/>
                  </a:lnTo>
                  <a:lnTo>
                    <a:pt x="363" y="25"/>
                  </a:lnTo>
                  <a:lnTo>
                    <a:pt x="363" y="25"/>
                  </a:lnTo>
                  <a:lnTo>
                    <a:pt x="363" y="26"/>
                  </a:lnTo>
                  <a:lnTo>
                    <a:pt x="363" y="26"/>
                  </a:lnTo>
                  <a:lnTo>
                    <a:pt x="363" y="26"/>
                  </a:lnTo>
                  <a:lnTo>
                    <a:pt x="363" y="26"/>
                  </a:lnTo>
                  <a:lnTo>
                    <a:pt x="363" y="27"/>
                  </a:lnTo>
                  <a:lnTo>
                    <a:pt x="366" y="29"/>
                  </a:lnTo>
                  <a:lnTo>
                    <a:pt x="366" y="30"/>
                  </a:lnTo>
                  <a:lnTo>
                    <a:pt x="366" y="30"/>
                  </a:lnTo>
                  <a:lnTo>
                    <a:pt x="367" y="30"/>
                  </a:lnTo>
                  <a:lnTo>
                    <a:pt x="368" y="31"/>
                  </a:lnTo>
                  <a:lnTo>
                    <a:pt x="369" y="31"/>
                  </a:lnTo>
                  <a:lnTo>
                    <a:pt x="369" y="30"/>
                  </a:lnTo>
                  <a:lnTo>
                    <a:pt x="370" y="30"/>
                  </a:lnTo>
                  <a:lnTo>
                    <a:pt x="370" y="30"/>
                  </a:lnTo>
                  <a:lnTo>
                    <a:pt x="371" y="30"/>
                  </a:lnTo>
                  <a:lnTo>
                    <a:pt x="371" y="30"/>
                  </a:lnTo>
                  <a:lnTo>
                    <a:pt x="371" y="30"/>
                  </a:lnTo>
                  <a:lnTo>
                    <a:pt x="371" y="30"/>
                  </a:lnTo>
                  <a:lnTo>
                    <a:pt x="370" y="30"/>
                  </a:lnTo>
                  <a:lnTo>
                    <a:pt x="370" y="31"/>
                  </a:lnTo>
                  <a:lnTo>
                    <a:pt x="371" y="31"/>
                  </a:lnTo>
                  <a:lnTo>
                    <a:pt x="371" y="32"/>
                  </a:lnTo>
                  <a:lnTo>
                    <a:pt x="371" y="32"/>
                  </a:lnTo>
                  <a:lnTo>
                    <a:pt x="371" y="33"/>
                  </a:lnTo>
                  <a:lnTo>
                    <a:pt x="372" y="33"/>
                  </a:lnTo>
                  <a:lnTo>
                    <a:pt x="372" y="33"/>
                  </a:lnTo>
                  <a:lnTo>
                    <a:pt x="372" y="33"/>
                  </a:lnTo>
                  <a:lnTo>
                    <a:pt x="372" y="34"/>
                  </a:lnTo>
                  <a:lnTo>
                    <a:pt x="373" y="34"/>
                  </a:lnTo>
                  <a:lnTo>
                    <a:pt x="373" y="34"/>
                  </a:lnTo>
                  <a:lnTo>
                    <a:pt x="373" y="35"/>
                  </a:lnTo>
                  <a:lnTo>
                    <a:pt x="375" y="35"/>
                  </a:lnTo>
                  <a:lnTo>
                    <a:pt x="375" y="35"/>
                  </a:lnTo>
                  <a:lnTo>
                    <a:pt x="375" y="35"/>
                  </a:lnTo>
                  <a:lnTo>
                    <a:pt x="375" y="35"/>
                  </a:lnTo>
                  <a:lnTo>
                    <a:pt x="376" y="35"/>
                  </a:lnTo>
                  <a:lnTo>
                    <a:pt x="377" y="36"/>
                  </a:lnTo>
                  <a:lnTo>
                    <a:pt x="377" y="37"/>
                  </a:lnTo>
                  <a:lnTo>
                    <a:pt x="378" y="37"/>
                  </a:lnTo>
                  <a:lnTo>
                    <a:pt x="378" y="37"/>
                  </a:lnTo>
                  <a:lnTo>
                    <a:pt x="378" y="37"/>
                  </a:lnTo>
                  <a:lnTo>
                    <a:pt x="381" y="39"/>
                  </a:lnTo>
                  <a:lnTo>
                    <a:pt x="381" y="39"/>
                  </a:lnTo>
                  <a:lnTo>
                    <a:pt x="381" y="39"/>
                  </a:lnTo>
                  <a:lnTo>
                    <a:pt x="382" y="41"/>
                  </a:lnTo>
                  <a:lnTo>
                    <a:pt x="383" y="41"/>
                  </a:lnTo>
                  <a:lnTo>
                    <a:pt x="383" y="42"/>
                  </a:lnTo>
                  <a:lnTo>
                    <a:pt x="384" y="42"/>
                  </a:lnTo>
                  <a:lnTo>
                    <a:pt x="384" y="43"/>
                  </a:lnTo>
                  <a:lnTo>
                    <a:pt x="385" y="43"/>
                  </a:lnTo>
                  <a:lnTo>
                    <a:pt x="385" y="43"/>
                  </a:lnTo>
                  <a:lnTo>
                    <a:pt x="386" y="44"/>
                  </a:lnTo>
                  <a:lnTo>
                    <a:pt x="387" y="44"/>
                  </a:lnTo>
                  <a:lnTo>
                    <a:pt x="387" y="45"/>
                  </a:lnTo>
                  <a:lnTo>
                    <a:pt x="388" y="46"/>
                  </a:lnTo>
                  <a:lnTo>
                    <a:pt x="388" y="46"/>
                  </a:lnTo>
                  <a:lnTo>
                    <a:pt x="389" y="47"/>
                  </a:lnTo>
                  <a:lnTo>
                    <a:pt x="389" y="48"/>
                  </a:lnTo>
                  <a:lnTo>
                    <a:pt x="390" y="48"/>
                  </a:lnTo>
                  <a:lnTo>
                    <a:pt x="393" y="48"/>
                  </a:lnTo>
                  <a:lnTo>
                    <a:pt x="393" y="49"/>
                  </a:lnTo>
                  <a:lnTo>
                    <a:pt x="393" y="50"/>
                  </a:lnTo>
                  <a:lnTo>
                    <a:pt x="393" y="50"/>
                  </a:lnTo>
                  <a:lnTo>
                    <a:pt x="394" y="52"/>
                  </a:lnTo>
                  <a:lnTo>
                    <a:pt x="395" y="52"/>
                  </a:lnTo>
                  <a:lnTo>
                    <a:pt x="396" y="52"/>
                  </a:lnTo>
                  <a:lnTo>
                    <a:pt x="396" y="52"/>
                  </a:lnTo>
                  <a:lnTo>
                    <a:pt x="397" y="53"/>
                  </a:lnTo>
                  <a:lnTo>
                    <a:pt x="398" y="53"/>
                  </a:lnTo>
                  <a:lnTo>
                    <a:pt x="398" y="54"/>
                  </a:lnTo>
                  <a:lnTo>
                    <a:pt x="398" y="54"/>
                  </a:lnTo>
                  <a:lnTo>
                    <a:pt x="400" y="54"/>
                  </a:lnTo>
                  <a:lnTo>
                    <a:pt x="402" y="56"/>
                  </a:lnTo>
                  <a:lnTo>
                    <a:pt x="403" y="56"/>
                  </a:lnTo>
                  <a:lnTo>
                    <a:pt x="403" y="57"/>
                  </a:lnTo>
                  <a:lnTo>
                    <a:pt x="403" y="57"/>
                  </a:lnTo>
                  <a:lnTo>
                    <a:pt x="404" y="59"/>
                  </a:lnTo>
                  <a:lnTo>
                    <a:pt x="407" y="59"/>
                  </a:lnTo>
                  <a:lnTo>
                    <a:pt x="407" y="60"/>
                  </a:lnTo>
                  <a:lnTo>
                    <a:pt x="407" y="59"/>
                  </a:lnTo>
                  <a:lnTo>
                    <a:pt x="407" y="59"/>
                  </a:lnTo>
                  <a:lnTo>
                    <a:pt x="404" y="58"/>
                  </a:lnTo>
                  <a:lnTo>
                    <a:pt x="404" y="57"/>
                  </a:lnTo>
                  <a:lnTo>
                    <a:pt x="403" y="57"/>
                  </a:lnTo>
                  <a:lnTo>
                    <a:pt x="403" y="56"/>
                  </a:lnTo>
                  <a:lnTo>
                    <a:pt x="403" y="56"/>
                  </a:lnTo>
                  <a:lnTo>
                    <a:pt x="402" y="55"/>
                  </a:lnTo>
                  <a:lnTo>
                    <a:pt x="400" y="53"/>
                  </a:lnTo>
                  <a:lnTo>
                    <a:pt x="400" y="53"/>
                  </a:lnTo>
                  <a:lnTo>
                    <a:pt x="401" y="52"/>
                  </a:lnTo>
                  <a:lnTo>
                    <a:pt x="401" y="52"/>
                  </a:lnTo>
                  <a:lnTo>
                    <a:pt x="402" y="53"/>
                  </a:lnTo>
                  <a:lnTo>
                    <a:pt x="402" y="53"/>
                  </a:lnTo>
                  <a:lnTo>
                    <a:pt x="402" y="53"/>
                  </a:lnTo>
                  <a:lnTo>
                    <a:pt x="402" y="53"/>
                  </a:lnTo>
                  <a:lnTo>
                    <a:pt x="402" y="53"/>
                  </a:lnTo>
                  <a:lnTo>
                    <a:pt x="402" y="53"/>
                  </a:lnTo>
                  <a:lnTo>
                    <a:pt x="402" y="53"/>
                  </a:lnTo>
                  <a:lnTo>
                    <a:pt x="403" y="53"/>
                  </a:lnTo>
                  <a:lnTo>
                    <a:pt x="403" y="52"/>
                  </a:lnTo>
                  <a:lnTo>
                    <a:pt x="402" y="52"/>
                  </a:lnTo>
                  <a:lnTo>
                    <a:pt x="401" y="52"/>
                  </a:lnTo>
                  <a:lnTo>
                    <a:pt x="401" y="52"/>
                  </a:lnTo>
                  <a:lnTo>
                    <a:pt x="400" y="52"/>
                  </a:lnTo>
                  <a:lnTo>
                    <a:pt x="399" y="52"/>
                  </a:lnTo>
                  <a:lnTo>
                    <a:pt x="398" y="52"/>
                  </a:lnTo>
                  <a:lnTo>
                    <a:pt x="398" y="51"/>
                  </a:lnTo>
                  <a:lnTo>
                    <a:pt x="398" y="49"/>
                  </a:lnTo>
                  <a:lnTo>
                    <a:pt x="399" y="49"/>
                  </a:lnTo>
                  <a:lnTo>
                    <a:pt x="400" y="49"/>
                  </a:lnTo>
                  <a:lnTo>
                    <a:pt x="400" y="49"/>
                  </a:lnTo>
                  <a:lnTo>
                    <a:pt x="398" y="49"/>
                  </a:lnTo>
                  <a:lnTo>
                    <a:pt x="398" y="49"/>
                  </a:lnTo>
                  <a:lnTo>
                    <a:pt x="399" y="48"/>
                  </a:lnTo>
                  <a:lnTo>
                    <a:pt x="401" y="51"/>
                  </a:lnTo>
                  <a:lnTo>
                    <a:pt x="408" y="51"/>
                  </a:lnTo>
                  <a:lnTo>
                    <a:pt x="414" y="54"/>
                  </a:lnTo>
                  <a:lnTo>
                    <a:pt x="422" y="61"/>
                  </a:lnTo>
                  <a:lnTo>
                    <a:pt x="429" y="69"/>
                  </a:lnTo>
                  <a:lnTo>
                    <a:pt x="429" y="73"/>
                  </a:lnTo>
                  <a:lnTo>
                    <a:pt x="421" y="78"/>
                  </a:lnTo>
                  <a:lnTo>
                    <a:pt x="421" y="79"/>
                  </a:lnTo>
                  <a:lnTo>
                    <a:pt x="424" y="86"/>
                  </a:lnTo>
                  <a:lnTo>
                    <a:pt x="432" y="91"/>
                  </a:lnTo>
                  <a:lnTo>
                    <a:pt x="432" y="92"/>
                  </a:lnTo>
                  <a:lnTo>
                    <a:pt x="437" y="105"/>
                  </a:lnTo>
                  <a:lnTo>
                    <a:pt x="438" y="111"/>
                  </a:lnTo>
                  <a:lnTo>
                    <a:pt x="437" y="114"/>
                  </a:lnTo>
                  <a:lnTo>
                    <a:pt x="443" y="119"/>
                  </a:lnTo>
                  <a:lnTo>
                    <a:pt x="446" y="125"/>
                  </a:lnTo>
                  <a:lnTo>
                    <a:pt x="452" y="124"/>
                  </a:lnTo>
                  <a:lnTo>
                    <a:pt x="459" y="130"/>
                  </a:lnTo>
                  <a:lnTo>
                    <a:pt x="459" y="130"/>
                  </a:lnTo>
                  <a:lnTo>
                    <a:pt x="461" y="134"/>
                  </a:lnTo>
                  <a:lnTo>
                    <a:pt x="461" y="143"/>
                  </a:lnTo>
                  <a:lnTo>
                    <a:pt x="456" y="143"/>
                  </a:lnTo>
                  <a:lnTo>
                    <a:pt x="450" y="148"/>
                  </a:lnTo>
                  <a:lnTo>
                    <a:pt x="438" y="137"/>
                  </a:lnTo>
                  <a:lnTo>
                    <a:pt x="434" y="136"/>
                  </a:lnTo>
                  <a:lnTo>
                    <a:pt x="426" y="139"/>
                  </a:lnTo>
                  <a:lnTo>
                    <a:pt x="420" y="133"/>
                  </a:lnTo>
                  <a:lnTo>
                    <a:pt x="416" y="133"/>
                  </a:lnTo>
                  <a:lnTo>
                    <a:pt x="404" y="141"/>
                  </a:lnTo>
                  <a:lnTo>
                    <a:pt x="403" y="140"/>
                  </a:lnTo>
                  <a:lnTo>
                    <a:pt x="399" y="144"/>
                  </a:lnTo>
                  <a:lnTo>
                    <a:pt x="398" y="149"/>
                  </a:lnTo>
                  <a:lnTo>
                    <a:pt x="392" y="152"/>
                  </a:lnTo>
                  <a:lnTo>
                    <a:pt x="394" y="160"/>
                  </a:lnTo>
                  <a:lnTo>
                    <a:pt x="389" y="165"/>
                  </a:lnTo>
                  <a:lnTo>
                    <a:pt x="388" y="169"/>
                  </a:lnTo>
                  <a:lnTo>
                    <a:pt x="391" y="176"/>
                  </a:lnTo>
                  <a:lnTo>
                    <a:pt x="392" y="178"/>
                  </a:lnTo>
                  <a:lnTo>
                    <a:pt x="395" y="179"/>
                  </a:lnTo>
                  <a:lnTo>
                    <a:pt x="402" y="180"/>
                  </a:lnTo>
                  <a:lnTo>
                    <a:pt x="403" y="183"/>
                  </a:lnTo>
                  <a:lnTo>
                    <a:pt x="404" y="185"/>
                  </a:lnTo>
                  <a:lnTo>
                    <a:pt x="414" y="186"/>
                  </a:lnTo>
                  <a:lnTo>
                    <a:pt x="416" y="190"/>
                  </a:lnTo>
                  <a:lnTo>
                    <a:pt x="421" y="194"/>
                  </a:lnTo>
                  <a:lnTo>
                    <a:pt x="421" y="195"/>
                  </a:lnTo>
                  <a:lnTo>
                    <a:pt x="420" y="198"/>
                  </a:lnTo>
                  <a:lnTo>
                    <a:pt x="412" y="199"/>
                  </a:lnTo>
                  <a:lnTo>
                    <a:pt x="409" y="208"/>
                  </a:lnTo>
                  <a:lnTo>
                    <a:pt x="410" y="213"/>
                  </a:lnTo>
                  <a:lnTo>
                    <a:pt x="409" y="216"/>
                  </a:lnTo>
                  <a:lnTo>
                    <a:pt x="403" y="220"/>
                  </a:lnTo>
                  <a:lnTo>
                    <a:pt x="403" y="227"/>
                  </a:lnTo>
                  <a:lnTo>
                    <a:pt x="401" y="230"/>
                  </a:lnTo>
                  <a:lnTo>
                    <a:pt x="394" y="235"/>
                  </a:lnTo>
                  <a:lnTo>
                    <a:pt x="394" y="239"/>
                  </a:lnTo>
                  <a:lnTo>
                    <a:pt x="396" y="245"/>
                  </a:lnTo>
                  <a:lnTo>
                    <a:pt x="394" y="250"/>
                  </a:lnTo>
                  <a:lnTo>
                    <a:pt x="396" y="251"/>
                  </a:lnTo>
                  <a:lnTo>
                    <a:pt x="400" y="250"/>
                  </a:lnTo>
                  <a:lnTo>
                    <a:pt x="403" y="245"/>
                  </a:lnTo>
                  <a:lnTo>
                    <a:pt x="412" y="238"/>
                  </a:lnTo>
                  <a:lnTo>
                    <a:pt x="417" y="243"/>
                  </a:lnTo>
                  <a:lnTo>
                    <a:pt x="419" y="246"/>
                  </a:lnTo>
                  <a:lnTo>
                    <a:pt x="416" y="252"/>
                  </a:lnTo>
                  <a:lnTo>
                    <a:pt x="411" y="254"/>
                  </a:lnTo>
                  <a:lnTo>
                    <a:pt x="409" y="258"/>
                  </a:lnTo>
                  <a:lnTo>
                    <a:pt x="396" y="259"/>
                  </a:lnTo>
                  <a:lnTo>
                    <a:pt x="389" y="264"/>
                  </a:lnTo>
                  <a:lnTo>
                    <a:pt x="381" y="266"/>
                  </a:lnTo>
                  <a:lnTo>
                    <a:pt x="379" y="271"/>
                  </a:lnTo>
                  <a:lnTo>
                    <a:pt x="379" y="276"/>
                  </a:lnTo>
                  <a:lnTo>
                    <a:pt x="380" y="279"/>
                  </a:lnTo>
                  <a:lnTo>
                    <a:pt x="381" y="282"/>
                  </a:lnTo>
                  <a:lnTo>
                    <a:pt x="386" y="284"/>
                  </a:lnTo>
                  <a:lnTo>
                    <a:pt x="391" y="289"/>
                  </a:lnTo>
                  <a:lnTo>
                    <a:pt x="397" y="293"/>
                  </a:lnTo>
                  <a:lnTo>
                    <a:pt x="403" y="299"/>
                  </a:lnTo>
                  <a:lnTo>
                    <a:pt x="411" y="301"/>
                  </a:lnTo>
                  <a:lnTo>
                    <a:pt x="419" y="299"/>
                  </a:lnTo>
                  <a:lnTo>
                    <a:pt x="421" y="300"/>
                  </a:lnTo>
                  <a:lnTo>
                    <a:pt x="422" y="303"/>
                  </a:lnTo>
                  <a:lnTo>
                    <a:pt x="421" y="305"/>
                  </a:lnTo>
                  <a:lnTo>
                    <a:pt x="416" y="309"/>
                  </a:lnTo>
                  <a:lnTo>
                    <a:pt x="414" y="316"/>
                  </a:lnTo>
                  <a:lnTo>
                    <a:pt x="416" y="318"/>
                  </a:lnTo>
                  <a:lnTo>
                    <a:pt x="421" y="320"/>
                  </a:lnTo>
                  <a:lnTo>
                    <a:pt x="422" y="321"/>
                  </a:lnTo>
                  <a:lnTo>
                    <a:pt x="422" y="322"/>
                  </a:lnTo>
                  <a:lnTo>
                    <a:pt x="412" y="324"/>
                  </a:lnTo>
                  <a:lnTo>
                    <a:pt x="410" y="328"/>
                  </a:lnTo>
                  <a:lnTo>
                    <a:pt x="405" y="330"/>
                  </a:lnTo>
                  <a:lnTo>
                    <a:pt x="404" y="335"/>
                  </a:lnTo>
                  <a:lnTo>
                    <a:pt x="395" y="348"/>
                  </a:lnTo>
                  <a:lnTo>
                    <a:pt x="395" y="350"/>
                  </a:lnTo>
                  <a:lnTo>
                    <a:pt x="397" y="351"/>
                  </a:lnTo>
                  <a:lnTo>
                    <a:pt x="402" y="351"/>
                  </a:lnTo>
                  <a:lnTo>
                    <a:pt x="403" y="351"/>
                  </a:lnTo>
                  <a:lnTo>
                    <a:pt x="402" y="353"/>
                  </a:lnTo>
                  <a:lnTo>
                    <a:pt x="393" y="359"/>
                  </a:lnTo>
                  <a:lnTo>
                    <a:pt x="393" y="360"/>
                  </a:lnTo>
                  <a:lnTo>
                    <a:pt x="398" y="363"/>
                  </a:lnTo>
                  <a:lnTo>
                    <a:pt x="397" y="364"/>
                  </a:lnTo>
                  <a:lnTo>
                    <a:pt x="395" y="367"/>
                  </a:lnTo>
                  <a:lnTo>
                    <a:pt x="393" y="374"/>
                  </a:lnTo>
                  <a:lnTo>
                    <a:pt x="395" y="374"/>
                  </a:lnTo>
                  <a:lnTo>
                    <a:pt x="401" y="381"/>
                  </a:lnTo>
                  <a:lnTo>
                    <a:pt x="401" y="383"/>
                  </a:lnTo>
                  <a:lnTo>
                    <a:pt x="400" y="387"/>
                  </a:lnTo>
                  <a:lnTo>
                    <a:pt x="406" y="398"/>
                  </a:lnTo>
                  <a:lnTo>
                    <a:pt x="410" y="403"/>
                  </a:lnTo>
                  <a:lnTo>
                    <a:pt x="416" y="408"/>
                  </a:lnTo>
                  <a:lnTo>
                    <a:pt x="416" y="413"/>
                  </a:lnTo>
                  <a:lnTo>
                    <a:pt x="420" y="415"/>
                  </a:lnTo>
                  <a:lnTo>
                    <a:pt x="421" y="417"/>
                  </a:lnTo>
                  <a:lnTo>
                    <a:pt x="424" y="418"/>
                  </a:lnTo>
                  <a:lnTo>
                    <a:pt x="432" y="413"/>
                  </a:lnTo>
                  <a:lnTo>
                    <a:pt x="437" y="412"/>
                  </a:lnTo>
                  <a:lnTo>
                    <a:pt x="444" y="420"/>
                  </a:lnTo>
                  <a:lnTo>
                    <a:pt x="451" y="424"/>
                  </a:lnTo>
                  <a:lnTo>
                    <a:pt x="453" y="427"/>
                  </a:lnTo>
                  <a:lnTo>
                    <a:pt x="453" y="429"/>
                  </a:lnTo>
                  <a:lnTo>
                    <a:pt x="458" y="437"/>
                  </a:lnTo>
                  <a:lnTo>
                    <a:pt x="464" y="437"/>
                  </a:lnTo>
                  <a:lnTo>
                    <a:pt x="468" y="440"/>
                  </a:lnTo>
                  <a:lnTo>
                    <a:pt x="470" y="441"/>
                  </a:lnTo>
                  <a:lnTo>
                    <a:pt x="471" y="443"/>
                  </a:lnTo>
                  <a:lnTo>
                    <a:pt x="473" y="441"/>
                  </a:lnTo>
                  <a:lnTo>
                    <a:pt x="473" y="441"/>
                  </a:lnTo>
                  <a:lnTo>
                    <a:pt x="472" y="444"/>
                  </a:lnTo>
                  <a:lnTo>
                    <a:pt x="468" y="450"/>
                  </a:lnTo>
                  <a:lnTo>
                    <a:pt x="468" y="451"/>
                  </a:lnTo>
                  <a:lnTo>
                    <a:pt x="467" y="456"/>
                  </a:lnTo>
                  <a:lnTo>
                    <a:pt x="469" y="461"/>
                  </a:lnTo>
                  <a:lnTo>
                    <a:pt x="470" y="463"/>
                  </a:lnTo>
                  <a:lnTo>
                    <a:pt x="467" y="467"/>
                  </a:lnTo>
                  <a:lnTo>
                    <a:pt x="467" y="468"/>
                  </a:lnTo>
                  <a:lnTo>
                    <a:pt x="468" y="472"/>
                  </a:lnTo>
                  <a:lnTo>
                    <a:pt x="468" y="477"/>
                  </a:lnTo>
                  <a:lnTo>
                    <a:pt x="471" y="481"/>
                  </a:lnTo>
                  <a:lnTo>
                    <a:pt x="466" y="485"/>
                  </a:lnTo>
                  <a:lnTo>
                    <a:pt x="467" y="486"/>
                  </a:lnTo>
                  <a:lnTo>
                    <a:pt x="469" y="486"/>
                  </a:lnTo>
                  <a:lnTo>
                    <a:pt x="468" y="490"/>
                  </a:lnTo>
                  <a:lnTo>
                    <a:pt x="470" y="497"/>
                  </a:lnTo>
                  <a:lnTo>
                    <a:pt x="470" y="497"/>
                  </a:lnTo>
                  <a:lnTo>
                    <a:pt x="470" y="498"/>
                  </a:lnTo>
                  <a:lnTo>
                    <a:pt x="469" y="498"/>
                  </a:lnTo>
                  <a:lnTo>
                    <a:pt x="468" y="499"/>
                  </a:lnTo>
                  <a:lnTo>
                    <a:pt x="468" y="499"/>
                  </a:lnTo>
                  <a:lnTo>
                    <a:pt x="468" y="499"/>
                  </a:lnTo>
                  <a:lnTo>
                    <a:pt x="466" y="500"/>
                  </a:lnTo>
                  <a:lnTo>
                    <a:pt x="466" y="500"/>
                  </a:lnTo>
                  <a:lnTo>
                    <a:pt x="465" y="501"/>
                  </a:lnTo>
                  <a:lnTo>
                    <a:pt x="464" y="503"/>
                  </a:lnTo>
                  <a:lnTo>
                    <a:pt x="464" y="503"/>
                  </a:lnTo>
                  <a:lnTo>
                    <a:pt x="464" y="503"/>
                  </a:lnTo>
                  <a:lnTo>
                    <a:pt x="463" y="504"/>
                  </a:lnTo>
                  <a:lnTo>
                    <a:pt x="463" y="504"/>
                  </a:lnTo>
                  <a:lnTo>
                    <a:pt x="463" y="504"/>
                  </a:lnTo>
                  <a:lnTo>
                    <a:pt x="463" y="505"/>
                  </a:lnTo>
                  <a:lnTo>
                    <a:pt x="463" y="505"/>
                  </a:lnTo>
                  <a:lnTo>
                    <a:pt x="463" y="505"/>
                  </a:lnTo>
                  <a:lnTo>
                    <a:pt x="462" y="506"/>
                  </a:lnTo>
                  <a:lnTo>
                    <a:pt x="459" y="506"/>
                  </a:lnTo>
                  <a:lnTo>
                    <a:pt x="455" y="507"/>
                  </a:lnTo>
                  <a:lnTo>
                    <a:pt x="455" y="507"/>
                  </a:lnTo>
                  <a:lnTo>
                    <a:pt x="454" y="507"/>
                  </a:lnTo>
                  <a:lnTo>
                    <a:pt x="453" y="507"/>
                  </a:lnTo>
                  <a:lnTo>
                    <a:pt x="452" y="508"/>
                  </a:lnTo>
                  <a:lnTo>
                    <a:pt x="451" y="508"/>
                  </a:lnTo>
                  <a:lnTo>
                    <a:pt x="449" y="510"/>
                  </a:lnTo>
                  <a:lnTo>
                    <a:pt x="444" y="513"/>
                  </a:lnTo>
                  <a:lnTo>
                    <a:pt x="443" y="513"/>
                  </a:lnTo>
                  <a:lnTo>
                    <a:pt x="442" y="514"/>
                  </a:lnTo>
                  <a:lnTo>
                    <a:pt x="442" y="514"/>
                  </a:lnTo>
                  <a:lnTo>
                    <a:pt x="440" y="516"/>
                  </a:lnTo>
                  <a:lnTo>
                    <a:pt x="438" y="516"/>
                  </a:lnTo>
                  <a:lnTo>
                    <a:pt x="437" y="516"/>
                  </a:lnTo>
                  <a:lnTo>
                    <a:pt x="436" y="516"/>
                  </a:lnTo>
                  <a:lnTo>
                    <a:pt x="434" y="517"/>
                  </a:lnTo>
                  <a:lnTo>
                    <a:pt x="433" y="517"/>
                  </a:lnTo>
                  <a:lnTo>
                    <a:pt x="433" y="518"/>
                  </a:lnTo>
                  <a:lnTo>
                    <a:pt x="432" y="518"/>
                  </a:lnTo>
                  <a:lnTo>
                    <a:pt x="431" y="518"/>
                  </a:lnTo>
                  <a:lnTo>
                    <a:pt x="430" y="518"/>
                  </a:lnTo>
                  <a:lnTo>
                    <a:pt x="430" y="519"/>
                  </a:lnTo>
                  <a:lnTo>
                    <a:pt x="429" y="519"/>
                  </a:lnTo>
                  <a:lnTo>
                    <a:pt x="429" y="519"/>
                  </a:lnTo>
                  <a:lnTo>
                    <a:pt x="429" y="518"/>
                  </a:lnTo>
                  <a:lnTo>
                    <a:pt x="427" y="518"/>
                  </a:lnTo>
                  <a:lnTo>
                    <a:pt x="427" y="518"/>
                  </a:lnTo>
                  <a:lnTo>
                    <a:pt x="424" y="518"/>
                  </a:lnTo>
                  <a:lnTo>
                    <a:pt x="421" y="518"/>
                  </a:lnTo>
                  <a:lnTo>
                    <a:pt x="420" y="517"/>
                  </a:lnTo>
                  <a:lnTo>
                    <a:pt x="419" y="517"/>
                  </a:lnTo>
                  <a:lnTo>
                    <a:pt x="418" y="516"/>
                  </a:lnTo>
                  <a:lnTo>
                    <a:pt x="418" y="516"/>
                  </a:lnTo>
                  <a:lnTo>
                    <a:pt x="418" y="516"/>
                  </a:lnTo>
                  <a:lnTo>
                    <a:pt x="418" y="516"/>
                  </a:lnTo>
                  <a:lnTo>
                    <a:pt x="417" y="516"/>
                  </a:lnTo>
                  <a:lnTo>
                    <a:pt x="416" y="516"/>
                  </a:lnTo>
                  <a:lnTo>
                    <a:pt x="416" y="516"/>
                  </a:lnTo>
                  <a:lnTo>
                    <a:pt x="416" y="516"/>
                  </a:lnTo>
                  <a:lnTo>
                    <a:pt x="416" y="516"/>
                  </a:lnTo>
                  <a:lnTo>
                    <a:pt x="415" y="517"/>
                  </a:lnTo>
                  <a:lnTo>
                    <a:pt x="415" y="517"/>
                  </a:lnTo>
                  <a:lnTo>
                    <a:pt x="415" y="518"/>
                  </a:lnTo>
                  <a:lnTo>
                    <a:pt x="415" y="518"/>
                  </a:lnTo>
                  <a:lnTo>
                    <a:pt x="413" y="520"/>
                  </a:lnTo>
                  <a:lnTo>
                    <a:pt x="411" y="520"/>
                  </a:lnTo>
                  <a:lnTo>
                    <a:pt x="411" y="521"/>
                  </a:lnTo>
                  <a:lnTo>
                    <a:pt x="409" y="522"/>
                  </a:lnTo>
                  <a:lnTo>
                    <a:pt x="408" y="522"/>
                  </a:lnTo>
                  <a:lnTo>
                    <a:pt x="407" y="524"/>
                  </a:lnTo>
                  <a:lnTo>
                    <a:pt x="405" y="524"/>
                  </a:lnTo>
                  <a:lnTo>
                    <a:pt x="404" y="525"/>
                  </a:lnTo>
                  <a:lnTo>
                    <a:pt x="404" y="525"/>
                  </a:lnTo>
                  <a:lnTo>
                    <a:pt x="403" y="526"/>
                  </a:lnTo>
                  <a:lnTo>
                    <a:pt x="403" y="526"/>
                  </a:lnTo>
                  <a:lnTo>
                    <a:pt x="403" y="526"/>
                  </a:lnTo>
                  <a:lnTo>
                    <a:pt x="402" y="526"/>
                  </a:lnTo>
                  <a:lnTo>
                    <a:pt x="402" y="527"/>
                  </a:lnTo>
                  <a:lnTo>
                    <a:pt x="402" y="527"/>
                  </a:lnTo>
                  <a:lnTo>
                    <a:pt x="400" y="528"/>
                  </a:lnTo>
                  <a:lnTo>
                    <a:pt x="400" y="528"/>
                  </a:lnTo>
                  <a:lnTo>
                    <a:pt x="399" y="528"/>
                  </a:lnTo>
                  <a:lnTo>
                    <a:pt x="398" y="529"/>
                  </a:lnTo>
                  <a:lnTo>
                    <a:pt x="398" y="529"/>
                  </a:lnTo>
                  <a:lnTo>
                    <a:pt x="398" y="529"/>
                  </a:lnTo>
                  <a:lnTo>
                    <a:pt x="396" y="529"/>
                  </a:lnTo>
                  <a:lnTo>
                    <a:pt x="394" y="529"/>
                  </a:lnTo>
                  <a:lnTo>
                    <a:pt x="394" y="532"/>
                  </a:lnTo>
                  <a:lnTo>
                    <a:pt x="394" y="532"/>
                  </a:lnTo>
                  <a:lnTo>
                    <a:pt x="394" y="533"/>
                  </a:lnTo>
                  <a:lnTo>
                    <a:pt x="393" y="533"/>
                  </a:lnTo>
                  <a:lnTo>
                    <a:pt x="393" y="534"/>
                  </a:lnTo>
                  <a:lnTo>
                    <a:pt x="392" y="534"/>
                  </a:lnTo>
                  <a:lnTo>
                    <a:pt x="392" y="534"/>
                  </a:lnTo>
                  <a:lnTo>
                    <a:pt x="391" y="534"/>
                  </a:lnTo>
                  <a:lnTo>
                    <a:pt x="391" y="535"/>
                  </a:lnTo>
                  <a:lnTo>
                    <a:pt x="392" y="535"/>
                  </a:lnTo>
                  <a:lnTo>
                    <a:pt x="392" y="536"/>
                  </a:lnTo>
                  <a:lnTo>
                    <a:pt x="392" y="536"/>
                  </a:lnTo>
                  <a:lnTo>
                    <a:pt x="390" y="537"/>
                  </a:lnTo>
                  <a:lnTo>
                    <a:pt x="389" y="539"/>
                  </a:lnTo>
                  <a:lnTo>
                    <a:pt x="389" y="540"/>
                  </a:lnTo>
                  <a:lnTo>
                    <a:pt x="388" y="540"/>
                  </a:lnTo>
                  <a:lnTo>
                    <a:pt x="388" y="540"/>
                  </a:lnTo>
                  <a:lnTo>
                    <a:pt x="387" y="540"/>
                  </a:lnTo>
                  <a:lnTo>
                    <a:pt x="387" y="540"/>
                  </a:lnTo>
                  <a:lnTo>
                    <a:pt x="387" y="538"/>
                  </a:lnTo>
                  <a:lnTo>
                    <a:pt x="387" y="538"/>
                  </a:lnTo>
                  <a:lnTo>
                    <a:pt x="387" y="538"/>
                  </a:lnTo>
                  <a:lnTo>
                    <a:pt x="388" y="538"/>
                  </a:lnTo>
                  <a:lnTo>
                    <a:pt x="388" y="537"/>
                  </a:lnTo>
                  <a:lnTo>
                    <a:pt x="387" y="537"/>
                  </a:lnTo>
                  <a:lnTo>
                    <a:pt x="387" y="537"/>
                  </a:lnTo>
                  <a:lnTo>
                    <a:pt x="387" y="537"/>
                  </a:lnTo>
                  <a:lnTo>
                    <a:pt x="386" y="537"/>
                  </a:lnTo>
                  <a:lnTo>
                    <a:pt x="386" y="538"/>
                  </a:lnTo>
                  <a:lnTo>
                    <a:pt x="385" y="538"/>
                  </a:lnTo>
                  <a:lnTo>
                    <a:pt x="385" y="538"/>
                  </a:lnTo>
                  <a:lnTo>
                    <a:pt x="385" y="537"/>
                  </a:lnTo>
                  <a:lnTo>
                    <a:pt x="385" y="537"/>
                  </a:lnTo>
                  <a:lnTo>
                    <a:pt x="385" y="537"/>
                  </a:lnTo>
                  <a:lnTo>
                    <a:pt x="385" y="537"/>
                  </a:lnTo>
                  <a:lnTo>
                    <a:pt x="385" y="538"/>
                  </a:lnTo>
                  <a:lnTo>
                    <a:pt x="385" y="539"/>
                  </a:lnTo>
                  <a:lnTo>
                    <a:pt x="385" y="540"/>
                  </a:lnTo>
                  <a:lnTo>
                    <a:pt x="385" y="541"/>
                  </a:lnTo>
                  <a:lnTo>
                    <a:pt x="385" y="541"/>
                  </a:lnTo>
                  <a:lnTo>
                    <a:pt x="385" y="541"/>
                  </a:lnTo>
                  <a:lnTo>
                    <a:pt x="385" y="541"/>
                  </a:lnTo>
                  <a:lnTo>
                    <a:pt x="385" y="541"/>
                  </a:lnTo>
                  <a:lnTo>
                    <a:pt x="386" y="541"/>
                  </a:lnTo>
                  <a:lnTo>
                    <a:pt x="386" y="541"/>
                  </a:lnTo>
                  <a:lnTo>
                    <a:pt x="386" y="541"/>
                  </a:lnTo>
                  <a:lnTo>
                    <a:pt x="387" y="542"/>
                  </a:lnTo>
                  <a:lnTo>
                    <a:pt x="386" y="546"/>
                  </a:lnTo>
                  <a:lnTo>
                    <a:pt x="386" y="546"/>
                  </a:lnTo>
                  <a:lnTo>
                    <a:pt x="385" y="550"/>
                  </a:lnTo>
                  <a:lnTo>
                    <a:pt x="386" y="551"/>
                  </a:lnTo>
                  <a:lnTo>
                    <a:pt x="386" y="552"/>
                  </a:lnTo>
                  <a:lnTo>
                    <a:pt x="386" y="552"/>
                  </a:lnTo>
                  <a:lnTo>
                    <a:pt x="385" y="552"/>
                  </a:lnTo>
                  <a:lnTo>
                    <a:pt x="385" y="553"/>
                  </a:lnTo>
                  <a:lnTo>
                    <a:pt x="383" y="553"/>
                  </a:lnTo>
                  <a:lnTo>
                    <a:pt x="383" y="554"/>
                  </a:lnTo>
                  <a:lnTo>
                    <a:pt x="383" y="554"/>
                  </a:lnTo>
                  <a:lnTo>
                    <a:pt x="383" y="554"/>
                  </a:lnTo>
                  <a:lnTo>
                    <a:pt x="380" y="554"/>
                  </a:lnTo>
                  <a:lnTo>
                    <a:pt x="380" y="554"/>
                  </a:lnTo>
                  <a:lnTo>
                    <a:pt x="379" y="554"/>
                  </a:lnTo>
                  <a:lnTo>
                    <a:pt x="378" y="553"/>
                  </a:lnTo>
                  <a:lnTo>
                    <a:pt x="376" y="553"/>
                  </a:lnTo>
                  <a:lnTo>
                    <a:pt x="376" y="553"/>
                  </a:lnTo>
                  <a:lnTo>
                    <a:pt x="376" y="554"/>
                  </a:lnTo>
                  <a:lnTo>
                    <a:pt x="376" y="554"/>
                  </a:lnTo>
                  <a:lnTo>
                    <a:pt x="375" y="554"/>
                  </a:lnTo>
                  <a:lnTo>
                    <a:pt x="374" y="554"/>
                  </a:lnTo>
                  <a:lnTo>
                    <a:pt x="372" y="554"/>
                  </a:lnTo>
                  <a:lnTo>
                    <a:pt x="372" y="555"/>
                  </a:lnTo>
                  <a:lnTo>
                    <a:pt x="371" y="555"/>
                  </a:lnTo>
                  <a:lnTo>
                    <a:pt x="371" y="556"/>
                  </a:lnTo>
                  <a:lnTo>
                    <a:pt x="370" y="556"/>
                  </a:lnTo>
                  <a:lnTo>
                    <a:pt x="370" y="557"/>
                  </a:lnTo>
                  <a:lnTo>
                    <a:pt x="369" y="557"/>
                  </a:lnTo>
                  <a:lnTo>
                    <a:pt x="369" y="556"/>
                  </a:lnTo>
                  <a:lnTo>
                    <a:pt x="368" y="556"/>
                  </a:lnTo>
                  <a:lnTo>
                    <a:pt x="368" y="557"/>
                  </a:lnTo>
                  <a:lnTo>
                    <a:pt x="368" y="558"/>
                  </a:lnTo>
                  <a:lnTo>
                    <a:pt x="368" y="558"/>
                  </a:lnTo>
                  <a:lnTo>
                    <a:pt x="367" y="557"/>
                  </a:lnTo>
                  <a:lnTo>
                    <a:pt x="367" y="556"/>
                  </a:lnTo>
                  <a:lnTo>
                    <a:pt x="368" y="556"/>
                  </a:lnTo>
                  <a:lnTo>
                    <a:pt x="368" y="556"/>
                  </a:lnTo>
                  <a:lnTo>
                    <a:pt x="368" y="555"/>
                  </a:lnTo>
                  <a:lnTo>
                    <a:pt x="367" y="556"/>
                  </a:lnTo>
                  <a:lnTo>
                    <a:pt x="366" y="557"/>
                  </a:lnTo>
                  <a:lnTo>
                    <a:pt x="366" y="557"/>
                  </a:lnTo>
                  <a:lnTo>
                    <a:pt x="366" y="558"/>
                  </a:lnTo>
                  <a:lnTo>
                    <a:pt x="366" y="558"/>
                  </a:lnTo>
                  <a:lnTo>
                    <a:pt x="365" y="557"/>
                  </a:lnTo>
                  <a:lnTo>
                    <a:pt x="363" y="556"/>
                  </a:lnTo>
                  <a:lnTo>
                    <a:pt x="363" y="556"/>
                  </a:lnTo>
                  <a:lnTo>
                    <a:pt x="361" y="557"/>
                  </a:lnTo>
                  <a:lnTo>
                    <a:pt x="360" y="557"/>
                  </a:lnTo>
                  <a:lnTo>
                    <a:pt x="359" y="559"/>
                  </a:lnTo>
                  <a:lnTo>
                    <a:pt x="358" y="559"/>
                  </a:lnTo>
                  <a:lnTo>
                    <a:pt x="358" y="559"/>
                  </a:lnTo>
                  <a:lnTo>
                    <a:pt x="357" y="559"/>
                  </a:lnTo>
                  <a:lnTo>
                    <a:pt x="356" y="559"/>
                  </a:lnTo>
                  <a:lnTo>
                    <a:pt x="355" y="558"/>
                  </a:lnTo>
                  <a:lnTo>
                    <a:pt x="349" y="559"/>
                  </a:lnTo>
                  <a:lnTo>
                    <a:pt x="348" y="559"/>
                  </a:lnTo>
                  <a:lnTo>
                    <a:pt x="347" y="559"/>
                  </a:lnTo>
                  <a:lnTo>
                    <a:pt x="347" y="559"/>
                  </a:lnTo>
                  <a:lnTo>
                    <a:pt x="346" y="559"/>
                  </a:lnTo>
                  <a:lnTo>
                    <a:pt x="346" y="559"/>
                  </a:lnTo>
                  <a:lnTo>
                    <a:pt x="346" y="559"/>
                  </a:lnTo>
                  <a:lnTo>
                    <a:pt x="346" y="558"/>
                  </a:lnTo>
                  <a:lnTo>
                    <a:pt x="346" y="557"/>
                  </a:lnTo>
                  <a:lnTo>
                    <a:pt x="344" y="557"/>
                  </a:lnTo>
                  <a:lnTo>
                    <a:pt x="343" y="557"/>
                  </a:lnTo>
                  <a:lnTo>
                    <a:pt x="342" y="557"/>
                  </a:lnTo>
                  <a:lnTo>
                    <a:pt x="340" y="557"/>
                  </a:lnTo>
                  <a:lnTo>
                    <a:pt x="337" y="557"/>
                  </a:lnTo>
                  <a:lnTo>
                    <a:pt x="336" y="555"/>
                  </a:lnTo>
                  <a:lnTo>
                    <a:pt x="335" y="555"/>
                  </a:lnTo>
                  <a:lnTo>
                    <a:pt x="334" y="556"/>
                  </a:lnTo>
                  <a:lnTo>
                    <a:pt x="333" y="555"/>
                  </a:lnTo>
                  <a:lnTo>
                    <a:pt x="331" y="554"/>
                  </a:lnTo>
                  <a:lnTo>
                    <a:pt x="330" y="555"/>
                  </a:lnTo>
                  <a:lnTo>
                    <a:pt x="329" y="554"/>
                  </a:lnTo>
                  <a:lnTo>
                    <a:pt x="328" y="554"/>
                  </a:lnTo>
                  <a:lnTo>
                    <a:pt x="326" y="554"/>
                  </a:lnTo>
                  <a:lnTo>
                    <a:pt x="325" y="554"/>
                  </a:lnTo>
                  <a:lnTo>
                    <a:pt x="325" y="554"/>
                  </a:lnTo>
                  <a:lnTo>
                    <a:pt x="324" y="554"/>
                  </a:lnTo>
                  <a:lnTo>
                    <a:pt x="323" y="554"/>
                  </a:lnTo>
                  <a:lnTo>
                    <a:pt x="322" y="554"/>
                  </a:lnTo>
                  <a:lnTo>
                    <a:pt x="321" y="554"/>
                  </a:lnTo>
                  <a:lnTo>
                    <a:pt x="320" y="553"/>
                  </a:lnTo>
                  <a:lnTo>
                    <a:pt x="320" y="551"/>
                  </a:lnTo>
                  <a:lnTo>
                    <a:pt x="320" y="551"/>
                  </a:lnTo>
                  <a:lnTo>
                    <a:pt x="320" y="550"/>
                  </a:lnTo>
                  <a:lnTo>
                    <a:pt x="318" y="549"/>
                  </a:lnTo>
                  <a:lnTo>
                    <a:pt x="317" y="546"/>
                  </a:lnTo>
                  <a:lnTo>
                    <a:pt x="317" y="546"/>
                  </a:lnTo>
                  <a:lnTo>
                    <a:pt x="316" y="546"/>
                  </a:lnTo>
                  <a:lnTo>
                    <a:pt x="316" y="545"/>
                  </a:lnTo>
                  <a:lnTo>
                    <a:pt x="316" y="544"/>
                  </a:lnTo>
                  <a:lnTo>
                    <a:pt x="315" y="544"/>
                  </a:lnTo>
                  <a:lnTo>
                    <a:pt x="315" y="543"/>
                  </a:lnTo>
                  <a:lnTo>
                    <a:pt x="313" y="542"/>
                  </a:lnTo>
                  <a:lnTo>
                    <a:pt x="313" y="542"/>
                  </a:lnTo>
                  <a:lnTo>
                    <a:pt x="313" y="542"/>
                  </a:lnTo>
                  <a:lnTo>
                    <a:pt x="313" y="541"/>
                  </a:lnTo>
                  <a:lnTo>
                    <a:pt x="311" y="540"/>
                  </a:lnTo>
                  <a:lnTo>
                    <a:pt x="309" y="539"/>
                  </a:lnTo>
                  <a:lnTo>
                    <a:pt x="308" y="538"/>
                  </a:lnTo>
                  <a:lnTo>
                    <a:pt x="308" y="537"/>
                  </a:lnTo>
                  <a:lnTo>
                    <a:pt x="307" y="537"/>
                  </a:lnTo>
                  <a:lnTo>
                    <a:pt x="307" y="537"/>
                  </a:lnTo>
                  <a:lnTo>
                    <a:pt x="307" y="537"/>
                  </a:lnTo>
                  <a:lnTo>
                    <a:pt x="307" y="534"/>
                  </a:lnTo>
                  <a:lnTo>
                    <a:pt x="306" y="533"/>
                  </a:lnTo>
                  <a:lnTo>
                    <a:pt x="303" y="533"/>
                  </a:lnTo>
                  <a:lnTo>
                    <a:pt x="302" y="533"/>
                  </a:lnTo>
                  <a:lnTo>
                    <a:pt x="302" y="533"/>
                  </a:lnTo>
                  <a:lnTo>
                    <a:pt x="301" y="534"/>
                  </a:lnTo>
                  <a:lnTo>
                    <a:pt x="301" y="534"/>
                  </a:lnTo>
                  <a:lnTo>
                    <a:pt x="300" y="533"/>
                  </a:lnTo>
                  <a:lnTo>
                    <a:pt x="300" y="533"/>
                  </a:lnTo>
                  <a:lnTo>
                    <a:pt x="300" y="533"/>
                  </a:lnTo>
                  <a:lnTo>
                    <a:pt x="300" y="534"/>
                  </a:lnTo>
                  <a:lnTo>
                    <a:pt x="299" y="534"/>
                  </a:lnTo>
                  <a:lnTo>
                    <a:pt x="299" y="534"/>
                  </a:lnTo>
                  <a:lnTo>
                    <a:pt x="299" y="533"/>
                  </a:lnTo>
                  <a:lnTo>
                    <a:pt x="298" y="533"/>
                  </a:lnTo>
                  <a:lnTo>
                    <a:pt x="298" y="533"/>
                  </a:lnTo>
                  <a:lnTo>
                    <a:pt x="298" y="533"/>
                  </a:lnTo>
                  <a:lnTo>
                    <a:pt x="298" y="534"/>
                  </a:lnTo>
                  <a:lnTo>
                    <a:pt x="297" y="534"/>
                  </a:lnTo>
                  <a:lnTo>
                    <a:pt x="297" y="534"/>
                  </a:lnTo>
                  <a:lnTo>
                    <a:pt x="296" y="533"/>
                  </a:lnTo>
                  <a:lnTo>
                    <a:pt x="295" y="533"/>
                  </a:lnTo>
                  <a:lnTo>
                    <a:pt x="294" y="533"/>
                  </a:lnTo>
                  <a:lnTo>
                    <a:pt x="294" y="533"/>
                  </a:lnTo>
                  <a:lnTo>
                    <a:pt x="294" y="532"/>
                  </a:lnTo>
                  <a:lnTo>
                    <a:pt x="294" y="532"/>
                  </a:lnTo>
                  <a:lnTo>
                    <a:pt x="294" y="531"/>
                  </a:lnTo>
                  <a:lnTo>
                    <a:pt x="294" y="531"/>
                  </a:lnTo>
                  <a:lnTo>
                    <a:pt x="294" y="530"/>
                  </a:lnTo>
                  <a:lnTo>
                    <a:pt x="293" y="529"/>
                  </a:lnTo>
                  <a:lnTo>
                    <a:pt x="293" y="529"/>
                  </a:lnTo>
                  <a:lnTo>
                    <a:pt x="292" y="529"/>
                  </a:lnTo>
                  <a:lnTo>
                    <a:pt x="292" y="528"/>
                  </a:lnTo>
                  <a:lnTo>
                    <a:pt x="290" y="527"/>
                  </a:lnTo>
                  <a:lnTo>
                    <a:pt x="290" y="527"/>
                  </a:lnTo>
                  <a:lnTo>
                    <a:pt x="290" y="526"/>
                  </a:lnTo>
                  <a:lnTo>
                    <a:pt x="290" y="526"/>
                  </a:lnTo>
                  <a:lnTo>
                    <a:pt x="290" y="525"/>
                  </a:lnTo>
                  <a:lnTo>
                    <a:pt x="289" y="524"/>
                  </a:lnTo>
                  <a:lnTo>
                    <a:pt x="289" y="523"/>
                  </a:lnTo>
                  <a:lnTo>
                    <a:pt x="289" y="522"/>
                  </a:lnTo>
                  <a:lnTo>
                    <a:pt x="287" y="519"/>
                  </a:lnTo>
                  <a:lnTo>
                    <a:pt x="287" y="518"/>
                  </a:lnTo>
                  <a:lnTo>
                    <a:pt x="287" y="516"/>
                  </a:lnTo>
                  <a:lnTo>
                    <a:pt x="287" y="516"/>
                  </a:lnTo>
                  <a:lnTo>
                    <a:pt x="287" y="516"/>
                  </a:lnTo>
                  <a:lnTo>
                    <a:pt x="286" y="516"/>
                  </a:lnTo>
                  <a:lnTo>
                    <a:pt x="285" y="515"/>
                  </a:lnTo>
                  <a:lnTo>
                    <a:pt x="285" y="513"/>
                  </a:lnTo>
                  <a:lnTo>
                    <a:pt x="285" y="513"/>
                  </a:lnTo>
                  <a:lnTo>
                    <a:pt x="285" y="512"/>
                  </a:lnTo>
                  <a:lnTo>
                    <a:pt x="285" y="511"/>
                  </a:lnTo>
                  <a:lnTo>
                    <a:pt x="284" y="511"/>
                  </a:lnTo>
                  <a:lnTo>
                    <a:pt x="284" y="510"/>
                  </a:lnTo>
                  <a:lnTo>
                    <a:pt x="284" y="510"/>
                  </a:lnTo>
                  <a:lnTo>
                    <a:pt x="283" y="509"/>
                  </a:lnTo>
                  <a:lnTo>
                    <a:pt x="283" y="509"/>
                  </a:lnTo>
                  <a:lnTo>
                    <a:pt x="283" y="508"/>
                  </a:lnTo>
                  <a:lnTo>
                    <a:pt x="282" y="508"/>
                  </a:lnTo>
                  <a:lnTo>
                    <a:pt x="281" y="509"/>
                  </a:lnTo>
                  <a:lnTo>
                    <a:pt x="281" y="509"/>
                  </a:lnTo>
                  <a:lnTo>
                    <a:pt x="280" y="508"/>
                  </a:lnTo>
                  <a:lnTo>
                    <a:pt x="279" y="508"/>
                  </a:lnTo>
                  <a:lnTo>
                    <a:pt x="278" y="507"/>
                  </a:lnTo>
                  <a:lnTo>
                    <a:pt x="278" y="507"/>
                  </a:lnTo>
                  <a:lnTo>
                    <a:pt x="278" y="507"/>
                  </a:lnTo>
                  <a:lnTo>
                    <a:pt x="279" y="508"/>
                  </a:lnTo>
                  <a:lnTo>
                    <a:pt x="281" y="508"/>
                  </a:lnTo>
                  <a:lnTo>
                    <a:pt x="281" y="508"/>
                  </a:lnTo>
                  <a:lnTo>
                    <a:pt x="281" y="508"/>
                  </a:lnTo>
                  <a:lnTo>
                    <a:pt x="280" y="507"/>
                  </a:lnTo>
                  <a:lnTo>
                    <a:pt x="280" y="507"/>
                  </a:lnTo>
                  <a:lnTo>
                    <a:pt x="281" y="507"/>
                  </a:lnTo>
                  <a:lnTo>
                    <a:pt x="281" y="507"/>
                  </a:lnTo>
                  <a:lnTo>
                    <a:pt x="280" y="506"/>
                  </a:lnTo>
                  <a:lnTo>
                    <a:pt x="279" y="506"/>
                  </a:lnTo>
                  <a:lnTo>
                    <a:pt x="278" y="506"/>
                  </a:lnTo>
                  <a:lnTo>
                    <a:pt x="278" y="506"/>
                  </a:lnTo>
                  <a:lnTo>
                    <a:pt x="278" y="506"/>
                  </a:lnTo>
                  <a:lnTo>
                    <a:pt x="279" y="505"/>
                  </a:lnTo>
                  <a:lnTo>
                    <a:pt x="280" y="505"/>
                  </a:lnTo>
                  <a:lnTo>
                    <a:pt x="280" y="505"/>
                  </a:lnTo>
                  <a:lnTo>
                    <a:pt x="280" y="505"/>
                  </a:lnTo>
                  <a:lnTo>
                    <a:pt x="280" y="504"/>
                  </a:lnTo>
                  <a:lnTo>
                    <a:pt x="279" y="503"/>
                  </a:lnTo>
                  <a:lnTo>
                    <a:pt x="279" y="503"/>
                  </a:lnTo>
                  <a:lnTo>
                    <a:pt x="278" y="502"/>
                  </a:lnTo>
                  <a:lnTo>
                    <a:pt x="277" y="501"/>
                  </a:lnTo>
                  <a:lnTo>
                    <a:pt x="276" y="500"/>
                  </a:lnTo>
                  <a:lnTo>
                    <a:pt x="275" y="499"/>
                  </a:lnTo>
                  <a:lnTo>
                    <a:pt x="274" y="499"/>
                  </a:lnTo>
                  <a:lnTo>
                    <a:pt x="273" y="498"/>
                  </a:lnTo>
                  <a:lnTo>
                    <a:pt x="273" y="497"/>
                  </a:lnTo>
                  <a:lnTo>
                    <a:pt x="273" y="496"/>
                  </a:lnTo>
                  <a:lnTo>
                    <a:pt x="273" y="496"/>
                  </a:lnTo>
                  <a:lnTo>
                    <a:pt x="273" y="495"/>
                  </a:lnTo>
                  <a:lnTo>
                    <a:pt x="274" y="494"/>
                  </a:lnTo>
                  <a:lnTo>
                    <a:pt x="275" y="494"/>
                  </a:lnTo>
                  <a:lnTo>
                    <a:pt x="276" y="493"/>
                  </a:lnTo>
                  <a:lnTo>
                    <a:pt x="276" y="493"/>
                  </a:lnTo>
                  <a:lnTo>
                    <a:pt x="275" y="493"/>
                  </a:lnTo>
                  <a:lnTo>
                    <a:pt x="275" y="494"/>
                  </a:lnTo>
                  <a:lnTo>
                    <a:pt x="274" y="494"/>
                  </a:lnTo>
                  <a:lnTo>
                    <a:pt x="273" y="494"/>
                  </a:lnTo>
                  <a:lnTo>
                    <a:pt x="273" y="495"/>
                  </a:lnTo>
                  <a:lnTo>
                    <a:pt x="272" y="495"/>
                  </a:lnTo>
                  <a:lnTo>
                    <a:pt x="272" y="495"/>
                  </a:lnTo>
                  <a:lnTo>
                    <a:pt x="272" y="495"/>
                  </a:lnTo>
                  <a:lnTo>
                    <a:pt x="270" y="496"/>
                  </a:lnTo>
                  <a:lnTo>
                    <a:pt x="268" y="495"/>
                  </a:lnTo>
                  <a:lnTo>
                    <a:pt x="268" y="496"/>
                  </a:lnTo>
                  <a:lnTo>
                    <a:pt x="267" y="496"/>
                  </a:lnTo>
                  <a:lnTo>
                    <a:pt x="265" y="495"/>
                  </a:lnTo>
                  <a:lnTo>
                    <a:pt x="264" y="497"/>
                  </a:lnTo>
                  <a:lnTo>
                    <a:pt x="262" y="498"/>
                  </a:lnTo>
                  <a:lnTo>
                    <a:pt x="261" y="498"/>
                  </a:lnTo>
                  <a:lnTo>
                    <a:pt x="260" y="498"/>
                  </a:lnTo>
                  <a:lnTo>
                    <a:pt x="260" y="498"/>
                  </a:lnTo>
                  <a:lnTo>
                    <a:pt x="259" y="498"/>
                  </a:lnTo>
                  <a:lnTo>
                    <a:pt x="259" y="497"/>
                  </a:lnTo>
                  <a:lnTo>
                    <a:pt x="259" y="497"/>
                  </a:lnTo>
                  <a:lnTo>
                    <a:pt x="255" y="497"/>
                  </a:lnTo>
                  <a:lnTo>
                    <a:pt x="254" y="497"/>
                  </a:lnTo>
                  <a:lnTo>
                    <a:pt x="253" y="497"/>
                  </a:lnTo>
                  <a:lnTo>
                    <a:pt x="251" y="498"/>
                  </a:lnTo>
                  <a:lnTo>
                    <a:pt x="250" y="500"/>
                  </a:lnTo>
                  <a:lnTo>
                    <a:pt x="248" y="503"/>
                  </a:lnTo>
                  <a:lnTo>
                    <a:pt x="248" y="503"/>
                  </a:lnTo>
                  <a:lnTo>
                    <a:pt x="248" y="503"/>
                  </a:lnTo>
                  <a:lnTo>
                    <a:pt x="247" y="503"/>
                  </a:lnTo>
                  <a:lnTo>
                    <a:pt x="247" y="507"/>
                  </a:lnTo>
                  <a:lnTo>
                    <a:pt x="249" y="507"/>
                  </a:lnTo>
                  <a:lnTo>
                    <a:pt x="251" y="508"/>
                  </a:lnTo>
                  <a:lnTo>
                    <a:pt x="251" y="509"/>
                  </a:lnTo>
                  <a:lnTo>
                    <a:pt x="251" y="509"/>
                  </a:lnTo>
                  <a:lnTo>
                    <a:pt x="253" y="509"/>
                  </a:lnTo>
                  <a:lnTo>
                    <a:pt x="253" y="510"/>
                  </a:lnTo>
                  <a:lnTo>
                    <a:pt x="252" y="509"/>
                  </a:lnTo>
                  <a:lnTo>
                    <a:pt x="251" y="509"/>
                  </a:lnTo>
                  <a:lnTo>
                    <a:pt x="251" y="510"/>
                  </a:lnTo>
                  <a:lnTo>
                    <a:pt x="251" y="510"/>
                  </a:lnTo>
                  <a:lnTo>
                    <a:pt x="251" y="510"/>
                  </a:lnTo>
                  <a:lnTo>
                    <a:pt x="250" y="510"/>
                  </a:lnTo>
                  <a:lnTo>
                    <a:pt x="249" y="510"/>
                  </a:lnTo>
                  <a:lnTo>
                    <a:pt x="249" y="511"/>
                  </a:lnTo>
                  <a:lnTo>
                    <a:pt x="248" y="510"/>
                  </a:lnTo>
                  <a:lnTo>
                    <a:pt x="246" y="510"/>
                  </a:lnTo>
                  <a:lnTo>
                    <a:pt x="246" y="510"/>
                  </a:lnTo>
                  <a:lnTo>
                    <a:pt x="246" y="510"/>
                  </a:lnTo>
                  <a:lnTo>
                    <a:pt x="246" y="509"/>
                  </a:lnTo>
                  <a:lnTo>
                    <a:pt x="246" y="509"/>
                  </a:lnTo>
                  <a:lnTo>
                    <a:pt x="245" y="509"/>
                  </a:lnTo>
                  <a:lnTo>
                    <a:pt x="245" y="510"/>
                  </a:lnTo>
                  <a:lnTo>
                    <a:pt x="244" y="510"/>
                  </a:lnTo>
                  <a:lnTo>
                    <a:pt x="243" y="510"/>
                  </a:lnTo>
                  <a:lnTo>
                    <a:pt x="243" y="510"/>
                  </a:lnTo>
                  <a:lnTo>
                    <a:pt x="243" y="510"/>
                  </a:lnTo>
                  <a:lnTo>
                    <a:pt x="242" y="509"/>
                  </a:lnTo>
                  <a:lnTo>
                    <a:pt x="242" y="509"/>
                  </a:lnTo>
                  <a:lnTo>
                    <a:pt x="242" y="508"/>
                  </a:lnTo>
                  <a:lnTo>
                    <a:pt x="242" y="508"/>
                  </a:lnTo>
                  <a:lnTo>
                    <a:pt x="242" y="509"/>
                  </a:lnTo>
                  <a:lnTo>
                    <a:pt x="241" y="509"/>
                  </a:lnTo>
                  <a:lnTo>
                    <a:pt x="240" y="510"/>
                  </a:lnTo>
                  <a:lnTo>
                    <a:pt x="239" y="510"/>
                  </a:lnTo>
                  <a:lnTo>
                    <a:pt x="238" y="510"/>
                  </a:lnTo>
                  <a:lnTo>
                    <a:pt x="238" y="510"/>
                  </a:lnTo>
                  <a:lnTo>
                    <a:pt x="237" y="510"/>
                  </a:lnTo>
                  <a:lnTo>
                    <a:pt x="237" y="511"/>
                  </a:lnTo>
                  <a:lnTo>
                    <a:pt x="237" y="511"/>
                  </a:lnTo>
                  <a:lnTo>
                    <a:pt x="237" y="511"/>
                  </a:lnTo>
                  <a:lnTo>
                    <a:pt x="237" y="511"/>
                  </a:lnTo>
                  <a:lnTo>
                    <a:pt x="235" y="511"/>
                  </a:lnTo>
                  <a:lnTo>
                    <a:pt x="235" y="511"/>
                  </a:lnTo>
                  <a:lnTo>
                    <a:pt x="234" y="511"/>
                  </a:lnTo>
                  <a:lnTo>
                    <a:pt x="234" y="511"/>
                  </a:lnTo>
                  <a:lnTo>
                    <a:pt x="233" y="511"/>
                  </a:lnTo>
                  <a:lnTo>
                    <a:pt x="233" y="510"/>
                  </a:lnTo>
                  <a:lnTo>
                    <a:pt x="232" y="510"/>
                  </a:lnTo>
                  <a:lnTo>
                    <a:pt x="232" y="510"/>
                  </a:lnTo>
                  <a:lnTo>
                    <a:pt x="230" y="510"/>
                  </a:lnTo>
                  <a:lnTo>
                    <a:pt x="229" y="509"/>
                  </a:lnTo>
                  <a:lnTo>
                    <a:pt x="229" y="509"/>
                  </a:lnTo>
                  <a:lnTo>
                    <a:pt x="229" y="508"/>
                  </a:lnTo>
                  <a:lnTo>
                    <a:pt x="229" y="508"/>
                  </a:lnTo>
                  <a:lnTo>
                    <a:pt x="229" y="508"/>
                  </a:lnTo>
                  <a:lnTo>
                    <a:pt x="229" y="507"/>
                  </a:lnTo>
                  <a:lnTo>
                    <a:pt x="229" y="507"/>
                  </a:lnTo>
                  <a:lnTo>
                    <a:pt x="229" y="508"/>
                  </a:lnTo>
                  <a:lnTo>
                    <a:pt x="227" y="509"/>
                  </a:lnTo>
                  <a:lnTo>
                    <a:pt x="227" y="509"/>
                  </a:lnTo>
                  <a:lnTo>
                    <a:pt x="227" y="508"/>
                  </a:lnTo>
                  <a:lnTo>
                    <a:pt x="226" y="509"/>
                  </a:lnTo>
                  <a:lnTo>
                    <a:pt x="226" y="508"/>
                  </a:lnTo>
                  <a:lnTo>
                    <a:pt x="225" y="509"/>
                  </a:lnTo>
                  <a:lnTo>
                    <a:pt x="224" y="508"/>
                  </a:lnTo>
                  <a:lnTo>
                    <a:pt x="224" y="509"/>
                  </a:lnTo>
                  <a:lnTo>
                    <a:pt x="223" y="509"/>
                  </a:lnTo>
                  <a:lnTo>
                    <a:pt x="222" y="510"/>
                  </a:lnTo>
                  <a:lnTo>
                    <a:pt x="222" y="510"/>
                  </a:lnTo>
                  <a:lnTo>
                    <a:pt x="222" y="511"/>
                  </a:lnTo>
                  <a:lnTo>
                    <a:pt x="222" y="511"/>
                  </a:lnTo>
                  <a:lnTo>
                    <a:pt x="221" y="511"/>
                  </a:lnTo>
                  <a:lnTo>
                    <a:pt x="221" y="511"/>
                  </a:lnTo>
                  <a:lnTo>
                    <a:pt x="221" y="511"/>
                  </a:lnTo>
                  <a:lnTo>
                    <a:pt x="221" y="511"/>
                  </a:lnTo>
                  <a:lnTo>
                    <a:pt x="220" y="512"/>
                  </a:lnTo>
                  <a:lnTo>
                    <a:pt x="220" y="512"/>
                  </a:lnTo>
                  <a:lnTo>
                    <a:pt x="221" y="512"/>
                  </a:lnTo>
                  <a:lnTo>
                    <a:pt x="221" y="513"/>
                  </a:lnTo>
                  <a:lnTo>
                    <a:pt x="223" y="514"/>
                  </a:lnTo>
                  <a:lnTo>
                    <a:pt x="223" y="514"/>
                  </a:lnTo>
                  <a:lnTo>
                    <a:pt x="223" y="515"/>
                  </a:lnTo>
                  <a:lnTo>
                    <a:pt x="224" y="515"/>
                  </a:lnTo>
                  <a:lnTo>
                    <a:pt x="223" y="516"/>
                  </a:lnTo>
                  <a:lnTo>
                    <a:pt x="223" y="516"/>
                  </a:lnTo>
                  <a:lnTo>
                    <a:pt x="223" y="516"/>
                  </a:lnTo>
                  <a:lnTo>
                    <a:pt x="221" y="516"/>
                  </a:lnTo>
                  <a:lnTo>
                    <a:pt x="220" y="516"/>
                  </a:lnTo>
                  <a:lnTo>
                    <a:pt x="220" y="516"/>
                  </a:lnTo>
                  <a:lnTo>
                    <a:pt x="220" y="515"/>
                  </a:lnTo>
                  <a:lnTo>
                    <a:pt x="217" y="515"/>
                  </a:lnTo>
                  <a:lnTo>
                    <a:pt x="217" y="515"/>
                  </a:lnTo>
                  <a:lnTo>
                    <a:pt x="216" y="515"/>
                  </a:lnTo>
                  <a:lnTo>
                    <a:pt x="216" y="515"/>
                  </a:lnTo>
                  <a:lnTo>
                    <a:pt x="216" y="515"/>
                  </a:lnTo>
                  <a:lnTo>
                    <a:pt x="216" y="515"/>
                  </a:lnTo>
                  <a:lnTo>
                    <a:pt x="216" y="515"/>
                  </a:lnTo>
                  <a:lnTo>
                    <a:pt x="215" y="515"/>
                  </a:lnTo>
                  <a:lnTo>
                    <a:pt x="215" y="514"/>
                  </a:lnTo>
                  <a:lnTo>
                    <a:pt x="213" y="515"/>
                  </a:lnTo>
                  <a:lnTo>
                    <a:pt x="213" y="516"/>
                  </a:lnTo>
                  <a:lnTo>
                    <a:pt x="213" y="517"/>
                  </a:lnTo>
                  <a:lnTo>
                    <a:pt x="214" y="517"/>
                  </a:lnTo>
                  <a:lnTo>
                    <a:pt x="213" y="517"/>
                  </a:lnTo>
                  <a:lnTo>
                    <a:pt x="213" y="518"/>
                  </a:lnTo>
                  <a:lnTo>
                    <a:pt x="213" y="517"/>
                  </a:lnTo>
                  <a:lnTo>
                    <a:pt x="212" y="517"/>
                  </a:lnTo>
                  <a:lnTo>
                    <a:pt x="211" y="517"/>
                  </a:lnTo>
                  <a:lnTo>
                    <a:pt x="211" y="517"/>
                  </a:lnTo>
                  <a:lnTo>
                    <a:pt x="211" y="517"/>
                  </a:lnTo>
                  <a:lnTo>
                    <a:pt x="211" y="516"/>
                  </a:lnTo>
                  <a:lnTo>
                    <a:pt x="210" y="516"/>
                  </a:lnTo>
                  <a:lnTo>
                    <a:pt x="209" y="516"/>
                  </a:lnTo>
                  <a:lnTo>
                    <a:pt x="209" y="516"/>
                  </a:lnTo>
                  <a:lnTo>
                    <a:pt x="208" y="516"/>
                  </a:lnTo>
                  <a:lnTo>
                    <a:pt x="207" y="515"/>
                  </a:lnTo>
                  <a:lnTo>
                    <a:pt x="206" y="515"/>
                  </a:lnTo>
                  <a:lnTo>
                    <a:pt x="205" y="514"/>
                  </a:lnTo>
                  <a:lnTo>
                    <a:pt x="205" y="514"/>
                  </a:lnTo>
                  <a:lnTo>
                    <a:pt x="205" y="514"/>
                  </a:lnTo>
                  <a:lnTo>
                    <a:pt x="204" y="514"/>
                  </a:lnTo>
                  <a:lnTo>
                    <a:pt x="204" y="513"/>
                  </a:lnTo>
                  <a:lnTo>
                    <a:pt x="204" y="513"/>
                  </a:lnTo>
                  <a:lnTo>
                    <a:pt x="204" y="513"/>
                  </a:lnTo>
                  <a:lnTo>
                    <a:pt x="203" y="512"/>
                  </a:lnTo>
                  <a:lnTo>
                    <a:pt x="203" y="512"/>
                  </a:lnTo>
                  <a:lnTo>
                    <a:pt x="202" y="512"/>
                  </a:lnTo>
                  <a:lnTo>
                    <a:pt x="202" y="511"/>
                  </a:lnTo>
                  <a:lnTo>
                    <a:pt x="202" y="511"/>
                  </a:lnTo>
                  <a:lnTo>
                    <a:pt x="201" y="511"/>
                  </a:lnTo>
                  <a:lnTo>
                    <a:pt x="201" y="511"/>
                  </a:lnTo>
                  <a:lnTo>
                    <a:pt x="200" y="511"/>
                  </a:lnTo>
                  <a:lnTo>
                    <a:pt x="200" y="511"/>
                  </a:lnTo>
                  <a:lnTo>
                    <a:pt x="200" y="511"/>
                  </a:lnTo>
                  <a:lnTo>
                    <a:pt x="199" y="511"/>
                  </a:lnTo>
                  <a:lnTo>
                    <a:pt x="198" y="511"/>
                  </a:lnTo>
                  <a:lnTo>
                    <a:pt x="198" y="511"/>
                  </a:lnTo>
                  <a:lnTo>
                    <a:pt x="198" y="511"/>
                  </a:lnTo>
                  <a:lnTo>
                    <a:pt x="198" y="511"/>
                  </a:lnTo>
                  <a:lnTo>
                    <a:pt x="198" y="511"/>
                  </a:lnTo>
                  <a:lnTo>
                    <a:pt x="196" y="511"/>
                  </a:lnTo>
                  <a:lnTo>
                    <a:pt x="196" y="511"/>
                  </a:lnTo>
                  <a:lnTo>
                    <a:pt x="196" y="510"/>
                  </a:lnTo>
                  <a:lnTo>
                    <a:pt x="198" y="509"/>
                  </a:lnTo>
                  <a:lnTo>
                    <a:pt x="199" y="508"/>
                  </a:lnTo>
                  <a:lnTo>
                    <a:pt x="199" y="508"/>
                  </a:lnTo>
                  <a:lnTo>
                    <a:pt x="199" y="508"/>
                  </a:lnTo>
                  <a:lnTo>
                    <a:pt x="199" y="507"/>
                  </a:lnTo>
                  <a:lnTo>
                    <a:pt x="199" y="505"/>
                  </a:lnTo>
                  <a:lnTo>
                    <a:pt x="198" y="502"/>
                  </a:lnTo>
                  <a:lnTo>
                    <a:pt x="198" y="502"/>
                  </a:lnTo>
                  <a:lnTo>
                    <a:pt x="198" y="501"/>
                  </a:lnTo>
                  <a:lnTo>
                    <a:pt x="198" y="500"/>
                  </a:lnTo>
                  <a:lnTo>
                    <a:pt x="198" y="500"/>
                  </a:lnTo>
                  <a:lnTo>
                    <a:pt x="197" y="499"/>
                  </a:lnTo>
                  <a:lnTo>
                    <a:pt x="197" y="498"/>
                  </a:lnTo>
                  <a:lnTo>
                    <a:pt x="196" y="498"/>
                  </a:lnTo>
                  <a:lnTo>
                    <a:pt x="196" y="498"/>
                  </a:lnTo>
                  <a:lnTo>
                    <a:pt x="195" y="498"/>
                  </a:lnTo>
                  <a:lnTo>
                    <a:pt x="195" y="498"/>
                  </a:lnTo>
                  <a:lnTo>
                    <a:pt x="195" y="498"/>
                  </a:lnTo>
                  <a:lnTo>
                    <a:pt x="195" y="498"/>
                  </a:lnTo>
                  <a:lnTo>
                    <a:pt x="196" y="498"/>
                  </a:lnTo>
                  <a:lnTo>
                    <a:pt x="197" y="497"/>
                  </a:lnTo>
                  <a:lnTo>
                    <a:pt x="198" y="497"/>
                  </a:lnTo>
                  <a:lnTo>
                    <a:pt x="198" y="496"/>
                  </a:lnTo>
                  <a:lnTo>
                    <a:pt x="199" y="496"/>
                  </a:lnTo>
                  <a:lnTo>
                    <a:pt x="199" y="497"/>
                  </a:lnTo>
                  <a:lnTo>
                    <a:pt x="199" y="497"/>
                  </a:lnTo>
                  <a:lnTo>
                    <a:pt x="200" y="497"/>
                  </a:lnTo>
                  <a:lnTo>
                    <a:pt x="201" y="497"/>
                  </a:lnTo>
                  <a:lnTo>
                    <a:pt x="201" y="496"/>
                  </a:lnTo>
                  <a:lnTo>
                    <a:pt x="202" y="495"/>
                  </a:lnTo>
                  <a:lnTo>
                    <a:pt x="202" y="495"/>
                  </a:lnTo>
                  <a:lnTo>
                    <a:pt x="202" y="495"/>
                  </a:lnTo>
                  <a:lnTo>
                    <a:pt x="202" y="494"/>
                  </a:lnTo>
                  <a:lnTo>
                    <a:pt x="203" y="494"/>
                  </a:lnTo>
                  <a:lnTo>
                    <a:pt x="203" y="494"/>
                  </a:lnTo>
                  <a:lnTo>
                    <a:pt x="203" y="494"/>
                  </a:lnTo>
                  <a:lnTo>
                    <a:pt x="205" y="493"/>
                  </a:lnTo>
                  <a:lnTo>
                    <a:pt x="205" y="493"/>
                  </a:lnTo>
                  <a:lnTo>
                    <a:pt x="205" y="492"/>
                  </a:lnTo>
                  <a:lnTo>
                    <a:pt x="205" y="492"/>
                  </a:lnTo>
                  <a:lnTo>
                    <a:pt x="206" y="490"/>
                  </a:lnTo>
                  <a:lnTo>
                    <a:pt x="206" y="490"/>
                  </a:lnTo>
                  <a:lnTo>
                    <a:pt x="206" y="489"/>
                  </a:lnTo>
                  <a:lnTo>
                    <a:pt x="207" y="488"/>
                  </a:lnTo>
                  <a:lnTo>
                    <a:pt x="207" y="488"/>
                  </a:lnTo>
                  <a:lnTo>
                    <a:pt x="207" y="488"/>
                  </a:lnTo>
                  <a:lnTo>
                    <a:pt x="207" y="489"/>
                  </a:lnTo>
                  <a:lnTo>
                    <a:pt x="208" y="489"/>
                  </a:lnTo>
                  <a:lnTo>
                    <a:pt x="208" y="489"/>
                  </a:lnTo>
                  <a:lnTo>
                    <a:pt x="208" y="490"/>
                  </a:lnTo>
                  <a:lnTo>
                    <a:pt x="208" y="490"/>
                  </a:lnTo>
                  <a:lnTo>
                    <a:pt x="208" y="490"/>
                  </a:lnTo>
                  <a:lnTo>
                    <a:pt x="208" y="491"/>
                  </a:lnTo>
                  <a:lnTo>
                    <a:pt x="208" y="491"/>
                  </a:lnTo>
                  <a:lnTo>
                    <a:pt x="208" y="492"/>
                  </a:lnTo>
                  <a:lnTo>
                    <a:pt x="208" y="492"/>
                  </a:lnTo>
                  <a:lnTo>
                    <a:pt x="208" y="492"/>
                  </a:lnTo>
                  <a:lnTo>
                    <a:pt x="209" y="492"/>
                  </a:lnTo>
                  <a:lnTo>
                    <a:pt x="210" y="493"/>
                  </a:lnTo>
                  <a:lnTo>
                    <a:pt x="210" y="493"/>
                  </a:lnTo>
                  <a:lnTo>
                    <a:pt x="210" y="493"/>
                  </a:lnTo>
                  <a:lnTo>
                    <a:pt x="210" y="492"/>
                  </a:lnTo>
                  <a:lnTo>
                    <a:pt x="210" y="491"/>
                  </a:lnTo>
                  <a:lnTo>
                    <a:pt x="210" y="491"/>
                  </a:lnTo>
                  <a:lnTo>
                    <a:pt x="210" y="492"/>
                  </a:lnTo>
                  <a:lnTo>
                    <a:pt x="211" y="492"/>
                  </a:lnTo>
                  <a:lnTo>
                    <a:pt x="211" y="491"/>
                  </a:lnTo>
                  <a:lnTo>
                    <a:pt x="211" y="491"/>
                  </a:lnTo>
                  <a:lnTo>
                    <a:pt x="211" y="492"/>
                  </a:lnTo>
                  <a:lnTo>
                    <a:pt x="213" y="493"/>
                  </a:lnTo>
                  <a:lnTo>
                    <a:pt x="213" y="493"/>
                  </a:lnTo>
                  <a:lnTo>
                    <a:pt x="214" y="494"/>
                  </a:lnTo>
                  <a:lnTo>
                    <a:pt x="215" y="494"/>
                  </a:lnTo>
                  <a:lnTo>
                    <a:pt x="216" y="494"/>
                  </a:lnTo>
                  <a:lnTo>
                    <a:pt x="216" y="493"/>
                  </a:lnTo>
                  <a:lnTo>
                    <a:pt x="217" y="494"/>
                  </a:lnTo>
                  <a:lnTo>
                    <a:pt x="218" y="493"/>
                  </a:lnTo>
                  <a:lnTo>
                    <a:pt x="219" y="492"/>
                  </a:lnTo>
                  <a:lnTo>
                    <a:pt x="219" y="492"/>
                  </a:lnTo>
                  <a:lnTo>
                    <a:pt x="220" y="492"/>
                  </a:lnTo>
                  <a:lnTo>
                    <a:pt x="220" y="493"/>
                  </a:lnTo>
                  <a:lnTo>
                    <a:pt x="220" y="493"/>
                  </a:lnTo>
                  <a:lnTo>
                    <a:pt x="220" y="493"/>
                  </a:lnTo>
                  <a:lnTo>
                    <a:pt x="220" y="492"/>
                  </a:lnTo>
                  <a:lnTo>
                    <a:pt x="220" y="492"/>
                  </a:lnTo>
                  <a:lnTo>
                    <a:pt x="221" y="491"/>
                  </a:lnTo>
                  <a:lnTo>
                    <a:pt x="221" y="491"/>
                  </a:lnTo>
                  <a:lnTo>
                    <a:pt x="222" y="491"/>
                  </a:lnTo>
                  <a:lnTo>
                    <a:pt x="222" y="491"/>
                  </a:lnTo>
                  <a:lnTo>
                    <a:pt x="223" y="491"/>
                  </a:lnTo>
                  <a:lnTo>
                    <a:pt x="223" y="490"/>
                  </a:lnTo>
                  <a:lnTo>
                    <a:pt x="224" y="490"/>
                  </a:lnTo>
                  <a:lnTo>
                    <a:pt x="224" y="490"/>
                  </a:lnTo>
                  <a:lnTo>
                    <a:pt x="224" y="490"/>
                  </a:lnTo>
                  <a:lnTo>
                    <a:pt x="224" y="489"/>
                  </a:lnTo>
                  <a:lnTo>
                    <a:pt x="228" y="489"/>
                  </a:lnTo>
                  <a:lnTo>
                    <a:pt x="229" y="488"/>
                  </a:lnTo>
                  <a:lnTo>
                    <a:pt x="229" y="487"/>
                  </a:lnTo>
                  <a:lnTo>
                    <a:pt x="229" y="486"/>
                  </a:lnTo>
                  <a:lnTo>
                    <a:pt x="230" y="486"/>
                  </a:lnTo>
                  <a:lnTo>
                    <a:pt x="231" y="486"/>
                  </a:lnTo>
                  <a:lnTo>
                    <a:pt x="232" y="485"/>
                  </a:lnTo>
                  <a:lnTo>
                    <a:pt x="233" y="485"/>
                  </a:lnTo>
                  <a:lnTo>
                    <a:pt x="234" y="485"/>
                  </a:lnTo>
                  <a:lnTo>
                    <a:pt x="234" y="485"/>
                  </a:lnTo>
                  <a:lnTo>
                    <a:pt x="234" y="485"/>
                  </a:lnTo>
                  <a:lnTo>
                    <a:pt x="235" y="485"/>
                  </a:lnTo>
                  <a:lnTo>
                    <a:pt x="235" y="485"/>
                  </a:lnTo>
                  <a:lnTo>
                    <a:pt x="234" y="485"/>
                  </a:lnTo>
                  <a:lnTo>
                    <a:pt x="234" y="485"/>
                  </a:lnTo>
                  <a:lnTo>
                    <a:pt x="233" y="484"/>
                  </a:lnTo>
                  <a:lnTo>
                    <a:pt x="235" y="483"/>
                  </a:lnTo>
                  <a:lnTo>
                    <a:pt x="236" y="482"/>
                  </a:lnTo>
                  <a:lnTo>
                    <a:pt x="236" y="482"/>
                  </a:lnTo>
                  <a:lnTo>
                    <a:pt x="236" y="482"/>
                  </a:lnTo>
                  <a:lnTo>
                    <a:pt x="236" y="481"/>
                  </a:lnTo>
                  <a:lnTo>
                    <a:pt x="236" y="481"/>
                  </a:lnTo>
                  <a:lnTo>
                    <a:pt x="236" y="481"/>
                  </a:lnTo>
                  <a:lnTo>
                    <a:pt x="236" y="481"/>
                  </a:lnTo>
                  <a:lnTo>
                    <a:pt x="235" y="480"/>
                  </a:lnTo>
                  <a:lnTo>
                    <a:pt x="234" y="479"/>
                  </a:lnTo>
                  <a:lnTo>
                    <a:pt x="234" y="478"/>
                  </a:lnTo>
                  <a:lnTo>
                    <a:pt x="235" y="478"/>
                  </a:lnTo>
                  <a:lnTo>
                    <a:pt x="236" y="478"/>
                  </a:lnTo>
                  <a:lnTo>
                    <a:pt x="236" y="477"/>
                  </a:lnTo>
                  <a:lnTo>
                    <a:pt x="237" y="477"/>
                  </a:lnTo>
                  <a:lnTo>
                    <a:pt x="237" y="476"/>
                  </a:lnTo>
                  <a:lnTo>
                    <a:pt x="237" y="475"/>
                  </a:lnTo>
                  <a:lnTo>
                    <a:pt x="237" y="475"/>
                  </a:lnTo>
                  <a:lnTo>
                    <a:pt x="237" y="474"/>
                  </a:lnTo>
                  <a:lnTo>
                    <a:pt x="239" y="474"/>
                  </a:lnTo>
                  <a:lnTo>
                    <a:pt x="239" y="473"/>
                  </a:lnTo>
                  <a:lnTo>
                    <a:pt x="238" y="473"/>
                  </a:lnTo>
                  <a:lnTo>
                    <a:pt x="238" y="473"/>
                  </a:lnTo>
                  <a:lnTo>
                    <a:pt x="237" y="474"/>
                  </a:lnTo>
                  <a:lnTo>
                    <a:pt x="237" y="474"/>
                  </a:lnTo>
                  <a:lnTo>
                    <a:pt x="237" y="475"/>
                  </a:lnTo>
                  <a:lnTo>
                    <a:pt x="237" y="475"/>
                  </a:lnTo>
                  <a:lnTo>
                    <a:pt x="237" y="475"/>
                  </a:lnTo>
                  <a:lnTo>
                    <a:pt x="236" y="476"/>
                  </a:lnTo>
                  <a:lnTo>
                    <a:pt x="236" y="477"/>
                  </a:lnTo>
                  <a:lnTo>
                    <a:pt x="236" y="477"/>
                  </a:lnTo>
                  <a:lnTo>
                    <a:pt x="235" y="477"/>
                  </a:lnTo>
                  <a:lnTo>
                    <a:pt x="234" y="477"/>
                  </a:lnTo>
                  <a:lnTo>
                    <a:pt x="234" y="477"/>
                  </a:lnTo>
                  <a:lnTo>
                    <a:pt x="233" y="477"/>
                  </a:lnTo>
                  <a:lnTo>
                    <a:pt x="233" y="478"/>
                  </a:lnTo>
                  <a:lnTo>
                    <a:pt x="234" y="479"/>
                  </a:lnTo>
                  <a:lnTo>
                    <a:pt x="234" y="481"/>
                  </a:lnTo>
                  <a:lnTo>
                    <a:pt x="234" y="481"/>
                  </a:lnTo>
                  <a:lnTo>
                    <a:pt x="234" y="481"/>
                  </a:lnTo>
                  <a:lnTo>
                    <a:pt x="233" y="482"/>
                  </a:lnTo>
                  <a:lnTo>
                    <a:pt x="234" y="482"/>
                  </a:lnTo>
                  <a:lnTo>
                    <a:pt x="234" y="483"/>
                  </a:lnTo>
                  <a:lnTo>
                    <a:pt x="234" y="483"/>
                  </a:lnTo>
                  <a:lnTo>
                    <a:pt x="233" y="484"/>
                  </a:lnTo>
                  <a:lnTo>
                    <a:pt x="232" y="484"/>
                  </a:lnTo>
                  <a:lnTo>
                    <a:pt x="231" y="484"/>
                  </a:lnTo>
                  <a:lnTo>
                    <a:pt x="229" y="485"/>
                  </a:lnTo>
                  <a:lnTo>
                    <a:pt x="229" y="485"/>
                  </a:lnTo>
                  <a:lnTo>
                    <a:pt x="228" y="485"/>
                  </a:lnTo>
                  <a:lnTo>
                    <a:pt x="227" y="485"/>
                  </a:lnTo>
                  <a:lnTo>
                    <a:pt x="226" y="485"/>
                  </a:lnTo>
                  <a:lnTo>
                    <a:pt x="225" y="485"/>
                  </a:lnTo>
                  <a:lnTo>
                    <a:pt x="225" y="485"/>
                  </a:lnTo>
                  <a:lnTo>
                    <a:pt x="225" y="485"/>
                  </a:lnTo>
                  <a:lnTo>
                    <a:pt x="224" y="485"/>
                  </a:lnTo>
                  <a:lnTo>
                    <a:pt x="224" y="485"/>
                  </a:lnTo>
                  <a:lnTo>
                    <a:pt x="224" y="485"/>
                  </a:lnTo>
                  <a:lnTo>
                    <a:pt x="223" y="486"/>
                  </a:lnTo>
                  <a:lnTo>
                    <a:pt x="222" y="486"/>
                  </a:lnTo>
                  <a:lnTo>
                    <a:pt x="220" y="484"/>
                  </a:lnTo>
                  <a:lnTo>
                    <a:pt x="220" y="484"/>
                  </a:lnTo>
                  <a:lnTo>
                    <a:pt x="220" y="483"/>
                  </a:lnTo>
                  <a:lnTo>
                    <a:pt x="220" y="482"/>
                  </a:lnTo>
                  <a:lnTo>
                    <a:pt x="219" y="483"/>
                  </a:lnTo>
                  <a:lnTo>
                    <a:pt x="219" y="483"/>
                  </a:lnTo>
                  <a:lnTo>
                    <a:pt x="219" y="481"/>
                  </a:lnTo>
                  <a:lnTo>
                    <a:pt x="218" y="481"/>
                  </a:lnTo>
                  <a:lnTo>
                    <a:pt x="217" y="480"/>
                  </a:lnTo>
                  <a:lnTo>
                    <a:pt x="217" y="479"/>
                  </a:lnTo>
                  <a:lnTo>
                    <a:pt x="216" y="479"/>
                  </a:lnTo>
                  <a:lnTo>
                    <a:pt x="213" y="478"/>
                  </a:lnTo>
                  <a:lnTo>
                    <a:pt x="211" y="477"/>
                  </a:lnTo>
                  <a:lnTo>
                    <a:pt x="211" y="478"/>
                  </a:lnTo>
                  <a:lnTo>
                    <a:pt x="210" y="478"/>
                  </a:lnTo>
                  <a:lnTo>
                    <a:pt x="210" y="478"/>
                  </a:lnTo>
                  <a:lnTo>
                    <a:pt x="210" y="479"/>
                  </a:lnTo>
                  <a:lnTo>
                    <a:pt x="209" y="479"/>
                  </a:lnTo>
                  <a:lnTo>
                    <a:pt x="209" y="480"/>
                  </a:lnTo>
                  <a:lnTo>
                    <a:pt x="206" y="480"/>
                  </a:lnTo>
                  <a:lnTo>
                    <a:pt x="206" y="480"/>
                  </a:lnTo>
                  <a:lnTo>
                    <a:pt x="205" y="480"/>
                  </a:lnTo>
                  <a:lnTo>
                    <a:pt x="203" y="480"/>
                  </a:lnTo>
                  <a:lnTo>
                    <a:pt x="203" y="480"/>
                  </a:lnTo>
                  <a:lnTo>
                    <a:pt x="202" y="480"/>
                  </a:lnTo>
                  <a:lnTo>
                    <a:pt x="202" y="480"/>
                  </a:lnTo>
                  <a:lnTo>
                    <a:pt x="203" y="480"/>
                  </a:lnTo>
                  <a:lnTo>
                    <a:pt x="203" y="480"/>
                  </a:lnTo>
                  <a:lnTo>
                    <a:pt x="203" y="481"/>
                  </a:lnTo>
                  <a:lnTo>
                    <a:pt x="203" y="481"/>
                  </a:lnTo>
                  <a:lnTo>
                    <a:pt x="202" y="481"/>
                  </a:lnTo>
                  <a:lnTo>
                    <a:pt x="201" y="482"/>
                  </a:lnTo>
                  <a:lnTo>
                    <a:pt x="198" y="482"/>
                  </a:lnTo>
                  <a:lnTo>
                    <a:pt x="198" y="481"/>
                  </a:lnTo>
                  <a:lnTo>
                    <a:pt x="197" y="481"/>
                  </a:lnTo>
                  <a:lnTo>
                    <a:pt x="196" y="481"/>
                  </a:lnTo>
                  <a:lnTo>
                    <a:pt x="195" y="481"/>
                  </a:lnTo>
                  <a:lnTo>
                    <a:pt x="194" y="479"/>
                  </a:lnTo>
                  <a:lnTo>
                    <a:pt x="191" y="477"/>
                  </a:lnTo>
                  <a:lnTo>
                    <a:pt x="191" y="477"/>
                  </a:lnTo>
                  <a:lnTo>
                    <a:pt x="190" y="477"/>
                  </a:lnTo>
                  <a:lnTo>
                    <a:pt x="190" y="475"/>
                  </a:lnTo>
                  <a:lnTo>
                    <a:pt x="188" y="472"/>
                  </a:lnTo>
                  <a:lnTo>
                    <a:pt x="188" y="472"/>
                  </a:lnTo>
                  <a:lnTo>
                    <a:pt x="187" y="472"/>
                  </a:lnTo>
                  <a:lnTo>
                    <a:pt x="187" y="472"/>
                  </a:lnTo>
                  <a:lnTo>
                    <a:pt x="187" y="472"/>
                  </a:lnTo>
                  <a:lnTo>
                    <a:pt x="187" y="472"/>
                  </a:lnTo>
                  <a:lnTo>
                    <a:pt x="186" y="471"/>
                  </a:lnTo>
                  <a:lnTo>
                    <a:pt x="185" y="469"/>
                  </a:lnTo>
                  <a:lnTo>
                    <a:pt x="185" y="469"/>
                  </a:lnTo>
                  <a:lnTo>
                    <a:pt x="185" y="468"/>
                  </a:lnTo>
                  <a:lnTo>
                    <a:pt x="185" y="468"/>
                  </a:lnTo>
                  <a:lnTo>
                    <a:pt x="185" y="468"/>
                  </a:lnTo>
                  <a:lnTo>
                    <a:pt x="185" y="468"/>
                  </a:lnTo>
                  <a:lnTo>
                    <a:pt x="185" y="466"/>
                  </a:lnTo>
                  <a:lnTo>
                    <a:pt x="185" y="466"/>
                  </a:lnTo>
                  <a:lnTo>
                    <a:pt x="185" y="465"/>
                  </a:lnTo>
                  <a:lnTo>
                    <a:pt x="185" y="466"/>
                  </a:lnTo>
                  <a:lnTo>
                    <a:pt x="186" y="466"/>
                  </a:lnTo>
                  <a:lnTo>
                    <a:pt x="187" y="466"/>
                  </a:lnTo>
                  <a:lnTo>
                    <a:pt x="188" y="466"/>
                  </a:lnTo>
                  <a:lnTo>
                    <a:pt x="189" y="465"/>
                  </a:lnTo>
                  <a:lnTo>
                    <a:pt x="189" y="465"/>
                  </a:lnTo>
                  <a:lnTo>
                    <a:pt x="190" y="465"/>
                  </a:lnTo>
                  <a:lnTo>
                    <a:pt x="190" y="465"/>
                  </a:lnTo>
                  <a:lnTo>
                    <a:pt x="190" y="465"/>
                  </a:lnTo>
                  <a:lnTo>
                    <a:pt x="190" y="466"/>
                  </a:lnTo>
                  <a:lnTo>
                    <a:pt x="191" y="466"/>
                  </a:lnTo>
                  <a:lnTo>
                    <a:pt x="191" y="465"/>
                  </a:lnTo>
                  <a:lnTo>
                    <a:pt x="191" y="465"/>
                  </a:lnTo>
                  <a:lnTo>
                    <a:pt x="192" y="466"/>
                  </a:lnTo>
                  <a:lnTo>
                    <a:pt x="192" y="467"/>
                  </a:lnTo>
                  <a:lnTo>
                    <a:pt x="192" y="467"/>
                  </a:lnTo>
                  <a:lnTo>
                    <a:pt x="193" y="467"/>
                  </a:lnTo>
                  <a:lnTo>
                    <a:pt x="194" y="468"/>
                  </a:lnTo>
                  <a:lnTo>
                    <a:pt x="194" y="468"/>
                  </a:lnTo>
                  <a:lnTo>
                    <a:pt x="194" y="467"/>
                  </a:lnTo>
                  <a:lnTo>
                    <a:pt x="193" y="466"/>
                  </a:lnTo>
                  <a:lnTo>
                    <a:pt x="193" y="466"/>
                  </a:lnTo>
                  <a:lnTo>
                    <a:pt x="193" y="465"/>
                  </a:lnTo>
                  <a:lnTo>
                    <a:pt x="194" y="465"/>
                  </a:lnTo>
                  <a:lnTo>
                    <a:pt x="194" y="464"/>
                  </a:lnTo>
                  <a:lnTo>
                    <a:pt x="192" y="464"/>
                  </a:lnTo>
                  <a:lnTo>
                    <a:pt x="191" y="464"/>
                  </a:lnTo>
                  <a:lnTo>
                    <a:pt x="190" y="464"/>
                  </a:lnTo>
                  <a:lnTo>
                    <a:pt x="190" y="464"/>
                  </a:lnTo>
                  <a:lnTo>
                    <a:pt x="190" y="464"/>
                  </a:lnTo>
                  <a:lnTo>
                    <a:pt x="189" y="464"/>
                  </a:lnTo>
                  <a:lnTo>
                    <a:pt x="188" y="464"/>
                  </a:lnTo>
                  <a:lnTo>
                    <a:pt x="187" y="464"/>
                  </a:lnTo>
                  <a:lnTo>
                    <a:pt x="186" y="464"/>
                  </a:lnTo>
                  <a:lnTo>
                    <a:pt x="186" y="463"/>
                  </a:lnTo>
                  <a:lnTo>
                    <a:pt x="185" y="463"/>
                  </a:lnTo>
                  <a:lnTo>
                    <a:pt x="185" y="462"/>
                  </a:lnTo>
                  <a:lnTo>
                    <a:pt x="185" y="462"/>
                  </a:lnTo>
                  <a:lnTo>
                    <a:pt x="185" y="461"/>
                  </a:lnTo>
                  <a:lnTo>
                    <a:pt x="185" y="461"/>
                  </a:lnTo>
                  <a:lnTo>
                    <a:pt x="185" y="460"/>
                  </a:lnTo>
                  <a:lnTo>
                    <a:pt x="185" y="459"/>
                  </a:lnTo>
                  <a:lnTo>
                    <a:pt x="185" y="459"/>
                  </a:lnTo>
                  <a:lnTo>
                    <a:pt x="185" y="459"/>
                  </a:lnTo>
                  <a:lnTo>
                    <a:pt x="185" y="458"/>
                  </a:lnTo>
                  <a:lnTo>
                    <a:pt x="185" y="457"/>
                  </a:lnTo>
                  <a:lnTo>
                    <a:pt x="185" y="456"/>
                  </a:lnTo>
                  <a:lnTo>
                    <a:pt x="185" y="456"/>
                  </a:lnTo>
                  <a:lnTo>
                    <a:pt x="185" y="455"/>
                  </a:lnTo>
                  <a:lnTo>
                    <a:pt x="187" y="454"/>
                  </a:lnTo>
                  <a:lnTo>
                    <a:pt x="187" y="454"/>
                  </a:lnTo>
                  <a:lnTo>
                    <a:pt x="187" y="452"/>
                  </a:lnTo>
                  <a:lnTo>
                    <a:pt x="186" y="451"/>
                  </a:lnTo>
                  <a:lnTo>
                    <a:pt x="186" y="451"/>
                  </a:lnTo>
                  <a:lnTo>
                    <a:pt x="186" y="451"/>
                  </a:lnTo>
                  <a:lnTo>
                    <a:pt x="187" y="451"/>
                  </a:lnTo>
                  <a:lnTo>
                    <a:pt x="188" y="450"/>
                  </a:lnTo>
                  <a:lnTo>
                    <a:pt x="190" y="449"/>
                  </a:lnTo>
                  <a:lnTo>
                    <a:pt x="190" y="448"/>
                  </a:lnTo>
                  <a:lnTo>
                    <a:pt x="190" y="447"/>
                  </a:lnTo>
                  <a:lnTo>
                    <a:pt x="192" y="448"/>
                  </a:lnTo>
                  <a:lnTo>
                    <a:pt x="194" y="446"/>
                  </a:lnTo>
                  <a:lnTo>
                    <a:pt x="194" y="445"/>
                  </a:lnTo>
                  <a:lnTo>
                    <a:pt x="194" y="444"/>
                  </a:lnTo>
                  <a:lnTo>
                    <a:pt x="194" y="444"/>
                  </a:lnTo>
                  <a:lnTo>
                    <a:pt x="194" y="443"/>
                  </a:lnTo>
                  <a:lnTo>
                    <a:pt x="194" y="443"/>
                  </a:lnTo>
                  <a:lnTo>
                    <a:pt x="194" y="442"/>
                  </a:lnTo>
                  <a:lnTo>
                    <a:pt x="194" y="443"/>
                  </a:lnTo>
                  <a:lnTo>
                    <a:pt x="194" y="443"/>
                  </a:lnTo>
                  <a:lnTo>
                    <a:pt x="194" y="444"/>
                  </a:lnTo>
                  <a:lnTo>
                    <a:pt x="193" y="446"/>
                  </a:lnTo>
                  <a:lnTo>
                    <a:pt x="193" y="446"/>
                  </a:lnTo>
                  <a:lnTo>
                    <a:pt x="193" y="447"/>
                  </a:lnTo>
                  <a:lnTo>
                    <a:pt x="192" y="447"/>
                  </a:lnTo>
                  <a:lnTo>
                    <a:pt x="190" y="447"/>
                  </a:lnTo>
                  <a:lnTo>
                    <a:pt x="190" y="447"/>
                  </a:lnTo>
                  <a:lnTo>
                    <a:pt x="188" y="449"/>
                  </a:lnTo>
                  <a:lnTo>
                    <a:pt x="186" y="449"/>
                  </a:lnTo>
                  <a:lnTo>
                    <a:pt x="185" y="450"/>
                  </a:lnTo>
                  <a:lnTo>
                    <a:pt x="185" y="451"/>
                  </a:lnTo>
                  <a:lnTo>
                    <a:pt x="185" y="451"/>
                  </a:lnTo>
                  <a:lnTo>
                    <a:pt x="185" y="452"/>
                  </a:lnTo>
                  <a:lnTo>
                    <a:pt x="185" y="452"/>
                  </a:lnTo>
                  <a:lnTo>
                    <a:pt x="185" y="453"/>
                  </a:lnTo>
                  <a:lnTo>
                    <a:pt x="185" y="454"/>
                  </a:lnTo>
                  <a:lnTo>
                    <a:pt x="184" y="454"/>
                  </a:lnTo>
                  <a:lnTo>
                    <a:pt x="184" y="454"/>
                  </a:lnTo>
                  <a:lnTo>
                    <a:pt x="183" y="455"/>
                  </a:lnTo>
                  <a:lnTo>
                    <a:pt x="183" y="455"/>
                  </a:lnTo>
                  <a:lnTo>
                    <a:pt x="183" y="456"/>
                  </a:lnTo>
                  <a:lnTo>
                    <a:pt x="182" y="457"/>
                  </a:lnTo>
                  <a:lnTo>
                    <a:pt x="181" y="457"/>
                  </a:lnTo>
                  <a:lnTo>
                    <a:pt x="181" y="458"/>
                  </a:lnTo>
                  <a:lnTo>
                    <a:pt x="181" y="459"/>
                  </a:lnTo>
                  <a:lnTo>
                    <a:pt x="180" y="459"/>
                  </a:lnTo>
                  <a:lnTo>
                    <a:pt x="179" y="459"/>
                  </a:lnTo>
                  <a:lnTo>
                    <a:pt x="178" y="458"/>
                  </a:lnTo>
                  <a:lnTo>
                    <a:pt x="177" y="457"/>
                  </a:lnTo>
                  <a:lnTo>
                    <a:pt x="177" y="457"/>
                  </a:lnTo>
                  <a:lnTo>
                    <a:pt x="176" y="457"/>
                  </a:lnTo>
                  <a:lnTo>
                    <a:pt x="175" y="457"/>
                  </a:lnTo>
                  <a:lnTo>
                    <a:pt x="174" y="456"/>
                  </a:lnTo>
                  <a:lnTo>
                    <a:pt x="172" y="455"/>
                  </a:lnTo>
                  <a:lnTo>
                    <a:pt x="172" y="455"/>
                  </a:lnTo>
                  <a:lnTo>
                    <a:pt x="172" y="455"/>
                  </a:lnTo>
                  <a:lnTo>
                    <a:pt x="173" y="454"/>
                  </a:lnTo>
                  <a:lnTo>
                    <a:pt x="174" y="454"/>
                  </a:lnTo>
                  <a:lnTo>
                    <a:pt x="174" y="453"/>
                  </a:lnTo>
                  <a:lnTo>
                    <a:pt x="175" y="453"/>
                  </a:lnTo>
                  <a:lnTo>
                    <a:pt x="175" y="452"/>
                  </a:lnTo>
                  <a:lnTo>
                    <a:pt x="174" y="452"/>
                  </a:lnTo>
                  <a:lnTo>
                    <a:pt x="174" y="452"/>
                  </a:lnTo>
                  <a:lnTo>
                    <a:pt x="174" y="451"/>
                  </a:lnTo>
                  <a:lnTo>
                    <a:pt x="173" y="451"/>
                  </a:lnTo>
                  <a:lnTo>
                    <a:pt x="173" y="451"/>
                  </a:lnTo>
                  <a:lnTo>
                    <a:pt x="172" y="451"/>
                  </a:lnTo>
                  <a:lnTo>
                    <a:pt x="172" y="451"/>
                  </a:lnTo>
                  <a:lnTo>
                    <a:pt x="172" y="451"/>
                  </a:lnTo>
                  <a:lnTo>
                    <a:pt x="172" y="450"/>
                  </a:lnTo>
                  <a:lnTo>
                    <a:pt x="171" y="450"/>
                  </a:lnTo>
                  <a:lnTo>
                    <a:pt x="170" y="450"/>
                  </a:lnTo>
                  <a:lnTo>
                    <a:pt x="170" y="451"/>
                  </a:lnTo>
                  <a:lnTo>
                    <a:pt x="172" y="450"/>
                  </a:lnTo>
                  <a:lnTo>
                    <a:pt x="172" y="451"/>
                  </a:lnTo>
                  <a:lnTo>
                    <a:pt x="172" y="451"/>
                  </a:lnTo>
                  <a:lnTo>
                    <a:pt x="173" y="452"/>
                  </a:lnTo>
                  <a:lnTo>
                    <a:pt x="172" y="453"/>
                  </a:lnTo>
                  <a:lnTo>
                    <a:pt x="172" y="453"/>
                  </a:lnTo>
                  <a:lnTo>
                    <a:pt x="172" y="454"/>
                  </a:lnTo>
                  <a:lnTo>
                    <a:pt x="171" y="455"/>
                  </a:lnTo>
                  <a:lnTo>
                    <a:pt x="171" y="456"/>
                  </a:lnTo>
                  <a:lnTo>
                    <a:pt x="172" y="456"/>
                  </a:lnTo>
                  <a:lnTo>
                    <a:pt x="172" y="457"/>
                  </a:lnTo>
                  <a:lnTo>
                    <a:pt x="172" y="457"/>
                  </a:lnTo>
                  <a:lnTo>
                    <a:pt x="174" y="459"/>
                  </a:lnTo>
                  <a:lnTo>
                    <a:pt x="175" y="459"/>
                  </a:lnTo>
                  <a:lnTo>
                    <a:pt x="176" y="460"/>
                  </a:lnTo>
                  <a:lnTo>
                    <a:pt x="176" y="460"/>
                  </a:lnTo>
                  <a:lnTo>
                    <a:pt x="177" y="461"/>
                  </a:lnTo>
                  <a:lnTo>
                    <a:pt x="177" y="462"/>
                  </a:lnTo>
                  <a:lnTo>
                    <a:pt x="177" y="462"/>
                  </a:lnTo>
                  <a:lnTo>
                    <a:pt x="177" y="462"/>
                  </a:lnTo>
                  <a:lnTo>
                    <a:pt x="177" y="462"/>
                  </a:lnTo>
                  <a:lnTo>
                    <a:pt x="176" y="463"/>
                  </a:lnTo>
                  <a:lnTo>
                    <a:pt x="175" y="464"/>
                  </a:lnTo>
                  <a:lnTo>
                    <a:pt x="174" y="464"/>
                  </a:lnTo>
                  <a:lnTo>
                    <a:pt x="174" y="464"/>
                  </a:lnTo>
                  <a:lnTo>
                    <a:pt x="172" y="464"/>
                  </a:lnTo>
                  <a:lnTo>
                    <a:pt x="172" y="464"/>
                  </a:lnTo>
                  <a:lnTo>
                    <a:pt x="172" y="464"/>
                  </a:lnTo>
                  <a:lnTo>
                    <a:pt x="169" y="464"/>
                  </a:lnTo>
                  <a:lnTo>
                    <a:pt x="168" y="464"/>
                  </a:lnTo>
                  <a:lnTo>
                    <a:pt x="164" y="464"/>
                  </a:lnTo>
                  <a:lnTo>
                    <a:pt x="164" y="464"/>
                  </a:lnTo>
                  <a:lnTo>
                    <a:pt x="160" y="464"/>
                  </a:lnTo>
                  <a:lnTo>
                    <a:pt x="159" y="464"/>
                  </a:lnTo>
                  <a:lnTo>
                    <a:pt x="157" y="463"/>
                  </a:lnTo>
                  <a:lnTo>
                    <a:pt x="155" y="463"/>
                  </a:lnTo>
                  <a:lnTo>
                    <a:pt x="155" y="463"/>
                  </a:lnTo>
                  <a:lnTo>
                    <a:pt x="155" y="463"/>
                  </a:lnTo>
                  <a:lnTo>
                    <a:pt x="155" y="463"/>
                  </a:lnTo>
                  <a:lnTo>
                    <a:pt x="154" y="463"/>
                  </a:lnTo>
                  <a:lnTo>
                    <a:pt x="154" y="464"/>
                  </a:lnTo>
                  <a:lnTo>
                    <a:pt x="153" y="464"/>
                  </a:lnTo>
                  <a:lnTo>
                    <a:pt x="153" y="464"/>
                  </a:lnTo>
                  <a:lnTo>
                    <a:pt x="152" y="464"/>
                  </a:lnTo>
                  <a:lnTo>
                    <a:pt x="152" y="464"/>
                  </a:lnTo>
                  <a:lnTo>
                    <a:pt x="151" y="464"/>
                  </a:lnTo>
                  <a:lnTo>
                    <a:pt x="151" y="465"/>
                  </a:lnTo>
                  <a:lnTo>
                    <a:pt x="150" y="464"/>
                  </a:lnTo>
                  <a:lnTo>
                    <a:pt x="149" y="464"/>
                  </a:lnTo>
                  <a:lnTo>
                    <a:pt x="147" y="464"/>
                  </a:lnTo>
                  <a:lnTo>
                    <a:pt x="147" y="464"/>
                  </a:lnTo>
                  <a:lnTo>
                    <a:pt x="146" y="464"/>
                  </a:lnTo>
                  <a:lnTo>
                    <a:pt x="143" y="464"/>
                  </a:lnTo>
                  <a:lnTo>
                    <a:pt x="143" y="465"/>
                  </a:lnTo>
                  <a:lnTo>
                    <a:pt x="142" y="465"/>
                  </a:lnTo>
                  <a:lnTo>
                    <a:pt x="142" y="464"/>
                  </a:lnTo>
                  <a:lnTo>
                    <a:pt x="141" y="464"/>
                  </a:lnTo>
                  <a:lnTo>
                    <a:pt x="141" y="465"/>
                  </a:lnTo>
                  <a:lnTo>
                    <a:pt x="140" y="465"/>
                  </a:lnTo>
                  <a:lnTo>
                    <a:pt x="138" y="465"/>
                  </a:lnTo>
                  <a:lnTo>
                    <a:pt x="137" y="466"/>
                  </a:lnTo>
                  <a:lnTo>
                    <a:pt x="136" y="466"/>
                  </a:lnTo>
                  <a:lnTo>
                    <a:pt x="133" y="468"/>
                  </a:lnTo>
                  <a:lnTo>
                    <a:pt x="133" y="468"/>
                  </a:lnTo>
                  <a:lnTo>
                    <a:pt x="133" y="468"/>
                  </a:lnTo>
                  <a:lnTo>
                    <a:pt x="133" y="469"/>
                  </a:lnTo>
                  <a:lnTo>
                    <a:pt x="132" y="469"/>
                  </a:lnTo>
                  <a:lnTo>
                    <a:pt x="132" y="470"/>
                  </a:lnTo>
                  <a:lnTo>
                    <a:pt x="132" y="471"/>
                  </a:lnTo>
                  <a:lnTo>
                    <a:pt x="132" y="472"/>
                  </a:lnTo>
                  <a:lnTo>
                    <a:pt x="132" y="472"/>
                  </a:lnTo>
                  <a:lnTo>
                    <a:pt x="132" y="472"/>
                  </a:lnTo>
                  <a:lnTo>
                    <a:pt x="133" y="472"/>
                  </a:lnTo>
                  <a:lnTo>
                    <a:pt x="133" y="473"/>
                  </a:lnTo>
                  <a:lnTo>
                    <a:pt x="133" y="473"/>
                  </a:lnTo>
                  <a:lnTo>
                    <a:pt x="133" y="473"/>
                  </a:lnTo>
                  <a:lnTo>
                    <a:pt x="133" y="473"/>
                  </a:lnTo>
                  <a:lnTo>
                    <a:pt x="133" y="474"/>
                  </a:lnTo>
                  <a:lnTo>
                    <a:pt x="134" y="474"/>
                  </a:lnTo>
                  <a:lnTo>
                    <a:pt x="135" y="475"/>
                  </a:lnTo>
                  <a:lnTo>
                    <a:pt x="134" y="475"/>
                  </a:lnTo>
                  <a:lnTo>
                    <a:pt x="133" y="475"/>
                  </a:lnTo>
                  <a:lnTo>
                    <a:pt x="133" y="476"/>
                  </a:lnTo>
                  <a:lnTo>
                    <a:pt x="133" y="476"/>
                  </a:lnTo>
                  <a:lnTo>
                    <a:pt x="133" y="477"/>
                  </a:lnTo>
                  <a:lnTo>
                    <a:pt x="133" y="477"/>
                  </a:lnTo>
                  <a:lnTo>
                    <a:pt x="133" y="477"/>
                  </a:lnTo>
                  <a:lnTo>
                    <a:pt x="132" y="477"/>
                  </a:lnTo>
                  <a:lnTo>
                    <a:pt x="132" y="478"/>
                  </a:lnTo>
                  <a:lnTo>
                    <a:pt x="132" y="479"/>
                  </a:lnTo>
                  <a:lnTo>
                    <a:pt x="131" y="479"/>
                  </a:lnTo>
                  <a:lnTo>
                    <a:pt x="131" y="479"/>
                  </a:lnTo>
                  <a:lnTo>
                    <a:pt x="131" y="480"/>
                  </a:lnTo>
                  <a:lnTo>
                    <a:pt x="131" y="481"/>
                  </a:lnTo>
                  <a:lnTo>
                    <a:pt x="132" y="481"/>
                  </a:lnTo>
                  <a:lnTo>
                    <a:pt x="132" y="481"/>
                  </a:lnTo>
                  <a:lnTo>
                    <a:pt x="132" y="481"/>
                  </a:lnTo>
                  <a:lnTo>
                    <a:pt x="131" y="482"/>
                  </a:lnTo>
                  <a:lnTo>
                    <a:pt x="130" y="482"/>
                  </a:lnTo>
                  <a:lnTo>
                    <a:pt x="130" y="483"/>
                  </a:lnTo>
                  <a:lnTo>
                    <a:pt x="129" y="485"/>
                  </a:lnTo>
                  <a:lnTo>
                    <a:pt x="129" y="485"/>
                  </a:lnTo>
                  <a:lnTo>
                    <a:pt x="129" y="486"/>
                  </a:lnTo>
                  <a:lnTo>
                    <a:pt x="129" y="487"/>
                  </a:lnTo>
                  <a:lnTo>
                    <a:pt x="128" y="487"/>
                  </a:lnTo>
                  <a:lnTo>
                    <a:pt x="128" y="487"/>
                  </a:lnTo>
                  <a:lnTo>
                    <a:pt x="125" y="486"/>
                  </a:lnTo>
                  <a:lnTo>
                    <a:pt x="125" y="487"/>
                  </a:lnTo>
                  <a:lnTo>
                    <a:pt x="125" y="486"/>
                  </a:lnTo>
                  <a:lnTo>
                    <a:pt x="125" y="486"/>
                  </a:lnTo>
                  <a:lnTo>
                    <a:pt x="124" y="486"/>
                  </a:lnTo>
                  <a:lnTo>
                    <a:pt x="124" y="486"/>
                  </a:lnTo>
                  <a:lnTo>
                    <a:pt x="123" y="486"/>
                  </a:lnTo>
                  <a:lnTo>
                    <a:pt x="123" y="486"/>
                  </a:lnTo>
                  <a:lnTo>
                    <a:pt x="122" y="486"/>
                  </a:lnTo>
                  <a:lnTo>
                    <a:pt x="121" y="486"/>
                  </a:lnTo>
                  <a:lnTo>
                    <a:pt x="121" y="487"/>
                  </a:lnTo>
                  <a:lnTo>
                    <a:pt x="120" y="488"/>
                  </a:lnTo>
                  <a:lnTo>
                    <a:pt x="121" y="489"/>
                  </a:lnTo>
                  <a:lnTo>
                    <a:pt x="121" y="489"/>
                  </a:lnTo>
                  <a:lnTo>
                    <a:pt x="121" y="489"/>
                  </a:lnTo>
                  <a:lnTo>
                    <a:pt x="120" y="489"/>
                  </a:lnTo>
                  <a:lnTo>
                    <a:pt x="120" y="490"/>
                  </a:lnTo>
                  <a:lnTo>
                    <a:pt x="120" y="489"/>
                  </a:lnTo>
                  <a:lnTo>
                    <a:pt x="119" y="490"/>
                  </a:lnTo>
                  <a:lnTo>
                    <a:pt x="118" y="490"/>
                  </a:lnTo>
                  <a:lnTo>
                    <a:pt x="118" y="490"/>
                  </a:lnTo>
                  <a:lnTo>
                    <a:pt x="119" y="490"/>
                  </a:lnTo>
                  <a:lnTo>
                    <a:pt x="119" y="490"/>
                  </a:lnTo>
                  <a:lnTo>
                    <a:pt x="118" y="490"/>
                  </a:lnTo>
                  <a:lnTo>
                    <a:pt x="118" y="490"/>
                  </a:lnTo>
                  <a:lnTo>
                    <a:pt x="118" y="491"/>
                  </a:lnTo>
                  <a:lnTo>
                    <a:pt x="117" y="491"/>
                  </a:lnTo>
                  <a:lnTo>
                    <a:pt x="116" y="491"/>
                  </a:lnTo>
                  <a:lnTo>
                    <a:pt x="116" y="491"/>
                  </a:lnTo>
                  <a:lnTo>
                    <a:pt x="116" y="491"/>
                  </a:lnTo>
                  <a:lnTo>
                    <a:pt x="116" y="490"/>
                  </a:lnTo>
                  <a:lnTo>
                    <a:pt x="116" y="491"/>
                  </a:lnTo>
                  <a:lnTo>
                    <a:pt x="115" y="491"/>
                  </a:lnTo>
                  <a:lnTo>
                    <a:pt x="115" y="490"/>
                  </a:lnTo>
                  <a:lnTo>
                    <a:pt x="113" y="490"/>
                  </a:lnTo>
                  <a:lnTo>
                    <a:pt x="113" y="490"/>
                  </a:lnTo>
                  <a:lnTo>
                    <a:pt x="113" y="490"/>
                  </a:lnTo>
                  <a:lnTo>
                    <a:pt x="114" y="490"/>
                  </a:lnTo>
                  <a:lnTo>
                    <a:pt x="113" y="490"/>
                  </a:lnTo>
                  <a:lnTo>
                    <a:pt x="112" y="490"/>
                  </a:lnTo>
                  <a:lnTo>
                    <a:pt x="112" y="489"/>
                  </a:lnTo>
                  <a:lnTo>
                    <a:pt x="112" y="490"/>
                  </a:lnTo>
                  <a:lnTo>
                    <a:pt x="112" y="490"/>
                  </a:lnTo>
                  <a:lnTo>
                    <a:pt x="111" y="490"/>
                  </a:lnTo>
                  <a:lnTo>
                    <a:pt x="110" y="490"/>
                  </a:lnTo>
                  <a:lnTo>
                    <a:pt x="110" y="490"/>
                  </a:lnTo>
                  <a:lnTo>
                    <a:pt x="110" y="489"/>
                  </a:lnTo>
                  <a:lnTo>
                    <a:pt x="110" y="488"/>
                  </a:lnTo>
                  <a:lnTo>
                    <a:pt x="108" y="488"/>
                  </a:lnTo>
                  <a:lnTo>
                    <a:pt x="108" y="489"/>
                  </a:lnTo>
                  <a:lnTo>
                    <a:pt x="107" y="489"/>
                  </a:lnTo>
                  <a:lnTo>
                    <a:pt x="107" y="489"/>
                  </a:lnTo>
                  <a:lnTo>
                    <a:pt x="106" y="489"/>
                  </a:lnTo>
                  <a:lnTo>
                    <a:pt x="104" y="489"/>
                  </a:lnTo>
                  <a:lnTo>
                    <a:pt x="103" y="489"/>
                  </a:lnTo>
                  <a:lnTo>
                    <a:pt x="103" y="490"/>
                  </a:lnTo>
                  <a:lnTo>
                    <a:pt x="104" y="490"/>
                  </a:lnTo>
                  <a:lnTo>
                    <a:pt x="104" y="490"/>
                  </a:lnTo>
                  <a:lnTo>
                    <a:pt x="104" y="490"/>
                  </a:lnTo>
                  <a:lnTo>
                    <a:pt x="103" y="491"/>
                  </a:lnTo>
                  <a:lnTo>
                    <a:pt x="103" y="490"/>
                  </a:lnTo>
                  <a:lnTo>
                    <a:pt x="103" y="491"/>
                  </a:lnTo>
                  <a:lnTo>
                    <a:pt x="102" y="491"/>
                  </a:lnTo>
                  <a:lnTo>
                    <a:pt x="101" y="491"/>
                  </a:lnTo>
                  <a:lnTo>
                    <a:pt x="101" y="492"/>
                  </a:lnTo>
                  <a:lnTo>
                    <a:pt x="100" y="492"/>
                  </a:lnTo>
                  <a:lnTo>
                    <a:pt x="99" y="493"/>
                  </a:lnTo>
                  <a:lnTo>
                    <a:pt x="99" y="493"/>
                  </a:lnTo>
                  <a:lnTo>
                    <a:pt x="99" y="494"/>
                  </a:lnTo>
                  <a:lnTo>
                    <a:pt x="99" y="494"/>
                  </a:lnTo>
                  <a:lnTo>
                    <a:pt x="99" y="494"/>
                  </a:lnTo>
                  <a:lnTo>
                    <a:pt x="98" y="494"/>
                  </a:lnTo>
                  <a:lnTo>
                    <a:pt x="98" y="494"/>
                  </a:lnTo>
                  <a:lnTo>
                    <a:pt x="98" y="495"/>
                  </a:lnTo>
                  <a:lnTo>
                    <a:pt x="98" y="495"/>
                  </a:lnTo>
                  <a:lnTo>
                    <a:pt x="97" y="496"/>
                  </a:lnTo>
                  <a:lnTo>
                    <a:pt x="97" y="496"/>
                  </a:lnTo>
                  <a:lnTo>
                    <a:pt x="98" y="496"/>
                  </a:lnTo>
                  <a:lnTo>
                    <a:pt x="98" y="496"/>
                  </a:lnTo>
                  <a:lnTo>
                    <a:pt x="98" y="497"/>
                  </a:lnTo>
                  <a:lnTo>
                    <a:pt x="98" y="498"/>
                  </a:lnTo>
                  <a:lnTo>
                    <a:pt x="99" y="498"/>
                  </a:lnTo>
                  <a:lnTo>
                    <a:pt x="99" y="498"/>
                  </a:lnTo>
                  <a:lnTo>
                    <a:pt x="98" y="498"/>
                  </a:lnTo>
                  <a:lnTo>
                    <a:pt x="97" y="498"/>
                  </a:lnTo>
                  <a:lnTo>
                    <a:pt x="97" y="498"/>
                  </a:lnTo>
                  <a:lnTo>
                    <a:pt x="96" y="498"/>
                  </a:lnTo>
                  <a:lnTo>
                    <a:pt x="96" y="498"/>
                  </a:lnTo>
                  <a:lnTo>
                    <a:pt x="96" y="498"/>
                  </a:lnTo>
                  <a:lnTo>
                    <a:pt x="95" y="498"/>
                  </a:lnTo>
                  <a:lnTo>
                    <a:pt x="95" y="498"/>
                  </a:lnTo>
                  <a:lnTo>
                    <a:pt x="95" y="499"/>
                  </a:lnTo>
                  <a:lnTo>
                    <a:pt x="94" y="498"/>
                  </a:lnTo>
                  <a:lnTo>
                    <a:pt x="94" y="498"/>
                  </a:lnTo>
                  <a:lnTo>
                    <a:pt x="94" y="498"/>
                  </a:lnTo>
                  <a:lnTo>
                    <a:pt x="94" y="498"/>
                  </a:lnTo>
                  <a:lnTo>
                    <a:pt x="94" y="499"/>
                  </a:lnTo>
                  <a:lnTo>
                    <a:pt x="94" y="499"/>
                  </a:lnTo>
                  <a:lnTo>
                    <a:pt x="94" y="500"/>
                  </a:lnTo>
                  <a:lnTo>
                    <a:pt x="94" y="501"/>
                  </a:lnTo>
                  <a:lnTo>
                    <a:pt x="94" y="501"/>
                  </a:lnTo>
                  <a:lnTo>
                    <a:pt x="94" y="502"/>
                  </a:lnTo>
                  <a:lnTo>
                    <a:pt x="94" y="502"/>
                  </a:lnTo>
                  <a:lnTo>
                    <a:pt x="94" y="502"/>
                  </a:lnTo>
                  <a:lnTo>
                    <a:pt x="93" y="501"/>
                  </a:lnTo>
                  <a:lnTo>
                    <a:pt x="91" y="502"/>
                  </a:lnTo>
                  <a:lnTo>
                    <a:pt x="91" y="502"/>
                  </a:lnTo>
                  <a:lnTo>
                    <a:pt x="90" y="502"/>
                  </a:lnTo>
                  <a:lnTo>
                    <a:pt x="90" y="502"/>
                  </a:lnTo>
                  <a:lnTo>
                    <a:pt x="90" y="502"/>
                  </a:lnTo>
                  <a:lnTo>
                    <a:pt x="90" y="501"/>
                  </a:lnTo>
                  <a:lnTo>
                    <a:pt x="90" y="501"/>
                  </a:lnTo>
                  <a:lnTo>
                    <a:pt x="90" y="501"/>
                  </a:lnTo>
                  <a:lnTo>
                    <a:pt x="89" y="501"/>
                  </a:lnTo>
                  <a:lnTo>
                    <a:pt x="89" y="501"/>
                  </a:lnTo>
                  <a:lnTo>
                    <a:pt x="88" y="501"/>
                  </a:lnTo>
                  <a:lnTo>
                    <a:pt x="88" y="500"/>
                  </a:lnTo>
                  <a:lnTo>
                    <a:pt x="85" y="499"/>
                  </a:lnTo>
                  <a:lnTo>
                    <a:pt x="85" y="498"/>
                  </a:lnTo>
                  <a:lnTo>
                    <a:pt x="84" y="498"/>
                  </a:lnTo>
                  <a:lnTo>
                    <a:pt x="84" y="498"/>
                  </a:lnTo>
                  <a:lnTo>
                    <a:pt x="83" y="498"/>
                  </a:lnTo>
                  <a:lnTo>
                    <a:pt x="82" y="498"/>
                  </a:lnTo>
                  <a:lnTo>
                    <a:pt x="82" y="498"/>
                  </a:lnTo>
                  <a:lnTo>
                    <a:pt x="81" y="498"/>
                  </a:lnTo>
                  <a:lnTo>
                    <a:pt x="81" y="498"/>
                  </a:lnTo>
                  <a:lnTo>
                    <a:pt x="80" y="498"/>
                  </a:lnTo>
                  <a:lnTo>
                    <a:pt x="79" y="498"/>
                  </a:lnTo>
                  <a:lnTo>
                    <a:pt x="78" y="498"/>
                  </a:lnTo>
                  <a:lnTo>
                    <a:pt x="77" y="497"/>
                  </a:lnTo>
                  <a:lnTo>
                    <a:pt x="77" y="497"/>
                  </a:lnTo>
                  <a:lnTo>
                    <a:pt x="76" y="497"/>
                  </a:lnTo>
                  <a:lnTo>
                    <a:pt x="76" y="496"/>
                  </a:lnTo>
                  <a:lnTo>
                    <a:pt x="74" y="496"/>
                  </a:lnTo>
                  <a:lnTo>
                    <a:pt x="74" y="496"/>
                  </a:lnTo>
                  <a:lnTo>
                    <a:pt x="74" y="496"/>
                  </a:lnTo>
                  <a:lnTo>
                    <a:pt x="73" y="496"/>
                  </a:lnTo>
                  <a:lnTo>
                    <a:pt x="73" y="495"/>
                  </a:lnTo>
                  <a:lnTo>
                    <a:pt x="72" y="495"/>
                  </a:lnTo>
                  <a:lnTo>
                    <a:pt x="71" y="495"/>
                  </a:lnTo>
                  <a:lnTo>
                    <a:pt x="71" y="494"/>
                  </a:lnTo>
                  <a:lnTo>
                    <a:pt x="71" y="493"/>
                  </a:lnTo>
                  <a:lnTo>
                    <a:pt x="71" y="492"/>
                  </a:lnTo>
                  <a:lnTo>
                    <a:pt x="72" y="492"/>
                  </a:lnTo>
                  <a:lnTo>
                    <a:pt x="72" y="491"/>
                  </a:lnTo>
                  <a:lnTo>
                    <a:pt x="72" y="491"/>
                  </a:lnTo>
                  <a:lnTo>
                    <a:pt x="72" y="491"/>
                  </a:lnTo>
                  <a:lnTo>
                    <a:pt x="72" y="490"/>
                  </a:lnTo>
                  <a:lnTo>
                    <a:pt x="72" y="489"/>
                  </a:lnTo>
                  <a:lnTo>
                    <a:pt x="72" y="487"/>
                  </a:lnTo>
                  <a:lnTo>
                    <a:pt x="71" y="486"/>
                  </a:lnTo>
                  <a:lnTo>
                    <a:pt x="71" y="486"/>
                  </a:lnTo>
                  <a:lnTo>
                    <a:pt x="71" y="486"/>
                  </a:lnTo>
                  <a:lnTo>
                    <a:pt x="71" y="485"/>
                  </a:lnTo>
                  <a:lnTo>
                    <a:pt x="71" y="485"/>
                  </a:lnTo>
                  <a:lnTo>
                    <a:pt x="70" y="485"/>
                  </a:lnTo>
                  <a:lnTo>
                    <a:pt x="70" y="484"/>
                  </a:lnTo>
                  <a:lnTo>
                    <a:pt x="67" y="484"/>
                  </a:lnTo>
                  <a:lnTo>
                    <a:pt x="66" y="483"/>
                  </a:lnTo>
                  <a:lnTo>
                    <a:pt x="65" y="483"/>
                  </a:lnTo>
                  <a:lnTo>
                    <a:pt x="65" y="482"/>
                  </a:lnTo>
                  <a:lnTo>
                    <a:pt x="64" y="483"/>
                  </a:lnTo>
                  <a:lnTo>
                    <a:pt x="64" y="483"/>
                  </a:lnTo>
                  <a:lnTo>
                    <a:pt x="64" y="482"/>
                  </a:lnTo>
                  <a:lnTo>
                    <a:pt x="63" y="482"/>
                  </a:lnTo>
                  <a:lnTo>
                    <a:pt x="63" y="482"/>
                  </a:lnTo>
                  <a:lnTo>
                    <a:pt x="62" y="481"/>
                  </a:lnTo>
                  <a:lnTo>
                    <a:pt x="61" y="481"/>
                  </a:lnTo>
                  <a:lnTo>
                    <a:pt x="61" y="482"/>
                  </a:lnTo>
                  <a:lnTo>
                    <a:pt x="60" y="482"/>
                  </a:lnTo>
                  <a:lnTo>
                    <a:pt x="60" y="481"/>
                  </a:lnTo>
                  <a:lnTo>
                    <a:pt x="61" y="481"/>
                  </a:lnTo>
                  <a:lnTo>
                    <a:pt x="61" y="481"/>
                  </a:lnTo>
                  <a:lnTo>
                    <a:pt x="61" y="481"/>
                  </a:lnTo>
                  <a:lnTo>
                    <a:pt x="61" y="481"/>
                  </a:lnTo>
                  <a:lnTo>
                    <a:pt x="61" y="481"/>
                  </a:lnTo>
                  <a:lnTo>
                    <a:pt x="61" y="480"/>
                  </a:lnTo>
                  <a:lnTo>
                    <a:pt x="61" y="480"/>
                  </a:lnTo>
                  <a:lnTo>
                    <a:pt x="60" y="479"/>
                  </a:lnTo>
                  <a:lnTo>
                    <a:pt x="60" y="479"/>
                  </a:lnTo>
                  <a:lnTo>
                    <a:pt x="61" y="478"/>
                  </a:lnTo>
                  <a:lnTo>
                    <a:pt x="62" y="478"/>
                  </a:lnTo>
                  <a:lnTo>
                    <a:pt x="63" y="477"/>
                  </a:lnTo>
                  <a:lnTo>
                    <a:pt x="63" y="478"/>
                  </a:lnTo>
                  <a:lnTo>
                    <a:pt x="63" y="477"/>
                  </a:lnTo>
                  <a:lnTo>
                    <a:pt x="63" y="477"/>
                  </a:lnTo>
                  <a:lnTo>
                    <a:pt x="63" y="477"/>
                  </a:lnTo>
                  <a:lnTo>
                    <a:pt x="62" y="477"/>
                  </a:lnTo>
                  <a:lnTo>
                    <a:pt x="62" y="477"/>
                  </a:lnTo>
                  <a:lnTo>
                    <a:pt x="63" y="476"/>
                  </a:lnTo>
                  <a:lnTo>
                    <a:pt x="64" y="476"/>
                  </a:lnTo>
                  <a:lnTo>
                    <a:pt x="65" y="477"/>
                  </a:lnTo>
                  <a:lnTo>
                    <a:pt x="67" y="477"/>
                  </a:lnTo>
                  <a:lnTo>
                    <a:pt x="68" y="477"/>
                  </a:lnTo>
                  <a:lnTo>
                    <a:pt x="68" y="477"/>
                  </a:lnTo>
                  <a:lnTo>
                    <a:pt x="68" y="477"/>
                  </a:lnTo>
                  <a:lnTo>
                    <a:pt x="68" y="478"/>
                  </a:lnTo>
                  <a:lnTo>
                    <a:pt x="68" y="479"/>
                  </a:lnTo>
                  <a:lnTo>
                    <a:pt x="68" y="479"/>
                  </a:lnTo>
                  <a:lnTo>
                    <a:pt x="68" y="480"/>
                  </a:lnTo>
                  <a:lnTo>
                    <a:pt x="69" y="480"/>
                  </a:lnTo>
                  <a:lnTo>
                    <a:pt x="69" y="480"/>
                  </a:lnTo>
                  <a:lnTo>
                    <a:pt x="70" y="480"/>
                  </a:lnTo>
                  <a:lnTo>
                    <a:pt x="71" y="480"/>
                  </a:lnTo>
                  <a:lnTo>
                    <a:pt x="72" y="480"/>
                  </a:lnTo>
                  <a:lnTo>
                    <a:pt x="72" y="480"/>
                  </a:lnTo>
                  <a:lnTo>
                    <a:pt x="72" y="480"/>
                  </a:lnTo>
                  <a:lnTo>
                    <a:pt x="72" y="480"/>
                  </a:lnTo>
                  <a:lnTo>
                    <a:pt x="73" y="480"/>
                  </a:lnTo>
                  <a:lnTo>
                    <a:pt x="73" y="480"/>
                  </a:lnTo>
                  <a:lnTo>
                    <a:pt x="74" y="479"/>
                  </a:lnTo>
                  <a:lnTo>
                    <a:pt x="73" y="478"/>
                  </a:lnTo>
                  <a:lnTo>
                    <a:pt x="72" y="477"/>
                  </a:lnTo>
                  <a:lnTo>
                    <a:pt x="72" y="477"/>
                  </a:lnTo>
                  <a:lnTo>
                    <a:pt x="72" y="477"/>
                  </a:lnTo>
                  <a:lnTo>
                    <a:pt x="72" y="477"/>
                  </a:lnTo>
                  <a:lnTo>
                    <a:pt x="72" y="476"/>
                  </a:lnTo>
                  <a:lnTo>
                    <a:pt x="72" y="476"/>
                  </a:lnTo>
                  <a:lnTo>
                    <a:pt x="72" y="476"/>
                  </a:lnTo>
                  <a:lnTo>
                    <a:pt x="72" y="475"/>
                  </a:lnTo>
                  <a:lnTo>
                    <a:pt x="74" y="475"/>
                  </a:lnTo>
                  <a:lnTo>
                    <a:pt x="74" y="474"/>
                  </a:lnTo>
                  <a:lnTo>
                    <a:pt x="75" y="475"/>
                  </a:lnTo>
                  <a:lnTo>
                    <a:pt x="75" y="474"/>
                  </a:lnTo>
                  <a:lnTo>
                    <a:pt x="76" y="474"/>
                  </a:lnTo>
                  <a:lnTo>
                    <a:pt x="76" y="475"/>
                  </a:lnTo>
                  <a:lnTo>
                    <a:pt x="72" y="475"/>
                  </a:lnTo>
                  <a:lnTo>
                    <a:pt x="72" y="476"/>
                  </a:lnTo>
                  <a:lnTo>
                    <a:pt x="77" y="476"/>
                  </a:lnTo>
                  <a:lnTo>
                    <a:pt x="76" y="474"/>
                  </a:lnTo>
                  <a:lnTo>
                    <a:pt x="77" y="474"/>
                  </a:lnTo>
                  <a:lnTo>
                    <a:pt x="77" y="475"/>
                  </a:lnTo>
                  <a:lnTo>
                    <a:pt x="77" y="474"/>
                  </a:lnTo>
                  <a:lnTo>
                    <a:pt x="77" y="475"/>
                  </a:lnTo>
                  <a:lnTo>
                    <a:pt x="77" y="475"/>
                  </a:lnTo>
                  <a:lnTo>
                    <a:pt x="77" y="475"/>
                  </a:lnTo>
                  <a:lnTo>
                    <a:pt x="77" y="475"/>
                  </a:lnTo>
                  <a:lnTo>
                    <a:pt x="77" y="476"/>
                  </a:lnTo>
                  <a:lnTo>
                    <a:pt x="78" y="477"/>
                  </a:lnTo>
                  <a:lnTo>
                    <a:pt x="79" y="477"/>
                  </a:lnTo>
                  <a:lnTo>
                    <a:pt x="80" y="477"/>
                  </a:lnTo>
                  <a:lnTo>
                    <a:pt x="81" y="477"/>
                  </a:lnTo>
                  <a:lnTo>
                    <a:pt x="83" y="477"/>
                  </a:lnTo>
                  <a:lnTo>
                    <a:pt x="83" y="477"/>
                  </a:lnTo>
                  <a:lnTo>
                    <a:pt x="84" y="477"/>
                  </a:lnTo>
                  <a:lnTo>
                    <a:pt x="85" y="477"/>
                  </a:lnTo>
                  <a:lnTo>
                    <a:pt x="85" y="477"/>
                  </a:lnTo>
                  <a:lnTo>
                    <a:pt x="84" y="478"/>
                  </a:lnTo>
                  <a:lnTo>
                    <a:pt x="84" y="478"/>
                  </a:lnTo>
                  <a:lnTo>
                    <a:pt x="84" y="479"/>
                  </a:lnTo>
                  <a:lnTo>
                    <a:pt x="84" y="479"/>
                  </a:lnTo>
                  <a:lnTo>
                    <a:pt x="85" y="480"/>
                  </a:lnTo>
                  <a:lnTo>
                    <a:pt x="85" y="480"/>
                  </a:lnTo>
                  <a:lnTo>
                    <a:pt x="85" y="481"/>
                  </a:lnTo>
                  <a:lnTo>
                    <a:pt x="85" y="481"/>
                  </a:lnTo>
                  <a:lnTo>
                    <a:pt x="86" y="481"/>
                  </a:lnTo>
                  <a:lnTo>
                    <a:pt x="87" y="481"/>
                  </a:lnTo>
                  <a:lnTo>
                    <a:pt x="87" y="481"/>
                  </a:lnTo>
                  <a:lnTo>
                    <a:pt x="88" y="481"/>
                  </a:lnTo>
                  <a:lnTo>
                    <a:pt x="88" y="481"/>
                  </a:lnTo>
                  <a:lnTo>
                    <a:pt x="89" y="481"/>
                  </a:lnTo>
                  <a:lnTo>
                    <a:pt x="89" y="480"/>
                  </a:lnTo>
                  <a:lnTo>
                    <a:pt x="90" y="481"/>
                  </a:lnTo>
                  <a:lnTo>
                    <a:pt x="90" y="481"/>
                  </a:lnTo>
                  <a:lnTo>
                    <a:pt x="90" y="481"/>
                  </a:lnTo>
                  <a:lnTo>
                    <a:pt x="91" y="481"/>
                  </a:lnTo>
                  <a:lnTo>
                    <a:pt x="91" y="480"/>
                  </a:lnTo>
                  <a:lnTo>
                    <a:pt x="92" y="480"/>
                  </a:lnTo>
                  <a:lnTo>
                    <a:pt x="92" y="479"/>
                  </a:lnTo>
                  <a:lnTo>
                    <a:pt x="91" y="480"/>
                  </a:lnTo>
                  <a:lnTo>
                    <a:pt x="90" y="480"/>
                  </a:lnTo>
                  <a:lnTo>
                    <a:pt x="89" y="480"/>
                  </a:lnTo>
                  <a:lnTo>
                    <a:pt x="88" y="479"/>
                  </a:lnTo>
                  <a:lnTo>
                    <a:pt x="86" y="479"/>
                  </a:lnTo>
                  <a:lnTo>
                    <a:pt x="86" y="478"/>
                  </a:lnTo>
                  <a:lnTo>
                    <a:pt x="85" y="478"/>
                  </a:lnTo>
                  <a:lnTo>
                    <a:pt x="85" y="477"/>
                  </a:lnTo>
                  <a:lnTo>
                    <a:pt x="85" y="477"/>
                  </a:lnTo>
                  <a:lnTo>
                    <a:pt x="86" y="477"/>
                  </a:lnTo>
                  <a:lnTo>
                    <a:pt x="86" y="477"/>
                  </a:lnTo>
                  <a:lnTo>
                    <a:pt x="87" y="476"/>
                  </a:lnTo>
                  <a:lnTo>
                    <a:pt x="88" y="475"/>
                  </a:lnTo>
                  <a:lnTo>
                    <a:pt x="88" y="474"/>
                  </a:lnTo>
                  <a:lnTo>
                    <a:pt x="88" y="474"/>
                  </a:lnTo>
                  <a:lnTo>
                    <a:pt x="88" y="475"/>
                  </a:lnTo>
                  <a:lnTo>
                    <a:pt x="89" y="474"/>
                  </a:lnTo>
                  <a:lnTo>
                    <a:pt x="90" y="475"/>
                  </a:lnTo>
                  <a:lnTo>
                    <a:pt x="89" y="475"/>
                  </a:lnTo>
                  <a:lnTo>
                    <a:pt x="90" y="475"/>
                  </a:lnTo>
                  <a:lnTo>
                    <a:pt x="90" y="475"/>
                  </a:lnTo>
                  <a:lnTo>
                    <a:pt x="90" y="474"/>
                  </a:lnTo>
                  <a:lnTo>
                    <a:pt x="90" y="474"/>
                  </a:lnTo>
                  <a:lnTo>
                    <a:pt x="91" y="474"/>
                  </a:lnTo>
                  <a:lnTo>
                    <a:pt x="92" y="474"/>
                  </a:lnTo>
                  <a:lnTo>
                    <a:pt x="92" y="473"/>
                  </a:lnTo>
                  <a:lnTo>
                    <a:pt x="93" y="473"/>
                  </a:lnTo>
                  <a:lnTo>
                    <a:pt x="94" y="474"/>
                  </a:lnTo>
                  <a:lnTo>
                    <a:pt x="94" y="474"/>
                  </a:lnTo>
                  <a:lnTo>
                    <a:pt x="94" y="475"/>
                  </a:lnTo>
                  <a:lnTo>
                    <a:pt x="94" y="475"/>
                  </a:lnTo>
                  <a:lnTo>
                    <a:pt x="94" y="476"/>
                  </a:lnTo>
                  <a:lnTo>
                    <a:pt x="97" y="476"/>
                  </a:lnTo>
                  <a:lnTo>
                    <a:pt x="97" y="476"/>
                  </a:lnTo>
                  <a:lnTo>
                    <a:pt x="95" y="475"/>
                  </a:lnTo>
                  <a:lnTo>
                    <a:pt x="94" y="475"/>
                  </a:lnTo>
                  <a:lnTo>
                    <a:pt x="94" y="474"/>
                  </a:lnTo>
                  <a:lnTo>
                    <a:pt x="96" y="473"/>
                  </a:lnTo>
                  <a:lnTo>
                    <a:pt x="96" y="472"/>
                  </a:lnTo>
                  <a:lnTo>
                    <a:pt x="96" y="472"/>
                  </a:lnTo>
                  <a:lnTo>
                    <a:pt x="97" y="472"/>
                  </a:lnTo>
                  <a:lnTo>
                    <a:pt x="98" y="472"/>
                  </a:lnTo>
                  <a:lnTo>
                    <a:pt x="99" y="472"/>
                  </a:lnTo>
                  <a:lnTo>
                    <a:pt x="99" y="472"/>
                  </a:lnTo>
                  <a:lnTo>
                    <a:pt x="99" y="472"/>
                  </a:lnTo>
                  <a:lnTo>
                    <a:pt x="100" y="470"/>
                  </a:lnTo>
                  <a:lnTo>
                    <a:pt x="100" y="469"/>
                  </a:lnTo>
                  <a:lnTo>
                    <a:pt x="103" y="470"/>
                  </a:lnTo>
                  <a:lnTo>
                    <a:pt x="103" y="470"/>
                  </a:lnTo>
                  <a:lnTo>
                    <a:pt x="104" y="471"/>
                  </a:lnTo>
                  <a:lnTo>
                    <a:pt x="104" y="471"/>
                  </a:lnTo>
                  <a:lnTo>
                    <a:pt x="104" y="472"/>
                  </a:lnTo>
                  <a:lnTo>
                    <a:pt x="104" y="472"/>
                  </a:lnTo>
                  <a:lnTo>
                    <a:pt x="105" y="472"/>
                  </a:lnTo>
                  <a:lnTo>
                    <a:pt x="105" y="472"/>
                  </a:lnTo>
                  <a:lnTo>
                    <a:pt x="105" y="472"/>
                  </a:lnTo>
                  <a:lnTo>
                    <a:pt x="105" y="472"/>
                  </a:lnTo>
                  <a:lnTo>
                    <a:pt x="106" y="473"/>
                  </a:lnTo>
                  <a:lnTo>
                    <a:pt x="106" y="474"/>
                  </a:lnTo>
                  <a:lnTo>
                    <a:pt x="107" y="474"/>
                  </a:lnTo>
                  <a:lnTo>
                    <a:pt x="106" y="472"/>
                  </a:lnTo>
                  <a:lnTo>
                    <a:pt x="106" y="472"/>
                  </a:lnTo>
                  <a:lnTo>
                    <a:pt x="105" y="472"/>
                  </a:lnTo>
                  <a:lnTo>
                    <a:pt x="105" y="472"/>
                  </a:lnTo>
                  <a:lnTo>
                    <a:pt x="105" y="472"/>
                  </a:lnTo>
                  <a:lnTo>
                    <a:pt x="105" y="471"/>
                  </a:lnTo>
                  <a:lnTo>
                    <a:pt x="103" y="469"/>
                  </a:lnTo>
                  <a:lnTo>
                    <a:pt x="104" y="468"/>
                  </a:lnTo>
                  <a:lnTo>
                    <a:pt x="106" y="468"/>
                  </a:lnTo>
                  <a:lnTo>
                    <a:pt x="107" y="468"/>
                  </a:lnTo>
                  <a:lnTo>
                    <a:pt x="107" y="468"/>
                  </a:lnTo>
                  <a:lnTo>
                    <a:pt x="107" y="468"/>
                  </a:lnTo>
                  <a:lnTo>
                    <a:pt x="107" y="468"/>
                  </a:lnTo>
                  <a:lnTo>
                    <a:pt x="108" y="468"/>
                  </a:lnTo>
                  <a:lnTo>
                    <a:pt x="108" y="468"/>
                  </a:lnTo>
                  <a:lnTo>
                    <a:pt x="108" y="468"/>
                  </a:lnTo>
                  <a:lnTo>
                    <a:pt x="107" y="468"/>
                  </a:lnTo>
                  <a:lnTo>
                    <a:pt x="106" y="468"/>
                  </a:lnTo>
                  <a:lnTo>
                    <a:pt x="105" y="468"/>
                  </a:lnTo>
                  <a:lnTo>
                    <a:pt x="104" y="468"/>
                  </a:lnTo>
                  <a:lnTo>
                    <a:pt x="103" y="468"/>
                  </a:lnTo>
                  <a:lnTo>
                    <a:pt x="103" y="469"/>
                  </a:lnTo>
                  <a:lnTo>
                    <a:pt x="101" y="469"/>
                  </a:lnTo>
                  <a:lnTo>
                    <a:pt x="100" y="469"/>
                  </a:lnTo>
                  <a:lnTo>
                    <a:pt x="100" y="469"/>
                  </a:lnTo>
                  <a:lnTo>
                    <a:pt x="100" y="468"/>
                  </a:lnTo>
                  <a:lnTo>
                    <a:pt x="100" y="468"/>
                  </a:lnTo>
                  <a:lnTo>
                    <a:pt x="100" y="467"/>
                  </a:lnTo>
                  <a:lnTo>
                    <a:pt x="100" y="465"/>
                  </a:lnTo>
                  <a:lnTo>
                    <a:pt x="101" y="465"/>
                  </a:lnTo>
                  <a:lnTo>
                    <a:pt x="102" y="465"/>
                  </a:lnTo>
                  <a:lnTo>
                    <a:pt x="102" y="465"/>
                  </a:lnTo>
                  <a:lnTo>
                    <a:pt x="102" y="465"/>
                  </a:lnTo>
                  <a:lnTo>
                    <a:pt x="102" y="465"/>
                  </a:lnTo>
                  <a:lnTo>
                    <a:pt x="101" y="464"/>
                  </a:lnTo>
                  <a:lnTo>
                    <a:pt x="100" y="464"/>
                  </a:lnTo>
                  <a:lnTo>
                    <a:pt x="99" y="464"/>
                  </a:lnTo>
                  <a:lnTo>
                    <a:pt x="98" y="464"/>
                  </a:lnTo>
                  <a:lnTo>
                    <a:pt x="98" y="463"/>
                  </a:lnTo>
                  <a:lnTo>
                    <a:pt x="99" y="463"/>
                  </a:lnTo>
                  <a:lnTo>
                    <a:pt x="99" y="462"/>
                  </a:lnTo>
                  <a:lnTo>
                    <a:pt x="99" y="461"/>
                  </a:lnTo>
                  <a:lnTo>
                    <a:pt x="99" y="461"/>
                  </a:lnTo>
                  <a:lnTo>
                    <a:pt x="99" y="460"/>
                  </a:lnTo>
                  <a:lnTo>
                    <a:pt x="99" y="460"/>
                  </a:lnTo>
                  <a:lnTo>
                    <a:pt x="99" y="459"/>
                  </a:lnTo>
                  <a:lnTo>
                    <a:pt x="99" y="459"/>
                  </a:lnTo>
                  <a:lnTo>
                    <a:pt x="99" y="458"/>
                  </a:lnTo>
                  <a:lnTo>
                    <a:pt x="99" y="458"/>
                  </a:lnTo>
                  <a:lnTo>
                    <a:pt x="99" y="457"/>
                  </a:lnTo>
                  <a:lnTo>
                    <a:pt x="99" y="456"/>
                  </a:lnTo>
                  <a:lnTo>
                    <a:pt x="100" y="455"/>
                  </a:lnTo>
                  <a:lnTo>
                    <a:pt x="102" y="455"/>
                  </a:lnTo>
                  <a:lnTo>
                    <a:pt x="103" y="455"/>
                  </a:lnTo>
                  <a:lnTo>
                    <a:pt x="103" y="454"/>
                  </a:lnTo>
                  <a:lnTo>
                    <a:pt x="103" y="453"/>
                  </a:lnTo>
                  <a:lnTo>
                    <a:pt x="103" y="453"/>
                  </a:lnTo>
                  <a:lnTo>
                    <a:pt x="103" y="452"/>
                  </a:lnTo>
                  <a:lnTo>
                    <a:pt x="104" y="451"/>
                  </a:lnTo>
                  <a:lnTo>
                    <a:pt x="105" y="451"/>
                  </a:lnTo>
                  <a:lnTo>
                    <a:pt x="107" y="451"/>
                  </a:lnTo>
                  <a:lnTo>
                    <a:pt x="108" y="450"/>
                  </a:lnTo>
                  <a:lnTo>
                    <a:pt x="109" y="450"/>
                  </a:lnTo>
                  <a:lnTo>
                    <a:pt x="108" y="450"/>
                  </a:lnTo>
                  <a:lnTo>
                    <a:pt x="106" y="450"/>
                  </a:lnTo>
                  <a:lnTo>
                    <a:pt x="105" y="451"/>
                  </a:lnTo>
                  <a:lnTo>
                    <a:pt x="105" y="451"/>
                  </a:lnTo>
                  <a:lnTo>
                    <a:pt x="104" y="451"/>
                  </a:lnTo>
                  <a:lnTo>
                    <a:pt x="104" y="451"/>
                  </a:lnTo>
                  <a:lnTo>
                    <a:pt x="103" y="451"/>
                  </a:lnTo>
                  <a:lnTo>
                    <a:pt x="103" y="452"/>
                  </a:lnTo>
                  <a:lnTo>
                    <a:pt x="103" y="453"/>
                  </a:lnTo>
                  <a:lnTo>
                    <a:pt x="102" y="454"/>
                  </a:lnTo>
                  <a:lnTo>
                    <a:pt x="102" y="454"/>
                  </a:lnTo>
                  <a:lnTo>
                    <a:pt x="100" y="455"/>
                  </a:lnTo>
                  <a:lnTo>
                    <a:pt x="100" y="455"/>
                  </a:lnTo>
                  <a:lnTo>
                    <a:pt x="99" y="455"/>
                  </a:lnTo>
                  <a:lnTo>
                    <a:pt x="99" y="456"/>
                  </a:lnTo>
                  <a:lnTo>
                    <a:pt x="98" y="455"/>
                  </a:lnTo>
                  <a:lnTo>
                    <a:pt x="98" y="455"/>
                  </a:lnTo>
                  <a:lnTo>
                    <a:pt x="97" y="455"/>
                  </a:lnTo>
                  <a:lnTo>
                    <a:pt x="97" y="454"/>
                  </a:lnTo>
                  <a:lnTo>
                    <a:pt x="96" y="454"/>
                  </a:lnTo>
                  <a:lnTo>
                    <a:pt x="96" y="453"/>
                  </a:lnTo>
                  <a:lnTo>
                    <a:pt x="96" y="453"/>
                  </a:lnTo>
                  <a:lnTo>
                    <a:pt x="96" y="454"/>
                  </a:lnTo>
                  <a:lnTo>
                    <a:pt x="96" y="454"/>
                  </a:lnTo>
                  <a:lnTo>
                    <a:pt x="96" y="455"/>
                  </a:lnTo>
                  <a:lnTo>
                    <a:pt x="94" y="455"/>
                  </a:lnTo>
                  <a:lnTo>
                    <a:pt x="94" y="455"/>
                  </a:lnTo>
                  <a:lnTo>
                    <a:pt x="93" y="455"/>
                  </a:lnTo>
                  <a:lnTo>
                    <a:pt x="92" y="455"/>
                  </a:lnTo>
                  <a:lnTo>
                    <a:pt x="92" y="456"/>
                  </a:lnTo>
                  <a:lnTo>
                    <a:pt x="91" y="456"/>
                  </a:lnTo>
                  <a:lnTo>
                    <a:pt x="90" y="455"/>
                  </a:lnTo>
                  <a:lnTo>
                    <a:pt x="90" y="455"/>
                  </a:lnTo>
                  <a:lnTo>
                    <a:pt x="90" y="454"/>
                  </a:lnTo>
                  <a:lnTo>
                    <a:pt x="90" y="454"/>
                  </a:lnTo>
                  <a:lnTo>
                    <a:pt x="90" y="453"/>
                  </a:lnTo>
                  <a:lnTo>
                    <a:pt x="90" y="453"/>
                  </a:lnTo>
                  <a:lnTo>
                    <a:pt x="92" y="452"/>
                  </a:lnTo>
                  <a:lnTo>
                    <a:pt x="92" y="452"/>
                  </a:lnTo>
                  <a:lnTo>
                    <a:pt x="91" y="452"/>
                  </a:lnTo>
                  <a:lnTo>
                    <a:pt x="91" y="452"/>
                  </a:lnTo>
                  <a:lnTo>
                    <a:pt x="90" y="453"/>
                  </a:lnTo>
                  <a:lnTo>
                    <a:pt x="90" y="454"/>
                  </a:lnTo>
                  <a:lnTo>
                    <a:pt x="90" y="454"/>
                  </a:lnTo>
                  <a:lnTo>
                    <a:pt x="90" y="455"/>
                  </a:lnTo>
                  <a:lnTo>
                    <a:pt x="90" y="455"/>
                  </a:lnTo>
                  <a:lnTo>
                    <a:pt x="90" y="455"/>
                  </a:lnTo>
                  <a:lnTo>
                    <a:pt x="90" y="456"/>
                  </a:lnTo>
                  <a:lnTo>
                    <a:pt x="90" y="457"/>
                  </a:lnTo>
                  <a:lnTo>
                    <a:pt x="91" y="457"/>
                  </a:lnTo>
                  <a:lnTo>
                    <a:pt x="92" y="456"/>
                  </a:lnTo>
                  <a:lnTo>
                    <a:pt x="92" y="456"/>
                  </a:lnTo>
                  <a:lnTo>
                    <a:pt x="94" y="455"/>
                  </a:lnTo>
                  <a:lnTo>
                    <a:pt x="94" y="455"/>
                  </a:lnTo>
                  <a:lnTo>
                    <a:pt x="95" y="455"/>
                  </a:lnTo>
                  <a:lnTo>
                    <a:pt x="95" y="455"/>
                  </a:lnTo>
                  <a:lnTo>
                    <a:pt x="95" y="455"/>
                  </a:lnTo>
                  <a:lnTo>
                    <a:pt x="96" y="455"/>
                  </a:lnTo>
                  <a:lnTo>
                    <a:pt x="97" y="456"/>
                  </a:lnTo>
                  <a:lnTo>
                    <a:pt x="97" y="456"/>
                  </a:lnTo>
                  <a:lnTo>
                    <a:pt x="98" y="457"/>
                  </a:lnTo>
                  <a:lnTo>
                    <a:pt x="98" y="458"/>
                  </a:lnTo>
                  <a:lnTo>
                    <a:pt x="97" y="458"/>
                  </a:lnTo>
                  <a:lnTo>
                    <a:pt x="97" y="458"/>
                  </a:lnTo>
                  <a:lnTo>
                    <a:pt x="97" y="458"/>
                  </a:lnTo>
                  <a:lnTo>
                    <a:pt x="97" y="459"/>
                  </a:lnTo>
                  <a:lnTo>
                    <a:pt x="98" y="459"/>
                  </a:lnTo>
                  <a:lnTo>
                    <a:pt x="98" y="460"/>
                  </a:lnTo>
                  <a:lnTo>
                    <a:pt x="98" y="460"/>
                  </a:lnTo>
                  <a:lnTo>
                    <a:pt x="98" y="461"/>
                  </a:lnTo>
                  <a:lnTo>
                    <a:pt x="97" y="462"/>
                  </a:lnTo>
                  <a:lnTo>
                    <a:pt x="97" y="462"/>
                  </a:lnTo>
                  <a:lnTo>
                    <a:pt x="97" y="462"/>
                  </a:lnTo>
                  <a:lnTo>
                    <a:pt x="97" y="463"/>
                  </a:lnTo>
                  <a:lnTo>
                    <a:pt x="97" y="463"/>
                  </a:lnTo>
                  <a:lnTo>
                    <a:pt x="98" y="464"/>
                  </a:lnTo>
                  <a:lnTo>
                    <a:pt x="99" y="465"/>
                  </a:lnTo>
                  <a:lnTo>
                    <a:pt x="99" y="465"/>
                  </a:lnTo>
                  <a:lnTo>
                    <a:pt x="99" y="466"/>
                  </a:lnTo>
                  <a:lnTo>
                    <a:pt x="99" y="467"/>
                  </a:lnTo>
                  <a:lnTo>
                    <a:pt x="99" y="468"/>
                  </a:lnTo>
                  <a:lnTo>
                    <a:pt x="99" y="469"/>
                  </a:lnTo>
                  <a:lnTo>
                    <a:pt x="99" y="471"/>
                  </a:lnTo>
                  <a:lnTo>
                    <a:pt x="99" y="472"/>
                  </a:lnTo>
                  <a:lnTo>
                    <a:pt x="98" y="472"/>
                  </a:lnTo>
                  <a:lnTo>
                    <a:pt x="98" y="471"/>
                  </a:lnTo>
                  <a:lnTo>
                    <a:pt x="96" y="471"/>
                  </a:lnTo>
                  <a:lnTo>
                    <a:pt x="95" y="472"/>
                  </a:lnTo>
                  <a:lnTo>
                    <a:pt x="95" y="472"/>
                  </a:lnTo>
                  <a:lnTo>
                    <a:pt x="94" y="472"/>
                  </a:lnTo>
                  <a:lnTo>
                    <a:pt x="94" y="472"/>
                  </a:lnTo>
                  <a:lnTo>
                    <a:pt x="93" y="472"/>
                  </a:lnTo>
                  <a:lnTo>
                    <a:pt x="92" y="472"/>
                  </a:lnTo>
                  <a:lnTo>
                    <a:pt x="91" y="472"/>
                  </a:lnTo>
                  <a:lnTo>
                    <a:pt x="90" y="472"/>
                  </a:lnTo>
                  <a:lnTo>
                    <a:pt x="90" y="472"/>
                  </a:lnTo>
                  <a:lnTo>
                    <a:pt x="90" y="472"/>
                  </a:lnTo>
                  <a:lnTo>
                    <a:pt x="90" y="473"/>
                  </a:lnTo>
                  <a:lnTo>
                    <a:pt x="89" y="472"/>
                  </a:lnTo>
                  <a:lnTo>
                    <a:pt x="88" y="472"/>
                  </a:lnTo>
                  <a:lnTo>
                    <a:pt x="87" y="472"/>
                  </a:lnTo>
                  <a:lnTo>
                    <a:pt x="87" y="472"/>
                  </a:lnTo>
                  <a:lnTo>
                    <a:pt x="86" y="472"/>
                  </a:lnTo>
                  <a:lnTo>
                    <a:pt x="85" y="473"/>
                  </a:lnTo>
                  <a:lnTo>
                    <a:pt x="84" y="474"/>
                  </a:lnTo>
                  <a:lnTo>
                    <a:pt x="84" y="474"/>
                  </a:lnTo>
                  <a:lnTo>
                    <a:pt x="83" y="474"/>
                  </a:lnTo>
                  <a:lnTo>
                    <a:pt x="82" y="474"/>
                  </a:lnTo>
                  <a:lnTo>
                    <a:pt x="82" y="474"/>
                  </a:lnTo>
                  <a:lnTo>
                    <a:pt x="82" y="474"/>
                  </a:lnTo>
                  <a:lnTo>
                    <a:pt x="82" y="474"/>
                  </a:lnTo>
                  <a:lnTo>
                    <a:pt x="81" y="474"/>
                  </a:lnTo>
                  <a:lnTo>
                    <a:pt x="81" y="474"/>
                  </a:lnTo>
                  <a:lnTo>
                    <a:pt x="81" y="474"/>
                  </a:lnTo>
                  <a:lnTo>
                    <a:pt x="81" y="474"/>
                  </a:lnTo>
                  <a:lnTo>
                    <a:pt x="80" y="473"/>
                  </a:lnTo>
                  <a:lnTo>
                    <a:pt x="78" y="473"/>
                  </a:lnTo>
                  <a:lnTo>
                    <a:pt x="77" y="472"/>
                  </a:lnTo>
                  <a:lnTo>
                    <a:pt x="77" y="472"/>
                  </a:lnTo>
                  <a:lnTo>
                    <a:pt x="77" y="472"/>
                  </a:lnTo>
                  <a:lnTo>
                    <a:pt x="77" y="472"/>
                  </a:lnTo>
                  <a:lnTo>
                    <a:pt x="77" y="471"/>
                  </a:lnTo>
                  <a:lnTo>
                    <a:pt x="77" y="470"/>
                  </a:lnTo>
                  <a:lnTo>
                    <a:pt x="77" y="472"/>
                  </a:lnTo>
                  <a:lnTo>
                    <a:pt x="77" y="472"/>
                  </a:lnTo>
                  <a:lnTo>
                    <a:pt x="77" y="472"/>
                  </a:lnTo>
                  <a:lnTo>
                    <a:pt x="76" y="472"/>
                  </a:lnTo>
                  <a:lnTo>
                    <a:pt x="75" y="471"/>
                  </a:lnTo>
                  <a:lnTo>
                    <a:pt x="75" y="472"/>
                  </a:lnTo>
                  <a:lnTo>
                    <a:pt x="74" y="471"/>
                  </a:lnTo>
                  <a:lnTo>
                    <a:pt x="73" y="471"/>
                  </a:lnTo>
                  <a:lnTo>
                    <a:pt x="74" y="471"/>
                  </a:lnTo>
                  <a:lnTo>
                    <a:pt x="74" y="471"/>
                  </a:lnTo>
                  <a:lnTo>
                    <a:pt x="75" y="472"/>
                  </a:lnTo>
                  <a:lnTo>
                    <a:pt x="74" y="472"/>
                  </a:lnTo>
                  <a:lnTo>
                    <a:pt x="72" y="472"/>
                  </a:lnTo>
                  <a:lnTo>
                    <a:pt x="72" y="472"/>
                  </a:lnTo>
                  <a:lnTo>
                    <a:pt x="72" y="472"/>
                  </a:lnTo>
                  <a:lnTo>
                    <a:pt x="72" y="472"/>
                  </a:lnTo>
                  <a:lnTo>
                    <a:pt x="71" y="472"/>
                  </a:lnTo>
                  <a:lnTo>
                    <a:pt x="71" y="472"/>
                  </a:lnTo>
                  <a:lnTo>
                    <a:pt x="71" y="472"/>
                  </a:lnTo>
                  <a:lnTo>
                    <a:pt x="71" y="472"/>
                  </a:lnTo>
                  <a:lnTo>
                    <a:pt x="71" y="474"/>
                  </a:lnTo>
                  <a:lnTo>
                    <a:pt x="72" y="473"/>
                  </a:lnTo>
                  <a:lnTo>
                    <a:pt x="72" y="473"/>
                  </a:lnTo>
                  <a:lnTo>
                    <a:pt x="71" y="474"/>
                  </a:lnTo>
                  <a:lnTo>
                    <a:pt x="70" y="474"/>
                  </a:lnTo>
                  <a:lnTo>
                    <a:pt x="71" y="474"/>
                  </a:lnTo>
                  <a:lnTo>
                    <a:pt x="70" y="473"/>
                  </a:lnTo>
                  <a:lnTo>
                    <a:pt x="70" y="472"/>
                  </a:lnTo>
                  <a:lnTo>
                    <a:pt x="68" y="472"/>
                  </a:lnTo>
                  <a:lnTo>
                    <a:pt x="68" y="474"/>
                  </a:lnTo>
                  <a:lnTo>
                    <a:pt x="68" y="474"/>
                  </a:lnTo>
                  <a:lnTo>
                    <a:pt x="69" y="474"/>
                  </a:lnTo>
                  <a:lnTo>
                    <a:pt x="69" y="475"/>
                  </a:lnTo>
                  <a:lnTo>
                    <a:pt x="68" y="475"/>
                  </a:lnTo>
                  <a:lnTo>
                    <a:pt x="67" y="474"/>
                  </a:lnTo>
                  <a:lnTo>
                    <a:pt x="67" y="474"/>
                  </a:lnTo>
                  <a:lnTo>
                    <a:pt x="68" y="474"/>
                  </a:lnTo>
                  <a:lnTo>
                    <a:pt x="68" y="472"/>
                  </a:lnTo>
                  <a:lnTo>
                    <a:pt x="67" y="472"/>
                  </a:lnTo>
                  <a:lnTo>
                    <a:pt x="66" y="472"/>
                  </a:lnTo>
                  <a:lnTo>
                    <a:pt x="66" y="472"/>
                  </a:lnTo>
                  <a:lnTo>
                    <a:pt x="66" y="471"/>
                  </a:lnTo>
                  <a:lnTo>
                    <a:pt x="65" y="469"/>
                  </a:lnTo>
                  <a:lnTo>
                    <a:pt x="64" y="468"/>
                  </a:lnTo>
                  <a:lnTo>
                    <a:pt x="64" y="468"/>
                  </a:lnTo>
                  <a:lnTo>
                    <a:pt x="64" y="468"/>
                  </a:lnTo>
                  <a:lnTo>
                    <a:pt x="64" y="468"/>
                  </a:lnTo>
                  <a:lnTo>
                    <a:pt x="63" y="468"/>
                  </a:lnTo>
                  <a:lnTo>
                    <a:pt x="63" y="468"/>
                  </a:lnTo>
                  <a:lnTo>
                    <a:pt x="64" y="468"/>
                  </a:lnTo>
                  <a:lnTo>
                    <a:pt x="63" y="469"/>
                  </a:lnTo>
                  <a:lnTo>
                    <a:pt x="64" y="470"/>
                  </a:lnTo>
                  <a:lnTo>
                    <a:pt x="63" y="470"/>
                  </a:lnTo>
                  <a:lnTo>
                    <a:pt x="63" y="470"/>
                  </a:lnTo>
                  <a:lnTo>
                    <a:pt x="62" y="470"/>
                  </a:lnTo>
                  <a:lnTo>
                    <a:pt x="62" y="471"/>
                  </a:lnTo>
                  <a:lnTo>
                    <a:pt x="62" y="471"/>
                  </a:lnTo>
                  <a:lnTo>
                    <a:pt x="62" y="472"/>
                  </a:lnTo>
                  <a:lnTo>
                    <a:pt x="61" y="471"/>
                  </a:lnTo>
                  <a:lnTo>
                    <a:pt x="61" y="470"/>
                  </a:lnTo>
                  <a:lnTo>
                    <a:pt x="60" y="469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59" y="471"/>
                  </a:lnTo>
                  <a:lnTo>
                    <a:pt x="59" y="471"/>
                  </a:lnTo>
                  <a:lnTo>
                    <a:pt x="58" y="471"/>
                  </a:lnTo>
                  <a:lnTo>
                    <a:pt x="57" y="471"/>
                  </a:lnTo>
                  <a:lnTo>
                    <a:pt x="56" y="471"/>
                  </a:lnTo>
                  <a:lnTo>
                    <a:pt x="56" y="471"/>
                  </a:lnTo>
                  <a:lnTo>
                    <a:pt x="55" y="471"/>
                  </a:lnTo>
                  <a:lnTo>
                    <a:pt x="55" y="471"/>
                  </a:lnTo>
                  <a:lnTo>
                    <a:pt x="55" y="470"/>
                  </a:lnTo>
                  <a:lnTo>
                    <a:pt x="54" y="469"/>
                  </a:lnTo>
                  <a:lnTo>
                    <a:pt x="52" y="469"/>
                  </a:lnTo>
                  <a:lnTo>
                    <a:pt x="52" y="470"/>
                  </a:lnTo>
                  <a:lnTo>
                    <a:pt x="52" y="470"/>
                  </a:lnTo>
                  <a:lnTo>
                    <a:pt x="52" y="470"/>
                  </a:lnTo>
                  <a:lnTo>
                    <a:pt x="52" y="471"/>
                  </a:lnTo>
                  <a:lnTo>
                    <a:pt x="53" y="471"/>
                  </a:lnTo>
                  <a:lnTo>
                    <a:pt x="53" y="471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54" y="472"/>
                  </a:lnTo>
                  <a:lnTo>
                    <a:pt x="55" y="473"/>
                  </a:lnTo>
                  <a:lnTo>
                    <a:pt x="56" y="473"/>
                  </a:lnTo>
                  <a:lnTo>
                    <a:pt x="55" y="474"/>
                  </a:lnTo>
                  <a:lnTo>
                    <a:pt x="55" y="475"/>
                  </a:lnTo>
                  <a:lnTo>
                    <a:pt x="55" y="475"/>
                  </a:lnTo>
                  <a:lnTo>
                    <a:pt x="55" y="475"/>
                  </a:lnTo>
                  <a:lnTo>
                    <a:pt x="55" y="476"/>
                  </a:lnTo>
                  <a:lnTo>
                    <a:pt x="54" y="476"/>
                  </a:lnTo>
                  <a:lnTo>
                    <a:pt x="55" y="477"/>
                  </a:lnTo>
                  <a:lnTo>
                    <a:pt x="55" y="477"/>
                  </a:lnTo>
                  <a:lnTo>
                    <a:pt x="53" y="477"/>
                  </a:lnTo>
                  <a:lnTo>
                    <a:pt x="52" y="477"/>
                  </a:lnTo>
                  <a:lnTo>
                    <a:pt x="52" y="478"/>
                  </a:lnTo>
                  <a:lnTo>
                    <a:pt x="52" y="478"/>
                  </a:lnTo>
                  <a:lnTo>
                    <a:pt x="52" y="479"/>
                  </a:lnTo>
                  <a:lnTo>
                    <a:pt x="51" y="480"/>
                  </a:lnTo>
                  <a:lnTo>
                    <a:pt x="51" y="479"/>
                  </a:lnTo>
                  <a:lnTo>
                    <a:pt x="51" y="478"/>
                  </a:lnTo>
                  <a:lnTo>
                    <a:pt x="50" y="478"/>
                  </a:lnTo>
                  <a:lnTo>
                    <a:pt x="51" y="477"/>
                  </a:lnTo>
                  <a:lnTo>
                    <a:pt x="50" y="477"/>
                  </a:lnTo>
                  <a:lnTo>
                    <a:pt x="50" y="476"/>
                  </a:lnTo>
                  <a:lnTo>
                    <a:pt x="49" y="476"/>
                  </a:lnTo>
                  <a:lnTo>
                    <a:pt x="49" y="475"/>
                  </a:lnTo>
                  <a:lnTo>
                    <a:pt x="49" y="474"/>
                  </a:lnTo>
                  <a:lnTo>
                    <a:pt x="49" y="474"/>
                  </a:lnTo>
                  <a:lnTo>
                    <a:pt x="50" y="473"/>
                  </a:lnTo>
                  <a:lnTo>
                    <a:pt x="50" y="472"/>
                  </a:lnTo>
                  <a:lnTo>
                    <a:pt x="49" y="472"/>
                  </a:lnTo>
                  <a:lnTo>
                    <a:pt x="50" y="472"/>
                  </a:lnTo>
                  <a:lnTo>
                    <a:pt x="46" y="471"/>
                  </a:lnTo>
                  <a:lnTo>
                    <a:pt x="46" y="470"/>
                  </a:lnTo>
                  <a:lnTo>
                    <a:pt x="47" y="470"/>
                  </a:lnTo>
                  <a:lnTo>
                    <a:pt x="47" y="469"/>
                  </a:lnTo>
                  <a:lnTo>
                    <a:pt x="46" y="468"/>
                  </a:lnTo>
                  <a:lnTo>
                    <a:pt x="45" y="468"/>
                  </a:lnTo>
                  <a:lnTo>
                    <a:pt x="43" y="468"/>
                  </a:lnTo>
                  <a:lnTo>
                    <a:pt x="43" y="468"/>
                  </a:lnTo>
                  <a:lnTo>
                    <a:pt x="43" y="469"/>
                  </a:lnTo>
                  <a:lnTo>
                    <a:pt x="42" y="469"/>
                  </a:lnTo>
                  <a:lnTo>
                    <a:pt x="42" y="469"/>
                  </a:lnTo>
                  <a:lnTo>
                    <a:pt x="42" y="469"/>
                  </a:lnTo>
                  <a:lnTo>
                    <a:pt x="42" y="469"/>
                  </a:lnTo>
                  <a:lnTo>
                    <a:pt x="42" y="468"/>
                  </a:lnTo>
                  <a:lnTo>
                    <a:pt x="42" y="468"/>
                  </a:lnTo>
                  <a:lnTo>
                    <a:pt x="42" y="468"/>
                  </a:lnTo>
                  <a:lnTo>
                    <a:pt x="41" y="467"/>
                  </a:lnTo>
                  <a:lnTo>
                    <a:pt x="41" y="467"/>
                  </a:lnTo>
                  <a:lnTo>
                    <a:pt x="40" y="466"/>
                  </a:lnTo>
                  <a:lnTo>
                    <a:pt x="40" y="466"/>
                  </a:lnTo>
                  <a:lnTo>
                    <a:pt x="40" y="466"/>
                  </a:lnTo>
                  <a:lnTo>
                    <a:pt x="40" y="466"/>
                  </a:lnTo>
                  <a:lnTo>
                    <a:pt x="39" y="465"/>
                  </a:lnTo>
                  <a:lnTo>
                    <a:pt x="39" y="465"/>
                  </a:lnTo>
                  <a:lnTo>
                    <a:pt x="38" y="465"/>
                  </a:lnTo>
                  <a:lnTo>
                    <a:pt x="39" y="464"/>
                  </a:lnTo>
                  <a:lnTo>
                    <a:pt x="38" y="464"/>
                  </a:lnTo>
                  <a:lnTo>
                    <a:pt x="38" y="464"/>
                  </a:lnTo>
                  <a:lnTo>
                    <a:pt x="39" y="464"/>
                  </a:lnTo>
                  <a:lnTo>
                    <a:pt x="39" y="464"/>
                  </a:lnTo>
                  <a:lnTo>
                    <a:pt x="40" y="464"/>
                  </a:lnTo>
                  <a:lnTo>
                    <a:pt x="41" y="464"/>
                  </a:lnTo>
                  <a:lnTo>
                    <a:pt x="43" y="464"/>
                  </a:lnTo>
                  <a:lnTo>
                    <a:pt x="44" y="464"/>
                  </a:lnTo>
                  <a:lnTo>
                    <a:pt x="45" y="464"/>
                  </a:lnTo>
                  <a:lnTo>
                    <a:pt x="45" y="464"/>
                  </a:lnTo>
                  <a:lnTo>
                    <a:pt x="45" y="465"/>
                  </a:lnTo>
                  <a:lnTo>
                    <a:pt x="46" y="465"/>
                  </a:lnTo>
                  <a:lnTo>
                    <a:pt x="46" y="464"/>
                  </a:lnTo>
                  <a:lnTo>
                    <a:pt x="46" y="464"/>
                  </a:lnTo>
                  <a:lnTo>
                    <a:pt x="46" y="463"/>
                  </a:lnTo>
                  <a:lnTo>
                    <a:pt x="46" y="462"/>
                  </a:lnTo>
                  <a:lnTo>
                    <a:pt x="46" y="461"/>
                  </a:lnTo>
                  <a:lnTo>
                    <a:pt x="47" y="461"/>
                  </a:lnTo>
                  <a:lnTo>
                    <a:pt x="47" y="460"/>
                  </a:lnTo>
                  <a:lnTo>
                    <a:pt x="47" y="460"/>
                  </a:lnTo>
                  <a:lnTo>
                    <a:pt x="47" y="459"/>
                  </a:lnTo>
                  <a:lnTo>
                    <a:pt x="48" y="459"/>
                  </a:lnTo>
                  <a:lnTo>
                    <a:pt x="48" y="459"/>
                  </a:lnTo>
                  <a:lnTo>
                    <a:pt x="48" y="459"/>
                  </a:lnTo>
                  <a:lnTo>
                    <a:pt x="49" y="459"/>
                  </a:lnTo>
                  <a:lnTo>
                    <a:pt x="49" y="459"/>
                  </a:lnTo>
                  <a:lnTo>
                    <a:pt x="50" y="459"/>
                  </a:lnTo>
                  <a:lnTo>
                    <a:pt x="51" y="458"/>
                  </a:lnTo>
                  <a:lnTo>
                    <a:pt x="51" y="458"/>
                  </a:lnTo>
                  <a:lnTo>
                    <a:pt x="51" y="457"/>
                  </a:lnTo>
                  <a:lnTo>
                    <a:pt x="51" y="457"/>
                  </a:lnTo>
                  <a:lnTo>
                    <a:pt x="51" y="456"/>
                  </a:lnTo>
                  <a:lnTo>
                    <a:pt x="53" y="456"/>
                  </a:lnTo>
                  <a:lnTo>
                    <a:pt x="53" y="455"/>
                  </a:lnTo>
                  <a:lnTo>
                    <a:pt x="54" y="455"/>
                  </a:lnTo>
                  <a:lnTo>
                    <a:pt x="55" y="455"/>
                  </a:lnTo>
                  <a:lnTo>
                    <a:pt x="55" y="455"/>
                  </a:lnTo>
                  <a:lnTo>
                    <a:pt x="55" y="455"/>
                  </a:lnTo>
                  <a:lnTo>
                    <a:pt x="56" y="455"/>
                  </a:lnTo>
                  <a:lnTo>
                    <a:pt x="56" y="455"/>
                  </a:lnTo>
                  <a:lnTo>
                    <a:pt x="58" y="455"/>
                  </a:lnTo>
                  <a:lnTo>
                    <a:pt x="58" y="455"/>
                  </a:lnTo>
                  <a:lnTo>
                    <a:pt x="59" y="455"/>
                  </a:lnTo>
                  <a:lnTo>
                    <a:pt x="59" y="455"/>
                  </a:lnTo>
                  <a:lnTo>
                    <a:pt x="59" y="455"/>
                  </a:lnTo>
                  <a:lnTo>
                    <a:pt x="61" y="455"/>
                  </a:lnTo>
                  <a:lnTo>
                    <a:pt x="62" y="455"/>
                  </a:lnTo>
                  <a:lnTo>
                    <a:pt x="62" y="455"/>
                  </a:lnTo>
                  <a:lnTo>
                    <a:pt x="63" y="454"/>
                  </a:lnTo>
                  <a:lnTo>
                    <a:pt x="63" y="454"/>
                  </a:lnTo>
                  <a:lnTo>
                    <a:pt x="64" y="454"/>
                  </a:lnTo>
                  <a:lnTo>
                    <a:pt x="63" y="453"/>
                  </a:lnTo>
                  <a:lnTo>
                    <a:pt x="64" y="453"/>
                  </a:lnTo>
                  <a:lnTo>
                    <a:pt x="64" y="452"/>
                  </a:lnTo>
                  <a:lnTo>
                    <a:pt x="64" y="451"/>
                  </a:lnTo>
                  <a:lnTo>
                    <a:pt x="64" y="451"/>
                  </a:lnTo>
                  <a:lnTo>
                    <a:pt x="64" y="451"/>
                  </a:lnTo>
                  <a:lnTo>
                    <a:pt x="64" y="450"/>
                  </a:lnTo>
                  <a:lnTo>
                    <a:pt x="64" y="450"/>
                  </a:lnTo>
                  <a:lnTo>
                    <a:pt x="64" y="450"/>
                  </a:lnTo>
                  <a:lnTo>
                    <a:pt x="64" y="449"/>
                  </a:lnTo>
                  <a:lnTo>
                    <a:pt x="63" y="449"/>
                  </a:lnTo>
                  <a:lnTo>
                    <a:pt x="64" y="446"/>
                  </a:lnTo>
                  <a:lnTo>
                    <a:pt x="64" y="446"/>
                  </a:lnTo>
                  <a:lnTo>
                    <a:pt x="64" y="445"/>
                  </a:lnTo>
                  <a:lnTo>
                    <a:pt x="64" y="444"/>
                  </a:lnTo>
                  <a:lnTo>
                    <a:pt x="63" y="443"/>
                  </a:lnTo>
                  <a:lnTo>
                    <a:pt x="63" y="442"/>
                  </a:lnTo>
                  <a:lnTo>
                    <a:pt x="63" y="442"/>
                  </a:lnTo>
                  <a:lnTo>
                    <a:pt x="63" y="442"/>
                  </a:lnTo>
                  <a:lnTo>
                    <a:pt x="63" y="441"/>
                  </a:lnTo>
                  <a:lnTo>
                    <a:pt x="63" y="441"/>
                  </a:lnTo>
                  <a:lnTo>
                    <a:pt x="63" y="441"/>
                  </a:lnTo>
                  <a:lnTo>
                    <a:pt x="63" y="441"/>
                  </a:lnTo>
                  <a:lnTo>
                    <a:pt x="62" y="441"/>
                  </a:lnTo>
                  <a:lnTo>
                    <a:pt x="62" y="439"/>
                  </a:lnTo>
                  <a:lnTo>
                    <a:pt x="62" y="439"/>
                  </a:lnTo>
                  <a:lnTo>
                    <a:pt x="62" y="438"/>
                  </a:lnTo>
                  <a:lnTo>
                    <a:pt x="62" y="438"/>
                  </a:lnTo>
                  <a:lnTo>
                    <a:pt x="62" y="437"/>
                  </a:lnTo>
                  <a:lnTo>
                    <a:pt x="62" y="437"/>
                  </a:lnTo>
                  <a:lnTo>
                    <a:pt x="61" y="434"/>
                  </a:lnTo>
                  <a:lnTo>
                    <a:pt x="60" y="433"/>
                  </a:lnTo>
                  <a:lnTo>
                    <a:pt x="60" y="432"/>
                  </a:lnTo>
                  <a:lnTo>
                    <a:pt x="59" y="431"/>
                  </a:lnTo>
                  <a:lnTo>
                    <a:pt x="59" y="430"/>
                  </a:lnTo>
                  <a:lnTo>
                    <a:pt x="58" y="430"/>
                  </a:lnTo>
                  <a:lnTo>
                    <a:pt x="58" y="430"/>
                  </a:lnTo>
                  <a:lnTo>
                    <a:pt x="57" y="431"/>
                  </a:lnTo>
                  <a:lnTo>
                    <a:pt x="55" y="431"/>
                  </a:lnTo>
                  <a:lnTo>
                    <a:pt x="55" y="430"/>
                  </a:lnTo>
                  <a:lnTo>
                    <a:pt x="55" y="431"/>
                  </a:lnTo>
                  <a:lnTo>
                    <a:pt x="55" y="432"/>
                  </a:lnTo>
                  <a:lnTo>
                    <a:pt x="55" y="431"/>
                  </a:lnTo>
                  <a:lnTo>
                    <a:pt x="55" y="431"/>
                  </a:lnTo>
                  <a:lnTo>
                    <a:pt x="54" y="430"/>
                  </a:lnTo>
                  <a:lnTo>
                    <a:pt x="52" y="430"/>
                  </a:lnTo>
                  <a:lnTo>
                    <a:pt x="51" y="430"/>
                  </a:lnTo>
                  <a:lnTo>
                    <a:pt x="51" y="431"/>
                  </a:lnTo>
                  <a:lnTo>
                    <a:pt x="51" y="431"/>
                  </a:lnTo>
                  <a:lnTo>
                    <a:pt x="51" y="431"/>
                  </a:lnTo>
                  <a:lnTo>
                    <a:pt x="51" y="430"/>
                  </a:lnTo>
                  <a:lnTo>
                    <a:pt x="51" y="429"/>
                  </a:lnTo>
                  <a:lnTo>
                    <a:pt x="50" y="429"/>
                  </a:lnTo>
                  <a:lnTo>
                    <a:pt x="49" y="429"/>
                  </a:lnTo>
                  <a:lnTo>
                    <a:pt x="49" y="429"/>
                  </a:lnTo>
                  <a:lnTo>
                    <a:pt x="49" y="429"/>
                  </a:lnTo>
                  <a:lnTo>
                    <a:pt x="48" y="429"/>
                  </a:lnTo>
                  <a:lnTo>
                    <a:pt x="48" y="429"/>
                  </a:lnTo>
                  <a:lnTo>
                    <a:pt x="48" y="429"/>
                  </a:lnTo>
                  <a:lnTo>
                    <a:pt x="47" y="429"/>
                  </a:lnTo>
                  <a:lnTo>
                    <a:pt x="47" y="429"/>
                  </a:lnTo>
                  <a:lnTo>
                    <a:pt x="47" y="429"/>
                  </a:lnTo>
                  <a:lnTo>
                    <a:pt x="46" y="429"/>
                  </a:lnTo>
                  <a:lnTo>
                    <a:pt x="46" y="429"/>
                  </a:lnTo>
                  <a:lnTo>
                    <a:pt x="46" y="429"/>
                  </a:lnTo>
                  <a:lnTo>
                    <a:pt x="46" y="429"/>
                  </a:lnTo>
                  <a:lnTo>
                    <a:pt x="45" y="428"/>
                  </a:lnTo>
                  <a:lnTo>
                    <a:pt x="42" y="428"/>
                  </a:lnTo>
                  <a:lnTo>
                    <a:pt x="42" y="429"/>
                  </a:lnTo>
                  <a:lnTo>
                    <a:pt x="40" y="428"/>
                  </a:lnTo>
                  <a:lnTo>
                    <a:pt x="39" y="429"/>
                  </a:lnTo>
                  <a:lnTo>
                    <a:pt x="39" y="429"/>
                  </a:lnTo>
                  <a:lnTo>
                    <a:pt x="39" y="429"/>
                  </a:lnTo>
                  <a:lnTo>
                    <a:pt x="39" y="429"/>
                  </a:lnTo>
                  <a:lnTo>
                    <a:pt x="39" y="429"/>
                  </a:lnTo>
                  <a:lnTo>
                    <a:pt x="39" y="429"/>
                  </a:lnTo>
                  <a:lnTo>
                    <a:pt x="39" y="429"/>
                  </a:lnTo>
                  <a:lnTo>
                    <a:pt x="38" y="428"/>
                  </a:lnTo>
                  <a:lnTo>
                    <a:pt x="38" y="428"/>
                  </a:lnTo>
                  <a:lnTo>
                    <a:pt x="38" y="429"/>
                  </a:lnTo>
                  <a:lnTo>
                    <a:pt x="38" y="429"/>
                  </a:lnTo>
                  <a:lnTo>
                    <a:pt x="38" y="429"/>
                  </a:lnTo>
                  <a:lnTo>
                    <a:pt x="37" y="428"/>
                  </a:lnTo>
                  <a:lnTo>
                    <a:pt x="35" y="429"/>
                  </a:lnTo>
                  <a:lnTo>
                    <a:pt x="35" y="429"/>
                  </a:lnTo>
                  <a:lnTo>
                    <a:pt x="34" y="429"/>
                  </a:lnTo>
                  <a:lnTo>
                    <a:pt x="33" y="430"/>
                  </a:lnTo>
                  <a:lnTo>
                    <a:pt x="33" y="430"/>
                  </a:lnTo>
                  <a:lnTo>
                    <a:pt x="32" y="431"/>
                  </a:lnTo>
                  <a:lnTo>
                    <a:pt x="32" y="431"/>
                  </a:lnTo>
                  <a:lnTo>
                    <a:pt x="32" y="432"/>
                  </a:lnTo>
                  <a:lnTo>
                    <a:pt x="32" y="432"/>
                  </a:lnTo>
                  <a:lnTo>
                    <a:pt x="32" y="432"/>
                  </a:lnTo>
                  <a:lnTo>
                    <a:pt x="32" y="430"/>
                  </a:lnTo>
                  <a:lnTo>
                    <a:pt x="31" y="430"/>
                  </a:lnTo>
                  <a:lnTo>
                    <a:pt x="30" y="430"/>
                  </a:lnTo>
                  <a:lnTo>
                    <a:pt x="29" y="431"/>
                  </a:lnTo>
                  <a:lnTo>
                    <a:pt x="29" y="431"/>
                  </a:lnTo>
                  <a:lnTo>
                    <a:pt x="29" y="431"/>
                  </a:lnTo>
                  <a:lnTo>
                    <a:pt x="28" y="430"/>
                  </a:lnTo>
                  <a:lnTo>
                    <a:pt x="28" y="429"/>
                  </a:lnTo>
                  <a:lnTo>
                    <a:pt x="29" y="429"/>
                  </a:lnTo>
                  <a:lnTo>
                    <a:pt x="29" y="429"/>
                  </a:lnTo>
                  <a:lnTo>
                    <a:pt x="29" y="429"/>
                  </a:lnTo>
                  <a:lnTo>
                    <a:pt x="29" y="429"/>
                  </a:lnTo>
                  <a:lnTo>
                    <a:pt x="29" y="429"/>
                  </a:lnTo>
                  <a:lnTo>
                    <a:pt x="29" y="427"/>
                  </a:lnTo>
                  <a:lnTo>
                    <a:pt x="30" y="427"/>
                  </a:lnTo>
                  <a:lnTo>
                    <a:pt x="29" y="426"/>
                  </a:lnTo>
                  <a:lnTo>
                    <a:pt x="29" y="426"/>
                  </a:lnTo>
                  <a:lnTo>
                    <a:pt x="29" y="425"/>
                  </a:lnTo>
                  <a:lnTo>
                    <a:pt x="29" y="425"/>
                  </a:lnTo>
                  <a:lnTo>
                    <a:pt x="29" y="425"/>
                  </a:lnTo>
                  <a:lnTo>
                    <a:pt x="29" y="424"/>
                  </a:lnTo>
                  <a:lnTo>
                    <a:pt x="29" y="424"/>
                  </a:lnTo>
                  <a:lnTo>
                    <a:pt x="30" y="424"/>
                  </a:lnTo>
                  <a:lnTo>
                    <a:pt x="30" y="424"/>
                  </a:lnTo>
                  <a:lnTo>
                    <a:pt x="31" y="423"/>
                  </a:lnTo>
                  <a:lnTo>
                    <a:pt x="31" y="423"/>
                  </a:lnTo>
                  <a:lnTo>
                    <a:pt x="32" y="422"/>
                  </a:lnTo>
                  <a:lnTo>
                    <a:pt x="32" y="421"/>
                  </a:lnTo>
                  <a:lnTo>
                    <a:pt x="31" y="421"/>
                  </a:lnTo>
                  <a:lnTo>
                    <a:pt x="31" y="420"/>
                  </a:lnTo>
                  <a:lnTo>
                    <a:pt x="30" y="420"/>
                  </a:lnTo>
                  <a:lnTo>
                    <a:pt x="30" y="420"/>
                  </a:lnTo>
                  <a:lnTo>
                    <a:pt x="29" y="420"/>
                  </a:lnTo>
                  <a:lnTo>
                    <a:pt x="29" y="420"/>
                  </a:lnTo>
                  <a:lnTo>
                    <a:pt x="29" y="420"/>
                  </a:lnTo>
                  <a:lnTo>
                    <a:pt x="29" y="418"/>
                  </a:lnTo>
                  <a:lnTo>
                    <a:pt x="31" y="418"/>
                  </a:lnTo>
                  <a:lnTo>
                    <a:pt x="31" y="417"/>
                  </a:lnTo>
                  <a:lnTo>
                    <a:pt x="32" y="417"/>
                  </a:lnTo>
                  <a:lnTo>
                    <a:pt x="33" y="416"/>
                  </a:lnTo>
                  <a:lnTo>
                    <a:pt x="33" y="416"/>
                  </a:lnTo>
                  <a:lnTo>
                    <a:pt x="33" y="416"/>
                  </a:lnTo>
                  <a:lnTo>
                    <a:pt x="33" y="417"/>
                  </a:lnTo>
                  <a:lnTo>
                    <a:pt x="33" y="417"/>
                  </a:lnTo>
                  <a:lnTo>
                    <a:pt x="34" y="416"/>
                  </a:lnTo>
                  <a:lnTo>
                    <a:pt x="35" y="417"/>
                  </a:lnTo>
                  <a:lnTo>
                    <a:pt x="36" y="416"/>
                  </a:lnTo>
                  <a:lnTo>
                    <a:pt x="38" y="416"/>
                  </a:lnTo>
                  <a:lnTo>
                    <a:pt x="38" y="416"/>
                  </a:lnTo>
                  <a:lnTo>
                    <a:pt x="38" y="415"/>
                  </a:lnTo>
                  <a:lnTo>
                    <a:pt x="39" y="415"/>
                  </a:lnTo>
                  <a:lnTo>
                    <a:pt x="39" y="415"/>
                  </a:lnTo>
                  <a:lnTo>
                    <a:pt x="40" y="414"/>
                  </a:lnTo>
                  <a:lnTo>
                    <a:pt x="41" y="414"/>
                  </a:lnTo>
                  <a:lnTo>
                    <a:pt x="42" y="413"/>
                  </a:lnTo>
                  <a:lnTo>
                    <a:pt x="42" y="412"/>
                  </a:lnTo>
                  <a:lnTo>
                    <a:pt x="42" y="412"/>
                  </a:lnTo>
                  <a:lnTo>
                    <a:pt x="42" y="412"/>
                  </a:lnTo>
                  <a:lnTo>
                    <a:pt x="42" y="412"/>
                  </a:lnTo>
                  <a:lnTo>
                    <a:pt x="44" y="412"/>
                  </a:lnTo>
                  <a:lnTo>
                    <a:pt x="45" y="412"/>
                  </a:lnTo>
                  <a:lnTo>
                    <a:pt x="46" y="412"/>
                  </a:lnTo>
                  <a:lnTo>
                    <a:pt x="46" y="411"/>
                  </a:lnTo>
                  <a:lnTo>
                    <a:pt x="46" y="411"/>
                  </a:lnTo>
                  <a:lnTo>
                    <a:pt x="46" y="410"/>
                  </a:lnTo>
                  <a:lnTo>
                    <a:pt x="46" y="410"/>
                  </a:lnTo>
                  <a:lnTo>
                    <a:pt x="48" y="409"/>
                  </a:lnTo>
                  <a:lnTo>
                    <a:pt x="48" y="408"/>
                  </a:lnTo>
                  <a:lnTo>
                    <a:pt x="47" y="408"/>
                  </a:lnTo>
                  <a:lnTo>
                    <a:pt x="46" y="408"/>
                  </a:lnTo>
                  <a:lnTo>
                    <a:pt x="46" y="408"/>
                  </a:lnTo>
                  <a:lnTo>
                    <a:pt x="48" y="408"/>
                  </a:lnTo>
                  <a:lnTo>
                    <a:pt x="48" y="407"/>
                  </a:lnTo>
                  <a:lnTo>
                    <a:pt x="47" y="407"/>
                  </a:lnTo>
                  <a:lnTo>
                    <a:pt x="49" y="407"/>
                  </a:lnTo>
                  <a:lnTo>
                    <a:pt x="48" y="407"/>
                  </a:lnTo>
                  <a:lnTo>
                    <a:pt x="48" y="407"/>
                  </a:lnTo>
                  <a:lnTo>
                    <a:pt x="48" y="407"/>
                  </a:lnTo>
                  <a:lnTo>
                    <a:pt x="49" y="407"/>
                  </a:lnTo>
                  <a:lnTo>
                    <a:pt x="49" y="407"/>
                  </a:lnTo>
                  <a:lnTo>
                    <a:pt x="51" y="407"/>
                  </a:lnTo>
                  <a:lnTo>
                    <a:pt x="51" y="407"/>
                  </a:lnTo>
                  <a:lnTo>
                    <a:pt x="52" y="407"/>
                  </a:lnTo>
                  <a:lnTo>
                    <a:pt x="52" y="407"/>
                  </a:lnTo>
                  <a:lnTo>
                    <a:pt x="53" y="407"/>
                  </a:lnTo>
                  <a:lnTo>
                    <a:pt x="54" y="407"/>
                  </a:lnTo>
                  <a:lnTo>
                    <a:pt x="55" y="407"/>
                  </a:lnTo>
                  <a:lnTo>
                    <a:pt x="55" y="407"/>
                  </a:lnTo>
                  <a:lnTo>
                    <a:pt x="55" y="406"/>
                  </a:lnTo>
                  <a:lnTo>
                    <a:pt x="55" y="406"/>
                  </a:lnTo>
                  <a:lnTo>
                    <a:pt x="56" y="406"/>
                  </a:lnTo>
                  <a:lnTo>
                    <a:pt x="56" y="405"/>
                  </a:lnTo>
                  <a:lnTo>
                    <a:pt x="57" y="405"/>
                  </a:lnTo>
                  <a:lnTo>
                    <a:pt x="57" y="405"/>
                  </a:lnTo>
                  <a:lnTo>
                    <a:pt x="57" y="404"/>
                  </a:lnTo>
                  <a:lnTo>
                    <a:pt x="56" y="404"/>
                  </a:lnTo>
                  <a:lnTo>
                    <a:pt x="56" y="403"/>
                  </a:lnTo>
                  <a:lnTo>
                    <a:pt x="57" y="403"/>
                  </a:lnTo>
                  <a:lnTo>
                    <a:pt x="57" y="403"/>
                  </a:lnTo>
                  <a:lnTo>
                    <a:pt x="58" y="403"/>
                  </a:lnTo>
                  <a:lnTo>
                    <a:pt x="58" y="403"/>
                  </a:lnTo>
                  <a:lnTo>
                    <a:pt x="58" y="403"/>
                  </a:lnTo>
                  <a:lnTo>
                    <a:pt x="58" y="403"/>
                  </a:lnTo>
                  <a:lnTo>
                    <a:pt x="59" y="403"/>
                  </a:lnTo>
                  <a:lnTo>
                    <a:pt x="59" y="403"/>
                  </a:lnTo>
                  <a:lnTo>
                    <a:pt x="59" y="403"/>
                  </a:lnTo>
                  <a:lnTo>
                    <a:pt x="60" y="403"/>
                  </a:lnTo>
                  <a:lnTo>
                    <a:pt x="60" y="403"/>
                  </a:lnTo>
                  <a:lnTo>
                    <a:pt x="63" y="403"/>
                  </a:lnTo>
                  <a:lnTo>
                    <a:pt x="64" y="403"/>
                  </a:lnTo>
                  <a:lnTo>
                    <a:pt x="64" y="403"/>
                  </a:lnTo>
                  <a:lnTo>
                    <a:pt x="64" y="402"/>
                  </a:lnTo>
                  <a:lnTo>
                    <a:pt x="64" y="402"/>
                  </a:lnTo>
                  <a:lnTo>
                    <a:pt x="64" y="401"/>
                  </a:lnTo>
                  <a:lnTo>
                    <a:pt x="65" y="402"/>
                  </a:lnTo>
                  <a:lnTo>
                    <a:pt x="66" y="402"/>
                  </a:lnTo>
                  <a:lnTo>
                    <a:pt x="66" y="402"/>
                  </a:lnTo>
                  <a:lnTo>
                    <a:pt x="66" y="402"/>
                  </a:lnTo>
                  <a:lnTo>
                    <a:pt x="67" y="401"/>
                  </a:lnTo>
                  <a:lnTo>
                    <a:pt x="67" y="401"/>
                  </a:lnTo>
                  <a:lnTo>
                    <a:pt x="67" y="400"/>
                  </a:lnTo>
                  <a:lnTo>
                    <a:pt x="67" y="400"/>
                  </a:lnTo>
                  <a:lnTo>
                    <a:pt x="67" y="399"/>
                  </a:lnTo>
                  <a:lnTo>
                    <a:pt x="67" y="399"/>
                  </a:lnTo>
                  <a:lnTo>
                    <a:pt x="67" y="399"/>
                  </a:lnTo>
                  <a:lnTo>
                    <a:pt x="66" y="399"/>
                  </a:lnTo>
                  <a:lnTo>
                    <a:pt x="66" y="399"/>
                  </a:lnTo>
                  <a:lnTo>
                    <a:pt x="67" y="399"/>
                  </a:lnTo>
                  <a:lnTo>
                    <a:pt x="67" y="398"/>
                  </a:lnTo>
                  <a:lnTo>
                    <a:pt x="67" y="398"/>
                  </a:lnTo>
                  <a:lnTo>
                    <a:pt x="68" y="397"/>
                  </a:lnTo>
                  <a:lnTo>
                    <a:pt x="67" y="397"/>
                  </a:lnTo>
                  <a:lnTo>
                    <a:pt x="66" y="397"/>
                  </a:lnTo>
                  <a:lnTo>
                    <a:pt x="66" y="395"/>
                  </a:lnTo>
                  <a:lnTo>
                    <a:pt x="66" y="395"/>
                  </a:lnTo>
                  <a:lnTo>
                    <a:pt x="65" y="395"/>
                  </a:lnTo>
                  <a:lnTo>
                    <a:pt x="65" y="394"/>
                  </a:lnTo>
                  <a:lnTo>
                    <a:pt x="67" y="394"/>
                  </a:lnTo>
                  <a:lnTo>
                    <a:pt x="68" y="392"/>
                  </a:lnTo>
                  <a:lnTo>
                    <a:pt x="68" y="392"/>
                  </a:lnTo>
                  <a:lnTo>
                    <a:pt x="68" y="391"/>
                  </a:lnTo>
                  <a:lnTo>
                    <a:pt x="67" y="392"/>
                  </a:lnTo>
                  <a:lnTo>
                    <a:pt x="67" y="391"/>
                  </a:lnTo>
                  <a:lnTo>
                    <a:pt x="68" y="391"/>
                  </a:lnTo>
                  <a:lnTo>
                    <a:pt x="68" y="390"/>
                  </a:lnTo>
                  <a:lnTo>
                    <a:pt x="68" y="390"/>
                  </a:lnTo>
                  <a:lnTo>
                    <a:pt x="68" y="390"/>
                  </a:lnTo>
                  <a:lnTo>
                    <a:pt x="68" y="390"/>
                  </a:lnTo>
                  <a:lnTo>
                    <a:pt x="67" y="390"/>
                  </a:lnTo>
                  <a:lnTo>
                    <a:pt x="66" y="390"/>
                  </a:lnTo>
                  <a:lnTo>
                    <a:pt x="66" y="390"/>
                  </a:lnTo>
                  <a:lnTo>
                    <a:pt x="66" y="389"/>
                  </a:lnTo>
                  <a:lnTo>
                    <a:pt x="66" y="389"/>
                  </a:lnTo>
                  <a:lnTo>
                    <a:pt x="66" y="388"/>
                  </a:lnTo>
                  <a:lnTo>
                    <a:pt x="67" y="387"/>
                  </a:lnTo>
                  <a:lnTo>
                    <a:pt x="67" y="387"/>
                  </a:lnTo>
                  <a:lnTo>
                    <a:pt x="69" y="386"/>
                  </a:lnTo>
                  <a:lnTo>
                    <a:pt x="69" y="386"/>
                  </a:lnTo>
                  <a:lnTo>
                    <a:pt x="69" y="386"/>
                  </a:lnTo>
                  <a:lnTo>
                    <a:pt x="68" y="386"/>
                  </a:lnTo>
                  <a:lnTo>
                    <a:pt x="68" y="386"/>
                  </a:lnTo>
                  <a:lnTo>
                    <a:pt x="68" y="385"/>
                  </a:lnTo>
                  <a:lnTo>
                    <a:pt x="69" y="385"/>
                  </a:lnTo>
                  <a:lnTo>
                    <a:pt x="70" y="385"/>
                  </a:lnTo>
                  <a:lnTo>
                    <a:pt x="70" y="385"/>
                  </a:lnTo>
                  <a:lnTo>
                    <a:pt x="71" y="385"/>
                  </a:lnTo>
                  <a:lnTo>
                    <a:pt x="71" y="385"/>
                  </a:lnTo>
                  <a:lnTo>
                    <a:pt x="72" y="385"/>
                  </a:lnTo>
                  <a:lnTo>
                    <a:pt x="72" y="385"/>
                  </a:lnTo>
                  <a:lnTo>
                    <a:pt x="72" y="386"/>
                  </a:lnTo>
                  <a:lnTo>
                    <a:pt x="72" y="386"/>
                  </a:lnTo>
                  <a:lnTo>
                    <a:pt x="72" y="386"/>
                  </a:lnTo>
                  <a:lnTo>
                    <a:pt x="73" y="386"/>
                  </a:lnTo>
                  <a:lnTo>
                    <a:pt x="73" y="386"/>
                  </a:lnTo>
                  <a:lnTo>
                    <a:pt x="75" y="386"/>
                  </a:lnTo>
                  <a:lnTo>
                    <a:pt x="75" y="386"/>
                  </a:lnTo>
                  <a:lnTo>
                    <a:pt x="76" y="386"/>
                  </a:lnTo>
                  <a:lnTo>
                    <a:pt x="77" y="386"/>
                  </a:lnTo>
                  <a:lnTo>
                    <a:pt x="77" y="386"/>
                  </a:lnTo>
                  <a:lnTo>
                    <a:pt x="77" y="387"/>
                  </a:lnTo>
                  <a:lnTo>
                    <a:pt x="78" y="387"/>
                  </a:lnTo>
                  <a:lnTo>
                    <a:pt x="78" y="387"/>
                  </a:lnTo>
                  <a:lnTo>
                    <a:pt x="78" y="386"/>
                  </a:lnTo>
                  <a:lnTo>
                    <a:pt x="79" y="387"/>
                  </a:lnTo>
                  <a:lnTo>
                    <a:pt x="80" y="386"/>
                  </a:lnTo>
                  <a:lnTo>
                    <a:pt x="80" y="386"/>
                  </a:lnTo>
                  <a:lnTo>
                    <a:pt x="80" y="386"/>
                  </a:lnTo>
                  <a:lnTo>
                    <a:pt x="81" y="386"/>
                  </a:lnTo>
                  <a:lnTo>
                    <a:pt x="81" y="386"/>
                  </a:lnTo>
                  <a:lnTo>
                    <a:pt x="81" y="386"/>
                  </a:lnTo>
                  <a:lnTo>
                    <a:pt x="81" y="386"/>
                  </a:lnTo>
                  <a:lnTo>
                    <a:pt x="81" y="386"/>
                  </a:lnTo>
                  <a:lnTo>
                    <a:pt x="81" y="386"/>
                  </a:lnTo>
                  <a:lnTo>
                    <a:pt x="82" y="387"/>
                  </a:lnTo>
                  <a:lnTo>
                    <a:pt x="82" y="386"/>
                  </a:lnTo>
                  <a:lnTo>
                    <a:pt x="83" y="386"/>
                  </a:lnTo>
                  <a:lnTo>
                    <a:pt x="83" y="387"/>
                  </a:lnTo>
                  <a:lnTo>
                    <a:pt x="83" y="387"/>
                  </a:lnTo>
                  <a:lnTo>
                    <a:pt x="83" y="389"/>
                  </a:lnTo>
                  <a:lnTo>
                    <a:pt x="84" y="389"/>
                  </a:lnTo>
                  <a:lnTo>
                    <a:pt x="84" y="389"/>
                  </a:lnTo>
                  <a:lnTo>
                    <a:pt x="85" y="390"/>
                  </a:lnTo>
                  <a:lnTo>
                    <a:pt x="86" y="390"/>
                  </a:lnTo>
                  <a:lnTo>
                    <a:pt x="85" y="390"/>
                  </a:lnTo>
                  <a:lnTo>
                    <a:pt x="84" y="390"/>
                  </a:lnTo>
                  <a:lnTo>
                    <a:pt x="83" y="390"/>
                  </a:lnTo>
                  <a:lnTo>
                    <a:pt x="83" y="390"/>
                  </a:lnTo>
                  <a:lnTo>
                    <a:pt x="82" y="392"/>
                  </a:lnTo>
                  <a:lnTo>
                    <a:pt x="82" y="393"/>
                  </a:lnTo>
                  <a:lnTo>
                    <a:pt x="83" y="393"/>
                  </a:lnTo>
                  <a:lnTo>
                    <a:pt x="83" y="393"/>
                  </a:lnTo>
                  <a:lnTo>
                    <a:pt x="83" y="393"/>
                  </a:lnTo>
                  <a:lnTo>
                    <a:pt x="84" y="393"/>
                  </a:lnTo>
                  <a:lnTo>
                    <a:pt x="84" y="393"/>
                  </a:lnTo>
                  <a:lnTo>
                    <a:pt x="85" y="393"/>
                  </a:lnTo>
                  <a:lnTo>
                    <a:pt x="85" y="393"/>
                  </a:lnTo>
                  <a:lnTo>
                    <a:pt x="85" y="393"/>
                  </a:lnTo>
                  <a:lnTo>
                    <a:pt x="85" y="394"/>
                  </a:lnTo>
                  <a:lnTo>
                    <a:pt x="85" y="394"/>
                  </a:lnTo>
                  <a:lnTo>
                    <a:pt x="85" y="394"/>
                  </a:lnTo>
                  <a:lnTo>
                    <a:pt x="86" y="394"/>
                  </a:lnTo>
                  <a:lnTo>
                    <a:pt x="85" y="394"/>
                  </a:lnTo>
                  <a:lnTo>
                    <a:pt x="85" y="394"/>
                  </a:lnTo>
                  <a:lnTo>
                    <a:pt x="85" y="393"/>
                  </a:lnTo>
                  <a:lnTo>
                    <a:pt x="86" y="393"/>
                  </a:lnTo>
                  <a:lnTo>
                    <a:pt x="87" y="393"/>
                  </a:lnTo>
                  <a:lnTo>
                    <a:pt x="88" y="393"/>
                  </a:lnTo>
                  <a:lnTo>
                    <a:pt x="88" y="393"/>
                  </a:lnTo>
                  <a:lnTo>
                    <a:pt x="88" y="392"/>
                  </a:lnTo>
                  <a:lnTo>
                    <a:pt x="90" y="392"/>
                  </a:lnTo>
                  <a:lnTo>
                    <a:pt x="90" y="392"/>
                  </a:lnTo>
                  <a:lnTo>
                    <a:pt x="90" y="391"/>
                  </a:lnTo>
                  <a:lnTo>
                    <a:pt x="90" y="391"/>
                  </a:lnTo>
                  <a:lnTo>
                    <a:pt x="91" y="391"/>
                  </a:lnTo>
                  <a:lnTo>
                    <a:pt x="91" y="390"/>
                  </a:lnTo>
                  <a:lnTo>
                    <a:pt x="93" y="390"/>
                  </a:lnTo>
                  <a:lnTo>
                    <a:pt x="93" y="390"/>
                  </a:lnTo>
                  <a:lnTo>
                    <a:pt x="94" y="390"/>
                  </a:lnTo>
                  <a:lnTo>
                    <a:pt x="94" y="390"/>
                  </a:lnTo>
                  <a:lnTo>
                    <a:pt x="94" y="390"/>
                  </a:lnTo>
                  <a:lnTo>
                    <a:pt x="94" y="390"/>
                  </a:lnTo>
                  <a:lnTo>
                    <a:pt x="94" y="390"/>
                  </a:lnTo>
                  <a:lnTo>
                    <a:pt x="94" y="389"/>
                  </a:lnTo>
                  <a:lnTo>
                    <a:pt x="94" y="389"/>
                  </a:lnTo>
                  <a:lnTo>
                    <a:pt x="95" y="388"/>
                  </a:lnTo>
                  <a:lnTo>
                    <a:pt x="95" y="388"/>
                  </a:lnTo>
                  <a:lnTo>
                    <a:pt x="96" y="387"/>
                  </a:lnTo>
                  <a:lnTo>
                    <a:pt x="96" y="387"/>
                  </a:lnTo>
                  <a:lnTo>
                    <a:pt x="95" y="387"/>
                  </a:lnTo>
                  <a:lnTo>
                    <a:pt x="95" y="386"/>
                  </a:lnTo>
                  <a:lnTo>
                    <a:pt x="94" y="386"/>
                  </a:lnTo>
                  <a:lnTo>
                    <a:pt x="94" y="386"/>
                  </a:lnTo>
                  <a:lnTo>
                    <a:pt x="94" y="386"/>
                  </a:lnTo>
                  <a:lnTo>
                    <a:pt x="94" y="385"/>
                  </a:lnTo>
                  <a:lnTo>
                    <a:pt x="95" y="385"/>
                  </a:lnTo>
                  <a:lnTo>
                    <a:pt x="95" y="385"/>
                  </a:lnTo>
                  <a:lnTo>
                    <a:pt x="95" y="385"/>
                  </a:lnTo>
                  <a:lnTo>
                    <a:pt x="95" y="384"/>
                  </a:lnTo>
                  <a:lnTo>
                    <a:pt x="96" y="384"/>
                  </a:lnTo>
                  <a:lnTo>
                    <a:pt x="96" y="384"/>
                  </a:lnTo>
                  <a:lnTo>
                    <a:pt x="97" y="384"/>
                  </a:lnTo>
                  <a:lnTo>
                    <a:pt x="98" y="384"/>
                  </a:lnTo>
                  <a:lnTo>
                    <a:pt x="98" y="385"/>
                  </a:lnTo>
                  <a:lnTo>
                    <a:pt x="99" y="385"/>
                  </a:lnTo>
                  <a:lnTo>
                    <a:pt x="99" y="386"/>
                  </a:lnTo>
                  <a:lnTo>
                    <a:pt x="99" y="386"/>
                  </a:lnTo>
                  <a:lnTo>
                    <a:pt x="99" y="386"/>
                  </a:lnTo>
                  <a:lnTo>
                    <a:pt x="99" y="386"/>
                  </a:lnTo>
                  <a:lnTo>
                    <a:pt x="100" y="387"/>
                  </a:lnTo>
                  <a:lnTo>
                    <a:pt x="101" y="387"/>
                  </a:lnTo>
                  <a:lnTo>
                    <a:pt x="103" y="387"/>
                  </a:lnTo>
                  <a:lnTo>
                    <a:pt x="103" y="388"/>
                  </a:lnTo>
                  <a:lnTo>
                    <a:pt x="103" y="388"/>
                  </a:lnTo>
                  <a:lnTo>
                    <a:pt x="103" y="387"/>
                  </a:lnTo>
                  <a:lnTo>
                    <a:pt x="105" y="387"/>
                  </a:lnTo>
                  <a:lnTo>
                    <a:pt x="105" y="387"/>
                  </a:lnTo>
                  <a:lnTo>
                    <a:pt x="106" y="387"/>
                  </a:lnTo>
                  <a:lnTo>
                    <a:pt x="106" y="387"/>
                  </a:lnTo>
                  <a:lnTo>
                    <a:pt x="107" y="387"/>
                  </a:lnTo>
                  <a:lnTo>
                    <a:pt x="107" y="387"/>
                  </a:lnTo>
                  <a:lnTo>
                    <a:pt x="107" y="387"/>
                  </a:lnTo>
                  <a:lnTo>
                    <a:pt x="107" y="387"/>
                  </a:lnTo>
                  <a:lnTo>
                    <a:pt x="107" y="387"/>
                  </a:lnTo>
                  <a:lnTo>
                    <a:pt x="108" y="387"/>
                  </a:lnTo>
                  <a:lnTo>
                    <a:pt x="110" y="388"/>
                  </a:lnTo>
                  <a:lnTo>
                    <a:pt x="110" y="387"/>
                  </a:lnTo>
                  <a:lnTo>
                    <a:pt x="109" y="387"/>
                  </a:lnTo>
                  <a:lnTo>
                    <a:pt x="108" y="386"/>
                  </a:lnTo>
                  <a:lnTo>
                    <a:pt x="108" y="386"/>
                  </a:lnTo>
                  <a:lnTo>
                    <a:pt x="107" y="385"/>
                  </a:lnTo>
                  <a:lnTo>
                    <a:pt x="107" y="385"/>
                  </a:lnTo>
                  <a:lnTo>
                    <a:pt x="107" y="384"/>
                  </a:lnTo>
                  <a:lnTo>
                    <a:pt x="106" y="383"/>
                  </a:lnTo>
                  <a:lnTo>
                    <a:pt x="107" y="383"/>
                  </a:lnTo>
                  <a:lnTo>
                    <a:pt x="106" y="382"/>
                  </a:lnTo>
                  <a:lnTo>
                    <a:pt x="107" y="382"/>
                  </a:lnTo>
                  <a:lnTo>
                    <a:pt x="107" y="381"/>
                  </a:lnTo>
                  <a:lnTo>
                    <a:pt x="107" y="381"/>
                  </a:lnTo>
                  <a:lnTo>
                    <a:pt x="107" y="381"/>
                  </a:lnTo>
                  <a:lnTo>
                    <a:pt x="107" y="381"/>
                  </a:lnTo>
                  <a:lnTo>
                    <a:pt x="107" y="381"/>
                  </a:lnTo>
                  <a:lnTo>
                    <a:pt x="107" y="380"/>
                  </a:lnTo>
                  <a:lnTo>
                    <a:pt x="108" y="380"/>
                  </a:lnTo>
                  <a:lnTo>
                    <a:pt x="108" y="379"/>
                  </a:lnTo>
                  <a:lnTo>
                    <a:pt x="109" y="379"/>
                  </a:lnTo>
                  <a:lnTo>
                    <a:pt x="110" y="378"/>
                  </a:lnTo>
                  <a:lnTo>
                    <a:pt x="111" y="378"/>
                  </a:lnTo>
                  <a:lnTo>
                    <a:pt x="111" y="378"/>
                  </a:lnTo>
                  <a:lnTo>
                    <a:pt x="112" y="378"/>
                  </a:lnTo>
                  <a:lnTo>
                    <a:pt x="112" y="377"/>
                  </a:lnTo>
                  <a:lnTo>
                    <a:pt x="112" y="377"/>
                  </a:lnTo>
                  <a:lnTo>
                    <a:pt x="112" y="378"/>
                  </a:lnTo>
                  <a:lnTo>
                    <a:pt x="114" y="377"/>
                  </a:lnTo>
                  <a:lnTo>
                    <a:pt x="114" y="378"/>
                  </a:lnTo>
                  <a:lnTo>
                    <a:pt x="114" y="378"/>
                  </a:lnTo>
                  <a:lnTo>
                    <a:pt x="116" y="377"/>
                  </a:lnTo>
                  <a:lnTo>
                    <a:pt x="116" y="376"/>
                  </a:lnTo>
                  <a:lnTo>
                    <a:pt x="118" y="375"/>
                  </a:lnTo>
                  <a:lnTo>
                    <a:pt x="118" y="375"/>
                  </a:lnTo>
                  <a:lnTo>
                    <a:pt x="118" y="374"/>
                  </a:lnTo>
                  <a:lnTo>
                    <a:pt x="118" y="374"/>
                  </a:lnTo>
                  <a:lnTo>
                    <a:pt x="119" y="374"/>
                  </a:lnTo>
                  <a:lnTo>
                    <a:pt x="119" y="373"/>
                  </a:lnTo>
                  <a:lnTo>
                    <a:pt x="120" y="373"/>
                  </a:lnTo>
                  <a:lnTo>
                    <a:pt x="120" y="373"/>
                  </a:lnTo>
                  <a:lnTo>
                    <a:pt x="120" y="373"/>
                  </a:lnTo>
                  <a:lnTo>
                    <a:pt x="120" y="373"/>
                  </a:lnTo>
                  <a:lnTo>
                    <a:pt x="120" y="373"/>
                  </a:lnTo>
                  <a:lnTo>
                    <a:pt x="121" y="370"/>
                  </a:lnTo>
                  <a:lnTo>
                    <a:pt x="122" y="369"/>
                  </a:lnTo>
                  <a:lnTo>
                    <a:pt x="122" y="368"/>
                  </a:lnTo>
                  <a:lnTo>
                    <a:pt x="122" y="368"/>
                  </a:lnTo>
                  <a:lnTo>
                    <a:pt x="123" y="368"/>
                  </a:lnTo>
                  <a:lnTo>
                    <a:pt x="124" y="367"/>
                  </a:lnTo>
                  <a:lnTo>
                    <a:pt x="124" y="367"/>
                  </a:lnTo>
                  <a:lnTo>
                    <a:pt x="124" y="366"/>
                  </a:lnTo>
                  <a:lnTo>
                    <a:pt x="123" y="365"/>
                  </a:lnTo>
                  <a:lnTo>
                    <a:pt x="123" y="365"/>
                  </a:lnTo>
                  <a:lnTo>
                    <a:pt x="122" y="365"/>
                  </a:lnTo>
                  <a:lnTo>
                    <a:pt x="123" y="364"/>
                  </a:lnTo>
                  <a:lnTo>
                    <a:pt x="124" y="364"/>
                  </a:lnTo>
                  <a:lnTo>
                    <a:pt x="125" y="364"/>
                  </a:lnTo>
                  <a:lnTo>
                    <a:pt x="125" y="363"/>
                  </a:lnTo>
                  <a:lnTo>
                    <a:pt x="125" y="362"/>
                  </a:lnTo>
                  <a:lnTo>
                    <a:pt x="125" y="361"/>
                  </a:lnTo>
                  <a:lnTo>
                    <a:pt x="127" y="362"/>
                  </a:lnTo>
                  <a:lnTo>
                    <a:pt x="127" y="363"/>
                  </a:lnTo>
                  <a:lnTo>
                    <a:pt x="129" y="363"/>
                  </a:lnTo>
                  <a:lnTo>
                    <a:pt x="129" y="364"/>
                  </a:lnTo>
                  <a:lnTo>
                    <a:pt x="129" y="364"/>
                  </a:lnTo>
                  <a:lnTo>
                    <a:pt x="129" y="364"/>
                  </a:lnTo>
                  <a:lnTo>
                    <a:pt x="129" y="364"/>
                  </a:lnTo>
                  <a:lnTo>
                    <a:pt x="129" y="364"/>
                  </a:lnTo>
                  <a:lnTo>
                    <a:pt x="130" y="364"/>
                  </a:lnTo>
                  <a:lnTo>
                    <a:pt x="130" y="364"/>
                  </a:lnTo>
                  <a:lnTo>
                    <a:pt x="130" y="364"/>
                  </a:lnTo>
                  <a:lnTo>
                    <a:pt x="130" y="364"/>
                  </a:lnTo>
                  <a:lnTo>
                    <a:pt x="131" y="364"/>
                  </a:lnTo>
                  <a:lnTo>
                    <a:pt x="132" y="365"/>
                  </a:lnTo>
                  <a:lnTo>
                    <a:pt x="133" y="366"/>
                  </a:lnTo>
                  <a:lnTo>
                    <a:pt x="133" y="367"/>
                  </a:lnTo>
                  <a:lnTo>
                    <a:pt x="133" y="367"/>
                  </a:lnTo>
                  <a:lnTo>
                    <a:pt x="133" y="368"/>
                  </a:lnTo>
                  <a:lnTo>
                    <a:pt x="133" y="368"/>
                  </a:lnTo>
                  <a:lnTo>
                    <a:pt x="134" y="368"/>
                  </a:lnTo>
                  <a:lnTo>
                    <a:pt x="133" y="368"/>
                  </a:lnTo>
                  <a:lnTo>
                    <a:pt x="133" y="369"/>
                  </a:lnTo>
                  <a:lnTo>
                    <a:pt x="133" y="369"/>
                  </a:lnTo>
                  <a:lnTo>
                    <a:pt x="133" y="370"/>
                  </a:lnTo>
                  <a:lnTo>
                    <a:pt x="134" y="370"/>
                  </a:lnTo>
                  <a:lnTo>
                    <a:pt x="134" y="369"/>
                  </a:lnTo>
                  <a:lnTo>
                    <a:pt x="134" y="368"/>
                  </a:lnTo>
                  <a:lnTo>
                    <a:pt x="135" y="368"/>
                  </a:lnTo>
                  <a:lnTo>
                    <a:pt x="135" y="366"/>
                  </a:lnTo>
                  <a:lnTo>
                    <a:pt x="134" y="365"/>
                  </a:lnTo>
                  <a:lnTo>
                    <a:pt x="133" y="365"/>
                  </a:lnTo>
                  <a:lnTo>
                    <a:pt x="133" y="365"/>
                  </a:lnTo>
                  <a:lnTo>
                    <a:pt x="133" y="365"/>
                  </a:lnTo>
                  <a:lnTo>
                    <a:pt x="133" y="365"/>
                  </a:lnTo>
                  <a:lnTo>
                    <a:pt x="133" y="364"/>
                  </a:lnTo>
                  <a:lnTo>
                    <a:pt x="133" y="364"/>
                  </a:lnTo>
                  <a:lnTo>
                    <a:pt x="133" y="363"/>
                  </a:lnTo>
                  <a:lnTo>
                    <a:pt x="133" y="362"/>
                  </a:lnTo>
                  <a:lnTo>
                    <a:pt x="132" y="361"/>
                  </a:lnTo>
                  <a:lnTo>
                    <a:pt x="132" y="361"/>
                  </a:lnTo>
                  <a:lnTo>
                    <a:pt x="133" y="360"/>
                  </a:lnTo>
                  <a:lnTo>
                    <a:pt x="133" y="360"/>
                  </a:lnTo>
                  <a:lnTo>
                    <a:pt x="133" y="360"/>
                  </a:lnTo>
                  <a:lnTo>
                    <a:pt x="133" y="359"/>
                  </a:lnTo>
                  <a:lnTo>
                    <a:pt x="133" y="359"/>
                  </a:lnTo>
                  <a:lnTo>
                    <a:pt x="133" y="358"/>
                  </a:lnTo>
                  <a:lnTo>
                    <a:pt x="133" y="358"/>
                  </a:lnTo>
                  <a:lnTo>
                    <a:pt x="133" y="359"/>
                  </a:lnTo>
                  <a:lnTo>
                    <a:pt x="135" y="359"/>
                  </a:lnTo>
                  <a:lnTo>
                    <a:pt x="135" y="358"/>
                  </a:lnTo>
                  <a:lnTo>
                    <a:pt x="135" y="358"/>
                  </a:lnTo>
                  <a:lnTo>
                    <a:pt x="136" y="358"/>
                  </a:lnTo>
                  <a:lnTo>
                    <a:pt x="137" y="358"/>
                  </a:lnTo>
                  <a:lnTo>
                    <a:pt x="138" y="357"/>
                  </a:lnTo>
                  <a:lnTo>
                    <a:pt x="140" y="357"/>
                  </a:lnTo>
                  <a:lnTo>
                    <a:pt x="140" y="357"/>
                  </a:lnTo>
                  <a:lnTo>
                    <a:pt x="140" y="356"/>
                  </a:lnTo>
                  <a:lnTo>
                    <a:pt x="140" y="356"/>
                  </a:lnTo>
                  <a:lnTo>
                    <a:pt x="140" y="356"/>
                  </a:lnTo>
                  <a:lnTo>
                    <a:pt x="144" y="356"/>
                  </a:lnTo>
                  <a:lnTo>
                    <a:pt x="146" y="355"/>
                  </a:lnTo>
                  <a:lnTo>
                    <a:pt x="146" y="355"/>
                  </a:lnTo>
                  <a:lnTo>
                    <a:pt x="147" y="355"/>
                  </a:lnTo>
                  <a:lnTo>
                    <a:pt x="147" y="355"/>
                  </a:lnTo>
                  <a:lnTo>
                    <a:pt x="150" y="355"/>
                  </a:lnTo>
                  <a:lnTo>
                    <a:pt x="151" y="355"/>
                  </a:lnTo>
                  <a:lnTo>
                    <a:pt x="151" y="355"/>
                  </a:lnTo>
                  <a:lnTo>
                    <a:pt x="151" y="355"/>
                  </a:lnTo>
                  <a:lnTo>
                    <a:pt x="152" y="354"/>
                  </a:lnTo>
                  <a:lnTo>
                    <a:pt x="154" y="354"/>
                  </a:lnTo>
                  <a:lnTo>
                    <a:pt x="155" y="355"/>
                  </a:lnTo>
                  <a:lnTo>
                    <a:pt x="155" y="355"/>
                  </a:lnTo>
                  <a:lnTo>
                    <a:pt x="155" y="355"/>
                  </a:lnTo>
                  <a:lnTo>
                    <a:pt x="155" y="355"/>
                  </a:lnTo>
                  <a:lnTo>
                    <a:pt x="155" y="355"/>
                  </a:lnTo>
                  <a:lnTo>
                    <a:pt x="156" y="355"/>
                  </a:lnTo>
                  <a:lnTo>
                    <a:pt x="156" y="356"/>
                  </a:lnTo>
                  <a:lnTo>
                    <a:pt x="156" y="356"/>
                  </a:lnTo>
                  <a:lnTo>
                    <a:pt x="157" y="356"/>
                  </a:lnTo>
                  <a:lnTo>
                    <a:pt x="159" y="356"/>
                  </a:lnTo>
                  <a:lnTo>
                    <a:pt x="161" y="356"/>
                  </a:lnTo>
                  <a:lnTo>
                    <a:pt x="162" y="355"/>
                  </a:lnTo>
                  <a:lnTo>
                    <a:pt x="164" y="355"/>
                  </a:lnTo>
                  <a:lnTo>
                    <a:pt x="164" y="354"/>
                  </a:lnTo>
                  <a:lnTo>
                    <a:pt x="164" y="354"/>
                  </a:lnTo>
                  <a:lnTo>
                    <a:pt x="165" y="353"/>
                  </a:lnTo>
                  <a:lnTo>
                    <a:pt x="165" y="352"/>
                  </a:lnTo>
                  <a:lnTo>
                    <a:pt x="166" y="351"/>
                  </a:lnTo>
                  <a:lnTo>
                    <a:pt x="167" y="351"/>
                  </a:lnTo>
                  <a:lnTo>
                    <a:pt x="167" y="351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69" y="348"/>
                  </a:lnTo>
                  <a:lnTo>
                    <a:pt x="169" y="347"/>
                  </a:lnTo>
                  <a:lnTo>
                    <a:pt x="169" y="347"/>
                  </a:lnTo>
                  <a:lnTo>
                    <a:pt x="169" y="347"/>
                  </a:lnTo>
                  <a:lnTo>
                    <a:pt x="169" y="347"/>
                  </a:lnTo>
                  <a:lnTo>
                    <a:pt x="169" y="347"/>
                  </a:lnTo>
                  <a:lnTo>
                    <a:pt x="170" y="347"/>
                  </a:lnTo>
                  <a:lnTo>
                    <a:pt x="170" y="347"/>
                  </a:lnTo>
                  <a:lnTo>
                    <a:pt x="170" y="347"/>
                  </a:lnTo>
                  <a:lnTo>
                    <a:pt x="171" y="347"/>
                  </a:lnTo>
                  <a:lnTo>
                    <a:pt x="172" y="347"/>
                  </a:lnTo>
                  <a:lnTo>
                    <a:pt x="172" y="347"/>
                  </a:lnTo>
                  <a:lnTo>
                    <a:pt x="172" y="347"/>
                  </a:lnTo>
                  <a:lnTo>
                    <a:pt x="172" y="347"/>
                  </a:lnTo>
                  <a:lnTo>
                    <a:pt x="173" y="347"/>
                  </a:lnTo>
                  <a:lnTo>
                    <a:pt x="173" y="346"/>
                  </a:lnTo>
                  <a:lnTo>
                    <a:pt x="175" y="346"/>
                  </a:lnTo>
                  <a:lnTo>
                    <a:pt x="177" y="344"/>
                  </a:lnTo>
                  <a:lnTo>
                    <a:pt x="177" y="342"/>
                  </a:lnTo>
                  <a:lnTo>
                    <a:pt x="177" y="342"/>
                  </a:lnTo>
                  <a:lnTo>
                    <a:pt x="180" y="341"/>
                  </a:lnTo>
                  <a:lnTo>
                    <a:pt x="180" y="340"/>
                  </a:lnTo>
                  <a:lnTo>
                    <a:pt x="181" y="339"/>
                  </a:lnTo>
                  <a:lnTo>
                    <a:pt x="182" y="338"/>
                  </a:lnTo>
                  <a:lnTo>
                    <a:pt x="183" y="337"/>
                  </a:lnTo>
                  <a:lnTo>
                    <a:pt x="183" y="336"/>
                  </a:lnTo>
                  <a:lnTo>
                    <a:pt x="185" y="334"/>
                  </a:lnTo>
                  <a:lnTo>
                    <a:pt x="185" y="334"/>
                  </a:lnTo>
                  <a:lnTo>
                    <a:pt x="186" y="334"/>
                  </a:lnTo>
                  <a:lnTo>
                    <a:pt x="187" y="334"/>
                  </a:lnTo>
                  <a:lnTo>
                    <a:pt x="187" y="334"/>
                  </a:lnTo>
                  <a:lnTo>
                    <a:pt x="188" y="334"/>
                  </a:lnTo>
                  <a:lnTo>
                    <a:pt x="188" y="336"/>
                  </a:lnTo>
                  <a:lnTo>
                    <a:pt x="188" y="336"/>
                  </a:lnTo>
                  <a:lnTo>
                    <a:pt x="189" y="336"/>
                  </a:lnTo>
                  <a:lnTo>
                    <a:pt x="190" y="336"/>
                  </a:lnTo>
                  <a:lnTo>
                    <a:pt x="191" y="334"/>
                  </a:lnTo>
                  <a:lnTo>
                    <a:pt x="192" y="335"/>
                  </a:lnTo>
                  <a:lnTo>
                    <a:pt x="192" y="335"/>
                  </a:lnTo>
                  <a:lnTo>
                    <a:pt x="192" y="335"/>
                  </a:lnTo>
                  <a:lnTo>
                    <a:pt x="193" y="335"/>
                  </a:lnTo>
                  <a:lnTo>
                    <a:pt x="196" y="334"/>
                  </a:lnTo>
                  <a:lnTo>
                    <a:pt x="196" y="333"/>
                  </a:lnTo>
                  <a:lnTo>
                    <a:pt x="197" y="332"/>
                  </a:lnTo>
                  <a:lnTo>
                    <a:pt x="197" y="332"/>
                  </a:lnTo>
                  <a:lnTo>
                    <a:pt x="198" y="332"/>
                  </a:lnTo>
                  <a:lnTo>
                    <a:pt x="198" y="332"/>
                  </a:lnTo>
                  <a:lnTo>
                    <a:pt x="198" y="331"/>
                  </a:lnTo>
                  <a:lnTo>
                    <a:pt x="199" y="330"/>
                  </a:lnTo>
                  <a:lnTo>
                    <a:pt x="199" y="330"/>
                  </a:lnTo>
                  <a:lnTo>
                    <a:pt x="200" y="330"/>
                  </a:lnTo>
                  <a:lnTo>
                    <a:pt x="201" y="329"/>
                  </a:lnTo>
                  <a:lnTo>
                    <a:pt x="203" y="328"/>
                  </a:lnTo>
                  <a:lnTo>
                    <a:pt x="203" y="328"/>
                  </a:lnTo>
                  <a:lnTo>
                    <a:pt x="203" y="327"/>
                  </a:lnTo>
                  <a:lnTo>
                    <a:pt x="203" y="326"/>
                  </a:lnTo>
                  <a:lnTo>
                    <a:pt x="204" y="326"/>
                  </a:lnTo>
                  <a:lnTo>
                    <a:pt x="205" y="325"/>
                  </a:lnTo>
                  <a:lnTo>
                    <a:pt x="207" y="325"/>
                  </a:lnTo>
                  <a:lnTo>
                    <a:pt x="207" y="325"/>
                  </a:lnTo>
                  <a:lnTo>
                    <a:pt x="207" y="325"/>
                  </a:lnTo>
                  <a:lnTo>
                    <a:pt x="208" y="325"/>
                  </a:lnTo>
                  <a:lnTo>
                    <a:pt x="209" y="325"/>
                  </a:lnTo>
                  <a:lnTo>
                    <a:pt x="209" y="324"/>
                  </a:lnTo>
                  <a:lnTo>
                    <a:pt x="210" y="323"/>
                  </a:lnTo>
                  <a:lnTo>
                    <a:pt x="211" y="323"/>
                  </a:lnTo>
                  <a:lnTo>
                    <a:pt x="213" y="321"/>
                  </a:lnTo>
                  <a:lnTo>
                    <a:pt x="214" y="320"/>
                  </a:lnTo>
                  <a:lnTo>
                    <a:pt x="214" y="319"/>
                  </a:lnTo>
                  <a:lnTo>
                    <a:pt x="214" y="319"/>
                  </a:lnTo>
                  <a:lnTo>
                    <a:pt x="214" y="319"/>
                  </a:lnTo>
                  <a:lnTo>
                    <a:pt x="215" y="318"/>
                  </a:lnTo>
                  <a:lnTo>
                    <a:pt x="215" y="318"/>
                  </a:lnTo>
                  <a:lnTo>
                    <a:pt x="215" y="317"/>
                  </a:lnTo>
                  <a:lnTo>
                    <a:pt x="216" y="317"/>
                  </a:lnTo>
                  <a:lnTo>
                    <a:pt x="216" y="317"/>
                  </a:lnTo>
                  <a:lnTo>
                    <a:pt x="216" y="317"/>
                  </a:lnTo>
                  <a:lnTo>
                    <a:pt x="216" y="317"/>
                  </a:lnTo>
                  <a:lnTo>
                    <a:pt x="216" y="316"/>
                  </a:lnTo>
                  <a:lnTo>
                    <a:pt x="216" y="316"/>
                  </a:lnTo>
                  <a:lnTo>
                    <a:pt x="216" y="316"/>
                  </a:lnTo>
                  <a:lnTo>
                    <a:pt x="216" y="315"/>
                  </a:lnTo>
                  <a:lnTo>
                    <a:pt x="216" y="315"/>
                  </a:lnTo>
                  <a:lnTo>
                    <a:pt x="216" y="314"/>
                  </a:lnTo>
                  <a:lnTo>
                    <a:pt x="216" y="314"/>
                  </a:lnTo>
                  <a:lnTo>
                    <a:pt x="216" y="313"/>
                  </a:lnTo>
                  <a:lnTo>
                    <a:pt x="217" y="313"/>
                  </a:lnTo>
                  <a:lnTo>
                    <a:pt x="219" y="313"/>
                  </a:lnTo>
                  <a:lnTo>
                    <a:pt x="219" y="313"/>
                  </a:lnTo>
                  <a:lnTo>
                    <a:pt x="219" y="313"/>
                  </a:lnTo>
                  <a:lnTo>
                    <a:pt x="220" y="311"/>
                  </a:lnTo>
                  <a:lnTo>
                    <a:pt x="220" y="310"/>
                  </a:lnTo>
                  <a:lnTo>
                    <a:pt x="220" y="310"/>
                  </a:lnTo>
                  <a:lnTo>
                    <a:pt x="221" y="309"/>
                  </a:lnTo>
                  <a:lnTo>
                    <a:pt x="221" y="309"/>
                  </a:lnTo>
                  <a:lnTo>
                    <a:pt x="222" y="309"/>
                  </a:lnTo>
                  <a:lnTo>
                    <a:pt x="222" y="308"/>
                  </a:lnTo>
                  <a:lnTo>
                    <a:pt x="223" y="307"/>
                  </a:lnTo>
                  <a:lnTo>
                    <a:pt x="224" y="305"/>
                  </a:lnTo>
                  <a:lnTo>
                    <a:pt x="224" y="305"/>
                  </a:lnTo>
                  <a:lnTo>
                    <a:pt x="224" y="304"/>
                  </a:lnTo>
                  <a:lnTo>
                    <a:pt x="224" y="304"/>
                  </a:lnTo>
                  <a:lnTo>
                    <a:pt x="224" y="303"/>
                  </a:lnTo>
                  <a:lnTo>
                    <a:pt x="224" y="303"/>
                  </a:lnTo>
                  <a:lnTo>
                    <a:pt x="224" y="303"/>
                  </a:lnTo>
                  <a:lnTo>
                    <a:pt x="225" y="302"/>
                  </a:lnTo>
                  <a:lnTo>
                    <a:pt x="226" y="301"/>
                  </a:lnTo>
                  <a:lnTo>
                    <a:pt x="226" y="301"/>
                  </a:lnTo>
                  <a:lnTo>
                    <a:pt x="226" y="300"/>
                  </a:lnTo>
                  <a:lnTo>
                    <a:pt x="227" y="299"/>
                  </a:lnTo>
                  <a:lnTo>
                    <a:pt x="227" y="298"/>
                  </a:lnTo>
                  <a:lnTo>
                    <a:pt x="228" y="297"/>
                  </a:lnTo>
                  <a:lnTo>
                    <a:pt x="228" y="295"/>
                  </a:lnTo>
                  <a:lnTo>
                    <a:pt x="228" y="295"/>
                  </a:lnTo>
                  <a:lnTo>
                    <a:pt x="229" y="293"/>
                  </a:lnTo>
                  <a:lnTo>
                    <a:pt x="229" y="291"/>
                  </a:lnTo>
                  <a:lnTo>
                    <a:pt x="229" y="291"/>
                  </a:lnTo>
                  <a:lnTo>
                    <a:pt x="229" y="290"/>
                  </a:lnTo>
                  <a:lnTo>
                    <a:pt x="230" y="289"/>
                  </a:lnTo>
                  <a:lnTo>
                    <a:pt x="230" y="289"/>
                  </a:lnTo>
                  <a:lnTo>
                    <a:pt x="230" y="288"/>
                  </a:lnTo>
                  <a:lnTo>
                    <a:pt x="230" y="288"/>
                  </a:lnTo>
                  <a:lnTo>
                    <a:pt x="231" y="287"/>
                  </a:lnTo>
                  <a:lnTo>
                    <a:pt x="231" y="286"/>
                  </a:lnTo>
                  <a:lnTo>
                    <a:pt x="232" y="286"/>
                  </a:lnTo>
                  <a:lnTo>
                    <a:pt x="232" y="286"/>
                  </a:lnTo>
                  <a:lnTo>
                    <a:pt x="232" y="286"/>
                  </a:lnTo>
                  <a:lnTo>
                    <a:pt x="233" y="285"/>
                  </a:lnTo>
                  <a:lnTo>
                    <a:pt x="233" y="285"/>
                  </a:lnTo>
                  <a:lnTo>
                    <a:pt x="233" y="284"/>
                  </a:lnTo>
                  <a:lnTo>
                    <a:pt x="233" y="283"/>
                  </a:lnTo>
                  <a:lnTo>
                    <a:pt x="232" y="282"/>
                  </a:lnTo>
                  <a:lnTo>
                    <a:pt x="233" y="282"/>
                  </a:lnTo>
                  <a:lnTo>
                    <a:pt x="233" y="282"/>
                  </a:lnTo>
                  <a:lnTo>
                    <a:pt x="233" y="282"/>
                  </a:lnTo>
                  <a:lnTo>
                    <a:pt x="233" y="281"/>
                  </a:lnTo>
                  <a:lnTo>
                    <a:pt x="233" y="281"/>
                  </a:lnTo>
                  <a:lnTo>
                    <a:pt x="233" y="281"/>
                  </a:lnTo>
                  <a:lnTo>
                    <a:pt x="233" y="280"/>
                  </a:lnTo>
                  <a:lnTo>
                    <a:pt x="233" y="280"/>
                  </a:lnTo>
                  <a:lnTo>
                    <a:pt x="233" y="280"/>
                  </a:lnTo>
                  <a:lnTo>
                    <a:pt x="233" y="279"/>
                  </a:lnTo>
                  <a:lnTo>
                    <a:pt x="233" y="277"/>
                  </a:lnTo>
                  <a:lnTo>
                    <a:pt x="233" y="277"/>
                  </a:lnTo>
                  <a:lnTo>
                    <a:pt x="233" y="277"/>
                  </a:lnTo>
                  <a:lnTo>
                    <a:pt x="234" y="276"/>
                  </a:lnTo>
                  <a:lnTo>
                    <a:pt x="234" y="275"/>
                  </a:lnTo>
                  <a:lnTo>
                    <a:pt x="233" y="275"/>
                  </a:lnTo>
                  <a:lnTo>
                    <a:pt x="233" y="275"/>
                  </a:lnTo>
                  <a:lnTo>
                    <a:pt x="233" y="274"/>
                  </a:lnTo>
                  <a:lnTo>
                    <a:pt x="233" y="274"/>
                  </a:lnTo>
                  <a:lnTo>
                    <a:pt x="233" y="274"/>
                  </a:lnTo>
                  <a:lnTo>
                    <a:pt x="233" y="272"/>
                  </a:lnTo>
                  <a:lnTo>
                    <a:pt x="234" y="271"/>
                  </a:lnTo>
                  <a:lnTo>
                    <a:pt x="234" y="270"/>
                  </a:lnTo>
                  <a:lnTo>
                    <a:pt x="234" y="270"/>
                  </a:lnTo>
                  <a:lnTo>
                    <a:pt x="235" y="269"/>
                  </a:lnTo>
                  <a:lnTo>
                    <a:pt x="236" y="267"/>
                  </a:lnTo>
                  <a:lnTo>
                    <a:pt x="236" y="266"/>
                  </a:lnTo>
                  <a:lnTo>
                    <a:pt x="237" y="264"/>
                  </a:lnTo>
                  <a:lnTo>
                    <a:pt x="237" y="264"/>
                  </a:lnTo>
                  <a:lnTo>
                    <a:pt x="238" y="262"/>
                  </a:lnTo>
                  <a:lnTo>
                    <a:pt x="238" y="260"/>
                  </a:lnTo>
                  <a:lnTo>
                    <a:pt x="238" y="260"/>
                  </a:lnTo>
                  <a:lnTo>
                    <a:pt x="238" y="258"/>
                  </a:lnTo>
                  <a:lnTo>
                    <a:pt x="238" y="255"/>
                  </a:lnTo>
                  <a:lnTo>
                    <a:pt x="238" y="254"/>
                  </a:lnTo>
                  <a:lnTo>
                    <a:pt x="238" y="253"/>
                  </a:lnTo>
                  <a:lnTo>
                    <a:pt x="237" y="251"/>
                  </a:lnTo>
                  <a:lnTo>
                    <a:pt x="237" y="249"/>
                  </a:lnTo>
                  <a:lnTo>
                    <a:pt x="238" y="249"/>
                  </a:lnTo>
                  <a:lnTo>
                    <a:pt x="239" y="248"/>
                  </a:lnTo>
                  <a:lnTo>
                    <a:pt x="239" y="250"/>
                  </a:lnTo>
                  <a:lnTo>
                    <a:pt x="240" y="250"/>
                  </a:lnTo>
                  <a:lnTo>
                    <a:pt x="240" y="250"/>
                  </a:lnTo>
                  <a:lnTo>
                    <a:pt x="241" y="250"/>
                  </a:lnTo>
                  <a:lnTo>
                    <a:pt x="241" y="251"/>
                  </a:lnTo>
                  <a:lnTo>
                    <a:pt x="241" y="251"/>
                  </a:lnTo>
                  <a:lnTo>
                    <a:pt x="241" y="250"/>
                  </a:lnTo>
                  <a:lnTo>
                    <a:pt x="242" y="250"/>
                  </a:lnTo>
                  <a:lnTo>
                    <a:pt x="242" y="250"/>
                  </a:lnTo>
                  <a:lnTo>
                    <a:pt x="242" y="250"/>
                  </a:lnTo>
                  <a:lnTo>
                    <a:pt x="243" y="250"/>
                  </a:lnTo>
                  <a:lnTo>
                    <a:pt x="243" y="250"/>
                  </a:lnTo>
                  <a:lnTo>
                    <a:pt x="243" y="250"/>
                  </a:lnTo>
                  <a:lnTo>
                    <a:pt x="244" y="250"/>
                  </a:lnTo>
                  <a:lnTo>
                    <a:pt x="246" y="249"/>
                  </a:lnTo>
                  <a:lnTo>
                    <a:pt x="246" y="249"/>
                  </a:lnTo>
                  <a:lnTo>
                    <a:pt x="246" y="248"/>
                  </a:lnTo>
                  <a:lnTo>
                    <a:pt x="247" y="248"/>
                  </a:lnTo>
                  <a:lnTo>
                    <a:pt x="248" y="248"/>
                  </a:lnTo>
                  <a:lnTo>
                    <a:pt x="248" y="248"/>
                  </a:lnTo>
                  <a:lnTo>
                    <a:pt x="248" y="247"/>
                  </a:lnTo>
                  <a:lnTo>
                    <a:pt x="249" y="247"/>
                  </a:lnTo>
                  <a:lnTo>
                    <a:pt x="249" y="247"/>
                  </a:lnTo>
                  <a:lnTo>
                    <a:pt x="250" y="247"/>
                  </a:lnTo>
                  <a:lnTo>
                    <a:pt x="250" y="247"/>
                  </a:lnTo>
                  <a:lnTo>
                    <a:pt x="249" y="247"/>
                  </a:lnTo>
                  <a:lnTo>
                    <a:pt x="249" y="246"/>
                  </a:lnTo>
                  <a:lnTo>
                    <a:pt x="250" y="245"/>
                  </a:lnTo>
                  <a:lnTo>
                    <a:pt x="251" y="245"/>
                  </a:lnTo>
                  <a:lnTo>
                    <a:pt x="251" y="245"/>
                  </a:lnTo>
                  <a:lnTo>
                    <a:pt x="250" y="245"/>
                  </a:lnTo>
                  <a:lnTo>
                    <a:pt x="250" y="245"/>
                  </a:lnTo>
                  <a:lnTo>
                    <a:pt x="251" y="244"/>
                  </a:lnTo>
                  <a:lnTo>
                    <a:pt x="251" y="244"/>
                  </a:lnTo>
                  <a:lnTo>
                    <a:pt x="251" y="244"/>
                  </a:lnTo>
                  <a:lnTo>
                    <a:pt x="251" y="244"/>
                  </a:lnTo>
                  <a:lnTo>
                    <a:pt x="251" y="244"/>
                  </a:lnTo>
                  <a:lnTo>
                    <a:pt x="251" y="245"/>
                  </a:lnTo>
                  <a:lnTo>
                    <a:pt x="252" y="245"/>
                  </a:lnTo>
                  <a:lnTo>
                    <a:pt x="252" y="244"/>
                  </a:lnTo>
                  <a:lnTo>
                    <a:pt x="252" y="244"/>
                  </a:lnTo>
                  <a:lnTo>
                    <a:pt x="252" y="245"/>
                  </a:lnTo>
                  <a:lnTo>
                    <a:pt x="253" y="245"/>
                  </a:lnTo>
                  <a:lnTo>
                    <a:pt x="253" y="245"/>
                  </a:lnTo>
                  <a:lnTo>
                    <a:pt x="253" y="244"/>
                  </a:lnTo>
                  <a:lnTo>
                    <a:pt x="254" y="244"/>
                  </a:lnTo>
                  <a:lnTo>
                    <a:pt x="254" y="243"/>
                  </a:lnTo>
                  <a:lnTo>
                    <a:pt x="255" y="242"/>
                  </a:lnTo>
                  <a:lnTo>
                    <a:pt x="256" y="242"/>
                  </a:lnTo>
                  <a:lnTo>
                    <a:pt x="256" y="242"/>
                  </a:lnTo>
                  <a:lnTo>
                    <a:pt x="257" y="242"/>
                  </a:lnTo>
                  <a:lnTo>
                    <a:pt x="257" y="242"/>
                  </a:lnTo>
                  <a:lnTo>
                    <a:pt x="258" y="243"/>
                  </a:lnTo>
                  <a:lnTo>
                    <a:pt x="259" y="243"/>
                  </a:lnTo>
                  <a:lnTo>
                    <a:pt x="259" y="243"/>
                  </a:lnTo>
                  <a:lnTo>
                    <a:pt x="259" y="243"/>
                  </a:lnTo>
                  <a:lnTo>
                    <a:pt x="259" y="242"/>
                  </a:lnTo>
                  <a:lnTo>
                    <a:pt x="259" y="242"/>
                  </a:lnTo>
                  <a:lnTo>
                    <a:pt x="259" y="243"/>
                  </a:lnTo>
                  <a:lnTo>
                    <a:pt x="259" y="243"/>
                  </a:lnTo>
                  <a:lnTo>
                    <a:pt x="259" y="243"/>
                  </a:lnTo>
                  <a:lnTo>
                    <a:pt x="258" y="242"/>
                  </a:lnTo>
                  <a:lnTo>
                    <a:pt x="258" y="241"/>
                  </a:lnTo>
                  <a:lnTo>
                    <a:pt x="257" y="241"/>
                  </a:lnTo>
                  <a:lnTo>
                    <a:pt x="257" y="241"/>
                  </a:lnTo>
                  <a:lnTo>
                    <a:pt x="256" y="241"/>
                  </a:lnTo>
                  <a:lnTo>
                    <a:pt x="255" y="241"/>
                  </a:lnTo>
                  <a:lnTo>
                    <a:pt x="254" y="241"/>
                  </a:lnTo>
                  <a:lnTo>
                    <a:pt x="254" y="241"/>
                  </a:lnTo>
                  <a:lnTo>
                    <a:pt x="253" y="242"/>
                  </a:lnTo>
                  <a:lnTo>
                    <a:pt x="252" y="243"/>
                  </a:lnTo>
                  <a:lnTo>
                    <a:pt x="252" y="243"/>
                  </a:lnTo>
                  <a:lnTo>
                    <a:pt x="252" y="242"/>
                  </a:lnTo>
                  <a:lnTo>
                    <a:pt x="251" y="243"/>
                  </a:lnTo>
                  <a:lnTo>
                    <a:pt x="249" y="243"/>
                  </a:lnTo>
                  <a:lnTo>
                    <a:pt x="248" y="243"/>
                  </a:lnTo>
                  <a:lnTo>
                    <a:pt x="247" y="243"/>
                  </a:lnTo>
                  <a:lnTo>
                    <a:pt x="247" y="243"/>
                  </a:lnTo>
                  <a:lnTo>
                    <a:pt x="246" y="243"/>
                  </a:lnTo>
                  <a:lnTo>
                    <a:pt x="246" y="244"/>
                  </a:lnTo>
                  <a:lnTo>
                    <a:pt x="243" y="245"/>
                  </a:lnTo>
                  <a:lnTo>
                    <a:pt x="242" y="245"/>
                  </a:lnTo>
                  <a:lnTo>
                    <a:pt x="242" y="245"/>
                  </a:lnTo>
                  <a:lnTo>
                    <a:pt x="241" y="246"/>
                  </a:lnTo>
                  <a:lnTo>
                    <a:pt x="240" y="246"/>
                  </a:lnTo>
                  <a:lnTo>
                    <a:pt x="238" y="246"/>
                  </a:lnTo>
                  <a:lnTo>
                    <a:pt x="238" y="246"/>
                  </a:lnTo>
                  <a:lnTo>
                    <a:pt x="236" y="246"/>
                  </a:lnTo>
                  <a:lnTo>
                    <a:pt x="236" y="245"/>
                  </a:lnTo>
                  <a:lnTo>
                    <a:pt x="235" y="244"/>
                  </a:lnTo>
                  <a:lnTo>
                    <a:pt x="235" y="243"/>
                  </a:lnTo>
                  <a:lnTo>
                    <a:pt x="234" y="243"/>
                  </a:lnTo>
                  <a:lnTo>
                    <a:pt x="234" y="241"/>
                  </a:lnTo>
                  <a:lnTo>
                    <a:pt x="233" y="240"/>
                  </a:lnTo>
                  <a:lnTo>
                    <a:pt x="233" y="240"/>
                  </a:lnTo>
                  <a:lnTo>
                    <a:pt x="233" y="239"/>
                  </a:lnTo>
                  <a:lnTo>
                    <a:pt x="233" y="238"/>
                  </a:lnTo>
                  <a:lnTo>
                    <a:pt x="233" y="238"/>
                  </a:lnTo>
                  <a:lnTo>
                    <a:pt x="232" y="238"/>
                  </a:lnTo>
                  <a:lnTo>
                    <a:pt x="232" y="238"/>
                  </a:lnTo>
                  <a:lnTo>
                    <a:pt x="232" y="237"/>
                  </a:lnTo>
                  <a:lnTo>
                    <a:pt x="231" y="236"/>
                  </a:lnTo>
                  <a:lnTo>
                    <a:pt x="231" y="235"/>
                  </a:lnTo>
                  <a:lnTo>
                    <a:pt x="230" y="234"/>
                  </a:lnTo>
                  <a:lnTo>
                    <a:pt x="230" y="234"/>
                  </a:lnTo>
                  <a:lnTo>
                    <a:pt x="230" y="234"/>
                  </a:lnTo>
                  <a:lnTo>
                    <a:pt x="230" y="234"/>
                  </a:lnTo>
                  <a:lnTo>
                    <a:pt x="229" y="233"/>
                  </a:lnTo>
                  <a:lnTo>
                    <a:pt x="229" y="232"/>
                  </a:lnTo>
                  <a:lnTo>
                    <a:pt x="229" y="232"/>
                  </a:lnTo>
                  <a:lnTo>
                    <a:pt x="229" y="231"/>
                  </a:lnTo>
                  <a:lnTo>
                    <a:pt x="229" y="230"/>
                  </a:lnTo>
                  <a:lnTo>
                    <a:pt x="228" y="230"/>
                  </a:lnTo>
                  <a:lnTo>
                    <a:pt x="228" y="230"/>
                  </a:lnTo>
                  <a:lnTo>
                    <a:pt x="226" y="228"/>
                  </a:lnTo>
                  <a:lnTo>
                    <a:pt x="226" y="227"/>
                  </a:lnTo>
                  <a:lnTo>
                    <a:pt x="226" y="227"/>
                  </a:lnTo>
                  <a:lnTo>
                    <a:pt x="226" y="225"/>
                  </a:lnTo>
                  <a:lnTo>
                    <a:pt x="226" y="225"/>
                  </a:lnTo>
                  <a:lnTo>
                    <a:pt x="226" y="224"/>
                  </a:lnTo>
                  <a:lnTo>
                    <a:pt x="227" y="224"/>
                  </a:lnTo>
                  <a:lnTo>
                    <a:pt x="227" y="223"/>
                  </a:lnTo>
                  <a:lnTo>
                    <a:pt x="227" y="223"/>
                  </a:lnTo>
                  <a:lnTo>
                    <a:pt x="227" y="222"/>
                  </a:lnTo>
                  <a:lnTo>
                    <a:pt x="228" y="221"/>
                  </a:lnTo>
                  <a:lnTo>
                    <a:pt x="228" y="221"/>
                  </a:lnTo>
                  <a:lnTo>
                    <a:pt x="228" y="221"/>
                  </a:lnTo>
                  <a:lnTo>
                    <a:pt x="228" y="219"/>
                  </a:lnTo>
                  <a:lnTo>
                    <a:pt x="228" y="219"/>
                  </a:lnTo>
                  <a:lnTo>
                    <a:pt x="229" y="218"/>
                  </a:lnTo>
                  <a:lnTo>
                    <a:pt x="229" y="217"/>
                  </a:lnTo>
                  <a:lnTo>
                    <a:pt x="229" y="216"/>
                  </a:lnTo>
                  <a:lnTo>
                    <a:pt x="230" y="214"/>
                  </a:lnTo>
                  <a:lnTo>
                    <a:pt x="230" y="213"/>
                  </a:lnTo>
                  <a:lnTo>
                    <a:pt x="230" y="213"/>
                  </a:lnTo>
                  <a:lnTo>
                    <a:pt x="231" y="212"/>
                  </a:lnTo>
                  <a:lnTo>
                    <a:pt x="231" y="212"/>
                  </a:lnTo>
                  <a:lnTo>
                    <a:pt x="232" y="212"/>
                  </a:lnTo>
                  <a:lnTo>
                    <a:pt x="231" y="212"/>
                  </a:lnTo>
                  <a:lnTo>
                    <a:pt x="233" y="210"/>
                  </a:lnTo>
                  <a:lnTo>
                    <a:pt x="234" y="210"/>
                  </a:lnTo>
                  <a:lnTo>
                    <a:pt x="234" y="209"/>
                  </a:lnTo>
                  <a:lnTo>
                    <a:pt x="235" y="208"/>
                  </a:lnTo>
                  <a:lnTo>
                    <a:pt x="235" y="208"/>
                  </a:lnTo>
                  <a:lnTo>
                    <a:pt x="236" y="208"/>
                  </a:lnTo>
                  <a:lnTo>
                    <a:pt x="237" y="207"/>
                  </a:lnTo>
                  <a:lnTo>
                    <a:pt x="237" y="206"/>
                  </a:lnTo>
                  <a:lnTo>
                    <a:pt x="238" y="204"/>
                  </a:lnTo>
                  <a:lnTo>
                    <a:pt x="237" y="203"/>
                  </a:lnTo>
                  <a:lnTo>
                    <a:pt x="237" y="202"/>
                  </a:lnTo>
                  <a:lnTo>
                    <a:pt x="237" y="201"/>
                  </a:lnTo>
                  <a:lnTo>
                    <a:pt x="237" y="200"/>
                  </a:lnTo>
                  <a:lnTo>
                    <a:pt x="238" y="199"/>
                  </a:lnTo>
                  <a:lnTo>
                    <a:pt x="238" y="199"/>
                  </a:lnTo>
                  <a:lnTo>
                    <a:pt x="239" y="199"/>
                  </a:lnTo>
                  <a:lnTo>
                    <a:pt x="239" y="199"/>
                  </a:lnTo>
                  <a:lnTo>
                    <a:pt x="239" y="199"/>
                  </a:lnTo>
                  <a:lnTo>
                    <a:pt x="239" y="199"/>
                  </a:lnTo>
                  <a:lnTo>
                    <a:pt x="239" y="199"/>
                  </a:lnTo>
                  <a:lnTo>
                    <a:pt x="239" y="199"/>
                  </a:lnTo>
                  <a:lnTo>
                    <a:pt x="238" y="200"/>
                  </a:lnTo>
                  <a:lnTo>
                    <a:pt x="239" y="201"/>
                  </a:lnTo>
                  <a:lnTo>
                    <a:pt x="240" y="201"/>
                  </a:lnTo>
                  <a:lnTo>
                    <a:pt x="241" y="200"/>
                  </a:lnTo>
                  <a:lnTo>
                    <a:pt x="242" y="200"/>
                  </a:lnTo>
                  <a:lnTo>
                    <a:pt x="242" y="200"/>
                  </a:lnTo>
                  <a:lnTo>
                    <a:pt x="242" y="199"/>
                  </a:lnTo>
                  <a:lnTo>
                    <a:pt x="242" y="199"/>
                  </a:lnTo>
                  <a:lnTo>
                    <a:pt x="242" y="199"/>
                  </a:lnTo>
                  <a:lnTo>
                    <a:pt x="242" y="199"/>
                  </a:lnTo>
                  <a:lnTo>
                    <a:pt x="243" y="199"/>
                  </a:lnTo>
                  <a:lnTo>
                    <a:pt x="244" y="199"/>
                  </a:lnTo>
                  <a:lnTo>
                    <a:pt x="244" y="198"/>
                  </a:lnTo>
                  <a:lnTo>
                    <a:pt x="245" y="198"/>
                  </a:lnTo>
                  <a:lnTo>
                    <a:pt x="245" y="197"/>
                  </a:lnTo>
                  <a:lnTo>
                    <a:pt x="245" y="197"/>
                  </a:lnTo>
                  <a:lnTo>
                    <a:pt x="245" y="198"/>
                  </a:lnTo>
                  <a:lnTo>
                    <a:pt x="246" y="198"/>
                  </a:lnTo>
                  <a:lnTo>
                    <a:pt x="246" y="198"/>
                  </a:lnTo>
                  <a:lnTo>
                    <a:pt x="246" y="197"/>
                  </a:lnTo>
                  <a:lnTo>
                    <a:pt x="248" y="196"/>
                  </a:lnTo>
                  <a:lnTo>
                    <a:pt x="248" y="196"/>
                  </a:lnTo>
                  <a:lnTo>
                    <a:pt x="248" y="196"/>
                  </a:lnTo>
                  <a:lnTo>
                    <a:pt x="248" y="195"/>
                  </a:lnTo>
                  <a:lnTo>
                    <a:pt x="248" y="195"/>
                  </a:lnTo>
                  <a:lnTo>
                    <a:pt x="249" y="195"/>
                  </a:lnTo>
                  <a:lnTo>
                    <a:pt x="249" y="193"/>
                  </a:lnTo>
                  <a:lnTo>
                    <a:pt x="250" y="193"/>
                  </a:lnTo>
                  <a:lnTo>
                    <a:pt x="252" y="192"/>
                  </a:lnTo>
                  <a:lnTo>
                    <a:pt x="252" y="191"/>
                  </a:lnTo>
                  <a:lnTo>
                    <a:pt x="253" y="191"/>
                  </a:lnTo>
                  <a:lnTo>
                    <a:pt x="254" y="190"/>
                  </a:lnTo>
                  <a:lnTo>
                    <a:pt x="255" y="190"/>
                  </a:lnTo>
                  <a:lnTo>
                    <a:pt x="255" y="190"/>
                  </a:lnTo>
                  <a:lnTo>
                    <a:pt x="255" y="189"/>
                  </a:lnTo>
                  <a:lnTo>
                    <a:pt x="255" y="189"/>
                  </a:lnTo>
                  <a:lnTo>
                    <a:pt x="256" y="189"/>
                  </a:lnTo>
                  <a:lnTo>
                    <a:pt x="256" y="189"/>
                  </a:lnTo>
                  <a:lnTo>
                    <a:pt x="257" y="190"/>
                  </a:lnTo>
                  <a:lnTo>
                    <a:pt x="258" y="190"/>
                  </a:lnTo>
                  <a:lnTo>
                    <a:pt x="259" y="190"/>
                  </a:lnTo>
                  <a:lnTo>
                    <a:pt x="259" y="189"/>
                  </a:lnTo>
                  <a:lnTo>
                    <a:pt x="259" y="188"/>
                  </a:lnTo>
                  <a:lnTo>
                    <a:pt x="259" y="188"/>
                  </a:lnTo>
                  <a:lnTo>
                    <a:pt x="259" y="188"/>
                  </a:lnTo>
                  <a:lnTo>
                    <a:pt x="259" y="189"/>
                  </a:lnTo>
                  <a:lnTo>
                    <a:pt x="258" y="189"/>
                  </a:lnTo>
                  <a:lnTo>
                    <a:pt x="258" y="190"/>
                  </a:lnTo>
                  <a:lnTo>
                    <a:pt x="256" y="189"/>
                  </a:lnTo>
                  <a:lnTo>
                    <a:pt x="255" y="188"/>
                  </a:lnTo>
                  <a:lnTo>
                    <a:pt x="255" y="189"/>
                  </a:lnTo>
                  <a:lnTo>
                    <a:pt x="254" y="189"/>
                  </a:lnTo>
                  <a:lnTo>
                    <a:pt x="253" y="190"/>
                  </a:lnTo>
                  <a:lnTo>
                    <a:pt x="252" y="190"/>
                  </a:lnTo>
                  <a:lnTo>
                    <a:pt x="252" y="191"/>
                  </a:lnTo>
                  <a:lnTo>
                    <a:pt x="252" y="191"/>
                  </a:lnTo>
                  <a:lnTo>
                    <a:pt x="251" y="191"/>
                  </a:lnTo>
                  <a:lnTo>
                    <a:pt x="250" y="192"/>
                  </a:lnTo>
                  <a:lnTo>
                    <a:pt x="250" y="192"/>
                  </a:lnTo>
                  <a:lnTo>
                    <a:pt x="249" y="192"/>
                  </a:lnTo>
                  <a:lnTo>
                    <a:pt x="249" y="192"/>
                  </a:lnTo>
                  <a:lnTo>
                    <a:pt x="249" y="192"/>
                  </a:lnTo>
                  <a:lnTo>
                    <a:pt x="248" y="192"/>
                  </a:lnTo>
                  <a:lnTo>
                    <a:pt x="247" y="192"/>
                  </a:lnTo>
                  <a:lnTo>
                    <a:pt x="247" y="193"/>
                  </a:lnTo>
                  <a:lnTo>
                    <a:pt x="247" y="193"/>
                  </a:lnTo>
                  <a:lnTo>
                    <a:pt x="246" y="193"/>
                  </a:lnTo>
                  <a:lnTo>
                    <a:pt x="246" y="194"/>
                  </a:lnTo>
                  <a:lnTo>
                    <a:pt x="245" y="194"/>
                  </a:lnTo>
                  <a:lnTo>
                    <a:pt x="244" y="194"/>
                  </a:lnTo>
                  <a:lnTo>
                    <a:pt x="243" y="194"/>
                  </a:lnTo>
                  <a:lnTo>
                    <a:pt x="242" y="195"/>
                  </a:lnTo>
                  <a:lnTo>
                    <a:pt x="242" y="196"/>
                  </a:lnTo>
                  <a:lnTo>
                    <a:pt x="242" y="197"/>
                  </a:lnTo>
                  <a:lnTo>
                    <a:pt x="241" y="197"/>
                  </a:lnTo>
                  <a:lnTo>
                    <a:pt x="240" y="198"/>
                  </a:lnTo>
                  <a:lnTo>
                    <a:pt x="239" y="198"/>
                  </a:lnTo>
                  <a:lnTo>
                    <a:pt x="239" y="198"/>
                  </a:lnTo>
                  <a:lnTo>
                    <a:pt x="239" y="198"/>
                  </a:lnTo>
                  <a:lnTo>
                    <a:pt x="238" y="197"/>
                  </a:lnTo>
                  <a:lnTo>
                    <a:pt x="238" y="197"/>
                  </a:lnTo>
                  <a:lnTo>
                    <a:pt x="237" y="197"/>
                  </a:lnTo>
                  <a:lnTo>
                    <a:pt x="237" y="197"/>
                  </a:lnTo>
                  <a:lnTo>
                    <a:pt x="237" y="196"/>
                  </a:lnTo>
                  <a:lnTo>
                    <a:pt x="236" y="195"/>
                  </a:lnTo>
                  <a:lnTo>
                    <a:pt x="236" y="195"/>
                  </a:lnTo>
                  <a:lnTo>
                    <a:pt x="236" y="194"/>
                  </a:lnTo>
                  <a:lnTo>
                    <a:pt x="235" y="194"/>
                  </a:lnTo>
                  <a:lnTo>
                    <a:pt x="235" y="193"/>
                  </a:lnTo>
                  <a:lnTo>
                    <a:pt x="235" y="192"/>
                  </a:lnTo>
                  <a:lnTo>
                    <a:pt x="234" y="192"/>
                  </a:lnTo>
                  <a:lnTo>
                    <a:pt x="234" y="191"/>
                  </a:lnTo>
                  <a:lnTo>
                    <a:pt x="234" y="190"/>
                  </a:lnTo>
                  <a:lnTo>
                    <a:pt x="233" y="189"/>
                  </a:lnTo>
                  <a:lnTo>
                    <a:pt x="233" y="188"/>
                  </a:lnTo>
                  <a:lnTo>
                    <a:pt x="232" y="187"/>
                  </a:lnTo>
                  <a:lnTo>
                    <a:pt x="231" y="186"/>
                  </a:lnTo>
                  <a:lnTo>
                    <a:pt x="231" y="186"/>
                  </a:lnTo>
                  <a:lnTo>
                    <a:pt x="231" y="185"/>
                  </a:lnTo>
                  <a:lnTo>
                    <a:pt x="230" y="184"/>
                  </a:lnTo>
                  <a:lnTo>
                    <a:pt x="230" y="184"/>
                  </a:lnTo>
                  <a:lnTo>
                    <a:pt x="229" y="182"/>
                  </a:lnTo>
                  <a:lnTo>
                    <a:pt x="228" y="182"/>
                  </a:lnTo>
                  <a:lnTo>
                    <a:pt x="227" y="180"/>
                  </a:lnTo>
                  <a:lnTo>
                    <a:pt x="227" y="180"/>
                  </a:lnTo>
                  <a:lnTo>
                    <a:pt x="227" y="180"/>
                  </a:lnTo>
                  <a:lnTo>
                    <a:pt x="226" y="178"/>
                  </a:lnTo>
                  <a:lnTo>
                    <a:pt x="225" y="178"/>
                  </a:lnTo>
                  <a:lnTo>
                    <a:pt x="224" y="177"/>
                  </a:lnTo>
                  <a:lnTo>
                    <a:pt x="224" y="176"/>
                  </a:lnTo>
                  <a:lnTo>
                    <a:pt x="224" y="175"/>
                  </a:lnTo>
                  <a:lnTo>
                    <a:pt x="224" y="175"/>
                  </a:lnTo>
                  <a:lnTo>
                    <a:pt x="223" y="173"/>
                  </a:lnTo>
                  <a:lnTo>
                    <a:pt x="223" y="173"/>
                  </a:lnTo>
                  <a:lnTo>
                    <a:pt x="222" y="173"/>
                  </a:lnTo>
                  <a:lnTo>
                    <a:pt x="222" y="172"/>
                  </a:lnTo>
                  <a:lnTo>
                    <a:pt x="222" y="171"/>
                  </a:lnTo>
                  <a:lnTo>
                    <a:pt x="222" y="171"/>
                  </a:lnTo>
                  <a:lnTo>
                    <a:pt x="222" y="171"/>
                  </a:lnTo>
                  <a:lnTo>
                    <a:pt x="223" y="170"/>
                  </a:lnTo>
                  <a:lnTo>
                    <a:pt x="223" y="170"/>
                  </a:lnTo>
                  <a:lnTo>
                    <a:pt x="224" y="169"/>
                  </a:lnTo>
                  <a:lnTo>
                    <a:pt x="224" y="169"/>
                  </a:lnTo>
                  <a:lnTo>
                    <a:pt x="224" y="169"/>
                  </a:lnTo>
                  <a:lnTo>
                    <a:pt x="225" y="169"/>
                  </a:lnTo>
                  <a:lnTo>
                    <a:pt x="226" y="168"/>
                  </a:lnTo>
                  <a:lnTo>
                    <a:pt x="226" y="167"/>
                  </a:lnTo>
                  <a:lnTo>
                    <a:pt x="226" y="167"/>
                  </a:lnTo>
                  <a:lnTo>
                    <a:pt x="226" y="168"/>
                  </a:lnTo>
                  <a:lnTo>
                    <a:pt x="226" y="168"/>
                  </a:lnTo>
                  <a:lnTo>
                    <a:pt x="226" y="169"/>
                  </a:lnTo>
                  <a:lnTo>
                    <a:pt x="225" y="169"/>
                  </a:lnTo>
                  <a:lnTo>
                    <a:pt x="225" y="169"/>
                  </a:lnTo>
                  <a:lnTo>
                    <a:pt x="225" y="169"/>
                  </a:lnTo>
                  <a:lnTo>
                    <a:pt x="226" y="169"/>
                  </a:lnTo>
                  <a:lnTo>
                    <a:pt x="226" y="169"/>
                  </a:lnTo>
                  <a:lnTo>
                    <a:pt x="227" y="169"/>
                  </a:lnTo>
                  <a:lnTo>
                    <a:pt x="227" y="169"/>
                  </a:lnTo>
                  <a:lnTo>
                    <a:pt x="228" y="169"/>
                  </a:lnTo>
                  <a:lnTo>
                    <a:pt x="228" y="167"/>
                  </a:lnTo>
                  <a:lnTo>
                    <a:pt x="228" y="167"/>
                  </a:lnTo>
                  <a:lnTo>
                    <a:pt x="229" y="167"/>
                  </a:lnTo>
                  <a:lnTo>
                    <a:pt x="229" y="167"/>
                  </a:lnTo>
                  <a:lnTo>
                    <a:pt x="228" y="167"/>
                  </a:lnTo>
                  <a:lnTo>
                    <a:pt x="228" y="167"/>
                  </a:lnTo>
                  <a:lnTo>
                    <a:pt x="227" y="167"/>
                  </a:lnTo>
                  <a:lnTo>
                    <a:pt x="227" y="167"/>
                  </a:lnTo>
                  <a:lnTo>
                    <a:pt x="226" y="167"/>
                  </a:lnTo>
                  <a:lnTo>
                    <a:pt x="226" y="166"/>
                  </a:lnTo>
                  <a:lnTo>
                    <a:pt x="226" y="166"/>
                  </a:lnTo>
                  <a:lnTo>
                    <a:pt x="226" y="166"/>
                  </a:lnTo>
                  <a:lnTo>
                    <a:pt x="226" y="165"/>
                  </a:lnTo>
                  <a:lnTo>
                    <a:pt x="227" y="165"/>
                  </a:lnTo>
                  <a:lnTo>
                    <a:pt x="227" y="164"/>
                  </a:lnTo>
                  <a:lnTo>
                    <a:pt x="228" y="163"/>
                  </a:lnTo>
                  <a:lnTo>
                    <a:pt x="228" y="161"/>
                  </a:lnTo>
                  <a:lnTo>
                    <a:pt x="227" y="160"/>
                  </a:lnTo>
                  <a:lnTo>
                    <a:pt x="227" y="160"/>
                  </a:lnTo>
                  <a:lnTo>
                    <a:pt x="226" y="157"/>
                  </a:lnTo>
                  <a:lnTo>
                    <a:pt x="225" y="157"/>
                  </a:lnTo>
                  <a:lnTo>
                    <a:pt x="225" y="156"/>
                  </a:lnTo>
                  <a:lnTo>
                    <a:pt x="224" y="156"/>
                  </a:lnTo>
                  <a:lnTo>
                    <a:pt x="224" y="155"/>
                  </a:lnTo>
                  <a:lnTo>
                    <a:pt x="224" y="153"/>
                  </a:lnTo>
                  <a:lnTo>
                    <a:pt x="224" y="152"/>
                  </a:lnTo>
                  <a:lnTo>
                    <a:pt x="223" y="152"/>
                  </a:lnTo>
                  <a:lnTo>
                    <a:pt x="223" y="150"/>
                  </a:lnTo>
                  <a:lnTo>
                    <a:pt x="224" y="150"/>
                  </a:lnTo>
                  <a:lnTo>
                    <a:pt x="224" y="149"/>
                  </a:lnTo>
                  <a:lnTo>
                    <a:pt x="224" y="149"/>
                  </a:lnTo>
                  <a:lnTo>
                    <a:pt x="225" y="149"/>
                  </a:lnTo>
                  <a:lnTo>
                    <a:pt x="226" y="149"/>
                  </a:lnTo>
                  <a:lnTo>
                    <a:pt x="227" y="148"/>
                  </a:lnTo>
                  <a:lnTo>
                    <a:pt x="228" y="148"/>
                  </a:lnTo>
                  <a:lnTo>
                    <a:pt x="229" y="148"/>
                  </a:lnTo>
                  <a:lnTo>
                    <a:pt x="229" y="147"/>
                  </a:lnTo>
                  <a:lnTo>
                    <a:pt x="233" y="147"/>
                  </a:lnTo>
                  <a:lnTo>
                    <a:pt x="233" y="147"/>
                  </a:lnTo>
                  <a:lnTo>
                    <a:pt x="234" y="147"/>
                  </a:lnTo>
                  <a:lnTo>
                    <a:pt x="234" y="147"/>
                  </a:lnTo>
                  <a:lnTo>
                    <a:pt x="234" y="147"/>
                  </a:lnTo>
                  <a:lnTo>
                    <a:pt x="235" y="147"/>
                  </a:lnTo>
                  <a:lnTo>
                    <a:pt x="237" y="146"/>
                  </a:lnTo>
                  <a:lnTo>
                    <a:pt x="237" y="145"/>
                  </a:lnTo>
                  <a:lnTo>
                    <a:pt x="236" y="145"/>
                  </a:lnTo>
                  <a:lnTo>
                    <a:pt x="237" y="144"/>
                  </a:lnTo>
                  <a:lnTo>
                    <a:pt x="237" y="143"/>
                  </a:lnTo>
                  <a:lnTo>
                    <a:pt x="237" y="143"/>
                  </a:lnTo>
                  <a:lnTo>
                    <a:pt x="237" y="143"/>
                  </a:lnTo>
                  <a:lnTo>
                    <a:pt x="238" y="142"/>
                  </a:lnTo>
                  <a:lnTo>
                    <a:pt x="238" y="141"/>
                  </a:lnTo>
                  <a:lnTo>
                    <a:pt x="238" y="141"/>
                  </a:lnTo>
                  <a:lnTo>
                    <a:pt x="239" y="141"/>
                  </a:lnTo>
                  <a:lnTo>
                    <a:pt x="239" y="141"/>
                  </a:lnTo>
                  <a:lnTo>
                    <a:pt x="240" y="140"/>
                  </a:lnTo>
                  <a:lnTo>
                    <a:pt x="240" y="140"/>
                  </a:lnTo>
                  <a:lnTo>
                    <a:pt x="241" y="139"/>
                  </a:lnTo>
                  <a:lnTo>
                    <a:pt x="241" y="139"/>
                  </a:lnTo>
                  <a:lnTo>
                    <a:pt x="242" y="139"/>
                  </a:lnTo>
                  <a:lnTo>
                    <a:pt x="243" y="138"/>
                  </a:lnTo>
                  <a:lnTo>
                    <a:pt x="243" y="138"/>
                  </a:lnTo>
                  <a:lnTo>
                    <a:pt x="244" y="138"/>
                  </a:lnTo>
                  <a:lnTo>
                    <a:pt x="244" y="138"/>
                  </a:lnTo>
                  <a:lnTo>
                    <a:pt x="244" y="137"/>
                  </a:lnTo>
                  <a:lnTo>
                    <a:pt x="244" y="137"/>
                  </a:lnTo>
                  <a:lnTo>
                    <a:pt x="243" y="137"/>
                  </a:lnTo>
                  <a:lnTo>
                    <a:pt x="242" y="138"/>
                  </a:lnTo>
                  <a:lnTo>
                    <a:pt x="242" y="138"/>
                  </a:lnTo>
                  <a:lnTo>
                    <a:pt x="242" y="138"/>
                  </a:lnTo>
                  <a:lnTo>
                    <a:pt x="241" y="139"/>
                  </a:lnTo>
                  <a:lnTo>
                    <a:pt x="241" y="139"/>
                  </a:lnTo>
                  <a:lnTo>
                    <a:pt x="240" y="140"/>
                  </a:lnTo>
                  <a:lnTo>
                    <a:pt x="239" y="140"/>
                  </a:lnTo>
                  <a:lnTo>
                    <a:pt x="239" y="140"/>
                  </a:lnTo>
                  <a:lnTo>
                    <a:pt x="238" y="141"/>
                  </a:lnTo>
                  <a:lnTo>
                    <a:pt x="237" y="141"/>
                  </a:lnTo>
                  <a:lnTo>
                    <a:pt x="237" y="141"/>
                  </a:lnTo>
                  <a:lnTo>
                    <a:pt x="235" y="142"/>
                  </a:lnTo>
                  <a:lnTo>
                    <a:pt x="233" y="143"/>
                  </a:lnTo>
                  <a:lnTo>
                    <a:pt x="233" y="143"/>
                  </a:lnTo>
                  <a:lnTo>
                    <a:pt x="233" y="143"/>
                  </a:lnTo>
                  <a:lnTo>
                    <a:pt x="233" y="143"/>
                  </a:lnTo>
                  <a:lnTo>
                    <a:pt x="233" y="143"/>
                  </a:lnTo>
                  <a:lnTo>
                    <a:pt x="232" y="144"/>
                  </a:lnTo>
                  <a:lnTo>
                    <a:pt x="231" y="144"/>
                  </a:lnTo>
                  <a:lnTo>
                    <a:pt x="231" y="145"/>
                  </a:lnTo>
                  <a:lnTo>
                    <a:pt x="230" y="145"/>
                  </a:lnTo>
                  <a:lnTo>
                    <a:pt x="230" y="145"/>
                  </a:lnTo>
                  <a:lnTo>
                    <a:pt x="229" y="145"/>
                  </a:lnTo>
                  <a:lnTo>
                    <a:pt x="229" y="145"/>
                  </a:lnTo>
                  <a:lnTo>
                    <a:pt x="229" y="144"/>
                  </a:lnTo>
                  <a:lnTo>
                    <a:pt x="229" y="143"/>
                  </a:lnTo>
                  <a:lnTo>
                    <a:pt x="229" y="143"/>
                  </a:lnTo>
                  <a:lnTo>
                    <a:pt x="229" y="143"/>
                  </a:lnTo>
                  <a:lnTo>
                    <a:pt x="231" y="142"/>
                  </a:lnTo>
                  <a:lnTo>
                    <a:pt x="231" y="141"/>
                  </a:lnTo>
                  <a:lnTo>
                    <a:pt x="230" y="141"/>
                  </a:lnTo>
                  <a:lnTo>
                    <a:pt x="230" y="140"/>
                  </a:lnTo>
                  <a:lnTo>
                    <a:pt x="229" y="140"/>
                  </a:lnTo>
                  <a:lnTo>
                    <a:pt x="229" y="141"/>
                  </a:lnTo>
                  <a:lnTo>
                    <a:pt x="229" y="141"/>
                  </a:lnTo>
                  <a:lnTo>
                    <a:pt x="229" y="140"/>
                  </a:lnTo>
                  <a:lnTo>
                    <a:pt x="228" y="140"/>
                  </a:lnTo>
                  <a:lnTo>
                    <a:pt x="228" y="140"/>
                  </a:lnTo>
                  <a:lnTo>
                    <a:pt x="227" y="140"/>
                  </a:lnTo>
                  <a:lnTo>
                    <a:pt x="227" y="140"/>
                  </a:lnTo>
                  <a:lnTo>
                    <a:pt x="226" y="140"/>
                  </a:lnTo>
                  <a:lnTo>
                    <a:pt x="226" y="141"/>
                  </a:lnTo>
                  <a:lnTo>
                    <a:pt x="227" y="141"/>
                  </a:lnTo>
                  <a:lnTo>
                    <a:pt x="227" y="141"/>
                  </a:lnTo>
                  <a:lnTo>
                    <a:pt x="227" y="141"/>
                  </a:lnTo>
                  <a:lnTo>
                    <a:pt x="227" y="142"/>
                  </a:lnTo>
                  <a:lnTo>
                    <a:pt x="226" y="142"/>
                  </a:lnTo>
                  <a:lnTo>
                    <a:pt x="226" y="143"/>
                  </a:lnTo>
                  <a:lnTo>
                    <a:pt x="225" y="143"/>
                  </a:lnTo>
                  <a:lnTo>
                    <a:pt x="225" y="144"/>
                  </a:lnTo>
                  <a:lnTo>
                    <a:pt x="224" y="144"/>
                  </a:lnTo>
                  <a:lnTo>
                    <a:pt x="224" y="145"/>
                  </a:lnTo>
                  <a:lnTo>
                    <a:pt x="224" y="145"/>
                  </a:lnTo>
                  <a:lnTo>
                    <a:pt x="224" y="145"/>
                  </a:lnTo>
                  <a:lnTo>
                    <a:pt x="222" y="145"/>
                  </a:lnTo>
                  <a:lnTo>
                    <a:pt x="222" y="145"/>
                  </a:lnTo>
                  <a:lnTo>
                    <a:pt x="221" y="146"/>
                  </a:lnTo>
                  <a:lnTo>
                    <a:pt x="222" y="146"/>
                  </a:lnTo>
                  <a:lnTo>
                    <a:pt x="222" y="146"/>
                  </a:lnTo>
                  <a:lnTo>
                    <a:pt x="222" y="146"/>
                  </a:lnTo>
                  <a:lnTo>
                    <a:pt x="219" y="146"/>
                  </a:lnTo>
                  <a:lnTo>
                    <a:pt x="218" y="146"/>
                  </a:lnTo>
                  <a:lnTo>
                    <a:pt x="217" y="145"/>
                  </a:lnTo>
                  <a:lnTo>
                    <a:pt x="217" y="145"/>
                  </a:lnTo>
                  <a:lnTo>
                    <a:pt x="216" y="144"/>
                  </a:lnTo>
                  <a:lnTo>
                    <a:pt x="216" y="144"/>
                  </a:lnTo>
                  <a:lnTo>
                    <a:pt x="216" y="144"/>
                  </a:lnTo>
                  <a:lnTo>
                    <a:pt x="215" y="144"/>
                  </a:lnTo>
                  <a:lnTo>
                    <a:pt x="215" y="144"/>
                  </a:lnTo>
                  <a:lnTo>
                    <a:pt x="214" y="144"/>
                  </a:lnTo>
                  <a:lnTo>
                    <a:pt x="213" y="143"/>
                  </a:lnTo>
                  <a:lnTo>
                    <a:pt x="211" y="143"/>
                  </a:lnTo>
                  <a:lnTo>
                    <a:pt x="211" y="143"/>
                  </a:lnTo>
                  <a:lnTo>
                    <a:pt x="210" y="143"/>
                  </a:lnTo>
                  <a:lnTo>
                    <a:pt x="210" y="143"/>
                  </a:lnTo>
                  <a:lnTo>
                    <a:pt x="210" y="143"/>
                  </a:lnTo>
                  <a:lnTo>
                    <a:pt x="209" y="143"/>
                  </a:lnTo>
                  <a:lnTo>
                    <a:pt x="210" y="143"/>
                  </a:lnTo>
                  <a:lnTo>
                    <a:pt x="209" y="144"/>
                  </a:lnTo>
                  <a:lnTo>
                    <a:pt x="207" y="143"/>
                  </a:lnTo>
                  <a:lnTo>
                    <a:pt x="206" y="144"/>
                  </a:lnTo>
                  <a:lnTo>
                    <a:pt x="205" y="144"/>
                  </a:lnTo>
                  <a:lnTo>
                    <a:pt x="205" y="144"/>
                  </a:lnTo>
                  <a:lnTo>
                    <a:pt x="205" y="145"/>
                  </a:lnTo>
                  <a:lnTo>
                    <a:pt x="203" y="145"/>
                  </a:lnTo>
                  <a:lnTo>
                    <a:pt x="203" y="145"/>
                  </a:lnTo>
                  <a:lnTo>
                    <a:pt x="203" y="145"/>
                  </a:lnTo>
                  <a:lnTo>
                    <a:pt x="203" y="145"/>
                  </a:lnTo>
                  <a:lnTo>
                    <a:pt x="202" y="145"/>
                  </a:lnTo>
                  <a:lnTo>
                    <a:pt x="202" y="145"/>
                  </a:lnTo>
                  <a:lnTo>
                    <a:pt x="201" y="145"/>
                  </a:lnTo>
                  <a:lnTo>
                    <a:pt x="200" y="145"/>
                  </a:lnTo>
                  <a:lnTo>
                    <a:pt x="200" y="145"/>
                  </a:lnTo>
                  <a:lnTo>
                    <a:pt x="199" y="145"/>
                  </a:lnTo>
                  <a:lnTo>
                    <a:pt x="199" y="145"/>
                  </a:lnTo>
                  <a:lnTo>
                    <a:pt x="197" y="145"/>
                  </a:lnTo>
                  <a:lnTo>
                    <a:pt x="197" y="145"/>
                  </a:lnTo>
                  <a:lnTo>
                    <a:pt x="196" y="145"/>
                  </a:lnTo>
                  <a:lnTo>
                    <a:pt x="195" y="146"/>
                  </a:lnTo>
                  <a:lnTo>
                    <a:pt x="194" y="146"/>
                  </a:lnTo>
                  <a:lnTo>
                    <a:pt x="194" y="146"/>
                  </a:lnTo>
                  <a:lnTo>
                    <a:pt x="194" y="146"/>
                  </a:lnTo>
                  <a:lnTo>
                    <a:pt x="194" y="147"/>
                  </a:lnTo>
                  <a:lnTo>
                    <a:pt x="194" y="148"/>
                  </a:lnTo>
                  <a:lnTo>
                    <a:pt x="193" y="149"/>
                  </a:lnTo>
                  <a:lnTo>
                    <a:pt x="193" y="149"/>
                  </a:lnTo>
                  <a:lnTo>
                    <a:pt x="194" y="149"/>
                  </a:lnTo>
                  <a:lnTo>
                    <a:pt x="194" y="150"/>
                  </a:lnTo>
                  <a:lnTo>
                    <a:pt x="194" y="150"/>
                  </a:lnTo>
                  <a:lnTo>
                    <a:pt x="193" y="151"/>
                  </a:lnTo>
                  <a:lnTo>
                    <a:pt x="192" y="150"/>
                  </a:lnTo>
                  <a:lnTo>
                    <a:pt x="192" y="150"/>
                  </a:lnTo>
                  <a:lnTo>
                    <a:pt x="189" y="149"/>
                  </a:lnTo>
                  <a:lnTo>
                    <a:pt x="187" y="149"/>
                  </a:lnTo>
                  <a:lnTo>
                    <a:pt x="186" y="149"/>
                  </a:lnTo>
                  <a:lnTo>
                    <a:pt x="185" y="149"/>
                  </a:lnTo>
                  <a:lnTo>
                    <a:pt x="184" y="149"/>
                  </a:lnTo>
                  <a:lnTo>
                    <a:pt x="182" y="149"/>
                  </a:lnTo>
                  <a:lnTo>
                    <a:pt x="181" y="150"/>
                  </a:lnTo>
                  <a:lnTo>
                    <a:pt x="181" y="151"/>
                  </a:lnTo>
                  <a:lnTo>
                    <a:pt x="181" y="151"/>
                  </a:lnTo>
                  <a:lnTo>
                    <a:pt x="181" y="151"/>
                  </a:lnTo>
                  <a:lnTo>
                    <a:pt x="181" y="152"/>
                  </a:lnTo>
                  <a:lnTo>
                    <a:pt x="181" y="152"/>
                  </a:lnTo>
                  <a:lnTo>
                    <a:pt x="180" y="152"/>
                  </a:lnTo>
                  <a:lnTo>
                    <a:pt x="180" y="151"/>
                  </a:lnTo>
                  <a:lnTo>
                    <a:pt x="180" y="151"/>
                  </a:lnTo>
                  <a:lnTo>
                    <a:pt x="180" y="151"/>
                  </a:lnTo>
                  <a:lnTo>
                    <a:pt x="180" y="150"/>
                  </a:lnTo>
                  <a:lnTo>
                    <a:pt x="180" y="150"/>
                  </a:lnTo>
                  <a:lnTo>
                    <a:pt x="178" y="152"/>
                  </a:lnTo>
                  <a:lnTo>
                    <a:pt x="178" y="152"/>
                  </a:lnTo>
                  <a:lnTo>
                    <a:pt x="178" y="152"/>
                  </a:lnTo>
                  <a:lnTo>
                    <a:pt x="178" y="152"/>
                  </a:lnTo>
                  <a:lnTo>
                    <a:pt x="179" y="152"/>
                  </a:lnTo>
                  <a:lnTo>
                    <a:pt x="180" y="152"/>
                  </a:lnTo>
                  <a:lnTo>
                    <a:pt x="181" y="152"/>
                  </a:lnTo>
                  <a:lnTo>
                    <a:pt x="181" y="152"/>
                  </a:lnTo>
                  <a:lnTo>
                    <a:pt x="181" y="152"/>
                  </a:lnTo>
                  <a:lnTo>
                    <a:pt x="181" y="152"/>
                  </a:lnTo>
                  <a:lnTo>
                    <a:pt x="181" y="152"/>
                  </a:lnTo>
                  <a:lnTo>
                    <a:pt x="181" y="152"/>
                  </a:lnTo>
                  <a:lnTo>
                    <a:pt x="181" y="153"/>
                  </a:lnTo>
                  <a:lnTo>
                    <a:pt x="179" y="153"/>
                  </a:lnTo>
                  <a:lnTo>
                    <a:pt x="177" y="153"/>
                  </a:lnTo>
                  <a:lnTo>
                    <a:pt x="177" y="153"/>
                  </a:lnTo>
                  <a:lnTo>
                    <a:pt x="174" y="154"/>
                  </a:lnTo>
                  <a:lnTo>
                    <a:pt x="174" y="154"/>
                  </a:lnTo>
                  <a:lnTo>
                    <a:pt x="173" y="155"/>
                  </a:lnTo>
                  <a:lnTo>
                    <a:pt x="172" y="156"/>
                  </a:lnTo>
                  <a:lnTo>
                    <a:pt x="172" y="156"/>
                  </a:lnTo>
                  <a:lnTo>
                    <a:pt x="171" y="156"/>
                  </a:lnTo>
                  <a:lnTo>
                    <a:pt x="170" y="156"/>
                  </a:lnTo>
                  <a:lnTo>
                    <a:pt x="170" y="158"/>
                  </a:lnTo>
                  <a:lnTo>
                    <a:pt x="169" y="158"/>
                  </a:lnTo>
                  <a:lnTo>
                    <a:pt x="168" y="160"/>
                  </a:lnTo>
                  <a:lnTo>
                    <a:pt x="168" y="160"/>
                  </a:lnTo>
                  <a:lnTo>
                    <a:pt x="169" y="161"/>
                  </a:lnTo>
                  <a:lnTo>
                    <a:pt x="169" y="162"/>
                  </a:lnTo>
                  <a:lnTo>
                    <a:pt x="168" y="163"/>
                  </a:lnTo>
                  <a:lnTo>
                    <a:pt x="168" y="163"/>
                  </a:lnTo>
                  <a:lnTo>
                    <a:pt x="168" y="163"/>
                  </a:lnTo>
                  <a:lnTo>
                    <a:pt x="165" y="165"/>
                  </a:lnTo>
                  <a:lnTo>
                    <a:pt x="164" y="165"/>
                  </a:lnTo>
                  <a:lnTo>
                    <a:pt x="164" y="166"/>
                  </a:lnTo>
                  <a:lnTo>
                    <a:pt x="164" y="167"/>
                  </a:lnTo>
                  <a:lnTo>
                    <a:pt x="164" y="167"/>
                  </a:lnTo>
                  <a:lnTo>
                    <a:pt x="164" y="168"/>
                  </a:lnTo>
                  <a:lnTo>
                    <a:pt x="164" y="168"/>
                  </a:lnTo>
                  <a:lnTo>
                    <a:pt x="165" y="169"/>
                  </a:lnTo>
                  <a:lnTo>
                    <a:pt x="165" y="169"/>
                  </a:lnTo>
                  <a:lnTo>
                    <a:pt x="164" y="169"/>
                  </a:lnTo>
                  <a:lnTo>
                    <a:pt x="164" y="170"/>
                  </a:lnTo>
                  <a:lnTo>
                    <a:pt x="164" y="171"/>
                  </a:lnTo>
                  <a:lnTo>
                    <a:pt x="164" y="172"/>
                  </a:lnTo>
                  <a:lnTo>
                    <a:pt x="165" y="173"/>
                  </a:lnTo>
                  <a:lnTo>
                    <a:pt x="166" y="173"/>
                  </a:lnTo>
                  <a:lnTo>
                    <a:pt x="166" y="173"/>
                  </a:lnTo>
                  <a:lnTo>
                    <a:pt x="167" y="173"/>
                  </a:lnTo>
                  <a:lnTo>
                    <a:pt x="167" y="173"/>
                  </a:lnTo>
                  <a:lnTo>
                    <a:pt x="167" y="173"/>
                  </a:lnTo>
                  <a:lnTo>
                    <a:pt x="167" y="173"/>
                  </a:lnTo>
                  <a:lnTo>
                    <a:pt x="168" y="174"/>
                  </a:lnTo>
                  <a:lnTo>
                    <a:pt x="167" y="175"/>
                  </a:lnTo>
                  <a:lnTo>
                    <a:pt x="167" y="177"/>
                  </a:lnTo>
                  <a:lnTo>
                    <a:pt x="166" y="177"/>
                  </a:lnTo>
                  <a:lnTo>
                    <a:pt x="166" y="178"/>
                  </a:lnTo>
                  <a:lnTo>
                    <a:pt x="166" y="178"/>
                  </a:lnTo>
                  <a:lnTo>
                    <a:pt x="165" y="178"/>
                  </a:lnTo>
                  <a:lnTo>
                    <a:pt x="165" y="178"/>
                  </a:lnTo>
                  <a:lnTo>
                    <a:pt x="165" y="177"/>
                  </a:lnTo>
                  <a:lnTo>
                    <a:pt x="164" y="177"/>
                  </a:lnTo>
                  <a:lnTo>
                    <a:pt x="164" y="177"/>
                  </a:lnTo>
                  <a:lnTo>
                    <a:pt x="162" y="178"/>
                  </a:lnTo>
                  <a:lnTo>
                    <a:pt x="161" y="178"/>
                  </a:lnTo>
                  <a:lnTo>
                    <a:pt x="161" y="178"/>
                  </a:lnTo>
                  <a:lnTo>
                    <a:pt x="161" y="179"/>
                  </a:lnTo>
                  <a:lnTo>
                    <a:pt x="161" y="180"/>
                  </a:lnTo>
                  <a:lnTo>
                    <a:pt x="161" y="180"/>
                  </a:lnTo>
                  <a:lnTo>
                    <a:pt x="161" y="180"/>
                  </a:lnTo>
                  <a:lnTo>
                    <a:pt x="161" y="180"/>
                  </a:lnTo>
                  <a:lnTo>
                    <a:pt x="160" y="181"/>
                  </a:lnTo>
                  <a:lnTo>
                    <a:pt x="160" y="181"/>
                  </a:lnTo>
                  <a:lnTo>
                    <a:pt x="159" y="182"/>
                  </a:lnTo>
                  <a:lnTo>
                    <a:pt x="159" y="182"/>
                  </a:lnTo>
                  <a:lnTo>
                    <a:pt x="159" y="181"/>
                  </a:lnTo>
                  <a:lnTo>
                    <a:pt x="158" y="180"/>
                  </a:lnTo>
                  <a:lnTo>
                    <a:pt x="158" y="180"/>
                  </a:lnTo>
                  <a:lnTo>
                    <a:pt x="157" y="180"/>
                  </a:lnTo>
                  <a:lnTo>
                    <a:pt x="157" y="179"/>
                  </a:lnTo>
                  <a:lnTo>
                    <a:pt x="157" y="179"/>
                  </a:lnTo>
                  <a:lnTo>
                    <a:pt x="157" y="178"/>
                  </a:lnTo>
                  <a:lnTo>
                    <a:pt x="157" y="178"/>
                  </a:lnTo>
                  <a:lnTo>
                    <a:pt x="157" y="178"/>
                  </a:lnTo>
                  <a:lnTo>
                    <a:pt x="157" y="177"/>
                  </a:lnTo>
                  <a:lnTo>
                    <a:pt x="157" y="177"/>
                  </a:lnTo>
                  <a:lnTo>
                    <a:pt x="158" y="177"/>
                  </a:lnTo>
                  <a:lnTo>
                    <a:pt x="158" y="177"/>
                  </a:lnTo>
                  <a:lnTo>
                    <a:pt x="158" y="177"/>
                  </a:lnTo>
                  <a:lnTo>
                    <a:pt x="158" y="176"/>
                  </a:lnTo>
                  <a:lnTo>
                    <a:pt x="158" y="176"/>
                  </a:lnTo>
                  <a:lnTo>
                    <a:pt x="158" y="176"/>
                  </a:lnTo>
                  <a:lnTo>
                    <a:pt x="158" y="175"/>
                  </a:lnTo>
                  <a:lnTo>
                    <a:pt x="158" y="174"/>
                  </a:lnTo>
                  <a:lnTo>
                    <a:pt x="157" y="174"/>
                  </a:lnTo>
                  <a:lnTo>
                    <a:pt x="157" y="174"/>
                  </a:lnTo>
                  <a:lnTo>
                    <a:pt x="157" y="173"/>
                  </a:lnTo>
                  <a:lnTo>
                    <a:pt x="156" y="173"/>
                  </a:lnTo>
                  <a:lnTo>
                    <a:pt x="155" y="173"/>
                  </a:lnTo>
                  <a:lnTo>
                    <a:pt x="154" y="172"/>
                  </a:lnTo>
                  <a:lnTo>
                    <a:pt x="154" y="171"/>
                  </a:lnTo>
                  <a:lnTo>
                    <a:pt x="153" y="171"/>
                  </a:lnTo>
                  <a:lnTo>
                    <a:pt x="152" y="170"/>
                  </a:lnTo>
                  <a:lnTo>
                    <a:pt x="151" y="170"/>
                  </a:lnTo>
                  <a:lnTo>
                    <a:pt x="150" y="169"/>
                  </a:lnTo>
                  <a:lnTo>
                    <a:pt x="147" y="169"/>
                  </a:lnTo>
                  <a:lnTo>
                    <a:pt x="146" y="169"/>
                  </a:lnTo>
                  <a:lnTo>
                    <a:pt x="146" y="169"/>
                  </a:lnTo>
                  <a:lnTo>
                    <a:pt x="146" y="169"/>
                  </a:lnTo>
                  <a:lnTo>
                    <a:pt x="145" y="170"/>
                  </a:lnTo>
                  <a:lnTo>
                    <a:pt x="145" y="170"/>
                  </a:lnTo>
                  <a:lnTo>
                    <a:pt x="145" y="171"/>
                  </a:lnTo>
                  <a:lnTo>
                    <a:pt x="144" y="171"/>
                  </a:lnTo>
                  <a:lnTo>
                    <a:pt x="144" y="171"/>
                  </a:lnTo>
                  <a:lnTo>
                    <a:pt x="144" y="172"/>
                  </a:lnTo>
                  <a:lnTo>
                    <a:pt x="144" y="173"/>
                  </a:lnTo>
                  <a:lnTo>
                    <a:pt x="142" y="173"/>
                  </a:lnTo>
                  <a:lnTo>
                    <a:pt x="142" y="174"/>
                  </a:lnTo>
                  <a:lnTo>
                    <a:pt x="142" y="174"/>
                  </a:lnTo>
                  <a:lnTo>
                    <a:pt x="141" y="175"/>
                  </a:lnTo>
                  <a:lnTo>
                    <a:pt x="140" y="175"/>
                  </a:lnTo>
                  <a:lnTo>
                    <a:pt x="139" y="176"/>
                  </a:lnTo>
                  <a:lnTo>
                    <a:pt x="139" y="174"/>
                  </a:lnTo>
                  <a:lnTo>
                    <a:pt x="138" y="174"/>
                  </a:lnTo>
                  <a:lnTo>
                    <a:pt x="138" y="173"/>
                  </a:lnTo>
                  <a:lnTo>
                    <a:pt x="138" y="173"/>
                  </a:lnTo>
                  <a:lnTo>
                    <a:pt x="136" y="174"/>
                  </a:lnTo>
                  <a:lnTo>
                    <a:pt x="136" y="175"/>
                  </a:lnTo>
                  <a:lnTo>
                    <a:pt x="135" y="175"/>
                  </a:lnTo>
                  <a:lnTo>
                    <a:pt x="134" y="175"/>
                  </a:lnTo>
                  <a:lnTo>
                    <a:pt x="134" y="176"/>
                  </a:lnTo>
                  <a:lnTo>
                    <a:pt x="133" y="176"/>
                  </a:lnTo>
                  <a:lnTo>
                    <a:pt x="133" y="177"/>
                  </a:lnTo>
                  <a:lnTo>
                    <a:pt x="133" y="177"/>
                  </a:lnTo>
                  <a:lnTo>
                    <a:pt x="133" y="177"/>
                  </a:lnTo>
                  <a:lnTo>
                    <a:pt x="132" y="177"/>
                  </a:lnTo>
                  <a:lnTo>
                    <a:pt x="132" y="176"/>
                  </a:lnTo>
                  <a:lnTo>
                    <a:pt x="133" y="176"/>
                  </a:lnTo>
                  <a:lnTo>
                    <a:pt x="132" y="175"/>
                  </a:lnTo>
                  <a:lnTo>
                    <a:pt x="132" y="175"/>
                  </a:lnTo>
                  <a:lnTo>
                    <a:pt x="130" y="174"/>
                  </a:lnTo>
                  <a:lnTo>
                    <a:pt x="129" y="174"/>
                  </a:lnTo>
                  <a:lnTo>
                    <a:pt x="128" y="174"/>
                  </a:lnTo>
                  <a:lnTo>
                    <a:pt x="127" y="175"/>
                  </a:lnTo>
                  <a:lnTo>
                    <a:pt x="127" y="176"/>
                  </a:lnTo>
                  <a:lnTo>
                    <a:pt x="127" y="176"/>
                  </a:lnTo>
                  <a:lnTo>
                    <a:pt x="127" y="178"/>
                  </a:lnTo>
                  <a:lnTo>
                    <a:pt x="126" y="179"/>
                  </a:lnTo>
                  <a:lnTo>
                    <a:pt x="126" y="179"/>
                  </a:lnTo>
                  <a:lnTo>
                    <a:pt x="126" y="180"/>
                  </a:lnTo>
                  <a:lnTo>
                    <a:pt x="125" y="181"/>
                  </a:lnTo>
                  <a:lnTo>
                    <a:pt x="125" y="181"/>
                  </a:lnTo>
                  <a:lnTo>
                    <a:pt x="125" y="180"/>
                  </a:lnTo>
                  <a:lnTo>
                    <a:pt x="125" y="180"/>
                  </a:lnTo>
                  <a:lnTo>
                    <a:pt x="125" y="179"/>
                  </a:lnTo>
                  <a:lnTo>
                    <a:pt x="125" y="180"/>
                  </a:lnTo>
                  <a:lnTo>
                    <a:pt x="124" y="180"/>
                  </a:lnTo>
                  <a:lnTo>
                    <a:pt x="123" y="179"/>
                  </a:lnTo>
                  <a:lnTo>
                    <a:pt x="123" y="179"/>
                  </a:lnTo>
                  <a:lnTo>
                    <a:pt x="123" y="179"/>
                  </a:lnTo>
                  <a:lnTo>
                    <a:pt x="122" y="178"/>
                  </a:lnTo>
                  <a:lnTo>
                    <a:pt x="121" y="178"/>
                  </a:lnTo>
                  <a:lnTo>
                    <a:pt x="121" y="178"/>
                  </a:lnTo>
                  <a:lnTo>
                    <a:pt x="120" y="178"/>
                  </a:lnTo>
                  <a:lnTo>
                    <a:pt x="120" y="177"/>
                  </a:lnTo>
                  <a:lnTo>
                    <a:pt x="120" y="177"/>
                  </a:lnTo>
                  <a:lnTo>
                    <a:pt x="120" y="177"/>
                  </a:lnTo>
                  <a:lnTo>
                    <a:pt x="120" y="176"/>
                  </a:lnTo>
                  <a:lnTo>
                    <a:pt x="120" y="176"/>
                  </a:lnTo>
                  <a:lnTo>
                    <a:pt x="120" y="176"/>
                  </a:lnTo>
                  <a:lnTo>
                    <a:pt x="120" y="175"/>
                  </a:lnTo>
                  <a:lnTo>
                    <a:pt x="120" y="174"/>
                  </a:lnTo>
                  <a:lnTo>
                    <a:pt x="121" y="174"/>
                  </a:lnTo>
                  <a:lnTo>
                    <a:pt x="121" y="174"/>
                  </a:lnTo>
                  <a:lnTo>
                    <a:pt x="122" y="173"/>
                  </a:lnTo>
                  <a:lnTo>
                    <a:pt x="122" y="173"/>
                  </a:lnTo>
                  <a:lnTo>
                    <a:pt x="122" y="173"/>
                  </a:lnTo>
                  <a:lnTo>
                    <a:pt x="122" y="173"/>
                  </a:lnTo>
                  <a:lnTo>
                    <a:pt x="122" y="173"/>
                  </a:lnTo>
                  <a:lnTo>
                    <a:pt x="122" y="171"/>
                  </a:lnTo>
                  <a:lnTo>
                    <a:pt x="123" y="170"/>
                  </a:lnTo>
                  <a:lnTo>
                    <a:pt x="125" y="169"/>
                  </a:lnTo>
                  <a:lnTo>
                    <a:pt x="124" y="169"/>
                  </a:lnTo>
                  <a:lnTo>
                    <a:pt x="125" y="169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25" y="167"/>
                  </a:lnTo>
                  <a:lnTo>
                    <a:pt x="125" y="167"/>
                  </a:lnTo>
                  <a:lnTo>
                    <a:pt x="125" y="167"/>
                  </a:lnTo>
                  <a:lnTo>
                    <a:pt x="126" y="166"/>
                  </a:lnTo>
                  <a:lnTo>
                    <a:pt x="126" y="165"/>
                  </a:lnTo>
                  <a:lnTo>
                    <a:pt x="127" y="165"/>
                  </a:lnTo>
                  <a:lnTo>
                    <a:pt x="127" y="165"/>
                  </a:lnTo>
                  <a:lnTo>
                    <a:pt x="127" y="165"/>
                  </a:lnTo>
                  <a:lnTo>
                    <a:pt x="127" y="165"/>
                  </a:lnTo>
                  <a:lnTo>
                    <a:pt x="127" y="165"/>
                  </a:lnTo>
                  <a:lnTo>
                    <a:pt x="127" y="164"/>
                  </a:lnTo>
                  <a:lnTo>
                    <a:pt x="127" y="163"/>
                  </a:lnTo>
                  <a:lnTo>
                    <a:pt x="126" y="163"/>
                  </a:lnTo>
                  <a:lnTo>
                    <a:pt x="127" y="161"/>
                  </a:lnTo>
                  <a:lnTo>
                    <a:pt x="127" y="160"/>
                  </a:lnTo>
                  <a:lnTo>
                    <a:pt x="127" y="160"/>
                  </a:lnTo>
                  <a:lnTo>
                    <a:pt x="126" y="160"/>
                  </a:lnTo>
                  <a:lnTo>
                    <a:pt x="127" y="160"/>
                  </a:lnTo>
                  <a:lnTo>
                    <a:pt x="127" y="160"/>
                  </a:lnTo>
                  <a:lnTo>
                    <a:pt x="128" y="160"/>
                  </a:lnTo>
                  <a:lnTo>
                    <a:pt x="128" y="160"/>
                  </a:lnTo>
                  <a:lnTo>
                    <a:pt x="129" y="160"/>
                  </a:lnTo>
                  <a:lnTo>
                    <a:pt x="129" y="160"/>
                  </a:lnTo>
                  <a:lnTo>
                    <a:pt x="129" y="160"/>
                  </a:lnTo>
                  <a:lnTo>
                    <a:pt x="129" y="160"/>
                  </a:lnTo>
                  <a:lnTo>
                    <a:pt x="129" y="159"/>
                  </a:lnTo>
                  <a:lnTo>
                    <a:pt x="129" y="159"/>
                  </a:lnTo>
                  <a:lnTo>
                    <a:pt x="130" y="159"/>
                  </a:lnTo>
                  <a:lnTo>
                    <a:pt x="130" y="159"/>
                  </a:lnTo>
                  <a:lnTo>
                    <a:pt x="130" y="159"/>
                  </a:lnTo>
                  <a:lnTo>
                    <a:pt x="132" y="159"/>
                  </a:lnTo>
                  <a:lnTo>
                    <a:pt x="132" y="158"/>
                  </a:lnTo>
                  <a:lnTo>
                    <a:pt x="132" y="156"/>
                  </a:lnTo>
                  <a:lnTo>
                    <a:pt x="133" y="156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3" y="154"/>
                  </a:lnTo>
                  <a:lnTo>
                    <a:pt x="134" y="155"/>
                  </a:lnTo>
                  <a:lnTo>
                    <a:pt x="135" y="154"/>
                  </a:lnTo>
                  <a:lnTo>
                    <a:pt x="136" y="153"/>
                  </a:lnTo>
                  <a:lnTo>
                    <a:pt x="136" y="153"/>
                  </a:lnTo>
                  <a:lnTo>
                    <a:pt x="137" y="152"/>
                  </a:lnTo>
                  <a:lnTo>
                    <a:pt x="137" y="152"/>
                  </a:lnTo>
                  <a:lnTo>
                    <a:pt x="136" y="151"/>
                  </a:lnTo>
                  <a:lnTo>
                    <a:pt x="137" y="151"/>
                  </a:lnTo>
                  <a:lnTo>
                    <a:pt x="138" y="150"/>
                  </a:lnTo>
                  <a:lnTo>
                    <a:pt x="138" y="149"/>
                  </a:lnTo>
                  <a:lnTo>
                    <a:pt x="138" y="149"/>
                  </a:lnTo>
                  <a:lnTo>
                    <a:pt x="138" y="148"/>
                  </a:lnTo>
                  <a:lnTo>
                    <a:pt x="138" y="147"/>
                  </a:lnTo>
                  <a:lnTo>
                    <a:pt x="139" y="147"/>
                  </a:lnTo>
                  <a:lnTo>
                    <a:pt x="139" y="147"/>
                  </a:lnTo>
                  <a:lnTo>
                    <a:pt x="139" y="147"/>
                  </a:lnTo>
                  <a:lnTo>
                    <a:pt x="139" y="147"/>
                  </a:lnTo>
                  <a:lnTo>
                    <a:pt x="139" y="146"/>
                  </a:lnTo>
                  <a:lnTo>
                    <a:pt x="140" y="146"/>
                  </a:lnTo>
                  <a:lnTo>
                    <a:pt x="140" y="146"/>
                  </a:lnTo>
                  <a:lnTo>
                    <a:pt x="141" y="147"/>
                  </a:lnTo>
                  <a:lnTo>
                    <a:pt x="141" y="146"/>
                  </a:lnTo>
                  <a:lnTo>
                    <a:pt x="142" y="146"/>
                  </a:lnTo>
                  <a:lnTo>
                    <a:pt x="142" y="146"/>
                  </a:lnTo>
                  <a:lnTo>
                    <a:pt x="142" y="146"/>
                  </a:lnTo>
                  <a:lnTo>
                    <a:pt x="142" y="145"/>
                  </a:lnTo>
                  <a:lnTo>
                    <a:pt x="143" y="145"/>
                  </a:lnTo>
                  <a:lnTo>
                    <a:pt x="144" y="143"/>
                  </a:lnTo>
                  <a:lnTo>
                    <a:pt x="144" y="143"/>
                  </a:lnTo>
                  <a:lnTo>
                    <a:pt x="144" y="142"/>
                  </a:lnTo>
                  <a:lnTo>
                    <a:pt x="144" y="142"/>
                  </a:lnTo>
                  <a:lnTo>
                    <a:pt x="145" y="141"/>
                  </a:lnTo>
                  <a:lnTo>
                    <a:pt x="145" y="141"/>
                  </a:lnTo>
                  <a:lnTo>
                    <a:pt x="146" y="141"/>
                  </a:lnTo>
                  <a:lnTo>
                    <a:pt x="146" y="141"/>
                  </a:lnTo>
                  <a:lnTo>
                    <a:pt x="146" y="140"/>
                  </a:lnTo>
                  <a:lnTo>
                    <a:pt x="146" y="140"/>
                  </a:lnTo>
                  <a:lnTo>
                    <a:pt x="147" y="140"/>
                  </a:lnTo>
                  <a:lnTo>
                    <a:pt x="147" y="140"/>
                  </a:lnTo>
                  <a:lnTo>
                    <a:pt x="148" y="140"/>
                  </a:lnTo>
                  <a:lnTo>
                    <a:pt x="148" y="140"/>
                  </a:lnTo>
                  <a:lnTo>
                    <a:pt x="149" y="140"/>
                  </a:lnTo>
                  <a:lnTo>
                    <a:pt x="149" y="139"/>
                  </a:lnTo>
                  <a:lnTo>
                    <a:pt x="151" y="139"/>
                  </a:lnTo>
                  <a:lnTo>
                    <a:pt x="151" y="138"/>
                  </a:lnTo>
                  <a:lnTo>
                    <a:pt x="151" y="138"/>
                  </a:lnTo>
                  <a:lnTo>
                    <a:pt x="151" y="137"/>
                  </a:lnTo>
                  <a:lnTo>
                    <a:pt x="151" y="137"/>
                  </a:lnTo>
                  <a:lnTo>
                    <a:pt x="151" y="137"/>
                  </a:lnTo>
                  <a:lnTo>
                    <a:pt x="152" y="137"/>
                  </a:lnTo>
                  <a:lnTo>
                    <a:pt x="152" y="135"/>
                  </a:lnTo>
                  <a:lnTo>
                    <a:pt x="153" y="135"/>
                  </a:lnTo>
                  <a:lnTo>
                    <a:pt x="153" y="134"/>
                  </a:lnTo>
                  <a:lnTo>
                    <a:pt x="153" y="134"/>
                  </a:lnTo>
                  <a:lnTo>
                    <a:pt x="154" y="134"/>
                  </a:lnTo>
                  <a:lnTo>
                    <a:pt x="154" y="134"/>
                  </a:lnTo>
                  <a:lnTo>
                    <a:pt x="153" y="134"/>
                  </a:lnTo>
                  <a:lnTo>
                    <a:pt x="154" y="135"/>
                  </a:lnTo>
                  <a:lnTo>
                    <a:pt x="153" y="135"/>
                  </a:lnTo>
                  <a:lnTo>
                    <a:pt x="153" y="135"/>
                  </a:lnTo>
                  <a:lnTo>
                    <a:pt x="153" y="136"/>
                  </a:lnTo>
                  <a:lnTo>
                    <a:pt x="153" y="136"/>
                  </a:lnTo>
                  <a:lnTo>
                    <a:pt x="153" y="137"/>
                  </a:lnTo>
                  <a:lnTo>
                    <a:pt x="154" y="137"/>
                  </a:lnTo>
                  <a:lnTo>
                    <a:pt x="155" y="137"/>
                  </a:lnTo>
                  <a:lnTo>
                    <a:pt x="156" y="137"/>
                  </a:lnTo>
                  <a:lnTo>
                    <a:pt x="156" y="137"/>
                  </a:lnTo>
                  <a:lnTo>
                    <a:pt x="158" y="137"/>
                  </a:lnTo>
                  <a:lnTo>
                    <a:pt x="158" y="136"/>
                  </a:lnTo>
                  <a:lnTo>
                    <a:pt x="159" y="136"/>
                  </a:lnTo>
                  <a:lnTo>
                    <a:pt x="158" y="136"/>
                  </a:lnTo>
                  <a:lnTo>
                    <a:pt x="159" y="138"/>
                  </a:lnTo>
                  <a:lnTo>
                    <a:pt x="159" y="137"/>
                  </a:lnTo>
                  <a:lnTo>
                    <a:pt x="161" y="136"/>
                  </a:lnTo>
                  <a:lnTo>
                    <a:pt x="162" y="136"/>
                  </a:lnTo>
                  <a:lnTo>
                    <a:pt x="162" y="135"/>
                  </a:lnTo>
                  <a:lnTo>
                    <a:pt x="163" y="134"/>
                  </a:lnTo>
                  <a:lnTo>
                    <a:pt x="163" y="134"/>
                  </a:lnTo>
                  <a:lnTo>
                    <a:pt x="163" y="134"/>
                  </a:lnTo>
                  <a:lnTo>
                    <a:pt x="164" y="134"/>
                  </a:lnTo>
                  <a:lnTo>
                    <a:pt x="164" y="134"/>
                  </a:lnTo>
                  <a:lnTo>
                    <a:pt x="164" y="134"/>
                  </a:lnTo>
                  <a:lnTo>
                    <a:pt x="164" y="134"/>
                  </a:lnTo>
                  <a:lnTo>
                    <a:pt x="165" y="133"/>
                  </a:lnTo>
                  <a:lnTo>
                    <a:pt x="165" y="132"/>
                  </a:lnTo>
                  <a:lnTo>
                    <a:pt x="167" y="130"/>
                  </a:lnTo>
                  <a:lnTo>
                    <a:pt x="166" y="130"/>
                  </a:lnTo>
                  <a:lnTo>
                    <a:pt x="167" y="130"/>
                  </a:lnTo>
                  <a:lnTo>
                    <a:pt x="167" y="130"/>
                  </a:lnTo>
                  <a:lnTo>
                    <a:pt x="168" y="130"/>
                  </a:lnTo>
                  <a:lnTo>
                    <a:pt x="168" y="129"/>
                  </a:lnTo>
                  <a:lnTo>
                    <a:pt x="168" y="130"/>
                  </a:lnTo>
                  <a:lnTo>
                    <a:pt x="169" y="129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69" y="128"/>
                  </a:lnTo>
                  <a:lnTo>
                    <a:pt x="170" y="127"/>
                  </a:lnTo>
                  <a:lnTo>
                    <a:pt x="170" y="126"/>
                  </a:lnTo>
                  <a:lnTo>
                    <a:pt x="171" y="126"/>
                  </a:lnTo>
                  <a:lnTo>
                    <a:pt x="171" y="125"/>
                  </a:lnTo>
                  <a:lnTo>
                    <a:pt x="171" y="125"/>
                  </a:lnTo>
                  <a:lnTo>
                    <a:pt x="172" y="125"/>
                  </a:lnTo>
                  <a:lnTo>
                    <a:pt x="172" y="124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74" y="121"/>
                  </a:lnTo>
                  <a:lnTo>
                    <a:pt x="174" y="121"/>
                  </a:lnTo>
                  <a:lnTo>
                    <a:pt x="174" y="121"/>
                  </a:lnTo>
                  <a:lnTo>
                    <a:pt x="174" y="120"/>
                  </a:lnTo>
                  <a:lnTo>
                    <a:pt x="177" y="120"/>
                  </a:lnTo>
                  <a:lnTo>
                    <a:pt x="177" y="120"/>
                  </a:lnTo>
                  <a:lnTo>
                    <a:pt x="177" y="121"/>
                  </a:lnTo>
                  <a:lnTo>
                    <a:pt x="177" y="121"/>
                  </a:lnTo>
                  <a:lnTo>
                    <a:pt x="178" y="120"/>
                  </a:lnTo>
                  <a:lnTo>
                    <a:pt x="178" y="121"/>
                  </a:lnTo>
                  <a:lnTo>
                    <a:pt x="179" y="121"/>
                  </a:lnTo>
                  <a:lnTo>
                    <a:pt x="180" y="120"/>
                  </a:lnTo>
                  <a:lnTo>
                    <a:pt x="180" y="120"/>
                  </a:lnTo>
                  <a:lnTo>
                    <a:pt x="180" y="119"/>
                  </a:lnTo>
                  <a:lnTo>
                    <a:pt x="181" y="118"/>
                  </a:lnTo>
                  <a:lnTo>
                    <a:pt x="182" y="117"/>
                  </a:lnTo>
                  <a:lnTo>
                    <a:pt x="182" y="116"/>
                  </a:lnTo>
                  <a:lnTo>
                    <a:pt x="183" y="116"/>
                  </a:lnTo>
                  <a:lnTo>
                    <a:pt x="184" y="115"/>
                  </a:lnTo>
                  <a:lnTo>
                    <a:pt x="185" y="114"/>
                  </a:lnTo>
                  <a:lnTo>
                    <a:pt x="185" y="113"/>
                  </a:lnTo>
                  <a:lnTo>
                    <a:pt x="186" y="113"/>
                  </a:lnTo>
                  <a:lnTo>
                    <a:pt x="187" y="112"/>
                  </a:lnTo>
                  <a:lnTo>
                    <a:pt x="187" y="111"/>
                  </a:lnTo>
                  <a:lnTo>
                    <a:pt x="188" y="111"/>
                  </a:lnTo>
                  <a:lnTo>
                    <a:pt x="189" y="109"/>
                  </a:lnTo>
                  <a:lnTo>
                    <a:pt x="190" y="108"/>
                  </a:lnTo>
                  <a:lnTo>
                    <a:pt x="190" y="108"/>
                  </a:lnTo>
                  <a:lnTo>
                    <a:pt x="190" y="108"/>
                  </a:lnTo>
                  <a:lnTo>
                    <a:pt x="190" y="107"/>
                  </a:lnTo>
                  <a:lnTo>
                    <a:pt x="190" y="107"/>
                  </a:lnTo>
                  <a:lnTo>
                    <a:pt x="190" y="105"/>
                  </a:lnTo>
                  <a:lnTo>
                    <a:pt x="191" y="99"/>
                  </a:lnTo>
                  <a:lnTo>
                    <a:pt x="191" y="98"/>
                  </a:lnTo>
                  <a:lnTo>
                    <a:pt x="191" y="97"/>
                  </a:lnTo>
                  <a:lnTo>
                    <a:pt x="190" y="91"/>
                  </a:lnTo>
                  <a:lnTo>
                    <a:pt x="190" y="88"/>
                  </a:lnTo>
                  <a:lnTo>
                    <a:pt x="191" y="86"/>
                  </a:lnTo>
                  <a:lnTo>
                    <a:pt x="193" y="86"/>
                  </a:lnTo>
                  <a:lnTo>
                    <a:pt x="193" y="86"/>
                  </a:lnTo>
                  <a:lnTo>
                    <a:pt x="193" y="87"/>
                  </a:lnTo>
                  <a:lnTo>
                    <a:pt x="194" y="87"/>
                  </a:lnTo>
                  <a:lnTo>
                    <a:pt x="194" y="87"/>
                  </a:lnTo>
                  <a:lnTo>
                    <a:pt x="193" y="87"/>
                  </a:lnTo>
                  <a:lnTo>
                    <a:pt x="192" y="88"/>
                  </a:lnTo>
                  <a:lnTo>
                    <a:pt x="194" y="91"/>
                  </a:lnTo>
                  <a:lnTo>
                    <a:pt x="194" y="92"/>
                  </a:lnTo>
                  <a:lnTo>
                    <a:pt x="194" y="93"/>
                  </a:lnTo>
                  <a:lnTo>
                    <a:pt x="194" y="93"/>
                  </a:lnTo>
                  <a:lnTo>
                    <a:pt x="194" y="92"/>
                  </a:lnTo>
                  <a:lnTo>
                    <a:pt x="194" y="92"/>
                  </a:lnTo>
                  <a:lnTo>
                    <a:pt x="195" y="91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5" y="91"/>
                  </a:lnTo>
                  <a:lnTo>
                    <a:pt x="195" y="90"/>
                  </a:lnTo>
                  <a:lnTo>
                    <a:pt x="195" y="88"/>
                  </a:lnTo>
                  <a:lnTo>
                    <a:pt x="195" y="87"/>
                  </a:lnTo>
                  <a:lnTo>
                    <a:pt x="195" y="87"/>
                  </a:lnTo>
                  <a:lnTo>
                    <a:pt x="195" y="85"/>
                  </a:lnTo>
                  <a:lnTo>
                    <a:pt x="196" y="85"/>
                  </a:lnTo>
                  <a:lnTo>
                    <a:pt x="196" y="84"/>
                  </a:lnTo>
                  <a:lnTo>
                    <a:pt x="197" y="83"/>
                  </a:lnTo>
                  <a:lnTo>
                    <a:pt x="197" y="83"/>
                  </a:lnTo>
                  <a:lnTo>
                    <a:pt x="198" y="82"/>
                  </a:lnTo>
                  <a:lnTo>
                    <a:pt x="200" y="82"/>
                  </a:lnTo>
                  <a:lnTo>
                    <a:pt x="201" y="82"/>
                  </a:lnTo>
                  <a:lnTo>
                    <a:pt x="201" y="80"/>
                  </a:lnTo>
                  <a:lnTo>
                    <a:pt x="201" y="79"/>
                  </a:lnTo>
                  <a:lnTo>
                    <a:pt x="202" y="79"/>
                  </a:lnTo>
                  <a:lnTo>
                    <a:pt x="203" y="77"/>
                  </a:lnTo>
                  <a:lnTo>
                    <a:pt x="204" y="75"/>
                  </a:lnTo>
                  <a:lnTo>
                    <a:pt x="207" y="74"/>
                  </a:lnTo>
                  <a:lnTo>
                    <a:pt x="207" y="73"/>
                  </a:lnTo>
                  <a:lnTo>
                    <a:pt x="211" y="70"/>
                  </a:lnTo>
                  <a:lnTo>
                    <a:pt x="211" y="70"/>
                  </a:lnTo>
                  <a:lnTo>
                    <a:pt x="212" y="69"/>
                  </a:lnTo>
                  <a:lnTo>
                    <a:pt x="212" y="69"/>
                  </a:lnTo>
                  <a:lnTo>
                    <a:pt x="212" y="68"/>
                  </a:lnTo>
                  <a:lnTo>
                    <a:pt x="212" y="68"/>
                  </a:lnTo>
                  <a:lnTo>
                    <a:pt x="212" y="66"/>
                  </a:lnTo>
                  <a:lnTo>
                    <a:pt x="212" y="65"/>
                  </a:lnTo>
                  <a:lnTo>
                    <a:pt x="212" y="65"/>
                  </a:lnTo>
                  <a:lnTo>
                    <a:pt x="212" y="64"/>
                  </a:lnTo>
                  <a:lnTo>
                    <a:pt x="212" y="64"/>
                  </a:lnTo>
                  <a:lnTo>
                    <a:pt x="213" y="63"/>
                  </a:lnTo>
                  <a:lnTo>
                    <a:pt x="214" y="62"/>
                  </a:lnTo>
                  <a:lnTo>
                    <a:pt x="214" y="62"/>
                  </a:lnTo>
                  <a:lnTo>
                    <a:pt x="216" y="61"/>
                  </a:lnTo>
                  <a:lnTo>
                    <a:pt x="216" y="61"/>
                  </a:lnTo>
                  <a:lnTo>
                    <a:pt x="218" y="60"/>
                  </a:lnTo>
                  <a:lnTo>
                    <a:pt x="220" y="59"/>
                  </a:lnTo>
                  <a:lnTo>
                    <a:pt x="220" y="59"/>
                  </a:lnTo>
                  <a:lnTo>
                    <a:pt x="221" y="59"/>
                  </a:lnTo>
                  <a:lnTo>
                    <a:pt x="223" y="56"/>
                  </a:lnTo>
                  <a:lnTo>
                    <a:pt x="224" y="56"/>
                  </a:lnTo>
                  <a:lnTo>
                    <a:pt x="224" y="56"/>
                  </a:lnTo>
                  <a:lnTo>
                    <a:pt x="227" y="54"/>
                  </a:lnTo>
                  <a:lnTo>
                    <a:pt x="226" y="53"/>
                  </a:lnTo>
                  <a:lnTo>
                    <a:pt x="227" y="53"/>
                  </a:lnTo>
                  <a:lnTo>
                    <a:pt x="227" y="55"/>
                  </a:lnTo>
                  <a:lnTo>
                    <a:pt x="228" y="55"/>
                  </a:lnTo>
                  <a:lnTo>
                    <a:pt x="228" y="56"/>
                  </a:lnTo>
                  <a:lnTo>
                    <a:pt x="228" y="56"/>
                  </a:lnTo>
                  <a:lnTo>
                    <a:pt x="229" y="56"/>
                  </a:lnTo>
                  <a:lnTo>
                    <a:pt x="229" y="56"/>
                  </a:lnTo>
                  <a:lnTo>
                    <a:pt x="229" y="55"/>
                  </a:lnTo>
                  <a:lnTo>
                    <a:pt x="229" y="55"/>
                  </a:lnTo>
                  <a:lnTo>
                    <a:pt x="229" y="56"/>
                  </a:lnTo>
                  <a:lnTo>
                    <a:pt x="230" y="56"/>
                  </a:lnTo>
                  <a:lnTo>
                    <a:pt x="231" y="55"/>
                  </a:lnTo>
                  <a:lnTo>
                    <a:pt x="233" y="55"/>
                  </a:lnTo>
                  <a:lnTo>
                    <a:pt x="233" y="55"/>
                  </a:lnTo>
                  <a:lnTo>
                    <a:pt x="233" y="55"/>
                  </a:lnTo>
                  <a:lnTo>
                    <a:pt x="233" y="56"/>
                  </a:lnTo>
                  <a:lnTo>
                    <a:pt x="233" y="56"/>
                  </a:lnTo>
                  <a:lnTo>
                    <a:pt x="233" y="56"/>
                  </a:lnTo>
                  <a:lnTo>
                    <a:pt x="234" y="56"/>
                  </a:lnTo>
                  <a:lnTo>
                    <a:pt x="234" y="56"/>
                  </a:lnTo>
                  <a:lnTo>
                    <a:pt x="235" y="56"/>
                  </a:lnTo>
                  <a:lnTo>
                    <a:pt x="237" y="55"/>
                  </a:lnTo>
                  <a:lnTo>
                    <a:pt x="239" y="56"/>
                  </a:lnTo>
                  <a:lnTo>
                    <a:pt x="240" y="55"/>
                  </a:lnTo>
                  <a:lnTo>
                    <a:pt x="241" y="55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43" y="54"/>
                  </a:lnTo>
                  <a:lnTo>
                    <a:pt x="243" y="53"/>
                  </a:lnTo>
                  <a:lnTo>
                    <a:pt x="246" y="52"/>
                  </a:lnTo>
                  <a:lnTo>
                    <a:pt x="246" y="52"/>
                  </a:lnTo>
                  <a:lnTo>
                    <a:pt x="247" y="52"/>
                  </a:lnTo>
                  <a:lnTo>
                    <a:pt x="247" y="51"/>
                  </a:lnTo>
                  <a:lnTo>
                    <a:pt x="247" y="51"/>
                  </a:lnTo>
                  <a:lnTo>
                    <a:pt x="247" y="50"/>
                  </a:lnTo>
                  <a:lnTo>
                    <a:pt x="248" y="50"/>
                  </a:lnTo>
                  <a:lnTo>
                    <a:pt x="249" y="49"/>
                  </a:lnTo>
                  <a:lnTo>
                    <a:pt x="250" y="49"/>
                  </a:lnTo>
                  <a:lnTo>
                    <a:pt x="250" y="49"/>
                  </a:lnTo>
                  <a:lnTo>
                    <a:pt x="250" y="49"/>
                  </a:lnTo>
                  <a:lnTo>
                    <a:pt x="251" y="48"/>
                  </a:lnTo>
                  <a:lnTo>
                    <a:pt x="251" y="48"/>
                  </a:lnTo>
                  <a:lnTo>
                    <a:pt x="251" y="48"/>
                  </a:lnTo>
                  <a:lnTo>
                    <a:pt x="251" y="48"/>
                  </a:lnTo>
                  <a:lnTo>
                    <a:pt x="251" y="48"/>
                  </a:lnTo>
                  <a:lnTo>
                    <a:pt x="251" y="48"/>
                  </a:lnTo>
                  <a:lnTo>
                    <a:pt x="252" y="48"/>
                  </a:lnTo>
                  <a:lnTo>
                    <a:pt x="253" y="48"/>
                  </a:lnTo>
                  <a:lnTo>
                    <a:pt x="253" y="48"/>
                  </a:lnTo>
                  <a:lnTo>
                    <a:pt x="254" y="47"/>
                  </a:lnTo>
                  <a:lnTo>
                    <a:pt x="255" y="47"/>
                  </a:lnTo>
                  <a:lnTo>
                    <a:pt x="255" y="46"/>
                  </a:lnTo>
                  <a:lnTo>
                    <a:pt x="258" y="46"/>
                  </a:lnTo>
                  <a:lnTo>
                    <a:pt x="259" y="46"/>
                  </a:lnTo>
                  <a:lnTo>
                    <a:pt x="259" y="45"/>
                  </a:lnTo>
                  <a:lnTo>
                    <a:pt x="260" y="45"/>
                  </a:lnTo>
                  <a:lnTo>
                    <a:pt x="260" y="44"/>
                  </a:lnTo>
                  <a:lnTo>
                    <a:pt x="261" y="44"/>
                  </a:lnTo>
                  <a:lnTo>
                    <a:pt x="262" y="43"/>
                  </a:lnTo>
                  <a:lnTo>
                    <a:pt x="262" y="43"/>
                  </a:lnTo>
                  <a:lnTo>
                    <a:pt x="264" y="42"/>
                  </a:lnTo>
                  <a:lnTo>
                    <a:pt x="266" y="41"/>
                  </a:lnTo>
                  <a:lnTo>
                    <a:pt x="268" y="39"/>
                  </a:lnTo>
                  <a:lnTo>
                    <a:pt x="268" y="39"/>
                  </a:lnTo>
                  <a:lnTo>
                    <a:pt x="268" y="40"/>
                  </a:lnTo>
                  <a:lnTo>
                    <a:pt x="269" y="40"/>
                  </a:lnTo>
                  <a:lnTo>
                    <a:pt x="270" y="40"/>
                  </a:lnTo>
                  <a:lnTo>
                    <a:pt x="270" y="39"/>
                  </a:lnTo>
                  <a:lnTo>
                    <a:pt x="271" y="39"/>
                  </a:lnTo>
                  <a:lnTo>
                    <a:pt x="272" y="39"/>
                  </a:lnTo>
                  <a:lnTo>
                    <a:pt x="272" y="39"/>
                  </a:lnTo>
                  <a:lnTo>
                    <a:pt x="272" y="39"/>
                  </a:lnTo>
                  <a:lnTo>
                    <a:pt x="272" y="39"/>
                  </a:lnTo>
                  <a:lnTo>
                    <a:pt x="272" y="39"/>
                  </a:lnTo>
                  <a:lnTo>
                    <a:pt x="272" y="38"/>
                  </a:lnTo>
                  <a:lnTo>
                    <a:pt x="274" y="38"/>
                  </a:lnTo>
                  <a:lnTo>
                    <a:pt x="275" y="38"/>
                  </a:lnTo>
                  <a:lnTo>
                    <a:pt x="275" y="36"/>
                  </a:lnTo>
                  <a:lnTo>
                    <a:pt x="274" y="35"/>
                  </a:lnTo>
                  <a:lnTo>
                    <a:pt x="273" y="31"/>
                  </a:lnTo>
                  <a:lnTo>
                    <a:pt x="273" y="31"/>
                  </a:lnTo>
                  <a:lnTo>
                    <a:pt x="272" y="30"/>
                  </a:lnTo>
                  <a:lnTo>
                    <a:pt x="272" y="30"/>
                  </a:lnTo>
                  <a:lnTo>
                    <a:pt x="272" y="30"/>
                  </a:lnTo>
                  <a:lnTo>
                    <a:pt x="270" y="29"/>
                  </a:lnTo>
                  <a:lnTo>
                    <a:pt x="268" y="28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69" y="26"/>
                  </a:lnTo>
                  <a:lnTo>
                    <a:pt x="269" y="25"/>
                  </a:lnTo>
                  <a:lnTo>
                    <a:pt x="270" y="25"/>
                  </a:lnTo>
                  <a:lnTo>
                    <a:pt x="271" y="26"/>
                  </a:lnTo>
                  <a:lnTo>
                    <a:pt x="272" y="26"/>
                  </a:lnTo>
                  <a:lnTo>
                    <a:pt x="272" y="26"/>
                  </a:lnTo>
                  <a:lnTo>
                    <a:pt x="274" y="26"/>
                  </a:lnTo>
                  <a:lnTo>
                    <a:pt x="275" y="26"/>
                  </a:lnTo>
                  <a:lnTo>
                    <a:pt x="275" y="26"/>
                  </a:lnTo>
                  <a:lnTo>
                    <a:pt x="276" y="26"/>
                  </a:lnTo>
                  <a:lnTo>
                    <a:pt x="276" y="26"/>
                  </a:lnTo>
                  <a:lnTo>
                    <a:pt x="276" y="28"/>
                  </a:lnTo>
                  <a:lnTo>
                    <a:pt x="276" y="28"/>
                  </a:lnTo>
                  <a:lnTo>
                    <a:pt x="277" y="29"/>
                  </a:lnTo>
                  <a:lnTo>
                    <a:pt x="277" y="29"/>
                  </a:lnTo>
                  <a:lnTo>
                    <a:pt x="276" y="30"/>
                  </a:lnTo>
                  <a:lnTo>
                    <a:pt x="277" y="30"/>
                  </a:lnTo>
                  <a:lnTo>
                    <a:pt x="277" y="30"/>
                  </a:lnTo>
                  <a:lnTo>
                    <a:pt x="278" y="30"/>
                  </a:lnTo>
                  <a:lnTo>
                    <a:pt x="280" y="30"/>
                  </a:lnTo>
                  <a:lnTo>
                    <a:pt x="283" y="30"/>
                  </a:lnTo>
                  <a:lnTo>
                    <a:pt x="283" y="30"/>
                  </a:lnTo>
                  <a:lnTo>
                    <a:pt x="284" y="30"/>
                  </a:lnTo>
                  <a:lnTo>
                    <a:pt x="284" y="29"/>
                  </a:lnTo>
                  <a:lnTo>
                    <a:pt x="285" y="29"/>
                  </a:lnTo>
                  <a:lnTo>
                    <a:pt x="285" y="29"/>
                  </a:lnTo>
                  <a:lnTo>
                    <a:pt x="285" y="29"/>
                  </a:lnTo>
                  <a:lnTo>
                    <a:pt x="285" y="30"/>
                  </a:lnTo>
                  <a:lnTo>
                    <a:pt x="285" y="30"/>
                  </a:lnTo>
                  <a:lnTo>
                    <a:pt x="286" y="30"/>
                  </a:lnTo>
                  <a:lnTo>
                    <a:pt x="286" y="31"/>
                  </a:lnTo>
                  <a:lnTo>
                    <a:pt x="287" y="32"/>
                  </a:lnTo>
                  <a:lnTo>
                    <a:pt x="288" y="32"/>
                  </a:lnTo>
                  <a:lnTo>
                    <a:pt x="289" y="32"/>
                  </a:lnTo>
                  <a:lnTo>
                    <a:pt x="291" y="33"/>
                  </a:lnTo>
                  <a:lnTo>
                    <a:pt x="291" y="34"/>
                  </a:lnTo>
                  <a:lnTo>
                    <a:pt x="291" y="35"/>
                  </a:lnTo>
                  <a:lnTo>
                    <a:pt x="291" y="36"/>
                  </a:lnTo>
                  <a:lnTo>
                    <a:pt x="292" y="36"/>
                  </a:lnTo>
                  <a:lnTo>
                    <a:pt x="292" y="37"/>
                  </a:lnTo>
                  <a:lnTo>
                    <a:pt x="293" y="37"/>
                  </a:lnTo>
                  <a:lnTo>
                    <a:pt x="295" y="39"/>
                  </a:lnTo>
                  <a:lnTo>
                    <a:pt x="298" y="39"/>
                  </a:lnTo>
                  <a:lnTo>
                    <a:pt x="300" y="39"/>
                  </a:lnTo>
                  <a:lnTo>
                    <a:pt x="301" y="39"/>
                  </a:lnTo>
                  <a:lnTo>
                    <a:pt x="302" y="39"/>
                  </a:lnTo>
                  <a:lnTo>
                    <a:pt x="303" y="39"/>
                  </a:lnTo>
                  <a:lnTo>
                    <a:pt x="304" y="39"/>
                  </a:lnTo>
                  <a:lnTo>
                    <a:pt x="307" y="39"/>
                  </a:lnTo>
                  <a:lnTo>
                    <a:pt x="308" y="39"/>
                  </a:lnTo>
                  <a:lnTo>
                    <a:pt x="309" y="39"/>
                  </a:lnTo>
                  <a:lnTo>
                    <a:pt x="310" y="39"/>
                  </a:lnTo>
                  <a:lnTo>
                    <a:pt x="310" y="39"/>
                  </a:lnTo>
                  <a:lnTo>
                    <a:pt x="310" y="39"/>
                  </a:lnTo>
                  <a:lnTo>
                    <a:pt x="310" y="39"/>
                  </a:lnTo>
                  <a:lnTo>
                    <a:pt x="310" y="39"/>
                  </a:lnTo>
                  <a:lnTo>
                    <a:pt x="311" y="39"/>
                  </a:lnTo>
                  <a:lnTo>
                    <a:pt x="311" y="39"/>
                  </a:lnTo>
                  <a:lnTo>
                    <a:pt x="313" y="39"/>
                  </a:lnTo>
                  <a:lnTo>
                    <a:pt x="315" y="39"/>
                  </a:lnTo>
                  <a:lnTo>
                    <a:pt x="316" y="39"/>
                  </a:lnTo>
                  <a:lnTo>
                    <a:pt x="316" y="39"/>
                  </a:lnTo>
                  <a:lnTo>
                    <a:pt x="316" y="39"/>
                  </a:lnTo>
                  <a:lnTo>
                    <a:pt x="318" y="38"/>
                  </a:lnTo>
                  <a:lnTo>
                    <a:pt x="319" y="38"/>
                  </a:lnTo>
                  <a:lnTo>
                    <a:pt x="319" y="37"/>
                  </a:lnTo>
                  <a:lnTo>
                    <a:pt x="321" y="36"/>
                  </a:lnTo>
                  <a:lnTo>
                    <a:pt x="322" y="36"/>
                  </a:lnTo>
                  <a:lnTo>
                    <a:pt x="322" y="36"/>
                  </a:lnTo>
                  <a:lnTo>
                    <a:pt x="322" y="35"/>
                  </a:lnTo>
                  <a:lnTo>
                    <a:pt x="323" y="35"/>
                  </a:lnTo>
                  <a:lnTo>
                    <a:pt x="323" y="35"/>
                  </a:lnTo>
                  <a:lnTo>
                    <a:pt x="324" y="35"/>
                  </a:lnTo>
                  <a:lnTo>
                    <a:pt x="324" y="35"/>
                  </a:lnTo>
                  <a:lnTo>
                    <a:pt x="325" y="34"/>
                  </a:lnTo>
                  <a:lnTo>
                    <a:pt x="327" y="33"/>
                  </a:lnTo>
                  <a:lnTo>
                    <a:pt x="327" y="33"/>
                  </a:lnTo>
                  <a:lnTo>
                    <a:pt x="328" y="32"/>
                  </a:lnTo>
                  <a:lnTo>
                    <a:pt x="329" y="32"/>
                  </a:lnTo>
                  <a:lnTo>
                    <a:pt x="329" y="32"/>
                  </a:lnTo>
                  <a:lnTo>
                    <a:pt x="329" y="33"/>
                  </a:lnTo>
                  <a:lnTo>
                    <a:pt x="329" y="33"/>
                  </a:lnTo>
                  <a:lnTo>
                    <a:pt x="329" y="33"/>
                  </a:lnTo>
                  <a:lnTo>
                    <a:pt x="329" y="34"/>
                  </a:lnTo>
                  <a:lnTo>
                    <a:pt x="330" y="35"/>
                  </a:lnTo>
                  <a:lnTo>
                    <a:pt x="331" y="35"/>
                  </a:lnTo>
                  <a:lnTo>
                    <a:pt x="331" y="35"/>
                  </a:lnTo>
                  <a:lnTo>
                    <a:pt x="332" y="36"/>
                  </a:lnTo>
                  <a:lnTo>
                    <a:pt x="332" y="37"/>
                  </a:lnTo>
                  <a:lnTo>
                    <a:pt x="333" y="37"/>
                  </a:lnTo>
                  <a:lnTo>
                    <a:pt x="333" y="37"/>
                  </a:lnTo>
                  <a:lnTo>
                    <a:pt x="333" y="37"/>
                  </a:lnTo>
                  <a:lnTo>
                    <a:pt x="334" y="38"/>
                  </a:lnTo>
                  <a:lnTo>
                    <a:pt x="335" y="39"/>
                  </a:lnTo>
                  <a:lnTo>
                    <a:pt x="335" y="39"/>
                  </a:lnTo>
                  <a:lnTo>
                    <a:pt x="333" y="38"/>
                  </a:lnTo>
                  <a:lnTo>
                    <a:pt x="333" y="37"/>
                  </a:lnTo>
                  <a:lnTo>
                    <a:pt x="333" y="36"/>
                  </a:lnTo>
                  <a:lnTo>
                    <a:pt x="331" y="35"/>
                  </a:lnTo>
                  <a:lnTo>
                    <a:pt x="330" y="35"/>
                  </a:lnTo>
                  <a:lnTo>
                    <a:pt x="330" y="34"/>
                  </a:lnTo>
                  <a:lnTo>
                    <a:pt x="330" y="34"/>
                  </a:lnTo>
                  <a:lnTo>
                    <a:pt x="330" y="34"/>
                  </a:lnTo>
                  <a:lnTo>
                    <a:pt x="330" y="34"/>
                  </a:lnTo>
                  <a:lnTo>
                    <a:pt x="331" y="34"/>
                  </a:lnTo>
                  <a:lnTo>
                    <a:pt x="330" y="33"/>
                  </a:lnTo>
                  <a:lnTo>
                    <a:pt x="330" y="33"/>
                  </a:lnTo>
                  <a:lnTo>
                    <a:pt x="330" y="33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2" y="30"/>
                  </a:lnTo>
                  <a:lnTo>
                    <a:pt x="333" y="30"/>
                  </a:lnTo>
                  <a:lnTo>
                    <a:pt x="334" y="29"/>
                  </a:lnTo>
                  <a:lnTo>
                    <a:pt x="336" y="29"/>
                  </a:lnTo>
                  <a:lnTo>
                    <a:pt x="336" y="29"/>
                  </a:lnTo>
                  <a:lnTo>
                    <a:pt x="337" y="29"/>
                  </a:lnTo>
                  <a:lnTo>
                    <a:pt x="337" y="29"/>
                  </a:lnTo>
                  <a:lnTo>
                    <a:pt x="337" y="28"/>
                  </a:lnTo>
                  <a:lnTo>
                    <a:pt x="337" y="29"/>
                  </a:lnTo>
                  <a:lnTo>
                    <a:pt x="337" y="29"/>
                  </a:lnTo>
                  <a:lnTo>
                    <a:pt x="337" y="29"/>
                  </a:lnTo>
                  <a:lnTo>
                    <a:pt x="337" y="29"/>
                  </a:lnTo>
                  <a:lnTo>
                    <a:pt x="339" y="29"/>
                  </a:lnTo>
                  <a:lnTo>
                    <a:pt x="340" y="29"/>
                  </a:lnTo>
                  <a:lnTo>
                    <a:pt x="340" y="28"/>
                  </a:lnTo>
                  <a:lnTo>
                    <a:pt x="341" y="27"/>
                  </a:lnTo>
                  <a:lnTo>
                    <a:pt x="343" y="26"/>
                  </a:lnTo>
                  <a:lnTo>
                    <a:pt x="344" y="26"/>
                  </a:lnTo>
                  <a:lnTo>
                    <a:pt x="345" y="26"/>
                  </a:lnTo>
                  <a:lnTo>
                    <a:pt x="347" y="24"/>
                  </a:lnTo>
                  <a:lnTo>
                    <a:pt x="349" y="24"/>
                  </a:lnTo>
                  <a:lnTo>
                    <a:pt x="350" y="23"/>
                  </a:lnTo>
                  <a:lnTo>
                    <a:pt x="350" y="23"/>
                  </a:lnTo>
                  <a:lnTo>
                    <a:pt x="351" y="23"/>
                  </a:lnTo>
                  <a:lnTo>
                    <a:pt x="351" y="22"/>
                  </a:lnTo>
                  <a:lnTo>
                    <a:pt x="355" y="23"/>
                  </a:lnTo>
                  <a:lnTo>
                    <a:pt x="357" y="22"/>
                  </a:lnTo>
                  <a:lnTo>
                    <a:pt x="358" y="22"/>
                  </a:lnTo>
                  <a:lnTo>
                    <a:pt x="359" y="22"/>
                  </a:lnTo>
                  <a:lnTo>
                    <a:pt x="360" y="22"/>
                  </a:lnTo>
                  <a:lnTo>
                    <a:pt x="360" y="22"/>
                  </a:lnTo>
                  <a:lnTo>
                    <a:pt x="361" y="22"/>
                  </a:lnTo>
                  <a:close/>
                  <a:moveTo>
                    <a:pt x="177" y="0"/>
                  </a:moveTo>
                  <a:lnTo>
                    <a:pt x="177" y="1"/>
                  </a:lnTo>
                  <a:lnTo>
                    <a:pt x="178" y="2"/>
                  </a:lnTo>
                  <a:lnTo>
                    <a:pt x="179" y="2"/>
                  </a:lnTo>
                  <a:lnTo>
                    <a:pt x="179" y="1"/>
                  </a:lnTo>
                  <a:lnTo>
                    <a:pt x="180" y="2"/>
                  </a:lnTo>
                  <a:lnTo>
                    <a:pt x="181" y="2"/>
                  </a:lnTo>
                  <a:lnTo>
                    <a:pt x="180" y="3"/>
                  </a:lnTo>
                  <a:lnTo>
                    <a:pt x="181" y="3"/>
                  </a:lnTo>
                  <a:lnTo>
                    <a:pt x="181" y="3"/>
                  </a:lnTo>
                  <a:lnTo>
                    <a:pt x="181" y="3"/>
                  </a:lnTo>
                  <a:lnTo>
                    <a:pt x="181" y="3"/>
                  </a:lnTo>
                  <a:lnTo>
                    <a:pt x="181" y="3"/>
                  </a:lnTo>
                  <a:lnTo>
                    <a:pt x="181" y="2"/>
                  </a:lnTo>
                  <a:lnTo>
                    <a:pt x="181" y="2"/>
                  </a:lnTo>
                  <a:lnTo>
                    <a:pt x="182" y="2"/>
                  </a:lnTo>
                  <a:lnTo>
                    <a:pt x="182" y="2"/>
                  </a:lnTo>
                  <a:lnTo>
                    <a:pt x="182" y="3"/>
                  </a:lnTo>
                  <a:lnTo>
                    <a:pt x="184" y="2"/>
                  </a:lnTo>
                  <a:lnTo>
                    <a:pt x="184" y="2"/>
                  </a:lnTo>
                  <a:lnTo>
                    <a:pt x="185" y="2"/>
                  </a:lnTo>
                  <a:lnTo>
                    <a:pt x="186" y="2"/>
                  </a:lnTo>
                  <a:lnTo>
                    <a:pt x="186" y="3"/>
                  </a:lnTo>
                  <a:lnTo>
                    <a:pt x="186" y="3"/>
                  </a:lnTo>
                  <a:lnTo>
                    <a:pt x="187" y="4"/>
                  </a:lnTo>
                  <a:lnTo>
                    <a:pt x="187" y="5"/>
                  </a:lnTo>
                  <a:lnTo>
                    <a:pt x="187" y="5"/>
                  </a:lnTo>
                  <a:lnTo>
                    <a:pt x="187" y="5"/>
                  </a:lnTo>
                  <a:lnTo>
                    <a:pt x="188" y="5"/>
                  </a:lnTo>
                  <a:lnTo>
                    <a:pt x="189" y="5"/>
                  </a:lnTo>
                  <a:lnTo>
                    <a:pt x="190" y="5"/>
                  </a:lnTo>
                  <a:lnTo>
                    <a:pt x="190" y="5"/>
                  </a:lnTo>
                  <a:lnTo>
                    <a:pt x="191" y="4"/>
                  </a:lnTo>
                  <a:lnTo>
                    <a:pt x="191" y="4"/>
                  </a:lnTo>
                  <a:lnTo>
                    <a:pt x="192" y="5"/>
                  </a:lnTo>
                  <a:lnTo>
                    <a:pt x="193" y="5"/>
                  </a:lnTo>
                  <a:lnTo>
                    <a:pt x="193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96" y="5"/>
                  </a:lnTo>
                  <a:lnTo>
                    <a:pt x="197" y="5"/>
                  </a:lnTo>
                  <a:lnTo>
                    <a:pt x="197" y="5"/>
                  </a:lnTo>
                  <a:lnTo>
                    <a:pt x="197" y="5"/>
                  </a:lnTo>
                  <a:lnTo>
                    <a:pt x="198" y="5"/>
                  </a:lnTo>
                  <a:lnTo>
                    <a:pt x="199" y="6"/>
                  </a:lnTo>
                  <a:lnTo>
                    <a:pt x="199" y="5"/>
                  </a:lnTo>
                  <a:lnTo>
                    <a:pt x="200" y="5"/>
                  </a:lnTo>
                  <a:lnTo>
                    <a:pt x="199" y="5"/>
                  </a:lnTo>
                  <a:lnTo>
                    <a:pt x="200" y="5"/>
                  </a:lnTo>
                  <a:lnTo>
                    <a:pt x="200" y="6"/>
                  </a:lnTo>
                  <a:lnTo>
                    <a:pt x="201" y="6"/>
                  </a:lnTo>
                  <a:lnTo>
                    <a:pt x="200" y="8"/>
                  </a:lnTo>
                  <a:lnTo>
                    <a:pt x="201" y="8"/>
                  </a:lnTo>
                  <a:lnTo>
                    <a:pt x="201" y="8"/>
                  </a:lnTo>
                  <a:lnTo>
                    <a:pt x="202" y="8"/>
                  </a:lnTo>
                  <a:lnTo>
                    <a:pt x="202" y="9"/>
                  </a:lnTo>
                  <a:lnTo>
                    <a:pt x="202" y="9"/>
                  </a:lnTo>
                  <a:lnTo>
                    <a:pt x="202" y="9"/>
                  </a:lnTo>
                  <a:lnTo>
                    <a:pt x="202" y="9"/>
                  </a:lnTo>
                  <a:lnTo>
                    <a:pt x="202" y="10"/>
                  </a:lnTo>
                  <a:lnTo>
                    <a:pt x="203" y="10"/>
                  </a:lnTo>
                  <a:lnTo>
                    <a:pt x="203" y="12"/>
                  </a:lnTo>
                  <a:lnTo>
                    <a:pt x="203" y="12"/>
                  </a:lnTo>
                  <a:lnTo>
                    <a:pt x="203" y="13"/>
                  </a:lnTo>
                  <a:lnTo>
                    <a:pt x="202" y="15"/>
                  </a:lnTo>
                  <a:lnTo>
                    <a:pt x="202" y="15"/>
                  </a:lnTo>
                  <a:lnTo>
                    <a:pt x="201" y="16"/>
                  </a:lnTo>
                  <a:lnTo>
                    <a:pt x="202" y="16"/>
                  </a:lnTo>
                  <a:lnTo>
                    <a:pt x="203" y="16"/>
                  </a:lnTo>
                  <a:lnTo>
                    <a:pt x="203" y="17"/>
                  </a:lnTo>
                  <a:lnTo>
                    <a:pt x="203" y="17"/>
                  </a:lnTo>
                  <a:lnTo>
                    <a:pt x="203" y="17"/>
                  </a:lnTo>
                  <a:lnTo>
                    <a:pt x="203" y="17"/>
                  </a:lnTo>
                  <a:lnTo>
                    <a:pt x="203" y="17"/>
                  </a:lnTo>
                  <a:lnTo>
                    <a:pt x="203" y="17"/>
                  </a:lnTo>
                  <a:lnTo>
                    <a:pt x="203" y="18"/>
                  </a:lnTo>
                  <a:lnTo>
                    <a:pt x="203" y="18"/>
                  </a:lnTo>
                  <a:lnTo>
                    <a:pt x="203" y="19"/>
                  </a:lnTo>
                  <a:lnTo>
                    <a:pt x="203" y="20"/>
                  </a:lnTo>
                  <a:lnTo>
                    <a:pt x="203" y="21"/>
                  </a:lnTo>
                  <a:lnTo>
                    <a:pt x="205" y="21"/>
                  </a:lnTo>
                  <a:lnTo>
                    <a:pt x="205" y="20"/>
                  </a:lnTo>
                  <a:lnTo>
                    <a:pt x="206" y="20"/>
                  </a:lnTo>
                  <a:lnTo>
                    <a:pt x="206" y="21"/>
                  </a:lnTo>
                  <a:lnTo>
                    <a:pt x="207" y="21"/>
                  </a:lnTo>
                  <a:lnTo>
                    <a:pt x="207" y="21"/>
                  </a:lnTo>
                  <a:lnTo>
                    <a:pt x="208" y="22"/>
                  </a:lnTo>
                  <a:lnTo>
                    <a:pt x="208" y="22"/>
                  </a:lnTo>
                  <a:lnTo>
                    <a:pt x="209" y="21"/>
                  </a:lnTo>
                  <a:lnTo>
                    <a:pt x="209" y="22"/>
                  </a:lnTo>
                  <a:lnTo>
                    <a:pt x="209" y="22"/>
                  </a:lnTo>
                  <a:lnTo>
                    <a:pt x="208" y="22"/>
                  </a:lnTo>
                  <a:lnTo>
                    <a:pt x="208" y="23"/>
                  </a:lnTo>
                  <a:lnTo>
                    <a:pt x="208" y="24"/>
                  </a:lnTo>
                  <a:lnTo>
                    <a:pt x="209" y="24"/>
                  </a:lnTo>
                  <a:lnTo>
                    <a:pt x="209" y="24"/>
                  </a:lnTo>
                  <a:lnTo>
                    <a:pt x="210" y="25"/>
                  </a:lnTo>
                  <a:lnTo>
                    <a:pt x="210" y="25"/>
                  </a:lnTo>
                  <a:lnTo>
                    <a:pt x="209" y="26"/>
                  </a:lnTo>
                  <a:lnTo>
                    <a:pt x="209" y="26"/>
                  </a:lnTo>
                  <a:lnTo>
                    <a:pt x="209" y="26"/>
                  </a:lnTo>
                  <a:lnTo>
                    <a:pt x="210" y="26"/>
                  </a:lnTo>
                  <a:lnTo>
                    <a:pt x="210" y="26"/>
                  </a:lnTo>
                  <a:lnTo>
                    <a:pt x="210" y="26"/>
                  </a:lnTo>
                  <a:lnTo>
                    <a:pt x="211" y="26"/>
                  </a:lnTo>
                  <a:lnTo>
                    <a:pt x="211" y="28"/>
                  </a:lnTo>
                  <a:lnTo>
                    <a:pt x="211" y="29"/>
                  </a:lnTo>
                  <a:lnTo>
                    <a:pt x="211" y="30"/>
                  </a:lnTo>
                  <a:lnTo>
                    <a:pt x="211" y="30"/>
                  </a:lnTo>
                  <a:lnTo>
                    <a:pt x="211" y="32"/>
                  </a:lnTo>
                  <a:lnTo>
                    <a:pt x="213" y="33"/>
                  </a:lnTo>
                  <a:lnTo>
                    <a:pt x="214" y="33"/>
                  </a:lnTo>
                  <a:lnTo>
                    <a:pt x="214" y="34"/>
                  </a:lnTo>
                  <a:lnTo>
                    <a:pt x="213" y="35"/>
                  </a:lnTo>
                  <a:lnTo>
                    <a:pt x="212" y="36"/>
                  </a:lnTo>
                  <a:lnTo>
                    <a:pt x="212" y="37"/>
                  </a:lnTo>
                  <a:lnTo>
                    <a:pt x="212" y="38"/>
                  </a:lnTo>
                  <a:lnTo>
                    <a:pt x="213" y="39"/>
                  </a:lnTo>
                  <a:lnTo>
                    <a:pt x="215" y="39"/>
                  </a:lnTo>
                  <a:lnTo>
                    <a:pt x="215" y="38"/>
                  </a:lnTo>
                  <a:lnTo>
                    <a:pt x="217" y="38"/>
                  </a:lnTo>
                  <a:lnTo>
                    <a:pt x="218" y="38"/>
                  </a:lnTo>
                  <a:lnTo>
                    <a:pt x="219" y="38"/>
                  </a:lnTo>
                  <a:lnTo>
                    <a:pt x="220" y="37"/>
                  </a:lnTo>
                  <a:lnTo>
                    <a:pt x="220" y="36"/>
                  </a:lnTo>
                  <a:lnTo>
                    <a:pt x="223" y="36"/>
                  </a:lnTo>
                  <a:lnTo>
                    <a:pt x="224" y="36"/>
                  </a:lnTo>
                  <a:lnTo>
                    <a:pt x="224" y="35"/>
                  </a:lnTo>
                  <a:lnTo>
                    <a:pt x="224" y="34"/>
                  </a:lnTo>
                  <a:lnTo>
                    <a:pt x="225" y="33"/>
                  </a:lnTo>
                  <a:lnTo>
                    <a:pt x="227" y="32"/>
                  </a:lnTo>
                  <a:lnTo>
                    <a:pt x="228" y="32"/>
                  </a:lnTo>
                  <a:lnTo>
                    <a:pt x="228" y="32"/>
                  </a:lnTo>
                  <a:lnTo>
                    <a:pt x="230" y="32"/>
                  </a:lnTo>
                  <a:lnTo>
                    <a:pt x="230" y="32"/>
                  </a:lnTo>
                  <a:lnTo>
                    <a:pt x="231" y="32"/>
                  </a:lnTo>
                  <a:lnTo>
                    <a:pt x="233" y="33"/>
                  </a:lnTo>
                  <a:lnTo>
                    <a:pt x="233" y="33"/>
                  </a:lnTo>
                  <a:lnTo>
                    <a:pt x="233" y="33"/>
                  </a:lnTo>
                  <a:lnTo>
                    <a:pt x="235" y="33"/>
                  </a:lnTo>
                  <a:lnTo>
                    <a:pt x="235" y="34"/>
                  </a:lnTo>
                  <a:lnTo>
                    <a:pt x="237" y="34"/>
                  </a:lnTo>
                  <a:lnTo>
                    <a:pt x="237" y="33"/>
                  </a:lnTo>
                  <a:lnTo>
                    <a:pt x="238" y="33"/>
                  </a:lnTo>
                  <a:lnTo>
                    <a:pt x="239" y="33"/>
                  </a:lnTo>
                  <a:lnTo>
                    <a:pt x="240" y="34"/>
                  </a:lnTo>
                  <a:lnTo>
                    <a:pt x="240" y="34"/>
                  </a:lnTo>
                  <a:lnTo>
                    <a:pt x="241" y="34"/>
                  </a:lnTo>
                  <a:lnTo>
                    <a:pt x="241" y="34"/>
                  </a:lnTo>
                  <a:lnTo>
                    <a:pt x="241" y="34"/>
                  </a:lnTo>
                  <a:lnTo>
                    <a:pt x="241" y="34"/>
                  </a:lnTo>
                  <a:lnTo>
                    <a:pt x="241" y="34"/>
                  </a:lnTo>
                  <a:lnTo>
                    <a:pt x="240" y="35"/>
                  </a:lnTo>
                  <a:lnTo>
                    <a:pt x="240" y="35"/>
                  </a:lnTo>
                  <a:lnTo>
                    <a:pt x="239" y="36"/>
                  </a:lnTo>
                  <a:lnTo>
                    <a:pt x="238" y="36"/>
                  </a:lnTo>
                  <a:lnTo>
                    <a:pt x="238" y="36"/>
                  </a:lnTo>
                  <a:lnTo>
                    <a:pt x="238" y="36"/>
                  </a:lnTo>
                  <a:lnTo>
                    <a:pt x="238" y="39"/>
                  </a:lnTo>
                  <a:lnTo>
                    <a:pt x="237" y="39"/>
                  </a:lnTo>
                  <a:lnTo>
                    <a:pt x="237" y="39"/>
                  </a:lnTo>
                  <a:lnTo>
                    <a:pt x="237" y="39"/>
                  </a:lnTo>
                  <a:lnTo>
                    <a:pt x="237" y="39"/>
                  </a:lnTo>
                  <a:lnTo>
                    <a:pt x="236" y="39"/>
                  </a:lnTo>
                  <a:lnTo>
                    <a:pt x="236" y="41"/>
                  </a:lnTo>
                  <a:lnTo>
                    <a:pt x="235" y="43"/>
                  </a:lnTo>
                  <a:lnTo>
                    <a:pt x="233" y="44"/>
                  </a:lnTo>
                  <a:lnTo>
                    <a:pt x="233" y="45"/>
                  </a:lnTo>
                  <a:lnTo>
                    <a:pt x="233" y="47"/>
                  </a:lnTo>
                  <a:lnTo>
                    <a:pt x="233" y="48"/>
                  </a:lnTo>
                  <a:lnTo>
                    <a:pt x="231" y="48"/>
                  </a:lnTo>
                  <a:lnTo>
                    <a:pt x="231" y="49"/>
                  </a:lnTo>
                  <a:lnTo>
                    <a:pt x="231" y="50"/>
                  </a:lnTo>
                  <a:lnTo>
                    <a:pt x="230" y="50"/>
                  </a:lnTo>
                  <a:lnTo>
                    <a:pt x="229" y="51"/>
                  </a:lnTo>
                  <a:lnTo>
                    <a:pt x="229" y="51"/>
                  </a:lnTo>
                  <a:lnTo>
                    <a:pt x="228" y="52"/>
                  </a:lnTo>
                  <a:lnTo>
                    <a:pt x="227" y="52"/>
                  </a:lnTo>
                  <a:lnTo>
                    <a:pt x="225" y="53"/>
                  </a:lnTo>
                  <a:lnTo>
                    <a:pt x="224" y="54"/>
                  </a:lnTo>
                  <a:lnTo>
                    <a:pt x="224" y="55"/>
                  </a:lnTo>
                  <a:lnTo>
                    <a:pt x="223" y="55"/>
                  </a:lnTo>
                  <a:lnTo>
                    <a:pt x="221" y="56"/>
                  </a:lnTo>
                  <a:lnTo>
                    <a:pt x="220" y="59"/>
                  </a:lnTo>
                  <a:lnTo>
                    <a:pt x="220" y="59"/>
                  </a:lnTo>
                  <a:lnTo>
                    <a:pt x="220" y="59"/>
                  </a:lnTo>
                  <a:lnTo>
                    <a:pt x="220" y="58"/>
                  </a:lnTo>
                  <a:lnTo>
                    <a:pt x="218" y="58"/>
                  </a:lnTo>
                  <a:lnTo>
                    <a:pt x="217" y="60"/>
                  </a:lnTo>
                  <a:lnTo>
                    <a:pt x="217" y="60"/>
                  </a:lnTo>
                  <a:lnTo>
                    <a:pt x="217" y="60"/>
                  </a:lnTo>
                  <a:lnTo>
                    <a:pt x="217" y="60"/>
                  </a:lnTo>
                  <a:lnTo>
                    <a:pt x="216" y="60"/>
                  </a:lnTo>
                  <a:lnTo>
                    <a:pt x="216" y="61"/>
                  </a:lnTo>
                  <a:lnTo>
                    <a:pt x="215" y="61"/>
                  </a:lnTo>
                  <a:lnTo>
                    <a:pt x="214" y="61"/>
                  </a:lnTo>
                  <a:lnTo>
                    <a:pt x="212" y="62"/>
                  </a:lnTo>
                  <a:lnTo>
                    <a:pt x="212" y="64"/>
                  </a:lnTo>
                  <a:lnTo>
                    <a:pt x="211" y="65"/>
                  </a:lnTo>
                  <a:lnTo>
                    <a:pt x="212" y="66"/>
                  </a:lnTo>
                  <a:lnTo>
                    <a:pt x="211" y="68"/>
                  </a:lnTo>
                  <a:lnTo>
                    <a:pt x="211" y="68"/>
                  </a:lnTo>
                  <a:lnTo>
                    <a:pt x="211" y="69"/>
                  </a:lnTo>
                  <a:lnTo>
                    <a:pt x="211" y="69"/>
                  </a:lnTo>
                  <a:lnTo>
                    <a:pt x="210" y="69"/>
                  </a:lnTo>
                  <a:lnTo>
                    <a:pt x="210" y="69"/>
                  </a:lnTo>
                  <a:lnTo>
                    <a:pt x="209" y="70"/>
                  </a:lnTo>
                  <a:lnTo>
                    <a:pt x="208" y="70"/>
                  </a:lnTo>
                  <a:lnTo>
                    <a:pt x="207" y="70"/>
                  </a:lnTo>
                  <a:lnTo>
                    <a:pt x="207" y="71"/>
                  </a:lnTo>
                  <a:lnTo>
                    <a:pt x="205" y="72"/>
                  </a:lnTo>
                  <a:lnTo>
                    <a:pt x="204" y="73"/>
                  </a:lnTo>
                  <a:lnTo>
                    <a:pt x="203" y="74"/>
                  </a:lnTo>
                  <a:lnTo>
                    <a:pt x="203" y="74"/>
                  </a:lnTo>
                  <a:lnTo>
                    <a:pt x="203" y="74"/>
                  </a:lnTo>
                  <a:lnTo>
                    <a:pt x="202" y="74"/>
                  </a:lnTo>
                  <a:lnTo>
                    <a:pt x="201" y="76"/>
                  </a:lnTo>
                  <a:lnTo>
                    <a:pt x="201" y="77"/>
                  </a:lnTo>
                  <a:lnTo>
                    <a:pt x="199" y="78"/>
                  </a:lnTo>
                  <a:lnTo>
                    <a:pt x="198" y="79"/>
                  </a:lnTo>
                  <a:lnTo>
                    <a:pt x="194" y="80"/>
                  </a:lnTo>
                  <a:lnTo>
                    <a:pt x="194" y="80"/>
                  </a:lnTo>
                  <a:lnTo>
                    <a:pt x="194" y="80"/>
                  </a:lnTo>
                  <a:lnTo>
                    <a:pt x="194" y="79"/>
                  </a:lnTo>
                  <a:lnTo>
                    <a:pt x="194" y="79"/>
                  </a:lnTo>
                  <a:lnTo>
                    <a:pt x="193" y="79"/>
                  </a:lnTo>
                  <a:lnTo>
                    <a:pt x="192" y="79"/>
                  </a:lnTo>
                  <a:lnTo>
                    <a:pt x="191" y="79"/>
                  </a:lnTo>
                  <a:lnTo>
                    <a:pt x="190" y="79"/>
                  </a:lnTo>
                  <a:lnTo>
                    <a:pt x="191" y="79"/>
                  </a:lnTo>
                  <a:lnTo>
                    <a:pt x="191" y="80"/>
                  </a:lnTo>
                  <a:lnTo>
                    <a:pt x="191" y="81"/>
                  </a:lnTo>
                  <a:lnTo>
                    <a:pt x="189" y="82"/>
                  </a:lnTo>
                  <a:lnTo>
                    <a:pt x="188" y="82"/>
                  </a:lnTo>
                  <a:lnTo>
                    <a:pt x="188" y="83"/>
                  </a:lnTo>
                  <a:lnTo>
                    <a:pt x="188" y="83"/>
                  </a:lnTo>
                  <a:lnTo>
                    <a:pt x="189" y="83"/>
                  </a:lnTo>
                  <a:lnTo>
                    <a:pt x="189" y="83"/>
                  </a:lnTo>
                  <a:lnTo>
                    <a:pt x="190" y="83"/>
                  </a:lnTo>
                  <a:lnTo>
                    <a:pt x="192" y="84"/>
                  </a:lnTo>
                  <a:lnTo>
                    <a:pt x="193" y="84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92" y="84"/>
                  </a:lnTo>
                  <a:lnTo>
                    <a:pt x="191" y="84"/>
                  </a:lnTo>
                  <a:lnTo>
                    <a:pt x="188" y="84"/>
                  </a:lnTo>
                  <a:lnTo>
                    <a:pt x="185" y="82"/>
                  </a:lnTo>
                  <a:lnTo>
                    <a:pt x="185" y="82"/>
                  </a:lnTo>
                  <a:lnTo>
                    <a:pt x="183" y="81"/>
                  </a:lnTo>
                  <a:lnTo>
                    <a:pt x="181" y="80"/>
                  </a:lnTo>
                  <a:lnTo>
                    <a:pt x="181" y="80"/>
                  </a:lnTo>
                  <a:lnTo>
                    <a:pt x="180" y="80"/>
                  </a:lnTo>
                  <a:lnTo>
                    <a:pt x="180" y="81"/>
                  </a:lnTo>
                  <a:lnTo>
                    <a:pt x="180" y="82"/>
                  </a:lnTo>
                  <a:lnTo>
                    <a:pt x="180" y="82"/>
                  </a:lnTo>
                  <a:lnTo>
                    <a:pt x="179" y="82"/>
                  </a:lnTo>
                  <a:lnTo>
                    <a:pt x="179" y="82"/>
                  </a:lnTo>
                  <a:lnTo>
                    <a:pt x="179" y="83"/>
                  </a:lnTo>
                  <a:lnTo>
                    <a:pt x="178" y="83"/>
                  </a:lnTo>
                  <a:lnTo>
                    <a:pt x="178" y="83"/>
                  </a:lnTo>
                  <a:lnTo>
                    <a:pt x="178" y="82"/>
                  </a:lnTo>
                  <a:lnTo>
                    <a:pt x="179" y="82"/>
                  </a:lnTo>
                  <a:lnTo>
                    <a:pt x="179" y="81"/>
                  </a:lnTo>
                  <a:lnTo>
                    <a:pt x="179" y="81"/>
                  </a:lnTo>
                  <a:lnTo>
                    <a:pt x="180" y="80"/>
                  </a:lnTo>
                  <a:lnTo>
                    <a:pt x="178" y="78"/>
                  </a:lnTo>
                  <a:lnTo>
                    <a:pt x="178" y="76"/>
                  </a:lnTo>
                  <a:lnTo>
                    <a:pt x="178" y="76"/>
                  </a:lnTo>
                  <a:lnTo>
                    <a:pt x="178" y="75"/>
                  </a:lnTo>
                  <a:lnTo>
                    <a:pt x="179" y="74"/>
                  </a:lnTo>
                  <a:lnTo>
                    <a:pt x="180" y="74"/>
                  </a:lnTo>
                  <a:lnTo>
                    <a:pt x="180" y="74"/>
                  </a:lnTo>
                  <a:lnTo>
                    <a:pt x="181" y="74"/>
                  </a:lnTo>
                  <a:lnTo>
                    <a:pt x="181" y="74"/>
                  </a:lnTo>
                  <a:lnTo>
                    <a:pt x="181" y="74"/>
                  </a:lnTo>
                  <a:lnTo>
                    <a:pt x="183" y="74"/>
                  </a:lnTo>
                  <a:lnTo>
                    <a:pt x="183" y="73"/>
                  </a:lnTo>
                  <a:lnTo>
                    <a:pt x="184" y="72"/>
                  </a:lnTo>
                  <a:lnTo>
                    <a:pt x="184" y="70"/>
                  </a:lnTo>
                  <a:lnTo>
                    <a:pt x="184" y="69"/>
                  </a:lnTo>
                  <a:lnTo>
                    <a:pt x="183" y="67"/>
                  </a:lnTo>
                  <a:lnTo>
                    <a:pt x="183" y="67"/>
                  </a:lnTo>
                  <a:lnTo>
                    <a:pt x="183" y="68"/>
                  </a:lnTo>
                  <a:lnTo>
                    <a:pt x="181" y="68"/>
                  </a:lnTo>
                  <a:lnTo>
                    <a:pt x="181" y="69"/>
                  </a:lnTo>
                  <a:lnTo>
                    <a:pt x="181" y="70"/>
                  </a:lnTo>
                  <a:lnTo>
                    <a:pt x="180" y="71"/>
                  </a:lnTo>
                  <a:lnTo>
                    <a:pt x="179" y="71"/>
                  </a:lnTo>
                  <a:lnTo>
                    <a:pt x="179" y="72"/>
                  </a:lnTo>
                  <a:lnTo>
                    <a:pt x="179" y="73"/>
                  </a:lnTo>
                  <a:lnTo>
                    <a:pt x="179" y="73"/>
                  </a:lnTo>
                  <a:lnTo>
                    <a:pt x="177" y="74"/>
                  </a:lnTo>
                  <a:lnTo>
                    <a:pt x="177" y="74"/>
                  </a:lnTo>
                  <a:lnTo>
                    <a:pt x="177" y="74"/>
                  </a:lnTo>
                  <a:lnTo>
                    <a:pt x="177" y="76"/>
                  </a:lnTo>
                  <a:lnTo>
                    <a:pt x="176" y="76"/>
                  </a:lnTo>
                  <a:lnTo>
                    <a:pt x="175" y="77"/>
                  </a:lnTo>
                  <a:lnTo>
                    <a:pt x="175" y="77"/>
                  </a:lnTo>
                  <a:lnTo>
                    <a:pt x="174" y="77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73" y="77"/>
                  </a:lnTo>
                  <a:lnTo>
                    <a:pt x="174" y="77"/>
                  </a:lnTo>
                  <a:lnTo>
                    <a:pt x="174" y="76"/>
                  </a:lnTo>
                  <a:lnTo>
                    <a:pt x="173" y="76"/>
                  </a:lnTo>
                  <a:lnTo>
                    <a:pt x="173" y="75"/>
                  </a:lnTo>
                  <a:lnTo>
                    <a:pt x="172" y="75"/>
                  </a:lnTo>
                  <a:lnTo>
                    <a:pt x="172" y="75"/>
                  </a:lnTo>
                  <a:lnTo>
                    <a:pt x="172" y="75"/>
                  </a:lnTo>
                  <a:lnTo>
                    <a:pt x="172" y="74"/>
                  </a:lnTo>
                  <a:lnTo>
                    <a:pt x="172" y="73"/>
                  </a:lnTo>
                  <a:lnTo>
                    <a:pt x="172" y="74"/>
                  </a:lnTo>
                  <a:lnTo>
                    <a:pt x="171" y="72"/>
                  </a:lnTo>
                  <a:lnTo>
                    <a:pt x="172" y="70"/>
                  </a:lnTo>
                  <a:lnTo>
                    <a:pt x="170" y="69"/>
                  </a:lnTo>
                  <a:lnTo>
                    <a:pt x="170" y="70"/>
                  </a:lnTo>
                  <a:lnTo>
                    <a:pt x="170" y="69"/>
                  </a:lnTo>
                  <a:lnTo>
                    <a:pt x="168" y="70"/>
                  </a:lnTo>
                  <a:lnTo>
                    <a:pt x="168" y="70"/>
                  </a:lnTo>
                  <a:lnTo>
                    <a:pt x="168" y="70"/>
                  </a:lnTo>
                  <a:lnTo>
                    <a:pt x="167" y="71"/>
                  </a:lnTo>
                  <a:lnTo>
                    <a:pt x="167" y="71"/>
                  </a:lnTo>
                  <a:lnTo>
                    <a:pt x="167" y="71"/>
                  </a:lnTo>
                  <a:lnTo>
                    <a:pt x="166" y="71"/>
                  </a:lnTo>
                  <a:lnTo>
                    <a:pt x="166" y="70"/>
                  </a:lnTo>
                  <a:lnTo>
                    <a:pt x="166" y="70"/>
                  </a:lnTo>
                  <a:lnTo>
                    <a:pt x="166" y="69"/>
                  </a:lnTo>
                  <a:lnTo>
                    <a:pt x="166" y="69"/>
                  </a:lnTo>
                  <a:lnTo>
                    <a:pt x="166" y="69"/>
                  </a:lnTo>
                  <a:lnTo>
                    <a:pt x="166" y="69"/>
                  </a:lnTo>
                  <a:lnTo>
                    <a:pt x="166" y="69"/>
                  </a:lnTo>
                  <a:lnTo>
                    <a:pt x="165" y="69"/>
                  </a:lnTo>
                  <a:lnTo>
                    <a:pt x="165" y="69"/>
                  </a:lnTo>
                  <a:lnTo>
                    <a:pt x="163" y="69"/>
                  </a:lnTo>
                  <a:lnTo>
                    <a:pt x="163" y="68"/>
                  </a:lnTo>
                  <a:lnTo>
                    <a:pt x="164" y="68"/>
                  </a:lnTo>
                  <a:lnTo>
                    <a:pt x="164" y="68"/>
                  </a:lnTo>
                  <a:lnTo>
                    <a:pt x="164" y="67"/>
                  </a:lnTo>
                  <a:lnTo>
                    <a:pt x="163" y="67"/>
                  </a:lnTo>
                  <a:lnTo>
                    <a:pt x="164" y="66"/>
                  </a:lnTo>
                  <a:lnTo>
                    <a:pt x="164" y="65"/>
                  </a:lnTo>
                  <a:lnTo>
                    <a:pt x="164" y="65"/>
                  </a:lnTo>
                  <a:lnTo>
                    <a:pt x="164" y="65"/>
                  </a:lnTo>
                  <a:lnTo>
                    <a:pt x="164" y="63"/>
                  </a:lnTo>
                  <a:lnTo>
                    <a:pt x="165" y="63"/>
                  </a:lnTo>
                  <a:lnTo>
                    <a:pt x="165" y="63"/>
                  </a:lnTo>
                  <a:lnTo>
                    <a:pt x="164" y="63"/>
                  </a:lnTo>
                  <a:lnTo>
                    <a:pt x="164" y="62"/>
                  </a:lnTo>
                  <a:lnTo>
                    <a:pt x="164" y="62"/>
                  </a:lnTo>
                  <a:lnTo>
                    <a:pt x="164" y="61"/>
                  </a:lnTo>
                  <a:lnTo>
                    <a:pt x="163" y="60"/>
                  </a:lnTo>
                  <a:lnTo>
                    <a:pt x="162" y="59"/>
                  </a:lnTo>
                  <a:lnTo>
                    <a:pt x="161" y="59"/>
                  </a:lnTo>
                  <a:lnTo>
                    <a:pt x="160" y="58"/>
                  </a:lnTo>
                  <a:lnTo>
                    <a:pt x="160" y="57"/>
                  </a:lnTo>
                  <a:lnTo>
                    <a:pt x="160" y="56"/>
                  </a:lnTo>
                  <a:lnTo>
                    <a:pt x="161" y="56"/>
                  </a:lnTo>
                  <a:lnTo>
                    <a:pt x="161" y="56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58" y="53"/>
                  </a:lnTo>
                  <a:lnTo>
                    <a:pt x="156" y="52"/>
                  </a:lnTo>
                  <a:lnTo>
                    <a:pt x="156" y="52"/>
                  </a:lnTo>
                  <a:lnTo>
                    <a:pt x="156" y="52"/>
                  </a:lnTo>
                  <a:lnTo>
                    <a:pt x="156" y="52"/>
                  </a:lnTo>
                  <a:lnTo>
                    <a:pt x="155" y="52"/>
                  </a:lnTo>
                  <a:lnTo>
                    <a:pt x="155" y="51"/>
                  </a:lnTo>
                  <a:lnTo>
                    <a:pt x="155" y="50"/>
                  </a:lnTo>
                  <a:lnTo>
                    <a:pt x="156" y="50"/>
                  </a:lnTo>
                  <a:lnTo>
                    <a:pt x="155" y="50"/>
                  </a:lnTo>
                  <a:lnTo>
                    <a:pt x="155" y="49"/>
                  </a:lnTo>
                  <a:lnTo>
                    <a:pt x="155" y="49"/>
                  </a:lnTo>
                  <a:lnTo>
                    <a:pt x="155" y="48"/>
                  </a:lnTo>
                  <a:lnTo>
                    <a:pt x="155" y="48"/>
                  </a:lnTo>
                  <a:lnTo>
                    <a:pt x="155" y="48"/>
                  </a:lnTo>
                  <a:lnTo>
                    <a:pt x="155" y="47"/>
                  </a:lnTo>
                  <a:lnTo>
                    <a:pt x="155" y="46"/>
                  </a:lnTo>
                  <a:lnTo>
                    <a:pt x="155" y="46"/>
                  </a:lnTo>
                  <a:lnTo>
                    <a:pt x="155" y="47"/>
                  </a:lnTo>
                  <a:lnTo>
                    <a:pt x="155" y="47"/>
                  </a:lnTo>
                  <a:lnTo>
                    <a:pt x="155" y="48"/>
                  </a:lnTo>
                  <a:lnTo>
                    <a:pt x="154" y="47"/>
                  </a:lnTo>
                  <a:lnTo>
                    <a:pt x="154" y="46"/>
                  </a:lnTo>
                  <a:lnTo>
                    <a:pt x="154" y="46"/>
                  </a:lnTo>
                  <a:lnTo>
                    <a:pt x="153" y="46"/>
                  </a:lnTo>
                  <a:lnTo>
                    <a:pt x="154" y="45"/>
                  </a:lnTo>
                  <a:lnTo>
                    <a:pt x="153" y="45"/>
                  </a:lnTo>
                  <a:lnTo>
                    <a:pt x="154" y="45"/>
                  </a:lnTo>
                  <a:lnTo>
                    <a:pt x="153" y="45"/>
                  </a:lnTo>
                  <a:lnTo>
                    <a:pt x="154" y="44"/>
                  </a:lnTo>
                  <a:lnTo>
                    <a:pt x="153" y="44"/>
                  </a:lnTo>
                  <a:lnTo>
                    <a:pt x="153" y="44"/>
                  </a:lnTo>
                  <a:lnTo>
                    <a:pt x="152" y="44"/>
                  </a:lnTo>
                  <a:lnTo>
                    <a:pt x="152" y="45"/>
                  </a:lnTo>
                  <a:lnTo>
                    <a:pt x="152" y="45"/>
                  </a:lnTo>
                  <a:lnTo>
                    <a:pt x="152" y="45"/>
                  </a:lnTo>
                  <a:lnTo>
                    <a:pt x="152" y="44"/>
                  </a:lnTo>
                  <a:lnTo>
                    <a:pt x="152" y="44"/>
                  </a:lnTo>
                  <a:lnTo>
                    <a:pt x="152" y="44"/>
                  </a:lnTo>
                  <a:lnTo>
                    <a:pt x="152" y="44"/>
                  </a:lnTo>
                  <a:lnTo>
                    <a:pt x="152" y="43"/>
                  </a:lnTo>
                  <a:lnTo>
                    <a:pt x="151" y="44"/>
                  </a:lnTo>
                  <a:lnTo>
                    <a:pt x="151" y="44"/>
                  </a:lnTo>
                  <a:lnTo>
                    <a:pt x="151" y="43"/>
                  </a:lnTo>
                  <a:lnTo>
                    <a:pt x="151" y="43"/>
                  </a:lnTo>
                  <a:lnTo>
                    <a:pt x="151" y="43"/>
                  </a:lnTo>
                  <a:lnTo>
                    <a:pt x="151" y="43"/>
                  </a:lnTo>
                  <a:lnTo>
                    <a:pt x="150" y="43"/>
                  </a:lnTo>
                  <a:lnTo>
                    <a:pt x="150" y="43"/>
                  </a:lnTo>
                  <a:lnTo>
                    <a:pt x="150" y="43"/>
                  </a:lnTo>
                  <a:lnTo>
                    <a:pt x="150" y="42"/>
                  </a:lnTo>
                  <a:lnTo>
                    <a:pt x="151" y="42"/>
                  </a:lnTo>
                  <a:lnTo>
                    <a:pt x="151" y="42"/>
                  </a:lnTo>
                  <a:lnTo>
                    <a:pt x="151" y="41"/>
                  </a:lnTo>
                  <a:lnTo>
                    <a:pt x="151" y="40"/>
                  </a:lnTo>
                  <a:lnTo>
                    <a:pt x="152" y="40"/>
                  </a:lnTo>
                  <a:lnTo>
                    <a:pt x="153" y="39"/>
                  </a:lnTo>
                  <a:lnTo>
                    <a:pt x="155" y="38"/>
                  </a:lnTo>
                  <a:lnTo>
                    <a:pt x="155" y="37"/>
                  </a:lnTo>
                  <a:lnTo>
                    <a:pt x="155" y="37"/>
                  </a:lnTo>
                  <a:lnTo>
                    <a:pt x="155" y="38"/>
                  </a:lnTo>
                  <a:lnTo>
                    <a:pt x="155" y="38"/>
                  </a:lnTo>
                  <a:lnTo>
                    <a:pt x="155" y="37"/>
                  </a:lnTo>
                  <a:lnTo>
                    <a:pt x="156" y="37"/>
                  </a:lnTo>
                  <a:lnTo>
                    <a:pt x="157" y="37"/>
                  </a:lnTo>
                  <a:lnTo>
                    <a:pt x="157" y="36"/>
                  </a:lnTo>
                  <a:lnTo>
                    <a:pt x="157" y="35"/>
                  </a:lnTo>
                  <a:lnTo>
                    <a:pt x="158" y="35"/>
                  </a:lnTo>
                  <a:lnTo>
                    <a:pt x="158" y="35"/>
                  </a:lnTo>
                  <a:lnTo>
                    <a:pt x="157" y="35"/>
                  </a:lnTo>
                  <a:lnTo>
                    <a:pt x="156" y="36"/>
                  </a:lnTo>
                  <a:lnTo>
                    <a:pt x="155" y="36"/>
                  </a:lnTo>
                  <a:lnTo>
                    <a:pt x="155" y="36"/>
                  </a:lnTo>
                  <a:lnTo>
                    <a:pt x="155" y="35"/>
                  </a:lnTo>
                  <a:lnTo>
                    <a:pt x="155" y="35"/>
                  </a:lnTo>
                  <a:lnTo>
                    <a:pt x="155" y="37"/>
                  </a:lnTo>
                  <a:lnTo>
                    <a:pt x="154" y="37"/>
                  </a:lnTo>
                  <a:lnTo>
                    <a:pt x="154" y="37"/>
                  </a:lnTo>
                  <a:lnTo>
                    <a:pt x="154" y="35"/>
                  </a:lnTo>
                  <a:lnTo>
                    <a:pt x="154" y="35"/>
                  </a:lnTo>
                  <a:lnTo>
                    <a:pt x="155" y="34"/>
                  </a:lnTo>
                  <a:lnTo>
                    <a:pt x="154" y="33"/>
                  </a:lnTo>
                  <a:lnTo>
                    <a:pt x="154" y="32"/>
                  </a:lnTo>
                  <a:lnTo>
                    <a:pt x="153" y="32"/>
                  </a:lnTo>
                  <a:lnTo>
                    <a:pt x="153" y="31"/>
                  </a:lnTo>
                  <a:lnTo>
                    <a:pt x="152" y="30"/>
                  </a:lnTo>
                  <a:lnTo>
                    <a:pt x="151" y="30"/>
                  </a:lnTo>
                  <a:lnTo>
                    <a:pt x="151" y="30"/>
                  </a:lnTo>
                  <a:lnTo>
                    <a:pt x="151" y="30"/>
                  </a:lnTo>
                  <a:lnTo>
                    <a:pt x="151" y="30"/>
                  </a:lnTo>
                  <a:lnTo>
                    <a:pt x="151" y="29"/>
                  </a:lnTo>
                  <a:lnTo>
                    <a:pt x="151" y="29"/>
                  </a:lnTo>
                  <a:lnTo>
                    <a:pt x="151" y="29"/>
                  </a:lnTo>
                  <a:lnTo>
                    <a:pt x="151" y="28"/>
                  </a:lnTo>
                  <a:lnTo>
                    <a:pt x="151" y="28"/>
                  </a:lnTo>
                  <a:lnTo>
                    <a:pt x="151" y="27"/>
                  </a:lnTo>
                  <a:lnTo>
                    <a:pt x="151" y="28"/>
                  </a:lnTo>
                  <a:lnTo>
                    <a:pt x="152" y="28"/>
                  </a:lnTo>
                  <a:lnTo>
                    <a:pt x="153" y="27"/>
                  </a:lnTo>
                  <a:lnTo>
                    <a:pt x="153" y="2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53" y="25"/>
                  </a:lnTo>
                  <a:lnTo>
                    <a:pt x="153" y="25"/>
                  </a:lnTo>
                  <a:lnTo>
                    <a:pt x="153" y="25"/>
                  </a:lnTo>
                  <a:lnTo>
                    <a:pt x="153" y="25"/>
                  </a:lnTo>
                  <a:lnTo>
                    <a:pt x="153" y="24"/>
                  </a:lnTo>
                  <a:lnTo>
                    <a:pt x="153" y="24"/>
                  </a:lnTo>
                  <a:lnTo>
                    <a:pt x="153" y="23"/>
                  </a:lnTo>
                  <a:lnTo>
                    <a:pt x="154" y="22"/>
                  </a:lnTo>
                  <a:lnTo>
                    <a:pt x="152" y="22"/>
                  </a:lnTo>
                  <a:lnTo>
                    <a:pt x="153" y="22"/>
                  </a:lnTo>
                  <a:lnTo>
                    <a:pt x="154" y="21"/>
                  </a:lnTo>
                  <a:lnTo>
                    <a:pt x="155" y="21"/>
                  </a:lnTo>
                  <a:lnTo>
                    <a:pt x="155" y="20"/>
                  </a:lnTo>
                  <a:lnTo>
                    <a:pt x="155" y="19"/>
                  </a:lnTo>
                  <a:lnTo>
                    <a:pt x="155" y="17"/>
                  </a:lnTo>
                  <a:lnTo>
                    <a:pt x="155" y="17"/>
                  </a:lnTo>
                  <a:lnTo>
                    <a:pt x="155" y="16"/>
                  </a:lnTo>
                  <a:lnTo>
                    <a:pt x="154" y="16"/>
                  </a:lnTo>
                  <a:lnTo>
                    <a:pt x="154" y="15"/>
                  </a:lnTo>
                  <a:lnTo>
                    <a:pt x="154" y="14"/>
                  </a:lnTo>
                  <a:lnTo>
                    <a:pt x="154" y="14"/>
                  </a:lnTo>
                  <a:lnTo>
                    <a:pt x="153" y="14"/>
                  </a:lnTo>
                  <a:lnTo>
                    <a:pt x="153" y="13"/>
                  </a:lnTo>
                  <a:lnTo>
                    <a:pt x="154" y="13"/>
                  </a:lnTo>
                  <a:lnTo>
                    <a:pt x="154" y="13"/>
                  </a:lnTo>
                  <a:lnTo>
                    <a:pt x="153" y="12"/>
                  </a:lnTo>
                  <a:lnTo>
                    <a:pt x="152" y="12"/>
                  </a:lnTo>
                  <a:lnTo>
                    <a:pt x="152" y="11"/>
                  </a:lnTo>
                  <a:lnTo>
                    <a:pt x="152" y="11"/>
                  </a:lnTo>
                  <a:lnTo>
                    <a:pt x="152" y="11"/>
                  </a:lnTo>
                  <a:lnTo>
                    <a:pt x="152" y="11"/>
                  </a:lnTo>
                  <a:lnTo>
                    <a:pt x="152" y="10"/>
                  </a:lnTo>
                  <a:lnTo>
                    <a:pt x="151" y="9"/>
                  </a:lnTo>
                  <a:lnTo>
                    <a:pt x="151" y="9"/>
                  </a:lnTo>
                  <a:lnTo>
                    <a:pt x="152" y="9"/>
                  </a:lnTo>
                  <a:lnTo>
                    <a:pt x="154" y="7"/>
                  </a:lnTo>
                  <a:lnTo>
                    <a:pt x="155" y="7"/>
                  </a:lnTo>
                  <a:lnTo>
                    <a:pt x="155" y="8"/>
                  </a:lnTo>
                  <a:lnTo>
                    <a:pt x="155" y="8"/>
                  </a:lnTo>
                  <a:lnTo>
                    <a:pt x="156" y="8"/>
                  </a:lnTo>
                  <a:lnTo>
                    <a:pt x="156" y="8"/>
                  </a:lnTo>
                  <a:lnTo>
                    <a:pt x="157" y="7"/>
                  </a:lnTo>
                  <a:lnTo>
                    <a:pt x="157" y="8"/>
                  </a:lnTo>
                  <a:lnTo>
                    <a:pt x="159" y="8"/>
                  </a:lnTo>
                  <a:lnTo>
                    <a:pt x="159" y="7"/>
                  </a:lnTo>
                  <a:lnTo>
                    <a:pt x="159" y="7"/>
                  </a:lnTo>
                  <a:lnTo>
                    <a:pt x="159" y="7"/>
                  </a:lnTo>
                  <a:lnTo>
                    <a:pt x="159" y="7"/>
                  </a:lnTo>
                  <a:lnTo>
                    <a:pt x="159" y="6"/>
                  </a:lnTo>
                  <a:lnTo>
                    <a:pt x="160" y="5"/>
                  </a:lnTo>
                  <a:lnTo>
                    <a:pt x="160" y="6"/>
                  </a:lnTo>
                  <a:lnTo>
                    <a:pt x="161" y="6"/>
                  </a:lnTo>
                  <a:lnTo>
                    <a:pt x="162" y="5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2" y="5"/>
                  </a:lnTo>
                  <a:lnTo>
                    <a:pt x="162" y="6"/>
                  </a:lnTo>
                  <a:lnTo>
                    <a:pt x="164" y="7"/>
                  </a:lnTo>
                  <a:lnTo>
                    <a:pt x="164" y="7"/>
                  </a:lnTo>
                  <a:lnTo>
                    <a:pt x="164" y="6"/>
                  </a:lnTo>
                  <a:lnTo>
                    <a:pt x="164" y="5"/>
                  </a:lnTo>
                  <a:lnTo>
                    <a:pt x="165" y="5"/>
                  </a:lnTo>
                  <a:lnTo>
                    <a:pt x="165" y="6"/>
                  </a:lnTo>
                  <a:lnTo>
                    <a:pt x="166" y="6"/>
                  </a:lnTo>
                  <a:lnTo>
                    <a:pt x="166" y="6"/>
                  </a:lnTo>
                  <a:lnTo>
                    <a:pt x="167" y="6"/>
                  </a:lnTo>
                  <a:lnTo>
                    <a:pt x="166" y="5"/>
                  </a:lnTo>
                  <a:lnTo>
                    <a:pt x="167" y="5"/>
                  </a:lnTo>
                  <a:lnTo>
                    <a:pt x="166" y="4"/>
                  </a:lnTo>
                  <a:lnTo>
                    <a:pt x="167" y="4"/>
                  </a:lnTo>
                  <a:lnTo>
                    <a:pt x="167" y="4"/>
                  </a:lnTo>
                  <a:lnTo>
                    <a:pt x="168" y="4"/>
                  </a:lnTo>
                  <a:lnTo>
                    <a:pt x="168" y="3"/>
                  </a:lnTo>
                  <a:lnTo>
                    <a:pt x="168" y="3"/>
                  </a:lnTo>
                  <a:lnTo>
                    <a:pt x="169" y="3"/>
                  </a:lnTo>
                  <a:lnTo>
                    <a:pt x="169" y="4"/>
                  </a:lnTo>
                  <a:lnTo>
                    <a:pt x="168" y="5"/>
                  </a:lnTo>
                  <a:lnTo>
                    <a:pt x="170" y="5"/>
                  </a:lnTo>
                  <a:lnTo>
                    <a:pt x="170" y="5"/>
                  </a:lnTo>
                  <a:lnTo>
                    <a:pt x="170" y="5"/>
                  </a:lnTo>
                  <a:lnTo>
                    <a:pt x="170" y="5"/>
                  </a:lnTo>
                  <a:lnTo>
                    <a:pt x="170" y="5"/>
                  </a:lnTo>
                  <a:lnTo>
                    <a:pt x="170" y="5"/>
                  </a:lnTo>
                  <a:lnTo>
                    <a:pt x="171" y="5"/>
                  </a:lnTo>
                  <a:lnTo>
                    <a:pt x="172" y="5"/>
                  </a:lnTo>
                  <a:lnTo>
                    <a:pt x="172" y="5"/>
                  </a:lnTo>
                  <a:lnTo>
                    <a:pt x="173" y="5"/>
                  </a:lnTo>
                  <a:lnTo>
                    <a:pt x="173" y="5"/>
                  </a:lnTo>
                  <a:lnTo>
                    <a:pt x="173" y="5"/>
                  </a:lnTo>
                  <a:lnTo>
                    <a:pt x="172" y="5"/>
                  </a:lnTo>
                  <a:lnTo>
                    <a:pt x="173" y="4"/>
                  </a:lnTo>
                  <a:lnTo>
                    <a:pt x="173" y="3"/>
                  </a:lnTo>
                  <a:lnTo>
                    <a:pt x="172" y="4"/>
                  </a:lnTo>
                  <a:lnTo>
                    <a:pt x="172" y="4"/>
                  </a:lnTo>
                  <a:lnTo>
                    <a:pt x="172" y="3"/>
                  </a:lnTo>
                  <a:lnTo>
                    <a:pt x="172" y="3"/>
                  </a:lnTo>
                  <a:lnTo>
                    <a:pt x="172" y="3"/>
                  </a:lnTo>
                  <a:lnTo>
                    <a:pt x="174" y="3"/>
                  </a:lnTo>
                  <a:lnTo>
                    <a:pt x="174" y="2"/>
                  </a:lnTo>
                  <a:lnTo>
                    <a:pt x="174" y="2"/>
                  </a:lnTo>
                  <a:lnTo>
                    <a:pt x="175" y="2"/>
                  </a:lnTo>
                  <a:lnTo>
                    <a:pt x="175" y="1"/>
                  </a:lnTo>
                  <a:lnTo>
                    <a:pt x="176" y="2"/>
                  </a:lnTo>
                  <a:lnTo>
                    <a:pt x="176" y="1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2"/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9B58003-0CAE-4BF9-BCFA-5C2FEDBC14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23605" y="508819"/>
              <a:ext cx="1968451" cy="3319515"/>
            </a:xfrm>
            <a:custGeom>
              <a:avLst/>
              <a:gdLst>
                <a:gd name="T0" fmla="*/ 439 w 1151"/>
                <a:gd name="T1" fmla="*/ 1622 h 1941"/>
                <a:gd name="T2" fmla="*/ 235 w 1151"/>
                <a:gd name="T3" fmla="*/ 1606 h 1941"/>
                <a:gd name="T4" fmla="*/ 241 w 1151"/>
                <a:gd name="T5" fmla="*/ 1531 h 1941"/>
                <a:gd name="T6" fmla="*/ 290 w 1151"/>
                <a:gd name="T7" fmla="*/ 1552 h 1941"/>
                <a:gd name="T8" fmla="*/ 207 w 1151"/>
                <a:gd name="T9" fmla="*/ 1443 h 1941"/>
                <a:gd name="T10" fmla="*/ 365 w 1151"/>
                <a:gd name="T11" fmla="*/ 1379 h 1941"/>
                <a:gd name="T12" fmla="*/ 266 w 1151"/>
                <a:gd name="T13" fmla="*/ 1452 h 1941"/>
                <a:gd name="T14" fmla="*/ 254 w 1151"/>
                <a:gd name="T15" fmla="*/ 1415 h 1941"/>
                <a:gd name="T16" fmla="*/ 244 w 1151"/>
                <a:gd name="T17" fmla="*/ 1352 h 1941"/>
                <a:gd name="T18" fmla="*/ 251 w 1151"/>
                <a:gd name="T19" fmla="*/ 1280 h 1941"/>
                <a:gd name="T20" fmla="*/ 24 w 1151"/>
                <a:gd name="T21" fmla="*/ 1249 h 1941"/>
                <a:gd name="T22" fmla="*/ 281 w 1151"/>
                <a:gd name="T23" fmla="*/ 1156 h 1941"/>
                <a:gd name="T24" fmla="*/ 71 w 1151"/>
                <a:gd name="T25" fmla="*/ 1190 h 1941"/>
                <a:gd name="T26" fmla="*/ 68 w 1151"/>
                <a:gd name="T27" fmla="*/ 1098 h 1941"/>
                <a:gd name="T28" fmla="*/ 73 w 1151"/>
                <a:gd name="T29" fmla="*/ 1087 h 1941"/>
                <a:gd name="T30" fmla="*/ 281 w 1151"/>
                <a:gd name="T31" fmla="*/ 1081 h 1941"/>
                <a:gd name="T32" fmla="*/ 86 w 1151"/>
                <a:gd name="T33" fmla="*/ 1051 h 1941"/>
                <a:gd name="T34" fmla="*/ 40 w 1151"/>
                <a:gd name="T35" fmla="*/ 1039 h 1941"/>
                <a:gd name="T36" fmla="*/ 255 w 1151"/>
                <a:gd name="T37" fmla="*/ 1146 h 1941"/>
                <a:gd name="T38" fmla="*/ 282 w 1151"/>
                <a:gd name="T39" fmla="*/ 1200 h 1941"/>
                <a:gd name="T40" fmla="*/ 211 w 1151"/>
                <a:gd name="T41" fmla="*/ 1132 h 1941"/>
                <a:gd name="T42" fmla="*/ 190 w 1151"/>
                <a:gd name="T43" fmla="*/ 1073 h 1941"/>
                <a:gd name="T44" fmla="*/ 84 w 1151"/>
                <a:gd name="T45" fmla="*/ 921 h 1941"/>
                <a:gd name="T46" fmla="*/ 226 w 1151"/>
                <a:gd name="T47" fmla="*/ 847 h 1941"/>
                <a:gd name="T48" fmla="*/ 199 w 1151"/>
                <a:gd name="T49" fmla="*/ 902 h 1941"/>
                <a:gd name="T50" fmla="*/ 165 w 1151"/>
                <a:gd name="T51" fmla="*/ 919 h 1941"/>
                <a:gd name="T52" fmla="*/ 115 w 1151"/>
                <a:gd name="T53" fmla="*/ 1015 h 1941"/>
                <a:gd name="T54" fmla="*/ 106 w 1151"/>
                <a:gd name="T55" fmla="*/ 914 h 1941"/>
                <a:gd name="T56" fmla="*/ 149 w 1151"/>
                <a:gd name="T57" fmla="*/ 870 h 1941"/>
                <a:gd name="T58" fmla="*/ 463 w 1151"/>
                <a:gd name="T59" fmla="*/ 1589 h 1941"/>
                <a:gd name="T60" fmla="*/ 430 w 1151"/>
                <a:gd name="T61" fmla="*/ 1572 h 1941"/>
                <a:gd name="T62" fmla="*/ 381 w 1151"/>
                <a:gd name="T63" fmla="*/ 1583 h 1941"/>
                <a:gd name="T64" fmla="*/ 341 w 1151"/>
                <a:gd name="T65" fmla="*/ 1574 h 1941"/>
                <a:gd name="T66" fmla="*/ 361 w 1151"/>
                <a:gd name="T67" fmla="*/ 1461 h 1941"/>
                <a:gd name="T68" fmla="*/ 375 w 1151"/>
                <a:gd name="T69" fmla="*/ 1386 h 1941"/>
                <a:gd name="T70" fmla="*/ 358 w 1151"/>
                <a:gd name="T71" fmla="*/ 1366 h 1941"/>
                <a:gd name="T72" fmla="*/ 253 w 1151"/>
                <a:gd name="T73" fmla="*/ 1314 h 1941"/>
                <a:gd name="T74" fmla="*/ 302 w 1151"/>
                <a:gd name="T75" fmla="*/ 1258 h 1941"/>
                <a:gd name="T76" fmla="*/ 376 w 1151"/>
                <a:gd name="T77" fmla="*/ 1171 h 1941"/>
                <a:gd name="T78" fmla="*/ 304 w 1151"/>
                <a:gd name="T79" fmla="*/ 1064 h 1941"/>
                <a:gd name="T80" fmla="*/ 328 w 1151"/>
                <a:gd name="T81" fmla="*/ 971 h 1941"/>
                <a:gd name="T82" fmla="*/ 419 w 1151"/>
                <a:gd name="T83" fmla="*/ 964 h 1941"/>
                <a:gd name="T84" fmla="*/ 402 w 1151"/>
                <a:gd name="T85" fmla="*/ 848 h 1941"/>
                <a:gd name="T86" fmla="*/ 427 w 1151"/>
                <a:gd name="T87" fmla="*/ 779 h 1941"/>
                <a:gd name="T88" fmla="*/ 541 w 1151"/>
                <a:gd name="T89" fmla="*/ 758 h 1941"/>
                <a:gd name="T90" fmla="*/ 773 w 1151"/>
                <a:gd name="T91" fmla="*/ 729 h 1941"/>
                <a:gd name="T92" fmla="*/ 620 w 1151"/>
                <a:gd name="T93" fmla="*/ 980 h 1941"/>
                <a:gd name="T94" fmla="*/ 558 w 1151"/>
                <a:gd name="T95" fmla="*/ 1091 h 1941"/>
                <a:gd name="T96" fmla="*/ 901 w 1151"/>
                <a:gd name="T97" fmla="*/ 1031 h 1941"/>
                <a:gd name="T98" fmla="*/ 871 w 1151"/>
                <a:gd name="T99" fmla="*/ 1337 h 1941"/>
                <a:gd name="T100" fmla="*/ 731 w 1151"/>
                <a:gd name="T101" fmla="*/ 1527 h 1941"/>
                <a:gd name="T102" fmla="*/ 940 w 1151"/>
                <a:gd name="T103" fmla="*/ 1599 h 1941"/>
                <a:gd name="T104" fmla="*/ 547 w 1151"/>
                <a:gd name="T105" fmla="*/ 1865 h 1941"/>
                <a:gd name="T106" fmla="*/ 441 w 1151"/>
                <a:gd name="T107" fmla="*/ 1860 h 1941"/>
                <a:gd name="T108" fmla="*/ 741 w 1151"/>
                <a:gd name="T109" fmla="*/ 683 h 1941"/>
                <a:gd name="T110" fmla="*/ 788 w 1151"/>
                <a:gd name="T111" fmla="*/ 611 h 1941"/>
                <a:gd name="T112" fmla="*/ 782 w 1151"/>
                <a:gd name="T113" fmla="*/ 674 h 1941"/>
                <a:gd name="T114" fmla="*/ 719 w 1151"/>
                <a:gd name="T115" fmla="*/ 625 h 1941"/>
                <a:gd name="T116" fmla="*/ 765 w 1151"/>
                <a:gd name="T117" fmla="*/ 548 h 1941"/>
                <a:gd name="T118" fmla="*/ 785 w 1151"/>
                <a:gd name="T119" fmla="*/ 500 h 1941"/>
                <a:gd name="T120" fmla="*/ 1113 w 1151"/>
                <a:gd name="T121" fmla="*/ 175 h 1941"/>
                <a:gd name="T122" fmla="*/ 1048 w 1151"/>
                <a:gd name="T123" fmla="*/ 313 h 1941"/>
                <a:gd name="T124" fmla="*/ 1132 w 1151"/>
                <a:gd name="T125" fmla="*/ 93 h 19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51" h="1941">
                  <a:moveTo>
                    <a:pt x="495" y="1931"/>
                  </a:moveTo>
                  <a:lnTo>
                    <a:pt x="495" y="1931"/>
                  </a:lnTo>
                  <a:lnTo>
                    <a:pt x="495" y="1932"/>
                  </a:lnTo>
                  <a:lnTo>
                    <a:pt x="494" y="1932"/>
                  </a:lnTo>
                  <a:lnTo>
                    <a:pt x="495" y="1931"/>
                  </a:lnTo>
                  <a:close/>
                  <a:moveTo>
                    <a:pt x="402" y="1624"/>
                  </a:moveTo>
                  <a:lnTo>
                    <a:pt x="406" y="1626"/>
                  </a:lnTo>
                  <a:lnTo>
                    <a:pt x="407" y="1627"/>
                  </a:lnTo>
                  <a:lnTo>
                    <a:pt x="408" y="1627"/>
                  </a:lnTo>
                  <a:lnTo>
                    <a:pt x="409" y="1628"/>
                  </a:lnTo>
                  <a:lnTo>
                    <a:pt x="411" y="1629"/>
                  </a:lnTo>
                  <a:lnTo>
                    <a:pt x="413" y="1631"/>
                  </a:lnTo>
                  <a:lnTo>
                    <a:pt x="413" y="1632"/>
                  </a:lnTo>
                  <a:lnTo>
                    <a:pt x="414" y="1632"/>
                  </a:lnTo>
                  <a:lnTo>
                    <a:pt x="415" y="1634"/>
                  </a:lnTo>
                  <a:lnTo>
                    <a:pt x="417" y="1635"/>
                  </a:lnTo>
                  <a:lnTo>
                    <a:pt x="419" y="1636"/>
                  </a:lnTo>
                  <a:lnTo>
                    <a:pt x="419" y="1638"/>
                  </a:lnTo>
                  <a:lnTo>
                    <a:pt x="419" y="1639"/>
                  </a:lnTo>
                  <a:lnTo>
                    <a:pt x="419" y="1639"/>
                  </a:lnTo>
                  <a:lnTo>
                    <a:pt x="419" y="1639"/>
                  </a:lnTo>
                  <a:lnTo>
                    <a:pt x="419" y="1639"/>
                  </a:lnTo>
                  <a:lnTo>
                    <a:pt x="420" y="1640"/>
                  </a:lnTo>
                  <a:lnTo>
                    <a:pt x="420" y="1641"/>
                  </a:lnTo>
                  <a:lnTo>
                    <a:pt x="419" y="1641"/>
                  </a:lnTo>
                  <a:lnTo>
                    <a:pt x="419" y="1641"/>
                  </a:lnTo>
                  <a:lnTo>
                    <a:pt x="420" y="1643"/>
                  </a:lnTo>
                  <a:lnTo>
                    <a:pt x="420" y="1644"/>
                  </a:lnTo>
                  <a:lnTo>
                    <a:pt x="421" y="1645"/>
                  </a:lnTo>
                  <a:lnTo>
                    <a:pt x="422" y="1646"/>
                  </a:lnTo>
                  <a:lnTo>
                    <a:pt x="422" y="1647"/>
                  </a:lnTo>
                  <a:lnTo>
                    <a:pt x="422" y="1649"/>
                  </a:lnTo>
                  <a:lnTo>
                    <a:pt x="423" y="1651"/>
                  </a:lnTo>
                  <a:lnTo>
                    <a:pt x="423" y="1652"/>
                  </a:lnTo>
                  <a:lnTo>
                    <a:pt x="423" y="1654"/>
                  </a:lnTo>
                  <a:lnTo>
                    <a:pt x="423" y="1655"/>
                  </a:lnTo>
                  <a:lnTo>
                    <a:pt x="423" y="1657"/>
                  </a:lnTo>
                  <a:lnTo>
                    <a:pt x="423" y="1657"/>
                  </a:lnTo>
                  <a:lnTo>
                    <a:pt x="423" y="1658"/>
                  </a:lnTo>
                  <a:lnTo>
                    <a:pt x="423" y="1660"/>
                  </a:lnTo>
                  <a:lnTo>
                    <a:pt x="423" y="1660"/>
                  </a:lnTo>
                  <a:lnTo>
                    <a:pt x="422" y="1661"/>
                  </a:lnTo>
                  <a:lnTo>
                    <a:pt x="421" y="1661"/>
                  </a:lnTo>
                  <a:lnTo>
                    <a:pt x="421" y="1662"/>
                  </a:lnTo>
                  <a:lnTo>
                    <a:pt x="419" y="1662"/>
                  </a:lnTo>
                  <a:lnTo>
                    <a:pt x="419" y="1662"/>
                  </a:lnTo>
                  <a:lnTo>
                    <a:pt x="419" y="1664"/>
                  </a:lnTo>
                  <a:lnTo>
                    <a:pt x="419" y="1664"/>
                  </a:lnTo>
                  <a:lnTo>
                    <a:pt x="420" y="1665"/>
                  </a:lnTo>
                  <a:lnTo>
                    <a:pt x="419" y="1665"/>
                  </a:lnTo>
                  <a:lnTo>
                    <a:pt x="420" y="1666"/>
                  </a:lnTo>
                  <a:lnTo>
                    <a:pt x="421" y="1666"/>
                  </a:lnTo>
                  <a:lnTo>
                    <a:pt x="422" y="1666"/>
                  </a:lnTo>
                  <a:lnTo>
                    <a:pt x="422" y="1666"/>
                  </a:lnTo>
                  <a:lnTo>
                    <a:pt x="422" y="1666"/>
                  </a:lnTo>
                  <a:lnTo>
                    <a:pt x="423" y="1666"/>
                  </a:lnTo>
                  <a:lnTo>
                    <a:pt x="427" y="1668"/>
                  </a:lnTo>
                  <a:lnTo>
                    <a:pt x="428" y="1669"/>
                  </a:lnTo>
                  <a:lnTo>
                    <a:pt x="428" y="1670"/>
                  </a:lnTo>
                  <a:lnTo>
                    <a:pt x="428" y="1670"/>
                  </a:lnTo>
                  <a:lnTo>
                    <a:pt x="428" y="1670"/>
                  </a:lnTo>
                  <a:lnTo>
                    <a:pt x="428" y="1670"/>
                  </a:lnTo>
                  <a:lnTo>
                    <a:pt x="430" y="1672"/>
                  </a:lnTo>
                  <a:lnTo>
                    <a:pt x="432" y="1674"/>
                  </a:lnTo>
                  <a:lnTo>
                    <a:pt x="432" y="1674"/>
                  </a:lnTo>
                  <a:lnTo>
                    <a:pt x="432" y="1674"/>
                  </a:lnTo>
                  <a:lnTo>
                    <a:pt x="430" y="1674"/>
                  </a:lnTo>
                  <a:lnTo>
                    <a:pt x="429" y="1676"/>
                  </a:lnTo>
                  <a:lnTo>
                    <a:pt x="428" y="1676"/>
                  </a:lnTo>
                  <a:lnTo>
                    <a:pt x="428" y="1677"/>
                  </a:lnTo>
                  <a:lnTo>
                    <a:pt x="427" y="1677"/>
                  </a:lnTo>
                  <a:lnTo>
                    <a:pt x="426" y="1677"/>
                  </a:lnTo>
                  <a:lnTo>
                    <a:pt x="425" y="1678"/>
                  </a:lnTo>
                  <a:lnTo>
                    <a:pt x="425" y="1678"/>
                  </a:lnTo>
                  <a:lnTo>
                    <a:pt x="423" y="1680"/>
                  </a:lnTo>
                  <a:lnTo>
                    <a:pt x="424" y="1682"/>
                  </a:lnTo>
                  <a:lnTo>
                    <a:pt x="425" y="1682"/>
                  </a:lnTo>
                  <a:lnTo>
                    <a:pt x="426" y="1683"/>
                  </a:lnTo>
                  <a:lnTo>
                    <a:pt x="427" y="1683"/>
                  </a:lnTo>
                  <a:lnTo>
                    <a:pt x="428" y="1685"/>
                  </a:lnTo>
                  <a:lnTo>
                    <a:pt x="429" y="1685"/>
                  </a:lnTo>
                  <a:lnTo>
                    <a:pt x="431" y="1686"/>
                  </a:lnTo>
                  <a:lnTo>
                    <a:pt x="432" y="1686"/>
                  </a:lnTo>
                  <a:lnTo>
                    <a:pt x="432" y="1687"/>
                  </a:lnTo>
                  <a:lnTo>
                    <a:pt x="432" y="1687"/>
                  </a:lnTo>
                  <a:lnTo>
                    <a:pt x="432" y="1688"/>
                  </a:lnTo>
                  <a:lnTo>
                    <a:pt x="431" y="1688"/>
                  </a:lnTo>
                  <a:lnTo>
                    <a:pt x="431" y="1689"/>
                  </a:lnTo>
                  <a:lnTo>
                    <a:pt x="430" y="1689"/>
                  </a:lnTo>
                  <a:lnTo>
                    <a:pt x="430" y="1690"/>
                  </a:lnTo>
                  <a:lnTo>
                    <a:pt x="430" y="1690"/>
                  </a:lnTo>
                  <a:lnTo>
                    <a:pt x="430" y="1691"/>
                  </a:lnTo>
                  <a:lnTo>
                    <a:pt x="430" y="1694"/>
                  </a:lnTo>
                  <a:lnTo>
                    <a:pt x="430" y="1694"/>
                  </a:lnTo>
                  <a:lnTo>
                    <a:pt x="430" y="1695"/>
                  </a:lnTo>
                  <a:lnTo>
                    <a:pt x="431" y="1696"/>
                  </a:lnTo>
                  <a:lnTo>
                    <a:pt x="431" y="1697"/>
                  </a:lnTo>
                  <a:lnTo>
                    <a:pt x="432" y="1700"/>
                  </a:lnTo>
                  <a:lnTo>
                    <a:pt x="432" y="1700"/>
                  </a:lnTo>
                  <a:lnTo>
                    <a:pt x="432" y="1701"/>
                  </a:lnTo>
                  <a:lnTo>
                    <a:pt x="431" y="1703"/>
                  </a:lnTo>
                  <a:lnTo>
                    <a:pt x="429" y="1704"/>
                  </a:lnTo>
                  <a:lnTo>
                    <a:pt x="429" y="1705"/>
                  </a:lnTo>
                  <a:lnTo>
                    <a:pt x="428" y="1705"/>
                  </a:lnTo>
                  <a:lnTo>
                    <a:pt x="428" y="1706"/>
                  </a:lnTo>
                  <a:lnTo>
                    <a:pt x="428" y="1707"/>
                  </a:lnTo>
                  <a:lnTo>
                    <a:pt x="426" y="1707"/>
                  </a:lnTo>
                  <a:lnTo>
                    <a:pt x="425" y="1707"/>
                  </a:lnTo>
                  <a:lnTo>
                    <a:pt x="424" y="1706"/>
                  </a:lnTo>
                  <a:lnTo>
                    <a:pt x="423" y="1706"/>
                  </a:lnTo>
                  <a:lnTo>
                    <a:pt x="422" y="1706"/>
                  </a:lnTo>
                  <a:lnTo>
                    <a:pt x="422" y="1706"/>
                  </a:lnTo>
                  <a:lnTo>
                    <a:pt x="419" y="1706"/>
                  </a:lnTo>
                  <a:lnTo>
                    <a:pt x="419" y="1707"/>
                  </a:lnTo>
                  <a:lnTo>
                    <a:pt x="418" y="1707"/>
                  </a:lnTo>
                  <a:lnTo>
                    <a:pt x="418" y="1708"/>
                  </a:lnTo>
                  <a:lnTo>
                    <a:pt x="417" y="1708"/>
                  </a:lnTo>
                  <a:lnTo>
                    <a:pt x="416" y="1709"/>
                  </a:lnTo>
                  <a:lnTo>
                    <a:pt x="415" y="1709"/>
                  </a:lnTo>
                  <a:lnTo>
                    <a:pt x="410" y="1709"/>
                  </a:lnTo>
                  <a:lnTo>
                    <a:pt x="409" y="1708"/>
                  </a:lnTo>
                  <a:lnTo>
                    <a:pt x="408" y="1708"/>
                  </a:lnTo>
                  <a:lnTo>
                    <a:pt x="403" y="1707"/>
                  </a:lnTo>
                  <a:lnTo>
                    <a:pt x="402" y="1706"/>
                  </a:lnTo>
                  <a:lnTo>
                    <a:pt x="402" y="1706"/>
                  </a:lnTo>
                  <a:lnTo>
                    <a:pt x="402" y="1705"/>
                  </a:lnTo>
                  <a:lnTo>
                    <a:pt x="401" y="1704"/>
                  </a:lnTo>
                  <a:lnTo>
                    <a:pt x="397" y="1703"/>
                  </a:lnTo>
                  <a:lnTo>
                    <a:pt x="397" y="1702"/>
                  </a:lnTo>
                  <a:lnTo>
                    <a:pt x="394" y="1700"/>
                  </a:lnTo>
                  <a:lnTo>
                    <a:pt x="393" y="1700"/>
                  </a:lnTo>
                  <a:lnTo>
                    <a:pt x="393" y="1700"/>
                  </a:lnTo>
                  <a:lnTo>
                    <a:pt x="391" y="1695"/>
                  </a:lnTo>
                  <a:lnTo>
                    <a:pt x="390" y="1692"/>
                  </a:lnTo>
                  <a:lnTo>
                    <a:pt x="390" y="1691"/>
                  </a:lnTo>
                  <a:lnTo>
                    <a:pt x="391" y="1691"/>
                  </a:lnTo>
                  <a:lnTo>
                    <a:pt x="391" y="1690"/>
                  </a:lnTo>
                  <a:lnTo>
                    <a:pt x="390" y="1690"/>
                  </a:lnTo>
                  <a:lnTo>
                    <a:pt x="390" y="1690"/>
                  </a:lnTo>
                  <a:lnTo>
                    <a:pt x="389" y="1690"/>
                  </a:lnTo>
                  <a:lnTo>
                    <a:pt x="389" y="1689"/>
                  </a:lnTo>
                  <a:lnTo>
                    <a:pt x="389" y="1688"/>
                  </a:lnTo>
                  <a:lnTo>
                    <a:pt x="386" y="1687"/>
                  </a:lnTo>
                  <a:lnTo>
                    <a:pt x="386" y="1687"/>
                  </a:lnTo>
                  <a:lnTo>
                    <a:pt x="386" y="1687"/>
                  </a:lnTo>
                  <a:lnTo>
                    <a:pt x="386" y="1687"/>
                  </a:lnTo>
                  <a:lnTo>
                    <a:pt x="387" y="1685"/>
                  </a:lnTo>
                  <a:lnTo>
                    <a:pt x="387" y="1685"/>
                  </a:lnTo>
                  <a:lnTo>
                    <a:pt x="386" y="1684"/>
                  </a:lnTo>
                  <a:lnTo>
                    <a:pt x="386" y="1683"/>
                  </a:lnTo>
                  <a:lnTo>
                    <a:pt x="386" y="1681"/>
                  </a:lnTo>
                  <a:lnTo>
                    <a:pt x="387" y="1678"/>
                  </a:lnTo>
                  <a:lnTo>
                    <a:pt x="388" y="1676"/>
                  </a:lnTo>
                  <a:lnTo>
                    <a:pt x="388" y="1674"/>
                  </a:lnTo>
                  <a:lnTo>
                    <a:pt x="388" y="1674"/>
                  </a:lnTo>
                  <a:lnTo>
                    <a:pt x="388" y="1674"/>
                  </a:lnTo>
                  <a:lnTo>
                    <a:pt x="388" y="1673"/>
                  </a:lnTo>
                  <a:lnTo>
                    <a:pt x="387" y="1670"/>
                  </a:lnTo>
                  <a:lnTo>
                    <a:pt x="387" y="1669"/>
                  </a:lnTo>
                  <a:lnTo>
                    <a:pt x="387" y="1668"/>
                  </a:lnTo>
                  <a:lnTo>
                    <a:pt x="386" y="1667"/>
                  </a:lnTo>
                  <a:lnTo>
                    <a:pt x="385" y="1666"/>
                  </a:lnTo>
                  <a:lnTo>
                    <a:pt x="384" y="1665"/>
                  </a:lnTo>
                  <a:lnTo>
                    <a:pt x="381" y="1660"/>
                  </a:lnTo>
                  <a:lnTo>
                    <a:pt x="380" y="1658"/>
                  </a:lnTo>
                  <a:lnTo>
                    <a:pt x="380" y="1657"/>
                  </a:lnTo>
                  <a:lnTo>
                    <a:pt x="379" y="1657"/>
                  </a:lnTo>
                  <a:lnTo>
                    <a:pt x="379" y="1656"/>
                  </a:lnTo>
                  <a:lnTo>
                    <a:pt x="379" y="1653"/>
                  </a:lnTo>
                  <a:lnTo>
                    <a:pt x="379" y="1652"/>
                  </a:lnTo>
                  <a:lnTo>
                    <a:pt x="379" y="1652"/>
                  </a:lnTo>
                  <a:lnTo>
                    <a:pt x="380" y="1651"/>
                  </a:lnTo>
                  <a:lnTo>
                    <a:pt x="380" y="1650"/>
                  </a:lnTo>
                  <a:lnTo>
                    <a:pt x="380" y="1650"/>
                  </a:lnTo>
                  <a:lnTo>
                    <a:pt x="380" y="1649"/>
                  </a:lnTo>
                  <a:lnTo>
                    <a:pt x="381" y="1647"/>
                  </a:lnTo>
                  <a:lnTo>
                    <a:pt x="382" y="1643"/>
                  </a:lnTo>
                  <a:lnTo>
                    <a:pt x="382" y="1641"/>
                  </a:lnTo>
                  <a:lnTo>
                    <a:pt x="383" y="1639"/>
                  </a:lnTo>
                  <a:lnTo>
                    <a:pt x="383" y="1638"/>
                  </a:lnTo>
                  <a:lnTo>
                    <a:pt x="384" y="1636"/>
                  </a:lnTo>
                  <a:lnTo>
                    <a:pt x="385" y="1635"/>
                  </a:lnTo>
                  <a:lnTo>
                    <a:pt x="386" y="1635"/>
                  </a:lnTo>
                  <a:lnTo>
                    <a:pt x="387" y="1635"/>
                  </a:lnTo>
                  <a:lnTo>
                    <a:pt x="388" y="1634"/>
                  </a:lnTo>
                  <a:lnTo>
                    <a:pt x="390" y="1634"/>
                  </a:lnTo>
                  <a:lnTo>
                    <a:pt x="390" y="1632"/>
                  </a:lnTo>
                  <a:lnTo>
                    <a:pt x="390" y="1631"/>
                  </a:lnTo>
                  <a:lnTo>
                    <a:pt x="391" y="1631"/>
                  </a:lnTo>
                  <a:lnTo>
                    <a:pt x="391" y="1630"/>
                  </a:lnTo>
                  <a:lnTo>
                    <a:pt x="392" y="1628"/>
                  </a:lnTo>
                  <a:lnTo>
                    <a:pt x="395" y="1627"/>
                  </a:lnTo>
                  <a:lnTo>
                    <a:pt x="395" y="1628"/>
                  </a:lnTo>
                  <a:lnTo>
                    <a:pt x="396" y="1629"/>
                  </a:lnTo>
                  <a:lnTo>
                    <a:pt x="397" y="1628"/>
                  </a:lnTo>
                  <a:lnTo>
                    <a:pt x="397" y="1629"/>
                  </a:lnTo>
                  <a:lnTo>
                    <a:pt x="397" y="1629"/>
                  </a:lnTo>
                  <a:lnTo>
                    <a:pt x="397" y="1629"/>
                  </a:lnTo>
                  <a:lnTo>
                    <a:pt x="397" y="1628"/>
                  </a:lnTo>
                  <a:lnTo>
                    <a:pt x="397" y="1628"/>
                  </a:lnTo>
                  <a:lnTo>
                    <a:pt x="397" y="1628"/>
                  </a:lnTo>
                  <a:lnTo>
                    <a:pt x="396" y="1627"/>
                  </a:lnTo>
                  <a:lnTo>
                    <a:pt x="396" y="1626"/>
                  </a:lnTo>
                  <a:lnTo>
                    <a:pt x="396" y="1626"/>
                  </a:lnTo>
                  <a:lnTo>
                    <a:pt x="397" y="1625"/>
                  </a:lnTo>
                  <a:lnTo>
                    <a:pt x="397" y="1625"/>
                  </a:lnTo>
                  <a:lnTo>
                    <a:pt x="398" y="1624"/>
                  </a:lnTo>
                  <a:lnTo>
                    <a:pt x="402" y="1624"/>
                  </a:lnTo>
                  <a:close/>
                  <a:moveTo>
                    <a:pt x="324" y="1622"/>
                  </a:moveTo>
                  <a:lnTo>
                    <a:pt x="325" y="1622"/>
                  </a:lnTo>
                  <a:lnTo>
                    <a:pt x="325" y="1622"/>
                  </a:lnTo>
                  <a:lnTo>
                    <a:pt x="325" y="1622"/>
                  </a:lnTo>
                  <a:lnTo>
                    <a:pt x="325" y="1622"/>
                  </a:lnTo>
                  <a:lnTo>
                    <a:pt x="325" y="1622"/>
                  </a:lnTo>
                  <a:lnTo>
                    <a:pt x="325" y="1623"/>
                  </a:lnTo>
                  <a:lnTo>
                    <a:pt x="326" y="1623"/>
                  </a:lnTo>
                  <a:lnTo>
                    <a:pt x="326" y="1622"/>
                  </a:lnTo>
                  <a:lnTo>
                    <a:pt x="326" y="1622"/>
                  </a:lnTo>
                  <a:lnTo>
                    <a:pt x="327" y="1623"/>
                  </a:lnTo>
                  <a:lnTo>
                    <a:pt x="327" y="1624"/>
                  </a:lnTo>
                  <a:lnTo>
                    <a:pt x="326" y="1624"/>
                  </a:lnTo>
                  <a:lnTo>
                    <a:pt x="326" y="1625"/>
                  </a:lnTo>
                  <a:lnTo>
                    <a:pt x="325" y="1626"/>
                  </a:lnTo>
                  <a:lnTo>
                    <a:pt x="324" y="1626"/>
                  </a:lnTo>
                  <a:lnTo>
                    <a:pt x="324" y="1626"/>
                  </a:lnTo>
                  <a:lnTo>
                    <a:pt x="324" y="1626"/>
                  </a:lnTo>
                  <a:lnTo>
                    <a:pt x="324" y="1627"/>
                  </a:lnTo>
                  <a:lnTo>
                    <a:pt x="324" y="1628"/>
                  </a:lnTo>
                  <a:lnTo>
                    <a:pt x="323" y="1628"/>
                  </a:lnTo>
                  <a:lnTo>
                    <a:pt x="323" y="1629"/>
                  </a:lnTo>
                  <a:lnTo>
                    <a:pt x="324" y="1629"/>
                  </a:lnTo>
                  <a:lnTo>
                    <a:pt x="324" y="1629"/>
                  </a:lnTo>
                  <a:lnTo>
                    <a:pt x="324" y="1629"/>
                  </a:lnTo>
                  <a:lnTo>
                    <a:pt x="324" y="1629"/>
                  </a:lnTo>
                  <a:lnTo>
                    <a:pt x="324" y="1631"/>
                  </a:lnTo>
                  <a:lnTo>
                    <a:pt x="324" y="1630"/>
                  </a:lnTo>
                  <a:lnTo>
                    <a:pt x="324" y="1630"/>
                  </a:lnTo>
                  <a:lnTo>
                    <a:pt x="324" y="1630"/>
                  </a:lnTo>
                  <a:lnTo>
                    <a:pt x="324" y="1631"/>
                  </a:lnTo>
                  <a:lnTo>
                    <a:pt x="324" y="1631"/>
                  </a:lnTo>
                  <a:lnTo>
                    <a:pt x="325" y="1631"/>
                  </a:lnTo>
                  <a:lnTo>
                    <a:pt x="324" y="1631"/>
                  </a:lnTo>
                  <a:lnTo>
                    <a:pt x="324" y="1631"/>
                  </a:lnTo>
                  <a:lnTo>
                    <a:pt x="324" y="1631"/>
                  </a:lnTo>
                  <a:lnTo>
                    <a:pt x="324" y="1633"/>
                  </a:lnTo>
                  <a:lnTo>
                    <a:pt x="324" y="1633"/>
                  </a:lnTo>
                  <a:lnTo>
                    <a:pt x="324" y="1633"/>
                  </a:lnTo>
                  <a:lnTo>
                    <a:pt x="324" y="1634"/>
                  </a:lnTo>
                  <a:lnTo>
                    <a:pt x="323" y="1635"/>
                  </a:lnTo>
                  <a:lnTo>
                    <a:pt x="323" y="1635"/>
                  </a:lnTo>
                  <a:lnTo>
                    <a:pt x="324" y="1635"/>
                  </a:lnTo>
                  <a:lnTo>
                    <a:pt x="324" y="1635"/>
                  </a:lnTo>
                  <a:lnTo>
                    <a:pt x="324" y="1635"/>
                  </a:lnTo>
                  <a:lnTo>
                    <a:pt x="324" y="1635"/>
                  </a:lnTo>
                  <a:lnTo>
                    <a:pt x="324" y="1635"/>
                  </a:lnTo>
                  <a:lnTo>
                    <a:pt x="324" y="1634"/>
                  </a:lnTo>
                  <a:lnTo>
                    <a:pt x="324" y="1634"/>
                  </a:lnTo>
                  <a:lnTo>
                    <a:pt x="324" y="1635"/>
                  </a:lnTo>
                  <a:lnTo>
                    <a:pt x="325" y="1635"/>
                  </a:lnTo>
                  <a:lnTo>
                    <a:pt x="325" y="1634"/>
                  </a:lnTo>
                  <a:lnTo>
                    <a:pt x="325" y="1634"/>
                  </a:lnTo>
                  <a:lnTo>
                    <a:pt x="325" y="1634"/>
                  </a:lnTo>
                  <a:lnTo>
                    <a:pt x="326" y="1634"/>
                  </a:lnTo>
                  <a:lnTo>
                    <a:pt x="325" y="1635"/>
                  </a:lnTo>
                  <a:lnTo>
                    <a:pt x="325" y="1635"/>
                  </a:lnTo>
                  <a:lnTo>
                    <a:pt x="324" y="1635"/>
                  </a:lnTo>
                  <a:lnTo>
                    <a:pt x="324" y="1636"/>
                  </a:lnTo>
                  <a:lnTo>
                    <a:pt x="324" y="1636"/>
                  </a:lnTo>
                  <a:lnTo>
                    <a:pt x="324" y="1636"/>
                  </a:lnTo>
                  <a:lnTo>
                    <a:pt x="324" y="1636"/>
                  </a:lnTo>
                  <a:lnTo>
                    <a:pt x="324" y="1636"/>
                  </a:lnTo>
                  <a:lnTo>
                    <a:pt x="324" y="1636"/>
                  </a:lnTo>
                  <a:lnTo>
                    <a:pt x="323" y="1637"/>
                  </a:lnTo>
                  <a:lnTo>
                    <a:pt x="323" y="1637"/>
                  </a:lnTo>
                  <a:lnTo>
                    <a:pt x="323" y="1637"/>
                  </a:lnTo>
                  <a:lnTo>
                    <a:pt x="323" y="1638"/>
                  </a:lnTo>
                  <a:lnTo>
                    <a:pt x="322" y="1638"/>
                  </a:lnTo>
                  <a:lnTo>
                    <a:pt x="323" y="1638"/>
                  </a:lnTo>
                  <a:lnTo>
                    <a:pt x="322" y="1639"/>
                  </a:lnTo>
                  <a:lnTo>
                    <a:pt x="323" y="1639"/>
                  </a:lnTo>
                  <a:lnTo>
                    <a:pt x="323" y="1639"/>
                  </a:lnTo>
                  <a:lnTo>
                    <a:pt x="323" y="1639"/>
                  </a:lnTo>
                  <a:lnTo>
                    <a:pt x="323" y="1639"/>
                  </a:lnTo>
                  <a:lnTo>
                    <a:pt x="323" y="1639"/>
                  </a:lnTo>
                  <a:lnTo>
                    <a:pt x="323" y="1639"/>
                  </a:lnTo>
                  <a:lnTo>
                    <a:pt x="324" y="1639"/>
                  </a:lnTo>
                  <a:lnTo>
                    <a:pt x="324" y="1639"/>
                  </a:lnTo>
                  <a:lnTo>
                    <a:pt x="324" y="1640"/>
                  </a:lnTo>
                  <a:lnTo>
                    <a:pt x="324" y="1640"/>
                  </a:lnTo>
                  <a:lnTo>
                    <a:pt x="324" y="1640"/>
                  </a:lnTo>
                  <a:lnTo>
                    <a:pt x="324" y="1641"/>
                  </a:lnTo>
                  <a:lnTo>
                    <a:pt x="324" y="1641"/>
                  </a:lnTo>
                  <a:lnTo>
                    <a:pt x="324" y="1641"/>
                  </a:lnTo>
                  <a:lnTo>
                    <a:pt x="323" y="1643"/>
                  </a:lnTo>
                  <a:lnTo>
                    <a:pt x="322" y="1643"/>
                  </a:lnTo>
                  <a:lnTo>
                    <a:pt x="321" y="1643"/>
                  </a:lnTo>
                  <a:lnTo>
                    <a:pt x="321" y="1644"/>
                  </a:lnTo>
                  <a:lnTo>
                    <a:pt x="321" y="1644"/>
                  </a:lnTo>
                  <a:lnTo>
                    <a:pt x="320" y="1644"/>
                  </a:lnTo>
                  <a:lnTo>
                    <a:pt x="319" y="1644"/>
                  </a:lnTo>
                  <a:lnTo>
                    <a:pt x="319" y="1644"/>
                  </a:lnTo>
                  <a:lnTo>
                    <a:pt x="319" y="1646"/>
                  </a:lnTo>
                  <a:lnTo>
                    <a:pt x="318" y="1647"/>
                  </a:lnTo>
                  <a:lnTo>
                    <a:pt x="318" y="1647"/>
                  </a:lnTo>
                  <a:lnTo>
                    <a:pt x="318" y="1645"/>
                  </a:lnTo>
                  <a:lnTo>
                    <a:pt x="317" y="1645"/>
                  </a:lnTo>
                  <a:lnTo>
                    <a:pt x="317" y="1644"/>
                  </a:lnTo>
                  <a:lnTo>
                    <a:pt x="317" y="1643"/>
                  </a:lnTo>
                  <a:lnTo>
                    <a:pt x="317" y="1642"/>
                  </a:lnTo>
                  <a:lnTo>
                    <a:pt x="317" y="1642"/>
                  </a:lnTo>
                  <a:lnTo>
                    <a:pt x="318" y="1642"/>
                  </a:lnTo>
                  <a:lnTo>
                    <a:pt x="318" y="1642"/>
                  </a:lnTo>
                  <a:lnTo>
                    <a:pt x="318" y="1641"/>
                  </a:lnTo>
                  <a:lnTo>
                    <a:pt x="318" y="1641"/>
                  </a:lnTo>
                  <a:lnTo>
                    <a:pt x="318" y="1640"/>
                  </a:lnTo>
                  <a:lnTo>
                    <a:pt x="318" y="1640"/>
                  </a:lnTo>
                  <a:lnTo>
                    <a:pt x="319" y="1640"/>
                  </a:lnTo>
                  <a:lnTo>
                    <a:pt x="319" y="1640"/>
                  </a:lnTo>
                  <a:lnTo>
                    <a:pt x="318" y="1639"/>
                  </a:lnTo>
                  <a:lnTo>
                    <a:pt x="318" y="1639"/>
                  </a:lnTo>
                  <a:lnTo>
                    <a:pt x="317" y="1639"/>
                  </a:lnTo>
                  <a:lnTo>
                    <a:pt x="318" y="1639"/>
                  </a:lnTo>
                  <a:lnTo>
                    <a:pt x="317" y="1639"/>
                  </a:lnTo>
                  <a:lnTo>
                    <a:pt x="317" y="1639"/>
                  </a:lnTo>
                  <a:lnTo>
                    <a:pt x="317" y="1640"/>
                  </a:lnTo>
                  <a:lnTo>
                    <a:pt x="316" y="1640"/>
                  </a:lnTo>
                  <a:lnTo>
                    <a:pt x="316" y="1639"/>
                  </a:lnTo>
                  <a:lnTo>
                    <a:pt x="316" y="1639"/>
                  </a:lnTo>
                  <a:lnTo>
                    <a:pt x="316" y="1639"/>
                  </a:lnTo>
                  <a:lnTo>
                    <a:pt x="315" y="1639"/>
                  </a:lnTo>
                  <a:lnTo>
                    <a:pt x="315" y="1638"/>
                  </a:lnTo>
                  <a:lnTo>
                    <a:pt x="316" y="1636"/>
                  </a:lnTo>
                  <a:lnTo>
                    <a:pt x="317" y="1636"/>
                  </a:lnTo>
                  <a:lnTo>
                    <a:pt x="317" y="1635"/>
                  </a:lnTo>
                  <a:lnTo>
                    <a:pt x="318" y="1634"/>
                  </a:lnTo>
                  <a:lnTo>
                    <a:pt x="319" y="1631"/>
                  </a:lnTo>
                  <a:lnTo>
                    <a:pt x="319" y="1631"/>
                  </a:lnTo>
                  <a:lnTo>
                    <a:pt x="320" y="1630"/>
                  </a:lnTo>
                  <a:lnTo>
                    <a:pt x="320" y="1630"/>
                  </a:lnTo>
                  <a:lnTo>
                    <a:pt x="320" y="1629"/>
                  </a:lnTo>
                  <a:lnTo>
                    <a:pt x="320" y="1629"/>
                  </a:lnTo>
                  <a:lnTo>
                    <a:pt x="320" y="1628"/>
                  </a:lnTo>
                  <a:lnTo>
                    <a:pt x="320" y="1628"/>
                  </a:lnTo>
                  <a:lnTo>
                    <a:pt x="320" y="1628"/>
                  </a:lnTo>
                  <a:lnTo>
                    <a:pt x="320" y="1627"/>
                  </a:lnTo>
                  <a:lnTo>
                    <a:pt x="321" y="1627"/>
                  </a:lnTo>
                  <a:lnTo>
                    <a:pt x="321" y="1628"/>
                  </a:lnTo>
                  <a:lnTo>
                    <a:pt x="322" y="1628"/>
                  </a:lnTo>
                  <a:lnTo>
                    <a:pt x="322" y="1628"/>
                  </a:lnTo>
                  <a:lnTo>
                    <a:pt x="322" y="1627"/>
                  </a:lnTo>
                  <a:lnTo>
                    <a:pt x="322" y="1626"/>
                  </a:lnTo>
                  <a:lnTo>
                    <a:pt x="322" y="1626"/>
                  </a:lnTo>
                  <a:lnTo>
                    <a:pt x="322" y="1625"/>
                  </a:lnTo>
                  <a:lnTo>
                    <a:pt x="323" y="1624"/>
                  </a:lnTo>
                  <a:lnTo>
                    <a:pt x="323" y="1624"/>
                  </a:lnTo>
                  <a:lnTo>
                    <a:pt x="321" y="1625"/>
                  </a:lnTo>
                  <a:lnTo>
                    <a:pt x="321" y="1625"/>
                  </a:lnTo>
                  <a:lnTo>
                    <a:pt x="321" y="1624"/>
                  </a:lnTo>
                  <a:lnTo>
                    <a:pt x="322" y="1622"/>
                  </a:lnTo>
                  <a:lnTo>
                    <a:pt x="322" y="1622"/>
                  </a:lnTo>
                  <a:lnTo>
                    <a:pt x="322" y="1622"/>
                  </a:lnTo>
                  <a:lnTo>
                    <a:pt x="323" y="1623"/>
                  </a:lnTo>
                  <a:lnTo>
                    <a:pt x="323" y="1623"/>
                  </a:lnTo>
                  <a:lnTo>
                    <a:pt x="323" y="1623"/>
                  </a:lnTo>
                  <a:lnTo>
                    <a:pt x="324" y="1623"/>
                  </a:lnTo>
                  <a:lnTo>
                    <a:pt x="324" y="1622"/>
                  </a:lnTo>
                  <a:lnTo>
                    <a:pt x="324" y="1622"/>
                  </a:lnTo>
                  <a:lnTo>
                    <a:pt x="324" y="1622"/>
                  </a:lnTo>
                  <a:close/>
                  <a:moveTo>
                    <a:pt x="461" y="1603"/>
                  </a:moveTo>
                  <a:lnTo>
                    <a:pt x="462" y="1603"/>
                  </a:lnTo>
                  <a:lnTo>
                    <a:pt x="463" y="1603"/>
                  </a:lnTo>
                  <a:lnTo>
                    <a:pt x="463" y="1605"/>
                  </a:lnTo>
                  <a:lnTo>
                    <a:pt x="462" y="1605"/>
                  </a:lnTo>
                  <a:lnTo>
                    <a:pt x="462" y="1605"/>
                  </a:lnTo>
                  <a:lnTo>
                    <a:pt x="462" y="1609"/>
                  </a:lnTo>
                  <a:lnTo>
                    <a:pt x="463" y="1610"/>
                  </a:lnTo>
                  <a:lnTo>
                    <a:pt x="463" y="1610"/>
                  </a:lnTo>
                  <a:lnTo>
                    <a:pt x="463" y="1611"/>
                  </a:lnTo>
                  <a:lnTo>
                    <a:pt x="463" y="1612"/>
                  </a:lnTo>
                  <a:lnTo>
                    <a:pt x="462" y="1613"/>
                  </a:lnTo>
                  <a:lnTo>
                    <a:pt x="462" y="1613"/>
                  </a:lnTo>
                  <a:lnTo>
                    <a:pt x="462" y="1614"/>
                  </a:lnTo>
                  <a:lnTo>
                    <a:pt x="462" y="1614"/>
                  </a:lnTo>
                  <a:lnTo>
                    <a:pt x="462" y="1615"/>
                  </a:lnTo>
                  <a:lnTo>
                    <a:pt x="461" y="1615"/>
                  </a:lnTo>
                  <a:lnTo>
                    <a:pt x="461" y="1615"/>
                  </a:lnTo>
                  <a:lnTo>
                    <a:pt x="461" y="1615"/>
                  </a:lnTo>
                  <a:lnTo>
                    <a:pt x="461" y="1616"/>
                  </a:lnTo>
                  <a:lnTo>
                    <a:pt x="460" y="1617"/>
                  </a:lnTo>
                  <a:lnTo>
                    <a:pt x="460" y="1617"/>
                  </a:lnTo>
                  <a:lnTo>
                    <a:pt x="459" y="1618"/>
                  </a:lnTo>
                  <a:lnTo>
                    <a:pt x="459" y="1617"/>
                  </a:lnTo>
                  <a:lnTo>
                    <a:pt x="459" y="1615"/>
                  </a:lnTo>
                  <a:lnTo>
                    <a:pt x="459" y="1614"/>
                  </a:lnTo>
                  <a:lnTo>
                    <a:pt x="458" y="1614"/>
                  </a:lnTo>
                  <a:lnTo>
                    <a:pt x="458" y="1614"/>
                  </a:lnTo>
                  <a:lnTo>
                    <a:pt x="457" y="1614"/>
                  </a:lnTo>
                  <a:lnTo>
                    <a:pt x="457" y="1615"/>
                  </a:lnTo>
                  <a:lnTo>
                    <a:pt x="456" y="1616"/>
                  </a:lnTo>
                  <a:lnTo>
                    <a:pt x="455" y="1616"/>
                  </a:lnTo>
                  <a:lnTo>
                    <a:pt x="455" y="1617"/>
                  </a:lnTo>
                  <a:lnTo>
                    <a:pt x="455" y="1617"/>
                  </a:lnTo>
                  <a:lnTo>
                    <a:pt x="455" y="1618"/>
                  </a:lnTo>
                  <a:lnTo>
                    <a:pt x="455" y="1618"/>
                  </a:lnTo>
                  <a:lnTo>
                    <a:pt x="454" y="1618"/>
                  </a:lnTo>
                  <a:lnTo>
                    <a:pt x="454" y="1618"/>
                  </a:lnTo>
                  <a:lnTo>
                    <a:pt x="454" y="1618"/>
                  </a:lnTo>
                  <a:lnTo>
                    <a:pt x="454" y="1617"/>
                  </a:lnTo>
                  <a:lnTo>
                    <a:pt x="454" y="1617"/>
                  </a:lnTo>
                  <a:lnTo>
                    <a:pt x="453" y="1616"/>
                  </a:lnTo>
                  <a:lnTo>
                    <a:pt x="454" y="1614"/>
                  </a:lnTo>
                  <a:lnTo>
                    <a:pt x="454" y="1613"/>
                  </a:lnTo>
                  <a:lnTo>
                    <a:pt x="454" y="1613"/>
                  </a:lnTo>
                  <a:lnTo>
                    <a:pt x="454" y="1610"/>
                  </a:lnTo>
                  <a:lnTo>
                    <a:pt x="455" y="1609"/>
                  </a:lnTo>
                  <a:lnTo>
                    <a:pt x="455" y="1609"/>
                  </a:lnTo>
                  <a:lnTo>
                    <a:pt x="455" y="1609"/>
                  </a:lnTo>
                  <a:lnTo>
                    <a:pt x="456" y="1609"/>
                  </a:lnTo>
                  <a:lnTo>
                    <a:pt x="456" y="1608"/>
                  </a:lnTo>
                  <a:lnTo>
                    <a:pt x="457" y="1607"/>
                  </a:lnTo>
                  <a:lnTo>
                    <a:pt x="456" y="1607"/>
                  </a:lnTo>
                  <a:lnTo>
                    <a:pt x="457" y="1607"/>
                  </a:lnTo>
                  <a:lnTo>
                    <a:pt x="457" y="1606"/>
                  </a:lnTo>
                  <a:lnTo>
                    <a:pt x="457" y="1605"/>
                  </a:lnTo>
                  <a:lnTo>
                    <a:pt x="457" y="1605"/>
                  </a:lnTo>
                  <a:lnTo>
                    <a:pt x="457" y="1605"/>
                  </a:lnTo>
                  <a:lnTo>
                    <a:pt x="458" y="1604"/>
                  </a:lnTo>
                  <a:lnTo>
                    <a:pt x="458" y="1604"/>
                  </a:lnTo>
                  <a:lnTo>
                    <a:pt x="458" y="1604"/>
                  </a:lnTo>
                  <a:lnTo>
                    <a:pt x="459" y="1603"/>
                  </a:lnTo>
                  <a:lnTo>
                    <a:pt x="460" y="1603"/>
                  </a:lnTo>
                  <a:lnTo>
                    <a:pt x="461" y="1603"/>
                  </a:lnTo>
                  <a:lnTo>
                    <a:pt x="461" y="1603"/>
                  </a:lnTo>
                  <a:lnTo>
                    <a:pt x="461" y="1603"/>
                  </a:lnTo>
                  <a:close/>
                  <a:moveTo>
                    <a:pt x="397" y="1586"/>
                  </a:moveTo>
                  <a:lnTo>
                    <a:pt x="397" y="1587"/>
                  </a:lnTo>
                  <a:lnTo>
                    <a:pt x="397" y="1587"/>
                  </a:lnTo>
                  <a:lnTo>
                    <a:pt x="397" y="1586"/>
                  </a:lnTo>
                  <a:lnTo>
                    <a:pt x="397" y="1586"/>
                  </a:lnTo>
                  <a:lnTo>
                    <a:pt x="397" y="1586"/>
                  </a:lnTo>
                  <a:close/>
                  <a:moveTo>
                    <a:pt x="414" y="1563"/>
                  </a:moveTo>
                  <a:lnTo>
                    <a:pt x="415" y="1564"/>
                  </a:lnTo>
                  <a:lnTo>
                    <a:pt x="415" y="1563"/>
                  </a:lnTo>
                  <a:lnTo>
                    <a:pt x="416" y="1564"/>
                  </a:lnTo>
                  <a:lnTo>
                    <a:pt x="417" y="1565"/>
                  </a:lnTo>
                  <a:lnTo>
                    <a:pt x="417" y="1565"/>
                  </a:lnTo>
                  <a:lnTo>
                    <a:pt x="417" y="1565"/>
                  </a:lnTo>
                  <a:lnTo>
                    <a:pt x="418" y="1565"/>
                  </a:lnTo>
                  <a:lnTo>
                    <a:pt x="418" y="1565"/>
                  </a:lnTo>
                  <a:lnTo>
                    <a:pt x="419" y="1565"/>
                  </a:lnTo>
                  <a:lnTo>
                    <a:pt x="419" y="1565"/>
                  </a:lnTo>
                  <a:lnTo>
                    <a:pt x="419" y="1566"/>
                  </a:lnTo>
                  <a:lnTo>
                    <a:pt x="419" y="1566"/>
                  </a:lnTo>
                  <a:lnTo>
                    <a:pt x="419" y="1566"/>
                  </a:lnTo>
                  <a:lnTo>
                    <a:pt x="420" y="1567"/>
                  </a:lnTo>
                  <a:lnTo>
                    <a:pt x="422" y="1569"/>
                  </a:lnTo>
                  <a:lnTo>
                    <a:pt x="424" y="1571"/>
                  </a:lnTo>
                  <a:lnTo>
                    <a:pt x="425" y="1572"/>
                  </a:lnTo>
                  <a:lnTo>
                    <a:pt x="426" y="1573"/>
                  </a:lnTo>
                  <a:lnTo>
                    <a:pt x="426" y="1573"/>
                  </a:lnTo>
                  <a:lnTo>
                    <a:pt x="426" y="1573"/>
                  </a:lnTo>
                  <a:lnTo>
                    <a:pt x="427" y="1573"/>
                  </a:lnTo>
                  <a:lnTo>
                    <a:pt x="427" y="1574"/>
                  </a:lnTo>
                  <a:lnTo>
                    <a:pt x="428" y="1574"/>
                  </a:lnTo>
                  <a:lnTo>
                    <a:pt x="429" y="1574"/>
                  </a:lnTo>
                  <a:lnTo>
                    <a:pt x="430" y="1575"/>
                  </a:lnTo>
                  <a:lnTo>
                    <a:pt x="430" y="1576"/>
                  </a:lnTo>
                  <a:lnTo>
                    <a:pt x="431" y="1576"/>
                  </a:lnTo>
                  <a:lnTo>
                    <a:pt x="432" y="1576"/>
                  </a:lnTo>
                  <a:lnTo>
                    <a:pt x="432" y="1578"/>
                  </a:lnTo>
                  <a:lnTo>
                    <a:pt x="432" y="1579"/>
                  </a:lnTo>
                  <a:lnTo>
                    <a:pt x="432" y="1579"/>
                  </a:lnTo>
                  <a:lnTo>
                    <a:pt x="432" y="1580"/>
                  </a:lnTo>
                  <a:lnTo>
                    <a:pt x="432" y="1580"/>
                  </a:lnTo>
                  <a:lnTo>
                    <a:pt x="431" y="1581"/>
                  </a:lnTo>
                  <a:lnTo>
                    <a:pt x="430" y="1581"/>
                  </a:lnTo>
                  <a:lnTo>
                    <a:pt x="430" y="1582"/>
                  </a:lnTo>
                  <a:lnTo>
                    <a:pt x="430" y="1583"/>
                  </a:lnTo>
                  <a:lnTo>
                    <a:pt x="431" y="1583"/>
                  </a:lnTo>
                  <a:lnTo>
                    <a:pt x="432" y="1583"/>
                  </a:lnTo>
                  <a:lnTo>
                    <a:pt x="432" y="1583"/>
                  </a:lnTo>
                  <a:lnTo>
                    <a:pt x="433" y="1583"/>
                  </a:lnTo>
                  <a:lnTo>
                    <a:pt x="434" y="1583"/>
                  </a:lnTo>
                  <a:lnTo>
                    <a:pt x="435" y="1583"/>
                  </a:lnTo>
                  <a:lnTo>
                    <a:pt x="435" y="1587"/>
                  </a:lnTo>
                  <a:lnTo>
                    <a:pt x="435" y="1587"/>
                  </a:lnTo>
                  <a:lnTo>
                    <a:pt x="435" y="1588"/>
                  </a:lnTo>
                  <a:lnTo>
                    <a:pt x="436" y="1589"/>
                  </a:lnTo>
                  <a:lnTo>
                    <a:pt x="436" y="1589"/>
                  </a:lnTo>
                  <a:lnTo>
                    <a:pt x="436" y="1589"/>
                  </a:lnTo>
                  <a:lnTo>
                    <a:pt x="436" y="1589"/>
                  </a:lnTo>
                  <a:lnTo>
                    <a:pt x="438" y="1588"/>
                  </a:lnTo>
                  <a:lnTo>
                    <a:pt x="439" y="1587"/>
                  </a:lnTo>
                  <a:lnTo>
                    <a:pt x="441" y="1587"/>
                  </a:lnTo>
                  <a:lnTo>
                    <a:pt x="441" y="1587"/>
                  </a:lnTo>
                  <a:lnTo>
                    <a:pt x="441" y="1588"/>
                  </a:lnTo>
                  <a:lnTo>
                    <a:pt x="441" y="1591"/>
                  </a:lnTo>
                  <a:lnTo>
                    <a:pt x="441" y="1592"/>
                  </a:lnTo>
                  <a:lnTo>
                    <a:pt x="441" y="1593"/>
                  </a:lnTo>
                  <a:lnTo>
                    <a:pt x="441" y="1593"/>
                  </a:lnTo>
                  <a:lnTo>
                    <a:pt x="441" y="1594"/>
                  </a:lnTo>
                  <a:lnTo>
                    <a:pt x="441" y="1596"/>
                  </a:lnTo>
                  <a:lnTo>
                    <a:pt x="441" y="1596"/>
                  </a:lnTo>
                  <a:lnTo>
                    <a:pt x="441" y="1598"/>
                  </a:lnTo>
                  <a:lnTo>
                    <a:pt x="442" y="1599"/>
                  </a:lnTo>
                  <a:lnTo>
                    <a:pt x="442" y="1600"/>
                  </a:lnTo>
                  <a:lnTo>
                    <a:pt x="443" y="1600"/>
                  </a:lnTo>
                  <a:lnTo>
                    <a:pt x="443" y="1604"/>
                  </a:lnTo>
                  <a:lnTo>
                    <a:pt x="443" y="1604"/>
                  </a:lnTo>
                  <a:lnTo>
                    <a:pt x="443" y="1605"/>
                  </a:lnTo>
                  <a:lnTo>
                    <a:pt x="443" y="1605"/>
                  </a:lnTo>
                  <a:lnTo>
                    <a:pt x="444" y="1607"/>
                  </a:lnTo>
                  <a:lnTo>
                    <a:pt x="445" y="1608"/>
                  </a:lnTo>
                  <a:lnTo>
                    <a:pt x="445" y="1608"/>
                  </a:lnTo>
                  <a:lnTo>
                    <a:pt x="445" y="1609"/>
                  </a:lnTo>
                  <a:lnTo>
                    <a:pt x="445" y="1610"/>
                  </a:lnTo>
                  <a:lnTo>
                    <a:pt x="444" y="1612"/>
                  </a:lnTo>
                  <a:lnTo>
                    <a:pt x="441" y="1612"/>
                  </a:lnTo>
                  <a:lnTo>
                    <a:pt x="441" y="1612"/>
                  </a:lnTo>
                  <a:lnTo>
                    <a:pt x="440" y="1613"/>
                  </a:lnTo>
                  <a:lnTo>
                    <a:pt x="440" y="1614"/>
                  </a:lnTo>
                  <a:lnTo>
                    <a:pt x="443" y="1617"/>
                  </a:lnTo>
                  <a:lnTo>
                    <a:pt x="444" y="1618"/>
                  </a:lnTo>
                  <a:lnTo>
                    <a:pt x="444" y="1618"/>
                  </a:lnTo>
                  <a:lnTo>
                    <a:pt x="444" y="1620"/>
                  </a:lnTo>
                  <a:lnTo>
                    <a:pt x="445" y="1621"/>
                  </a:lnTo>
                  <a:lnTo>
                    <a:pt x="445" y="1622"/>
                  </a:lnTo>
                  <a:lnTo>
                    <a:pt x="444" y="1621"/>
                  </a:lnTo>
                  <a:lnTo>
                    <a:pt x="444" y="1622"/>
                  </a:lnTo>
                  <a:lnTo>
                    <a:pt x="442" y="1622"/>
                  </a:lnTo>
                  <a:lnTo>
                    <a:pt x="442" y="1623"/>
                  </a:lnTo>
                  <a:lnTo>
                    <a:pt x="441" y="1623"/>
                  </a:lnTo>
                  <a:lnTo>
                    <a:pt x="441" y="1623"/>
                  </a:lnTo>
                  <a:lnTo>
                    <a:pt x="441" y="1623"/>
                  </a:lnTo>
                  <a:lnTo>
                    <a:pt x="441" y="1624"/>
                  </a:lnTo>
                  <a:lnTo>
                    <a:pt x="440" y="1624"/>
                  </a:lnTo>
                  <a:lnTo>
                    <a:pt x="438" y="1622"/>
                  </a:lnTo>
                  <a:lnTo>
                    <a:pt x="439" y="1622"/>
                  </a:lnTo>
                  <a:lnTo>
                    <a:pt x="438" y="1622"/>
                  </a:lnTo>
                  <a:lnTo>
                    <a:pt x="436" y="1621"/>
                  </a:lnTo>
                  <a:lnTo>
                    <a:pt x="436" y="1620"/>
                  </a:lnTo>
                  <a:lnTo>
                    <a:pt x="436" y="1620"/>
                  </a:lnTo>
                  <a:lnTo>
                    <a:pt x="436" y="1619"/>
                  </a:lnTo>
                  <a:lnTo>
                    <a:pt x="436" y="1619"/>
                  </a:lnTo>
                  <a:lnTo>
                    <a:pt x="436" y="1618"/>
                  </a:lnTo>
                  <a:lnTo>
                    <a:pt x="436" y="1618"/>
                  </a:lnTo>
                  <a:lnTo>
                    <a:pt x="436" y="1618"/>
                  </a:lnTo>
                  <a:lnTo>
                    <a:pt x="436" y="1618"/>
                  </a:lnTo>
                  <a:lnTo>
                    <a:pt x="436" y="1618"/>
                  </a:lnTo>
                  <a:lnTo>
                    <a:pt x="435" y="1617"/>
                  </a:lnTo>
                  <a:lnTo>
                    <a:pt x="435" y="1615"/>
                  </a:lnTo>
                  <a:lnTo>
                    <a:pt x="435" y="1614"/>
                  </a:lnTo>
                  <a:lnTo>
                    <a:pt x="435" y="1614"/>
                  </a:lnTo>
                  <a:lnTo>
                    <a:pt x="435" y="1613"/>
                  </a:lnTo>
                  <a:lnTo>
                    <a:pt x="435" y="1612"/>
                  </a:lnTo>
                  <a:lnTo>
                    <a:pt x="433" y="1612"/>
                  </a:lnTo>
                  <a:lnTo>
                    <a:pt x="433" y="1612"/>
                  </a:lnTo>
                  <a:lnTo>
                    <a:pt x="433" y="1612"/>
                  </a:lnTo>
                  <a:lnTo>
                    <a:pt x="432" y="1610"/>
                  </a:lnTo>
                  <a:lnTo>
                    <a:pt x="431" y="1610"/>
                  </a:lnTo>
                  <a:lnTo>
                    <a:pt x="430" y="1609"/>
                  </a:lnTo>
                  <a:lnTo>
                    <a:pt x="429" y="1609"/>
                  </a:lnTo>
                  <a:lnTo>
                    <a:pt x="429" y="1608"/>
                  </a:lnTo>
                  <a:lnTo>
                    <a:pt x="429" y="1607"/>
                  </a:lnTo>
                  <a:lnTo>
                    <a:pt x="428" y="1607"/>
                  </a:lnTo>
                  <a:lnTo>
                    <a:pt x="428" y="1608"/>
                  </a:lnTo>
                  <a:lnTo>
                    <a:pt x="428" y="1608"/>
                  </a:lnTo>
                  <a:lnTo>
                    <a:pt x="427" y="1608"/>
                  </a:lnTo>
                  <a:lnTo>
                    <a:pt x="426" y="1609"/>
                  </a:lnTo>
                  <a:lnTo>
                    <a:pt x="425" y="1609"/>
                  </a:lnTo>
                  <a:lnTo>
                    <a:pt x="425" y="1609"/>
                  </a:lnTo>
                  <a:lnTo>
                    <a:pt x="425" y="1607"/>
                  </a:lnTo>
                  <a:lnTo>
                    <a:pt x="424" y="1606"/>
                  </a:lnTo>
                  <a:lnTo>
                    <a:pt x="423" y="1604"/>
                  </a:lnTo>
                  <a:lnTo>
                    <a:pt x="423" y="1603"/>
                  </a:lnTo>
                  <a:lnTo>
                    <a:pt x="424" y="1602"/>
                  </a:lnTo>
                  <a:lnTo>
                    <a:pt x="424" y="1601"/>
                  </a:lnTo>
                  <a:lnTo>
                    <a:pt x="424" y="1600"/>
                  </a:lnTo>
                  <a:lnTo>
                    <a:pt x="424" y="1600"/>
                  </a:lnTo>
                  <a:lnTo>
                    <a:pt x="424" y="1598"/>
                  </a:lnTo>
                  <a:lnTo>
                    <a:pt x="423" y="1598"/>
                  </a:lnTo>
                  <a:lnTo>
                    <a:pt x="423" y="1598"/>
                  </a:lnTo>
                  <a:lnTo>
                    <a:pt x="423" y="1599"/>
                  </a:lnTo>
                  <a:lnTo>
                    <a:pt x="423" y="1600"/>
                  </a:lnTo>
                  <a:lnTo>
                    <a:pt x="422" y="1600"/>
                  </a:lnTo>
                  <a:lnTo>
                    <a:pt x="422" y="1600"/>
                  </a:lnTo>
                  <a:lnTo>
                    <a:pt x="422" y="1598"/>
                  </a:lnTo>
                  <a:lnTo>
                    <a:pt x="422" y="1598"/>
                  </a:lnTo>
                  <a:lnTo>
                    <a:pt x="421" y="1597"/>
                  </a:lnTo>
                  <a:lnTo>
                    <a:pt x="422" y="1596"/>
                  </a:lnTo>
                  <a:lnTo>
                    <a:pt x="421" y="1595"/>
                  </a:lnTo>
                  <a:lnTo>
                    <a:pt x="422" y="1595"/>
                  </a:lnTo>
                  <a:lnTo>
                    <a:pt x="422" y="1593"/>
                  </a:lnTo>
                  <a:lnTo>
                    <a:pt x="422" y="1590"/>
                  </a:lnTo>
                  <a:lnTo>
                    <a:pt x="422" y="1589"/>
                  </a:lnTo>
                  <a:lnTo>
                    <a:pt x="423" y="1589"/>
                  </a:lnTo>
                  <a:lnTo>
                    <a:pt x="423" y="1588"/>
                  </a:lnTo>
                  <a:lnTo>
                    <a:pt x="423" y="1587"/>
                  </a:lnTo>
                  <a:lnTo>
                    <a:pt x="423" y="1587"/>
                  </a:lnTo>
                  <a:lnTo>
                    <a:pt x="423" y="1587"/>
                  </a:lnTo>
                  <a:lnTo>
                    <a:pt x="422" y="1586"/>
                  </a:lnTo>
                  <a:lnTo>
                    <a:pt x="421" y="1586"/>
                  </a:lnTo>
                  <a:lnTo>
                    <a:pt x="420" y="1586"/>
                  </a:lnTo>
                  <a:lnTo>
                    <a:pt x="419" y="1587"/>
                  </a:lnTo>
                  <a:lnTo>
                    <a:pt x="419" y="1587"/>
                  </a:lnTo>
                  <a:lnTo>
                    <a:pt x="419" y="1587"/>
                  </a:lnTo>
                  <a:lnTo>
                    <a:pt x="419" y="1587"/>
                  </a:lnTo>
                  <a:lnTo>
                    <a:pt x="418" y="1586"/>
                  </a:lnTo>
                  <a:lnTo>
                    <a:pt x="417" y="1585"/>
                  </a:lnTo>
                  <a:lnTo>
                    <a:pt x="416" y="1585"/>
                  </a:lnTo>
                  <a:lnTo>
                    <a:pt x="415" y="1582"/>
                  </a:lnTo>
                  <a:lnTo>
                    <a:pt x="414" y="1581"/>
                  </a:lnTo>
                  <a:lnTo>
                    <a:pt x="413" y="1581"/>
                  </a:lnTo>
                  <a:lnTo>
                    <a:pt x="410" y="1576"/>
                  </a:lnTo>
                  <a:lnTo>
                    <a:pt x="410" y="1576"/>
                  </a:lnTo>
                  <a:lnTo>
                    <a:pt x="410" y="1576"/>
                  </a:lnTo>
                  <a:lnTo>
                    <a:pt x="410" y="1575"/>
                  </a:lnTo>
                  <a:lnTo>
                    <a:pt x="410" y="1572"/>
                  </a:lnTo>
                  <a:lnTo>
                    <a:pt x="409" y="1571"/>
                  </a:lnTo>
                  <a:lnTo>
                    <a:pt x="408" y="1571"/>
                  </a:lnTo>
                  <a:lnTo>
                    <a:pt x="408" y="1570"/>
                  </a:lnTo>
                  <a:lnTo>
                    <a:pt x="409" y="1570"/>
                  </a:lnTo>
                  <a:lnTo>
                    <a:pt x="409" y="1570"/>
                  </a:lnTo>
                  <a:lnTo>
                    <a:pt x="410" y="1570"/>
                  </a:lnTo>
                  <a:lnTo>
                    <a:pt x="410" y="1568"/>
                  </a:lnTo>
                  <a:lnTo>
                    <a:pt x="410" y="1568"/>
                  </a:lnTo>
                  <a:lnTo>
                    <a:pt x="410" y="1567"/>
                  </a:lnTo>
                  <a:lnTo>
                    <a:pt x="411" y="1567"/>
                  </a:lnTo>
                  <a:lnTo>
                    <a:pt x="411" y="1567"/>
                  </a:lnTo>
                  <a:lnTo>
                    <a:pt x="412" y="1566"/>
                  </a:lnTo>
                  <a:lnTo>
                    <a:pt x="412" y="1566"/>
                  </a:lnTo>
                  <a:lnTo>
                    <a:pt x="412" y="1566"/>
                  </a:lnTo>
                  <a:lnTo>
                    <a:pt x="413" y="1566"/>
                  </a:lnTo>
                  <a:lnTo>
                    <a:pt x="414" y="1565"/>
                  </a:lnTo>
                  <a:lnTo>
                    <a:pt x="414" y="1564"/>
                  </a:lnTo>
                  <a:lnTo>
                    <a:pt x="414" y="1563"/>
                  </a:lnTo>
                  <a:close/>
                  <a:moveTo>
                    <a:pt x="258" y="1560"/>
                  </a:moveTo>
                  <a:lnTo>
                    <a:pt x="258" y="1561"/>
                  </a:lnTo>
                  <a:lnTo>
                    <a:pt x="258" y="1562"/>
                  </a:lnTo>
                  <a:lnTo>
                    <a:pt x="258" y="1566"/>
                  </a:lnTo>
                  <a:lnTo>
                    <a:pt x="258" y="1566"/>
                  </a:lnTo>
                  <a:lnTo>
                    <a:pt x="258" y="1566"/>
                  </a:lnTo>
                  <a:lnTo>
                    <a:pt x="258" y="1568"/>
                  </a:lnTo>
                  <a:lnTo>
                    <a:pt x="258" y="1568"/>
                  </a:lnTo>
                  <a:lnTo>
                    <a:pt x="258" y="1569"/>
                  </a:lnTo>
                  <a:lnTo>
                    <a:pt x="258" y="1570"/>
                  </a:lnTo>
                  <a:lnTo>
                    <a:pt x="257" y="1571"/>
                  </a:lnTo>
                  <a:lnTo>
                    <a:pt x="257" y="1572"/>
                  </a:lnTo>
                  <a:lnTo>
                    <a:pt x="257" y="1572"/>
                  </a:lnTo>
                  <a:lnTo>
                    <a:pt x="257" y="1573"/>
                  </a:lnTo>
                  <a:lnTo>
                    <a:pt x="256" y="1574"/>
                  </a:lnTo>
                  <a:lnTo>
                    <a:pt x="257" y="1574"/>
                  </a:lnTo>
                  <a:lnTo>
                    <a:pt x="257" y="1575"/>
                  </a:lnTo>
                  <a:lnTo>
                    <a:pt x="258" y="1576"/>
                  </a:lnTo>
                  <a:lnTo>
                    <a:pt x="258" y="1576"/>
                  </a:lnTo>
                  <a:lnTo>
                    <a:pt x="258" y="1576"/>
                  </a:lnTo>
                  <a:lnTo>
                    <a:pt x="258" y="1576"/>
                  </a:lnTo>
                  <a:lnTo>
                    <a:pt x="258" y="1576"/>
                  </a:lnTo>
                  <a:lnTo>
                    <a:pt x="258" y="1577"/>
                  </a:lnTo>
                  <a:lnTo>
                    <a:pt x="259" y="1579"/>
                  </a:lnTo>
                  <a:lnTo>
                    <a:pt x="259" y="1579"/>
                  </a:lnTo>
                  <a:lnTo>
                    <a:pt x="259" y="1580"/>
                  </a:lnTo>
                  <a:lnTo>
                    <a:pt x="260" y="1581"/>
                  </a:lnTo>
                  <a:lnTo>
                    <a:pt x="260" y="1581"/>
                  </a:lnTo>
                  <a:lnTo>
                    <a:pt x="260" y="1582"/>
                  </a:lnTo>
                  <a:lnTo>
                    <a:pt x="260" y="1584"/>
                  </a:lnTo>
                  <a:lnTo>
                    <a:pt x="260" y="1585"/>
                  </a:lnTo>
                  <a:lnTo>
                    <a:pt x="261" y="1585"/>
                  </a:lnTo>
                  <a:lnTo>
                    <a:pt x="261" y="1586"/>
                  </a:lnTo>
                  <a:lnTo>
                    <a:pt x="261" y="1586"/>
                  </a:lnTo>
                  <a:lnTo>
                    <a:pt x="261" y="1586"/>
                  </a:lnTo>
                  <a:lnTo>
                    <a:pt x="261" y="1587"/>
                  </a:lnTo>
                  <a:lnTo>
                    <a:pt x="262" y="1587"/>
                  </a:lnTo>
                  <a:lnTo>
                    <a:pt x="262" y="1589"/>
                  </a:lnTo>
                  <a:lnTo>
                    <a:pt x="261" y="1590"/>
                  </a:lnTo>
                  <a:lnTo>
                    <a:pt x="261" y="1592"/>
                  </a:lnTo>
                  <a:lnTo>
                    <a:pt x="261" y="1592"/>
                  </a:lnTo>
                  <a:lnTo>
                    <a:pt x="262" y="1594"/>
                  </a:lnTo>
                  <a:lnTo>
                    <a:pt x="261" y="1594"/>
                  </a:lnTo>
                  <a:lnTo>
                    <a:pt x="261" y="1595"/>
                  </a:lnTo>
                  <a:lnTo>
                    <a:pt x="261" y="1596"/>
                  </a:lnTo>
                  <a:lnTo>
                    <a:pt x="262" y="1597"/>
                  </a:lnTo>
                  <a:lnTo>
                    <a:pt x="262" y="1597"/>
                  </a:lnTo>
                  <a:lnTo>
                    <a:pt x="262" y="1598"/>
                  </a:lnTo>
                  <a:lnTo>
                    <a:pt x="263" y="1600"/>
                  </a:lnTo>
                  <a:lnTo>
                    <a:pt x="263" y="1600"/>
                  </a:lnTo>
                  <a:lnTo>
                    <a:pt x="263" y="1600"/>
                  </a:lnTo>
                  <a:lnTo>
                    <a:pt x="263" y="1600"/>
                  </a:lnTo>
                  <a:lnTo>
                    <a:pt x="263" y="1601"/>
                  </a:lnTo>
                  <a:lnTo>
                    <a:pt x="263" y="1601"/>
                  </a:lnTo>
                  <a:lnTo>
                    <a:pt x="263" y="1602"/>
                  </a:lnTo>
                  <a:lnTo>
                    <a:pt x="263" y="1602"/>
                  </a:lnTo>
                  <a:lnTo>
                    <a:pt x="263" y="1603"/>
                  </a:lnTo>
                  <a:lnTo>
                    <a:pt x="263" y="1605"/>
                  </a:lnTo>
                  <a:lnTo>
                    <a:pt x="264" y="1604"/>
                  </a:lnTo>
                  <a:lnTo>
                    <a:pt x="264" y="1605"/>
                  </a:lnTo>
                  <a:lnTo>
                    <a:pt x="264" y="1605"/>
                  </a:lnTo>
                  <a:lnTo>
                    <a:pt x="265" y="1606"/>
                  </a:lnTo>
                  <a:lnTo>
                    <a:pt x="266" y="1607"/>
                  </a:lnTo>
                  <a:lnTo>
                    <a:pt x="266" y="1607"/>
                  </a:lnTo>
                  <a:lnTo>
                    <a:pt x="267" y="1607"/>
                  </a:lnTo>
                  <a:lnTo>
                    <a:pt x="267" y="1607"/>
                  </a:lnTo>
                  <a:lnTo>
                    <a:pt x="267" y="1608"/>
                  </a:lnTo>
                  <a:lnTo>
                    <a:pt x="267" y="1608"/>
                  </a:lnTo>
                  <a:lnTo>
                    <a:pt x="267" y="1608"/>
                  </a:lnTo>
                  <a:lnTo>
                    <a:pt x="268" y="1608"/>
                  </a:lnTo>
                  <a:lnTo>
                    <a:pt x="268" y="1609"/>
                  </a:lnTo>
                  <a:lnTo>
                    <a:pt x="268" y="1609"/>
                  </a:lnTo>
                  <a:lnTo>
                    <a:pt x="269" y="1609"/>
                  </a:lnTo>
                  <a:lnTo>
                    <a:pt x="270" y="1610"/>
                  </a:lnTo>
                  <a:lnTo>
                    <a:pt x="270" y="1610"/>
                  </a:lnTo>
                  <a:lnTo>
                    <a:pt x="270" y="1611"/>
                  </a:lnTo>
                  <a:lnTo>
                    <a:pt x="270" y="1611"/>
                  </a:lnTo>
                  <a:lnTo>
                    <a:pt x="270" y="1611"/>
                  </a:lnTo>
                  <a:lnTo>
                    <a:pt x="271" y="1611"/>
                  </a:lnTo>
                  <a:lnTo>
                    <a:pt x="271" y="1612"/>
                  </a:lnTo>
                  <a:lnTo>
                    <a:pt x="271" y="1613"/>
                  </a:lnTo>
                  <a:lnTo>
                    <a:pt x="271" y="1613"/>
                  </a:lnTo>
                  <a:lnTo>
                    <a:pt x="271" y="1614"/>
                  </a:lnTo>
                  <a:lnTo>
                    <a:pt x="271" y="1614"/>
                  </a:lnTo>
                  <a:lnTo>
                    <a:pt x="271" y="1615"/>
                  </a:lnTo>
                  <a:lnTo>
                    <a:pt x="271" y="1615"/>
                  </a:lnTo>
                  <a:lnTo>
                    <a:pt x="271" y="1615"/>
                  </a:lnTo>
                  <a:lnTo>
                    <a:pt x="271" y="1616"/>
                  </a:lnTo>
                  <a:lnTo>
                    <a:pt x="270" y="1616"/>
                  </a:lnTo>
                  <a:lnTo>
                    <a:pt x="270" y="1617"/>
                  </a:lnTo>
                  <a:lnTo>
                    <a:pt x="270" y="1618"/>
                  </a:lnTo>
                  <a:lnTo>
                    <a:pt x="270" y="1618"/>
                  </a:lnTo>
                  <a:lnTo>
                    <a:pt x="271" y="1619"/>
                  </a:lnTo>
                  <a:lnTo>
                    <a:pt x="270" y="1619"/>
                  </a:lnTo>
                  <a:lnTo>
                    <a:pt x="271" y="1621"/>
                  </a:lnTo>
                  <a:lnTo>
                    <a:pt x="271" y="1621"/>
                  </a:lnTo>
                  <a:lnTo>
                    <a:pt x="271" y="1621"/>
                  </a:lnTo>
                  <a:lnTo>
                    <a:pt x="271" y="1622"/>
                  </a:lnTo>
                  <a:lnTo>
                    <a:pt x="272" y="1622"/>
                  </a:lnTo>
                  <a:lnTo>
                    <a:pt x="272" y="1622"/>
                  </a:lnTo>
                  <a:lnTo>
                    <a:pt x="273" y="1622"/>
                  </a:lnTo>
                  <a:lnTo>
                    <a:pt x="273" y="1622"/>
                  </a:lnTo>
                  <a:lnTo>
                    <a:pt x="273" y="1622"/>
                  </a:lnTo>
                  <a:lnTo>
                    <a:pt x="273" y="1622"/>
                  </a:lnTo>
                  <a:lnTo>
                    <a:pt x="273" y="1622"/>
                  </a:lnTo>
                  <a:lnTo>
                    <a:pt x="274" y="1623"/>
                  </a:lnTo>
                  <a:lnTo>
                    <a:pt x="274" y="1624"/>
                  </a:lnTo>
                  <a:lnTo>
                    <a:pt x="273" y="1624"/>
                  </a:lnTo>
                  <a:lnTo>
                    <a:pt x="273" y="1625"/>
                  </a:lnTo>
                  <a:lnTo>
                    <a:pt x="272" y="1626"/>
                  </a:lnTo>
                  <a:lnTo>
                    <a:pt x="273" y="1626"/>
                  </a:lnTo>
                  <a:lnTo>
                    <a:pt x="273" y="1626"/>
                  </a:lnTo>
                  <a:lnTo>
                    <a:pt x="272" y="1627"/>
                  </a:lnTo>
                  <a:lnTo>
                    <a:pt x="271" y="1628"/>
                  </a:lnTo>
                  <a:lnTo>
                    <a:pt x="271" y="1629"/>
                  </a:lnTo>
                  <a:lnTo>
                    <a:pt x="271" y="1630"/>
                  </a:lnTo>
                  <a:lnTo>
                    <a:pt x="272" y="1630"/>
                  </a:lnTo>
                  <a:lnTo>
                    <a:pt x="272" y="1630"/>
                  </a:lnTo>
                  <a:lnTo>
                    <a:pt x="273" y="1630"/>
                  </a:lnTo>
                  <a:lnTo>
                    <a:pt x="273" y="1631"/>
                  </a:lnTo>
                  <a:lnTo>
                    <a:pt x="273" y="1631"/>
                  </a:lnTo>
                  <a:lnTo>
                    <a:pt x="272" y="1631"/>
                  </a:lnTo>
                  <a:lnTo>
                    <a:pt x="272" y="1631"/>
                  </a:lnTo>
                  <a:lnTo>
                    <a:pt x="272" y="1632"/>
                  </a:lnTo>
                  <a:lnTo>
                    <a:pt x="272" y="1632"/>
                  </a:lnTo>
                  <a:lnTo>
                    <a:pt x="273" y="1632"/>
                  </a:lnTo>
                  <a:lnTo>
                    <a:pt x="273" y="1632"/>
                  </a:lnTo>
                  <a:lnTo>
                    <a:pt x="274" y="1632"/>
                  </a:lnTo>
                  <a:lnTo>
                    <a:pt x="275" y="1632"/>
                  </a:lnTo>
                  <a:lnTo>
                    <a:pt x="275" y="1632"/>
                  </a:lnTo>
                  <a:lnTo>
                    <a:pt x="275" y="1633"/>
                  </a:lnTo>
                  <a:lnTo>
                    <a:pt x="274" y="1633"/>
                  </a:lnTo>
                  <a:lnTo>
                    <a:pt x="275" y="1634"/>
                  </a:lnTo>
                  <a:lnTo>
                    <a:pt x="275" y="1634"/>
                  </a:lnTo>
                  <a:lnTo>
                    <a:pt x="274" y="1635"/>
                  </a:lnTo>
                  <a:lnTo>
                    <a:pt x="274" y="1635"/>
                  </a:lnTo>
                  <a:lnTo>
                    <a:pt x="274" y="1635"/>
                  </a:lnTo>
                  <a:lnTo>
                    <a:pt x="274" y="1635"/>
                  </a:lnTo>
                  <a:lnTo>
                    <a:pt x="274" y="1635"/>
                  </a:lnTo>
                  <a:lnTo>
                    <a:pt x="274" y="1635"/>
                  </a:lnTo>
                  <a:lnTo>
                    <a:pt x="274" y="1635"/>
                  </a:lnTo>
                  <a:lnTo>
                    <a:pt x="275" y="1635"/>
                  </a:lnTo>
                  <a:lnTo>
                    <a:pt x="276" y="1635"/>
                  </a:lnTo>
                  <a:lnTo>
                    <a:pt x="275" y="1635"/>
                  </a:lnTo>
                  <a:lnTo>
                    <a:pt x="274" y="1636"/>
                  </a:lnTo>
                  <a:lnTo>
                    <a:pt x="274" y="1637"/>
                  </a:lnTo>
                  <a:lnTo>
                    <a:pt x="273" y="1638"/>
                  </a:lnTo>
                  <a:lnTo>
                    <a:pt x="273" y="1638"/>
                  </a:lnTo>
                  <a:lnTo>
                    <a:pt x="272" y="1639"/>
                  </a:lnTo>
                  <a:lnTo>
                    <a:pt x="271" y="1639"/>
                  </a:lnTo>
                  <a:lnTo>
                    <a:pt x="272" y="1639"/>
                  </a:lnTo>
                  <a:lnTo>
                    <a:pt x="272" y="1638"/>
                  </a:lnTo>
                  <a:lnTo>
                    <a:pt x="271" y="1638"/>
                  </a:lnTo>
                  <a:lnTo>
                    <a:pt x="271" y="1638"/>
                  </a:lnTo>
                  <a:lnTo>
                    <a:pt x="271" y="1639"/>
                  </a:lnTo>
                  <a:lnTo>
                    <a:pt x="271" y="1639"/>
                  </a:lnTo>
                  <a:lnTo>
                    <a:pt x="271" y="1639"/>
                  </a:lnTo>
                  <a:lnTo>
                    <a:pt x="271" y="1640"/>
                  </a:lnTo>
                  <a:lnTo>
                    <a:pt x="271" y="1640"/>
                  </a:lnTo>
                  <a:lnTo>
                    <a:pt x="270" y="1639"/>
                  </a:lnTo>
                  <a:lnTo>
                    <a:pt x="270" y="1639"/>
                  </a:lnTo>
                  <a:lnTo>
                    <a:pt x="269" y="1640"/>
                  </a:lnTo>
                  <a:lnTo>
                    <a:pt x="269" y="1641"/>
                  </a:lnTo>
                  <a:lnTo>
                    <a:pt x="270" y="1641"/>
                  </a:lnTo>
                  <a:lnTo>
                    <a:pt x="270" y="1641"/>
                  </a:lnTo>
                  <a:lnTo>
                    <a:pt x="271" y="1641"/>
                  </a:lnTo>
                  <a:lnTo>
                    <a:pt x="271" y="1641"/>
                  </a:lnTo>
                  <a:lnTo>
                    <a:pt x="271" y="1641"/>
                  </a:lnTo>
                  <a:lnTo>
                    <a:pt x="270" y="1642"/>
                  </a:lnTo>
                  <a:lnTo>
                    <a:pt x="270" y="1642"/>
                  </a:lnTo>
                  <a:lnTo>
                    <a:pt x="270" y="1643"/>
                  </a:lnTo>
                  <a:lnTo>
                    <a:pt x="269" y="1643"/>
                  </a:lnTo>
                  <a:lnTo>
                    <a:pt x="269" y="1644"/>
                  </a:lnTo>
                  <a:lnTo>
                    <a:pt x="268" y="1643"/>
                  </a:lnTo>
                  <a:lnTo>
                    <a:pt x="269" y="1643"/>
                  </a:lnTo>
                  <a:lnTo>
                    <a:pt x="268" y="1643"/>
                  </a:lnTo>
                  <a:lnTo>
                    <a:pt x="268" y="1643"/>
                  </a:lnTo>
                  <a:lnTo>
                    <a:pt x="268" y="1643"/>
                  </a:lnTo>
                  <a:lnTo>
                    <a:pt x="267" y="1643"/>
                  </a:lnTo>
                  <a:lnTo>
                    <a:pt x="267" y="1644"/>
                  </a:lnTo>
                  <a:lnTo>
                    <a:pt x="267" y="1644"/>
                  </a:lnTo>
                  <a:lnTo>
                    <a:pt x="267" y="1643"/>
                  </a:lnTo>
                  <a:lnTo>
                    <a:pt x="267" y="1642"/>
                  </a:lnTo>
                  <a:lnTo>
                    <a:pt x="267" y="1642"/>
                  </a:lnTo>
                  <a:lnTo>
                    <a:pt x="267" y="1642"/>
                  </a:lnTo>
                  <a:lnTo>
                    <a:pt x="267" y="1641"/>
                  </a:lnTo>
                  <a:lnTo>
                    <a:pt x="266" y="1642"/>
                  </a:lnTo>
                  <a:lnTo>
                    <a:pt x="266" y="1642"/>
                  </a:lnTo>
                  <a:lnTo>
                    <a:pt x="267" y="1642"/>
                  </a:lnTo>
                  <a:lnTo>
                    <a:pt x="267" y="1642"/>
                  </a:lnTo>
                  <a:lnTo>
                    <a:pt x="267" y="1643"/>
                  </a:lnTo>
                  <a:lnTo>
                    <a:pt x="266" y="1643"/>
                  </a:lnTo>
                  <a:lnTo>
                    <a:pt x="266" y="1642"/>
                  </a:lnTo>
                  <a:lnTo>
                    <a:pt x="266" y="1643"/>
                  </a:lnTo>
                  <a:lnTo>
                    <a:pt x="266" y="1644"/>
                  </a:lnTo>
                  <a:lnTo>
                    <a:pt x="267" y="1644"/>
                  </a:lnTo>
                  <a:lnTo>
                    <a:pt x="267" y="1644"/>
                  </a:lnTo>
                  <a:lnTo>
                    <a:pt x="266" y="1645"/>
                  </a:lnTo>
                  <a:lnTo>
                    <a:pt x="267" y="1645"/>
                  </a:lnTo>
                  <a:lnTo>
                    <a:pt x="267" y="1645"/>
                  </a:lnTo>
                  <a:lnTo>
                    <a:pt x="266" y="1646"/>
                  </a:lnTo>
                  <a:lnTo>
                    <a:pt x="267" y="1647"/>
                  </a:lnTo>
                  <a:lnTo>
                    <a:pt x="266" y="1648"/>
                  </a:lnTo>
                  <a:lnTo>
                    <a:pt x="265" y="1648"/>
                  </a:lnTo>
                  <a:lnTo>
                    <a:pt x="265" y="1648"/>
                  </a:lnTo>
                  <a:lnTo>
                    <a:pt x="265" y="1648"/>
                  </a:lnTo>
                  <a:lnTo>
                    <a:pt x="264" y="1648"/>
                  </a:lnTo>
                  <a:lnTo>
                    <a:pt x="263" y="1648"/>
                  </a:lnTo>
                  <a:lnTo>
                    <a:pt x="263" y="1649"/>
                  </a:lnTo>
                  <a:lnTo>
                    <a:pt x="263" y="1648"/>
                  </a:lnTo>
                  <a:lnTo>
                    <a:pt x="263" y="1648"/>
                  </a:lnTo>
                  <a:lnTo>
                    <a:pt x="263" y="1648"/>
                  </a:lnTo>
                  <a:lnTo>
                    <a:pt x="263" y="1648"/>
                  </a:lnTo>
                  <a:lnTo>
                    <a:pt x="263" y="1647"/>
                  </a:lnTo>
                  <a:lnTo>
                    <a:pt x="264" y="1648"/>
                  </a:lnTo>
                  <a:lnTo>
                    <a:pt x="264" y="1648"/>
                  </a:lnTo>
                  <a:lnTo>
                    <a:pt x="264" y="1646"/>
                  </a:lnTo>
                  <a:lnTo>
                    <a:pt x="264" y="1646"/>
                  </a:lnTo>
                  <a:lnTo>
                    <a:pt x="264" y="1646"/>
                  </a:lnTo>
                  <a:lnTo>
                    <a:pt x="264" y="1646"/>
                  </a:lnTo>
                  <a:lnTo>
                    <a:pt x="263" y="1646"/>
                  </a:lnTo>
                  <a:lnTo>
                    <a:pt x="263" y="1647"/>
                  </a:lnTo>
                  <a:lnTo>
                    <a:pt x="263" y="1647"/>
                  </a:lnTo>
                  <a:lnTo>
                    <a:pt x="262" y="1648"/>
                  </a:lnTo>
                  <a:lnTo>
                    <a:pt x="262" y="1648"/>
                  </a:lnTo>
                  <a:lnTo>
                    <a:pt x="261" y="1648"/>
                  </a:lnTo>
                  <a:lnTo>
                    <a:pt x="260" y="1648"/>
                  </a:lnTo>
                  <a:lnTo>
                    <a:pt x="260" y="1649"/>
                  </a:lnTo>
                  <a:lnTo>
                    <a:pt x="259" y="1649"/>
                  </a:lnTo>
                  <a:lnTo>
                    <a:pt x="259" y="1650"/>
                  </a:lnTo>
                  <a:lnTo>
                    <a:pt x="258" y="1650"/>
                  </a:lnTo>
                  <a:lnTo>
                    <a:pt x="258" y="1650"/>
                  </a:lnTo>
                  <a:lnTo>
                    <a:pt x="258" y="1650"/>
                  </a:lnTo>
                  <a:lnTo>
                    <a:pt x="258" y="1650"/>
                  </a:lnTo>
                  <a:lnTo>
                    <a:pt x="257" y="1650"/>
                  </a:lnTo>
                  <a:lnTo>
                    <a:pt x="257" y="1650"/>
                  </a:lnTo>
                  <a:lnTo>
                    <a:pt x="257" y="1650"/>
                  </a:lnTo>
                  <a:lnTo>
                    <a:pt x="257" y="1651"/>
                  </a:lnTo>
                  <a:lnTo>
                    <a:pt x="257" y="1651"/>
                  </a:lnTo>
                  <a:lnTo>
                    <a:pt x="256" y="1651"/>
                  </a:lnTo>
                  <a:lnTo>
                    <a:pt x="255" y="1652"/>
                  </a:lnTo>
                  <a:lnTo>
                    <a:pt x="255" y="1652"/>
                  </a:lnTo>
                  <a:lnTo>
                    <a:pt x="254" y="1652"/>
                  </a:lnTo>
                  <a:lnTo>
                    <a:pt x="253" y="1652"/>
                  </a:lnTo>
                  <a:lnTo>
                    <a:pt x="254" y="1652"/>
                  </a:lnTo>
                  <a:lnTo>
                    <a:pt x="252" y="1652"/>
                  </a:lnTo>
                  <a:lnTo>
                    <a:pt x="252" y="1652"/>
                  </a:lnTo>
                  <a:lnTo>
                    <a:pt x="251" y="1651"/>
                  </a:lnTo>
                  <a:lnTo>
                    <a:pt x="250" y="1652"/>
                  </a:lnTo>
                  <a:lnTo>
                    <a:pt x="250" y="1652"/>
                  </a:lnTo>
                  <a:lnTo>
                    <a:pt x="250" y="1652"/>
                  </a:lnTo>
                  <a:lnTo>
                    <a:pt x="250" y="1652"/>
                  </a:lnTo>
                  <a:lnTo>
                    <a:pt x="249" y="1653"/>
                  </a:lnTo>
                  <a:lnTo>
                    <a:pt x="248" y="1653"/>
                  </a:lnTo>
                  <a:lnTo>
                    <a:pt x="248" y="1653"/>
                  </a:lnTo>
                  <a:lnTo>
                    <a:pt x="247" y="1653"/>
                  </a:lnTo>
                  <a:lnTo>
                    <a:pt x="247" y="1652"/>
                  </a:lnTo>
                  <a:lnTo>
                    <a:pt x="248" y="1652"/>
                  </a:lnTo>
                  <a:lnTo>
                    <a:pt x="248" y="1652"/>
                  </a:lnTo>
                  <a:lnTo>
                    <a:pt x="248" y="1652"/>
                  </a:lnTo>
                  <a:lnTo>
                    <a:pt x="247" y="1652"/>
                  </a:lnTo>
                  <a:lnTo>
                    <a:pt x="247" y="1652"/>
                  </a:lnTo>
                  <a:lnTo>
                    <a:pt x="246" y="1652"/>
                  </a:lnTo>
                  <a:lnTo>
                    <a:pt x="246" y="1650"/>
                  </a:lnTo>
                  <a:lnTo>
                    <a:pt x="245" y="1650"/>
                  </a:lnTo>
                  <a:lnTo>
                    <a:pt x="245" y="1651"/>
                  </a:lnTo>
                  <a:lnTo>
                    <a:pt x="244" y="1651"/>
                  </a:lnTo>
                  <a:lnTo>
                    <a:pt x="244" y="1651"/>
                  </a:lnTo>
                  <a:lnTo>
                    <a:pt x="242" y="1651"/>
                  </a:lnTo>
                  <a:lnTo>
                    <a:pt x="242" y="1652"/>
                  </a:lnTo>
                  <a:lnTo>
                    <a:pt x="241" y="1652"/>
                  </a:lnTo>
                  <a:lnTo>
                    <a:pt x="242" y="1652"/>
                  </a:lnTo>
                  <a:lnTo>
                    <a:pt x="242" y="1653"/>
                  </a:lnTo>
                  <a:lnTo>
                    <a:pt x="242" y="1653"/>
                  </a:lnTo>
                  <a:lnTo>
                    <a:pt x="243" y="1653"/>
                  </a:lnTo>
                  <a:lnTo>
                    <a:pt x="243" y="1654"/>
                  </a:lnTo>
                  <a:lnTo>
                    <a:pt x="243" y="1654"/>
                  </a:lnTo>
                  <a:lnTo>
                    <a:pt x="243" y="1654"/>
                  </a:lnTo>
                  <a:lnTo>
                    <a:pt x="243" y="1655"/>
                  </a:lnTo>
                  <a:lnTo>
                    <a:pt x="242" y="1655"/>
                  </a:lnTo>
                  <a:lnTo>
                    <a:pt x="242" y="1656"/>
                  </a:lnTo>
                  <a:lnTo>
                    <a:pt x="241" y="1656"/>
                  </a:lnTo>
                  <a:lnTo>
                    <a:pt x="241" y="1657"/>
                  </a:lnTo>
                  <a:lnTo>
                    <a:pt x="241" y="1657"/>
                  </a:lnTo>
                  <a:lnTo>
                    <a:pt x="241" y="1657"/>
                  </a:lnTo>
                  <a:lnTo>
                    <a:pt x="241" y="1657"/>
                  </a:lnTo>
                  <a:lnTo>
                    <a:pt x="241" y="1658"/>
                  </a:lnTo>
                  <a:lnTo>
                    <a:pt x="240" y="1658"/>
                  </a:lnTo>
                  <a:lnTo>
                    <a:pt x="240" y="1659"/>
                  </a:lnTo>
                  <a:lnTo>
                    <a:pt x="239" y="1660"/>
                  </a:lnTo>
                  <a:lnTo>
                    <a:pt x="239" y="1661"/>
                  </a:lnTo>
                  <a:lnTo>
                    <a:pt x="239" y="1661"/>
                  </a:lnTo>
                  <a:lnTo>
                    <a:pt x="239" y="1661"/>
                  </a:lnTo>
                  <a:lnTo>
                    <a:pt x="239" y="1662"/>
                  </a:lnTo>
                  <a:lnTo>
                    <a:pt x="237" y="1663"/>
                  </a:lnTo>
                  <a:lnTo>
                    <a:pt x="237" y="1663"/>
                  </a:lnTo>
                  <a:lnTo>
                    <a:pt x="236" y="1663"/>
                  </a:lnTo>
                  <a:lnTo>
                    <a:pt x="235" y="1664"/>
                  </a:lnTo>
                  <a:lnTo>
                    <a:pt x="235" y="1664"/>
                  </a:lnTo>
                  <a:lnTo>
                    <a:pt x="235" y="1665"/>
                  </a:lnTo>
                  <a:lnTo>
                    <a:pt x="234" y="1665"/>
                  </a:lnTo>
                  <a:lnTo>
                    <a:pt x="234" y="1666"/>
                  </a:lnTo>
                  <a:lnTo>
                    <a:pt x="232" y="1666"/>
                  </a:lnTo>
                  <a:lnTo>
                    <a:pt x="232" y="1666"/>
                  </a:lnTo>
                  <a:lnTo>
                    <a:pt x="231" y="1666"/>
                  </a:lnTo>
                  <a:lnTo>
                    <a:pt x="231" y="1665"/>
                  </a:lnTo>
                  <a:lnTo>
                    <a:pt x="229" y="1666"/>
                  </a:lnTo>
                  <a:lnTo>
                    <a:pt x="228" y="1665"/>
                  </a:lnTo>
                  <a:lnTo>
                    <a:pt x="228" y="1665"/>
                  </a:lnTo>
                  <a:lnTo>
                    <a:pt x="227" y="1665"/>
                  </a:lnTo>
                  <a:lnTo>
                    <a:pt x="227" y="1665"/>
                  </a:lnTo>
                  <a:lnTo>
                    <a:pt x="226" y="1665"/>
                  </a:lnTo>
                  <a:lnTo>
                    <a:pt x="226" y="1664"/>
                  </a:lnTo>
                  <a:lnTo>
                    <a:pt x="225" y="1664"/>
                  </a:lnTo>
                  <a:lnTo>
                    <a:pt x="225" y="1664"/>
                  </a:lnTo>
                  <a:lnTo>
                    <a:pt x="224" y="1664"/>
                  </a:lnTo>
                  <a:lnTo>
                    <a:pt x="224" y="1663"/>
                  </a:lnTo>
                  <a:lnTo>
                    <a:pt x="223" y="1664"/>
                  </a:lnTo>
                  <a:lnTo>
                    <a:pt x="222" y="1663"/>
                  </a:lnTo>
                  <a:lnTo>
                    <a:pt x="222" y="1662"/>
                  </a:lnTo>
                  <a:lnTo>
                    <a:pt x="223" y="1662"/>
                  </a:lnTo>
                  <a:lnTo>
                    <a:pt x="223" y="1661"/>
                  </a:lnTo>
                  <a:lnTo>
                    <a:pt x="223" y="1661"/>
                  </a:lnTo>
                  <a:lnTo>
                    <a:pt x="223" y="1660"/>
                  </a:lnTo>
                  <a:lnTo>
                    <a:pt x="223" y="1660"/>
                  </a:lnTo>
                  <a:lnTo>
                    <a:pt x="223" y="1659"/>
                  </a:lnTo>
                  <a:lnTo>
                    <a:pt x="223" y="1658"/>
                  </a:lnTo>
                  <a:lnTo>
                    <a:pt x="223" y="1658"/>
                  </a:lnTo>
                  <a:lnTo>
                    <a:pt x="224" y="1657"/>
                  </a:lnTo>
                  <a:lnTo>
                    <a:pt x="224" y="1657"/>
                  </a:lnTo>
                  <a:lnTo>
                    <a:pt x="223" y="1657"/>
                  </a:lnTo>
                  <a:lnTo>
                    <a:pt x="223" y="1657"/>
                  </a:lnTo>
                  <a:lnTo>
                    <a:pt x="224" y="1657"/>
                  </a:lnTo>
                  <a:lnTo>
                    <a:pt x="223" y="1656"/>
                  </a:lnTo>
                  <a:lnTo>
                    <a:pt x="224" y="1655"/>
                  </a:lnTo>
                  <a:lnTo>
                    <a:pt x="223" y="1655"/>
                  </a:lnTo>
                  <a:lnTo>
                    <a:pt x="223" y="1654"/>
                  </a:lnTo>
                  <a:lnTo>
                    <a:pt x="223" y="1654"/>
                  </a:lnTo>
                  <a:lnTo>
                    <a:pt x="224" y="1654"/>
                  </a:lnTo>
                  <a:lnTo>
                    <a:pt x="224" y="1652"/>
                  </a:lnTo>
                  <a:lnTo>
                    <a:pt x="224" y="1652"/>
                  </a:lnTo>
                  <a:lnTo>
                    <a:pt x="224" y="1652"/>
                  </a:lnTo>
                  <a:lnTo>
                    <a:pt x="224" y="1652"/>
                  </a:lnTo>
                  <a:lnTo>
                    <a:pt x="224" y="1651"/>
                  </a:lnTo>
                  <a:lnTo>
                    <a:pt x="224" y="1651"/>
                  </a:lnTo>
                  <a:lnTo>
                    <a:pt x="224" y="1651"/>
                  </a:lnTo>
                  <a:lnTo>
                    <a:pt x="225" y="1650"/>
                  </a:lnTo>
                  <a:lnTo>
                    <a:pt x="225" y="1650"/>
                  </a:lnTo>
                  <a:lnTo>
                    <a:pt x="226" y="1650"/>
                  </a:lnTo>
                  <a:lnTo>
                    <a:pt x="226" y="1648"/>
                  </a:lnTo>
                  <a:lnTo>
                    <a:pt x="227" y="1648"/>
                  </a:lnTo>
                  <a:lnTo>
                    <a:pt x="227" y="1647"/>
                  </a:lnTo>
                  <a:lnTo>
                    <a:pt x="227" y="1647"/>
                  </a:lnTo>
                  <a:lnTo>
                    <a:pt x="228" y="1647"/>
                  </a:lnTo>
                  <a:lnTo>
                    <a:pt x="228" y="1646"/>
                  </a:lnTo>
                  <a:lnTo>
                    <a:pt x="228" y="1646"/>
                  </a:lnTo>
                  <a:lnTo>
                    <a:pt x="228" y="1645"/>
                  </a:lnTo>
                  <a:lnTo>
                    <a:pt x="228" y="1645"/>
                  </a:lnTo>
                  <a:lnTo>
                    <a:pt x="228" y="1645"/>
                  </a:lnTo>
                  <a:lnTo>
                    <a:pt x="228" y="1645"/>
                  </a:lnTo>
                  <a:lnTo>
                    <a:pt x="231" y="1645"/>
                  </a:lnTo>
                  <a:lnTo>
                    <a:pt x="231" y="1644"/>
                  </a:lnTo>
                  <a:lnTo>
                    <a:pt x="232" y="1645"/>
                  </a:lnTo>
                  <a:lnTo>
                    <a:pt x="232" y="1645"/>
                  </a:lnTo>
                  <a:lnTo>
                    <a:pt x="233" y="1645"/>
                  </a:lnTo>
                  <a:lnTo>
                    <a:pt x="234" y="1644"/>
                  </a:lnTo>
                  <a:lnTo>
                    <a:pt x="235" y="1644"/>
                  </a:lnTo>
                  <a:lnTo>
                    <a:pt x="235" y="1643"/>
                  </a:lnTo>
                  <a:lnTo>
                    <a:pt x="235" y="1640"/>
                  </a:lnTo>
                  <a:lnTo>
                    <a:pt x="235" y="1639"/>
                  </a:lnTo>
                  <a:lnTo>
                    <a:pt x="234" y="1639"/>
                  </a:lnTo>
                  <a:lnTo>
                    <a:pt x="234" y="1639"/>
                  </a:lnTo>
                  <a:lnTo>
                    <a:pt x="234" y="1639"/>
                  </a:lnTo>
                  <a:lnTo>
                    <a:pt x="234" y="1638"/>
                  </a:lnTo>
                  <a:lnTo>
                    <a:pt x="234" y="1638"/>
                  </a:lnTo>
                  <a:lnTo>
                    <a:pt x="234" y="1637"/>
                  </a:lnTo>
                  <a:lnTo>
                    <a:pt x="234" y="1637"/>
                  </a:lnTo>
                  <a:lnTo>
                    <a:pt x="234" y="1637"/>
                  </a:lnTo>
                  <a:lnTo>
                    <a:pt x="233" y="1637"/>
                  </a:lnTo>
                  <a:lnTo>
                    <a:pt x="233" y="1636"/>
                  </a:lnTo>
                  <a:lnTo>
                    <a:pt x="234" y="1635"/>
                  </a:lnTo>
                  <a:lnTo>
                    <a:pt x="234" y="1635"/>
                  </a:lnTo>
                  <a:lnTo>
                    <a:pt x="233" y="1635"/>
                  </a:lnTo>
                  <a:lnTo>
                    <a:pt x="233" y="1635"/>
                  </a:lnTo>
                  <a:lnTo>
                    <a:pt x="233" y="1635"/>
                  </a:lnTo>
                  <a:lnTo>
                    <a:pt x="232" y="1632"/>
                  </a:lnTo>
                  <a:lnTo>
                    <a:pt x="231" y="1630"/>
                  </a:lnTo>
                  <a:lnTo>
                    <a:pt x="228" y="1626"/>
                  </a:lnTo>
                  <a:lnTo>
                    <a:pt x="226" y="1626"/>
                  </a:lnTo>
                  <a:lnTo>
                    <a:pt x="225" y="1626"/>
                  </a:lnTo>
                  <a:lnTo>
                    <a:pt x="225" y="1626"/>
                  </a:lnTo>
                  <a:lnTo>
                    <a:pt x="224" y="1626"/>
                  </a:lnTo>
                  <a:lnTo>
                    <a:pt x="224" y="1626"/>
                  </a:lnTo>
                  <a:lnTo>
                    <a:pt x="224" y="1626"/>
                  </a:lnTo>
                  <a:lnTo>
                    <a:pt x="224" y="1626"/>
                  </a:lnTo>
                  <a:lnTo>
                    <a:pt x="223" y="1626"/>
                  </a:lnTo>
                  <a:lnTo>
                    <a:pt x="223" y="1626"/>
                  </a:lnTo>
                  <a:lnTo>
                    <a:pt x="222" y="1626"/>
                  </a:lnTo>
                  <a:lnTo>
                    <a:pt x="221" y="1626"/>
                  </a:lnTo>
                  <a:lnTo>
                    <a:pt x="221" y="1625"/>
                  </a:lnTo>
                  <a:lnTo>
                    <a:pt x="222" y="1625"/>
                  </a:lnTo>
                  <a:lnTo>
                    <a:pt x="222" y="1624"/>
                  </a:lnTo>
                  <a:lnTo>
                    <a:pt x="222" y="1623"/>
                  </a:lnTo>
                  <a:lnTo>
                    <a:pt x="222" y="1623"/>
                  </a:lnTo>
                  <a:lnTo>
                    <a:pt x="222" y="1622"/>
                  </a:lnTo>
                  <a:lnTo>
                    <a:pt x="222" y="1622"/>
                  </a:lnTo>
                  <a:lnTo>
                    <a:pt x="221" y="1622"/>
                  </a:lnTo>
                  <a:lnTo>
                    <a:pt x="223" y="1621"/>
                  </a:lnTo>
                  <a:lnTo>
                    <a:pt x="223" y="1620"/>
                  </a:lnTo>
                  <a:lnTo>
                    <a:pt x="223" y="1618"/>
                  </a:lnTo>
                  <a:lnTo>
                    <a:pt x="223" y="1618"/>
                  </a:lnTo>
                  <a:lnTo>
                    <a:pt x="224" y="1618"/>
                  </a:lnTo>
                  <a:lnTo>
                    <a:pt x="224" y="1618"/>
                  </a:lnTo>
                  <a:lnTo>
                    <a:pt x="224" y="1618"/>
                  </a:lnTo>
                  <a:lnTo>
                    <a:pt x="224" y="1617"/>
                  </a:lnTo>
                  <a:lnTo>
                    <a:pt x="224" y="1618"/>
                  </a:lnTo>
                  <a:lnTo>
                    <a:pt x="225" y="1617"/>
                  </a:lnTo>
                  <a:lnTo>
                    <a:pt x="225" y="1617"/>
                  </a:lnTo>
                  <a:lnTo>
                    <a:pt x="226" y="1617"/>
                  </a:lnTo>
                  <a:lnTo>
                    <a:pt x="226" y="1616"/>
                  </a:lnTo>
                  <a:lnTo>
                    <a:pt x="227" y="1616"/>
                  </a:lnTo>
                  <a:lnTo>
                    <a:pt x="228" y="1615"/>
                  </a:lnTo>
                  <a:lnTo>
                    <a:pt x="229" y="1614"/>
                  </a:lnTo>
                  <a:lnTo>
                    <a:pt x="229" y="1613"/>
                  </a:lnTo>
                  <a:lnTo>
                    <a:pt x="229" y="1613"/>
                  </a:lnTo>
                  <a:lnTo>
                    <a:pt x="230" y="1613"/>
                  </a:lnTo>
                  <a:lnTo>
                    <a:pt x="230" y="1613"/>
                  </a:lnTo>
                  <a:lnTo>
                    <a:pt x="231" y="1613"/>
                  </a:lnTo>
                  <a:lnTo>
                    <a:pt x="231" y="1613"/>
                  </a:lnTo>
                  <a:lnTo>
                    <a:pt x="232" y="1613"/>
                  </a:lnTo>
                  <a:lnTo>
                    <a:pt x="233" y="1612"/>
                  </a:lnTo>
                  <a:lnTo>
                    <a:pt x="235" y="1611"/>
                  </a:lnTo>
                  <a:lnTo>
                    <a:pt x="235" y="1609"/>
                  </a:lnTo>
                  <a:lnTo>
                    <a:pt x="235" y="1609"/>
                  </a:lnTo>
                  <a:lnTo>
                    <a:pt x="236" y="1609"/>
                  </a:lnTo>
                  <a:lnTo>
                    <a:pt x="237" y="1609"/>
                  </a:lnTo>
                  <a:lnTo>
                    <a:pt x="237" y="1608"/>
                  </a:lnTo>
                  <a:lnTo>
                    <a:pt x="235" y="1607"/>
                  </a:lnTo>
                  <a:lnTo>
                    <a:pt x="235" y="1607"/>
                  </a:lnTo>
                  <a:lnTo>
                    <a:pt x="235" y="1606"/>
                  </a:lnTo>
                  <a:lnTo>
                    <a:pt x="234" y="1606"/>
                  </a:lnTo>
                  <a:lnTo>
                    <a:pt x="234" y="1605"/>
                  </a:lnTo>
                  <a:lnTo>
                    <a:pt x="232" y="1606"/>
                  </a:lnTo>
                  <a:lnTo>
                    <a:pt x="232" y="1606"/>
                  </a:lnTo>
                  <a:lnTo>
                    <a:pt x="232" y="1606"/>
                  </a:lnTo>
                  <a:lnTo>
                    <a:pt x="232" y="1606"/>
                  </a:lnTo>
                  <a:lnTo>
                    <a:pt x="231" y="1606"/>
                  </a:lnTo>
                  <a:lnTo>
                    <a:pt x="230" y="1605"/>
                  </a:lnTo>
                  <a:lnTo>
                    <a:pt x="228" y="1605"/>
                  </a:lnTo>
                  <a:lnTo>
                    <a:pt x="228" y="1605"/>
                  </a:lnTo>
                  <a:lnTo>
                    <a:pt x="228" y="1606"/>
                  </a:lnTo>
                  <a:lnTo>
                    <a:pt x="228" y="1606"/>
                  </a:lnTo>
                  <a:lnTo>
                    <a:pt x="226" y="1605"/>
                  </a:lnTo>
                  <a:lnTo>
                    <a:pt x="224" y="1605"/>
                  </a:lnTo>
                  <a:lnTo>
                    <a:pt x="221" y="1605"/>
                  </a:lnTo>
                  <a:lnTo>
                    <a:pt x="220" y="1605"/>
                  </a:lnTo>
                  <a:lnTo>
                    <a:pt x="219" y="1606"/>
                  </a:lnTo>
                  <a:lnTo>
                    <a:pt x="219" y="1607"/>
                  </a:lnTo>
                  <a:lnTo>
                    <a:pt x="219" y="1607"/>
                  </a:lnTo>
                  <a:lnTo>
                    <a:pt x="219" y="1607"/>
                  </a:lnTo>
                  <a:lnTo>
                    <a:pt x="219" y="1609"/>
                  </a:lnTo>
                  <a:lnTo>
                    <a:pt x="219" y="1609"/>
                  </a:lnTo>
                  <a:lnTo>
                    <a:pt x="219" y="1610"/>
                  </a:lnTo>
                  <a:lnTo>
                    <a:pt x="218" y="1611"/>
                  </a:lnTo>
                  <a:lnTo>
                    <a:pt x="218" y="1611"/>
                  </a:lnTo>
                  <a:lnTo>
                    <a:pt x="219" y="1612"/>
                  </a:lnTo>
                  <a:lnTo>
                    <a:pt x="218" y="1613"/>
                  </a:lnTo>
                  <a:lnTo>
                    <a:pt x="218" y="1613"/>
                  </a:lnTo>
                  <a:lnTo>
                    <a:pt x="218" y="1613"/>
                  </a:lnTo>
                  <a:lnTo>
                    <a:pt x="217" y="1613"/>
                  </a:lnTo>
                  <a:lnTo>
                    <a:pt x="217" y="1613"/>
                  </a:lnTo>
                  <a:lnTo>
                    <a:pt x="217" y="1613"/>
                  </a:lnTo>
                  <a:lnTo>
                    <a:pt x="217" y="1615"/>
                  </a:lnTo>
                  <a:lnTo>
                    <a:pt x="216" y="1615"/>
                  </a:lnTo>
                  <a:lnTo>
                    <a:pt x="216" y="1618"/>
                  </a:lnTo>
                  <a:lnTo>
                    <a:pt x="215" y="1618"/>
                  </a:lnTo>
                  <a:lnTo>
                    <a:pt x="215" y="1618"/>
                  </a:lnTo>
                  <a:lnTo>
                    <a:pt x="215" y="1619"/>
                  </a:lnTo>
                  <a:lnTo>
                    <a:pt x="215" y="1619"/>
                  </a:lnTo>
                  <a:lnTo>
                    <a:pt x="215" y="1620"/>
                  </a:lnTo>
                  <a:lnTo>
                    <a:pt x="215" y="1622"/>
                  </a:lnTo>
                  <a:lnTo>
                    <a:pt x="214" y="1622"/>
                  </a:lnTo>
                  <a:lnTo>
                    <a:pt x="213" y="1622"/>
                  </a:lnTo>
                  <a:lnTo>
                    <a:pt x="212" y="1623"/>
                  </a:lnTo>
                  <a:lnTo>
                    <a:pt x="212" y="1625"/>
                  </a:lnTo>
                  <a:lnTo>
                    <a:pt x="211" y="1625"/>
                  </a:lnTo>
                  <a:lnTo>
                    <a:pt x="211" y="1626"/>
                  </a:lnTo>
                  <a:lnTo>
                    <a:pt x="211" y="1626"/>
                  </a:lnTo>
                  <a:lnTo>
                    <a:pt x="211" y="1627"/>
                  </a:lnTo>
                  <a:lnTo>
                    <a:pt x="210" y="1627"/>
                  </a:lnTo>
                  <a:lnTo>
                    <a:pt x="210" y="1628"/>
                  </a:lnTo>
                  <a:lnTo>
                    <a:pt x="210" y="1629"/>
                  </a:lnTo>
                  <a:lnTo>
                    <a:pt x="209" y="1629"/>
                  </a:lnTo>
                  <a:lnTo>
                    <a:pt x="208" y="1630"/>
                  </a:lnTo>
                  <a:lnTo>
                    <a:pt x="207" y="1631"/>
                  </a:lnTo>
                  <a:lnTo>
                    <a:pt x="206" y="1632"/>
                  </a:lnTo>
                  <a:lnTo>
                    <a:pt x="206" y="1632"/>
                  </a:lnTo>
                  <a:lnTo>
                    <a:pt x="205" y="1633"/>
                  </a:lnTo>
                  <a:lnTo>
                    <a:pt x="205" y="1633"/>
                  </a:lnTo>
                  <a:lnTo>
                    <a:pt x="204" y="1634"/>
                  </a:lnTo>
                  <a:lnTo>
                    <a:pt x="203" y="1634"/>
                  </a:lnTo>
                  <a:lnTo>
                    <a:pt x="203" y="1634"/>
                  </a:lnTo>
                  <a:lnTo>
                    <a:pt x="202" y="1635"/>
                  </a:lnTo>
                  <a:lnTo>
                    <a:pt x="202" y="1635"/>
                  </a:lnTo>
                  <a:lnTo>
                    <a:pt x="202" y="1635"/>
                  </a:lnTo>
                  <a:lnTo>
                    <a:pt x="201" y="1636"/>
                  </a:lnTo>
                  <a:lnTo>
                    <a:pt x="201" y="1636"/>
                  </a:lnTo>
                  <a:lnTo>
                    <a:pt x="200" y="1636"/>
                  </a:lnTo>
                  <a:lnTo>
                    <a:pt x="199" y="1637"/>
                  </a:lnTo>
                  <a:lnTo>
                    <a:pt x="199" y="1637"/>
                  </a:lnTo>
                  <a:lnTo>
                    <a:pt x="199" y="1638"/>
                  </a:lnTo>
                  <a:lnTo>
                    <a:pt x="198" y="1638"/>
                  </a:lnTo>
                  <a:lnTo>
                    <a:pt x="198" y="1639"/>
                  </a:lnTo>
                  <a:lnTo>
                    <a:pt x="198" y="1639"/>
                  </a:lnTo>
                  <a:lnTo>
                    <a:pt x="197" y="1639"/>
                  </a:lnTo>
                  <a:lnTo>
                    <a:pt x="197" y="1639"/>
                  </a:lnTo>
                  <a:lnTo>
                    <a:pt x="196" y="1639"/>
                  </a:lnTo>
                  <a:lnTo>
                    <a:pt x="195" y="1639"/>
                  </a:lnTo>
                  <a:lnTo>
                    <a:pt x="195" y="1638"/>
                  </a:lnTo>
                  <a:lnTo>
                    <a:pt x="193" y="1638"/>
                  </a:lnTo>
                  <a:lnTo>
                    <a:pt x="193" y="1637"/>
                  </a:lnTo>
                  <a:lnTo>
                    <a:pt x="193" y="1637"/>
                  </a:lnTo>
                  <a:lnTo>
                    <a:pt x="193" y="1636"/>
                  </a:lnTo>
                  <a:lnTo>
                    <a:pt x="193" y="1636"/>
                  </a:lnTo>
                  <a:lnTo>
                    <a:pt x="193" y="1636"/>
                  </a:lnTo>
                  <a:lnTo>
                    <a:pt x="193" y="1635"/>
                  </a:lnTo>
                  <a:lnTo>
                    <a:pt x="192" y="1635"/>
                  </a:lnTo>
                  <a:lnTo>
                    <a:pt x="193" y="1634"/>
                  </a:lnTo>
                  <a:lnTo>
                    <a:pt x="192" y="1634"/>
                  </a:lnTo>
                  <a:lnTo>
                    <a:pt x="191" y="1634"/>
                  </a:lnTo>
                  <a:lnTo>
                    <a:pt x="191" y="1634"/>
                  </a:lnTo>
                  <a:lnTo>
                    <a:pt x="191" y="1634"/>
                  </a:lnTo>
                  <a:lnTo>
                    <a:pt x="191" y="1633"/>
                  </a:lnTo>
                  <a:lnTo>
                    <a:pt x="191" y="1633"/>
                  </a:lnTo>
                  <a:lnTo>
                    <a:pt x="191" y="1632"/>
                  </a:lnTo>
                  <a:lnTo>
                    <a:pt x="191" y="1632"/>
                  </a:lnTo>
                  <a:lnTo>
                    <a:pt x="191" y="1632"/>
                  </a:lnTo>
                  <a:lnTo>
                    <a:pt x="191" y="1631"/>
                  </a:lnTo>
                  <a:lnTo>
                    <a:pt x="191" y="1632"/>
                  </a:lnTo>
                  <a:lnTo>
                    <a:pt x="192" y="1631"/>
                  </a:lnTo>
                  <a:lnTo>
                    <a:pt x="193" y="1631"/>
                  </a:lnTo>
                  <a:lnTo>
                    <a:pt x="193" y="1631"/>
                  </a:lnTo>
                  <a:lnTo>
                    <a:pt x="193" y="1630"/>
                  </a:lnTo>
                  <a:lnTo>
                    <a:pt x="195" y="1629"/>
                  </a:lnTo>
                  <a:lnTo>
                    <a:pt x="195" y="1628"/>
                  </a:lnTo>
                  <a:lnTo>
                    <a:pt x="195" y="1627"/>
                  </a:lnTo>
                  <a:lnTo>
                    <a:pt x="195" y="1626"/>
                  </a:lnTo>
                  <a:lnTo>
                    <a:pt x="196" y="1626"/>
                  </a:lnTo>
                  <a:lnTo>
                    <a:pt x="197" y="1626"/>
                  </a:lnTo>
                  <a:lnTo>
                    <a:pt x="197" y="1626"/>
                  </a:lnTo>
                  <a:lnTo>
                    <a:pt x="196" y="1626"/>
                  </a:lnTo>
                  <a:lnTo>
                    <a:pt x="196" y="1626"/>
                  </a:lnTo>
                  <a:lnTo>
                    <a:pt x="196" y="1626"/>
                  </a:lnTo>
                  <a:lnTo>
                    <a:pt x="196" y="1626"/>
                  </a:lnTo>
                  <a:lnTo>
                    <a:pt x="195" y="1626"/>
                  </a:lnTo>
                  <a:lnTo>
                    <a:pt x="194" y="1626"/>
                  </a:lnTo>
                  <a:lnTo>
                    <a:pt x="194" y="1626"/>
                  </a:lnTo>
                  <a:lnTo>
                    <a:pt x="194" y="1625"/>
                  </a:lnTo>
                  <a:lnTo>
                    <a:pt x="193" y="1625"/>
                  </a:lnTo>
                  <a:lnTo>
                    <a:pt x="193" y="1625"/>
                  </a:lnTo>
                  <a:lnTo>
                    <a:pt x="193" y="1625"/>
                  </a:lnTo>
                  <a:lnTo>
                    <a:pt x="194" y="1624"/>
                  </a:lnTo>
                  <a:lnTo>
                    <a:pt x="194" y="1623"/>
                  </a:lnTo>
                  <a:lnTo>
                    <a:pt x="194" y="1623"/>
                  </a:lnTo>
                  <a:lnTo>
                    <a:pt x="194" y="1622"/>
                  </a:lnTo>
                  <a:lnTo>
                    <a:pt x="195" y="1622"/>
                  </a:lnTo>
                  <a:lnTo>
                    <a:pt x="195" y="1621"/>
                  </a:lnTo>
                  <a:lnTo>
                    <a:pt x="195" y="1621"/>
                  </a:lnTo>
                  <a:lnTo>
                    <a:pt x="195" y="1619"/>
                  </a:lnTo>
                  <a:lnTo>
                    <a:pt x="196" y="1619"/>
                  </a:lnTo>
                  <a:lnTo>
                    <a:pt x="197" y="1618"/>
                  </a:lnTo>
                  <a:lnTo>
                    <a:pt x="197" y="1618"/>
                  </a:lnTo>
                  <a:lnTo>
                    <a:pt x="198" y="1618"/>
                  </a:lnTo>
                  <a:lnTo>
                    <a:pt x="198" y="1618"/>
                  </a:lnTo>
                  <a:lnTo>
                    <a:pt x="198" y="1617"/>
                  </a:lnTo>
                  <a:lnTo>
                    <a:pt x="200" y="1615"/>
                  </a:lnTo>
                  <a:lnTo>
                    <a:pt x="200" y="1615"/>
                  </a:lnTo>
                  <a:lnTo>
                    <a:pt x="201" y="1615"/>
                  </a:lnTo>
                  <a:lnTo>
                    <a:pt x="202" y="1615"/>
                  </a:lnTo>
                  <a:lnTo>
                    <a:pt x="202" y="1615"/>
                  </a:lnTo>
                  <a:lnTo>
                    <a:pt x="201" y="1615"/>
                  </a:lnTo>
                  <a:lnTo>
                    <a:pt x="201" y="1615"/>
                  </a:lnTo>
                  <a:lnTo>
                    <a:pt x="200" y="1614"/>
                  </a:lnTo>
                  <a:lnTo>
                    <a:pt x="200" y="1614"/>
                  </a:lnTo>
                  <a:lnTo>
                    <a:pt x="200" y="1614"/>
                  </a:lnTo>
                  <a:lnTo>
                    <a:pt x="200" y="1614"/>
                  </a:lnTo>
                  <a:lnTo>
                    <a:pt x="200" y="1613"/>
                  </a:lnTo>
                  <a:lnTo>
                    <a:pt x="200" y="1613"/>
                  </a:lnTo>
                  <a:lnTo>
                    <a:pt x="200" y="1612"/>
                  </a:lnTo>
                  <a:lnTo>
                    <a:pt x="200" y="1612"/>
                  </a:lnTo>
                  <a:lnTo>
                    <a:pt x="201" y="1611"/>
                  </a:lnTo>
                  <a:lnTo>
                    <a:pt x="201" y="1611"/>
                  </a:lnTo>
                  <a:lnTo>
                    <a:pt x="202" y="1610"/>
                  </a:lnTo>
                  <a:lnTo>
                    <a:pt x="202" y="1609"/>
                  </a:lnTo>
                  <a:lnTo>
                    <a:pt x="202" y="1609"/>
                  </a:lnTo>
                  <a:lnTo>
                    <a:pt x="202" y="1605"/>
                  </a:lnTo>
                  <a:lnTo>
                    <a:pt x="202" y="1605"/>
                  </a:lnTo>
                  <a:lnTo>
                    <a:pt x="201" y="1605"/>
                  </a:lnTo>
                  <a:lnTo>
                    <a:pt x="201" y="1605"/>
                  </a:lnTo>
                  <a:lnTo>
                    <a:pt x="200" y="1605"/>
                  </a:lnTo>
                  <a:lnTo>
                    <a:pt x="199" y="1605"/>
                  </a:lnTo>
                  <a:lnTo>
                    <a:pt x="198" y="1605"/>
                  </a:lnTo>
                  <a:lnTo>
                    <a:pt x="198" y="1605"/>
                  </a:lnTo>
                  <a:lnTo>
                    <a:pt x="198" y="1605"/>
                  </a:lnTo>
                  <a:lnTo>
                    <a:pt x="198" y="1604"/>
                  </a:lnTo>
                  <a:lnTo>
                    <a:pt x="198" y="1604"/>
                  </a:lnTo>
                  <a:lnTo>
                    <a:pt x="198" y="1604"/>
                  </a:lnTo>
                  <a:lnTo>
                    <a:pt x="198" y="1604"/>
                  </a:lnTo>
                  <a:lnTo>
                    <a:pt x="197" y="1604"/>
                  </a:lnTo>
                  <a:lnTo>
                    <a:pt x="197" y="1603"/>
                  </a:lnTo>
                  <a:lnTo>
                    <a:pt x="198" y="1603"/>
                  </a:lnTo>
                  <a:lnTo>
                    <a:pt x="198" y="1602"/>
                  </a:lnTo>
                  <a:lnTo>
                    <a:pt x="198" y="1602"/>
                  </a:lnTo>
                  <a:lnTo>
                    <a:pt x="198" y="1602"/>
                  </a:lnTo>
                  <a:lnTo>
                    <a:pt x="198" y="1602"/>
                  </a:lnTo>
                  <a:lnTo>
                    <a:pt x="198" y="1601"/>
                  </a:lnTo>
                  <a:lnTo>
                    <a:pt x="198" y="1601"/>
                  </a:lnTo>
                  <a:lnTo>
                    <a:pt x="199" y="1600"/>
                  </a:lnTo>
                  <a:lnTo>
                    <a:pt x="200" y="1600"/>
                  </a:lnTo>
                  <a:lnTo>
                    <a:pt x="201" y="1598"/>
                  </a:lnTo>
                  <a:lnTo>
                    <a:pt x="202" y="1598"/>
                  </a:lnTo>
                  <a:lnTo>
                    <a:pt x="202" y="1598"/>
                  </a:lnTo>
                  <a:lnTo>
                    <a:pt x="202" y="1597"/>
                  </a:lnTo>
                  <a:lnTo>
                    <a:pt x="202" y="1596"/>
                  </a:lnTo>
                  <a:lnTo>
                    <a:pt x="202" y="1596"/>
                  </a:lnTo>
                  <a:lnTo>
                    <a:pt x="202" y="1596"/>
                  </a:lnTo>
                  <a:lnTo>
                    <a:pt x="202" y="1596"/>
                  </a:lnTo>
                  <a:lnTo>
                    <a:pt x="202" y="1596"/>
                  </a:lnTo>
                  <a:lnTo>
                    <a:pt x="202" y="1595"/>
                  </a:lnTo>
                  <a:lnTo>
                    <a:pt x="202" y="1595"/>
                  </a:lnTo>
                  <a:lnTo>
                    <a:pt x="202" y="1594"/>
                  </a:lnTo>
                  <a:lnTo>
                    <a:pt x="202" y="1594"/>
                  </a:lnTo>
                  <a:lnTo>
                    <a:pt x="202" y="1593"/>
                  </a:lnTo>
                  <a:lnTo>
                    <a:pt x="202" y="1592"/>
                  </a:lnTo>
                  <a:lnTo>
                    <a:pt x="201" y="1592"/>
                  </a:lnTo>
                  <a:lnTo>
                    <a:pt x="201" y="1592"/>
                  </a:lnTo>
                  <a:lnTo>
                    <a:pt x="201" y="1592"/>
                  </a:lnTo>
                  <a:lnTo>
                    <a:pt x="202" y="1592"/>
                  </a:lnTo>
                  <a:lnTo>
                    <a:pt x="202" y="1592"/>
                  </a:lnTo>
                  <a:lnTo>
                    <a:pt x="202" y="1591"/>
                  </a:lnTo>
                  <a:lnTo>
                    <a:pt x="202" y="1590"/>
                  </a:lnTo>
                  <a:lnTo>
                    <a:pt x="202" y="1589"/>
                  </a:lnTo>
                  <a:lnTo>
                    <a:pt x="202" y="1590"/>
                  </a:lnTo>
                  <a:lnTo>
                    <a:pt x="202" y="1589"/>
                  </a:lnTo>
                  <a:lnTo>
                    <a:pt x="202" y="1589"/>
                  </a:lnTo>
                  <a:lnTo>
                    <a:pt x="202" y="1588"/>
                  </a:lnTo>
                  <a:lnTo>
                    <a:pt x="202" y="1588"/>
                  </a:lnTo>
                  <a:lnTo>
                    <a:pt x="202" y="1587"/>
                  </a:lnTo>
                  <a:lnTo>
                    <a:pt x="202" y="1587"/>
                  </a:lnTo>
                  <a:lnTo>
                    <a:pt x="202" y="1587"/>
                  </a:lnTo>
                  <a:lnTo>
                    <a:pt x="202" y="1587"/>
                  </a:lnTo>
                  <a:lnTo>
                    <a:pt x="202" y="1586"/>
                  </a:lnTo>
                  <a:lnTo>
                    <a:pt x="202" y="1585"/>
                  </a:lnTo>
                  <a:lnTo>
                    <a:pt x="203" y="1585"/>
                  </a:lnTo>
                  <a:lnTo>
                    <a:pt x="203" y="1584"/>
                  </a:lnTo>
                  <a:lnTo>
                    <a:pt x="204" y="1584"/>
                  </a:lnTo>
                  <a:lnTo>
                    <a:pt x="204" y="1584"/>
                  </a:lnTo>
                  <a:lnTo>
                    <a:pt x="205" y="1584"/>
                  </a:lnTo>
                  <a:lnTo>
                    <a:pt x="206" y="1584"/>
                  </a:lnTo>
                  <a:lnTo>
                    <a:pt x="206" y="1583"/>
                  </a:lnTo>
                  <a:lnTo>
                    <a:pt x="206" y="1583"/>
                  </a:lnTo>
                  <a:lnTo>
                    <a:pt x="207" y="1583"/>
                  </a:lnTo>
                  <a:lnTo>
                    <a:pt x="207" y="1583"/>
                  </a:lnTo>
                  <a:lnTo>
                    <a:pt x="208" y="1583"/>
                  </a:lnTo>
                  <a:lnTo>
                    <a:pt x="208" y="1583"/>
                  </a:lnTo>
                  <a:lnTo>
                    <a:pt x="207" y="1584"/>
                  </a:lnTo>
                  <a:lnTo>
                    <a:pt x="208" y="1584"/>
                  </a:lnTo>
                  <a:lnTo>
                    <a:pt x="208" y="1584"/>
                  </a:lnTo>
                  <a:lnTo>
                    <a:pt x="208" y="1584"/>
                  </a:lnTo>
                  <a:lnTo>
                    <a:pt x="209" y="1584"/>
                  </a:lnTo>
                  <a:lnTo>
                    <a:pt x="209" y="1585"/>
                  </a:lnTo>
                  <a:lnTo>
                    <a:pt x="209" y="1585"/>
                  </a:lnTo>
                  <a:lnTo>
                    <a:pt x="210" y="1585"/>
                  </a:lnTo>
                  <a:lnTo>
                    <a:pt x="210" y="1584"/>
                  </a:lnTo>
                  <a:lnTo>
                    <a:pt x="211" y="1583"/>
                  </a:lnTo>
                  <a:lnTo>
                    <a:pt x="212" y="1583"/>
                  </a:lnTo>
                  <a:lnTo>
                    <a:pt x="213" y="1583"/>
                  </a:lnTo>
                  <a:lnTo>
                    <a:pt x="214" y="1581"/>
                  </a:lnTo>
                  <a:lnTo>
                    <a:pt x="215" y="1580"/>
                  </a:lnTo>
                  <a:lnTo>
                    <a:pt x="215" y="1580"/>
                  </a:lnTo>
                  <a:lnTo>
                    <a:pt x="215" y="1579"/>
                  </a:lnTo>
                  <a:lnTo>
                    <a:pt x="216" y="1579"/>
                  </a:lnTo>
                  <a:lnTo>
                    <a:pt x="216" y="1579"/>
                  </a:lnTo>
                  <a:lnTo>
                    <a:pt x="217" y="1578"/>
                  </a:lnTo>
                  <a:lnTo>
                    <a:pt x="219" y="1579"/>
                  </a:lnTo>
                  <a:lnTo>
                    <a:pt x="219" y="1578"/>
                  </a:lnTo>
                  <a:lnTo>
                    <a:pt x="218" y="1578"/>
                  </a:lnTo>
                  <a:lnTo>
                    <a:pt x="218" y="1578"/>
                  </a:lnTo>
                  <a:lnTo>
                    <a:pt x="219" y="1578"/>
                  </a:lnTo>
                  <a:lnTo>
                    <a:pt x="219" y="1577"/>
                  </a:lnTo>
                  <a:lnTo>
                    <a:pt x="219" y="1576"/>
                  </a:lnTo>
                  <a:lnTo>
                    <a:pt x="219" y="1577"/>
                  </a:lnTo>
                  <a:lnTo>
                    <a:pt x="219" y="1577"/>
                  </a:lnTo>
                  <a:lnTo>
                    <a:pt x="220" y="1575"/>
                  </a:lnTo>
                  <a:lnTo>
                    <a:pt x="221" y="1574"/>
                  </a:lnTo>
                  <a:lnTo>
                    <a:pt x="222" y="1574"/>
                  </a:lnTo>
                  <a:lnTo>
                    <a:pt x="223" y="1574"/>
                  </a:lnTo>
                  <a:lnTo>
                    <a:pt x="223" y="1574"/>
                  </a:lnTo>
                  <a:lnTo>
                    <a:pt x="224" y="1574"/>
                  </a:lnTo>
                  <a:lnTo>
                    <a:pt x="224" y="1574"/>
                  </a:lnTo>
                  <a:lnTo>
                    <a:pt x="224" y="1575"/>
                  </a:lnTo>
                  <a:lnTo>
                    <a:pt x="224" y="1576"/>
                  </a:lnTo>
                  <a:lnTo>
                    <a:pt x="224" y="1577"/>
                  </a:lnTo>
                  <a:lnTo>
                    <a:pt x="224" y="1577"/>
                  </a:lnTo>
                  <a:lnTo>
                    <a:pt x="224" y="1578"/>
                  </a:lnTo>
                  <a:lnTo>
                    <a:pt x="224" y="1579"/>
                  </a:lnTo>
                  <a:lnTo>
                    <a:pt x="224" y="1579"/>
                  </a:lnTo>
                  <a:lnTo>
                    <a:pt x="223" y="1579"/>
                  </a:lnTo>
                  <a:lnTo>
                    <a:pt x="223" y="1580"/>
                  </a:lnTo>
                  <a:lnTo>
                    <a:pt x="223" y="1580"/>
                  </a:lnTo>
                  <a:lnTo>
                    <a:pt x="222" y="1581"/>
                  </a:lnTo>
                  <a:lnTo>
                    <a:pt x="222" y="1585"/>
                  </a:lnTo>
                  <a:lnTo>
                    <a:pt x="222" y="1585"/>
                  </a:lnTo>
                  <a:lnTo>
                    <a:pt x="222" y="1585"/>
                  </a:lnTo>
                  <a:lnTo>
                    <a:pt x="222" y="1587"/>
                  </a:lnTo>
                  <a:lnTo>
                    <a:pt x="221" y="1587"/>
                  </a:lnTo>
                  <a:lnTo>
                    <a:pt x="221" y="1587"/>
                  </a:lnTo>
                  <a:lnTo>
                    <a:pt x="222" y="1587"/>
                  </a:lnTo>
                  <a:lnTo>
                    <a:pt x="221" y="1587"/>
                  </a:lnTo>
                  <a:lnTo>
                    <a:pt x="221" y="1588"/>
                  </a:lnTo>
                  <a:lnTo>
                    <a:pt x="221" y="1588"/>
                  </a:lnTo>
                  <a:lnTo>
                    <a:pt x="221" y="1589"/>
                  </a:lnTo>
                  <a:lnTo>
                    <a:pt x="221" y="1589"/>
                  </a:lnTo>
                  <a:lnTo>
                    <a:pt x="220" y="1590"/>
                  </a:lnTo>
                  <a:lnTo>
                    <a:pt x="220" y="1591"/>
                  </a:lnTo>
                  <a:lnTo>
                    <a:pt x="221" y="1591"/>
                  </a:lnTo>
                  <a:lnTo>
                    <a:pt x="221" y="1592"/>
                  </a:lnTo>
                  <a:lnTo>
                    <a:pt x="221" y="1592"/>
                  </a:lnTo>
                  <a:lnTo>
                    <a:pt x="222" y="1592"/>
                  </a:lnTo>
                  <a:lnTo>
                    <a:pt x="222" y="1593"/>
                  </a:lnTo>
                  <a:lnTo>
                    <a:pt x="223" y="1593"/>
                  </a:lnTo>
                  <a:lnTo>
                    <a:pt x="224" y="1593"/>
                  </a:lnTo>
                  <a:lnTo>
                    <a:pt x="224" y="1593"/>
                  </a:lnTo>
                  <a:lnTo>
                    <a:pt x="224" y="1593"/>
                  </a:lnTo>
                  <a:lnTo>
                    <a:pt x="224" y="1592"/>
                  </a:lnTo>
                  <a:lnTo>
                    <a:pt x="224" y="1592"/>
                  </a:lnTo>
                  <a:lnTo>
                    <a:pt x="224" y="1592"/>
                  </a:lnTo>
                  <a:lnTo>
                    <a:pt x="224" y="1591"/>
                  </a:lnTo>
                  <a:lnTo>
                    <a:pt x="224" y="1590"/>
                  </a:lnTo>
                  <a:lnTo>
                    <a:pt x="224" y="1589"/>
                  </a:lnTo>
                  <a:lnTo>
                    <a:pt x="224" y="1589"/>
                  </a:lnTo>
                  <a:lnTo>
                    <a:pt x="224" y="1588"/>
                  </a:lnTo>
                  <a:lnTo>
                    <a:pt x="225" y="1588"/>
                  </a:lnTo>
                  <a:lnTo>
                    <a:pt x="225" y="1586"/>
                  </a:lnTo>
                  <a:lnTo>
                    <a:pt x="225" y="1585"/>
                  </a:lnTo>
                  <a:lnTo>
                    <a:pt x="225" y="1584"/>
                  </a:lnTo>
                  <a:lnTo>
                    <a:pt x="227" y="1583"/>
                  </a:lnTo>
                  <a:lnTo>
                    <a:pt x="227" y="1583"/>
                  </a:lnTo>
                  <a:lnTo>
                    <a:pt x="227" y="1583"/>
                  </a:lnTo>
                  <a:lnTo>
                    <a:pt x="227" y="1582"/>
                  </a:lnTo>
                  <a:lnTo>
                    <a:pt x="228" y="1581"/>
                  </a:lnTo>
                  <a:lnTo>
                    <a:pt x="227" y="1580"/>
                  </a:lnTo>
                  <a:lnTo>
                    <a:pt x="226" y="1579"/>
                  </a:lnTo>
                  <a:lnTo>
                    <a:pt x="227" y="1579"/>
                  </a:lnTo>
                  <a:lnTo>
                    <a:pt x="229" y="1579"/>
                  </a:lnTo>
                  <a:lnTo>
                    <a:pt x="230" y="1579"/>
                  </a:lnTo>
                  <a:lnTo>
                    <a:pt x="230" y="1578"/>
                  </a:lnTo>
                  <a:lnTo>
                    <a:pt x="231" y="1578"/>
                  </a:lnTo>
                  <a:lnTo>
                    <a:pt x="231" y="1578"/>
                  </a:lnTo>
                  <a:lnTo>
                    <a:pt x="231" y="1578"/>
                  </a:lnTo>
                  <a:lnTo>
                    <a:pt x="232" y="1578"/>
                  </a:lnTo>
                  <a:lnTo>
                    <a:pt x="232" y="1578"/>
                  </a:lnTo>
                  <a:lnTo>
                    <a:pt x="232" y="1578"/>
                  </a:lnTo>
                  <a:lnTo>
                    <a:pt x="232" y="1577"/>
                  </a:lnTo>
                  <a:lnTo>
                    <a:pt x="232" y="1577"/>
                  </a:lnTo>
                  <a:lnTo>
                    <a:pt x="233" y="1576"/>
                  </a:lnTo>
                  <a:lnTo>
                    <a:pt x="234" y="1576"/>
                  </a:lnTo>
                  <a:lnTo>
                    <a:pt x="234" y="1574"/>
                  </a:lnTo>
                  <a:lnTo>
                    <a:pt x="233" y="1574"/>
                  </a:lnTo>
                  <a:lnTo>
                    <a:pt x="233" y="1574"/>
                  </a:lnTo>
                  <a:lnTo>
                    <a:pt x="234" y="1574"/>
                  </a:lnTo>
                  <a:lnTo>
                    <a:pt x="234" y="1574"/>
                  </a:lnTo>
                  <a:lnTo>
                    <a:pt x="235" y="1574"/>
                  </a:lnTo>
                  <a:lnTo>
                    <a:pt x="236" y="1573"/>
                  </a:lnTo>
                  <a:lnTo>
                    <a:pt x="236" y="1573"/>
                  </a:lnTo>
                  <a:lnTo>
                    <a:pt x="237" y="1572"/>
                  </a:lnTo>
                  <a:lnTo>
                    <a:pt x="237" y="1572"/>
                  </a:lnTo>
                  <a:lnTo>
                    <a:pt x="238" y="1571"/>
                  </a:lnTo>
                  <a:lnTo>
                    <a:pt x="238" y="1571"/>
                  </a:lnTo>
                  <a:lnTo>
                    <a:pt x="239" y="1571"/>
                  </a:lnTo>
                  <a:lnTo>
                    <a:pt x="239" y="1570"/>
                  </a:lnTo>
                  <a:lnTo>
                    <a:pt x="239" y="1570"/>
                  </a:lnTo>
                  <a:lnTo>
                    <a:pt x="240" y="1570"/>
                  </a:lnTo>
                  <a:lnTo>
                    <a:pt x="240" y="1569"/>
                  </a:lnTo>
                  <a:lnTo>
                    <a:pt x="241" y="1569"/>
                  </a:lnTo>
                  <a:lnTo>
                    <a:pt x="241" y="1568"/>
                  </a:lnTo>
                  <a:lnTo>
                    <a:pt x="241" y="1568"/>
                  </a:lnTo>
                  <a:lnTo>
                    <a:pt x="241" y="1568"/>
                  </a:lnTo>
                  <a:lnTo>
                    <a:pt x="241" y="1568"/>
                  </a:lnTo>
                  <a:lnTo>
                    <a:pt x="241" y="1567"/>
                  </a:lnTo>
                  <a:lnTo>
                    <a:pt x="243" y="1567"/>
                  </a:lnTo>
                  <a:lnTo>
                    <a:pt x="243" y="1566"/>
                  </a:lnTo>
                  <a:lnTo>
                    <a:pt x="244" y="1566"/>
                  </a:lnTo>
                  <a:lnTo>
                    <a:pt x="244" y="1565"/>
                  </a:lnTo>
                  <a:lnTo>
                    <a:pt x="245" y="1565"/>
                  </a:lnTo>
                  <a:lnTo>
                    <a:pt x="245" y="1564"/>
                  </a:lnTo>
                  <a:lnTo>
                    <a:pt x="245" y="1564"/>
                  </a:lnTo>
                  <a:lnTo>
                    <a:pt x="245" y="1564"/>
                  </a:lnTo>
                  <a:lnTo>
                    <a:pt x="245" y="1563"/>
                  </a:lnTo>
                  <a:lnTo>
                    <a:pt x="246" y="1563"/>
                  </a:lnTo>
                  <a:lnTo>
                    <a:pt x="246" y="1563"/>
                  </a:lnTo>
                  <a:lnTo>
                    <a:pt x="246" y="1563"/>
                  </a:lnTo>
                  <a:lnTo>
                    <a:pt x="248" y="1563"/>
                  </a:lnTo>
                  <a:lnTo>
                    <a:pt x="250" y="1563"/>
                  </a:lnTo>
                  <a:lnTo>
                    <a:pt x="250" y="1562"/>
                  </a:lnTo>
                  <a:lnTo>
                    <a:pt x="250" y="1562"/>
                  </a:lnTo>
                  <a:lnTo>
                    <a:pt x="250" y="1562"/>
                  </a:lnTo>
                  <a:lnTo>
                    <a:pt x="250" y="1562"/>
                  </a:lnTo>
                  <a:lnTo>
                    <a:pt x="250" y="1561"/>
                  </a:lnTo>
                  <a:lnTo>
                    <a:pt x="251" y="1561"/>
                  </a:lnTo>
                  <a:lnTo>
                    <a:pt x="251" y="1561"/>
                  </a:lnTo>
                  <a:lnTo>
                    <a:pt x="251" y="1561"/>
                  </a:lnTo>
                  <a:lnTo>
                    <a:pt x="252" y="1561"/>
                  </a:lnTo>
                  <a:lnTo>
                    <a:pt x="253" y="1561"/>
                  </a:lnTo>
                  <a:lnTo>
                    <a:pt x="253" y="1561"/>
                  </a:lnTo>
                  <a:lnTo>
                    <a:pt x="253" y="1561"/>
                  </a:lnTo>
                  <a:lnTo>
                    <a:pt x="254" y="1561"/>
                  </a:lnTo>
                  <a:lnTo>
                    <a:pt x="254" y="1561"/>
                  </a:lnTo>
                  <a:lnTo>
                    <a:pt x="254" y="1561"/>
                  </a:lnTo>
                  <a:lnTo>
                    <a:pt x="255" y="1561"/>
                  </a:lnTo>
                  <a:lnTo>
                    <a:pt x="254" y="1561"/>
                  </a:lnTo>
                  <a:lnTo>
                    <a:pt x="256" y="1560"/>
                  </a:lnTo>
                  <a:lnTo>
                    <a:pt x="258" y="1560"/>
                  </a:lnTo>
                  <a:close/>
                  <a:moveTo>
                    <a:pt x="501" y="1555"/>
                  </a:moveTo>
                  <a:lnTo>
                    <a:pt x="501" y="1556"/>
                  </a:lnTo>
                  <a:lnTo>
                    <a:pt x="500" y="1556"/>
                  </a:lnTo>
                  <a:lnTo>
                    <a:pt x="500" y="1556"/>
                  </a:lnTo>
                  <a:lnTo>
                    <a:pt x="500" y="1555"/>
                  </a:lnTo>
                  <a:lnTo>
                    <a:pt x="501" y="1555"/>
                  </a:lnTo>
                  <a:close/>
                  <a:moveTo>
                    <a:pt x="241" y="1533"/>
                  </a:moveTo>
                  <a:lnTo>
                    <a:pt x="241" y="1533"/>
                  </a:lnTo>
                  <a:lnTo>
                    <a:pt x="241" y="1533"/>
                  </a:lnTo>
                  <a:lnTo>
                    <a:pt x="242" y="1533"/>
                  </a:lnTo>
                  <a:lnTo>
                    <a:pt x="244" y="1533"/>
                  </a:lnTo>
                  <a:lnTo>
                    <a:pt x="244" y="1534"/>
                  </a:lnTo>
                  <a:lnTo>
                    <a:pt x="243" y="1534"/>
                  </a:lnTo>
                  <a:lnTo>
                    <a:pt x="243" y="1534"/>
                  </a:lnTo>
                  <a:lnTo>
                    <a:pt x="244" y="1535"/>
                  </a:lnTo>
                  <a:lnTo>
                    <a:pt x="244" y="1535"/>
                  </a:lnTo>
                  <a:lnTo>
                    <a:pt x="244" y="1535"/>
                  </a:lnTo>
                  <a:lnTo>
                    <a:pt x="244" y="1535"/>
                  </a:lnTo>
                  <a:lnTo>
                    <a:pt x="244" y="1535"/>
                  </a:lnTo>
                  <a:lnTo>
                    <a:pt x="243" y="1535"/>
                  </a:lnTo>
                  <a:lnTo>
                    <a:pt x="243" y="1535"/>
                  </a:lnTo>
                  <a:lnTo>
                    <a:pt x="243" y="1535"/>
                  </a:lnTo>
                  <a:lnTo>
                    <a:pt x="243" y="1535"/>
                  </a:lnTo>
                  <a:lnTo>
                    <a:pt x="242" y="1535"/>
                  </a:lnTo>
                  <a:lnTo>
                    <a:pt x="242" y="1535"/>
                  </a:lnTo>
                  <a:lnTo>
                    <a:pt x="241" y="1535"/>
                  </a:lnTo>
                  <a:lnTo>
                    <a:pt x="240" y="1535"/>
                  </a:lnTo>
                  <a:lnTo>
                    <a:pt x="240" y="1536"/>
                  </a:lnTo>
                  <a:lnTo>
                    <a:pt x="239" y="1536"/>
                  </a:lnTo>
                  <a:lnTo>
                    <a:pt x="239" y="1538"/>
                  </a:lnTo>
                  <a:lnTo>
                    <a:pt x="239" y="1539"/>
                  </a:lnTo>
                  <a:lnTo>
                    <a:pt x="239" y="1539"/>
                  </a:lnTo>
                  <a:lnTo>
                    <a:pt x="239" y="1539"/>
                  </a:lnTo>
                  <a:lnTo>
                    <a:pt x="238" y="1540"/>
                  </a:lnTo>
                  <a:lnTo>
                    <a:pt x="238" y="1540"/>
                  </a:lnTo>
                  <a:lnTo>
                    <a:pt x="237" y="1540"/>
                  </a:lnTo>
                  <a:lnTo>
                    <a:pt x="237" y="1540"/>
                  </a:lnTo>
                  <a:lnTo>
                    <a:pt x="237" y="1540"/>
                  </a:lnTo>
                  <a:lnTo>
                    <a:pt x="237" y="1541"/>
                  </a:lnTo>
                  <a:lnTo>
                    <a:pt x="236" y="1541"/>
                  </a:lnTo>
                  <a:lnTo>
                    <a:pt x="236" y="1540"/>
                  </a:lnTo>
                  <a:lnTo>
                    <a:pt x="235" y="1540"/>
                  </a:lnTo>
                  <a:lnTo>
                    <a:pt x="235" y="1540"/>
                  </a:lnTo>
                  <a:lnTo>
                    <a:pt x="236" y="1540"/>
                  </a:lnTo>
                  <a:lnTo>
                    <a:pt x="236" y="1539"/>
                  </a:lnTo>
                  <a:lnTo>
                    <a:pt x="237" y="1538"/>
                  </a:lnTo>
                  <a:lnTo>
                    <a:pt x="237" y="1537"/>
                  </a:lnTo>
                  <a:lnTo>
                    <a:pt x="236" y="1536"/>
                  </a:lnTo>
                  <a:lnTo>
                    <a:pt x="234" y="1536"/>
                  </a:lnTo>
                  <a:lnTo>
                    <a:pt x="234" y="1537"/>
                  </a:lnTo>
                  <a:lnTo>
                    <a:pt x="233" y="1537"/>
                  </a:lnTo>
                  <a:lnTo>
                    <a:pt x="232" y="1536"/>
                  </a:lnTo>
                  <a:lnTo>
                    <a:pt x="232" y="1536"/>
                  </a:lnTo>
                  <a:lnTo>
                    <a:pt x="232" y="1536"/>
                  </a:lnTo>
                  <a:lnTo>
                    <a:pt x="232" y="1535"/>
                  </a:lnTo>
                  <a:lnTo>
                    <a:pt x="235" y="1536"/>
                  </a:lnTo>
                  <a:lnTo>
                    <a:pt x="235" y="1535"/>
                  </a:lnTo>
                  <a:lnTo>
                    <a:pt x="235" y="1535"/>
                  </a:lnTo>
                  <a:lnTo>
                    <a:pt x="232" y="1535"/>
                  </a:lnTo>
                  <a:lnTo>
                    <a:pt x="233" y="1535"/>
                  </a:lnTo>
                  <a:lnTo>
                    <a:pt x="233" y="1535"/>
                  </a:lnTo>
                  <a:lnTo>
                    <a:pt x="233" y="1534"/>
                  </a:lnTo>
                  <a:lnTo>
                    <a:pt x="233" y="1534"/>
                  </a:lnTo>
                  <a:lnTo>
                    <a:pt x="236" y="1534"/>
                  </a:lnTo>
                  <a:lnTo>
                    <a:pt x="237" y="1534"/>
                  </a:lnTo>
                  <a:lnTo>
                    <a:pt x="238" y="1534"/>
                  </a:lnTo>
                  <a:lnTo>
                    <a:pt x="238" y="1533"/>
                  </a:lnTo>
                  <a:lnTo>
                    <a:pt x="238" y="1533"/>
                  </a:lnTo>
                  <a:lnTo>
                    <a:pt x="239" y="1534"/>
                  </a:lnTo>
                  <a:lnTo>
                    <a:pt x="239" y="1534"/>
                  </a:lnTo>
                  <a:lnTo>
                    <a:pt x="239" y="1534"/>
                  </a:lnTo>
                  <a:lnTo>
                    <a:pt x="240" y="1534"/>
                  </a:lnTo>
                  <a:lnTo>
                    <a:pt x="240" y="1533"/>
                  </a:lnTo>
                  <a:lnTo>
                    <a:pt x="241" y="1533"/>
                  </a:lnTo>
                  <a:close/>
                  <a:moveTo>
                    <a:pt x="254" y="1502"/>
                  </a:moveTo>
                  <a:lnTo>
                    <a:pt x="254" y="1503"/>
                  </a:lnTo>
                  <a:lnTo>
                    <a:pt x="255" y="1503"/>
                  </a:lnTo>
                  <a:lnTo>
                    <a:pt x="255" y="1503"/>
                  </a:lnTo>
                  <a:lnTo>
                    <a:pt x="255" y="1504"/>
                  </a:lnTo>
                  <a:lnTo>
                    <a:pt x="255" y="1505"/>
                  </a:lnTo>
                  <a:lnTo>
                    <a:pt x="255" y="1505"/>
                  </a:lnTo>
                  <a:lnTo>
                    <a:pt x="256" y="1505"/>
                  </a:lnTo>
                  <a:lnTo>
                    <a:pt x="256" y="1505"/>
                  </a:lnTo>
                  <a:lnTo>
                    <a:pt x="256" y="1506"/>
                  </a:lnTo>
                  <a:lnTo>
                    <a:pt x="255" y="1507"/>
                  </a:lnTo>
                  <a:lnTo>
                    <a:pt x="255" y="1507"/>
                  </a:lnTo>
                  <a:lnTo>
                    <a:pt x="255" y="1508"/>
                  </a:lnTo>
                  <a:lnTo>
                    <a:pt x="254" y="1508"/>
                  </a:lnTo>
                  <a:lnTo>
                    <a:pt x="254" y="1509"/>
                  </a:lnTo>
                  <a:lnTo>
                    <a:pt x="254" y="1509"/>
                  </a:lnTo>
                  <a:lnTo>
                    <a:pt x="254" y="1510"/>
                  </a:lnTo>
                  <a:lnTo>
                    <a:pt x="254" y="1510"/>
                  </a:lnTo>
                  <a:lnTo>
                    <a:pt x="254" y="1511"/>
                  </a:lnTo>
                  <a:lnTo>
                    <a:pt x="254" y="1511"/>
                  </a:lnTo>
                  <a:lnTo>
                    <a:pt x="254" y="1512"/>
                  </a:lnTo>
                  <a:lnTo>
                    <a:pt x="253" y="1512"/>
                  </a:lnTo>
                  <a:lnTo>
                    <a:pt x="253" y="1513"/>
                  </a:lnTo>
                  <a:lnTo>
                    <a:pt x="253" y="1513"/>
                  </a:lnTo>
                  <a:lnTo>
                    <a:pt x="252" y="1513"/>
                  </a:lnTo>
                  <a:lnTo>
                    <a:pt x="252" y="1514"/>
                  </a:lnTo>
                  <a:lnTo>
                    <a:pt x="252" y="1514"/>
                  </a:lnTo>
                  <a:lnTo>
                    <a:pt x="252" y="1514"/>
                  </a:lnTo>
                  <a:lnTo>
                    <a:pt x="251" y="1514"/>
                  </a:lnTo>
                  <a:lnTo>
                    <a:pt x="251" y="1516"/>
                  </a:lnTo>
                  <a:lnTo>
                    <a:pt x="251" y="1517"/>
                  </a:lnTo>
                  <a:lnTo>
                    <a:pt x="250" y="1517"/>
                  </a:lnTo>
                  <a:lnTo>
                    <a:pt x="250" y="1518"/>
                  </a:lnTo>
                  <a:lnTo>
                    <a:pt x="250" y="1518"/>
                  </a:lnTo>
                  <a:lnTo>
                    <a:pt x="250" y="1518"/>
                  </a:lnTo>
                  <a:lnTo>
                    <a:pt x="250" y="1518"/>
                  </a:lnTo>
                  <a:lnTo>
                    <a:pt x="250" y="1519"/>
                  </a:lnTo>
                  <a:lnTo>
                    <a:pt x="249" y="1519"/>
                  </a:lnTo>
                  <a:lnTo>
                    <a:pt x="248" y="1520"/>
                  </a:lnTo>
                  <a:lnTo>
                    <a:pt x="248" y="1520"/>
                  </a:lnTo>
                  <a:lnTo>
                    <a:pt x="248" y="1521"/>
                  </a:lnTo>
                  <a:lnTo>
                    <a:pt x="248" y="1521"/>
                  </a:lnTo>
                  <a:lnTo>
                    <a:pt x="248" y="1521"/>
                  </a:lnTo>
                  <a:lnTo>
                    <a:pt x="249" y="1522"/>
                  </a:lnTo>
                  <a:lnTo>
                    <a:pt x="248" y="1522"/>
                  </a:lnTo>
                  <a:lnTo>
                    <a:pt x="248" y="1522"/>
                  </a:lnTo>
                  <a:lnTo>
                    <a:pt x="248" y="1522"/>
                  </a:lnTo>
                  <a:lnTo>
                    <a:pt x="246" y="1522"/>
                  </a:lnTo>
                  <a:lnTo>
                    <a:pt x="246" y="1523"/>
                  </a:lnTo>
                  <a:lnTo>
                    <a:pt x="245" y="1523"/>
                  </a:lnTo>
                  <a:lnTo>
                    <a:pt x="246" y="1523"/>
                  </a:lnTo>
                  <a:lnTo>
                    <a:pt x="247" y="1524"/>
                  </a:lnTo>
                  <a:lnTo>
                    <a:pt x="247" y="1525"/>
                  </a:lnTo>
                  <a:lnTo>
                    <a:pt x="248" y="1525"/>
                  </a:lnTo>
                  <a:lnTo>
                    <a:pt x="249" y="1526"/>
                  </a:lnTo>
                  <a:lnTo>
                    <a:pt x="249" y="1527"/>
                  </a:lnTo>
                  <a:lnTo>
                    <a:pt x="248" y="1527"/>
                  </a:lnTo>
                  <a:lnTo>
                    <a:pt x="248" y="1527"/>
                  </a:lnTo>
                  <a:lnTo>
                    <a:pt x="247" y="1527"/>
                  </a:lnTo>
                  <a:lnTo>
                    <a:pt x="247" y="1527"/>
                  </a:lnTo>
                  <a:lnTo>
                    <a:pt x="248" y="1527"/>
                  </a:lnTo>
                  <a:lnTo>
                    <a:pt x="248" y="1528"/>
                  </a:lnTo>
                  <a:lnTo>
                    <a:pt x="247" y="1529"/>
                  </a:lnTo>
                  <a:lnTo>
                    <a:pt x="247" y="1529"/>
                  </a:lnTo>
                  <a:lnTo>
                    <a:pt x="247" y="1530"/>
                  </a:lnTo>
                  <a:lnTo>
                    <a:pt x="246" y="1531"/>
                  </a:lnTo>
                  <a:lnTo>
                    <a:pt x="246" y="1531"/>
                  </a:lnTo>
                  <a:lnTo>
                    <a:pt x="246" y="1531"/>
                  </a:lnTo>
                  <a:lnTo>
                    <a:pt x="245" y="1531"/>
                  </a:lnTo>
                  <a:lnTo>
                    <a:pt x="245" y="1531"/>
                  </a:lnTo>
                  <a:lnTo>
                    <a:pt x="245" y="1531"/>
                  </a:lnTo>
                  <a:lnTo>
                    <a:pt x="245" y="1532"/>
                  </a:lnTo>
                  <a:lnTo>
                    <a:pt x="245" y="1532"/>
                  </a:lnTo>
                  <a:lnTo>
                    <a:pt x="244" y="1532"/>
                  </a:lnTo>
                  <a:lnTo>
                    <a:pt x="243" y="1533"/>
                  </a:lnTo>
                  <a:lnTo>
                    <a:pt x="243" y="1533"/>
                  </a:lnTo>
                  <a:lnTo>
                    <a:pt x="242" y="1533"/>
                  </a:lnTo>
                  <a:lnTo>
                    <a:pt x="241" y="1533"/>
                  </a:lnTo>
                  <a:lnTo>
                    <a:pt x="242" y="1532"/>
                  </a:lnTo>
                  <a:lnTo>
                    <a:pt x="241" y="1532"/>
                  </a:lnTo>
                  <a:lnTo>
                    <a:pt x="241" y="1531"/>
                  </a:lnTo>
                  <a:lnTo>
                    <a:pt x="241" y="1531"/>
                  </a:lnTo>
                  <a:lnTo>
                    <a:pt x="242" y="1531"/>
                  </a:lnTo>
                  <a:lnTo>
                    <a:pt x="242" y="1531"/>
                  </a:lnTo>
                  <a:lnTo>
                    <a:pt x="241" y="1530"/>
                  </a:lnTo>
                  <a:lnTo>
                    <a:pt x="241" y="1530"/>
                  </a:lnTo>
                  <a:lnTo>
                    <a:pt x="241" y="1530"/>
                  </a:lnTo>
                  <a:lnTo>
                    <a:pt x="241" y="1530"/>
                  </a:lnTo>
                  <a:lnTo>
                    <a:pt x="241" y="1531"/>
                  </a:lnTo>
                  <a:lnTo>
                    <a:pt x="241" y="1531"/>
                  </a:lnTo>
                  <a:lnTo>
                    <a:pt x="241" y="1531"/>
                  </a:lnTo>
                  <a:lnTo>
                    <a:pt x="241" y="1531"/>
                  </a:lnTo>
                  <a:lnTo>
                    <a:pt x="239" y="1531"/>
                  </a:lnTo>
                  <a:lnTo>
                    <a:pt x="239" y="1531"/>
                  </a:lnTo>
                  <a:lnTo>
                    <a:pt x="239" y="1532"/>
                  </a:lnTo>
                  <a:lnTo>
                    <a:pt x="238" y="1532"/>
                  </a:lnTo>
                  <a:lnTo>
                    <a:pt x="238" y="1531"/>
                  </a:lnTo>
                  <a:lnTo>
                    <a:pt x="237" y="1531"/>
                  </a:lnTo>
                  <a:lnTo>
                    <a:pt x="237" y="1531"/>
                  </a:lnTo>
                  <a:lnTo>
                    <a:pt x="236" y="1531"/>
                  </a:lnTo>
                  <a:lnTo>
                    <a:pt x="236" y="1531"/>
                  </a:lnTo>
                  <a:lnTo>
                    <a:pt x="237" y="1531"/>
                  </a:lnTo>
                  <a:lnTo>
                    <a:pt x="237" y="1531"/>
                  </a:lnTo>
                  <a:lnTo>
                    <a:pt x="237" y="1531"/>
                  </a:lnTo>
                  <a:lnTo>
                    <a:pt x="237" y="1530"/>
                  </a:lnTo>
                  <a:lnTo>
                    <a:pt x="238" y="1530"/>
                  </a:lnTo>
                  <a:lnTo>
                    <a:pt x="238" y="1529"/>
                  </a:lnTo>
                  <a:lnTo>
                    <a:pt x="238" y="1529"/>
                  </a:lnTo>
                  <a:lnTo>
                    <a:pt x="238" y="1528"/>
                  </a:lnTo>
                  <a:lnTo>
                    <a:pt x="237" y="1528"/>
                  </a:lnTo>
                  <a:lnTo>
                    <a:pt x="237" y="1528"/>
                  </a:lnTo>
                  <a:lnTo>
                    <a:pt x="237" y="1529"/>
                  </a:lnTo>
                  <a:lnTo>
                    <a:pt x="237" y="1529"/>
                  </a:lnTo>
                  <a:lnTo>
                    <a:pt x="236" y="1530"/>
                  </a:lnTo>
                  <a:lnTo>
                    <a:pt x="235" y="1530"/>
                  </a:lnTo>
                  <a:lnTo>
                    <a:pt x="235" y="1530"/>
                  </a:lnTo>
                  <a:lnTo>
                    <a:pt x="235" y="1531"/>
                  </a:lnTo>
                  <a:lnTo>
                    <a:pt x="234" y="1531"/>
                  </a:lnTo>
                  <a:lnTo>
                    <a:pt x="234" y="1531"/>
                  </a:lnTo>
                  <a:lnTo>
                    <a:pt x="234" y="1531"/>
                  </a:lnTo>
                  <a:lnTo>
                    <a:pt x="233" y="1531"/>
                  </a:lnTo>
                  <a:lnTo>
                    <a:pt x="232" y="1531"/>
                  </a:lnTo>
                  <a:lnTo>
                    <a:pt x="232" y="1531"/>
                  </a:lnTo>
                  <a:lnTo>
                    <a:pt x="232" y="1530"/>
                  </a:lnTo>
                  <a:lnTo>
                    <a:pt x="233" y="1530"/>
                  </a:lnTo>
                  <a:lnTo>
                    <a:pt x="233" y="1529"/>
                  </a:lnTo>
                  <a:lnTo>
                    <a:pt x="233" y="1528"/>
                  </a:lnTo>
                  <a:lnTo>
                    <a:pt x="234" y="1528"/>
                  </a:lnTo>
                  <a:lnTo>
                    <a:pt x="235" y="1527"/>
                  </a:lnTo>
                  <a:lnTo>
                    <a:pt x="236" y="1527"/>
                  </a:lnTo>
                  <a:lnTo>
                    <a:pt x="236" y="1527"/>
                  </a:lnTo>
                  <a:lnTo>
                    <a:pt x="236" y="1526"/>
                  </a:lnTo>
                  <a:lnTo>
                    <a:pt x="236" y="1525"/>
                  </a:lnTo>
                  <a:lnTo>
                    <a:pt x="237" y="1525"/>
                  </a:lnTo>
                  <a:lnTo>
                    <a:pt x="237" y="1525"/>
                  </a:lnTo>
                  <a:lnTo>
                    <a:pt x="237" y="1525"/>
                  </a:lnTo>
                  <a:lnTo>
                    <a:pt x="237" y="1525"/>
                  </a:lnTo>
                  <a:lnTo>
                    <a:pt x="237" y="1525"/>
                  </a:lnTo>
                  <a:lnTo>
                    <a:pt x="237" y="1525"/>
                  </a:lnTo>
                  <a:lnTo>
                    <a:pt x="236" y="1525"/>
                  </a:lnTo>
                  <a:lnTo>
                    <a:pt x="235" y="1525"/>
                  </a:lnTo>
                  <a:lnTo>
                    <a:pt x="235" y="1525"/>
                  </a:lnTo>
                  <a:lnTo>
                    <a:pt x="235" y="1524"/>
                  </a:lnTo>
                  <a:lnTo>
                    <a:pt x="235" y="1524"/>
                  </a:lnTo>
                  <a:lnTo>
                    <a:pt x="236" y="1524"/>
                  </a:lnTo>
                  <a:lnTo>
                    <a:pt x="236" y="1523"/>
                  </a:lnTo>
                  <a:lnTo>
                    <a:pt x="237" y="1523"/>
                  </a:lnTo>
                  <a:lnTo>
                    <a:pt x="237" y="1522"/>
                  </a:lnTo>
                  <a:lnTo>
                    <a:pt x="237" y="1522"/>
                  </a:lnTo>
                  <a:lnTo>
                    <a:pt x="236" y="1522"/>
                  </a:lnTo>
                  <a:lnTo>
                    <a:pt x="235" y="1522"/>
                  </a:lnTo>
                  <a:lnTo>
                    <a:pt x="235" y="1522"/>
                  </a:lnTo>
                  <a:lnTo>
                    <a:pt x="235" y="1522"/>
                  </a:lnTo>
                  <a:lnTo>
                    <a:pt x="236" y="1522"/>
                  </a:lnTo>
                  <a:lnTo>
                    <a:pt x="237" y="1522"/>
                  </a:lnTo>
                  <a:lnTo>
                    <a:pt x="237" y="1522"/>
                  </a:lnTo>
                  <a:lnTo>
                    <a:pt x="237" y="1522"/>
                  </a:lnTo>
                  <a:lnTo>
                    <a:pt x="237" y="1521"/>
                  </a:lnTo>
                  <a:lnTo>
                    <a:pt x="238" y="1520"/>
                  </a:lnTo>
                  <a:lnTo>
                    <a:pt x="237" y="1519"/>
                  </a:lnTo>
                  <a:lnTo>
                    <a:pt x="237" y="1519"/>
                  </a:lnTo>
                  <a:lnTo>
                    <a:pt x="237" y="1519"/>
                  </a:lnTo>
                  <a:lnTo>
                    <a:pt x="237" y="1518"/>
                  </a:lnTo>
                  <a:lnTo>
                    <a:pt x="237" y="1518"/>
                  </a:lnTo>
                  <a:lnTo>
                    <a:pt x="237" y="1516"/>
                  </a:lnTo>
                  <a:lnTo>
                    <a:pt x="237" y="1516"/>
                  </a:lnTo>
                  <a:lnTo>
                    <a:pt x="238" y="1516"/>
                  </a:lnTo>
                  <a:lnTo>
                    <a:pt x="239" y="1514"/>
                  </a:lnTo>
                  <a:lnTo>
                    <a:pt x="239" y="1514"/>
                  </a:lnTo>
                  <a:lnTo>
                    <a:pt x="239" y="1514"/>
                  </a:lnTo>
                  <a:lnTo>
                    <a:pt x="240" y="1514"/>
                  </a:lnTo>
                  <a:lnTo>
                    <a:pt x="240" y="1514"/>
                  </a:lnTo>
                  <a:lnTo>
                    <a:pt x="241" y="1514"/>
                  </a:lnTo>
                  <a:lnTo>
                    <a:pt x="241" y="1512"/>
                  </a:lnTo>
                  <a:lnTo>
                    <a:pt x="241" y="1512"/>
                  </a:lnTo>
                  <a:lnTo>
                    <a:pt x="242" y="1512"/>
                  </a:lnTo>
                  <a:lnTo>
                    <a:pt x="242" y="1512"/>
                  </a:lnTo>
                  <a:lnTo>
                    <a:pt x="243" y="1511"/>
                  </a:lnTo>
                  <a:lnTo>
                    <a:pt x="243" y="1511"/>
                  </a:lnTo>
                  <a:lnTo>
                    <a:pt x="243" y="1511"/>
                  </a:lnTo>
                  <a:lnTo>
                    <a:pt x="243" y="1510"/>
                  </a:lnTo>
                  <a:lnTo>
                    <a:pt x="243" y="1509"/>
                  </a:lnTo>
                  <a:lnTo>
                    <a:pt x="243" y="1510"/>
                  </a:lnTo>
                  <a:lnTo>
                    <a:pt x="244" y="1509"/>
                  </a:lnTo>
                  <a:lnTo>
                    <a:pt x="244" y="1509"/>
                  </a:lnTo>
                  <a:lnTo>
                    <a:pt x="244" y="1509"/>
                  </a:lnTo>
                  <a:lnTo>
                    <a:pt x="245" y="1509"/>
                  </a:lnTo>
                  <a:lnTo>
                    <a:pt x="245" y="1509"/>
                  </a:lnTo>
                  <a:lnTo>
                    <a:pt x="245" y="1509"/>
                  </a:lnTo>
                  <a:lnTo>
                    <a:pt x="245" y="1509"/>
                  </a:lnTo>
                  <a:lnTo>
                    <a:pt x="245" y="1509"/>
                  </a:lnTo>
                  <a:lnTo>
                    <a:pt x="246" y="1509"/>
                  </a:lnTo>
                  <a:lnTo>
                    <a:pt x="246" y="1510"/>
                  </a:lnTo>
                  <a:lnTo>
                    <a:pt x="246" y="1510"/>
                  </a:lnTo>
                  <a:lnTo>
                    <a:pt x="247" y="1511"/>
                  </a:lnTo>
                  <a:lnTo>
                    <a:pt x="248" y="1510"/>
                  </a:lnTo>
                  <a:lnTo>
                    <a:pt x="249" y="1510"/>
                  </a:lnTo>
                  <a:lnTo>
                    <a:pt x="249" y="1509"/>
                  </a:lnTo>
                  <a:lnTo>
                    <a:pt x="249" y="1509"/>
                  </a:lnTo>
                  <a:lnTo>
                    <a:pt x="249" y="1509"/>
                  </a:lnTo>
                  <a:lnTo>
                    <a:pt x="248" y="1508"/>
                  </a:lnTo>
                  <a:lnTo>
                    <a:pt x="249" y="1508"/>
                  </a:lnTo>
                  <a:lnTo>
                    <a:pt x="249" y="1507"/>
                  </a:lnTo>
                  <a:lnTo>
                    <a:pt x="248" y="1508"/>
                  </a:lnTo>
                  <a:lnTo>
                    <a:pt x="248" y="1507"/>
                  </a:lnTo>
                  <a:lnTo>
                    <a:pt x="248" y="1507"/>
                  </a:lnTo>
                  <a:lnTo>
                    <a:pt x="249" y="1505"/>
                  </a:lnTo>
                  <a:lnTo>
                    <a:pt x="250" y="1505"/>
                  </a:lnTo>
                  <a:lnTo>
                    <a:pt x="250" y="1506"/>
                  </a:lnTo>
                  <a:lnTo>
                    <a:pt x="250" y="1505"/>
                  </a:lnTo>
                  <a:lnTo>
                    <a:pt x="250" y="1505"/>
                  </a:lnTo>
                  <a:lnTo>
                    <a:pt x="250" y="1505"/>
                  </a:lnTo>
                  <a:lnTo>
                    <a:pt x="250" y="1505"/>
                  </a:lnTo>
                  <a:lnTo>
                    <a:pt x="251" y="1505"/>
                  </a:lnTo>
                  <a:lnTo>
                    <a:pt x="252" y="1505"/>
                  </a:lnTo>
                  <a:lnTo>
                    <a:pt x="252" y="1505"/>
                  </a:lnTo>
                  <a:lnTo>
                    <a:pt x="252" y="1504"/>
                  </a:lnTo>
                  <a:lnTo>
                    <a:pt x="253" y="1503"/>
                  </a:lnTo>
                  <a:lnTo>
                    <a:pt x="254" y="1503"/>
                  </a:lnTo>
                  <a:lnTo>
                    <a:pt x="254" y="1503"/>
                  </a:lnTo>
                  <a:lnTo>
                    <a:pt x="253" y="1502"/>
                  </a:lnTo>
                  <a:lnTo>
                    <a:pt x="253" y="1502"/>
                  </a:lnTo>
                  <a:lnTo>
                    <a:pt x="254" y="1502"/>
                  </a:lnTo>
                  <a:lnTo>
                    <a:pt x="254" y="1502"/>
                  </a:lnTo>
                  <a:close/>
                  <a:moveTo>
                    <a:pt x="327" y="1497"/>
                  </a:moveTo>
                  <a:lnTo>
                    <a:pt x="328" y="1497"/>
                  </a:lnTo>
                  <a:lnTo>
                    <a:pt x="328" y="1497"/>
                  </a:lnTo>
                  <a:lnTo>
                    <a:pt x="328" y="1498"/>
                  </a:lnTo>
                  <a:lnTo>
                    <a:pt x="329" y="1499"/>
                  </a:lnTo>
                  <a:lnTo>
                    <a:pt x="329" y="1499"/>
                  </a:lnTo>
                  <a:lnTo>
                    <a:pt x="329" y="1500"/>
                  </a:lnTo>
                  <a:lnTo>
                    <a:pt x="330" y="1501"/>
                  </a:lnTo>
                  <a:lnTo>
                    <a:pt x="330" y="1501"/>
                  </a:lnTo>
                  <a:lnTo>
                    <a:pt x="330" y="1503"/>
                  </a:lnTo>
                  <a:lnTo>
                    <a:pt x="331" y="1503"/>
                  </a:lnTo>
                  <a:lnTo>
                    <a:pt x="330" y="1505"/>
                  </a:lnTo>
                  <a:lnTo>
                    <a:pt x="329" y="1505"/>
                  </a:lnTo>
                  <a:lnTo>
                    <a:pt x="329" y="1505"/>
                  </a:lnTo>
                  <a:lnTo>
                    <a:pt x="330" y="1505"/>
                  </a:lnTo>
                  <a:lnTo>
                    <a:pt x="330" y="1507"/>
                  </a:lnTo>
                  <a:lnTo>
                    <a:pt x="331" y="1507"/>
                  </a:lnTo>
                  <a:lnTo>
                    <a:pt x="330" y="1509"/>
                  </a:lnTo>
                  <a:lnTo>
                    <a:pt x="330" y="1509"/>
                  </a:lnTo>
                  <a:lnTo>
                    <a:pt x="329" y="1509"/>
                  </a:lnTo>
                  <a:lnTo>
                    <a:pt x="329" y="1509"/>
                  </a:lnTo>
                  <a:lnTo>
                    <a:pt x="329" y="1511"/>
                  </a:lnTo>
                  <a:lnTo>
                    <a:pt x="328" y="1512"/>
                  </a:lnTo>
                  <a:lnTo>
                    <a:pt x="328" y="1512"/>
                  </a:lnTo>
                  <a:lnTo>
                    <a:pt x="328" y="1513"/>
                  </a:lnTo>
                  <a:lnTo>
                    <a:pt x="328" y="1513"/>
                  </a:lnTo>
                  <a:lnTo>
                    <a:pt x="327" y="1514"/>
                  </a:lnTo>
                  <a:lnTo>
                    <a:pt x="327" y="1514"/>
                  </a:lnTo>
                  <a:lnTo>
                    <a:pt x="326" y="1515"/>
                  </a:lnTo>
                  <a:lnTo>
                    <a:pt x="325" y="1518"/>
                  </a:lnTo>
                  <a:lnTo>
                    <a:pt x="324" y="1518"/>
                  </a:lnTo>
                  <a:lnTo>
                    <a:pt x="324" y="1518"/>
                  </a:lnTo>
                  <a:lnTo>
                    <a:pt x="324" y="1519"/>
                  </a:lnTo>
                  <a:lnTo>
                    <a:pt x="323" y="1521"/>
                  </a:lnTo>
                  <a:lnTo>
                    <a:pt x="322" y="1522"/>
                  </a:lnTo>
                  <a:lnTo>
                    <a:pt x="321" y="1525"/>
                  </a:lnTo>
                  <a:lnTo>
                    <a:pt x="321" y="1525"/>
                  </a:lnTo>
                  <a:lnTo>
                    <a:pt x="319" y="1527"/>
                  </a:lnTo>
                  <a:lnTo>
                    <a:pt x="319" y="1527"/>
                  </a:lnTo>
                  <a:lnTo>
                    <a:pt x="319" y="1527"/>
                  </a:lnTo>
                  <a:lnTo>
                    <a:pt x="319" y="1528"/>
                  </a:lnTo>
                  <a:lnTo>
                    <a:pt x="319" y="1529"/>
                  </a:lnTo>
                  <a:lnTo>
                    <a:pt x="319" y="1529"/>
                  </a:lnTo>
                  <a:lnTo>
                    <a:pt x="319" y="1530"/>
                  </a:lnTo>
                  <a:lnTo>
                    <a:pt x="319" y="1531"/>
                  </a:lnTo>
                  <a:lnTo>
                    <a:pt x="318" y="1531"/>
                  </a:lnTo>
                  <a:lnTo>
                    <a:pt x="318" y="1532"/>
                  </a:lnTo>
                  <a:lnTo>
                    <a:pt x="317" y="1533"/>
                  </a:lnTo>
                  <a:lnTo>
                    <a:pt x="317" y="1533"/>
                  </a:lnTo>
                  <a:lnTo>
                    <a:pt x="317" y="1534"/>
                  </a:lnTo>
                  <a:lnTo>
                    <a:pt x="317" y="1535"/>
                  </a:lnTo>
                  <a:lnTo>
                    <a:pt x="316" y="1535"/>
                  </a:lnTo>
                  <a:lnTo>
                    <a:pt x="315" y="1536"/>
                  </a:lnTo>
                  <a:lnTo>
                    <a:pt x="315" y="1536"/>
                  </a:lnTo>
                  <a:lnTo>
                    <a:pt x="315" y="1537"/>
                  </a:lnTo>
                  <a:lnTo>
                    <a:pt x="315" y="1537"/>
                  </a:lnTo>
                  <a:lnTo>
                    <a:pt x="315" y="1537"/>
                  </a:lnTo>
                  <a:lnTo>
                    <a:pt x="315" y="1537"/>
                  </a:lnTo>
                  <a:lnTo>
                    <a:pt x="315" y="1537"/>
                  </a:lnTo>
                  <a:lnTo>
                    <a:pt x="314" y="1537"/>
                  </a:lnTo>
                  <a:lnTo>
                    <a:pt x="313" y="1537"/>
                  </a:lnTo>
                  <a:lnTo>
                    <a:pt x="313" y="1537"/>
                  </a:lnTo>
                  <a:lnTo>
                    <a:pt x="313" y="1539"/>
                  </a:lnTo>
                  <a:lnTo>
                    <a:pt x="312" y="1539"/>
                  </a:lnTo>
                  <a:lnTo>
                    <a:pt x="312" y="1540"/>
                  </a:lnTo>
                  <a:lnTo>
                    <a:pt x="312" y="1540"/>
                  </a:lnTo>
                  <a:lnTo>
                    <a:pt x="312" y="1541"/>
                  </a:lnTo>
                  <a:lnTo>
                    <a:pt x="311" y="1541"/>
                  </a:lnTo>
                  <a:lnTo>
                    <a:pt x="311" y="1542"/>
                  </a:lnTo>
                  <a:lnTo>
                    <a:pt x="311" y="1543"/>
                  </a:lnTo>
                  <a:lnTo>
                    <a:pt x="311" y="1543"/>
                  </a:lnTo>
                  <a:lnTo>
                    <a:pt x="311" y="1545"/>
                  </a:lnTo>
                  <a:lnTo>
                    <a:pt x="311" y="1546"/>
                  </a:lnTo>
                  <a:lnTo>
                    <a:pt x="310" y="1546"/>
                  </a:lnTo>
                  <a:lnTo>
                    <a:pt x="310" y="1546"/>
                  </a:lnTo>
                  <a:lnTo>
                    <a:pt x="310" y="1547"/>
                  </a:lnTo>
                  <a:lnTo>
                    <a:pt x="310" y="1547"/>
                  </a:lnTo>
                  <a:lnTo>
                    <a:pt x="309" y="1548"/>
                  </a:lnTo>
                  <a:lnTo>
                    <a:pt x="308" y="1550"/>
                  </a:lnTo>
                  <a:lnTo>
                    <a:pt x="307" y="1550"/>
                  </a:lnTo>
                  <a:lnTo>
                    <a:pt x="308" y="1550"/>
                  </a:lnTo>
                  <a:lnTo>
                    <a:pt x="307" y="1551"/>
                  </a:lnTo>
                  <a:lnTo>
                    <a:pt x="306" y="1551"/>
                  </a:lnTo>
                  <a:lnTo>
                    <a:pt x="306" y="1550"/>
                  </a:lnTo>
                  <a:lnTo>
                    <a:pt x="306" y="1550"/>
                  </a:lnTo>
                  <a:lnTo>
                    <a:pt x="306" y="1550"/>
                  </a:lnTo>
                  <a:lnTo>
                    <a:pt x="306" y="1551"/>
                  </a:lnTo>
                  <a:lnTo>
                    <a:pt x="306" y="1551"/>
                  </a:lnTo>
                  <a:lnTo>
                    <a:pt x="306" y="1551"/>
                  </a:lnTo>
                  <a:lnTo>
                    <a:pt x="306" y="1551"/>
                  </a:lnTo>
                  <a:lnTo>
                    <a:pt x="306" y="1552"/>
                  </a:lnTo>
                  <a:lnTo>
                    <a:pt x="306" y="1555"/>
                  </a:lnTo>
                  <a:lnTo>
                    <a:pt x="305" y="1557"/>
                  </a:lnTo>
                  <a:lnTo>
                    <a:pt x="304" y="1557"/>
                  </a:lnTo>
                  <a:lnTo>
                    <a:pt x="303" y="1558"/>
                  </a:lnTo>
                  <a:lnTo>
                    <a:pt x="303" y="1559"/>
                  </a:lnTo>
                  <a:lnTo>
                    <a:pt x="303" y="1560"/>
                  </a:lnTo>
                  <a:lnTo>
                    <a:pt x="304" y="1559"/>
                  </a:lnTo>
                  <a:lnTo>
                    <a:pt x="304" y="1559"/>
                  </a:lnTo>
                  <a:lnTo>
                    <a:pt x="304" y="1559"/>
                  </a:lnTo>
                  <a:lnTo>
                    <a:pt x="304" y="1560"/>
                  </a:lnTo>
                  <a:lnTo>
                    <a:pt x="303" y="1561"/>
                  </a:lnTo>
                  <a:lnTo>
                    <a:pt x="303" y="1561"/>
                  </a:lnTo>
                  <a:lnTo>
                    <a:pt x="303" y="1561"/>
                  </a:lnTo>
                  <a:lnTo>
                    <a:pt x="303" y="1563"/>
                  </a:lnTo>
                  <a:lnTo>
                    <a:pt x="302" y="1564"/>
                  </a:lnTo>
                  <a:lnTo>
                    <a:pt x="302" y="1565"/>
                  </a:lnTo>
                  <a:lnTo>
                    <a:pt x="302" y="1566"/>
                  </a:lnTo>
                  <a:lnTo>
                    <a:pt x="301" y="1566"/>
                  </a:lnTo>
                  <a:lnTo>
                    <a:pt x="301" y="1567"/>
                  </a:lnTo>
                  <a:lnTo>
                    <a:pt x="300" y="1568"/>
                  </a:lnTo>
                  <a:lnTo>
                    <a:pt x="300" y="1568"/>
                  </a:lnTo>
                  <a:lnTo>
                    <a:pt x="300" y="1568"/>
                  </a:lnTo>
                  <a:lnTo>
                    <a:pt x="300" y="1569"/>
                  </a:lnTo>
                  <a:lnTo>
                    <a:pt x="299" y="1570"/>
                  </a:lnTo>
                  <a:lnTo>
                    <a:pt x="299" y="1570"/>
                  </a:lnTo>
                  <a:lnTo>
                    <a:pt x="299" y="1570"/>
                  </a:lnTo>
                  <a:lnTo>
                    <a:pt x="299" y="1570"/>
                  </a:lnTo>
                  <a:lnTo>
                    <a:pt x="299" y="1571"/>
                  </a:lnTo>
                  <a:lnTo>
                    <a:pt x="299" y="1572"/>
                  </a:lnTo>
                  <a:lnTo>
                    <a:pt x="299" y="1572"/>
                  </a:lnTo>
                  <a:lnTo>
                    <a:pt x="299" y="1573"/>
                  </a:lnTo>
                  <a:lnTo>
                    <a:pt x="299" y="1573"/>
                  </a:lnTo>
                  <a:lnTo>
                    <a:pt x="299" y="1574"/>
                  </a:lnTo>
                  <a:lnTo>
                    <a:pt x="299" y="1574"/>
                  </a:lnTo>
                  <a:lnTo>
                    <a:pt x="300" y="1574"/>
                  </a:lnTo>
                  <a:lnTo>
                    <a:pt x="300" y="1574"/>
                  </a:lnTo>
                  <a:lnTo>
                    <a:pt x="297" y="1577"/>
                  </a:lnTo>
                  <a:lnTo>
                    <a:pt x="297" y="1577"/>
                  </a:lnTo>
                  <a:lnTo>
                    <a:pt x="297" y="1577"/>
                  </a:lnTo>
                  <a:lnTo>
                    <a:pt x="298" y="1575"/>
                  </a:lnTo>
                  <a:lnTo>
                    <a:pt x="298" y="1574"/>
                  </a:lnTo>
                  <a:lnTo>
                    <a:pt x="297" y="1574"/>
                  </a:lnTo>
                  <a:lnTo>
                    <a:pt x="297" y="1574"/>
                  </a:lnTo>
                  <a:lnTo>
                    <a:pt x="297" y="1574"/>
                  </a:lnTo>
                  <a:lnTo>
                    <a:pt x="296" y="1574"/>
                  </a:lnTo>
                  <a:lnTo>
                    <a:pt x="296" y="1574"/>
                  </a:lnTo>
                  <a:lnTo>
                    <a:pt x="296" y="1574"/>
                  </a:lnTo>
                  <a:lnTo>
                    <a:pt x="296" y="1574"/>
                  </a:lnTo>
                  <a:lnTo>
                    <a:pt x="296" y="1574"/>
                  </a:lnTo>
                  <a:lnTo>
                    <a:pt x="296" y="1575"/>
                  </a:lnTo>
                  <a:lnTo>
                    <a:pt x="295" y="1576"/>
                  </a:lnTo>
                  <a:lnTo>
                    <a:pt x="295" y="1577"/>
                  </a:lnTo>
                  <a:lnTo>
                    <a:pt x="296" y="1578"/>
                  </a:lnTo>
                  <a:lnTo>
                    <a:pt x="296" y="1578"/>
                  </a:lnTo>
                  <a:lnTo>
                    <a:pt x="296" y="1579"/>
                  </a:lnTo>
                  <a:lnTo>
                    <a:pt x="296" y="1579"/>
                  </a:lnTo>
                  <a:lnTo>
                    <a:pt x="296" y="1579"/>
                  </a:lnTo>
                  <a:lnTo>
                    <a:pt x="297" y="1579"/>
                  </a:lnTo>
                  <a:lnTo>
                    <a:pt x="296" y="1579"/>
                  </a:lnTo>
                  <a:lnTo>
                    <a:pt x="296" y="1580"/>
                  </a:lnTo>
                  <a:lnTo>
                    <a:pt x="296" y="1580"/>
                  </a:lnTo>
                  <a:lnTo>
                    <a:pt x="296" y="1580"/>
                  </a:lnTo>
                  <a:lnTo>
                    <a:pt x="295" y="1580"/>
                  </a:lnTo>
                  <a:lnTo>
                    <a:pt x="295" y="1581"/>
                  </a:lnTo>
                  <a:lnTo>
                    <a:pt x="294" y="1581"/>
                  </a:lnTo>
                  <a:lnTo>
                    <a:pt x="295" y="1580"/>
                  </a:lnTo>
                  <a:lnTo>
                    <a:pt x="294" y="1580"/>
                  </a:lnTo>
                  <a:lnTo>
                    <a:pt x="294" y="1581"/>
                  </a:lnTo>
                  <a:lnTo>
                    <a:pt x="294" y="1580"/>
                  </a:lnTo>
                  <a:lnTo>
                    <a:pt x="294" y="1579"/>
                  </a:lnTo>
                  <a:lnTo>
                    <a:pt x="293" y="1579"/>
                  </a:lnTo>
                  <a:lnTo>
                    <a:pt x="293" y="1579"/>
                  </a:lnTo>
                  <a:lnTo>
                    <a:pt x="293" y="1579"/>
                  </a:lnTo>
                  <a:lnTo>
                    <a:pt x="292" y="1579"/>
                  </a:lnTo>
                  <a:lnTo>
                    <a:pt x="291" y="1580"/>
                  </a:lnTo>
                  <a:lnTo>
                    <a:pt x="290" y="1580"/>
                  </a:lnTo>
                  <a:lnTo>
                    <a:pt x="289" y="1581"/>
                  </a:lnTo>
                  <a:lnTo>
                    <a:pt x="289" y="1583"/>
                  </a:lnTo>
                  <a:lnTo>
                    <a:pt x="289" y="1584"/>
                  </a:lnTo>
                  <a:lnTo>
                    <a:pt x="289" y="1585"/>
                  </a:lnTo>
                  <a:lnTo>
                    <a:pt x="288" y="1586"/>
                  </a:lnTo>
                  <a:lnTo>
                    <a:pt x="288" y="1586"/>
                  </a:lnTo>
                  <a:lnTo>
                    <a:pt x="287" y="1590"/>
                  </a:lnTo>
                  <a:lnTo>
                    <a:pt x="287" y="1591"/>
                  </a:lnTo>
                  <a:lnTo>
                    <a:pt x="288" y="1591"/>
                  </a:lnTo>
                  <a:lnTo>
                    <a:pt x="288" y="1591"/>
                  </a:lnTo>
                  <a:lnTo>
                    <a:pt x="288" y="1592"/>
                  </a:lnTo>
                  <a:lnTo>
                    <a:pt x="289" y="1592"/>
                  </a:lnTo>
                  <a:lnTo>
                    <a:pt x="289" y="1592"/>
                  </a:lnTo>
                  <a:lnTo>
                    <a:pt x="288" y="1592"/>
                  </a:lnTo>
                  <a:lnTo>
                    <a:pt x="289" y="1592"/>
                  </a:lnTo>
                  <a:lnTo>
                    <a:pt x="289" y="1593"/>
                  </a:lnTo>
                  <a:lnTo>
                    <a:pt x="289" y="1593"/>
                  </a:lnTo>
                  <a:lnTo>
                    <a:pt x="289" y="1593"/>
                  </a:lnTo>
                  <a:lnTo>
                    <a:pt x="289" y="1594"/>
                  </a:lnTo>
                  <a:lnTo>
                    <a:pt x="288" y="1594"/>
                  </a:lnTo>
                  <a:lnTo>
                    <a:pt x="288" y="1595"/>
                  </a:lnTo>
                  <a:lnTo>
                    <a:pt x="286" y="1596"/>
                  </a:lnTo>
                  <a:lnTo>
                    <a:pt x="286" y="1596"/>
                  </a:lnTo>
                  <a:lnTo>
                    <a:pt x="287" y="1596"/>
                  </a:lnTo>
                  <a:lnTo>
                    <a:pt x="287" y="1596"/>
                  </a:lnTo>
                  <a:lnTo>
                    <a:pt x="286" y="1598"/>
                  </a:lnTo>
                  <a:lnTo>
                    <a:pt x="286" y="1598"/>
                  </a:lnTo>
                  <a:lnTo>
                    <a:pt x="285" y="1599"/>
                  </a:lnTo>
                  <a:lnTo>
                    <a:pt x="285" y="1600"/>
                  </a:lnTo>
                  <a:lnTo>
                    <a:pt x="286" y="1600"/>
                  </a:lnTo>
                  <a:lnTo>
                    <a:pt x="286" y="1600"/>
                  </a:lnTo>
                  <a:lnTo>
                    <a:pt x="285" y="1600"/>
                  </a:lnTo>
                  <a:lnTo>
                    <a:pt x="285" y="1601"/>
                  </a:lnTo>
                  <a:lnTo>
                    <a:pt x="284" y="1602"/>
                  </a:lnTo>
                  <a:lnTo>
                    <a:pt x="284" y="1603"/>
                  </a:lnTo>
                  <a:lnTo>
                    <a:pt x="284" y="1603"/>
                  </a:lnTo>
                  <a:lnTo>
                    <a:pt x="283" y="1603"/>
                  </a:lnTo>
                  <a:lnTo>
                    <a:pt x="282" y="1603"/>
                  </a:lnTo>
                  <a:lnTo>
                    <a:pt x="282" y="1603"/>
                  </a:lnTo>
                  <a:lnTo>
                    <a:pt x="282" y="1603"/>
                  </a:lnTo>
                  <a:lnTo>
                    <a:pt x="282" y="1602"/>
                  </a:lnTo>
                  <a:lnTo>
                    <a:pt x="280" y="1602"/>
                  </a:lnTo>
                  <a:lnTo>
                    <a:pt x="280" y="1603"/>
                  </a:lnTo>
                  <a:lnTo>
                    <a:pt x="280" y="1602"/>
                  </a:lnTo>
                  <a:lnTo>
                    <a:pt x="279" y="1602"/>
                  </a:lnTo>
                  <a:lnTo>
                    <a:pt x="279" y="1602"/>
                  </a:lnTo>
                  <a:lnTo>
                    <a:pt x="279" y="1602"/>
                  </a:lnTo>
                  <a:lnTo>
                    <a:pt x="278" y="1601"/>
                  </a:lnTo>
                  <a:lnTo>
                    <a:pt x="277" y="1601"/>
                  </a:lnTo>
                  <a:lnTo>
                    <a:pt x="276" y="1601"/>
                  </a:lnTo>
                  <a:lnTo>
                    <a:pt x="276" y="1601"/>
                  </a:lnTo>
                  <a:lnTo>
                    <a:pt x="275" y="1602"/>
                  </a:lnTo>
                  <a:lnTo>
                    <a:pt x="274" y="1602"/>
                  </a:lnTo>
                  <a:lnTo>
                    <a:pt x="274" y="1602"/>
                  </a:lnTo>
                  <a:lnTo>
                    <a:pt x="273" y="1602"/>
                  </a:lnTo>
                  <a:lnTo>
                    <a:pt x="272" y="1602"/>
                  </a:lnTo>
                  <a:lnTo>
                    <a:pt x="272" y="1601"/>
                  </a:lnTo>
                  <a:lnTo>
                    <a:pt x="272" y="1600"/>
                  </a:lnTo>
                  <a:lnTo>
                    <a:pt x="271" y="1600"/>
                  </a:lnTo>
                  <a:lnTo>
                    <a:pt x="270" y="1600"/>
                  </a:lnTo>
                  <a:lnTo>
                    <a:pt x="269" y="1600"/>
                  </a:lnTo>
                  <a:lnTo>
                    <a:pt x="267" y="1599"/>
                  </a:lnTo>
                  <a:lnTo>
                    <a:pt x="267" y="1598"/>
                  </a:lnTo>
                  <a:lnTo>
                    <a:pt x="267" y="1598"/>
                  </a:lnTo>
                  <a:lnTo>
                    <a:pt x="267" y="1598"/>
                  </a:lnTo>
                  <a:lnTo>
                    <a:pt x="267" y="1597"/>
                  </a:lnTo>
                  <a:lnTo>
                    <a:pt x="267" y="1596"/>
                  </a:lnTo>
                  <a:lnTo>
                    <a:pt x="267" y="1596"/>
                  </a:lnTo>
                  <a:lnTo>
                    <a:pt x="265" y="1596"/>
                  </a:lnTo>
                  <a:lnTo>
                    <a:pt x="265" y="1595"/>
                  </a:lnTo>
                  <a:lnTo>
                    <a:pt x="265" y="1594"/>
                  </a:lnTo>
                  <a:lnTo>
                    <a:pt x="265" y="1594"/>
                  </a:lnTo>
                  <a:lnTo>
                    <a:pt x="265" y="1594"/>
                  </a:lnTo>
                  <a:lnTo>
                    <a:pt x="265" y="1593"/>
                  </a:lnTo>
                  <a:lnTo>
                    <a:pt x="265" y="1593"/>
                  </a:lnTo>
                  <a:lnTo>
                    <a:pt x="265" y="1592"/>
                  </a:lnTo>
                  <a:lnTo>
                    <a:pt x="264" y="1592"/>
                  </a:lnTo>
                  <a:lnTo>
                    <a:pt x="264" y="1591"/>
                  </a:lnTo>
                  <a:lnTo>
                    <a:pt x="264" y="1591"/>
                  </a:lnTo>
                  <a:lnTo>
                    <a:pt x="264" y="1590"/>
                  </a:lnTo>
                  <a:lnTo>
                    <a:pt x="264" y="1588"/>
                  </a:lnTo>
                  <a:lnTo>
                    <a:pt x="264" y="1588"/>
                  </a:lnTo>
                  <a:lnTo>
                    <a:pt x="264" y="1588"/>
                  </a:lnTo>
                  <a:lnTo>
                    <a:pt x="263" y="1587"/>
                  </a:lnTo>
                  <a:lnTo>
                    <a:pt x="263" y="1587"/>
                  </a:lnTo>
                  <a:lnTo>
                    <a:pt x="263" y="1587"/>
                  </a:lnTo>
                  <a:lnTo>
                    <a:pt x="263" y="1586"/>
                  </a:lnTo>
                  <a:lnTo>
                    <a:pt x="263" y="1586"/>
                  </a:lnTo>
                  <a:lnTo>
                    <a:pt x="263" y="1585"/>
                  </a:lnTo>
                  <a:lnTo>
                    <a:pt x="263" y="1585"/>
                  </a:lnTo>
                  <a:lnTo>
                    <a:pt x="263" y="1585"/>
                  </a:lnTo>
                  <a:lnTo>
                    <a:pt x="264" y="1584"/>
                  </a:lnTo>
                  <a:lnTo>
                    <a:pt x="264" y="1582"/>
                  </a:lnTo>
                  <a:lnTo>
                    <a:pt x="264" y="1581"/>
                  </a:lnTo>
                  <a:lnTo>
                    <a:pt x="263" y="1581"/>
                  </a:lnTo>
                  <a:lnTo>
                    <a:pt x="263" y="1580"/>
                  </a:lnTo>
                  <a:lnTo>
                    <a:pt x="263" y="1580"/>
                  </a:lnTo>
                  <a:lnTo>
                    <a:pt x="263" y="1579"/>
                  </a:lnTo>
                  <a:lnTo>
                    <a:pt x="263" y="1579"/>
                  </a:lnTo>
                  <a:lnTo>
                    <a:pt x="263" y="1579"/>
                  </a:lnTo>
                  <a:lnTo>
                    <a:pt x="263" y="1578"/>
                  </a:lnTo>
                  <a:lnTo>
                    <a:pt x="263" y="1577"/>
                  </a:lnTo>
                  <a:lnTo>
                    <a:pt x="263" y="1576"/>
                  </a:lnTo>
                  <a:lnTo>
                    <a:pt x="263" y="1576"/>
                  </a:lnTo>
                  <a:lnTo>
                    <a:pt x="263" y="1575"/>
                  </a:lnTo>
                  <a:lnTo>
                    <a:pt x="263" y="1575"/>
                  </a:lnTo>
                  <a:lnTo>
                    <a:pt x="263" y="1574"/>
                  </a:lnTo>
                  <a:lnTo>
                    <a:pt x="263" y="1573"/>
                  </a:lnTo>
                  <a:lnTo>
                    <a:pt x="263" y="1573"/>
                  </a:lnTo>
                  <a:lnTo>
                    <a:pt x="264" y="1572"/>
                  </a:lnTo>
                  <a:lnTo>
                    <a:pt x="264" y="1571"/>
                  </a:lnTo>
                  <a:lnTo>
                    <a:pt x="264" y="1570"/>
                  </a:lnTo>
                  <a:lnTo>
                    <a:pt x="265" y="1570"/>
                  </a:lnTo>
                  <a:lnTo>
                    <a:pt x="265" y="1570"/>
                  </a:lnTo>
                  <a:lnTo>
                    <a:pt x="267" y="1570"/>
                  </a:lnTo>
                  <a:lnTo>
                    <a:pt x="267" y="1569"/>
                  </a:lnTo>
                  <a:lnTo>
                    <a:pt x="267" y="1569"/>
                  </a:lnTo>
                  <a:lnTo>
                    <a:pt x="267" y="1568"/>
                  </a:lnTo>
                  <a:lnTo>
                    <a:pt x="267" y="1567"/>
                  </a:lnTo>
                  <a:lnTo>
                    <a:pt x="267" y="1566"/>
                  </a:lnTo>
                  <a:lnTo>
                    <a:pt x="267" y="1566"/>
                  </a:lnTo>
                  <a:lnTo>
                    <a:pt x="267" y="1565"/>
                  </a:lnTo>
                  <a:lnTo>
                    <a:pt x="268" y="1565"/>
                  </a:lnTo>
                  <a:lnTo>
                    <a:pt x="268" y="1564"/>
                  </a:lnTo>
                  <a:lnTo>
                    <a:pt x="268" y="1564"/>
                  </a:lnTo>
                  <a:lnTo>
                    <a:pt x="269" y="1563"/>
                  </a:lnTo>
                  <a:lnTo>
                    <a:pt x="269" y="1563"/>
                  </a:lnTo>
                  <a:lnTo>
                    <a:pt x="269" y="1562"/>
                  </a:lnTo>
                  <a:lnTo>
                    <a:pt x="271" y="1560"/>
                  </a:lnTo>
                  <a:lnTo>
                    <a:pt x="271" y="1559"/>
                  </a:lnTo>
                  <a:lnTo>
                    <a:pt x="271" y="1559"/>
                  </a:lnTo>
                  <a:lnTo>
                    <a:pt x="272" y="1558"/>
                  </a:lnTo>
                  <a:lnTo>
                    <a:pt x="273" y="1558"/>
                  </a:lnTo>
                  <a:lnTo>
                    <a:pt x="273" y="1558"/>
                  </a:lnTo>
                  <a:lnTo>
                    <a:pt x="274" y="1557"/>
                  </a:lnTo>
                  <a:lnTo>
                    <a:pt x="274" y="1557"/>
                  </a:lnTo>
                  <a:lnTo>
                    <a:pt x="275" y="1557"/>
                  </a:lnTo>
                  <a:lnTo>
                    <a:pt x="275" y="1557"/>
                  </a:lnTo>
                  <a:lnTo>
                    <a:pt x="275" y="1557"/>
                  </a:lnTo>
                  <a:lnTo>
                    <a:pt x="276" y="1557"/>
                  </a:lnTo>
                  <a:lnTo>
                    <a:pt x="276" y="1557"/>
                  </a:lnTo>
                  <a:lnTo>
                    <a:pt x="276" y="1557"/>
                  </a:lnTo>
                  <a:lnTo>
                    <a:pt x="277" y="1557"/>
                  </a:lnTo>
                  <a:lnTo>
                    <a:pt x="278" y="1556"/>
                  </a:lnTo>
                  <a:lnTo>
                    <a:pt x="278" y="1556"/>
                  </a:lnTo>
                  <a:lnTo>
                    <a:pt x="278" y="1555"/>
                  </a:lnTo>
                  <a:lnTo>
                    <a:pt x="278" y="1555"/>
                  </a:lnTo>
                  <a:lnTo>
                    <a:pt x="279" y="1555"/>
                  </a:lnTo>
                  <a:lnTo>
                    <a:pt x="279" y="1556"/>
                  </a:lnTo>
                  <a:lnTo>
                    <a:pt x="280" y="1556"/>
                  </a:lnTo>
                  <a:lnTo>
                    <a:pt x="280" y="1556"/>
                  </a:lnTo>
                  <a:lnTo>
                    <a:pt x="281" y="1556"/>
                  </a:lnTo>
                  <a:lnTo>
                    <a:pt x="281" y="1556"/>
                  </a:lnTo>
                  <a:lnTo>
                    <a:pt x="281" y="1556"/>
                  </a:lnTo>
                  <a:lnTo>
                    <a:pt x="281" y="1557"/>
                  </a:lnTo>
                  <a:lnTo>
                    <a:pt x="282" y="1557"/>
                  </a:lnTo>
                  <a:lnTo>
                    <a:pt x="283" y="1556"/>
                  </a:lnTo>
                  <a:lnTo>
                    <a:pt x="283" y="1556"/>
                  </a:lnTo>
                  <a:lnTo>
                    <a:pt x="284" y="1556"/>
                  </a:lnTo>
                  <a:lnTo>
                    <a:pt x="285" y="1555"/>
                  </a:lnTo>
                  <a:lnTo>
                    <a:pt x="285" y="1554"/>
                  </a:lnTo>
                  <a:lnTo>
                    <a:pt x="285" y="1554"/>
                  </a:lnTo>
                  <a:lnTo>
                    <a:pt x="286" y="1554"/>
                  </a:lnTo>
                  <a:lnTo>
                    <a:pt x="287" y="1555"/>
                  </a:lnTo>
                  <a:lnTo>
                    <a:pt x="289" y="1554"/>
                  </a:lnTo>
                  <a:lnTo>
                    <a:pt x="289" y="1554"/>
                  </a:lnTo>
                  <a:lnTo>
                    <a:pt x="289" y="1553"/>
                  </a:lnTo>
                  <a:lnTo>
                    <a:pt x="290" y="1553"/>
                  </a:lnTo>
                  <a:lnTo>
                    <a:pt x="290" y="1553"/>
                  </a:lnTo>
                  <a:lnTo>
                    <a:pt x="291" y="1553"/>
                  </a:lnTo>
                  <a:lnTo>
                    <a:pt x="291" y="1553"/>
                  </a:lnTo>
                  <a:lnTo>
                    <a:pt x="291" y="1553"/>
                  </a:lnTo>
                  <a:lnTo>
                    <a:pt x="291" y="1553"/>
                  </a:lnTo>
                  <a:lnTo>
                    <a:pt x="292" y="1553"/>
                  </a:lnTo>
                  <a:lnTo>
                    <a:pt x="292" y="1554"/>
                  </a:lnTo>
                  <a:lnTo>
                    <a:pt x="292" y="1554"/>
                  </a:lnTo>
                  <a:lnTo>
                    <a:pt x="293" y="1554"/>
                  </a:lnTo>
                  <a:lnTo>
                    <a:pt x="293" y="1554"/>
                  </a:lnTo>
                  <a:lnTo>
                    <a:pt x="293" y="1553"/>
                  </a:lnTo>
                  <a:lnTo>
                    <a:pt x="293" y="1553"/>
                  </a:lnTo>
                  <a:lnTo>
                    <a:pt x="294" y="1553"/>
                  </a:lnTo>
                  <a:lnTo>
                    <a:pt x="294" y="1553"/>
                  </a:lnTo>
                  <a:lnTo>
                    <a:pt x="295" y="1552"/>
                  </a:lnTo>
                  <a:lnTo>
                    <a:pt x="296" y="1552"/>
                  </a:lnTo>
                  <a:lnTo>
                    <a:pt x="297" y="1552"/>
                  </a:lnTo>
                  <a:lnTo>
                    <a:pt x="297" y="1551"/>
                  </a:lnTo>
                  <a:lnTo>
                    <a:pt x="297" y="1550"/>
                  </a:lnTo>
                  <a:lnTo>
                    <a:pt x="297" y="1549"/>
                  </a:lnTo>
                  <a:lnTo>
                    <a:pt x="297" y="1549"/>
                  </a:lnTo>
                  <a:lnTo>
                    <a:pt x="297" y="1548"/>
                  </a:lnTo>
                  <a:lnTo>
                    <a:pt x="297" y="1548"/>
                  </a:lnTo>
                  <a:lnTo>
                    <a:pt x="297" y="1548"/>
                  </a:lnTo>
                  <a:lnTo>
                    <a:pt x="297" y="1548"/>
                  </a:lnTo>
                  <a:lnTo>
                    <a:pt x="297" y="1548"/>
                  </a:lnTo>
                  <a:lnTo>
                    <a:pt x="297" y="1548"/>
                  </a:lnTo>
                  <a:lnTo>
                    <a:pt x="297" y="1548"/>
                  </a:lnTo>
                  <a:lnTo>
                    <a:pt x="297" y="1547"/>
                  </a:lnTo>
                  <a:lnTo>
                    <a:pt x="297" y="1547"/>
                  </a:lnTo>
                  <a:lnTo>
                    <a:pt x="296" y="1547"/>
                  </a:lnTo>
                  <a:lnTo>
                    <a:pt x="296" y="1548"/>
                  </a:lnTo>
                  <a:lnTo>
                    <a:pt x="296" y="1548"/>
                  </a:lnTo>
                  <a:lnTo>
                    <a:pt x="297" y="1548"/>
                  </a:lnTo>
                  <a:lnTo>
                    <a:pt x="296" y="1548"/>
                  </a:lnTo>
                  <a:lnTo>
                    <a:pt x="295" y="1548"/>
                  </a:lnTo>
                  <a:lnTo>
                    <a:pt x="295" y="1548"/>
                  </a:lnTo>
                  <a:lnTo>
                    <a:pt x="294" y="1549"/>
                  </a:lnTo>
                  <a:lnTo>
                    <a:pt x="293" y="1549"/>
                  </a:lnTo>
                  <a:lnTo>
                    <a:pt x="293" y="1549"/>
                  </a:lnTo>
                  <a:lnTo>
                    <a:pt x="293" y="1549"/>
                  </a:lnTo>
                  <a:lnTo>
                    <a:pt x="293" y="1548"/>
                  </a:lnTo>
                  <a:lnTo>
                    <a:pt x="293" y="1549"/>
                  </a:lnTo>
                  <a:lnTo>
                    <a:pt x="293" y="1549"/>
                  </a:lnTo>
                  <a:lnTo>
                    <a:pt x="292" y="1549"/>
                  </a:lnTo>
                  <a:lnTo>
                    <a:pt x="293" y="1550"/>
                  </a:lnTo>
                  <a:lnTo>
                    <a:pt x="292" y="1550"/>
                  </a:lnTo>
                  <a:lnTo>
                    <a:pt x="292" y="1551"/>
                  </a:lnTo>
                  <a:lnTo>
                    <a:pt x="292" y="1551"/>
                  </a:lnTo>
                  <a:lnTo>
                    <a:pt x="292" y="1551"/>
                  </a:lnTo>
                  <a:lnTo>
                    <a:pt x="292" y="1552"/>
                  </a:lnTo>
                  <a:lnTo>
                    <a:pt x="292" y="1552"/>
                  </a:lnTo>
                  <a:lnTo>
                    <a:pt x="292" y="1552"/>
                  </a:lnTo>
                  <a:lnTo>
                    <a:pt x="292" y="1552"/>
                  </a:lnTo>
                  <a:lnTo>
                    <a:pt x="291" y="1553"/>
                  </a:lnTo>
                  <a:lnTo>
                    <a:pt x="291" y="1553"/>
                  </a:lnTo>
                  <a:lnTo>
                    <a:pt x="290" y="1553"/>
                  </a:lnTo>
                  <a:lnTo>
                    <a:pt x="290" y="1553"/>
                  </a:lnTo>
                  <a:lnTo>
                    <a:pt x="290" y="1553"/>
                  </a:lnTo>
                  <a:lnTo>
                    <a:pt x="290" y="1552"/>
                  </a:lnTo>
                  <a:lnTo>
                    <a:pt x="290" y="1552"/>
                  </a:lnTo>
                  <a:lnTo>
                    <a:pt x="289" y="1553"/>
                  </a:lnTo>
                  <a:lnTo>
                    <a:pt x="289" y="1553"/>
                  </a:lnTo>
                  <a:lnTo>
                    <a:pt x="289" y="1553"/>
                  </a:lnTo>
                  <a:lnTo>
                    <a:pt x="289" y="1553"/>
                  </a:lnTo>
                  <a:lnTo>
                    <a:pt x="289" y="1553"/>
                  </a:lnTo>
                  <a:lnTo>
                    <a:pt x="287" y="1552"/>
                  </a:lnTo>
                  <a:lnTo>
                    <a:pt x="287" y="1553"/>
                  </a:lnTo>
                  <a:lnTo>
                    <a:pt x="287" y="1553"/>
                  </a:lnTo>
                  <a:lnTo>
                    <a:pt x="287" y="1552"/>
                  </a:lnTo>
                  <a:lnTo>
                    <a:pt x="287" y="1552"/>
                  </a:lnTo>
                  <a:lnTo>
                    <a:pt x="285" y="1551"/>
                  </a:lnTo>
                  <a:lnTo>
                    <a:pt x="284" y="1551"/>
                  </a:lnTo>
                  <a:lnTo>
                    <a:pt x="284" y="1551"/>
                  </a:lnTo>
                  <a:lnTo>
                    <a:pt x="284" y="1551"/>
                  </a:lnTo>
                  <a:lnTo>
                    <a:pt x="284" y="1552"/>
                  </a:lnTo>
                  <a:lnTo>
                    <a:pt x="284" y="1552"/>
                  </a:lnTo>
                  <a:lnTo>
                    <a:pt x="284" y="1551"/>
                  </a:lnTo>
                  <a:lnTo>
                    <a:pt x="283" y="1550"/>
                  </a:lnTo>
                  <a:lnTo>
                    <a:pt x="283" y="1549"/>
                  </a:lnTo>
                  <a:lnTo>
                    <a:pt x="283" y="1549"/>
                  </a:lnTo>
                  <a:lnTo>
                    <a:pt x="282" y="1550"/>
                  </a:lnTo>
                  <a:lnTo>
                    <a:pt x="281" y="1550"/>
                  </a:lnTo>
                  <a:lnTo>
                    <a:pt x="280" y="1549"/>
                  </a:lnTo>
                  <a:lnTo>
                    <a:pt x="280" y="1548"/>
                  </a:lnTo>
                  <a:lnTo>
                    <a:pt x="280" y="1548"/>
                  </a:lnTo>
                  <a:lnTo>
                    <a:pt x="280" y="1548"/>
                  </a:lnTo>
                  <a:lnTo>
                    <a:pt x="279" y="1548"/>
                  </a:lnTo>
                  <a:lnTo>
                    <a:pt x="279" y="1548"/>
                  </a:lnTo>
                  <a:lnTo>
                    <a:pt x="279" y="1548"/>
                  </a:lnTo>
                  <a:lnTo>
                    <a:pt x="279" y="1549"/>
                  </a:lnTo>
                  <a:lnTo>
                    <a:pt x="279" y="1549"/>
                  </a:lnTo>
                  <a:lnTo>
                    <a:pt x="278" y="1548"/>
                  </a:lnTo>
                  <a:lnTo>
                    <a:pt x="278" y="1549"/>
                  </a:lnTo>
                  <a:lnTo>
                    <a:pt x="277" y="1549"/>
                  </a:lnTo>
                  <a:lnTo>
                    <a:pt x="277" y="1548"/>
                  </a:lnTo>
                  <a:lnTo>
                    <a:pt x="278" y="1548"/>
                  </a:lnTo>
                  <a:lnTo>
                    <a:pt x="278" y="1547"/>
                  </a:lnTo>
                  <a:lnTo>
                    <a:pt x="279" y="1547"/>
                  </a:lnTo>
                  <a:lnTo>
                    <a:pt x="279" y="1547"/>
                  </a:lnTo>
                  <a:lnTo>
                    <a:pt x="279" y="1546"/>
                  </a:lnTo>
                  <a:lnTo>
                    <a:pt x="278" y="1546"/>
                  </a:lnTo>
                  <a:lnTo>
                    <a:pt x="278" y="1544"/>
                  </a:lnTo>
                  <a:lnTo>
                    <a:pt x="278" y="1544"/>
                  </a:lnTo>
                  <a:lnTo>
                    <a:pt x="279" y="1544"/>
                  </a:lnTo>
                  <a:lnTo>
                    <a:pt x="279" y="1544"/>
                  </a:lnTo>
                  <a:lnTo>
                    <a:pt x="280" y="1543"/>
                  </a:lnTo>
                  <a:lnTo>
                    <a:pt x="280" y="1542"/>
                  </a:lnTo>
                  <a:lnTo>
                    <a:pt x="280" y="1541"/>
                  </a:lnTo>
                  <a:lnTo>
                    <a:pt x="280" y="1540"/>
                  </a:lnTo>
                  <a:lnTo>
                    <a:pt x="280" y="1540"/>
                  </a:lnTo>
                  <a:lnTo>
                    <a:pt x="281" y="1540"/>
                  </a:lnTo>
                  <a:lnTo>
                    <a:pt x="281" y="1540"/>
                  </a:lnTo>
                  <a:lnTo>
                    <a:pt x="281" y="1540"/>
                  </a:lnTo>
                  <a:lnTo>
                    <a:pt x="282" y="1539"/>
                  </a:lnTo>
                  <a:lnTo>
                    <a:pt x="282" y="1539"/>
                  </a:lnTo>
                  <a:lnTo>
                    <a:pt x="282" y="1538"/>
                  </a:lnTo>
                  <a:lnTo>
                    <a:pt x="283" y="1537"/>
                  </a:lnTo>
                  <a:lnTo>
                    <a:pt x="283" y="1537"/>
                  </a:lnTo>
                  <a:lnTo>
                    <a:pt x="284" y="1536"/>
                  </a:lnTo>
                  <a:lnTo>
                    <a:pt x="284" y="1536"/>
                  </a:lnTo>
                  <a:lnTo>
                    <a:pt x="284" y="1536"/>
                  </a:lnTo>
                  <a:lnTo>
                    <a:pt x="284" y="1535"/>
                  </a:lnTo>
                  <a:lnTo>
                    <a:pt x="284" y="1535"/>
                  </a:lnTo>
                  <a:lnTo>
                    <a:pt x="284" y="1535"/>
                  </a:lnTo>
                  <a:lnTo>
                    <a:pt x="284" y="1534"/>
                  </a:lnTo>
                  <a:lnTo>
                    <a:pt x="284" y="1532"/>
                  </a:lnTo>
                  <a:lnTo>
                    <a:pt x="285" y="1532"/>
                  </a:lnTo>
                  <a:lnTo>
                    <a:pt x="286" y="1531"/>
                  </a:lnTo>
                  <a:lnTo>
                    <a:pt x="287" y="1531"/>
                  </a:lnTo>
                  <a:lnTo>
                    <a:pt x="287" y="1530"/>
                  </a:lnTo>
                  <a:lnTo>
                    <a:pt x="288" y="1530"/>
                  </a:lnTo>
                  <a:lnTo>
                    <a:pt x="288" y="1529"/>
                  </a:lnTo>
                  <a:lnTo>
                    <a:pt x="289" y="1529"/>
                  </a:lnTo>
                  <a:lnTo>
                    <a:pt x="289" y="1529"/>
                  </a:lnTo>
                  <a:lnTo>
                    <a:pt x="289" y="1528"/>
                  </a:lnTo>
                  <a:lnTo>
                    <a:pt x="291" y="1527"/>
                  </a:lnTo>
                  <a:lnTo>
                    <a:pt x="293" y="1527"/>
                  </a:lnTo>
                  <a:lnTo>
                    <a:pt x="293" y="1525"/>
                  </a:lnTo>
                  <a:lnTo>
                    <a:pt x="293" y="1525"/>
                  </a:lnTo>
                  <a:lnTo>
                    <a:pt x="294" y="1525"/>
                  </a:lnTo>
                  <a:lnTo>
                    <a:pt x="294" y="1525"/>
                  </a:lnTo>
                  <a:lnTo>
                    <a:pt x="294" y="1523"/>
                  </a:lnTo>
                  <a:lnTo>
                    <a:pt x="295" y="1522"/>
                  </a:lnTo>
                  <a:lnTo>
                    <a:pt x="295" y="1522"/>
                  </a:lnTo>
                  <a:lnTo>
                    <a:pt x="296" y="1522"/>
                  </a:lnTo>
                  <a:lnTo>
                    <a:pt x="297" y="1521"/>
                  </a:lnTo>
                  <a:lnTo>
                    <a:pt x="297" y="1521"/>
                  </a:lnTo>
                  <a:lnTo>
                    <a:pt x="297" y="1521"/>
                  </a:lnTo>
                  <a:lnTo>
                    <a:pt x="298" y="1520"/>
                  </a:lnTo>
                  <a:lnTo>
                    <a:pt x="298" y="1520"/>
                  </a:lnTo>
                  <a:lnTo>
                    <a:pt x="299" y="1519"/>
                  </a:lnTo>
                  <a:lnTo>
                    <a:pt x="300" y="1518"/>
                  </a:lnTo>
                  <a:lnTo>
                    <a:pt x="301" y="1518"/>
                  </a:lnTo>
                  <a:lnTo>
                    <a:pt x="302" y="1518"/>
                  </a:lnTo>
                  <a:lnTo>
                    <a:pt x="302" y="1518"/>
                  </a:lnTo>
                  <a:lnTo>
                    <a:pt x="302" y="1517"/>
                  </a:lnTo>
                  <a:lnTo>
                    <a:pt x="303" y="1517"/>
                  </a:lnTo>
                  <a:lnTo>
                    <a:pt x="304" y="1516"/>
                  </a:lnTo>
                  <a:lnTo>
                    <a:pt x="305" y="1516"/>
                  </a:lnTo>
                  <a:lnTo>
                    <a:pt x="305" y="1515"/>
                  </a:lnTo>
                  <a:lnTo>
                    <a:pt x="305" y="1515"/>
                  </a:lnTo>
                  <a:lnTo>
                    <a:pt x="306" y="1515"/>
                  </a:lnTo>
                  <a:lnTo>
                    <a:pt x="306" y="1514"/>
                  </a:lnTo>
                  <a:lnTo>
                    <a:pt x="306" y="1514"/>
                  </a:lnTo>
                  <a:lnTo>
                    <a:pt x="307" y="1514"/>
                  </a:lnTo>
                  <a:lnTo>
                    <a:pt x="308" y="1514"/>
                  </a:lnTo>
                  <a:lnTo>
                    <a:pt x="308" y="1514"/>
                  </a:lnTo>
                  <a:lnTo>
                    <a:pt x="308" y="1513"/>
                  </a:lnTo>
                  <a:lnTo>
                    <a:pt x="308" y="1512"/>
                  </a:lnTo>
                  <a:lnTo>
                    <a:pt x="308" y="1512"/>
                  </a:lnTo>
                  <a:lnTo>
                    <a:pt x="309" y="1511"/>
                  </a:lnTo>
                  <a:lnTo>
                    <a:pt x="310" y="1511"/>
                  </a:lnTo>
                  <a:lnTo>
                    <a:pt x="310" y="1510"/>
                  </a:lnTo>
                  <a:lnTo>
                    <a:pt x="311" y="1510"/>
                  </a:lnTo>
                  <a:lnTo>
                    <a:pt x="311" y="1510"/>
                  </a:lnTo>
                  <a:lnTo>
                    <a:pt x="311" y="1510"/>
                  </a:lnTo>
                  <a:lnTo>
                    <a:pt x="311" y="1509"/>
                  </a:lnTo>
                  <a:lnTo>
                    <a:pt x="311" y="1509"/>
                  </a:lnTo>
                  <a:lnTo>
                    <a:pt x="311" y="1508"/>
                  </a:lnTo>
                  <a:lnTo>
                    <a:pt x="311" y="1508"/>
                  </a:lnTo>
                  <a:lnTo>
                    <a:pt x="312" y="1507"/>
                  </a:lnTo>
                  <a:lnTo>
                    <a:pt x="313" y="1507"/>
                  </a:lnTo>
                  <a:lnTo>
                    <a:pt x="313" y="1508"/>
                  </a:lnTo>
                  <a:lnTo>
                    <a:pt x="314" y="1509"/>
                  </a:lnTo>
                  <a:lnTo>
                    <a:pt x="314" y="1509"/>
                  </a:lnTo>
                  <a:lnTo>
                    <a:pt x="315" y="1509"/>
                  </a:lnTo>
                  <a:lnTo>
                    <a:pt x="315" y="1509"/>
                  </a:lnTo>
                  <a:lnTo>
                    <a:pt x="315" y="1508"/>
                  </a:lnTo>
                  <a:lnTo>
                    <a:pt x="315" y="1508"/>
                  </a:lnTo>
                  <a:lnTo>
                    <a:pt x="315" y="1507"/>
                  </a:lnTo>
                  <a:lnTo>
                    <a:pt x="315" y="1506"/>
                  </a:lnTo>
                  <a:lnTo>
                    <a:pt x="315" y="1506"/>
                  </a:lnTo>
                  <a:lnTo>
                    <a:pt x="315" y="1506"/>
                  </a:lnTo>
                  <a:lnTo>
                    <a:pt x="315" y="1505"/>
                  </a:lnTo>
                  <a:lnTo>
                    <a:pt x="316" y="1506"/>
                  </a:lnTo>
                  <a:lnTo>
                    <a:pt x="317" y="1505"/>
                  </a:lnTo>
                  <a:lnTo>
                    <a:pt x="317" y="1505"/>
                  </a:lnTo>
                  <a:lnTo>
                    <a:pt x="318" y="1505"/>
                  </a:lnTo>
                  <a:lnTo>
                    <a:pt x="318" y="1505"/>
                  </a:lnTo>
                  <a:lnTo>
                    <a:pt x="319" y="1504"/>
                  </a:lnTo>
                  <a:lnTo>
                    <a:pt x="319" y="1504"/>
                  </a:lnTo>
                  <a:lnTo>
                    <a:pt x="319" y="1505"/>
                  </a:lnTo>
                  <a:lnTo>
                    <a:pt x="319" y="1505"/>
                  </a:lnTo>
                  <a:lnTo>
                    <a:pt x="319" y="1504"/>
                  </a:lnTo>
                  <a:lnTo>
                    <a:pt x="319" y="1503"/>
                  </a:lnTo>
                  <a:lnTo>
                    <a:pt x="319" y="1503"/>
                  </a:lnTo>
                  <a:lnTo>
                    <a:pt x="319" y="1503"/>
                  </a:lnTo>
                  <a:lnTo>
                    <a:pt x="320" y="1503"/>
                  </a:lnTo>
                  <a:lnTo>
                    <a:pt x="321" y="1502"/>
                  </a:lnTo>
                  <a:lnTo>
                    <a:pt x="320" y="1501"/>
                  </a:lnTo>
                  <a:lnTo>
                    <a:pt x="320" y="1501"/>
                  </a:lnTo>
                  <a:lnTo>
                    <a:pt x="321" y="1501"/>
                  </a:lnTo>
                  <a:lnTo>
                    <a:pt x="321" y="1500"/>
                  </a:lnTo>
                  <a:lnTo>
                    <a:pt x="322" y="1500"/>
                  </a:lnTo>
                  <a:lnTo>
                    <a:pt x="322" y="1500"/>
                  </a:lnTo>
                  <a:lnTo>
                    <a:pt x="322" y="1499"/>
                  </a:lnTo>
                  <a:lnTo>
                    <a:pt x="323" y="1499"/>
                  </a:lnTo>
                  <a:lnTo>
                    <a:pt x="323" y="1499"/>
                  </a:lnTo>
                  <a:lnTo>
                    <a:pt x="323" y="1499"/>
                  </a:lnTo>
                  <a:lnTo>
                    <a:pt x="324" y="1499"/>
                  </a:lnTo>
                  <a:lnTo>
                    <a:pt x="324" y="1500"/>
                  </a:lnTo>
                  <a:lnTo>
                    <a:pt x="324" y="1500"/>
                  </a:lnTo>
                  <a:lnTo>
                    <a:pt x="325" y="1500"/>
                  </a:lnTo>
                  <a:lnTo>
                    <a:pt x="325" y="1500"/>
                  </a:lnTo>
                  <a:lnTo>
                    <a:pt x="325" y="1499"/>
                  </a:lnTo>
                  <a:lnTo>
                    <a:pt x="325" y="1499"/>
                  </a:lnTo>
                  <a:lnTo>
                    <a:pt x="324" y="1497"/>
                  </a:lnTo>
                  <a:lnTo>
                    <a:pt x="325" y="1497"/>
                  </a:lnTo>
                  <a:lnTo>
                    <a:pt x="327" y="1497"/>
                  </a:lnTo>
                  <a:lnTo>
                    <a:pt x="327" y="1496"/>
                  </a:lnTo>
                  <a:lnTo>
                    <a:pt x="327" y="1496"/>
                  </a:lnTo>
                  <a:lnTo>
                    <a:pt x="327" y="1497"/>
                  </a:lnTo>
                  <a:close/>
                  <a:moveTo>
                    <a:pt x="330" y="1482"/>
                  </a:moveTo>
                  <a:lnTo>
                    <a:pt x="331" y="1482"/>
                  </a:lnTo>
                  <a:lnTo>
                    <a:pt x="331" y="1482"/>
                  </a:lnTo>
                  <a:lnTo>
                    <a:pt x="331" y="1483"/>
                  </a:lnTo>
                  <a:lnTo>
                    <a:pt x="332" y="1483"/>
                  </a:lnTo>
                  <a:lnTo>
                    <a:pt x="332" y="1483"/>
                  </a:lnTo>
                  <a:lnTo>
                    <a:pt x="332" y="1484"/>
                  </a:lnTo>
                  <a:lnTo>
                    <a:pt x="332" y="1485"/>
                  </a:lnTo>
                  <a:lnTo>
                    <a:pt x="332" y="1486"/>
                  </a:lnTo>
                  <a:lnTo>
                    <a:pt x="332" y="1486"/>
                  </a:lnTo>
                  <a:lnTo>
                    <a:pt x="332" y="1486"/>
                  </a:lnTo>
                  <a:lnTo>
                    <a:pt x="332" y="1488"/>
                  </a:lnTo>
                  <a:lnTo>
                    <a:pt x="333" y="1489"/>
                  </a:lnTo>
                  <a:lnTo>
                    <a:pt x="333" y="1490"/>
                  </a:lnTo>
                  <a:lnTo>
                    <a:pt x="333" y="1491"/>
                  </a:lnTo>
                  <a:lnTo>
                    <a:pt x="333" y="1492"/>
                  </a:lnTo>
                  <a:lnTo>
                    <a:pt x="333" y="1492"/>
                  </a:lnTo>
                  <a:lnTo>
                    <a:pt x="332" y="1492"/>
                  </a:lnTo>
                  <a:lnTo>
                    <a:pt x="332" y="1492"/>
                  </a:lnTo>
                  <a:lnTo>
                    <a:pt x="332" y="1492"/>
                  </a:lnTo>
                  <a:lnTo>
                    <a:pt x="332" y="1492"/>
                  </a:lnTo>
                  <a:lnTo>
                    <a:pt x="332" y="1491"/>
                  </a:lnTo>
                  <a:lnTo>
                    <a:pt x="331" y="1491"/>
                  </a:lnTo>
                  <a:lnTo>
                    <a:pt x="330" y="1492"/>
                  </a:lnTo>
                  <a:lnTo>
                    <a:pt x="330" y="1492"/>
                  </a:lnTo>
                  <a:lnTo>
                    <a:pt x="329" y="1493"/>
                  </a:lnTo>
                  <a:lnTo>
                    <a:pt x="329" y="1493"/>
                  </a:lnTo>
                  <a:lnTo>
                    <a:pt x="328" y="1494"/>
                  </a:lnTo>
                  <a:lnTo>
                    <a:pt x="328" y="1494"/>
                  </a:lnTo>
                  <a:lnTo>
                    <a:pt x="327" y="1494"/>
                  </a:lnTo>
                  <a:lnTo>
                    <a:pt x="327" y="1494"/>
                  </a:lnTo>
                  <a:lnTo>
                    <a:pt x="326" y="1494"/>
                  </a:lnTo>
                  <a:lnTo>
                    <a:pt x="326" y="1494"/>
                  </a:lnTo>
                  <a:lnTo>
                    <a:pt x="324" y="1494"/>
                  </a:lnTo>
                  <a:lnTo>
                    <a:pt x="324" y="1494"/>
                  </a:lnTo>
                  <a:lnTo>
                    <a:pt x="324" y="1494"/>
                  </a:lnTo>
                  <a:lnTo>
                    <a:pt x="323" y="1494"/>
                  </a:lnTo>
                  <a:lnTo>
                    <a:pt x="322" y="1494"/>
                  </a:lnTo>
                  <a:lnTo>
                    <a:pt x="321" y="1493"/>
                  </a:lnTo>
                  <a:lnTo>
                    <a:pt x="320" y="1493"/>
                  </a:lnTo>
                  <a:lnTo>
                    <a:pt x="320" y="1493"/>
                  </a:lnTo>
                  <a:lnTo>
                    <a:pt x="320" y="1492"/>
                  </a:lnTo>
                  <a:lnTo>
                    <a:pt x="320" y="1492"/>
                  </a:lnTo>
                  <a:lnTo>
                    <a:pt x="319" y="1492"/>
                  </a:lnTo>
                  <a:lnTo>
                    <a:pt x="319" y="1490"/>
                  </a:lnTo>
                  <a:lnTo>
                    <a:pt x="320" y="1490"/>
                  </a:lnTo>
                  <a:lnTo>
                    <a:pt x="320" y="1489"/>
                  </a:lnTo>
                  <a:lnTo>
                    <a:pt x="320" y="1489"/>
                  </a:lnTo>
                  <a:lnTo>
                    <a:pt x="321" y="1488"/>
                  </a:lnTo>
                  <a:lnTo>
                    <a:pt x="321" y="1488"/>
                  </a:lnTo>
                  <a:lnTo>
                    <a:pt x="322" y="1488"/>
                  </a:lnTo>
                  <a:lnTo>
                    <a:pt x="322" y="1488"/>
                  </a:lnTo>
                  <a:lnTo>
                    <a:pt x="322" y="1488"/>
                  </a:lnTo>
                  <a:lnTo>
                    <a:pt x="323" y="1488"/>
                  </a:lnTo>
                  <a:lnTo>
                    <a:pt x="323" y="1488"/>
                  </a:lnTo>
                  <a:lnTo>
                    <a:pt x="323" y="1486"/>
                  </a:lnTo>
                  <a:lnTo>
                    <a:pt x="324" y="1486"/>
                  </a:lnTo>
                  <a:lnTo>
                    <a:pt x="324" y="1485"/>
                  </a:lnTo>
                  <a:lnTo>
                    <a:pt x="324" y="1484"/>
                  </a:lnTo>
                  <a:lnTo>
                    <a:pt x="324" y="1484"/>
                  </a:lnTo>
                  <a:lnTo>
                    <a:pt x="325" y="1484"/>
                  </a:lnTo>
                  <a:lnTo>
                    <a:pt x="327" y="1483"/>
                  </a:lnTo>
                  <a:lnTo>
                    <a:pt x="327" y="1483"/>
                  </a:lnTo>
                  <a:lnTo>
                    <a:pt x="328" y="1483"/>
                  </a:lnTo>
                  <a:lnTo>
                    <a:pt x="328" y="1483"/>
                  </a:lnTo>
                  <a:lnTo>
                    <a:pt x="328" y="1483"/>
                  </a:lnTo>
                  <a:lnTo>
                    <a:pt x="328" y="1483"/>
                  </a:lnTo>
                  <a:lnTo>
                    <a:pt x="328" y="1483"/>
                  </a:lnTo>
                  <a:lnTo>
                    <a:pt x="330" y="1483"/>
                  </a:lnTo>
                  <a:lnTo>
                    <a:pt x="330" y="1483"/>
                  </a:lnTo>
                  <a:lnTo>
                    <a:pt x="330" y="1482"/>
                  </a:lnTo>
                  <a:lnTo>
                    <a:pt x="330" y="1482"/>
                  </a:lnTo>
                  <a:close/>
                  <a:moveTo>
                    <a:pt x="344" y="1473"/>
                  </a:moveTo>
                  <a:lnTo>
                    <a:pt x="344" y="1474"/>
                  </a:lnTo>
                  <a:lnTo>
                    <a:pt x="344" y="1474"/>
                  </a:lnTo>
                  <a:lnTo>
                    <a:pt x="345" y="1473"/>
                  </a:lnTo>
                  <a:lnTo>
                    <a:pt x="345" y="1473"/>
                  </a:lnTo>
                  <a:lnTo>
                    <a:pt x="345" y="1474"/>
                  </a:lnTo>
                  <a:lnTo>
                    <a:pt x="345" y="1474"/>
                  </a:lnTo>
                  <a:lnTo>
                    <a:pt x="346" y="1475"/>
                  </a:lnTo>
                  <a:lnTo>
                    <a:pt x="346" y="1475"/>
                  </a:lnTo>
                  <a:lnTo>
                    <a:pt x="346" y="1476"/>
                  </a:lnTo>
                  <a:lnTo>
                    <a:pt x="347" y="1477"/>
                  </a:lnTo>
                  <a:lnTo>
                    <a:pt x="346" y="1477"/>
                  </a:lnTo>
                  <a:lnTo>
                    <a:pt x="346" y="1479"/>
                  </a:lnTo>
                  <a:lnTo>
                    <a:pt x="347" y="1479"/>
                  </a:lnTo>
                  <a:lnTo>
                    <a:pt x="347" y="1480"/>
                  </a:lnTo>
                  <a:lnTo>
                    <a:pt x="345" y="1482"/>
                  </a:lnTo>
                  <a:lnTo>
                    <a:pt x="344" y="1483"/>
                  </a:lnTo>
                  <a:lnTo>
                    <a:pt x="343" y="1483"/>
                  </a:lnTo>
                  <a:lnTo>
                    <a:pt x="343" y="1482"/>
                  </a:lnTo>
                  <a:lnTo>
                    <a:pt x="343" y="1480"/>
                  </a:lnTo>
                  <a:lnTo>
                    <a:pt x="343" y="1480"/>
                  </a:lnTo>
                  <a:lnTo>
                    <a:pt x="342" y="1479"/>
                  </a:lnTo>
                  <a:lnTo>
                    <a:pt x="342" y="1479"/>
                  </a:lnTo>
                  <a:lnTo>
                    <a:pt x="342" y="1479"/>
                  </a:lnTo>
                  <a:lnTo>
                    <a:pt x="342" y="1478"/>
                  </a:lnTo>
                  <a:lnTo>
                    <a:pt x="342" y="1477"/>
                  </a:lnTo>
                  <a:lnTo>
                    <a:pt x="342" y="1476"/>
                  </a:lnTo>
                  <a:lnTo>
                    <a:pt x="343" y="1475"/>
                  </a:lnTo>
                  <a:lnTo>
                    <a:pt x="343" y="1475"/>
                  </a:lnTo>
                  <a:lnTo>
                    <a:pt x="343" y="1474"/>
                  </a:lnTo>
                  <a:lnTo>
                    <a:pt x="343" y="1474"/>
                  </a:lnTo>
                  <a:lnTo>
                    <a:pt x="342" y="1474"/>
                  </a:lnTo>
                  <a:lnTo>
                    <a:pt x="343" y="1474"/>
                  </a:lnTo>
                  <a:lnTo>
                    <a:pt x="343" y="1473"/>
                  </a:lnTo>
                  <a:lnTo>
                    <a:pt x="344" y="1473"/>
                  </a:lnTo>
                  <a:close/>
                  <a:moveTo>
                    <a:pt x="330" y="1471"/>
                  </a:moveTo>
                  <a:lnTo>
                    <a:pt x="330" y="1473"/>
                  </a:lnTo>
                  <a:lnTo>
                    <a:pt x="329" y="1473"/>
                  </a:lnTo>
                  <a:lnTo>
                    <a:pt x="330" y="1474"/>
                  </a:lnTo>
                  <a:lnTo>
                    <a:pt x="330" y="1475"/>
                  </a:lnTo>
                  <a:lnTo>
                    <a:pt x="330" y="1475"/>
                  </a:lnTo>
                  <a:lnTo>
                    <a:pt x="330" y="1475"/>
                  </a:lnTo>
                  <a:lnTo>
                    <a:pt x="330" y="1475"/>
                  </a:lnTo>
                  <a:lnTo>
                    <a:pt x="330" y="1477"/>
                  </a:lnTo>
                  <a:lnTo>
                    <a:pt x="330" y="1477"/>
                  </a:lnTo>
                  <a:lnTo>
                    <a:pt x="330" y="1478"/>
                  </a:lnTo>
                  <a:lnTo>
                    <a:pt x="329" y="1479"/>
                  </a:lnTo>
                  <a:lnTo>
                    <a:pt x="330" y="1479"/>
                  </a:lnTo>
                  <a:lnTo>
                    <a:pt x="330" y="1480"/>
                  </a:lnTo>
                  <a:lnTo>
                    <a:pt x="331" y="1480"/>
                  </a:lnTo>
                  <a:lnTo>
                    <a:pt x="331" y="1481"/>
                  </a:lnTo>
                  <a:lnTo>
                    <a:pt x="330" y="1481"/>
                  </a:lnTo>
                  <a:lnTo>
                    <a:pt x="330" y="1481"/>
                  </a:lnTo>
                  <a:lnTo>
                    <a:pt x="329" y="1481"/>
                  </a:lnTo>
                  <a:lnTo>
                    <a:pt x="329" y="1481"/>
                  </a:lnTo>
                  <a:lnTo>
                    <a:pt x="328" y="1481"/>
                  </a:lnTo>
                  <a:lnTo>
                    <a:pt x="328" y="1481"/>
                  </a:lnTo>
                  <a:lnTo>
                    <a:pt x="328" y="1480"/>
                  </a:lnTo>
                  <a:lnTo>
                    <a:pt x="328" y="1480"/>
                  </a:lnTo>
                  <a:lnTo>
                    <a:pt x="328" y="1479"/>
                  </a:lnTo>
                  <a:lnTo>
                    <a:pt x="328" y="1479"/>
                  </a:lnTo>
                  <a:lnTo>
                    <a:pt x="328" y="1478"/>
                  </a:lnTo>
                  <a:lnTo>
                    <a:pt x="328" y="1478"/>
                  </a:lnTo>
                  <a:lnTo>
                    <a:pt x="328" y="1479"/>
                  </a:lnTo>
                  <a:lnTo>
                    <a:pt x="327" y="1479"/>
                  </a:lnTo>
                  <a:lnTo>
                    <a:pt x="326" y="1479"/>
                  </a:lnTo>
                  <a:lnTo>
                    <a:pt x="326" y="1479"/>
                  </a:lnTo>
                  <a:lnTo>
                    <a:pt x="326" y="1479"/>
                  </a:lnTo>
                  <a:lnTo>
                    <a:pt x="326" y="1477"/>
                  </a:lnTo>
                  <a:lnTo>
                    <a:pt x="327" y="1476"/>
                  </a:lnTo>
                  <a:lnTo>
                    <a:pt x="328" y="1476"/>
                  </a:lnTo>
                  <a:lnTo>
                    <a:pt x="328" y="1475"/>
                  </a:lnTo>
                  <a:lnTo>
                    <a:pt x="328" y="1475"/>
                  </a:lnTo>
                  <a:lnTo>
                    <a:pt x="328" y="1474"/>
                  </a:lnTo>
                  <a:lnTo>
                    <a:pt x="328" y="1474"/>
                  </a:lnTo>
                  <a:lnTo>
                    <a:pt x="328" y="1473"/>
                  </a:lnTo>
                  <a:lnTo>
                    <a:pt x="328" y="1473"/>
                  </a:lnTo>
                  <a:lnTo>
                    <a:pt x="329" y="1473"/>
                  </a:lnTo>
                  <a:lnTo>
                    <a:pt x="329" y="1473"/>
                  </a:lnTo>
                  <a:lnTo>
                    <a:pt x="329" y="1472"/>
                  </a:lnTo>
                  <a:lnTo>
                    <a:pt x="330" y="1471"/>
                  </a:lnTo>
                  <a:lnTo>
                    <a:pt x="330" y="1471"/>
                  </a:lnTo>
                  <a:lnTo>
                    <a:pt x="330" y="1471"/>
                  </a:lnTo>
                  <a:close/>
                  <a:moveTo>
                    <a:pt x="339" y="1461"/>
                  </a:moveTo>
                  <a:lnTo>
                    <a:pt x="340" y="1462"/>
                  </a:lnTo>
                  <a:lnTo>
                    <a:pt x="340" y="1462"/>
                  </a:lnTo>
                  <a:lnTo>
                    <a:pt x="340" y="1462"/>
                  </a:lnTo>
                  <a:lnTo>
                    <a:pt x="340" y="1462"/>
                  </a:lnTo>
                  <a:lnTo>
                    <a:pt x="340" y="1463"/>
                  </a:lnTo>
                  <a:lnTo>
                    <a:pt x="340" y="1464"/>
                  </a:lnTo>
                  <a:lnTo>
                    <a:pt x="340" y="1464"/>
                  </a:lnTo>
                  <a:lnTo>
                    <a:pt x="340" y="1464"/>
                  </a:lnTo>
                  <a:lnTo>
                    <a:pt x="340" y="1464"/>
                  </a:lnTo>
                  <a:lnTo>
                    <a:pt x="340" y="1465"/>
                  </a:lnTo>
                  <a:lnTo>
                    <a:pt x="340" y="1466"/>
                  </a:lnTo>
                  <a:lnTo>
                    <a:pt x="340" y="1466"/>
                  </a:lnTo>
                  <a:lnTo>
                    <a:pt x="341" y="1466"/>
                  </a:lnTo>
                  <a:lnTo>
                    <a:pt x="341" y="1466"/>
                  </a:lnTo>
                  <a:lnTo>
                    <a:pt x="341" y="1466"/>
                  </a:lnTo>
                  <a:lnTo>
                    <a:pt x="341" y="1466"/>
                  </a:lnTo>
                  <a:lnTo>
                    <a:pt x="341" y="1466"/>
                  </a:lnTo>
                  <a:lnTo>
                    <a:pt x="341" y="1465"/>
                  </a:lnTo>
                  <a:lnTo>
                    <a:pt x="341" y="1465"/>
                  </a:lnTo>
                  <a:lnTo>
                    <a:pt x="341" y="1465"/>
                  </a:lnTo>
                  <a:lnTo>
                    <a:pt x="341" y="1464"/>
                  </a:lnTo>
                  <a:lnTo>
                    <a:pt x="341" y="1464"/>
                  </a:lnTo>
                  <a:lnTo>
                    <a:pt x="342" y="1464"/>
                  </a:lnTo>
                  <a:lnTo>
                    <a:pt x="342" y="1463"/>
                  </a:lnTo>
                  <a:lnTo>
                    <a:pt x="343" y="1463"/>
                  </a:lnTo>
                  <a:lnTo>
                    <a:pt x="343" y="1462"/>
                  </a:lnTo>
                  <a:lnTo>
                    <a:pt x="344" y="1462"/>
                  </a:lnTo>
                  <a:lnTo>
                    <a:pt x="344" y="1462"/>
                  </a:lnTo>
                  <a:lnTo>
                    <a:pt x="344" y="1463"/>
                  </a:lnTo>
                  <a:lnTo>
                    <a:pt x="344" y="1464"/>
                  </a:lnTo>
                  <a:lnTo>
                    <a:pt x="344" y="1464"/>
                  </a:lnTo>
                  <a:lnTo>
                    <a:pt x="344" y="1465"/>
                  </a:lnTo>
                  <a:lnTo>
                    <a:pt x="343" y="1466"/>
                  </a:lnTo>
                  <a:lnTo>
                    <a:pt x="343" y="1466"/>
                  </a:lnTo>
                  <a:lnTo>
                    <a:pt x="342" y="1467"/>
                  </a:lnTo>
                  <a:lnTo>
                    <a:pt x="341" y="1466"/>
                  </a:lnTo>
                  <a:lnTo>
                    <a:pt x="341" y="1466"/>
                  </a:lnTo>
                  <a:lnTo>
                    <a:pt x="341" y="1466"/>
                  </a:lnTo>
                  <a:lnTo>
                    <a:pt x="341" y="1466"/>
                  </a:lnTo>
                  <a:lnTo>
                    <a:pt x="341" y="1467"/>
                  </a:lnTo>
                  <a:lnTo>
                    <a:pt x="341" y="1467"/>
                  </a:lnTo>
                  <a:lnTo>
                    <a:pt x="342" y="1467"/>
                  </a:lnTo>
                  <a:lnTo>
                    <a:pt x="342" y="1467"/>
                  </a:lnTo>
                  <a:lnTo>
                    <a:pt x="342" y="1468"/>
                  </a:lnTo>
                  <a:lnTo>
                    <a:pt x="342" y="1469"/>
                  </a:lnTo>
                  <a:lnTo>
                    <a:pt x="342" y="1470"/>
                  </a:lnTo>
                  <a:lnTo>
                    <a:pt x="342" y="1470"/>
                  </a:lnTo>
                  <a:lnTo>
                    <a:pt x="341" y="1470"/>
                  </a:lnTo>
                  <a:lnTo>
                    <a:pt x="341" y="1470"/>
                  </a:lnTo>
                  <a:lnTo>
                    <a:pt x="341" y="1471"/>
                  </a:lnTo>
                  <a:lnTo>
                    <a:pt x="341" y="1472"/>
                  </a:lnTo>
                  <a:lnTo>
                    <a:pt x="341" y="1473"/>
                  </a:lnTo>
                  <a:lnTo>
                    <a:pt x="341" y="1475"/>
                  </a:lnTo>
                  <a:lnTo>
                    <a:pt x="341" y="1475"/>
                  </a:lnTo>
                  <a:lnTo>
                    <a:pt x="341" y="1475"/>
                  </a:lnTo>
                  <a:lnTo>
                    <a:pt x="340" y="1476"/>
                  </a:lnTo>
                  <a:lnTo>
                    <a:pt x="340" y="1476"/>
                  </a:lnTo>
                  <a:lnTo>
                    <a:pt x="340" y="1476"/>
                  </a:lnTo>
                  <a:lnTo>
                    <a:pt x="341" y="1477"/>
                  </a:lnTo>
                  <a:lnTo>
                    <a:pt x="340" y="1479"/>
                  </a:lnTo>
                  <a:lnTo>
                    <a:pt x="340" y="1479"/>
                  </a:lnTo>
                  <a:lnTo>
                    <a:pt x="340" y="1479"/>
                  </a:lnTo>
                  <a:lnTo>
                    <a:pt x="341" y="1480"/>
                  </a:lnTo>
                  <a:lnTo>
                    <a:pt x="340" y="1480"/>
                  </a:lnTo>
                  <a:lnTo>
                    <a:pt x="340" y="1480"/>
                  </a:lnTo>
                  <a:lnTo>
                    <a:pt x="339" y="1480"/>
                  </a:lnTo>
                  <a:lnTo>
                    <a:pt x="340" y="1481"/>
                  </a:lnTo>
                  <a:lnTo>
                    <a:pt x="341" y="1481"/>
                  </a:lnTo>
                  <a:lnTo>
                    <a:pt x="341" y="1483"/>
                  </a:lnTo>
                  <a:lnTo>
                    <a:pt x="341" y="1483"/>
                  </a:lnTo>
                  <a:lnTo>
                    <a:pt x="341" y="1484"/>
                  </a:lnTo>
                  <a:lnTo>
                    <a:pt x="340" y="1484"/>
                  </a:lnTo>
                  <a:lnTo>
                    <a:pt x="341" y="1485"/>
                  </a:lnTo>
                  <a:lnTo>
                    <a:pt x="340" y="1485"/>
                  </a:lnTo>
                  <a:lnTo>
                    <a:pt x="339" y="1486"/>
                  </a:lnTo>
                  <a:lnTo>
                    <a:pt x="339" y="1486"/>
                  </a:lnTo>
                  <a:lnTo>
                    <a:pt x="338" y="1486"/>
                  </a:lnTo>
                  <a:lnTo>
                    <a:pt x="338" y="1485"/>
                  </a:lnTo>
                  <a:lnTo>
                    <a:pt x="339" y="1485"/>
                  </a:lnTo>
                  <a:lnTo>
                    <a:pt x="339" y="1485"/>
                  </a:lnTo>
                  <a:lnTo>
                    <a:pt x="338" y="1484"/>
                  </a:lnTo>
                  <a:lnTo>
                    <a:pt x="337" y="1483"/>
                  </a:lnTo>
                  <a:lnTo>
                    <a:pt x="337" y="1481"/>
                  </a:lnTo>
                  <a:lnTo>
                    <a:pt x="337" y="1481"/>
                  </a:lnTo>
                  <a:lnTo>
                    <a:pt x="337" y="1481"/>
                  </a:lnTo>
                  <a:lnTo>
                    <a:pt x="337" y="1481"/>
                  </a:lnTo>
                  <a:lnTo>
                    <a:pt x="337" y="1480"/>
                  </a:lnTo>
                  <a:lnTo>
                    <a:pt x="337" y="1479"/>
                  </a:lnTo>
                  <a:lnTo>
                    <a:pt x="337" y="1479"/>
                  </a:lnTo>
                  <a:lnTo>
                    <a:pt x="336" y="1479"/>
                  </a:lnTo>
                  <a:lnTo>
                    <a:pt x="336" y="1479"/>
                  </a:lnTo>
                  <a:lnTo>
                    <a:pt x="335" y="1478"/>
                  </a:lnTo>
                  <a:lnTo>
                    <a:pt x="336" y="1478"/>
                  </a:lnTo>
                  <a:lnTo>
                    <a:pt x="336" y="1477"/>
                  </a:lnTo>
                  <a:lnTo>
                    <a:pt x="336" y="1477"/>
                  </a:lnTo>
                  <a:lnTo>
                    <a:pt x="336" y="1477"/>
                  </a:lnTo>
                  <a:lnTo>
                    <a:pt x="335" y="1477"/>
                  </a:lnTo>
                  <a:lnTo>
                    <a:pt x="334" y="1476"/>
                  </a:lnTo>
                  <a:lnTo>
                    <a:pt x="334" y="1476"/>
                  </a:lnTo>
                  <a:lnTo>
                    <a:pt x="334" y="1476"/>
                  </a:lnTo>
                  <a:lnTo>
                    <a:pt x="335" y="1475"/>
                  </a:lnTo>
                  <a:lnTo>
                    <a:pt x="335" y="1475"/>
                  </a:lnTo>
                  <a:lnTo>
                    <a:pt x="335" y="1474"/>
                  </a:lnTo>
                  <a:lnTo>
                    <a:pt x="335" y="1474"/>
                  </a:lnTo>
                  <a:lnTo>
                    <a:pt x="335" y="1473"/>
                  </a:lnTo>
                  <a:lnTo>
                    <a:pt x="335" y="1472"/>
                  </a:lnTo>
                  <a:lnTo>
                    <a:pt x="335" y="1472"/>
                  </a:lnTo>
                  <a:lnTo>
                    <a:pt x="335" y="1471"/>
                  </a:lnTo>
                  <a:lnTo>
                    <a:pt x="335" y="1471"/>
                  </a:lnTo>
                  <a:lnTo>
                    <a:pt x="335" y="1472"/>
                  </a:lnTo>
                  <a:lnTo>
                    <a:pt x="335" y="1472"/>
                  </a:lnTo>
                  <a:lnTo>
                    <a:pt x="334" y="1472"/>
                  </a:lnTo>
                  <a:lnTo>
                    <a:pt x="334" y="1471"/>
                  </a:lnTo>
                  <a:lnTo>
                    <a:pt x="334" y="1471"/>
                  </a:lnTo>
                  <a:lnTo>
                    <a:pt x="334" y="1470"/>
                  </a:lnTo>
                  <a:lnTo>
                    <a:pt x="335" y="1470"/>
                  </a:lnTo>
                  <a:lnTo>
                    <a:pt x="335" y="1471"/>
                  </a:lnTo>
                  <a:lnTo>
                    <a:pt x="336" y="1470"/>
                  </a:lnTo>
                  <a:lnTo>
                    <a:pt x="336" y="1471"/>
                  </a:lnTo>
                  <a:lnTo>
                    <a:pt x="336" y="1470"/>
                  </a:lnTo>
                  <a:lnTo>
                    <a:pt x="337" y="1470"/>
                  </a:lnTo>
                  <a:lnTo>
                    <a:pt x="336" y="1470"/>
                  </a:lnTo>
                  <a:lnTo>
                    <a:pt x="336" y="1470"/>
                  </a:lnTo>
                  <a:lnTo>
                    <a:pt x="335" y="1470"/>
                  </a:lnTo>
                  <a:lnTo>
                    <a:pt x="335" y="1470"/>
                  </a:lnTo>
                  <a:lnTo>
                    <a:pt x="335" y="1469"/>
                  </a:lnTo>
                  <a:lnTo>
                    <a:pt x="336" y="1469"/>
                  </a:lnTo>
                  <a:lnTo>
                    <a:pt x="336" y="1468"/>
                  </a:lnTo>
                  <a:lnTo>
                    <a:pt x="337" y="1468"/>
                  </a:lnTo>
                  <a:lnTo>
                    <a:pt x="336" y="1469"/>
                  </a:lnTo>
                  <a:lnTo>
                    <a:pt x="337" y="1469"/>
                  </a:lnTo>
                  <a:lnTo>
                    <a:pt x="337" y="1469"/>
                  </a:lnTo>
                  <a:lnTo>
                    <a:pt x="337" y="1468"/>
                  </a:lnTo>
                  <a:lnTo>
                    <a:pt x="337" y="1467"/>
                  </a:lnTo>
                  <a:lnTo>
                    <a:pt x="336" y="1467"/>
                  </a:lnTo>
                  <a:lnTo>
                    <a:pt x="336" y="1465"/>
                  </a:lnTo>
                  <a:lnTo>
                    <a:pt x="337" y="1465"/>
                  </a:lnTo>
                  <a:lnTo>
                    <a:pt x="337" y="1464"/>
                  </a:lnTo>
                  <a:lnTo>
                    <a:pt x="337" y="1463"/>
                  </a:lnTo>
                  <a:lnTo>
                    <a:pt x="337" y="1463"/>
                  </a:lnTo>
                  <a:lnTo>
                    <a:pt x="337" y="1462"/>
                  </a:lnTo>
                  <a:lnTo>
                    <a:pt x="337" y="1462"/>
                  </a:lnTo>
                  <a:lnTo>
                    <a:pt x="337" y="1462"/>
                  </a:lnTo>
                  <a:lnTo>
                    <a:pt x="338" y="1462"/>
                  </a:lnTo>
                  <a:lnTo>
                    <a:pt x="338" y="1462"/>
                  </a:lnTo>
                  <a:lnTo>
                    <a:pt x="338" y="1461"/>
                  </a:lnTo>
                  <a:lnTo>
                    <a:pt x="339" y="1461"/>
                  </a:lnTo>
                  <a:close/>
                  <a:moveTo>
                    <a:pt x="214" y="1436"/>
                  </a:moveTo>
                  <a:lnTo>
                    <a:pt x="215" y="1436"/>
                  </a:lnTo>
                  <a:lnTo>
                    <a:pt x="215" y="1437"/>
                  </a:lnTo>
                  <a:lnTo>
                    <a:pt x="215" y="1437"/>
                  </a:lnTo>
                  <a:lnTo>
                    <a:pt x="215" y="1438"/>
                  </a:lnTo>
                  <a:lnTo>
                    <a:pt x="215" y="1440"/>
                  </a:lnTo>
                  <a:lnTo>
                    <a:pt x="214" y="1441"/>
                  </a:lnTo>
                  <a:lnTo>
                    <a:pt x="214" y="1441"/>
                  </a:lnTo>
                  <a:lnTo>
                    <a:pt x="214" y="1442"/>
                  </a:lnTo>
                  <a:lnTo>
                    <a:pt x="213" y="1442"/>
                  </a:lnTo>
                  <a:lnTo>
                    <a:pt x="213" y="1444"/>
                  </a:lnTo>
                  <a:lnTo>
                    <a:pt x="212" y="1444"/>
                  </a:lnTo>
                  <a:lnTo>
                    <a:pt x="212" y="1444"/>
                  </a:lnTo>
                  <a:lnTo>
                    <a:pt x="212" y="1444"/>
                  </a:lnTo>
                  <a:lnTo>
                    <a:pt x="211" y="1446"/>
                  </a:lnTo>
                  <a:lnTo>
                    <a:pt x="211" y="1446"/>
                  </a:lnTo>
                  <a:lnTo>
                    <a:pt x="211" y="1446"/>
                  </a:lnTo>
                  <a:lnTo>
                    <a:pt x="211" y="1447"/>
                  </a:lnTo>
                  <a:lnTo>
                    <a:pt x="211" y="1448"/>
                  </a:lnTo>
                  <a:lnTo>
                    <a:pt x="211" y="1448"/>
                  </a:lnTo>
                  <a:lnTo>
                    <a:pt x="211" y="1448"/>
                  </a:lnTo>
                  <a:lnTo>
                    <a:pt x="210" y="1448"/>
                  </a:lnTo>
                  <a:lnTo>
                    <a:pt x="210" y="1449"/>
                  </a:lnTo>
                  <a:lnTo>
                    <a:pt x="209" y="1449"/>
                  </a:lnTo>
                  <a:lnTo>
                    <a:pt x="208" y="1450"/>
                  </a:lnTo>
                  <a:lnTo>
                    <a:pt x="208" y="1450"/>
                  </a:lnTo>
                  <a:lnTo>
                    <a:pt x="207" y="1449"/>
                  </a:lnTo>
                  <a:lnTo>
                    <a:pt x="207" y="1449"/>
                  </a:lnTo>
                  <a:lnTo>
                    <a:pt x="207" y="1449"/>
                  </a:lnTo>
                  <a:lnTo>
                    <a:pt x="207" y="1449"/>
                  </a:lnTo>
                  <a:lnTo>
                    <a:pt x="206" y="1449"/>
                  </a:lnTo>
                  <a:lnTo>
                    <a:pt x="206" y="1449"/>
                  </a:lnTo>
                  <a:lnTo>
                    <a:pt x="206" y="1450"/>
                  </a:lnTo>
                  <a:lnTo>
                    <a:pt x="206" y="1450"/>
                  </a:lnTo>
                  <a:lnTo>
                    <a:pt x="206" y="1449"/>
                  </a:lnTo>
                  <a:lnTo>
                    <a:pt x="206" y="1449"/>
                  </a:lnTo>
                  <a:lnTo>
                    <a:pt x="206" y="1449"/>
                  </a:lnTo>
                  <a:lnTo>
                    <a:pt x="206" y="1449"/>
                  </a:lnTo>
                  <a:lnTo>
                    <a:pt x="206" y="1449"/>
                  </a:lnTo>
                  <a:lnTo>
                    <a:pt x="205" y="1449"/>
                  </a:lnTo>
                  <a:lnTo>
                    <a:pt x="205" y="1449"/>
                  </a:lnTo>
                  <a:lnTo>
                    <a:pt x="205" y="1449"/>
                  </a:lnTo>
                  <a:lnTo>
                    <a:pt x="204" y="1448"/>
                  </a:lnTo>
                  <a:lnTo>
                    <a:pt x="204" y="1448"/>
                  </a:lnTo>
                  <a:lnTo>
                    <a:pt x="204" y="1447"/>
                  </a:lnTo>
                  <a:lnTo>
                    <a:pt x="205" y="1447"/>
                  </a:lnTo>
                  <a:lnTo>
                    <a:pt x="205" y="1447"/>
                  </a:lnTo>
                  <a:lnTo>
                    <a:pt x="206" y="1447"/>
                  </a:lnTo>
                  <a:lnTo>
                    <a:pt x="206" y="1446"/>
                  </a:lnTo>
                  <a:lnTo>
                    <a:pt x="206" y="1446"/>
                  </a:lnTo>
                  <a:lnTo>
                    <a:pt x="207" y="1445"/>
                  </a:lnTo>
                  <a:lnTo>
                    <a:pt x="207" y="1445"/>
                  </a:lnTo>
                  <a:lnTo>
                    <a:pt x="207" y="1445"/>
                  </a:lnTo>
                  <a:lnTo>
                    <a:pt x="207" y="1444"/>
                  </a:lnTo>
                  <a:lnTo>
                    <a:pt x="208" y="1444"/>
                  </a:lnTo>
                  <a:lnTo>
                    <a:pt x="208" y="1444"/>
                  </a:lnTo>
                  <a:lnTo>
                    <a:pt x="208" y="1444"/>
                  </a:lnTo>
                  <a:lnTo>
                    <a:pt x="208" y="1443"/>
                  </a:lnTo>
                  <a:lnTo>
                    <a:pt x="207" y="1443"/>
                  </a:lnTo>
                  <a:lnTo>
                    <a:pt x="207" y="1443"/>
                  </a:lnTo>
                  <a:lnTo>
                    <a:pt x="207" y="1443"/>
                  </a:lnTo>
                  <a:lnTo>
                    <a:pt x="207" y="1443"/>
                  </a:lnTo>
                  <a:lnTo>
                    <a:pt x="206" y="1443"/>
                  </a:lnTo>
                  <a:lnTo>
                    <a:pt x="206" y="1443"/>
                  </a:lnTo>
                  <a:lnTo>
                    <a:pt x="206" y="1443"/>
                  </a:lnTo>
                  <a:lnTo>
                    <a:pt x="206" y="1443"/>
                  </a:lnTo>
                  <a:lnTo>
                    <a:pt x="206" y="1443"/>
                  </a:lnTo>
                  <a:lnTo>
                    <a:pt x="207" y="1442"/>
                  </a:lnTo>
                  <a:lnTo>
                    <a:pt x="206" y="1442"/>
                  </a:lnTo>
                  <a:lnTo>
                    <a:pt x="206" y="1442"/>
                  </a:lnTo>
                  <a:lnTo>
                    <a:pt x="206" y="1442"/>
                  </a:lnTo>
                  <a:lnTo>
                    <a:pt x="206" y="1442"/>
                  </a:lnTo>
                  <a:lnTo>
                    <a:pt x="206" y="1442"/>
                  </a:lnTo>
                  <a:lnTo>
                    <a:pt x="206" y="1441"/>
                  </a:lnTo>
                  <a:lnTo>
                    <a:pt x="206" y="1441"/>
                  </a:lnTo>
                  <a:lnTo>
                    <a:pt x="207" y="1440"/>
                  </a:lnTo>
                  <a:lnTo>
                    <a:pt x="207" y="1440"/>
                  </a:lnTo>
                  <a:lnTo>
                    <a:pt x="208" y="1440"/>
                  </a:lnTo>
                  <a:lnTo>
                    <a:pt x="210" y="1440"/>
                  </a:lnTo>
                  <a:lnTo>
                    <a:pt x="210" y="1439"/>
                  </a:lnTo>
                  <a:lnTo>
                    <a:pt x="211" y="1438"/>
                  </a:lnTo>
                  <a:lnTo>
                    <a:pt x="211" y="1438"/>
                  </a:lnTo>
                  <a:lnTo>
                    <a:pt x="211" y="1437"/>
                  </a:lnTo>
                  <a:lnTo>
                    <a:pt x="211" y="1437"/>
                  </a:lnTo>
                  <a:lnTo>
                    <a:pt x="211" y="1436"/>
                  </a:lnTo>
                  <a:lnTo>
                    <a:pt x="211" y="1436"/>
                  </a:lnTo>
                  <a:lnTo>
                    <a:pt x="211" y="1437"/>
                  </a:lnTo>
                  <a:lnTo>
                    <a:pt x="212" y="1438"/>
                  </a:lnTo>
                  <a:lnTo>
                    <a:pt x="213" y="1438"/>
                  </a:lnTo>
                  <a:lnTo>
                    <a:pt x="213" y="1437"/>
                  </a:lnTo>
                  <a:lnTo>
                    <a:pt x="214" y="1436"/>
                  </a:lnTo>
                  <a:lnTo>
                    <a:pt x="214" y="1436"/>
                  </a:lnTo>
                  <a:lnTo>
                    <a:pt x="214" y="1436"/>
                  </a:lnTo>
                  <a:lnTo>
                    <a:pt x="214" y="1436"/>
                  </a:lnTo>
                  <a:lnTo>
                    <a:pt x="214" y="1436"/>
                  </a:lnTo>
                  <a:close/>
                  <a:moveTo>
                    <a:pt x="362" y="1414"/>
                  </a:moveTo>
                  <a:lnTo>
                    <a:pt x="363" y="1415"/>
                  </a:lnTo>
                  <a:lnTo>
                    <a:pt x="363" y="1415"/>
                  </a:lnTo>
                  <a:lnTo>
                    <a:pt x="363" y="1416"/>
                  </a:lnTo>
                  <a:lnTo>
                    <a:pt x="363" y="1416"/>
                  </a:lnTo>
                  <a:lnTo>
                    <a:pt x="363" y="1417"/>
                  </a:lnTo>
                  <a:lnTo>
                    <a:pt x="362" y="1417"/>
                  </a:lnTo>
                  <a:lnTo>
                    <a:pt x="362" y="1417"/>
                  </a:lnTo>
                  <a:lnTo>
                    <a:pt x="363" y="1417"/>
                  </a:lnTo>
                  <a:lnTo>
                    <a:pt x="362" y="1418"/>
                  </a:lnTo>
                  <a:lnTo>
                    <a:pt x="362" y="1418"/>
                  </a:lnTo>
                  <a:lnTo>
                    <a:pt x="361" y="1419"/>
                  </a:lnTo>
                  <a:lnTo>
                    <a:pt x="360" y="1420"/>
                  </a:lnTo>
                  <a:lnTo>
                    <a:pt x="360" y="1420"/>
                  </a:lnTo>
                  <a:lnTo>
                    <a:pt x="359" y="1420"/>
                  </a:lnTo>
                  <a:lnTo>
                    <a:pt x="359" y="1422"/>
                  </a:lnTo>
                  <a:lnTo>
                    <a:pt x="358" y="1422"/>
                  </a:lnTo>
                  <a:lnTo>
                    <a:pt x="358" y="1423"/>
                  </a:lnTo>
                  <a:lnTo>
                    <a:pt x="358" y="1423"/>
                  </a:lnTo>
                  <a:lnTo>
                    <a:pt x="358" y="1423"/>
                  </a:lnTo>
                  <a:lnTo>
                    <a:pt x="357" y="1423"/>
                  </a:lnTo>
                  <a:lnTo>
                    <a:pt x="358" y="1424"/>
                  </a:lnTo>
                  <a:lnTo>
                    <a:pt x="357" y="1425"/>
                  </a:lnTo>
                  <a:lnTo>
                    <a:pt x="357" y="1425"/>
                  </a:lnTo>
                  <a:lnTo>
                    <a:pt x="356" y="1426"/>
                  </a:lnTo>
                  <a:lnTo>
                    <a:pt x="356" y="1425"/>
                  </a:lnTo>
                  <a:lnTo>
                    <a:pt x="355" y="1426"/>
                  </a:lnTo>
                  <a:lnTo>
                    <a:pt x="355" y="1426"/>
                  </a:lnTo>
                  <a:lnTo>
                    <a:pt x="356" y="1426"/>
                  </a:lnTo>
                  <a:lnTo>
                    <a:pt x="356" y="1426"/>
                  </a:lnTo>
                  <a:lnTo>
                    <a:pt x="355" y="1427"/>
                  </a:lnTo>
                  <a:lnTo>
                    <a:pt x="355" y="1427"/>
                  </a:lnTo>
                  <a:lnTo>
                    <a:pt x="355" y="1427"/>
                  </a:lnTo>
                  <a:lnTo>
                    <a:pt x="354" y="1427"/>
                  </a:lnTo>
                  <a:lnTo>
                    <a:pt x="354" y="1428"/>
                  </a:lnTo>
                  <a:lnTo>
                    <a:pt x="354" y="1428"/>
                  </a:lnTo>
                  <a:lnTo>
                    <a:pt x="354" y="1430"/>
                  </a:lnTo>
                  <a:lnTo>
                    <a:pt x="353" y="1431"/>
                  </a:lnTo>
                  <a:lnTo>
                    <a:pt x="352" y="1431"/>
                  </a:lnTo>
                  <a:lnTo>
                    <a:pt x="352" y="1430"/>
                  </a:lnTo>
                  <a:lnTo>
                    <a:pt x="353" y="1429"/>
                  </a:lnTo>
                  <a:lnTo>
                    <a:pt x="353" y="1428"/>
                  </a:lnTo>
                  <a:lnTo>
                    <a:pt x="352" y="1428"/>
                  </a:lnTo>
                  <a:lnTo>
                    <a:pt x="351" y="1428"/>
                  </a:lnTo>
                  <a:lnTo>
                    <a:pt x="351" y="1428"/>
                  </a:lnTo>
                  <a:lnTo>
                    <a:pt x="350" y="1427"/>
                  </a:lnTo>
                  <a:lnTo>
                    <a:pt x="350" y="1428"/>
                  </a:lnTo>
                  <a:lnTo>
                    <a:pt x="350" y="1428"/>
                  </a:lnTo>
                  <a:lnTo>
                    <a:pt x="350" y="1428"/>
                  </a:lnTo>
                  <a:lnTo>
                    <a:pt x="349" y="1428"/>
                  </a:lnTo>
                  <a:lnTo>
                    <a:pt x="349" y="1428"/>
                  </a:lnTo>
                  <a:lnTo>
                    <a:pt x="349" y="1427"/>
                  </a:lnTo>
                  <a:lnTo>
                    <a:pt x="348" y="1427"/>
                  </a:lnTo>
                  <a:lnTo>
                    <a:pt x="348" y="1428"/>
                  </a:lnTo>
                  <a:lnTo>
                    <a:pt x="347" y="1428"/>
                  </a:lnTo>
                  <a:lnTo>
                    <a:pt x="347" y="1427"/>
                  </a:lnTo>
                  <a:lnTo>
                    <a:pt x="347" y="1427"/>
                  </a:lnTo>
                  <a:lnTo>
                    <a:pt x="347" y="1426"/>
                  </a:lnTo>
                  <a:lnTo>
                    <a:pt x="348" y="1426"/>
                  </a:lnTo>
                  <a:lnTo>
                    <a:pt x="348" y="1425"/>
                  </a:lnTo>
                  <a:lnTo>
                    <a:pt x="348" y="1425"/>
                  </a:lnTo>
                  <a:lnTo>
                    <a:pt x="349" y="1424"/>
                  </a:lnTo>
                  <a:lnTo>
                    <a:pt x="350" y="1424"/>
                  </a:lnTo>
                  <a:lnTo>
                    <a:pt x="350" y="1423"/>
                  </a:lnTo>
                  <a:lnTo>
                    <a:pt x="350" y="1423"/>
                  </a:lnTo>
                  <a:lnTo>
                    <a:pt x="350" y="1423"/>
                  </a:lnTo>
                  <a:lnTo>
                    <a:pt x="350" y="1423"/>
                  </a:lnTo>
                  <a:lnTo>
                    <a:pt x="350" y="1422"/>
                  </a:lnTo>
                  <a:lnTo>
                    <a:pt x="350" y="1421"/>
                  </a:lnTo>
                  <a:lnTo>
                    <a:pt x="350" y="1420"/>
                  </a:lnTo>
                  <a:lnTo>
                    <a:pt x="351" y="1420"/>
                  </a:lnTo>
                  <a:lnTo>
                    <a:pt x="351" y="1419"/>
                  </a:lnTo>
                  <a:lnTo>
                    <a:pt x="351" y="1419"/>
                  </a:lnTo>
                  <a:lnTo>
                    <a:pt x="352" y="1419"/>
                  </a:lnTo>
                  <a:lnTo>
                    <a:pt x="352" y="1419"/>
                  </a:lnTo>
                  <a:lnTo>
                    <a:pt x="353" y="1419"/>
                  </a:lnTo>
                  <a:lnTo>
                    <a:pt x="354" y="1419"/>
                  </a:lnTo>
                  <a:lnTo>
                    <a:pt x="354" y="1419"/>
                  </a:lnTo>
                  <a:lnTo>
                    <a:pt x="354" y="1419"/>
                  </a:lnTo>
                  <a:lnTo>
                    <a:pt x="355" y="1418"/>
                  </a:lnTo>
                  <a:lnTo>
                    <a:pt x="355" y="1418"/>
                  </a:lnTo>
                  <a:lnTo>
                    <a:pt x="357" y="1418"/>
                  </a:lnTo>
                  <a:lnTo>
                    <a:pt x="357" y="1418"/>
                  </a:lnTo>
                  <a:lnTo>
                    <a:pt x="357" y="1418"/>
                  </a:lnTo>
                  <a:lnTo>
                    <a:pt x="357" y="1418"/>
                  </a:lnTo>
                  <a:lnTo>
                    <a:pt x="358" y="1418"/>
                  </a:lnTo>
                  <a:lnTo>
                    <a:pt x="358" y="1418"/>
                  </a:lnTo>
                  <a:lnTo>
                    <a:pt x="359" y="1418"/>
                  </a:lnTo>
                  <a:lnTo>
                    <a:pt x="359" y="1416"/>
                  </a:lnTo>
                  <a:lnTo>
                    <a:pt x="361" y="1417"/>
                  </a:lnTo>
                  <a:lnTo>
                    <a:pt x="361" y="1416"/>
                  </a:lnTo>
                  <a:lnTo>
                    <a:pt x="361" y="1415"/>
                  </a:lnTo>
                  <a:lnTo>
                    <a:pt x="362" y="1415"/>
                  </a:lnTo>
                  <a:lnTo>
                    <a:pt x="362" y="1415"/>
                  </a:lnTo>
                  <a:lnTo>
                    <a:pt x="361" y="1414"/>
                  </a:lnTo>
                  <a:lnTo>
                    <a:pt x="361" y="1414"/>
                  </a:lnTo>
                  <a:lnTo>
                    <a:pt x="362" y="1414"/>
                  </a:lnTo>
                  <a:lnTo>
                    <a:pt x="362" y="1414"/>
                  </a:lnTo>
                  <a:close/>
                  <a:moveTo>
                    <a:pt x="377" y="1380"/>
                  </a:moveTo>
                  <a:lnTo>
                    <a:pt x="378" y="1381"/>
                  </a:lnTo>
                  <a:lnTo>
                    <a:pt x="378" y="1380"/>
                  </a:lnTo>
                  <a:lnTo>
                    <a:pt x="378" y="1381"/>
                  </a:lnTo>
                  <a:lnTo>
                    <a:pt x="377" y="1383"/>
                  </a:lnTo>
                  <a:lnTo>
                    <a:pt x="377" y="1384"/>
                  </a:lnTo>
                  <a:lnTo>
                    <a:pt x="376" y="1384"/>
                  </a:lnTo>
                  <a:lnTo>
                    <a:pt x="376" y="1384"/>
                  </a:lnTo>
                  <a:lnTo>
                    <a:pt x="375" y="1384"/>
                  </a:lnTo>
                  <a:lnTo>
                    <a:pt x="375" y="1384"/>
                  </a:lnTo>
                  <a:lnTo>
                    <a:pt x="374" y="1384"/>
                  </a:lnTo>
                  <a:lnTo>
                    <a:pt x="374" y="1384"/>
                  </a:lnTo>
                  <a:lnTo>
                    <a:pt x="374" y="1383"/>
                  </a:lnTo>
                  <a:lnTo>
                    <a:pt x="374" y="1383"/>
                  </a:lnTo>
                  <a:lnTo>
                    <a:pt x="374" y="1383"/>
                  </a:lnTo>
                  <a:lnTo>
                    <a:pt x="375" y="1382"/>
                  </a:lnTo>
                  <a:lnTo>
                    <a:pt x="376" y="1381"/>
                  </a:lnTo>
                  <a:lnTo>
                    <a:pt x="376" y="1381"/>
                  </a:lnTo>
                  <a:lnTo>
                    <a:pt x="376" y="1381"/>
                  </a:lnTo>
                  <a:lnTo>
                    <a:pt x="376" y="1380"/>
                  </a:lnTo>
                  <a:lnTo>
                    <a:pt x="377" y="1380"/>
                  </a:lnTo>
                  <a:close/>
                  <a:moveTo>
                    <a:pt x="153" y="1375"/>
                  </a:moveTo>
                  <a:lnTo>
                    <a:pt x="153" y="1375"/>
                  </a:lnTo>
                  <a:lnTo>
                    <a:pt x="154" y="1376"/>
                  </a:lnTo>
                  <a:lnTo>
                    <a:pt x="154" y="1376"/>
                  </a:lnTo>
                  <a:lnTo>
                    <a:pt x="154" y="1377"/>
                  </a:lnTo>
                  <a:lnTo>
                    <a:pt x="154" y="1377"/>
                  </a:lnTo>
                  <a:lnTo>
                    <a:pt x="154" y="1378"/>
                  </a:lnTo>
                  <a:lnTo>
                    <a:pt x="154" y="1378"/>
                  </a:lnTo>
                  <a:lnTo>
                    <a:pt x="155" y="1379"/>
                  </a:lnTo>
                  <a:lnTo>
                    <a:pt x="156" y="1379"/>
                  </a:lnTo>
                  <a:lnTo>
                    <a:pt x="157" y="1379"/>
                  </a:lnTo>
                  <a:lnTo>
                    <a:pt x="157" y="1379"/>
                  </a:lnTo>
                  <a:lnTo>
                    <a:pt x="158" y="1379"/>
                  </a:lnTo>
                  <a:lnTo>
                    <a:pt x="158" y="1382"/>
                  </a:lnTo>
                  <a:lnTo>
                    <a:pt x="158" y="1383"/>
                  </a:lnTo>
                  <a:lnTo>
                    <a:pt x="158" y="1383"/>
                  </a:lnTo>
                  <a:lnTo>
                    <a:pt x="158" y="1384"/>
                  </a:lnTo>
                  <a:lnTo>
                    <a:pt x="158" y="1384"/>
                  </a:lnTo>
                  <a:lnTo>
                    <a:pt x="157" y="1384"/>
                  </a:lnTo>
                  <a:lnTo>
                    <a:pt x="157" y="1384"/>
                  </a:lnTo>
                  <a:lnTo>
                    <a:pt x="157" y="1384"/>
                  </a:lnTo>
                  <a:lnTo>
                    <a:pt x="156" y="1384"/>
                  </a:lnTo>
                  <a:lnTo>
                    <a:pt x="154" y="1384"/>
                  </a:lnTo>
                  <a:lnTo>
                    <a:pt x="154" y="1384"/>
                  </a:lnTo>
                  <a:lnTo>
                    <a:pt x="154" y="1384"/>
                  </a:lnTo>
                  <a:lnTo>
                    <a:pt x="154" y="1384"/>
                  </a:lnTo>
                  <a:lnTo>
                    <a:pt x="154" y="1384"/>
                  </a:lnTo>
                  <a:lnTo>
                    <a:pt x="154" y="1384"/>
                  </a:lnTo>
                  <a:lnTo>
                    <a:pt x="153" y="1384"/>
                  </a:lnTo>
                  <a:lnTo>
                    <a:pt x="153" y="1384"/>
                  </a:lnTo>
                  <a:lnTo>
                    <a:pt x="152" y="1384"/>
                  </a:lnTo>
                  <a:lnTo>
                    <a:pt x="151" y="1384"/>
                  </a:lnTo>
                  <a:lnTo>
                    <a:pt x="151" y="1384"/>
                  </a:lnTo>
                  <a:lnTo>
                    <a:pt x="150" y="1384"/>
                  </a:lnTo>
                  <a:lnTo>
                    <a:pt x="150" y="1384"/>
                  </a:lnTo>
                  <a:lnTo>
                    <a:pt x="150" y="1384"/>
                  </a:lnTo>
                  <a:lnTo>
                    <a:pt x="150" y="1384"/>
                  </a:lnTo>
                  <a:lnTo>
                    <a:pt x="150" y="1384"/>
                  </a:lnTo>
                  <a:lnTo>
                    <a:pt x="148" y="1384"/>
                  </a:lnTo>
                  <a:lnTo>
                    <a:pt x="147" y="1384"/>
                  </a:lnTo>
                  <a:lnTo>
                    <a:pt x="146" y="1384"/>
                  </a:lnTo>
                  <a:lnTo>
                    <a:pt x="145" y="1384"/>
                  </a:lnTo>
                  <a:lnTo>
                    <a:pt x="145" y="1384"/>
                  </a:lnTo>
                  <a:lnTo>
                    <a:pt x="145" y="1384"/>
                  </a:lnTo>
                  <a:lnTo>
                    <a:pt x="145" y="1384"/>
                  </a:lnTo>
                  <a:lnTo>
                    <a:pt x="145" y="1384"/>
                  </a:lnTo>
                  <a:lnTo>
                    <a:pt x="144" y="1384"/>
                  </a:lnTo>
                  <a:lnTo>
                    <a:pt x="144" y="1385"/>
                  </a:lnTo>
                  <a:lnTo>
                    <a:pt x="144" y="1385"/>
                  </a:lnTo>
                  <a:lnTo>
                    <a:pt x="143" y="1386"/>
                  </a:lnTo>
                  <a:lnTo>
                    <a:pt x="143" y="1386"/>
                  </a:lnTo>
                  <a:lnTo>
                    <a:pt x="143" y="1388"/>
                  </a:lnTo>
                  <a:lnTo>
                    <a:pt x="143" y="1388"/>
                  </a:lnTo>
                  <a:lnTo>
                    <a:pt x="144" y="1388"/>
                  </a:lnTo>
                  <a:lnTo>
                    <a:pt x="144" y="1389"/>
                  </a:lnTo>
                  <a:lnTo>
                    <a:pt x="145" y="1389"/>
                  </a:lnTo>
                  <a:lnTo>
                    <a:pt x="145" y="1389"/>
                  </a:lnTo>
                  <a:lnTo>
                    <a:pt x="145" y="1389"/>
                  </a:lnTo>
                  <a:lnTo>
                    <a:pt x="145" y="1390"/>
                  </a:lnTo>
                  <a:lnTo>
                    <a:pt x="145" y="1391"/>
                  </a:lnTo>
                  <a:lnTo>
                    <a:pt x="145" y="1391"/>
                  </a:lnTo>
                  <a:lnTo>
                    <a:pt x="145" y="1391"/>
                  </a:lnTo>
                  <a:lnTo>
                    <a:pt x="145" y="1391"/>
                  </a:lnTo>
                  <a:lnTo>
                    <a:pt x="144" y="1392"/>
                  </a:lnTo>
                  <a:lnTo>
                    <a:pt x="144" y="1392"/>
                  </a:lnTo>
                  <a:lnTo>
                    <a:pt x="144" y="1392"/>
                  </a:lnTo>
                  <a:lnTo>
                    <a:pt x="144" y="1393"/>
                  </a:lnTo>
                  <a:lnTo>
                    <a:pt x="143" y="1394"/>
                  </a:lnTo>
                  <a:lnTo>
                    <a:pt x="143" y="1394"/>
                  </a:lnTo>
                  <a:lnTo>
                    <a:pt x="143" y="1394"/>
                  </a:lnTo>
                  <a:lnTo>
                    <a:pt x="143" y="1395"/>
                  </a:lnTo>
                  <a:lnTo>
                    <a:pt x="142" y="1395"/>
                  </a:lnTo>
                  <a:lnTo>
                    <a:pt x="142" y="1395"/>
                  </a:lnTo>
                  <a:lnTo>
                    <a:pt x="141" y="1395"/>
                  </a:lnTo>
                  <a:lnTo>
                    <a:pt x="141" y="1394"/>
                  </a:lnTo>
                  <a:lnTo>
                    <a:pt x="141" y="1394"/>
                  </a:lnTo>
                  <a:lnTo>
                    <a:pt x="141" y="1395"/>
                  </a:lnTo>
                  <a:lnTo>
                    <a:pt x="140" y="1395"/>
                  </a:lnTo>
                  <a:lnTo>
                    <a:pt x="140" y="1394"/>
                  </a:lnTo>
                  <a:lnTo>
                    <a:pt x="140" y="1394"/>
                  </a:lnTo>
                  <a:lnTo>
                    <a:pt x="140" y="1395"/>
                  </a:lnTo>
                  <a:lnTo>
                    <a:pt x="140" y="1395"/>
                  </a:lnTo>
                  <a:lnTo>
                    <a:pt x="138" y="1394"/>
                  </a:lnTo>
                  <a:lnTo>
                    <a:pt x="138" y="1395"/>
                  </a:lnTo>
                  <a:lnTo>
                    <a:pt x="137" y="1395"/>
                  </a:lnTo>
                  <a:lnTo>
                    <a:pt x="137" y="1395"/>
                  </a:lnTo>
                  <a:lnTo>
                    <a:pt x="137" y="1395"/>
                  </a:lnTo>
                  <a:lnTo>
                    <a:pt x="137" y="1394"/>
                  </a:lnTo>
                  <a:lnTo>
                    <a:pt x="137" y="1394"/>
                  </a:lnTo>
                  <a:lnTo>
                    <a:pt x="137" y="1394"/>
                  </a:lnTo>
                  <a:lnTo>
                    <a:pt x="135" y="1394"/>
                  </a:lnTo>
                  <a:lnTo>
                    <a:pt x="132" y="1395"/>
                  </a:lnTo>
                  <a:lnTo>
                    <a:pt x="132" y="1395"/>
                  </a:lnTo>
                  <a:lnTo>
                    <a:pt x="132" y="1397"/>
                  </a:lnTo>
                  <a:lnTo>
                    <a:pt x="132" y="1397"/>
                  </a:lnTo>
                  <a:lnTo>
                    <a:pt x="131" y="1397"/>
                  </a:lnTo>
                  <a:lnTo>
                    <a:pt x="130" y="1398"/>
                  </a:lnTo>
                  <a:lnTo>
                    <a:pt x="130" y="1398"/>
                  </a:lnTo>
                  <a:lnTo>
                    <a:pt x="129" y="1399"/>
                  </a:lnTo>
                  <a:lnTo>
                    <a:pt x="129" y="1400"/>
                  </a:lnTo>
                  <a:lnTo>
                    <a:pt x="129" y="1400"/>
                  </a:lnTo>
                  <a:lnTo>
                    <a:pt x="128" y="1401"/>
                  </a:lnTo>
                  <a:lnTo>
                    <a:pt x="129" y="1401"/>
                  </a:lnTo>
                  <a:lnTo>
                    <a:pt x="129" y="1403"/>
                  </a:lnTo>
                  <a:lnTo>
                    <a:pt x="129" y="1403"/>
                  </a:lnTo>
                  <a:lnTo>
                    <a:pt x="130" y="1404"/>
                  </a:lnTo>
                  <a:lnTo>
                    <a:pt x="130" y="1405"/>
                  </a:lnTo>
                  <a:lnTo>
                    <a:pt x="129" y="1405"/>
                  </a:lnTo>
                  <a:lnTo>
                    <a:pt x="129" y="1407"/>
                  </a:lnTo>
                  <a:lnTo>
                    <a:pt x="130" y="1407"/>
                  </a:lnTo>
                  <a:lnTo>
                    <a:pt x="130" y="1408"/>
                  </a:lnTo>
                  <a:lnTo>
                    <a:pt x="130" y="1408"/>
                  </a:lnTo>
                  <a:lnTo>
                    <a:pt x="130" y="1408"/>
                  </a:lnTo>
                  <a:lnTo>
                    <a:pt x="129" y="1408"/>
                  </a:lnTo>
                  <a:lnTo>
                    <a:pt x="128" y="1408"/>
                  </a:lnTo>
                  <a:lnTo>
                    <a:pt x="128" y="1409"/>
                  </a:lnTo>
                  <a:lnTo>
                    <a:pt x="128" y="1409"/>
                  </a:lnTo>
                  <a:lnTo>
                    <a:pt x="127" y="1410"/>
                  </a:lnTo>
                  <a:lnTo>
                    <a:pt x="125" y="1410"/>
                  </a:lnTo>
                  <a:lnTo>
                    <a:pt x="125" y="1409"/>
                  </a:lnTo>
                  <a:lnTo>
                    <a:pt x="125" y="1410"/>
                  </a:lnTo>
                  <a:lnTo>
                    <a:pt x="124" y="1410"/>
                  </a:lnTo>
                  <a:lnTo>
                    <a:pt x="124" y="1409"/>
                  </a:lnTo>
                  <a:lnTo>
                    <a:pt x="124" y="1409"/>
                  </a:lnTo>
                  <a:lnTo>
                    <a:pt x="124" y="1409"/>
                  </a:lnTo>
                  <a:lnTo>
                    <a:pt x="123" y="1409"/>
                  </a:lnTo>
                  <a:lnTo>
                    <a:pt x="123" y="1407"/>
                  </a:lnTo>
                  <a:lnTo>
                    <a:pt x="122" y="1407"/>
                  </a:lnTo>
                  <a:lnTo>
                    <a:pt x="122" y="1406"/>
                  </a:lnTo>
                  <a:lnTo>
                    <a:pt x="121" y="1406"/>
                  </a:lnTo>
                  <a:lnTo>
                    <a:pt x="121" y="1405"/>
                  </a:lnTo>
                  <a:lnTo>
                    <a:pt x="120" y="1404"/>
                  </a:lnTo>
                  <a:lnTo>
                    <a:pt x="118" y="1404"/>
                  </a:lnTo>
                  <a:lnTo>
                    <a:pt x="117" y="1405"/>
                  </a:lnTo>
                  <a:lnTo>
                    <a:pt x="117" y="1405"/>
                  </a:lnTo>
                  <a:lnTo>
                    <a:pt x="117" y="1405"/>
                  </a:lnTo>
                  <a:lnTo>
                    <a:pt x="116" y="1406"/>
                  </a:lnTo>
                  <a:lnTo>
                    <a:pt x="115" y="1406"/>
                  </a:lnTo>
                  <a:lnTo>
                    <a:pt x="115" y="1406"/>
                  </a:lnTo>
                  <a:lnTo>
                    <a:pt x="115" y="1406"/>
                  </a:lnTo>
                  <a:lnTo>
                    <a:pt x="115" y="1405"/>
                  </a:lnTo>
                  <a:lnTo>
                    <a:pt x="115" y="1405"/>
                  </a:lnTo>
                  <a:lnTo>
                    <a:pt x="115" y="1405"/>
                  </a:lnTo>
                  <a:lnTo>
                    <a:pt x="115" y="1405"/>
                  </a:lnTo>
                  <a:lnTo>
                    <a:pt x="115" y="1404"/>
                  </a:lnTo>
                  <a:lnTo>
                    <a:pt x="115" y="1404"/>
                  </a:lnTo>
                  <a:lnTo>
                    <a:pt x="115" y="1404"/>
                  </a:lnTo>
                  <a:lnTo>
                    <a:pt x="115" y="1404"/>
                  </a:lnTo>
                  <a:lnTo>
                    <a:pt x="115" y="1403"/>
                  </a:lnTo>
                  <a:lnTo>
                    <a:pt x="116" y="1402"/>
                  </a:lnTo>
                  <a:lnTo>
                    <a:pt x="116" y="1401"/>
                  </a:lnTo>
                  <a:lnTo>
                    <a:pt x="116" y="1401"/>
                  </a:lnTo>
                  <a:lnTo>
                    <a:pt x="116" y="1401"/>
                  </a:lnTo>
                  <a:lnTo>
                    <a:pt x="115" y="1401"/>
                  </a:lnTo>
                  <a:lnTo>
                    <a:pt x="115" y="1399"/>
                  </a:lnTo>
                  <a:lnTo>
                    <a:pt x="115" y="1398"/>
                  </a:lnTo>
                  <a:lnTo>
                    <a:pt x="115" y="1398"/>
                  </a:lnTo>
                  <a:lnTo>
                    <a:pt x="115" y="1397"/>
                  </a:lnTo>
                  <a:lnTo>
                    <a:pt x="115" y="1397"/>
                  </a:lnTo>
                  <a:lnTo>
                    <a:pt x="115" y="1397"/>
                  </a:lnTo>
                  <a:lnTo>
                    <a:pt x="115" y="1397"/>
                  </a:lnTo>
                  <a:lnTo>
                    <a:pt x="116" y="1395"/>
                  </a:lnTo>
                  <a:lnTo>
                    <a:pt x="115" y="1395"/>
                  </a:lnTo>
                  <a:lnTo>
                    <a:pt x="115" y="1394"/>
                  </a:lnTo>
                  <a:lnTo>
                    <a:pt x="115" y="1392"/>
                  </a:lnTo>
                  <a:lnTo>
                    <a:pt x="115" y="1392"/>
                  </a:lnTo>
                  <a:lnTo>
                    <a:pt x="115" y="1392"/>
                  </a:lnTo>
                  <a:lnTo>
                    <a:pt x="115" y="1392"/>
                  </a:lnTo>
                  <a:lnTo>
                    <a:pt x="115" y="1392"/>
                  </a:lnTo>
                  <a:lnTo>
                    <a:pt x="114" y="1392"/>
                  </a:lnTo>
                  <a:lnTo>
                    <a:pt x="114" y="1391"/>
                  </a:lnTo>
                  <a:lnTo>
                    <a:pt x="113" y="1390"/>
                  </a:lnTo>
                  <a:lnTo>
                    <a:pt x="113" y="1391"/>
                  </a:lnTo>
                  <a:lnTo>
                    <a:pt x="113" y="1391"/>
                  </a:lnTo>
                  <a:lnTo>
                    <a:pt x="112" y="1391"/>
                  </a:lnTo>
                  <a:lnTo>
                    <a:pt x="112" y="1392"/>
                  </a:lnTo>
                  <a:lnTo>
                    <a:pt x="111" y="1392"/>
                  </a:lnTo>
                  <a:lnTo>
                    <a:pt x="111" y="1391"/>
                  </a:lnTo>
                  <a:lnTo>
                    <a:pt x="111" y="1391"/>
                  </a:lnTo>
                  <a:lnTo>
                    <a:pt x="112" y="1390"/>
                  </a:lnTo>
                  <a:lnTo>
                    <a:pt x="112" y="1390"/>
                  </a:lnTo>
                  <a:lnTo>
                    <a:pt x="112" y="1390"/>
                  </a:lnTo>
                  <a:lnTo>
                    <a:pt x="113" y="1390"/>
                  </a:lnTo>
                  <a:lnTo>
                    <a:pt x="113" y="1390"/>
                  </a:lnTo>
                  <a:lnTo>
                    <a:pt x="114" y="1390"/>
                  </a:lnTo>
                  <a:lnTo>
                    <a:pt x="114" y="1390"/>
                  </a:lnTo>
                  <a:lnTo>
                    <a:pt x="114" y="1390"/>
                  </a:lnTo>
                  <a:lnTo>
                    <a:pt x="115" y="1390"/>
                  </a:lnTo>
                  <a:lnTo>
                    <a:pt x="115" y="1389"/>
                  </a:lnTo>
                  <a:lnTo>
                    <a:pt x="115" y="1388"/>
                  </a:lnTo>
                  <a:lnTo>
                    <a:pt x="115" y="1388"/>
                  </a:lnTo>
                  <a:lnTo>
                    <a:pt x="115" y="1387"/>
                  </a:lnTo>
                  <a:lnTo>
                    <a:pt x="116" y="1387"/>
                  </a:lnTo>
                  <a:lnTo>
                    <a:pt x="117" y="1386"/>
                  </a:lnTo>
                  <a:lnTo>
                    <a:pt x="117" y="1386"/>
                  </a:lnTo>
                  <a:lnTo>
                    <a:pt x="117" y="1385"/>
                  </a:lnTo>
                  <a:lnTo>
                    <a:pt x="119" y="1385"/>
                  </a:lnTo>
                  <a:lnTo>
                    <a:pt x="119" y="1385"/>
                  </a:lnTo>
                  <a:lnTo>
                    <a:pt x="119" y="1384"/>
                  </a:lnTo>
                  <a:lnTo>
                    <a:pt x="119" y="1384"/>
                  </a:lnTo>
                  <a:lnTo>
                    <a:pt x="119" y="1384"/>
                  </a:lnTo>
                  <a:lnTo>
                    <a:pt x="119" y="1383"/>
                  </a:lnTo>
                  <a:lnTo>
                    <a:pt x="123" y="1383"/>
                  </a:lnTo>
                  <a:lnTo>
                    <a:pt x="123" y="1383"/>
                  </a:lnTo>
                  <a:lnTo>
                    <a:pt x="123" y="1384"/>
                  </a:lnTo>
                  <a:lnTo>
                    <a:pt x="124" y="1384"/>
                  </a:lnTo>
                  <a:lnTo>
                    <a:pt x="124" y="1384"/>
                  </a:lnTo>
                  <a:lnTo>
                    <a:pt x="125" y="1384"/>
                  </a:lnTo>
                  <a:lnTo>
                    <a:pt x="125" y="1384"/>
                  </a:lnTo>
                  <a:lnTo>
                    <a:pt x="126" y="1384"/>
                  </a:lnTo>
                  <a:lnTo>
                    <a:pt x="126" y="1383"/>
                  </a:lnTo>
                  <a:lnTo>
                    <a:pt x="127" y="1383"/>
                  </a:lnTo>
                  <a:lnTo>
                    <a:pt x="127" y="1384"/>
                  </a:lnTo>
                  <a:lnTo>
                    <a:pt x="128" y="1384"/>
                  </a:lnTo>
                  <a:lnTo>
                    <a:pt x="128" y="1384"/>
                  </a:lnTo>
                  <a:lnTo>
                    <a:pt x="128" y="1384"/>
                  </a:lnTo>
                  <a:lnTo>
                    <a:pt x="128" y="1384"/>
                  </a:lnTo>
                  <a:lnTo>
                    <a:pt x="127" y="1384"/>
                  </a:lnTo>
                  <a:lnTo>
                    <a:pt x="127" y="1385"/>
                  </a:lnTo>
                  <a:lnTo>
                    <a:pt x="128" y="1385"/>
                  </a:lnTo>
                  <a:lnTo>
                    <a:pt x="128" y="1385"/>
                  </a:lnTo>
                  <a:lnTo>
                    <a:pt x="128" y="1385"/>
                  </a:lnTo>
                  <a:lnTo>
                    <a:pt x="129" y="1385"/>
                  </a:lnTo>
                  <a:lnTo>
                    <a:pt x="129" y="1384"/>
                  </a:lnTo>
                  <a:lnTo>
                    <a:pt x="129" y="1384"/>
                  </a:lnTo>
                  <a:lnTo>
                    <a:pt x="129" y="1384"/>
                  </a:lnTo>
                  <a:lnTo>
                    <a:pt x="130" y="1384"/>
                  </a:lnTo>
                  <a:lnTo>
                    <a:pt x="130" y="1384"/>
                  </a:lnTo>
                  <a:lnTo>
                    <a:pt x="130" y="1386"/>
                  </a:lnTo>
                  <a:lnTo>
                    <a:pt x="131" y="1386"/>
                  </a:lnTo>
                  <a:lnTo>
                    <a:pt x="132" y="1386"/>
                  </a:lnTo>
                  <a:lnTo>
                    <a:pt x="132" y="1386"/>
                  </a:lnTo>
                  <a:lnTo>
                    <a:pt x="132" y="1386"/>
                  </a:lnTo>
                  <a:lnTo>
                    <a:pt x="134" y="1385"/>
                  </a:lnTo>
                  <a:lnTo>
                    <a:pt x="134" y="1385"/>
                  </a:lnTo>
                  <a:lnTo>
                    <a:pt x="134" y="1384"/>
                  </a:lnTo>
                  <a:lnTo>
                    <a:pt x="135" y="1384"/>
                  </a:lnTo>
                  <a:lnTo>
                    <a:pt x="135" y="1383"/>
                  </a:lnTo>
                  <a:lnTo>
                    <a:pt x="136" y="1382"/>
                  </a:lnTo>
                  <a:lnTo>
                    <a:pt x="137" y="1382"/>
                  </a:lnTo>
                  <a:lnTo>
                    <a:pt x="137" y="1382"/>
                  </a:lnTo>
                  <a:lnTo>
                    <a:pt x="137" y="1382"/>
                  </a:lnTo>
                  <a:lnTo>
                    <a:pt x="137" y="1381"/>
                  </a:lnTo>
                  <a:lnTo>
                    <a:pt x="138" y="1381"/>
                  </a:lnTo>
                  <a:lnTo>
                    <a:pt x="138" y="1381"/>
                  </a:lnTo>
                  <a:lnTo>
                    <a:pt x="139" y="1381"/>
                  </a:lnTo>
                  <a:lnTo>
                    <a:pt x="139" y="1380"/>
                  </a:lnTo>
                  <a:lnTo>
                    <a:pt x="140" y="1380"/>
                  </a:lnTo>
                  <a:lnTo>
                    <a:pt x="140" y="1380"/>
                  </a:lnTo>
                  <a:lnTo>
                    <a:pt x="140" y="1379"/>
                  </a:lnTo>
                  <a:lnTo>
                    <a:pt x="141" y="1379"/>
                  </a:lnTo>
                  <a:lnTo>
                    <a:pt x="142" y="1379"/>
                  </a:lnTo>
                  <a:lnTo>
                    <a:pt x="144" y="1379"/>
                  </a:lnTo>
                  <a:lnTo>
                    <a:pt x="144" y="1379"/>
                  </a:lnTo>
                  <a:lnTo>
                    <a:pt x="144" y="1379"/>
                  </a:lnTo>
                  <a:lnTo>
                    <a:pt x="145" y="1379"/>
                  </a:lnTo>
                  <a:lnTo>
                    <a:pt x="145" y="1380"/>
                  </a:lnTo>
                  <a:lnTo>
                    <a:pt x="145" y="1380"/>
                  </a:lnTo>
                  <a:lnTo>
                    <a:pt x="145" y="1381"/>
                  </a:lnTo>
                  <a:lnTo>
                    <a:pt x="145" y="1381"/>
                  </a:lnTo>
                  <a:lnTo>
                    <a:pt x="146" y="1381"/>
                  </a:lnTo>
                  <a:lnTo>
                    <a:pt x="146" y="1381"/>
                  </a:lnTo>
                  <a:lnTo>
                    <a:pt x="147" y="1380"/>
                  </a:lnTo>
                  <a:lnTo>
                    <a:pt x="147" y="1380"/>
                  </a:lnTo>
                  <a:lnTo>
                    <a:pt x="147" y="1381"/>
                  </a:lnTo>
                  <a:lnTo>
                    <a:pt x="149" y="1381"/>
                  </a:lnTo>
                  <a:lnTo>
                    <a:pt x="149" y="1380"/>
                  </a:lnTo>
                  <a:lnTo>
                    <a:pt x="150" y="1380"/>
                  </a:lnTo>
                  <a:lnTo>
                    <a:pt x="149" y="1379"/>
                  </a:lnTo>
                  <a:lnTo>
                    <a:pt x="149" y="1378"/>
                  </a:lnTo>
                  <a:lnTo>
                    <a:pt x="150" y="1378"/>
                  </a:lnTo>
                  <a:lnTo>
                    <a:pt x="150" y="1378"/>
                  </a:lnTo>
                  <a:lnTo>
                    <a:pt x="150" y="1378"/>
                  </a:lnTo>
                  <a:lnTo>
                    <a:pt x="150" y="1378"/>
                  </a:lnTo>
                  <a:lnTo>
                    <a:pt x="150" y="1378"/>
                  </a:lnTo>
                  <a:lnTo>
                    <a:pt x="151" y="1378"/>
                  </a:lnTo>
                  <a:lnTo>
                    <a:pt x="152" y="1378"/>
                  </a:lnTo>
                  <a:lnTo>
                    <a:pt x="152" y="1375"/>
                  </a:lnTo>
                  <a:lnTo>
                    <a:pt x="153" y="1375"/>
                  </a:lnTo>
                  <a:close/>
                  <a:moveTo>
                    <a:pt x="374" y="1373"/>
                  </a:moveTo>
                  <a:lnTo>
                    <a:pt x="374" y="1374"/>
                  </a:lnTo>
                  <a:lnTo>
                    <a:pt x="374" y="1374"/>
                  </a:lnTo>
                  <a:lnTo>
                    <a:pt x="374" y="1375"/>
                  </a:lnTo>
                  <a:lnTo>
                    <a:pt x="373" y="1375"/>
                  </a:lnTo>
                  <a:lnTo>
                    <a:pt x="373" y="1376"/>
                  </a:lnTo>
                  <a:lnTo>
                    <a:pt x="371" y="1378"/>
                  </a:lnTo>
                  <a:lnTo>
                    <a:pt x="371" y="1378"/>
                  </a:lnTo>
                  <a:lnTo>
                    <a:pt x="371" y="1379"/>
                  </a:lnTo>
                  <a:lnTo>
                    <a:pt x="370" y="1379"/>
                  </a:lnTo>
                  <a:lnTo>
                    <a:pt x="369" y="1380"/>
                  </a:lnTo>
                  <a:lnTo>
                    <a:pt x="369" y="1381"/>
                  </a:lnTo>
                  <a:lnTo>
                    <a:pt x="368" y="1382"/>
                  </a:lnTo>
                  <a:lnTo>
                    <a:pt x="368" y="1382"/>
                  </a:lnTo>
                  <a:lnTo>
                    <a:pt x="367" y="1383"/>
                  </a:lnTo>
                  <a:lnTo>
                    <a:pt x="366" y="1384"/>
                  </a:lnTo>
                  <a:lnTo>
                    <a:pt x="365" y="1385"/>
                  </a:lnTo>
                  <a:lnTo>
                    <a:pt x="364" y="1387"/>
                  </a:lnTo>
                  <a:lnTo>
                    <a:pt x="363" y="1388"/>
                  </a:lnTo>
                  <a:lnTo>
                    <a:pt x="363" y="1388"/>
                  </a:lnTo>
                  <a:lnTo>
                    <a:pt x="363" y="1389"/>
                  </a:lnTo>
                  <a:lnTo>
                    <a:pt x="363" y="1389"/>
                  </a:lnTo>
                  <a:lnTo>
                    <a:pt x="362" y="1391"/>
                  </a:lnTo>
                  <a:lnTo>
                    <a:pt x="362" y="1391"/>
                  </a:lnTo>
                  <a:lnTo>
                    <a:pt x="361" y="1392"/>
                  </a:lnTo>
                  <a:lnTo>
                    <a:pt x="360" y="1392"/>
                  </a:lnTo>
                  <a:lnTo>
                    <a:pt x="359" y="1393"/>
                  </a:lnTo>
                  <a:lnTo>
                    <a:pt x="359" y="1393"/>
                  </a:lnTo>
                  <a:lnTo>
                    <a:pt x="358" y="1394"/>
                  </a:lnTo>
                  <a:lnTo>
                    <a:pt x="357" y="1395"/>
                  </a:lnTo>
                  <a:lnTo>
                    <a:pt x="356" y="1395"/>
                  </a:lnTo>
                  <a:lnTo>
                    <a:pt x="355" y="1396"/>
                  </a:lnTo>
                  <a:lnTo>
                    <a:pt x="355" y="1396"/>
                  </a:lnTo>
                  <a:lnTo>
                    <a:pt x="354" y="1397"/>
                  </a:lnTo>
                  <a:lnTo>
                    <a:pt x="354" y="1398"/>
                  </a:lnTo>
                  <a:lnTo>
                    <a:pt x="354" y="1399"/>
                  </a:lnTo>
                  <a:lnTo>
                    <a:pt x="353" y="1399"/>
                  </a:lnTo>
                  <a:lnTo>
                    <a:pt x="352" y="1400"/>
                  </a:lnTo>
                  <a:lnTo>
                    <a:pt x="350" y="1401"/>
                  </a:lnTo>
                  <a:lnTo>
                    <a:pt x="349" y="1402"/>
                  </a:lnTo>
                  <a:lnTo>
                    <a:pt x="348" y="1403"/>
                  </a:lnTo>
                  <a:lnTo>
                    <a:pt x="347" y="1403"/>
                  </a:lnTo>
                  <a:lnTo>
                    <a:pt x="345" y="1404"/>
                  </a:lnTo>
                  <a:lnTo>
                    <a:pt x="345" y="1404"/>
                  </a:lnTo>
                  <a:lnTo>
                    <a:pt x="345" y="1404"/>
                  </a:lnTo>
                  <a:lnTo>
                    <a:pt x="345" y="1402"/>
                  </a:lnTo>
                  <a:lnTo>
                    <a:pt x="346" y="1402"/>
                  </a:lnTo>
                  <a:lnTo>
                    <a:pt x="346" y="1402"/>
                  </a:lnTo>
                  <a:lnTo>
                    <a:pt x="347" y="1401"/>
                  </a:lnTo>
                  <a:lnTo>
                    <a:pt x="349" y="1400"/>
                  </a:lnTo>
                  <a:lnTo>
                    <a:pt x="350" y="1399"/>
                  </a:lnTo>
                  <a:lnTo>
                    <a:pt x="350" y="1398"/>
                  </a:lnTo>
                  <a:lnTo>
                    <a:pt x="349" y="1397"/>
                  </a:lnTo>
                  <a:lnTo>
                    <a:pt x="350" y="1395"/>
                  </a:lnTo>
                  <a:lnTo>
                    <a:pt x="350" y="1394"/>
                  </a:lnTo>
                  <a:lnTo>
                    <a:pt x="350" y="1394"/>
                  </a:lnTo>
                  <a:lnTo>
                    <a:pt x="350" y="1393"/>
                  </a:lnTo>
                  <a:lnTo>
                    <a:pt x="350" y="1393"/>
                  </a:lnTo>
                  <a:lnTo>
                    <a:pt x="350" y="1393"/>
                  </a:lnTo>
                  <a:lnTo>
                    <a:pt x="349" y="1394"/>
                  </a:lnTo>
                  <a:lnTo>
                    <a:pt x="348" y="1394"/>
                  </a:lnTo>
                  <a:lnTo>
                    <a:pt x="348" y="1394"/>
                  </a:lnTo>
                  <a:lnTo>
                    <a:pt x="348" y="1395"/>
                  </a:lnTo>
                  <a:lnTo>
                    <a:pt x="347" y="1394"/>
                  </a:lnTo>
                  <a:lnTo>
                    <a:pt x="345" y="1395"/>
                  </a:lnTo>
                  <a:lnTo>
                    <a:pt x="345" y="1395"/>
                  </a:lnTo>
                  <a:lnTo>
                    <a:pt x="346" y="1394"/>
                  </a:lnTo>
                  <a:lnTo>
                    <a:pt x="346" y="1394"/>
                  </a:lnTo>
                  <a:lnTo>
                    <a:pt x="346" y="1394"/>
                  </a:lnTo>
                  <a:lnTo>
                    <a:pt x="347" y="1393"/>
                  </a:lnTo>
                  <a:lnTo>
                    <a:pt x="347" y="1393"/>
                  </a:lnTo>
                  <a:lnTo>
                    <a:pt x="348" y="1393"/>
                  </a:lnTo>
                  <a:lnTo>
                    <a:pt x="349" y="1392"/>
                  </a:lnTo>
                  <a:lnTo>
                    <a:pt x="350" y="1392"/>
                  </a:lnTo>
                  <a:lnTo>
                    <a:pt x="350" y="1392"/>
                  </a:lnTo>
                  <a:lnTo>
                    <a:pt x="350" y="1392"/>
                  </a:lnTo>
                  <a:lnTo>
                    <a:pt x="350" y="1392"/>
                  </a:lnTo>
                  <a:lnTo>
                    <a:pt x="350" y="1392"/>
                  </a:lnTo>
                  <a:lnTo>
                    <a:pt x="351" y="1392"/>
                  </a:lnTo>
                  <a:lnTo>
                    <a:pt x="352" y="1392"/>
                  </a:lnTo>
                  <a:lnTo>
                    <a:pt x="352" y="1392"/>
                  </a:lnTo>
                  <a:lnTo>
                    <a:pt x="353" y="1391"/>
                  </a:lnTo>
                  <a:lnTo>
                    <a:pt x="354" y="1391"/>
                  </a:lnTo>
                  <a:lnTo>
                    <a:pt x="354" y="1391"/>
                  </a:lnTo>
                  <a:lnTo>
                    <a:pt x="356" y="1390"/>
                  </a:lnTo>
                  <a:lnTo>
                    <a:pt x="356" y="1389"/>
                  </a:lnTo>
                  <a:lnTo>
                    <a:pt x="357" y="1388"/>
                  </a:lnTo>
                  <a:lnTo>
                    <a:pt x="357" y="1388"/>
                  </a:lnTo>
                  <a:lnTo>
                    <a:pt x="357" y="1388"/>
                  </a:lnTo>
                  <a:lnTo>
                    <a:pt x="358" y="1388"/>
                  </a:lnTo>
                  <a:lnTo>
                    <a:pt x="358" y="1388"/>
                  </a:lnTo>
                  <a:lnTo>
                    <a:pt x="358" y="1388"/>
                  </a:lnTo>
                  <a:lnTo>
                    <a:pt x="358" y="1388"/>
                  </a:lnTo>
                  <a:lnTo>
                    <a:pt x="358" y="1388"/>
                  </a:lnTo>
                  <a:lnTo>
                    <a:pt x="358" y="1387"/>
                  </a:lnTo>
                  <a:lnTo>
                    <a:pt x="358" y="1387"/>
                  </a:lnTo>
                  <a:lnTo>
                    <a:pt x="360" y="1385"/>
                  </a:lnTo>
                  <a:lnTo>
                    <a:pt x="360" y="1385"/>
                  </a:lnTo>
                  <a:lnTo>
                    <a:pt x="361" y="1384"/>
                  </a:lnTo>
                  <a:lnTo>
                    <a:pt x="362" y="1384"/>
                  </a:lnTo>
                  <a:lnTo>
                    <a:pt x="363" y="1382"/>
                  </a:lnTo>
                  <a:lnTo>
                    <a:pt x="363" y="1381"/>
                  </a:lnTo>
                  <a:lnTo>
                    <a:pt x="363" y="1380"/>
                  </a:lnTo>
                  <a:lnTo>
                    <a:pt x="363" y="1380"/>
                  </a:lnTo>
                  <a:lnTo>
                    <a:pt x="363" y="1379"/>
                  </a:lnTo>
                  <a:lnTo>
                    <a:pt x="364" y="1379"/>
                  </a:lnTo>
                  <a:lnTo>
                    <a:pt x="365" y="1379"/>
                  </a:lnTo>
                  <a:lnTo>
                    <a:pt x="365" y="1378"/>
                  </a:lnTo>
                  <a:lnTo>
                    <a:pt x="365" y="1378"/>
                  </a:lnTo>
                  <a:lnTo>
                    <a:pt x="366" y="1377"/>
                  </a:lnTo>
                  <a:lnTo>
                    <a:pt x="366" y="1377"/>
                  </a:lnTo>
                  <a:lnTo>
                    <a:pt x="366" y="1378"/>
                  </a:lnTo>
                  <a:lnTo>
                    <a:pt x="366" y="1378"/>
                  </a:lnTo>
                  <a:lnTo>
                    <a:pt x="367" y="1378"/>
                  </a:lnTo>
                  <a:lnTo>
                    <a:pt x="367" y="1377"/>
                  </a:lnTo>
                  <a:lnTo>
                    <a:pt x="367" y="1376"/>
                  </a:lnTo>
                  <a:lnTo>
                    <a:pt x="367" y="1376"/>
                  </a:lnTo>
                  <a:lnTo>
                    <a:pt x="367" y="1376"/>
                  </a:lnTo>
                  <a:lnTo>
                    <a:pt x="367" y="1376"/>
                  </a:lnTo>
                  <a:lnTo>
                    <a:pt x="367" y="1375"/>
                  </a:lnTo>
                  <a:lnTo>
                    <a:pt x="367" y="1375"/>
                  </a:lnTo>
                  <a:lnTo>
                    <a:pt x="367" y="1375"/>
                  </a:lnTo>
                  <a:lnTo>
                    <a:pt x="367" y="1375"/>
                  </a:lnTo>
                  <a:lnTo>
                    <a:pt x="367" y="1375"/>
                  </a:lnTo>
                  <a:lnTo>
                    <a:pt x="367" y="1375"/>
                  </a:lnTo>
                  <a:lnTo>
                    <a:pt x="368" y="1375"/>
                  </a:lnTo>
                  <a:lnTo>
                    <a:pt x="367" y="1375"/>
                  </a:lnTo>
                  <a:lnTo>
                    <a:pt x="368" y="1376"/>
                  </a:lnTo>
                  <a:lnTo>
                    <a:pt x="369" y="1376"/>
                  </a:lnTo>
                  <a:lnTo>
                    <a:pt x="369" y="1375"/>
                  </a:lnTo>
                  <a:lnTo>
                    <a:pt x="369" y="1376"/>
                  </a:lnTo>
                  <a:lnTo>
                    <a:pt x="369" y="1376"/>
                  </a:lnTo>
                  <a:lnTo>
                    <a:pt x="370" y="1376"/>
                  </a:lnTo>
                  <a:lnTo>
                    <a:pt x="370" y="1376"/>
                  </a:lnTo>
                  <a:lnTo>
                    <a:pt x="370" y="1375"/>
                  </a:lnTo>
                  <a:lnTo>
                    <a:pt x="370" y="1375"/>
                  </a:lnTo>
                  <a:lnTo>
                    <a:pt x="370" y="1375"/>
                  </a:lnTo>
                  <a:lnTo>
                    <a:pt x="370" y="1375"/>
                  </a:lnTo>
                  <a:lnTo>
                    <a:pt x="371" y="1375"/>
                  </a:lnTo>
                  <a:lnTo>
                    <a:pt x="371" y="1375"/>
                  </a:lnTo>
                  <a:lnTo>
                    <a:pt x="371" y="1375"/>
                  </a:lnTo>
                  <a:lnTo>
                    <a:pt x="372" y="1375"/>
                  </a:lnTo>
                  <a:lnTo>
                    <a:pt x="372" y="1374"/>
                  </a:lnTo>
                  <a:lnTo>
                    <a:pt x="374" y="1373"/>
                  </a:lnTo>
                  <a:close/>
                  <a:moveTo>
                    <a:pt x="258" y="1345"/>
                  </a:moveTo>
                  <a:lnTo>
                    <a:pt x="258" y="1345"/>
                  </a:lnTo>
                  <a:lnTo>
                    <a:pt x="258" y="1345"/>
                  </a:lnTo>
                  <a:lnTo>
                    <a:pt x="259" y="1345"/>
                  </a:lnTo>
                  <a:lnTo>
                    <a:pt x="259" y="1347"/>
                  </a:lnTo>
                  <a:lnTo>
                    <a:pt x="259" y="1348"/>
                  </a:lnTo>
                  <a:lnTo>
                    <a:pt x="260" y="1349"/>
                  </a:lnTo>
                  <a:lnTo>
                    <a:pt x="262" y="1349"/>
                  </a:lnTo>
                  <a:lnTo>
                    <a:pt x="263" y="1349"/>
                  </a:lnTo>
                  <a:lnTo>
                    <a:pt x="263" y="1349"/>
                  </a:lnTo>
                  <a:lnTo>
                    <a:pt x="264" y="1350"/>
                  </a:lnTo>
                  <a:lnTo>
                    <a:pt x="267" y="1350"/>
                  </a:lnTo>
                  <a:lnTo>
                    <a:pt x="267" y="1350"/>
                  </a:lnTo>
                  <a:lnTo>
                    <a:pt x="267" y="1350"/>
                  </a:lnTo>
                  <a:lnTo>
                    <a:pt x="268" y="1351"/>
                  </a:lnTo>
                  <a:lnTo>
                    <a:pt x="269" y="1353"/>
                  </a:lnTo>
                  <a:lnTo>
                    <a:pt x="269" y="1353"/>
                  </a:lnTo>
                  <a:lnTo>
                    <a:pt x="269" y="1353"/>
                  </a:lnTo>
                  <a:lnTo>
                    <a:pt x="269" y="1353"/>
                  </a:lnTo>
                  <a:lnTo>
                    <a:pt x="268" y="1354"/>
                  </a:lnTo>
                  <a:lnTo>
                    <a:pt x="268" y="1355"/>
                  </a:lnTo>
                  <a:lnTo>
                    <a:pt x="268" y="1355"/>
                  </a:lnTo>
                  <a:lnTo>
                    <a:pt x="267" y="1355"/>
                  </a:lnTo>
                  <a:lnTo>
                    <a:pt x="267" y="1355"/>
                  </a:lnTo>
                  <a:lnTo>
                    <a:pt x="268" y="1356"/>
                  </a:lnTo>
                  <a:lnTo>
                    <a:pt x="268" y="1357"/>
                  </a:lnTo>
                  <a:lnTo>
                    <a:pt x="268" y="1357"/>
                  </a:lnTo>
                  <a:lnTo>
                    <a:pt x="269" y="1358"/>
                  </a:lnTo>
                  <a:lnTo>
                    <a:pt x="270" y="1358"/>
                  </a:lnTo>
                  <a:lnTo>
                    <a:pt x="270" y="1358"/>
                  </a:lnTo>
                  <a:lnTo>
                    <a:pt x="270" y="1357"/>
                  </a:lnTo>
                  <a:lnTo>
                    <a:pt x="271" y="1357"/>
                  </a:lnTo>
                  <a:lnTo>
                    <a:pt x="271" y="1358"/>
                  </a:lnTo>
                  <a:lnTo>
                    <a:pt x="272" y="1358"/>
                  </a:lnTo>
                  <a:lnTo>
                    <a:pt x="273" y="1358"/>
                  </a:lnTo>
                  <a:lnTo>
                    <a:pt x="273" y="1358"/>
                  </a:lnTo>
                  <a:lnTo>
                    <a:pt x="273" y="1359"/>
                  </a:lnTo>
                  <a:lnTo>
                    <a:pt x="275" y="1360"/>
                  </a:lnTo>
                  <a:lnTo>
                    <a:pt x="275" y="1362"/>
                  </a:lnTo>
                  <a:lnTo>
                    <a:pt x="276" y="1362"/>
                  </a:lnTo>
                  <a:lnTo>
                    <a:pt x="276" y="1364"/>
                  </a:lnTo>
                  <a:lnTo>
                    <a:pt x="276" y="1364"/>
                  </a:lnTo>
                  <a:lnTo>
                    <a:pt x="276" y="1365"/>
                  </a:lnTo>
                  <a:lnTo>
                    <a:pt x="277" y="1366"/>
                  </a:lnTo>
                  <a:lnTo>
                    <a:pt x="278" y="1366"/>
                  </a:lnTo>
                  <a:lnTo>
                    <a:pt x="278" y="1367"/>
                  </a:lnTo>
                  <a:lnTo>
                    <a:pt x="279" y="1367"/>
                  </a:lnTo>
                  <a:lnTo>
                    <a:pt x="279" y="1367"/>
                  </a:lnTo>
                  <a:lnTo>
                    <a:pt x="280" y="1367"/>
                  </a:lnTo>
                  <a:lnTo>
                    <a:pt x="280" y="1368"/>
                  </a:lnTo>
                  <a:lnTo>
                    <a:pt x="280" y="1369"/>
                  </a:lnTo>
                  <a:lnTo>
                    <a:pt x="281" y="1370"/>
                  </a:lnTo>
                  <a:lnTo>
                    <a:pt x="281" y="1370"/>
                  </a:lnTo>
                  <a:lnTo>
                    <a:pt x="280" y="1371"/>
                  </a:lnTo>
                  <a:lnTo>
                    <a:pt x="280" y="1371"/>
                  </a:lnTo>
                  <a:lnTo>
                    <a:pt x="280" y="1372"/>
                  </a:lnTo>
                  <a:lnTo>
                    <a:pt x="281" y="1372"/>
                  </a:lnTo>
                  <a:lnTo>
                    <a:pt x="281" y="1373"/>
                  </a:lnTo>
                  <a:lnTo>
                    <a:pt x="282" y="1374"/>
                  </a:lnTo>
                  <a:lnTo>
                    <a:pt x="283" y="1375"/>
                  </a:lnTo>
                  <a:lnTo>
                    <a:pt x="283" y="1375"/>
                  </a:lnTo>
                  <a:lnTo>
                    <a:pt x="283" y="1375"/>
                  </a:lnTo>
                  <a:lnTo>
                    <a:pt x="283" y="1377"/>
                  </a:lnTo>
                  <a:lnTo>
                    <a:pt x="284" y="1379"/>
                  </a:lnTo>
                  <a:lnTo>
                    <a:pt x="284" y="1379"/>
                  </a:lnTo>
                  <a:lnTo>
                    <a:pt x="284" y="1379"/>
                  </a:lnTo>
                  <a:lnTo>
                    <a:pt x="284" y="1380"/>
                  </a:lnTo>
                  <a:lnTo>
                    <a:pt x="284" y="1380"/>
                  </a:lnTo>
                  <a:lnTo>
                    <a:pt x="284" y="1381"/>
                  </a:lnTo>
                  <a:lnTo>
                    <a:pt x="284" y="1382"/>
                  </a:lnTo>
                  <a:lnTo>
                    <a:pt x="284" y="1382"/>
                  </a:lnTo>
                  <a:lnTo>
                    <a:pt x="284" y="1383"/>
                  </a:lnTo>
                  <a:lnTo>
                    <a:pt x="285" y="1383"/>
                  </a:lnTo>
                  <a:lnTo>
                    <a:pt x="285" y="1383"/>
                  </a:lnTo>
                  <a:lnTo>
                    <a:pt x="285" y="1384"/>
                  </a:lnTo>
                  <a:lnTo>
                    <a:pt x="285" y="1385"/>
                  </a:lnTo>
                  <a:lnTo>
                    <a:pt x="286" y="1385"/>
                  </a:lnTo>
                  <a:lnTo>
                    <a:pt x="286" y="1386"/>
                  </a:lnTo>
                  <a:lnTo>
                    <a:pt x="287" y="1386"/>
                  </a:lnTo>
                  <a:lnTo>
                    <a:pt x="287" y="1385"/>
                  </a:lnTo>
                  <a:lnTo>
                    <a:pt x="288" y="1385"/>
                  </a:lnTo>
                  <a:lnTo>
                    <a:pt x="288" y="1385"/>
                  </a:lnTo>
                  <a:lnTo>
                    <a:pt x="288" y="1384"/>
                  </a:lnTo>
                  <a:lnTo>
                    <a:pt x="289" y="1384"/>
                  </a:lnTo>
                  <a:lnTo>
                    <a:pt x="289" y="1384"/>
                  </a:lnTo>
                  <a:lnTo>
                    <a:pt x="290" y="1385"/>
                  </a:lnTo>
                  <a:lnTo>
                    <a:pt x="291" y="1385"/>
                  </a:lnTo>
                  <a:lnTo>
                    <a:pt x="291" y="1386"/>
                  </a:lnTo>
                  <a:lnTo>
                    <a:pt x="291" y="1387"/>
                  </a:lnTo>
                  <a:lnTo>
                    <a:pt x="292" y="1387"/>
                  </a:lnTo>
                  <a:lnTo>
                    <a:pt x="291" y="1387"/>
                  </a:lnTo>
                  <a:lnTo>
                    <a:pt x="293" y="1386"/>
                  </a:lnTo>
                  <a:lnTo>
                    <a:pt x="294" y="1385"/>
                  </a:lnTo>
                  <a:lnTo>
                    <a:pt x="295" y="1385"/>
                  </a:lnTo>
                  <a:lnTo>
                    <a:pt x="297" y="1385"/>
                  </a:lnTo>
                  <a:lnTo>
                    <a:pt x="298" y="1386"/>
                  </a:lnTo>
                  <a:lnTo>
                    <a:pt x="300" y="1385"/>
                  </a:lnTo>
                  <a:lnTo>
                    <a:pt x="300" y="1386"/>
                  </a:lnTo>
                  <a:lnTo>
                    <a:pt x="301" y="1385"/>
                  </a:lnTo>
                  <a:lnTo>
                    <a:pt x="302" y="1385"/>
                  </a:lnTo>
                  <a:lnTo>
                    <a:pt x="302" y="1385"/>
                  </a:lnTo>
                  <a:lnTo>
                    <a:pt x="303" y="1386"/>
                  </a:lnTo>
                  <a:lnTo>
                    <a:pt x="304" y="1386"/>
                  </a:lnTo>
                  <a:lnTo>
                    <a:pt x="304" y="1387"/>
                  </a:lnTo>
                  <a:lnTo>
                    <a:pt x="305" y="1388"/>
                  </a:lnTo>
                  <a:lnTo>
                    <a:pt x="305" y="1388"/>
                  </a:lnTo>
                  <a:lnTo>
                    <a:pt x="306" y="1389"/>
                  </a:lnTo>
                  <a:lnTo>
                    <a:pt x="307" y="1389"/>
                  </a:lnTo>
                  <a:lnTo>
                    <a:pt x="307" y="1389"/>
                  </a:lnTo>
                  <a:lnTo>
                    <a:pt x="307" y="1389"/>
                  </a:lnTo>
                  <a:lnTo>
                    <a:pt x="307" y="1387"/>
                  </a:lnTo>
                  <a:lnTo>
                    <a:pt x="307" y="1387"/>
                  </a:lnTo>
                  <a:lnTo>
                    <a:pt x="308" y="1387"/>
                  </a:lnTo>
                  <a:lnTo>
                    <a:pt x="309" y="1388"/>
                  </a:lnTo>
                  <a:lnTo>
                    <a:pt x="311" y="1387"/>
                  </a:lnTo>
                  <a:lnTo>
                    <a:pt x="312" y="1387"/>
                  </a:lnTo>
                  <a:lnTo>
                    <a:pt x="313" y="1388"/>
                  </a:lnTo>
                  <a:lnTo>
                    <a:pt x="313" y="1388"/>
                  </a:lnTo>
                  <a:lnTo>
                    <a:pt x="313" y="1388"/>
                  </a:lnTo>
                  <a:lnTo>
                    <a:pt x="313" y="1389"/>
                  </a:lnTo>
                  <a:lnTo>
                    <a:pt x="314" y="1389"/>
                  </a:lnTo>
                  <a:lnTo>
                    <a:pt x="314" y="1390"/>
                  </a:lnTo>
                  <a:lnTo>
                    <a:pt x="315" y="1390"/>
                  </a:lnTo>
                  <a:lnTo>
                    <a:pt x="315" y="1391"/>
                  </a:lnTo>
                  <a:lnTo>
                    <a:pt x="315" y="1391"/>
                  </a:lnTo>
                  <a:lnTo>
                    <a:pt x="315" y="1391"/>
                  </a:lnTo>
                  <a:lnTo>
                    <a:pt x="316" y="1392"/>
                  </a:lnTo>
                  <a:lnTo>
                    <a:pt x="316" y="1392"/>
                  </a:lnTo>
                  <a:lnTo>
                    <a:pt x="316" y="1393"/>
                  </a:lnTo>
                  <a:lnTo>
                    <a:pt x="317" y="1393"/>
                  </a:lnTo>
                  <a:lnTo>
                    <a:pt x="317" y="1394"/>
                  </a:lnTo>
                  <a:lnTo>
                    <a:pt x="318" y="1395"/>
                  </a:lnTo>
                  <a:lnTo>
                    <a:pt x="318" y="1395"/>
                  </a:lnTo>
                  <a:lnTo>
                    <a:pt x="319" y="1395"/>
                  </a:lnTo>
                  <a:lnTo>
                    <a:pt x="319" y="1396"/>
                  </a:lnTo>
                  <a:lnTo>
                    <a:pt x="320" y="1396"/>
                  </a:lnTo>
                  <a:lnTo>
                    <a:pt x="321" y="1397"/>
                  </a:lnTo>
                  <a:lnTo>
                    <a:pt x="321" y="1397"/>
                  </a:lnTo>
                  <a:lnTo>
                    <a:pt x="321" y="1397"/>
                  </a:lnTo>
                  <a:lnTo>
                    <a:pt x="323" y="1397"/>
                  </a:lnTo>
                  <a:lnTo>
                    <a:pt x="323" y="1397"/>
                  </a:lnTo>
                  <a:lnTo>
                    <a:pt x="323" y="1397"/>
                  </a:lnTo>
                  <a:lnTo>
                    <a:pt x="324" y="1397"/>
                  </a:lnTo>
                  <a:lnTo>
                    <a:pt x="324" y="1396"/>
                  </a:lnTo>
                  <a:lnTo>
                    <a:pt x="325" y="1396"/>
                  </a:lnTo>
                  <a:lnTo>
                    <a:pt x="327" y="1398"/>
                  </a:lnTo>
                  <a:lnTo>
                    <a:pt x="327" y="1399"/>
                  </a:lnTo>
                  <a:lnTo>
                    <a:pt x="327" y="1399"/>
                  </a:lnTo>
                  <a:lnTo>
                    <a:pt x="326" y="1399"/>
                  </a:lnTo>
                  <a:lnTo>
                    <a:pt x="327" y="1400"/>
                  </a:lnTo>
                  <a:lnTo>
                    <a:pt x="328" y="1400"/>
                  </a:lnTo>
                  <a:lnTo>
                    <a:pt x="328" y="1401"/>
                  </a:lnTo>
                  <a:lnTo>
                    <a:pt x="328" y="1401"/>
                  </a:lnTo>
                  <a:lnTo>
                    <a:pt x="329" y="1401"/>
                  </a:lnTo>
                  <a:lnTo>
                    <a:pt x="331" y="1403"/>
                  </a:lnTo>
                  <a:lnTo>
                    <a:pt x="332" y="1404"/>
                  </a:lnTo>
                  <a:lnTo>
                    <a:pt x="332" y="1405"/>
                  </a:lnTo>
                  <a:lnTo>
                    <a:pt x="332" y="1405"/>
                  </a:lnTo>
                  <a:lnTo>
                    <a:pt x="331" y="1405"/>
                  </a:lnTo>
                  <a:lnTo>
                    <a:pt x="332" y="1406"/>
                  </a:lnTo>
                  <a:lnTo>
                    <a:pt x="332" y="1405"/>
                  </a:lnTo>
                  <a:lnTo>
                    <a:pt x="332" y="1405"/>
                  </a:lnTo>
                  <a:lnTo>
                    <a:pt x="332" y="1405"/>
                  </a:lnTo>
                  <a:lnTo>
                    <a:pt x="332" y="1406"/>
                  </a:lnTo>
                  <a:lnTo>
                    <a:pt x="332" y="1406"/>
                  </a:lnTo>
                  <a:lnTo>
                    <a:pt x="334" y="1407"/>
                  </a:lnTo>
                  <a:lnTo>
                    <a:pt x="334" y="1407"/>
                  </a:lnTo>
                  <a:lnTo>
                    <a:pt x="335" y="1406"/>
                  </a:lnTo>
                  <a:lnTo>
                    <a:pt x="335" y="1406"/>
                  </a:lnTo>
                  <a:lnTo>
                    <a:pt x="335" y="1405"/>
                  </a:lnTo>
                  <a:lnTo>
                    <a:pt x="336" y="1405"/>
                  </a:lnTo>
                  <a:lnTo>
                    <a:pt x="337" y="1405"/>
                  </a:lnTo>
                  <a:lnTo>
                    <a:pt x="337" y="1406"/>
                  </a:lnTo>
                  <a:lnTo>
                    <a:pt x="337" y="1407"/>
                  </a:lnTo>
                  <a:lnTo>
                    <a:pt x="337" y="1408"/>
                  </a:lnTo>
                  <a:lnTo>
                    <a:pt x="337" y="1409"/>
                  </a:lnTo>
                  <a:lnTo>
                    <a:pt x="337" y="1410"/>
                  </a:lnTo>
                  <a:lnTo>
                    <a:pt x="337" y="1410"/>
                  </a:lnTo>
                  <a:lnTo>
                    <a:pt x="337" y="1410"/>
                  </a:lnTo>
                  <a:lnTo>
                    <a:pt x="337" y="1411"/>
                  </a:lnTo>
                  <a:lnTo>
                    <a:pt x="337" y="1413"/>
                  </a:lnTo>
                  <a:lnTo>
                    <a:pt x="337" y="1413"/>
                  </a:lnTo>
                  <a:lnTo>
                    <a:pt x="337" y="1414"/>
                  </a:lnTo>
                  <a:lnTo>
                    <a:pt x="337" y="1414"/>
                  </a:lnTo>
                  <a:lnTo>
                    <a:pt x="337" y="1413"/>
                  </a:lnTo>
                  <a:lnTo>
                    <a:pt x="337" y="1414"/>
                  </a:lnTo>
                  <a:lnTo>
                    <a:pt x="337" y="1414"/>
                  </a:lnTo>
                  <a:lnTo>
                    <a:pt x="337" y="1414"/>
                  </a:lnTo>
                  <a:lnTo>
                    <a:pt x="336" y="1414"/>
                  </a:lnTo>
                  <a:lnTo>
                    <a:pt x="335" y="1414"/>
                  </a:lnTo>
                  <a:lnTo>
                    <a:pt x="335" y="1414"/>
                  </a:lnTo>
                  <a:lnTo>
                    <a:pt x="334" y="1414"/>
                  </a:lnTo>
                  <a:lnTo>
                    <a:pt x="334" y="1414"/>
                  </a:lnTo>
                  <a:lnTo>
                    <a:pt x="333" y="1414"/>
                  </a:lnTo>
                  <a:lnTo>
                    <a:pt x="333" y="1413"/>
                  </a:lnTo>
                  <a:lnTo>
                    <a:pt x="334" y="1413"/>
                  </a:lnTo>
                  <a:lnTo>
                    <a:pt x="334" y="1412"/>
                  </a:lnTo>
                  <a:lnTo>
                    <a:pt x="334" y="1411"/>
                  </a:lnTo>
                  <a:lnTo>
                    <a:pt x="333" y="1411"/>
                  </a:lnTo>
                  <a:lnTo>
                    <a:pt x="332" y="1411"/>
                  </a:lnTo>
                  <a:lnTo>
                    <a:pt x="332" y="1410"/>
                  </a:lnTo>
                  <a:lnTo>
                    <a:pt x="332" y="1410"/>
                  </a:lnTo>
                  <a:lnTo>
                    <a:pt x="332" y="1410"/>
                  </a:lnTo>
                  <a:lnTo>
                    <a:pt x="332" y="1410"/>
                  </a:lnTo>
                  <a:lnTo>
                    <a:pt x="332" y="1410"/>
                  </a:lnTo>
                  <a:lnTo>
                    <a:pt x="332" y="1410"/>
                  </a:lnTo>
                  <a:lnTo>
                    <a:pt x="331" y="1410"/>
                  </a:lnTo>
                  <a:lnTo>
                    <a:pt x="331" y="1410"/>
                  </a:lnTo>
                  <a:lnTo>
                    <a:pt x="331" y="1411"/>
                  </a:lnTo>
                  <a:lnTo>
                    <a:pt x="331" y="1411"/>
                  </a:lnTo>
                  <a:lnTo>
                    <a:pt x="331" y="1411"/>
                  </a:lnTo>
                  <a:lnTo>
                    <a:pt x="331" y="1411"/>
                  </a:lnTo>
                  <a:lnTo>
                    <a:pt x="331" y="1411"/>
                  </a:lnTo>
                  <a:lnTo>
                    <a:pt x="332" y="1411"/>
                  </a:lnTo>
                  <a:lnTo>
                    <a:pt x="332" y="1411"/>
                  </a:lnTo>
                  <a:lnTo>
                    <a:pt x="332" y="1411"/>
                  </a:lnTo>
                  <a:lnTo>
                    <a:pt x="332" y="1412"/>
                  </a:lnTo>
                  <a:lnTo>
                    <a:pt x="332" y="1412"/>
                  </a:lnTo>
                  <a:lnTo>
                    <a:pt x="332" y="1413"/>
                  </a:lnTo>
                  <a:lnTo>
                    <a:pt x="332" y="1413"/>
                  </a:lnTo>
                  <a:lnTo>
                    <a:pt x="332" y="1414"/>
                  </a:lnTo>
                  <a:lnTo>
                    <a:pt x="332" y="1416"/>
                  </a:lnTo>
                  <a:lnTo>
                    <a:pt x="332" y="1416"/>
                  </a:lnTo>
                  <a:lnTo>
                    <a:pt x="332" y="1415"/>
                  </a:lnTo>
                  <a:lnTo>
                    <a:pt x="333" y="1415"/>
                  </a:lnTo>
                  <a:lnTo>
                    <a:pt x="333" y="1414"/>
                  </a:lnTo>
                  <a:lnTo>
                    <a:pt x="333" y="1414"/>
                  </a:lnTo>
                  <a:lnTo>
                    <a:pt x="334" y="1416"/>
                  </a:lnTo>
                  <a:lnTo>
                    <a:pt x="334" y="1416"/>
                  </a:lnTo>
                  <a:lnTo>
                    <a:pt x="334" y="1417"/>
                  </a:lnTo>
                  <a:lnTo>
                    <a:pt x="336" y="1416"/>
                  </a:lnTo>
                  <a:lnTo>
                    <a:pt x="336" y="1416"/>
                  </a:lnTo>
                  <a:lnTo>
                    <a:pt x="336" y="1417"/>
                  </a:lnTo>
                  <a:lnTo>
                    <a:pt x="337" y="1417"/>
                  </a:lnTo>
                  <a:lnTo>
                    <a:pt x="337" y="1417"/>
                  </a:lnTo>
                  <a:lnTo>
                    <a:pt x="336" y="1418"/>
                  </a:lnTo>
                  <a:lnTo>
                    <a:pt x="336" y="1418"/>
                  </a:lnTo>
                  <a:lnTo>
                    <a:pt x="336" y="1418"/>
                  </a:lnTo>
                  <a:lnTo>
                    <a:pt x="335" y="1420"/>
                  </a:lnTo>
                  <a:lnTo>
                    <a:pt x="335" y="1422"/>
                  </a:lnTo>
                  <a:lnTo>
                    <a:pt x="334" y="1422"/>
                  </a:lnTo>
                  <a:lnTo>
                    <a:pt x="334" y="1423"/>
                  </a:lnTo>
                  <a:lnTo>
                    <a:pt x="334" y="1423"/>
                  </a:lnTo>
                  <a:lnTo>
                    <a:pt x="334" y="1423"/>
                  </a:lnTo>
                  <a:lnTo>
                    <a:pt x="334" y="1425"/>
                  </a:lnTo>
                  <a:lnTo>
                    <a:pt x="333" y="1426"/>
                  </a:lnTo>
                  <a:lnTo>
                    <a:pt x="332" y="1426"/>
                  </a:lnTo>
                  <a:lnTo>
                    <a:pt x="332" y="1427"/>
                  </a:lnTo>
                  <a:lnTo>
                    <a:pt x="332" y="1427"/>
                  </a:lnTo>
                  <a:lnTo>
                    <a:pt x="332" y="1426"/>
                  </a:lnTo>
                  <a:lnTo>
                    <a:pt x="331" y="1426"/>
                  </a:lnTo>
                  <a:lnTo>
                    <a:pt x="330" y="1426"/>
                  </a:lnTo>
                  <a:lnTo>
                    <a:pt x="329" y="1426"/>
                  </a:lnTo>
                  <a:lnTo>
                    <a:pt x="327" y="1426"/>
                  </a:lnTo>
                  <a:lnTo>
                    <a:pt x="326" y="1425"/>
                  </a:lnTo>
                  <a:lnTo>
                    <a:pt x="326" y="1425"/>
                  </a:lnTo>
                  <a:lnTo>
                    <a:pt x="325" y="1424"/>
                  </a:lnTo>
                  <a:lnTo>
                    <a:pt x="325" y="1424"/>
                  </a:lnTo>
                  <a:lnTo>
                    <a:pt x="325" y="1424"/>
                  </a:lnTo>
                  <a:lnTo>
                    <a:pt x="325" y="1423"/>
                  </a:lnTo>
                  <a:lnTo>
                    <a:pt x="325" y="1423"/>
                  </a:lnTo>
                  <a:lnTo>
                    <a:pt x="325" y="1423"/>
                  </a:lnTo>
                  <a:lnTo>
                    <a:pt x="326" y="1422"/>
                  </a:lnTo>
                  <a:lnTo>
                    <a:pt x="325" y="1420"/>
                  </a:lnTo>
                  <a:lnTo>
                    <a:pt x="326" y="1420"/>
                  </a:lnTo>
                  <a:lnTo>
                    <a:pt x="326" y="1420"/>
                  </a:lnTo>
                  <a:lnTo>
                    <a:pt x="326" y="1419"/>
                  </a:lnTo>
                  <a:lnTo>
                    <a:pt x="327" y="1418"/>
                  </a:lnTo>
                  <a:lnTo>
                    <a:pt x="327" y="1418"/>
                  </a:lnTo>
                  <a:lnTo>
                    <a:pt x="326" y="1418"/>
                  </a:lnTo>
                  <a:lnTo>
                    <a:pt x="326" y="1418"/>
                  </a:lnTo>
                  <a:lnTo>
                    <a:pt x="325" y="1418"/>
                  </a:lnTo>
                  <a:lnTo>
                    <a:pt x="324" y="1418"/>
                  </a:lnTo>
                  <a:lnTo>
                    <a:pt x="325" y="1418"/>
                  </a:lnTo>
                  <a:lnTo>
                    <a:pt x="324" y="1419"/>
                  </a:lnTo>
                  <a:lnTo>
                    <a:pt x="324" y="1419"/>
                  </a:lnTo>
                  <a:lnTo>
                    <a:pt x="324" y="1418"/>
                  </a:lnTo>
                  <a:lnTo>
                    <a:pt x="324" y="1418"/>
                  </a:lnTo>
                  <a:lnTo>
                    <a:pt x="323" y="1418"/>
                  </a:lnTo>
                  <a:lnTo>
                    <a:pt x="322" y="1418"/>
                  </a:lnTo>
                  <a:lnTo>
                    <a:pt x="321" y="1418"/>
                  </a:lnTo>
                  <a:lnTo>
                    <a:pt x="321" y="1418"/>
                  </a:lnTo>
                  <a:lnTo>
                    <a:pt x="321" y="1419"/>
                  </a:lnTo>
                  <a:lnTo>
                    <a:pt x="321" y="1419"/>
                  </a:lnTo>
                  <a:lnTo>
                    <a:pt x="323" y="1419"/>
                  </a:lnTo>
                  <a:lnTo>
                    <a:pt x="324" y="1421"/>
                  </a:lnTo>
                  <a:lnTo>
                    <a:pt x="324" y="1422"/>
                  </a:lnTo>
                  <a:lnTo>
                    <a:pt x="324" y="1423"/>
                  </a:lnTo>
                  <a:lnTo>
                    <a:pt x="323" y="1423"/>
                  </a:lnTo>
                  <a:lnTo>
                    <a:pt x="322" y="1424"/>
                  </a:lnTo>
                  <a:lnTo>
                    <a:pt x="321" y="1424"/>
                  </a:lnTo>
                  <a:lnTo>
                    <a:pt x="319" y="1424"/>
                  </a:lnTo>
                  <a:lnTo>
                    <a:pt x="319" y="1424"/>
                  </a:lnTo>
                  <a:lnTo>
                    <a:pt x="319" y="1425"/>
                  </a:lnTo>
                  <a:lnTo>
                    <a:pt x="319" y="1426"/>
                  </a:lnTo>
                  <a:lnTo>
                    <a:pt x="319" y="1426"/>
                  </a:lnTo>
                  <a:lnTo>
                    <a:pt x="319" y="1427"/>
                  </a:lnTo>
                  <a:lnTo>
                    <a:pt x="319" y="1427"/>
                  </a:lnTo>
                  <a:lnTo>
                    <a:pt x="318" y="1428"/>
                  </a:lnTo>
                  <a:lnTo>
                    <a:pt x="318" y="1428"/>
                  </a:lnTo>
                  <a:lnTo>
                    <a:pt x="317" y="1429"/>
                  </a:lnTo>
                  <a:lnTo>
                    <a:pt x="316" y="1430"/>
                  </a:lnTo>
                  <a:lnTo>
                    <a:pt x="315" y="1431"/>
                  </a:lnTo>
                  <a:lnTo>
                    <a:pt x="314" y="1431"/>
                  </a:lnTo>
                  <a:lnTo>
                    <a:pt x="314" y="1431"/>
                  </a:lnTo>
                  <a:lnTo>
                    <a:pt x="313" y="1431"/>
                  </a:lnTo>
                  <a:lnTo>
                    <a:pt x="313" y="1431"/>
                  </a:lnTo>
                  <a:lnTo>
                    <a:pt x="313" y="1432"/>
                  </a:lnTo>
                  <a:lnTo>
                    <a:pt x="314" y="1432"/>
                  </a:lnTo>
                  <a:lnTo>
                    <a:pt x="315" y="1432"/>
                  </a:lnTo>
                  <a:lnTo>
                    <a:pt x="315" y="1432"/>
                  </a:lnTo>
                  <a:lnTo>
                    <a:pt x="316" y="1431"/>
                  </a:lnTo>
                  <a:lnTo>
                    <a:pt x="317" y="1431"/>
                  </a:lnTo>
                  <a:lnTo>
                    <a:pt x="319" y="1431"/>
                  </a:lnTo>
                  <a:lnTo>
                    <a:pt x="321" y="1429"/>
                  </a:lnTo>
                  <a:lnTo>
                    <a:pt x="321" y="1429"/>
                  </a:lnTo>
                  <a:lnTo>
                    <a:pt x="322" y="1428"/>
                  </a:lnTo>
                  <a:lnTo>
                    <a:pt x="323" y="1427"/>
                  </a:lnTo>
                  <a:lnTo>
                    <a:pt x="324" y="1427"/>
                  </a:lnTo>
                  <a:lnTo>
                    <a:pt x="325" y="1427"/>
                  </a:lnTo>
                  <a:lnTo>
                    <a:pt x="326" y="1427"/>
                  </a:lnTo>
                  <a:lnTo>
                    <a:pt x="327" y="1427"/>
                  </a:lnTo>
                  <a:lnTo>
                    <a:pt x="328" y="1427"/>
                  </a:lnTo>
                  <a:lnTo>
                    <a:pt x="330" y="1427"/>
                  </a:lnTo>
                  <a:lnTo>
                    <a:pt x="330" y="1428"/>
                  </a:lnTo>
                  <a:lnTo>
                    <a:pt x="330" y="1429"/>
                  </a:lnTo>
                  <a:lnTo>
                    <a:pt x="329" y="1429"/>
                  </a:lnTo>
                  <a:lnTo>
                    <a:pt x="329" y="1431"/>
                  </a:lnTo>
                  <a:lnTo>
                    <a:pt x="329" y="1431"/>
                  </a:lnTo>
                  <a:lnTo>
                    <a:pt x="328" y="1431"/>
                  </a:lnTo>
                  <a:lnTo>
                    <a:pt x="328" y="1431"/>
                  </a:lnTo>
                  <a:lnTo>
                    <a:pt x="328" y="1432"/>
                  </a:lnTo>
                  <a:lnTo>
                    <a:pt x="328" y="1433"/>
                  </a:lnTo>
                  <a:lnTo>
                    <a:pt x="328" y="1434"/>
                  </a:lnTo>
                  <a:lnTo>
                    <a:pt x="327" y="1434"/>
                  </a:lnTo>
                  <a:lnTo>
                    <a:pt x="326" y="1435"/>
                  </a:lnTo>
                  <a:lnTo>
                    <a:pt x="326" y="1435"/>
                  </a:lnTo>
                  <a:lnTo>
                    <a:pt x="325" y="1436"/>
                  </a:lnTo>
                  <a:lnTo>
                    <a:pt x="324" y="1436"/>
                  </a:lnTo>
                  <a:lnTo>
                    <a:pt x="324" y="1436"/>
                  </a:lnTo>
                  <a:lnTo>
                    <a:pt x="323" y="1437"/>
                  </a:lnTo>
                  <a:lnTo>
                    <a:pt x="323" y="1438"/>
                  </a:lnTo>
                  <a:lnTo>
                    <a:pt x="322" y="1438"/>
                  </a:lnTo>
                  <a:lnTo>
                    <a:pt x="322" y="1438"/>
                  </a:lnTo>
                  <a:lnTo>
                    <a:pt x="322" y="1438"/>
                  </a:lnTo>
                  <a:lnTo>
                    <a:pt x="321" y="1439"/>
                  </a:lnTo>
                  <a:lnTo>
                    <a:pt x="321" y="1440"/>
                  </a:lnTo>
                  <a:lnTo>
                    <a:pt x="321" y="1440"/>
                  </a:lnTo>
                  <a:lnTo>
                    <a:pt x="320" y="1440"/>
                  </a:lnTo>
                  <a:lnTo>
                    <a:pt x="320" y="1440"/>
                  </a:lnTo>
                  <a:lnTo>
                    <a:pt x="319" y="1440"/>
                  </a:lnTo>
                  <a:lnTo>
                    <a:pt x="319" y="1440"/>
                  </a:lnTo>
                  <a:lnTo>
                    <a:pt x="319" y="1440"/>
                  </a:lnTo>
                  <a:lnTo>
                    <a:pt x="317" y="1441"/>
                  </a:lnTo>
                  <a:lnTo>
                    <a:pt x="317" y="1441"/>
                  </a:lnTo>
                  <a:lnTo>
                    <a:pt x="317" y="1442"/>
                  </a:lnTo>
                  <a:lnTo>
                    <a:pt x="316" y="1442"/>
                  </a:lnTo>
                  <a:lnTo>
                    <a:pt x="315" y="1442"/>
                  </a:lnTo>
                  <a:lnTo>
                    <a:pt x="315" y="1443"/>
                  </a:lnTo>
                  <a:lnTo>
                    <a:pt x="315" y="1444"/>
                  </a:lnTo>
                  <a:lnTo>
                    <a:pt x="314" y="1444"/>
                  </a:lnTo>
                  <a:lnTo>
                    <a:pt x="314" y="1444"/>
                  </a:lnTo>
                  <a:lnTo>
                    <a:pt x="313" y="1444"/>
                  </a:lnTo>
                  <a:lnTo>
                    <a:pt x="313" y="1444"/>
                  </a:lnTo>
                  <a:lnTo>
                    <a:pt x="313" y="1444"/>
                  </a:lnTo>
                  <a:lnTo>
                    <a:pt x="312" y="1444"/>
                  </a:lnTo>
                  <a:lnTo>
                    <a:pt x="312" y="1444"/>
                  </a:lnTo>
                  <a:lnTo>
                    <a:pt x="312" y="1445"/>
                  </a:lnTo>
                  <a:lnTo>
                    <a:pt x="311" y="1445"/>
                  </a:lnTo>
                  <a:lnTo>
                    <a:pt x="311" y="1446"/>
                  </a:lnTo>
                  <a:lnTo>
                    <a:pt x="306" y="1447"/>
                  </a:lnTo>
                  <a:lnTo>
                    <a:pt x="306" y="1447"/>
                  </a:lnTo>
                  <a:lnTo>
                    <a:pt x="307" y="1448"/>
                  </a:lnTo>
                  <a:lnTo>
                    <a:pt x="307" y="1449"/>
                  </a:lnTo>
                  <a:lnTo>
                    <a:pt x="306" y="1449"/>
                  </a:lnTo>
                  <a:lnTo>
                    <a:pt x="304" y="1449"/>
                  </a:lnTo>
                  <a:lnTo>
                    <a:pt x="304" y="1449"/>
                  </a:lnTo>
                  <a:lnTo>
                    <a:pt x="303" y="1449"/>
                  </a:lnTo>
                  <a:lnTo>
                    <a:pt x="303" y="1449"/>
                  </a:lnTo>
                  <a:lnTo>
                    <a:pt x="303" y="1449"/>
                  </a:lnTo>
                  <a:lnTo>
                    <a:pt x="302" y="1448"/>
                  </a:lnTo>
                  <a:lnTo>
                    <a:pt x="302" y="1449"/>
                  </a:lnTo>
                  <a:lnTo>
                    <a:pt x="301" y="1448"/>
                  </a:lnTo>
                  <a:lnTo>
                    <a:pt x="299" y="1448"/>
                  </a:lnTo>
                  <a:lnTo>
                    <a:pt x="298" y="1447"/>
                  </a:lnTo>
                  <a:lnTo>
                    <a:pt x="297" y="1447"/>
                  </a:lnTo>
                  <a:lnTo>
                    <a:pt x="297" y="1446"/>
                  </a:lnTo>
                  <a:lnTo>
                    <a:pt x="297" y="1445"/>
                  </a:lnTo>
                  <a:lnTo>
                    <a:pt x="297" y="1445"/>
                  </a:lnTo>
                  <a:lnTo>
                    <a:pt x="297" y="1445"/>
                  </a:lnTo>
                  <a:lnTo>
                    <a:pt x="297" y="1444"/>
                  </a:lnTo>
                  <a:lnTo>
                    <a:pt x="299" y="1444"/>
                  </a:lnTo>
                  <a:lnTo>
                    <a:pt x="299" y="1444"/>
                  </a:lnTo>
                  <a:lnTo>
                    <a:pt x="299" y="1444"/>
                  </a:lnTo>
                  <a:lnTo>
                    <a:pt x="300" y="1444"/>
                  </a:lnTo>
                  <a:lnTo>
                    <a:pt x="300" y="1443"/>
                  </a:lnTo>
                  <a:lnTo>
                    <a:pt x="300" y="1443"/>
                  </a:lnTo>
                  <a:lnTo>
                    <a:pt x="301" y="1443"/>
                  </a:lnTo>
                  <a:lnTo>
                    <a:pt x="301" y="1442"/>
                  </a:lnTo>
                  <a:lnTo>
                    <a:pt x="301" y="1442"/>
                  </a:lnTo>
                  <a:lnTo>
                    <a:pt x="301" y="1441"/>
                  </a:lnTo>
                  <a:lnTo>
                    <a:pt x="302" y="1440"/>
                  </a:lnTo>
                  <a:lnTo>
                    <a:pt x="302" y="1440"/>
                  </a:lnTo>
                  <a:lnTo>
                    <a:pt x="302" y="1440"/>
                  </a:lnTo>
                  <a:lnTo>
                    <a:pt x="302" y="1440"/>
                  </a:lnTo>
                  <a:lnTo>
                    <a:pt x="301" y="1440"/>
                  </a:lnTo>
                  <a:lnTo>
                    <a:pt x="302" y="1440"/>
                  </a:lnTo>
                  <a:lnTo>
                    <a:pt x="302" y="1440"/>
                  </a:lnTo>
                  <a:lnTo>
                    <a:pt x="303" y="1440"/>
                  </a:lnTo>
                  <a:lnTo>
                    <a:pt x="304" y="1439"/>
                  </a:lnTo>
                  <a:lnTo>
                    <a:pt x="304" y="1438"/>
                  </a:lnTo>
                  <a:lnTo>
                    <a:pt x="304" y="1438"/>
                  </a:lnTo>
                  <a:lnTo>
                    <a:pt x="303" y="1438"/>
                  </a:lnTo>
                  <a:lnTo>
                    <a:pt x="303" y="1438"/>
                  </a:lnTo>
                  <a:lnTo>
                    <a:pt x="304" y="1437"/>
                  </a:lnTo>
                  <a:lnTo>
                    <a:pt x="304" y="1437"/>
                  </a:lnTo>
                  <a:lnTo>
                    <a:pt x="304" y="1436"/>
                  </a:lnTo>
                  <a:lnTo>
                    <a:pt x="303" y="1436"/>
                  </a:lnTo>
                  <a:lnTo>
                    <a:pt x="302" y="1436"/>
                  </a:lnTo>
                  <a:lnTo>
                    <a:pt x="302" y="1436"/>
                  </a:lnTo>
                  <a:lnTo>
                    <a:pt x="302" y="1436"/>
                  </a:lnTo>
                  <a:lnTo>
                    <a:pt x="302" y="1436"/>
                  </a:lnTo>
                  <a:lnTo>
                    <a:pt x="302" y="1436"/>
                  </a:lnTo>
                  <a:lnTo>
                    <a:pt x="301" y="1436"/>
                  </a:lnTo>
                  <a:lnTo>
                    <a:pt x="301" y="1437"/>
                  </a:lnTo>
                  <a:lnTo>
                    <a:pt x="300" y="1437"/>
                  </a:lnTo>
                  <a:lnTo>
                    <a:pt x="300" y="1437"/>
                  </a:lnTo>
                  <a:lnTo>
                    <a:pt x="300" y="1436"/>
                  </a:lnTo>
                  <a:lnTo>
                    <a:pt x="300" y="1436"/>
                  </a:lnTo>
                  <a:lnTo>
                    <a:pt x="301" y="1436"/>
                  </a:lnTo>
                  <a:lnTo>
                    <a:pt x="301" y="1436"/>
                  </a:lnTo>
                  <a:lnTo>
                    <a:pt x="300" y="1436"/>
                  </a:lnTo>
                  <a:lnTo>
                    <a:pt x="300" y="1436"/>
                  </a:lnTo>
                  <a:lnTo>
                    <a:pt x="299" y="1436"/>
                  </a:lnTo>
                  <a:lnTo>
                    <a:pt x="299" y="1436"/>
                  </a:lnTo>
                  <a:lnTo>
                    <a:pt x="299" y="1436"/>
                  </a:lnTo>
                  <a:lnTo>
                    <a:pt x="298" y="1436"/>
                  </a:lnTo>
                  <a:lnTo>
                    <a:pt x="297" y="1436"/>
                  </a:lnTo>
                  <a:lnTo>
                    <a:pt x="297" y="1436"/>
                  </a:lnTo>
                  <a:lnTo>
                    <a:pt x="297" y="1436"/>
                  </a:lnTo>
                  <a:lnTo>
                    <a:pt x="297" y="1436"/>
                  </a:lnTo>
                  <a:lnTo>
                    <a:pt x="297" y="1436"/>
                  </a:lnTo>
                  <a:lnTo>
                    <a:pt x="297" y="1437"/>
                  </a:lnTo>
                  <a:lnTo>
                    <a:pt x="295" y="1437"/>
                  </a:lnTo>
                  <a:lnTo>
                    <a:pt x="295" y="1438"/>
                  </a:lnTo>
                  <a:lnTo>
                    <a:pt x="295" y="1438"/>
                  </a:lnTo>
                  <a:lnTo>
                    <a:pt x="295" y="1439"/>
                  </a:lnTo>
                  <a:lnTo>
                    <a:pt x="294" y="1439"/>
                  </a:lnTo>
                  <a:lnTo>
                    <a:pt x="294" y="1439"/>
                  </a:lnTo>
                  <a:lnTo>
                    <a:pt x="293" y="1440"/>
                  </a:lnTo>
                  <a:lnTo>
                    <a:pt x="293" y="1440"/>
                  </a:lnTo>
                  <a:lnTo>
                    <a:pt x="292" y="1442"/>
                  </a:lnTo>
                  <a:lnTo>
                    <a:pt x="292" y="1443"/>
                  </a:lnTo>
                  <a:lnTo>
                    <a:pt x="291" y="1443"/>
                  </a:lnTo>
                  <a:lnTo>
                    <a:pt x="291" y="1444"/>
                  </a:lnTo>
                  <a:lnTo>
                    <a:pt x="291" y="1444"/>
                  </a:lnTo>
                  <a:lnTo>
                    <a:pt x="291" y="1444"/>
                  </a:lnTo>
                  <a:lnTo>
                    <a:pt x="290" y="1444"/>
                  </a:lnTo>
                  <a:lnTo>
                    <a:pt x="289" y="1445"/>
                  </a:lnTo>
                  <a:lnTo>
                    <a:pt x="289" y="1446"/>
                  </a:lnTo>
                  <a:lnTo>
                    <a:pt x="287" y="1446"/>
                  </a:lnTo>
                  <a:lnTo>
                    <a:pt x="285" y="1446"/>
                  </a:lnTo>
                  <a:lnTo>
                    <a:pt x="285" y="1447"/>
                  </a:lnTo>
                  <a:lnTo>
                    <a:pt x="284" y="1447"/>
                  </a:lnTo>
                  <a:lnTo>
                    <a:pt x="284" y="1446"/>
                  </a:lnTo>
                  <a:lnTo>
                    <a:pt x="283" y="1446"/>
                  </a:lnTo>
                  <a:lnTo>
                    <a:pt x="283" y="1446"/>
                  </a:lnTo>
                  <a:lnTo>
                    <a:pt x="282" y="1445"/>
                  </a:lnTo>
                  <a:lnTo>
                    <a:pt x="282" y="1445"/>
                  </a:lnTo>
                  <a:lnTo>
                    <a:pt x="280" y="1445"/>
                  </a:lnTo>
                  <a:lnTo>
                    <a:pt x="280" y="1445"/>
                  </a:lnTo>
                  <a:lnTo>
                    <a:pt x="280" y="1447"/>
                  </a:lnTo>
                  <a:lnTo>
                    <a:pt x="279" y="1448"/>
                  </a:lnTo>
                  <a:lnTo>
                    <a:pt x="279" y="1449"/>
                  </a:lnTo>
                  <a:lnTo>
                    <a:pt x="278" y="1449"/>
                  </a:lnTo>
                  <a:lnTo>
                    <a:pt x="278" y="1449"/>
                  </a:lnTo>
                  <a:lnTo>
                    <a:pt x="277" y="1449"/>
                  </a:lnTo>
                  <a:lnTo>
                    <a:pt x="277" y="1449"/>
                  </a:lnTo>
                  <a:lnTo>
                    <a:pt x="276" y="1449"/>
                  </a:lnTo>
                  <a:lnTo>
                    <a:pt x="276" y="1450"/>
                  </a:lnTo>
                  <a:lnTo>
                    <a:pt x="276" y="1450"/>
                  </a:lnTo>
                  <a:lnTo>
                    <a:pt x="276" y="1451"/>
                  </a:lnTo>
                  <a:lnTo>
                    <a:pt x="276" y="1451"/>
                  </a:lnTo>
                  <a:lnTo>
                    <a:pt x="274" y="1452"/>
                  </a:lnTo>
                  <a:lnTo>
                    <a:pt x="274" y="1452"/>
                  </a:lnTo>
                  <a:lnTo>
                    <a:pt x="274" y="1453"/>
                  </a:lnTo>
                  <a:lnTo>
                    <a:pt x="273" y="1453"/>
                  </a:lnTo>
                  <a:lnTo>
                    <a:pt x="272" y="1453"/>
                  </a:lnTo>
                  <a:lnTo>
                    <a:pt x="272" y="1453"/>
                  </a:lnTo>
                  <a:lnTo>
                    <a:pt x="271" y="1454"/>
                  </a:lnTo>
                  <a:lnTo>
                    <a:pt x="270" y="1454"/>
                  </a:lnTo>
                  <a:lnTo>
                    <a:pt x="269" y="1454"/>
                  </a:lnTo>
                  <a:lnTo>
                    <a:pt x="268" y="1454"/>
                  </a:lnTo>
                  <a:lnTo>
                    <a:pt x="267" y="1453"/>
                  </a:lnTo>
                  <a:lnTo>
                    <a:pt x="267" y="1453"/>
                  </a:lnTo>
                  <a:lnTo>
                    <a:pt x="267" y="1453"/>
                  </a:lnTo>
                  <a:lnTo>
                    <a:pt x="267" y="1453"/>
                  </a:lnTo>
                  <a:lnTo>
                    <a:pt x="267" y="1453"/>
                  </a:lnTo>
                  <a:lnTo>
                    <a:pt x="267" y="1453"/>
                  </a:lnTo>
                  <a:lnTo>
                    <a:pt x="266" y="1453"/>
                  </a:lnTo>
                  <a:lnTo>
                    <a:pt x="266" y="1452"/>
                  </a:lnTo>
                  <a:lnTo>
                    <a:pt x="266" y="1452"/>
                  </a:lnTo>
                  <a:lnTo>
                    <a:pt x="266" y="1452"/>
                  </a:lnTo>
                  <a:lnTo>
                    <a:pt x="265" y="1452"/>
                  </a:lnTo>
                  <a:lnTo>
                    <a:pt x="264" y="1453"/>
                  </a:lnTo>
                  <a:lnTo>
                    <a:pt x="264" y="1453"/>
                  </a:lnTo>
                  <a:lnTo>
                    <a:pt x="263" y="1453"/>
                  </a:lnTo>
                  <a:lnTo>
                    <a:pt x="263" y="1453"/>
                  </a:lnTo>
                  <a:lnTo>
                    <a:pt x="263" y="1453"/>
                  </a:lnTo>
                  <a:lnTo>
                    <a:pt x="261" y="1453"/>
                  </a:lnTo>
                  <a:lnTo>
                    <a:pt x="260" y="1453"/>
                  </a:lnTo>
                  <a:lnTo>
                    <a:pt x="258" y="1453"/>
                  </a:lnTo>
                  <a:lnTo>
                    <a:pt x="258" y="1453"/>
                  </a:lnTo>
                  <a:lnTo>
                    <a:pt x="257" y="1453"/>
                  </a:lnTo>
                  <a:lnTo>
                    <a:pt x="257" y="1453"/>
                  </a:lnTo>
                  <a:lnTo>
                    <a:pt x="256" y="1455"/>
                  </a:lnTo>
                  <a:lnTo>
                    <a:pt x="255" y="1456"/>
                  </a:lnTo>
                  <a:lnTo>
                    <a:pt x="254" y="1457"/>
                  </a:lnTo>
                  <a:lnTo>
                    <a:pt x="254" y="1457"/>
                  </a:lnTo>
                  <a:lnTo>
                    <a:pt x="254" y="1456"/>
                  </a:lnTo>
                  <a:lnTo>
                    <a:pt x="254" y="1456"/>
                  </a:lnTo>
                  <a:lnTo>
                    <a:pt x="254" y="1456"/>
                  </a:lnTo>
                  <a:lnTo>
                    <a:pt x="254" y="1457"/>
                  </a:lnTo>
                  <a:lnTo>
                    <a:pt x="251" y="1457"/>
                  </a:lnTo>
                  <a:lnTo>
                    <a:pt x="251" y="1456"/>
                  </a:lnTo>
                  <a:lnTo>
                    <a:pt x="251" y="1456"/>
                  </a:lnTo>
                  <a:lnTo>
                    <a:pt x="251" y="1456"/>
                  </a:lnTo>
                  <a:lnTo>
                    <a:pt x="251" y="1455"/>
                  </a:lnTo>
                  <a:lnTo>
                    <a:pt x="250" y="1455"/>
                  </a:lnTo>
                  <a:lnTo>
                    <a:pt x="250" y="1455"/>
                  </a:lnTo>
                  <a:lnTo>
                    <a:pt x="250" y="1455"/>
                  </a:lnTo>
                  <a:lnTo>
                    <a:pt x="249" y="1457"/>
                  </a:lnTo>
                  <a:lnTo>
                    <a:pt x="249" y="1457"/>
                  </a:lnTo>
                  <a:lnTo>
                    <a:pt x="248" y="1456"/>
                  </a:lnTo>
                  <a:lnTo>
                    <a:pt x="247" y="1456"/>
                  </a:lnTo>
                  <a:lnTo>
                    <a:pt x="247" y="1456"/>
                  </a:lnTo>
                  <a:lnTo>
                    <a:pt x="247" y="1456"/>
                  </a:lnTo>
                  <a:lnTo>
                    <a:pt x="247" y="1456"/>
                  </a:lnTo>
                  <a:lnTo>
                    <a:pt x="247" y="1456"/>
                  </a:lnTo>
                  <a:lnTo>
                    <a:pt x="247" y="1455"/>
                  </a:lnTo>
                  <a:lnTo>
                    <a:pt x="245" y="1456"/>
                  </a:lnTo>
                  <a:lnTo>
                    <a:pt x="245" y="1456"/>
                  </a:lnTo>
                  <a:lnTo>
                    <a:pt x="244" y="1456"/>
                  </a:lnTo>
                  <a:lnTo>
                    <a:pt x="244" y="1456"/>
                  </a:lnTo>
                  <a:lnTo>
                    <a:pt x="243" y="1455"/>
                  </a:lnTo>
                  <a:lnTo>
                    <a:pt x="242" y="1455"/>
                  </a:lnTo>
                  <a:lnTo>
                    <a:pt x="242" y="1456"/>
                  </a:lnTo>
                  <a:lnTo>
                    <a:pt x="242" y="1456"/>
                  </a:lnTo>
                  <a:lnTo>
                    <a:pt x="242" y="1457"/>
                  </a:lnTo>
                  <a:lnTo>
                    <a:pt x="241" y="1457"/>
                  </a:lnTo>
                  <a:lnTo>
                    <a:pt x="241" y="1457"/>
                  </a:lnTo>
                  <a:lnTo>
                    <a:pt x="241" y="1457"/>
                  </a:lnTo>
                  <a:lnTo>
                    <a:pt x="240" y="1457"/>
                  </a:lnTo>
                  <a:lnTo>
                    <a:pt x="239" y="1457"/>
                  </a:lnTo>
                  <a:lnTo>
                    <a:pt x="239" y="1456"/>
                  </a:lnTo>
                  <a:lnTo>
                    <a:pt x="239" y="1456"/>
                  </a:lnTo>
                  <a:lnTo>
                    <a:pt x="238" y="1456"/>
                  </a:lnTo>
                  <a:lnTo>
                    <a:pt x="237" y="1456"/>
                  </a:lnTo>
                  <a:lnTo>
                    <a:pt x="237" y="1456"/>
                  </a:lnTo>
                  <a:lnTo>
                    <a:pt x="237" y="1456"/>
                  </a:lnTo>
                  <a:lnTo>
                    <a:pt x="237" y="1457"/>
                  </a:lnTo>
                  <a:lnTo>
                    <a:pt x="236" y="1457"/>
                  </a:lnTo>
                  <a:lnTo>
                    <a:pt x="236" y="1459"/>
                  </a:lnTo>
                  <a:lnTo>
                    <a:pt x="236" y="1460"/>
                  </a:lnTo>
                  <a:lnTo>
                    <a:pt x="236" y="1461"/>
                  </a:lnTo>
                  <a:lnTo>
                    <a:pt x="235" y="1461"/>
                  </a:lnTo>
                  <a:lnTo>
                    <a:pt x="235" y="1462"/>
                  </a:lnTo>
                  <a:lnTo>
                    <a:pt x="235" y="1462"/>
                  </a:lnTo>
                  <a:lnTo>
                    <a:pt x="234" y="1462"/>
                  </a:lnTo>
                  <a:lnTo>
                    <a:pt x="234" y="1463"/>
                  </a:lnTo>
                  <a:lnTo>
                    <a:pt x="234" y="1463"/>
                  </a:lnTo>
                  <a:lnTo>
                    <a:pt x="233" y="1462"/>
                  </a:lnTo>
                  <a:lnTo>
                    <a:pt x="233" y="1462"/>
                  </a:lnTo>
                  <a:lnTo>
                    <a:pt x="232" y="1462"/>
                  </a:lnTo>
                  <a:lnTo>
                    <a:pt x="233" y="1462"/>
                  </a:lnTo>
                  <a:lnTo>
                    <a:pt x="233" y="1462"/>
                  </a:lnTo>
                  <a:lnTo>
                    <a:pt x="232" y="1462"/>
                  </a:lnTo>
                  <a:lnTo>
                    <a:pt x="232" y="1462"/>
                  </a:lnTo>
                  <a:lnTo>
                    <a:pt x="233" y="1461"/>
                  </a:lnTo>
                  <a:lnTo>
                    <a:pt x="233" y="1461"/>
                  </a:lnTo>
                  <a:lnTo>
                    <a:pt x="233" y="1461"/>
                  </a:lnTo>
                  <a:lnTo>
                    <a:pt x="232" y="1461"/>
                  </a:lnTo>
                  <a:lnTo>
                    <a:pt x="232" y="1461"/>
                  </a:lnTo>
                  <a:lnTo>
                    <a:pt x="232" y="1461"/>
                  </a:lnTo>
                  <a:lnTo>
                    <a:pt x="232" y="1460"/>
                  </a:lnTo>
                  <a:lnTo>
                    <a:pt x="232" y="1461"/>
                  </a:lnTo>
                  <a:lnTo>
                    <a:pt x="232" y="1461"/>
                  </a:lnTo>
                  <a:lnTo>
                    <a:pt x="231" y="1461"/>
                  </a:lnTo>
                  <a:lnTo>
                    <a:pt x="231" y="1462"/>
                  </a:lnTo>
                  <a:lnTo>
                    <a:pt x="231" y="1462"/>
                  </a:lnTo>
                  <a:lnTo>
                    <a:pt x="231" y="1461"/>
                  </a:lnTo>
                  <a:lnTo>
                    <a:pt x="230" y="1461"/>
                  </a:lnTo>
                  <a:lnTo>
                    <a:pt x="230" y="1461"/>
                  </a:lnTo>
                  <a:lnTo>
                    <a:pt x="229" y="1461"/>
                  </a:lnTo>
                  <a:lnTo>
                    <a:pt x="229" y="1462"/>
                  </a:lnTo>
                  <a:lnTo>
                    <a:pt x="230" y="1462"/>
                  </a:lnTo>
                  <a:lnTo>
                    <a:pt x="230" y="1462"/>
                  </a:lnTo>
                  <a:lnTo>
                    <a:pt x="229" y="1462"/>
                  </a:lnTo>
                  <a:lnTo>
                    <a:pt x="229" y="1462"/>
                  </a:lnTo>
                  <a:lnTo>
                    <a:pt x="229" y="1462"/>
                  </a:lnTo>
                  <a:lnTo>
                    <a:pt x="229" y="1462"/>
                  </a:lnTo>
                  <a:lnTo>
                    <a:pt x="229" y="1461"/>
                  </a:lnTo>
                  <a:lnTo>
                    <a:pt x="229" y="1461"/>
                  </a:lnTo>
                  <a:lnTo>
                    <a:pt x="229" y="1461"/>
                  </a:lnTo>
                  <a:lnTo>
                    <a:pt x="229" y="1460"/>
                  </a:lnTo>
                  <a:lnTo>
                    <a:pt x="228" y="1460"/>
                  </a:lnTo>
                  <a:lnTo>
                    <a:pt x="228" y="1462"/>
                  </a:lnTo>
                  <a:lnTo>
                    <a:pt x="228" y="1462"/>
                  </a:lnTo>
                  <a:lnTo>
                    <a:pt x="228" y="1462"/>
                  </a:lnTo>
                  <a:lnTo>
                    <a:pt x="227" y="1462"/>
                  </a:lnTo>
                  <a:lnTo>
                    <a:pt x="227" y="1462"/>
                  </a:lnTo>
                  <a:lnTo>
                    <a:pt x="227" y="1462"/>
                  </a:lnTo>
                  <a:lnTo>
                    <a:pt x="226" y="1462"/>
                  </a:lnTo>
                  <a:lnTo>
                    <a:pt x="224" y="1462"/>
                  </a:lnTo>
                  <a:lnTo>
                    <a:pt x="224" y="1461"/>
                  </a:lnTo>
                  <a:lnTo>
                    <a:pt x="224" y="1460"/>
                  </a:lnTo>
                  <a:lnTo>
                    <a:pt x="224" y="1459"/>
                  </a:lnTo>
                  <a:lnTo>
                    <a:pt x="224" y="1459"/>
                  </a:lnTo>
                  <a:lnTo>
                    <a:pt x="224" y="1458"/>
                  </a:lnTo>
                  <a:lnTo>
                    <a:pt x="224" y="1458"/>
                  </a:lnTo>
                  <a:lnTo>
                    <a:pt x="224" y="1458"/>
                  </a:lnTo>
                  <a:lnTo>
                    <a:pt x="224" y="1457"/>
                  </a:lnTo>
                  <a:lnTo>
                    <a:pt x="224" y="1457"/>
                  </a:lnTo>
                  <a:lnTo>
                    <a:pt x="224" y="1457"/>
                  </a:lnTo>
                  <a:lnTo>
                    <a:pt x="223" y="1457"/>
                  </a:lnTo>
                  <a:lnTo>
                    <a:pt x="223" y="1457"/>
                  </a:lnTo>
                  <a:lnTo>
                    <a:pt x="223" y="1457"/>
                  </a:lnTo>
                  <a:lnTo>
                    <a:pt x="222" y="1457"/>
                  </a:lnTo>
                  <a:lnTo>
                    <a:pt x="222" y="1457"/>
                  </a:lnTo>
                  <a:lnTo>
                    <a:pt x="221" y="1457"/>
                  </a:lnTo>
                  <a:lnTo>
                    <a:pt x="221" y="1457"/>
                  </a:lnTo>
                  <a:lnTo>
                    <a:pt x="221" y="1457"/>
                  </a:lnTo>
                  <a:lnTo>
                    <a:pt x="221" y="1457"/>
                  </a:lnTo>
                  <a:lnTo>
                    <a:pt x="220" y="1457"/>
                  </a:lnTo>
                  <a:lnTo>
                    <a:pt x="220" y="1457"/>
                  </a:lnTo>
                  <a:lnTo>
                    <a:pt x="220" y="1457"/>
                  </a:lnTo>
                  <a:lnTo>
                    <a:pt x="220" y="1457"/>
                  </a:lnTo>
                  <a:lnTo>
                    <a:pt x="220" y="1457"/>
                  </a:lnTo>
                  <a:lnTo>
                    <a:pt x="219" y="1457"/>
                  </a:lnTo>
                  <a:lnTo>
                    <a:pt x="219" y="1456"/>
                  </a:lnTo>
                  <a:lnTo>
                    <a:pt x="219" y="1456"/>
                  </a:lnTo>
                  <a:lnTo>
                    <a:pt x="220" y="1456"/>
                  </a:lnTo>
                  <a:lnTo>
                    <a:pt x="220" y="1455"/>
                  </a:lnTo>
                  <a:lnTo>
                    <a:pt x="219" y="1455"/>
                  </a:lnTo>
                  <a:lnTo>
                    <a:pt x="219" y="1454"/>
                  </a:lnTo>
                  <a:lnTo>
                    <a:pt x="219" y="1454"/>
                  </a:lnTo>
                  <a:lnTo>
                    <a:pt x="219" y="1454"/>
                  </a:lnTo>
                  <a:lnTo>
                    <a:pt x="219" y="1454"/>
                  </a:lnTo>
                  <a:lnTo>
                    <a:pt x="219" y="1456"/>
                  </a:lnTo>
                  <a:lnTo>
                    <a:pt x="219" y="1457"/>
                  </a:lnTo>
                  <a:lnTo>
                    <a:pt x="218" y="1457"/>
                  </a:lnTo>
                  <a:lnTo>
                    <a:pt x="218" y="1457"/>
                  </a:lnTo>
                  <a:lnTo>
                    <a:pt x="216" y="1457"/>
                  </a:lnTo>
                  <a:lnTo>
                    <a:pt x="216" y="1456"/>
                  </a:lnTo>
                  <a:lnTo>
                    <a:pt x="216" y="1456"/>
                  </a:lnTo>
                  <a:lnTo>
                    <a:pt x="216" y="1456"/>
                  </a:lnTo>
                  <a:lnTo>
                    <a:pt x="215" y="1456"/>
                  </a:lnTo>
                  <a:lnTo>
                    <a:pt x="215" y="1457"/>
                  </a:lnTo>
                  <a:lnTo>
                    <a:pt x="215" y="1457"/>
                  </a:lnTo>
                  <a:lnTo>
                    <a:pt x="215" y="1456"/>
                  </a:lnTo>
                  <a:lnTo>
                    <a:pt x="214" y="1455"/>
                  </a:lnTo>
                  <a:lnTo>
                    <a:pt x="214" y="1455"/>
                  </a:lnTo>
                  <a:lnTo>
                    <a:pt x="214" y="1456"/>
                  </a:lnTo>
                  <a:lnTo>
                    <a:pt x="214" y="1455"/>
                  </a:lnTo>
                  <a:lnTo>
                    <a:pt x="214" y="1455"/>
                  </a:lnTo>
                  <a:lnTo>
                    <a:pt x="214" y="1455"/>
                  </a:lnTo>
                  <a:lnTo>
                    <a:pt x="214" y="1454"/>
                  </a:lnTo>
                  <a:lnTo>
                    <a:pt x="214" y="1454"/>
                  </a:lnTo>
                  <a:lnTo>
                    <a:pt x="214" y="1454"/>
                  </a:lnTo>
                  <a:lnTo>
                    <a:pt x="215" y="1454"/>
                  </a:lnTo>
                  <a:lnTo>
                    <a:pt x="215" y="1453"/>
                  </a:lnTo>
                  <a:lnTo>
                    <a:pt x="215" y="1454"/>
                  </a:lnTo>
                  <a:lnTo>
                    <a:pt x="215" y="1454"/>
                  </a:lnTo>
                  <a:lnTo>
                    <a:pt x="215" y="1453"/>
                  </a:lnTo>
                  <a:lnTo>
                    <a:pt x="215" y="1453"/>
                  </a:lnTo>
                  <a:lnTo>
                    <a:pt x="215" y="1453"/>
                  </a:lnTo>
                  <a:lnTo>
                    <a:pt x="215" y="1453"/>
                  </a:lnTo>
                  <a:lnTo>
                    <a:pt x="216" y="1452"/>
                  </a:lnTo>
                  <a:lnTo>
                    <a:pt x="216" y="1452"/>
                  </a:lnTo>
                  <a:lnTo>
                    <a:pt x="218" y="1452"/>
                  </a:lnTo>
                  <a:lnTo>
                    <a:pt x="218" y="1453"/>
                  </a:lnTo>
                  <a:lnTo>
                    <a:pt x="219" y="1453"/>
                  </a:lnTo>
                  <a:lnTo>
                    <a:pt x="219" y="1453"/>
                  </a:lnTo>
                  <a:lnTo>
                    <a:pt x="220" y="1453"/>
                  </a:lnTo>
                  <a:lnTo>
                    <a:pt x="220" y="1452"/>
                  </a:lnTo>
                  <a:lnTo>
                    <a:pt x="220" y="1451"/>
                  </a:lnTo>
                  <a:lnTo>
                    <a:pt x="220" y="1450"/>
                  </a:lnTo>
                  <a:lnTo>
                    <a:pt x="219" y="1450"/>
                  </a:lnTo>
                  <a:lnTo>
                    <a:pt x="219" y="1451"/>
                  </a:lnTo>
                  <a:lnTo>
                    <a:pt x="219" y="1451"/>
                  </a:lnTo>
                  <a:lnTo>
                    <a:pt x="219" y="1451"/>
                  </a:lnTo>
                  <a:lnTo>
                    <a:pt x="219" y="1451"/>
                  </a:lnTo>
                  <a:lnTo>
                    <a:pt x="218" y="1451"/>
                  </a:lnTo>
                  <a:lnTo>
                    <a:pt x="218" y="1451"/>
                  </a:lnTo>
                  <a:lnTo>
                    <a:pt x="218" y="1451"/>
                  </a:lnTo>
                  <a:lnTo>
                    <a:pt x="216" y="1451"/>
                  </a:lnTo>
                  <a:lnTo>
                    <a:pt x="216" y="1450"/>
                  </a:lnTo>
                  <a:lnTo>
                    <a:pt x="217" y="1450"/>
                  </a:lnTo>
                  <a:lnTo>
                    <a:pt x="217" y="1450"/>
                  </a:lnTo>
                  <a:lnTo>
                    <a:pt x="217" y="1450"/>
                  </a:lnTo>
                  <a:lnTo>
                    <a:pt x="218" y="1450"/>
                  </a:lnTo>
                  <a:lnTo>
                    <a:pt x="218" y="1450"/>
                  </a:lnTo>
                  <a:lnTo>
                    <a:pt x="217" y="1450"/>
                  </a:lnTo>
                  <a:lnTo>
                    <a:pt x="217" y="1449"/>
                  </a:lnTo>
                  <a:lnTo>
                    <a:pt x="217" y="1449"/>
                  </a:lnTo>
                  <a:lnTo>
                    <a:pt x="217" y="1449"/>
                  </a:lnTo>
                  <a:lnTo>
                    <a:pt x="217" y="1449"/>
                  </a:lnTo>
                  <a:lnTo>
                    <a:pt x="217" y="1449"/>
                  </a:lnTo>
                  <a:lnTo>
                    <a:pt x="216" y="1449"/>
                  </a:lnTo>
                  <a:lnTo>
                    <a:pt x="216" y="1449"/>
                  </a:lnTo>
                  <a:lnTo>
                    <a:pt x="215" y="1449"/>
                  </a:lnTo>
                  <a:lnTo>
                    <a:pt x="215" y="1449"/>
                  </a:lnTo>
                  <a:lnTo>
                    <a:pt x="216" y="1449"/>
                  </a:lnTo>
                  <a:lnTo>
                    <a:pt x="216" y="1448"/>
                  </a:lnTo>
                  <a:lnTo>
                    <a:pt x="217" y="1448"/>
                  </a:lnTo>
                  <a:lnTo>
                    <a:pt x="217" y="1448"/>
                  </a:lnTo>
                  <a:lnTo>
                    <a:pt x="216" y="1448"/>
                  </a:lnTo>
                  <a:lnTo>
                    <a:pt x="216" y="1447"/>
                  </a:lnTo>
                  <a:lnTo>
                    <a:pt x="216" y="1446"/>
                  </a:lnTo>
                  <a:lnTo>
                    <a:pt x="216" y="1446"/>
                  </a:lnTo>
                  <a:lnTo>
                    <a:pt x="216" y="1446"/>
                  </a:lnTo>
                  <a:lnTo>
                    <a:pt x="216" y="1445"/>
                  </a:lnTo>
                  <a:lnTo>
                    <a:pt x="216" y="1444"/>
                  </a:lnTo>
                  <a:lnTo>
                    <a:pt x="216" y="1444"/>
                  </a:lnTo>
                  <a:lnTo>
                    <a:pt x="217" y="1444"/>
                  </a:lnTo>
                  <a:lnTo>
                    <a:pt x="217" y="1444"/>
                  </a:lnTo>
                  <a:lnTo>
                    <a:pt x="217" y="1442"/>
                  </a:lnTo>
                  <a:lnTo>
                    <a:pt x="218" y="1442"/>
                  </a:lnTo>
                  <a:lnTo>
                    <a:pt x="218" y="1440"/>
                  </a:lnTo>
                  <a:lnTo>
                    <a:pt x="218" y="1440"/>
                  </a:lnTo>
                  <a:lnTo>
                    <a:pt x="219" y="1440"/>
                  </a:lnTo>
                  <a:lnTo>
                    <a:pt x="219" y="1440"/>
                  </a:lnTo>
                  <a:lnTo>
                    <a:pt x="219" y="1440"/>
                  </a:lnTo>
                  <a:lnTo>
                    <a:pt x="219" y="1440"/>
                  </a:lnTo>
                  <a:lnTo>
                    <a:pt x="219" y="1439"/>
                  </a:lnTo>
                  <a:lnTo>
                    <a:pt x="220" y="1438"/>
                  </a:lnTo>
                  <a:lnTo>
                    <a:pt x="220" y="1438"/>
                  </a:lnTo>
                  <a:lnTo>
                    <a:pt x="222" y="1438"/>
                  </a:lnTo>
                  <a:lnTo>
                    <a:pt x="222" y="1438"/>
                  </a:lnTo>
                  <a:lnTo>
                    <a:pt x="222" y="1437"/>
                  </a:lnTo>
                  <a:lnTo>
                    <a:pt x="223" y="1438"/>
                  </a:lnTo>
                  <a:lnTo>
                    <a:pt x="223" y="1438"/>
                  </a:lnTo>
                  <a:lnTo>
                    <a:pt x="224" y="1438"/>
                  </a:lnTo>
                  <a:lnTo>
                    <a:pt x="224" y="1438"/>
                  </a:lnTo>
                  <a:lnTo>
                    <a:pt x="224" y="1439"/>
                  </a:lnTo>
                  <a:lnTo>
                    <a:pt x="224" y="1439"/>
                  </a:lnTo>
                  <a:lnTo>
                    <a:pt x="226" y="1439"/>
                  </a:lnTo>
                  <a:lnTo>
                    <a:pt x="226" y="1439"/>
                  </a:lnTo>
                  <a:lnTo>
                    <a:pt x="227" y="1439"/>
                  </a:lnTo>
                  <a:lnTo>
                    <a:pt x="227" y="1439"/>
                  </a:lnTo>
                  <a:lnTo>
                    <a:pt x="227" y="1439"/>
                  </a:lnTo>
                  <a:lnTo>
                    <a:pt x="228" y="1440"/>
                  </a:lnTo>
                  <a:lnTo>
                    <a:pt x="228" y="1440"/>
                  </a:lnTo>
                  <a:lnTo>
                    <a:pt x="228" y="1439"/>
                  </a:lnTo>
                  <a:lnTo>
                    <a:pt x="228" y="1439"/>
                  </a:lnTo>
                  <a:lnTo>
                    <a:pt x="228" y="1439"/>
                  </a:lnTo>
                  <a:lnTo>
                    <a:pt x="229" y="1439"/>
                  </a:lnTo>
                  <a:lnTo>
                    <a:pt x="230" y="1439"/>
                  </a:lnTo>
                  <a:lnTo>
                    <a:pt x="230" y="1440"/>
                  </a:lnTo>
                  <a:lnTo>
                    <a:pt x="230" y="1440"/>
                  </a:lnTo>
                  <a:lnTo>
                    <a:pt x="230" y="1441"/>
                  </a:lnTo>
                  <a:lnTo>
                    <a:pt x="231" y="1440"/>
                  </a:lnTo>
                  <a:lnTo>
                    <a:pt x="231" y="1440"/>
                  </a:lnTo>
                  <a:lnTo>
                    <a:pt x="231" y="1440"/>
                  </a:lnTo>
                  <a:lnTo>
                    <a:pt x="232" y="1440"/>
                  </a:lnTo>
                  <a:lnTo>
                    <a:pt x="232" y="1440"/>
                  </a:lnTo>
                  <a:lnTo>
                    <a:pt x="232" y="1441"/>
                  </a:lnTo>
                  <a:lnTo>
                    <a:pt x="233" y="1442"/>
                  </a:lnTo>
                  <a:lnTo>
                    <a:pt x="233" y="1442"/>
                  </a:lnTo>
                  <a:lnTo>
                    <a:pt x="233" y="1443"/>
                  </a:lnTo>
                  <a:lnTo>
                    <a:pt x="233" y="1444"/>
                  </a:lnTo>
                  <a:lnTo>
                    <a:pt x="234" y="1444"/>
                  </a:lnTo>
                  <a:lnTo>
                    <a:pt x="234" y="1444"/>
                  </a:lnTo>
                  <a:lnTo>
                    <a:pt x="233" y="1445"/>
                  </a:lnTo>
                  <a:lnTo>
                    <a:pt x="232" y="1444"/>
                  </a:lnTo>
                  <a:lnTo>
                    <a:pt x="231" y="1444"/>
                  </a:lnTo>
                  <a:lnTo>
                    <a:pt x="231" y="1444"/>
                  </a:lnTo>
                  <a:lnTo>
                    <a:pt x="230" y="1444"/>
                  </a:lnTo>
                  <a:lnTo>
                    <a:pt x="230" y="1444"/>
                  </a:lnTo>
                  <a:lnTo>
                    <a:pt x="230" y="1444"/>
                  </a:lnTo>
                  <a:lnTo>
                    <a:pt x="230" y="1445"/>
                  </a:lnTo>
                  <a:lnTo>
                    <a:pt x="231" y="1445"/>
                  </a:lnTo>
                  <a:lnTo>
                    <a:pt x="231" y="1444"/>
                  </a:lnTo>
                  <a:lnTo>
                    <a:pt x="231" y="1445"/>
                  </a:lnTo>
                  <a:lnTo>
                    <a:pt x="232" y="1445"/>
                  </a:lnTo>
                  <a:lnTo>
                    <a:pt x="232" y="1445"/>
                  </a:lnTo>
                  <a:lnTo>
                    <a:pt x="233" y="1445"/>
                  </a:lnTo>
                  <a:lnTo>
                    <a:pt x="233" y="1446"/>
                  </a:lnTo>
                  <a:lnTo>
                    <a:pt x="233" y="1446"/>
                  </a:lnTo>
                  <a:lnTo>
                    <a:pt x="233" y="1446"/>
                  </a:lnTo>
                  <a:lnTo>
                    <a:pt x="234" y="1446"/>
                  </a:lnTo>
                  <a:lnTo>
                    <a:pt x="235" y="1446"/>
                  </a:lnTo>
                  <a:lnTo>
                    <a:pt x="235" y="1446"/>
                  </a:lnTo>
                  <a:lnTo>
                    <a:pt x="236" y="1446"/>
                  </a:lnTo>
                  <a:lnTo>
                    <a:pt x="237" y="1446"/>
                  </a:lnTo>
                  <a:lnTo>
                    <a:pt x="238" y="1446"/>
                  </a:lnTo>
                  <a:lnTo>
                    <a:pt x="238" y="1447"/>
                  </a:lnTo>
                  <a:lnTo>
                    <a:pt x="239" y="1447"/>
                  </a:lnTo>
                  <a:lnTo>
                    <a:pt x="239" y="1447"/>
                  </a:lnTo>
                  <a:lnTo>
                    <a:pt x="240" y="1447"/>
                  </a:lnTo>
                  <a:lnTo>
                    <a:pt x="239" y="1446"/>
                  </a:lnTo>
                  <a:lnTo>
                    <a:pt x="239" y="1446"/>
                  </a:lnTo>
                  <a:lnTo>
                    <a:pt x="238" y="1445"/>
                  </a:lnTo>
                  <a:lnTo>
                    <a:pt x="238" y="1445"/>
                  </a:lnTo>
                  <a:lnTo>
                    <a:pt x="238" y="1444"/>
                  </a:lnTo>
                  <a:lnTo>
                    <a:pt x="239" y="1444"/>
                  </a:lnTo>
                  <a:lnTo>
                    <a:pt x="239" y="1443"/>
                  </a:lnTo>
                  <a:lnTo>
                    <a:pt x="238" y="1442"/>
                  </a:lnTo>
                  <a:lnTo>
                    <a:pt x="238" y="1443"/>
                  </a:lnTo>
                  <a:lnTo>
                    <a:pt x="238" y="1443"/>
                  </a:lnTo>
                  <a:lnTo>
                    <a:pt x="237" y="1443"/>
                  </a:lnTo>
                  <a:lnTo>
                    <a:pt x="237" y="1444"/>
                  </a:lnTo>
                  <a:lnTo>
                    <a:pt x="237" y="1443"/>
                  </a:lnTo>
                  <a:lnTo>
                    <a:pt x="237" y="1444"/>
                  </a:lnTo>
                  <a:lnTo>
                    <a:pt x="237" y="1444"/>
                  </a:lnTo>
                  <a:lnTo>
                    <a:pt x="237" y="1443"/>
                  </a:lnTo>
                  <a:lnTo>
                    <a:pt x="237" y="1442"/>
                  </a:lnTo>
                  <a:lnTo>
                    <a:pt x="237" y="1442"/>
                  </a:lnTo>
                  <a:lnTo>
                    <a:pt x="237" y="1441"/>
                  </a:lnTo>
                  <a:lnTo>
                    <a:pt x="237" y="1441"/>
                  </a:lnTo>
                  <a:lnTo>
                    <a:pt x="237" y="1440"/>
                  </a:lnTo>
                  <a:lnTo>
                    <a:pt x="237" y="1440"/>
                  </a:lnTo>
                  <a:lnTo>
                    <a:pt x="237" y="1439"/>
                  </a:lnTo>
                  <a:lnTo>
                    <a:pt x="240" y="1439"/>
                  </a:lnTo>
                  <a:lnTo>
                    <a:pt x="241" y="1440"/>
                  </a:lnTo>
                  <a:lnTo>
                    <a:pt x="241" y="1440"/>
                  </a:lnTo>
                  <a:lnTo>
                    <a:pt x="241" y="1440"/>
                  </a:lnTo>
                  <a:lnTo>
                    <a:pt x="241" y="1440"/>
                  </a:lnTo>
                  <a:lnTo>
                    <a:pt x="241" y="1440"/>
                  </a:lnTo>
                  <a:lnTo>
                    <a:pt x="242" y="1440"/>
                  </a:lnTo>
                  <a:lnTo>
                    <a:pt x="242" y="1441"/>
                  </a:lnTo>
                  <a:lnTo>
                    <a:pt x="242" y="1441"/>
                  </a:lnTo>
                  <a:lnTo>
                    <a:pt x="243" y="1441"/>
                  </a:lnTo>
                  <a:lnTo>
                    <a:pt x="243" y="1441"/>
                  </a:lnTo>
                  <a:lnTo>
                    <a:pt x="244" y="1441"/>
                  </a:lnTo>
                  <a:lnTo>
                    <a:pt x="244" y="1441"/>
                  </a:lnTo>
                  <a:lnTo>
                    <a:pt x="244" y="1441"/>
                  </a:lnTo>
                  <a:lnTo>
                    <a:pt x="245" y="1441"/>
                  </a:lnTo>
                  <a:lnTo>
                    <a:pt x="245" y="1441"/>
                  </a:lnTo>
                  <a:lnTo>
                    <a:pt x="245" y="1442"/>
                  </a:lnTo>
                  <a:lnTo>
                    <a:pt x="246" y="1442"/>
                  </a:lnTo>
                  <a:lnTo>
                    <a:pt x="246" y="1442"/>
                  </a:lnTo>
                  <a:lnTo>
                    <a:pt x="247" y="1442"/>
                  </a:lnTo>
                  <a:lnTo>
                    <a:pt x="247" y="1442"/>
                  </a:lnTo>
                  <a:lnTo>
                    <a:pt x="248" y="1442"/>
                  </a:lnTo>
                  <a:lnTo>
                    <a:pt x="249" y="1442"/>
                  </a:lnTo>
                  <a:lnTo>
                    <a:pt x="249" y="1441"/>
                  </a:lnTo>
                  <a:lnTo>
                    <a:pt x="248" y="1441"/>
                  </a:lnTo>
                  <a:lnTo>
                    <a:pt x="247" y="1441"/>
                  </a:lnTo>
                  <a:lnTo>
                    <a:pt x="248" y="1440"/>
                  </a:lnTo>
                  <a:lnTo>
                    <a:pt x="249" y="1440"/>
                  </a:lnTo>
                  <a:lnTo>
                    <a:pt x="249" y="1440"/>
                  </a:lnTo>
                  <a:lnTo>
                    <a:pt x="250" y="1440"/>
                  </a:lnTo>
                  <a:lnTo>
                    <a:pt x="250" y="1440"/>
                  </a:lnTo>
                  <a:lnTo>
                    <a:pt x="252" y="1440"/>
                  </a:lnTo>
                  <a:lnTo>
                    <a:pt x="252" y="1441"/>
                  </a:lnTo>
                  <a:lnTo>
                    <a:pt x="253" y="1441"/>
                  </a:lnTo>
                  <a:lnTo>
                    <a:pt x="254" y="1440"/>
                  </a:lnTo>
                  <a:lnTo>
                    <a:pt x="254" y="1441"/>
                  </a:lnTo>
                  <a:lnTo>
                    <a:pt x="254" y="1441"/>
                  </a:lnTo>
                  <a:lnTo>
                    <a:pt x="254" y="1440"/>
                  </a:lnTo>
                  <a:lnTo>
                    <a:pt x="255" y="1440"/>
                  </a:lnTo>
                  <a:lnTo>
                    <a:pt x="256" y="1440"/>
                  </a:lnTo>
                  <a:lnTo>
                    <a:pt x="256" y="1440"/>
                  </a:lnTo>
                  <a:lnTo>
                    <a:pt x="257" y="1440"/>
                  </a:lnTo>
                  <a:lnTo>
                    <a:pt x="257" y="1440"/>
                  </a:lnTo>
                  <a:lnTo>
                    <a:pt x="257" y="1439"/>
                  </a:lnTo>
                  <a:lnTo>
                    <a:pt x="256" y="1438"/>
                  </a:lnTo>
                  <a:lnTo>
                    <a:pt x="256" y="1438"/>
                  </a:lnTo>
                  <a:lnTo>
                    <a:pt x="257" y="1438"/>
                  </a:lnTo>
                  <a:lnTo>
                    <a:pt x="257" y="1438"/>
                  </a:lnTo>
                  <a:lnTo>
                    <a:pt x="258" y="1439"/>
                  </a:lnTo>
                  <a:lnTo>
                    <a:pt x="260" y="1439"/>
                  </a:lnTo>
                  <a:lnTo>
                    <a:pt x="260" y="1439"/>
                  </a:lnTo>
                  <a:lnTo>
                    <a:pt x="261" y="1439"/>
                  </a:lnTo>
                  <a:lnTo>
                    <a:pt x="261" y="1440"/>
                  </a:lnTo>
                  <a:lnTo>
                    <a:pt x="262" y="1439"/>
                  </a:lnTo>
                  <a:lnTo>
                    <a:pt x="262" y="1439"/>
                  </a:lnTo>
                  <a:lnTo>
                    <a:pt x="261" y="1439"/>
                  </a:lnTo>
                  <a:lnTo>
                    <a:pt x="262" y="1438"/>
                  </a:lnTo>
                  <a:lnTo>
                    <a:pt x="262" y="1438"/>
                  </a:lnTo>
                  <a:lnTo>
                    <a:pt x="263" y="1439"/>
                  </a:lnTo>
                  <a:lnTo>
                    <a:pt x="263" y="1439"/>
                  </a:lnTo>
                  <a:lnTo>
                    <a:pt x="263" y="1438"/>
                  </a:lnTo>
                  <a:lnTo>
                    <a:pt x="263" y="1437"/>
                  </a:lnTo>
                  <a:lnTo>
                    <a:pt x="263" y="1436"/>
                  </a:lnTo>
                  <a:lnTo>
                    <a:pt x="264" y="1436"/>
                  </a:lnTo>
                  <a:lnTo>
                    <a:pt x="266" y="1436"/>
                  </a:lnTo>
                  <a:lnTo>
                    <a:pt x="266" y="1436"/>
                  </a:lnTo>
                  <a:lnTo>
                    <a:pt x="267" y="1435"/>
                  </a:lnTo>
                  <a:lnTo>
                    <a:pt x="267" y="1435"/>
                  </a:lnTo>
                  <a:lnTo>
                    <a:pt x="268" y="1434"/>
                  </a:lnTo>
                  <a:lnTo>
                    <a:pt x="267" y="1434"/>
                  </a:lnTo>
                  <a:lnTo>
                    <a:pt x="267" y="1434"/>
                  </a:lnTo>
                  <a:lnTo>
                    <a:pt x="267" y="1434"/>
                  </a:lnTo>
                  <a:lnTo>
                    <a:pt x="268" y="1434"/>
                  </a:lnTo>
                  <a:lnTo>
                    <a:pt x="268" y="1434"/>
                  </a:lnTo>
                  <a:lnTo>
                    <a:pt x="268" y="1435"/>
                  </a:lnTo>
                  <a:lnTo>
                    <a:pt x="269" y="1435"/>
                  </a:lnTo>
                  <a:lnTo>
                    <a:pt x="270" y="1435"/>
                  </a:lnTo>
                  <a:lnTo>
                    <a:pt x="270" y="1434"/>
                  </a:lnTo>
                  <a:lnTo>
                    <a:pt x="271" y="1434"/>
                  </a:lnTo>
                  <a:lnTo>
                    <a:pt x="271" y="1434"/>
                  </a:lnTo>
                  <a:lnTo>
                    <a:pt x="271" y="1434"/>
                  </a:lnTo>
                  <a:lnTo>
                    <a:pt x="271" y="1434"/>
                  </a:lnTo>
                  <a:lnTo>
                    <a:pt x="271" y="1433"/>
                  </a:lnTo>
                  <a:lnTo>
                    <a:pt x="271" y="1433"/>
                  </a:lnTo>
                  <a:lnTo>
                    <a:pt x="273" y="1433"/>
                  </a:lnTo>
                  <a:lnTo>
                    <a:pt x="273" y="1432"/>
                  </a:lnTo>
                  <a:lnTo>
                    <a:pt x="273" y="1433"/>
                  </a:lnTo>
                  <a:lnTo>
                    <a:pt x="274" y="1433"/>
                  </a:lnTo>
                  <a:lnTo>
                    <a:pt x="276" y="1432"/>
                  </a:lnTo>
                  <a:lnTo>
                    <a:pt x="276" y="1431"/>
                  </a:lnTo>
                  <a:lnTo>
                    <a:pt x="276" y="1431"/>
                  </a:lnTo>
                  <a:lnTo>
                    <a:pt x="276" y="1431"/>
                  </a:lnTo>
                  <a:lnTo>
                    <a:pt x="277" y="1430"/>
                  </a:lnTo>
                  <a:lnTo>
                    <a:pt x="277" y="1430"/>
                  </a:lnTo>
                  <a:lnTo>
                    <a:pt x="277" y="1429"/>
                  </a:lnTo>
                  <a:lnTo>
                    <a:pt x="278" y="1429"/>
                  </a:lnTo>
                  <a:lnTo>
                    <a:pt x="278" y="1428"/>
                  </a:lnTo>
                  <a:lnTo>
                    <a:pt x="276" y="1428"/>
                  </a:lnTo>
                  <a:lnTo>
                    <a:pt x="276" y="1428"/>
                  </a:lnTo>
                  <a:lnTo>
                    <a:pt x="276" y="1427"/>
                  </a:lnTo>
                  <a:lnTo>
                    <a:pt x="276" y="1427"/>
                  </a:lnTo>
                  <a:lnTo>
                    <a:pt x="276" y="1427"/>
                  </a:lnTo>
                  <a:lnTo>
                    <a:pt x="276" y="1427"/>
                  </a:lnTo>
                  <a:lnTo>
                    <a:pt x="276" y="1426"/>
                  </a:lnTo>
                  <a:lnTo>
                    <a:pt x="276" y="1426"/>
                  </a:lnTo>
                  <a:lnTo>
                    <a:pt x="276" y="1426"/>
                  </a:lnTo>
                  <a:lnTo>
                    <a:pt x="277" y="1426"/>
                  </a:lnTo>
                  <a:lnTo>
                    <a:pt x="278" y="1426"/>
                  </a:lnTo>
                  <a:lnTo>
                    <a:pt x="278" y="1426"/>
                  </a:lnTo>
                  <a:lnTo>
                    <a:pt x="279" y="1426"/>
                  </a:lnTo>
                  <a:lnTo>
                    <a:pt x="279" y="1427"/>
                  </a:lnTo>
                  <a:lnTo>
                    <a:pt x="280" y="1427"/>
                  </a:lnTo>
                  <a:lnTo>
                    <a:pt x="280" y="1427"/>
                  </a:lnTo>
                  <a:lnTo>
                    <a:pt x="280" y="1427"/>
                  </a:lnTo>
                  <a:lnTo>
                    <a:pt x="281" y="1427"/>
                  </a:lnTo>
                  <a:lnTo>
                    <a:pt x="280" y="1427"/>
                  </a:lnTo>
                  <a:lnTo>
                    <a:pt x="280" y="1427"/>
                  </a:lnTo>
                  <a:lnTo>
                    <a:pt x="280" y="1427"/>
                  </a:lnTo>
                  <a:lnTo>
                    <a:pt x="280" y="1426"/>
                  </a:lnTo>
                  <a:lnTo>
                    <a:pt x="280" y="1426"/>
                  </a:lnTo>
                  <a:lnTo>
                    <a:pt x="280" y="1426"/>
                  </a:lnTo>
                  <a:lnTo>
                    <a:pt x="280" y="1426"/>
                  </a:lnTo>
                  <a:lnTo>
                    <a:pt x="280" y="1426"/>
                  </a:lnTo>
                  <a:lnTo>
                    <a:pt x="280" y="1426"/>
                  </a:lnTo>
                  <a:lnTo>
                    <a:pt x="280" y="1426"/>
                  </a:lnTo>
                  <a:lnTo>
                    <a:pt x="279" y="1426"/>
                  </a:lnTo>
                  <a:lnTo>
                    <a:pt x="279" y="1426"/>
                  </a:lnTo>
                  <a:lnTo>
                    <a:pt x="279" y="1425"/>
                  </a:lnTo>
                  <a:lnTo>
                    <a:pt x="278" y="1425"/>
                  </a:lnTo>
                  <a:lnTo>
                    <a:pt x="278" y="1424"/>
                  </a:lnTo>
                  <a:lnTo>
                    <a:pt x="278" y="1424"/>
                  </a:lnTo>
                  <a:lnTo>
                    <a:pt x="276" y="1425"/>
                  </a:lnTo>
                  <a:lnTo>
                    <a:pt x="276" y="1425"/>
                  </a:lnTo>
                  <a:lnTo>
                    <a:pt x="276" y="1424"/>
                  </a:lnTo>
                  <a:lnTo>
                    <a:pt x="275" y="1423"/>
                  </a:lnTo>
                  <a:lnTo>
                    <a:pt x="274" y="1424"/>
                  </a:lnTo>
                  <a:lnTo>
                    <a:pt x="273" y="1424"/>
                  </a:lnTo>
                  <a:lnTo>
                    <a:pt x="273" y="1424"/>
                  </a:lnTo>
                  <a:lnTo>
                    <a:pt x="272" y="1425"/>
                  </a:lnTo>
                  <a:lnTo>
                    <a:pt x="272" y="1425"/>
                  </a:lnTo>
                  <a:lnTo>
                    <a:pt x="271" y="1425"/>
                  </a:lnTo>
                  <a:lnTo>
                    <a:pt x="271" y="1426"/>
                  </a:lnTo>
                  <a:lnTo>
                    <a:pt x="271" y="1426"/>
                  </a:lnTo>
                  <a:lnTo>
                    <a:pt x="271" y="1427"/>
                  </a:lnTo>
                  <a:lnTo>
                    <a:pt x="271" y="1427"/>
                  </a:lnTo>
                  <a:lnTo>
                    <a:pt x="270" y="1427"/>
                  </a:lnTo>
                  <a:lnTo>
                    <a:pt x="270" y="1427"/>
                  </a:lnTo>
                  <a:lnTo>
                    <a:pt x="270" y="1427"/>
                  </a:lnTo>
                  <a:lnTo>
                    <a:pt x="270" y="1429"/>
                  </a:lnTo>
                  <a:lnTo>
                    <a:pt x="269" y="1429"/>
                  </a:lnTo>
                  <a:lnTo>
                    <a:pt x="268" y="1430"/>
                  </a:lnTo>
                  <a:lnTo>
                    <a:pt x="267" y="1430"/>
                  </a:lnTo>
                  <a:lnTo>
                    <a:pt x="268" y="1428"/>
                  </a:lnTo>
                  <a:lnTo>
                    <a:pt x="268" y="1428"/>
                  </a:lnTo>
                  <a:lnTo>
                    <a:pt x="267" y="1427"/>
                  </a:lnTo>
                  <a:lnTo>
                    <a:pt x="267" y="1427"/>
                  </a:lnTo>
                  <a:lnTo>
                    <a:pt x="267" y="1428"/>
                  </a:lnTo>
                  <a:lnTo>
                    <a:pt x="266" y="1428"/>
                  </a:lnTo>
                  <a:lnTo>
                    <a:pt x="266" y="1429"/>
                  </a:lnTo>
                  <a:lnTo>
                    <a:pt x="265" y="1431"/>
                  </a:lnTo>
                  <a:lnTo>
                    <a:pt x="264" y="1431"/>
                  </a:lnTo>
                  <a:lnTo>
                    <a:pt x="263" y="1431"/>
                  </a:lnTo>
                  <a:lnTo>
                    <a:pt x="262" y="1432"/>
                  </a:lnTo>
                  <a:lnTo>
                    <a:pt x="260" y="1432"/>
                  </a:lnTo>
                  <a:lnTo>
                    <a:pt x="260" y="1432"/>
                  </a:lnTo>
                  <a:lnTo>
                    <a:pt x="258" y="1432"/>
                  </a:lnTo>
                  <a:lnTo>
                    <a:pt x="258" y="1432"/>
                  </a:lnTo>
                  <a:lnTo>
                    <a:pt x="258" y="1432"/>
                  </a:lnTo>
                  <a:lnTo>
                    <a:pt x="258" y="1432"/>
                  </a:lnTo>
                  <a:lnTo>
                    <a:pt x="258" y="1432"/>
                  </a:lnTo>
                  <a:lnTo>
                    <a:pt x="257" y="1432"/>
                  </a:lnTo>
                  <a:lnTo>
                    <a:pt x="255" y="1432"/>
                  </a:lnTo>
                  <a:lnTo>
                    <a:pt x="255" y="1432"/>
                  </a:lnTo>
                  <a:lnTo>
                    <a:pt x="254" y="1432"/>
                  </a:lnTo>
                  <a:lnTo>
                    <a:pt x="253" y="1433"/>
                  </a:lnTo>
                  <a:lnTo>
                    <a:pt x="252" y="1433"/>
                  </a:lnTo>
                  <a:lnTo>
                    <a:pt x="252" y="1433"/>
                  </a:lnTo>
                  <a:lnTo>
                    <a:pt x="251" y="1434"/>
                  </a:lnTo>
                  <a:lnTo>
                    <a:pt x="250" y="1434"/>
                  </a:lnTo>
                  <a:lnTo>
                    <a:pt x="250" y="1435"/>
                  </a:lnTo>
                  <a:lnTo>
                    <a:pt x="248" y="1435"/>
                  </a:lnTo>
                  <a:lnTo>
                    <a:pt x="248" y="1435"/>
                  </a:lnTo>
                  <a:lnTo>
                    <a:pt x="245" y="1435"/>
                  </a:lnTo>
                  <a:lnTo>
                    <a:pt x="245" y="1434"/>
                  </a:lnTo>
                  <a:lnTo>
                    <a:pt x="245" y="1434"/>
                  </a:lnTo>
                  <a:lnTo>
                    <a:pt x="245" y="1433"/>
                  </a:lnTo>
                  <a:lnTo>
                    <a:pt x="245" y="1433"/>
                  </a:lnTo>
                  <a:lnTo>
                    <a:pt x="245" y="1432"/>
                  </a:lnTo>
                  <a:lnTo>
                    <a:pt x="245" y="1432"/>
                  </a:lnTo>
                  <a:lnTo>
                    <a:pt x="245" y="1431"/>
                  </a:lnTo>
                  <a:lnTo>
                    <a:pt x="244" y="1431"/>
                  </a:lnTo>
                  <a:lnTo>
                    <a:pt x="244" y="1431"/>
                  </a:lnTo>
                  <a:lnTo>
                    <a:pt x="244" y="1430"/>
                  </a:lnTo>
                  <a:lnTo>
                    <a:pt x="244" y="1429"/>
                  </a:lnTo>
                  <a:lnTo>
                    <a:pt x="244" y="1429"/>
                  </a:lnTo>
                  <a:lnTo>
                    <a:pt x="244" y="1428"/>
                  </a:lnTo>
                  <a:lnTo>
                    <a:pt x="244" y="1427"/>
                  </a:lnTo>
                  <a:lnTo>
                    <a:pt x="244" y="1427"/>
                  </a:lnTo>
                  <a:lnTo>
                    <a:pt x="244" y="1427"/>
                  </a:lnTo>
                  <a:lnTo>
                    <a:pt x="245" y="1426"/>
                  </a:lnTo>
                  <a:lnTo>
                    <a:pt x="245" y="1425"/>
                  </a:lnTo>
                  <a:lnTo>
                    <a:pt x="246" y="1424"/>
                  </a:lnTo>
                  <a:lnTo>
                    <a:pt x="247" y="1423"/>
                  </a:lnTo>
                  <a:lnTo>
                    <a:pt x="248" y="1423"/>
                  </a:lnTo>
                  <a:lnTo>
                    <a:pt x="248" y="1422"/>
                  </a:lnTo>
                  <a:lnTo>
                    <a:pt x="250" y="1421"/>
                  </a:lnTo>
                  <a:lnTo>
                    <a:pt x="250" y="1421"/>
                  </a:lnTo>
                  <a:lnTo>
                    <a:pt x="252" y="1419"/>
                  </a:lnTo>
                  <a:lnTo>
                    <a:pt x="253" y="1418"/>
                  </a:lnTo>
                  <a:lnTo>
                    <a:pt x="253" y="1418"/>
                  </a:lnTo>
                  <a:lnTo>
                    <a:pt x="253" y="1418"/>
                  </a:lnTo>
                  <a:lnTo>
                    <a:pt x="253" y="1418"/>
                  </a:lnTo>
                  <a:lnTo>
                    <a:pt x="254" y="1418"/>
                  </a:lnTo>
                  <a:lnTo>
                    <a:pt x="254" y="1416"/>
                  </a:lnTo>
                  <a:lnTo>
                    <a:pt x="254" y="1416"/>
                  </a:lnTo>
                  <a:lnTo>
                    <a:pt x="254" y="1415"/>
                  </a:lnTo>
                  <a:lnTo>
                    <a:pt x="254" y="1415"/>
                  </a:lnTo>
                  <a:lnTo>
                    <a:pt x="254" y="1414"/>
                  </a:lnTo>
                  <a:lnTo>
                    <a:pt x="254" y="1414"/>
                  </a:lnTo>
                  <a:lnTo>
                    <a:pt x="255" y="1414"/>
                  </a:lnTo>
                  <a:lnTo>
                    <a:pt x="255" y="1413"/>
                  </a:lnTo>
                  <a:lnTo>
                    <a:pt x="255" y="1412"/>
                  </a:lnTo>
                  <a:lnTo>
                    <a:pt x="255" y="1412"/>
                  </a:lnTo>
                  <a:lnTo>
                    <a:pt x="255" y="1411"/>
                  </a:lnTo>
                  <a:lnTo>
                    <a:pt x="254" y="1411"/>
                  </a:lnTo>
                  <a:lnTo>
                    <a:pt x="254" y="1410"/>
                  </a:lnTo>
                  <a:lnTo>
                    <a:pt x="255" y="1410"/>
                  </a:lnTo>
                  <a:lnTo>
                    <a:pt x="256" y="1410"/>
                  </a:lnTo>
                  <a:lnTo>
                    <a:pt x="256" y="1410"/>
                  </a:lnTo>
                  <a:lnTo>
                    <a:pt x="257" y="1409"/>
                  </a:lnTo>
                  <a:lnTo>
                    <a:pt x="257" y="1407"/>
                  </a:lnTo>
                  <a:lnTo>
                    <a:pt x="258" y="1407"/>
                  </a:lnTo>
                  <a:lnTo>
                    <a:pt x="258" y="1407"/>
                  </a:lnTo>
                  <a:lnTo>
                    <a:pt x="258" y="1406"/>
                  </a:lnTo>
                  <a:lnTo>
                    <a:pt x="258" y="1406"/>
                  </a:lnTo>
                  <a:lnTo>
                    <a:pt x="263" y="1406"/>
                  </a:lnTo>
                  <a:lnTo>
                    <a:pt x="263" y="1407"/>
                  </a:lnTo>
                  <a:lnTo>
                    <a:pt x="263" y="1407"/>
                  </a:lnTo>
                  <a:lnTo>
                    <a:pt x="264" y="1407"/>
                  </a:lnTo>
                  <a:lnTo>
                    <a:pt x="266" y="1408"/>
                  </a:lnTo>
                  <a:lnTo>
                    <a:pt x="267" y="1407"/>
                  </a:lnTo>
                  <a:lnTo>
                    <a:pt x="268" y="1407"/>
                  </a:lnTo>
                  <a:lnTo>
                    <a:pt x="269" y="1406"/>
                  </a:lnTo>
                  <a:lnTo>
                    <a:pt x="270" y="1405"/>
                  </a:lnTo>
                  <a:lnTo>
                    <a:pt x="270" y="1405"/>
                  </a:lnTo>
                  <a:lnTo>
                    <a:pt x="271" y="1405"/>
                  </a:lnTo>
                  <a:lnTo>
                    <a:pt x="271" y="1404"/>
                  </a:lnTo>
                  <a:lnTo>
                    <a:pt x="271" y="1404"/>
                  </a:lnTo>
                  <a:lnTo>
                    <a:pt x="271" y="1403"/>
                  </a:lnTo>
                  <a:lnTo>
                    <a:pt x="273" y="1402"/>
                  </a:lnTo>
                  <a:lnTo>
                    <a:pt x="273" y="1401"/>
                  </a:lnTo>
                  <a:lnTo>
                    <a:pt x="275" y="1401"/>
                  </a:lnTo>
                  <a:lnTo>
                    <a:pt x="276" y="1401"/>
                  </a:lnTo>
                  <a:lnTo>
                    <a:pt x="276" y="1401"/>
                  </a:lnTo>
                  <a:lnTo>
                    <a:pt x="276" y="1401"/>
                  </a:lnTo>
                  <a:lnTo>
                    <a:pt x="276" y="1401"/>
                  </a:lnTo>
                  <a:lnTo>
                    <a:pt x="276" y="1400"/>
                  </a:lnTo>
                  <a:lnTo>
                    <a:pt x="276" y="1400"/>
                  </a:lnTo>
                  <a:lnTo>
                    <a:pt x="276" y="1399"/>
                  </a:lnTo>
                  <a:lnTo>
                    <a:pt x="276" y="1399"/>
                  </a:lnTo>
                  <a:lnTo>
                    <a:pt x="276" y="1398"/>
                  </a:lnTo>
                  <a:lnTo>
                    <a:pt x="278" y="1398"/>
                  </a:lnTo>
                  <a:lnTo>
                    <a:pt x="278" y="1398"/>
                  </a:lnTo>
                  <a:lnTo>
                    <a:pt x="278" y="1397"/>
                  </a:lnTo>
                  <a:lnTo>
                    <a:pt x="279" y="1397"/>
                  </a:lnTo>
                  <a:lnTo>
                    <a:pt x="279" y="1397"/>
                  </a:lnTo>
                  <a:lnTo>
                    <a:pt x="279" y="1395"/>
                  </a:lnTo>
                  <a:lnTo>
                    <a:pt x="279" y="1394"/>
                  </a:lnTo>
                  <a:lnTo>
                    <a:pt x="278" y="1394"/>
                  </a:lnTo>
                  <a:lnTo>
                    <a:pt x="278" y="1394"/>
                  </a:lnTo>
                  <a:lnTo>
                    <a:pt x="277" y="1393"/>
                  </a:lnTo>
                  <a:lnTo>
                    <a:pt x="277" y="1393"/>
                  </a:lnTo>
                  <a:lnTo>
                    <a:pt x="278" y="1393"/>
                  </a:lnTo>
                  <a:lnTo>
                    <a:pt x="277" y="1392"/>
                  </a:lnTo>
                  <a:lnTo>
                    <a:pt x="277" y="1392"/>
                  </a:lnTo>
                  <a:lnTo>
                    <a:pt x="276" y="1392"/>
                  </a:lnTo>
                  <a:lnTo>
                    <a:pt x="276" y="1392"/>
                  </a:lnTo>
                  <a:lnTo>
                    <a:pt x="276" y="1392"/>
                  </a:lnTo>
                  <a:lnTo>
                    <a:pt x="275" y="1394"/>
                  </a:lnTo>
                  <a:lnTo>
                    <a:pt x="273" y="1395"/>
                  </a:lnTo>
                  <a:lnTo>
                    <a:pt x="273" y="1395"/>
                  </a:lnTo>
                  <a:lnTo>
                    <a:pt x="273" y="1395"/>
                  </a:lnTo>
                  <a:lnTo>
                    <a:pt x="273" y="1396"/>
                  </a:lnTo>
                  <a:lnTo>
                    <a:pt x="271" y="1396"/>
                  </a:lnTo>
                  <a:lnTo>
                    <a:pt x="271" y="1396"/>
                  </a:lnTo>
                  <a:lnTo>
                    <a:pt x="270" y="1396"/>
                  </a:lnTo>
                  <a:lnTo>
                    <a:pt x="270" y="1396"/>
                  </a:lnTo>
                  <a:lnTo>
                    <a:pt x="269" y="1396"/>
                  </a:lnTo>
                  <a:lnTo>
                    <a:pt x="268" y="1397"/>
                  </a:lnTo>
                  <a:lnTo>
                    <a:pt x="268" y="1397"/>
                  </a:lnTo>
                  <a:lnTo>
                    <a:pt x="268" y="1397"/>
                  </a:lnTo>
                  <a:lnTo>
                    <a:pt x="267" y="1397"/>
                  </a:lnTo>
                  <a:lnTo>
                    <a:pt x="267" y="1397"/>
                  </a:lnTo>
                  <a:lnTo>
                    <a:pt x="266" y="1397"/>
                  </a:lnTo>
                  <a:lnTo>
                    <a:pt x="265" y="1397"/>
                  </a:lnTo>
                  <a:lnTo>
                    <a:pt x="265" y="1398"/>
                  </a:lnTo>
                  <a:lnTo>
                    <a:pt x="264" y="1398"/>
                  </a:lnTo>
                  <a:lnTo>
                    <a:pt x="263" y="1398"/>
                  </a:lnTo>
                  <a:lnTo>
                    <a:pt x="263" y="1398"/>
                  </a:lnTo>
                  <a:lnTo>
                    <a:pt x="263" y="1398"/>
                  </a:lnTo>
                  <a:lnTo>
                    <a:pt x="261" y="1398"/>
                  </a:lnTo>
                  <a:lnTo>
                    <a:pt x="261" y="1398"/>
                  </a:lnTo>
                  <a:lnTo>
                    <a:pt x="261" y="1399"/>
                  </a:lnTo>
                  <a:lnTo>
                    <a:pt x="260" y="1399"/>
                  </a:lnTo>
                  <a:lnTo>
                    <a:pt x="260" y="1400"/>
                  </a:lnTo>
                  <a:lnTo>
                    <a:pt x="259" y="1400"/>
                  </a:lnTo>
                  <a:lnTo>
                    <a:pt x="258" y="1401"/>
                  </a:lnTo>
                  <a:lnTo>
                    <a:pt x="258" y="1401"/>
                  </a:lnTo>
                  <a:lnTo>
                    <a:pt x="258" y="1400"/>
                  </a:lnTo>
                  <a:lnTo>
                    <a:pt x="258" y="1400"/>
                  </a:lnTo>
                  <a:lnTo>
                    <a:pt x="257" y="1399"/>
                  </a:lnTo>
                  <a:lnTo>
                    <a:pt x="257" y="1399"/>
                  </a:lnTo>
                  <a:lnTo>
                    <a:pt x="257" y="1400"/>
                  </a:lnTo>
                  <a:lnTo>
                    <a:pt x="257" y="1400"/>
                  </a:lnTo>
                  <a:lnTo>
                    <a:pt x="256" y="1400"/>
                  </a:lnTo>
                  <a:lnTo>
                    <a:pt x="256" y="1399"/>
                  </a:lnTo>
                  <a:lnTo>
                    <a:pt x="256" y="1399"/>
                  </a:lnTo>
                  <a:lnTo>
                    <a:pt x="256" y="1399"/>
                  </a:lnTo>
                  <a:lnTo>
                    <a:pt x="256" y="1398"/>
                  </a:lnTo>
                  <a:lnTo>
                    <a:pt x="255" y="1398"/>
                  </a:lnTo>
                  <a:lnTo>
                    <a:pt x="255" y="1398"/>
                  </a:lnTo>
                  <a:lnTo>
                    <a:pt x="255" y="1398"/>
                  </a:lnTo>
                  <a:lnTo>
                    <a:pt x="254" y="1398"/>
                  </a:lnTo>
                  <a:lnTo>
                    <a:pt x="254" y="1398"/>
                  </a:lnTo>
                  <a:lnTo>
                    <a:pt x="254" y="1398"/>
                  </a:lnTo>
                  <a:lnTo>
                    <a:pt x="254" y="1398"/>
                  </a:lnTo>
                  <a:lnTo>
                    <a:pt x="254" y="1397"/>
                  </a:lnTo>
                  <a:lnTo>
                    <a:pt x="253" y="1397"/>
                  </a:lnTo>
                  <a:lnTo>
                    <a:pt x="253" y="1397"/>
                  </a:lnTo>
                  <a:lnTo>
                    <a:pt x="253" y="1397"/>
                  </a:lnTo>
                  <a:lnTo>
                    <a:pt x="253" y="1398"/>
                  </a:lnTo>
                  <a:lnTo>
                    <a:pt x="254" y="1398"/>
                  </a:lnTo>
                  <a:lnTo>
                    <a:pt x="254" y="1399"/>
                  </a:lnTo>
                  <a:lnTo>
                    <a:pt x="254" y="1399"/>
                  </a:lnTo>
                  <a:lnTo>
                    <a:pt x="254" y="1399"/>
                  </a:lnTo>
                  <a:lnTo>
                    <a:pt x="254" y="1399"/>
                  </a:lnTo>
                  <a:lnTo>
                    <a:pt x="254" y="1400"/>
                  </a:lnTo>
                  <a:lnTo>
                    <a:pt x="255" y="1400"/>
                  </a:lnTo>
                  <a:lnTo>
                    <a:pt x="255" y="1401"/>
                  </a:lnTo>
                  <a:lnTo>
                    <a:pt x="254" y="1401"/>
                  </a:lnTo>
                  <a:lnTo>
                    <a:pt x="254" y="1401"/>
                  </a:lnTo>
                  <a:lnTo>
                    <a:pt x="254" y="1401"/>
                  </a:lnTo>
                  <a:lnTo>
                    <a:pt x="254" y="1401"/>
                  </a:lnTo>
                  <a:lnTo>
                    <a:pt x="253" y="1401"/>
                  </a:lnTo>
                  <a:lnTo>
                    <a:pt x="253" y="1402"/>
                  </a:lnTo>
                  <a:lnTo>
                    <a:pt x="252" y="1402"/>
                  </a:lnTo>
                  <a:lnTo>
                    <a:pt x="252" y="1403"/>
                  </a:lnTo>
                  <a:lnTo>
                    <a:pt x="252" y="1403"/>
                  </a:lnTo>
                  <a:lnTo>
                    <a:pt x="250" y="1403"/>
                  </a:lnTo>
                  <a:lnTo>
                    <a:pt x="250" y="1403"/>
                  </a:lnTo>
                  <a:lnTo>
                    <a:pt x="250" y="1403"/>
                  </a:lnTo>
                  <a:lnTo>
                    <a:pt x="250" y="1402"/>
                  </a:lnTo>
                  <a:lnTo>
                    <a:pt x="249" y="1402"/>
                  </a:lnTo>
                  <a:lnTo>
                    <a:pt x="249" y="1403"/>
                  </a:lnTo>
                  <a:lnTo>
                    <a:pt x="248" y="1403"/>
                  </a:lnTo>
                  <a:lnTo>
                    <a:pt x="248" y="1402"/>
                  </a:lnTo>
                  <a:lnTo>
                    <a:pt x="247" y="1402"/>
                  </a:lnTo>
                  <a:lnTo>
                    <a:pt x="246" y="1402"/>
                  </a:lnTo>
                  <a:lnTo>
                    <a:pt x="246" y="1403"/>
                  </a:lnTo>
                  <a:lnTo>
                    <a:pt x="246" y="1404"/>
                  </a:lnTo>
                  <a:lnTo>
                    <a:pt x="246" y="1404"/>
                  </a:lnTo>
                  <a:lnTo>
                    <a:pt x="246" y="1404"/>
                  </a:lnTo>
                  <a:lnTo>
                    <a:pt x="245" y="1404"/>
                  </a:lnTo>
                  <a:lnTo>
                    <a:pt x="245" y="1403"/>
                  </a:lnTo>
                  <a:lnTo>
                    <a:pt x="244" y="1404"/>
                  </a:lnTo>
                  <a:lnTo>
                    <a:pt x="244" y="1403"/>
                  </a:lnTo>
                  <a:lnTo>
                    <a:pt x="244" y="1403"/>
                  </a:lnTo>
                  <a:lnTo>
                    <a:pt x="243" y="1403"/>
                  </a:lnTo>
                  <a:lnTo>
                    <a:pt x="243" y="1401"/>
                  </a:lnTo>
                  <a:lnTo>
                    <a:pt x="244" y="1401"/>
                  </a:lnTo>
                  <a:lnTo>
                    <a:pt x="244" y="1401"/>
                  </a:lnTo>
                  <a:lnTo>
                    <a:pt x="243" y="1401"/>
                  </a:lnTo>
                  <a:lnTo>
                    <a:pt x="242" y="1401"/>
                  </a:lnTo>
                  <a:lnTo>
                    <a:pt x="242" y="1401"/>
                  </a:lnTo>
                  <a:lnTo>
                    <a:pt x="242" y="1401"/>
                  </a:lnTo>
                  <a:lnTo>
                    <a:pt x="242" y="1401"/>
                  </a:lnTo>
                  <a:lnTo>
                    <a:pt x="241" y="1401"/>
                  </a:lnTo>
                  <a:lnTo>
                    <a:pt x="241" y="1401"/>
                  </a:lnTo>
                  <a:lnTo>
                    <a:pt x="241" y="1401"/>
                  </a:lnTo>
                  <a:lnTo>
                    <a:pt x="241" y="1401"/>
                  </a:lnTo>
                  <a:lnTo>
                    <a:pt x="241" y="1402"/>
                  </a:lnTo>
                  <a:lnTo>
                    <a:pt x="241" y="1401"/>
                  </a:lnTo>
                  <a:lnTo>
                    <a:pt x="241" y="1402"/>
                  </a:lnTo>
                  <a:lnTo>
                    <a:pt x="240" y="1401"/>
                  </a:lnTo>
                  <a:lnTo>
                    <a:pt x="240" y="1401"/>
                  </a:lnTo>
                  <a:lnTo>
                    <a:pt x="239" y="1401"/>
                  </a:lnTo>
                  <a:lnTo>
                    <a:pt x="239" y="1402"/>
                  </a:lnTo>
                  <a:lnTo>
                    <a:pt x="238" y="1402"/>
                  </a:lnTo>
                  <a:lnTo>
                    <a:pt x="238" y="1402"/>
                  </a:lnTo>
                  <a:lnTo>
                    <a:pt x="238" y="1402"/>
                  </a:lnTo>
                  <a:lnTo>
                    <a:pt x="237" y="1402"/>
                  </a:lnTo>
                  <a:lnTo>
                    <a:pt x="237" y="1401"/>
                  </a:lnTo>
                  <a:lnTo>
                    <a:pt x="237" y="1401"/>
                  </a:lnTo>
                  <a:lnTo>
                    <a:pt x="237" y="1401"/>
                  </a:lnTo>
                  <a:lnTo>
                    <a:pt x="237" y="1400"/>
                  </a:lnTo>
                  <a:lnTo>
                    <a:pt x="236" y="1400"/>
                  </a:lnTo>
                  <a:lnTo>
                    <a:pt x="236" y="1400"/>
                  </a:lnTo>
                  <a:lnTo>
                    <a:pt x="235" y="1400"/>
                  </a:lnTo>
                  <a:lnTo>
                    <a:pt x="234" y="1399"/>
                  </a:lnTo>
                  <a:lnTo>
                    <a:pt x="234" y="1399"/>
                  </a:lnTo>
                  <a:lnTo>
                    <a:pt x="233" y="1399"/>
                  </a:lnTo>
                  <a:lnTo>
                    <a:pt x="233" y="1398"/>
                  </a:lnTo>
                  <a:lnTo>
                    <a:pt x="234" y="1398"/>
                  </a:lnTo>
                  <a:lnTo>
                    <a:pt x="234" y="1397"/>
                  </a:lnTo>
                  <a:lnTo>
                    <a:pt x="235" y="1397"/>
                  </a:lnTo>
                  <a:lnTo>
                    <a:pt x="235" y="1397"/>
                  </a:lnTo>
                  <a:lnTo>
                    <a:pt x="234" y="1397"/>
                  </a:lnTo>
                  <a:lnTo>
                    <a:pt x="234" y="1397"/>
                  </a:lnTo>
                  <a:lnTo>
                    <a:pt x="233" y="1397"/>
                  </a:lnTo>
                  <a:lnTo>
                    <a:pt x="233" y="1398"/>
                  </a:lnTo>
                  <a:lnTo>
                    <a:pt x="233" y="1399"/>
                  </a:lnTo>
                  <a:lnTo>
                    <a:pt x="233" y="1399"/>
                  </a:lnTo>
                  <a:lnTo>
                    <a:pt x="233" y="1399"/>
                  </a:lnTo>
                  <a:lnTo>
                    <a:pt x="232" y="1399"/>
                  </a:lnTo>
                  <a:lnTo>
                    <a:pt x="232" y="1400"/>
                  </a:lnTo>
                  <a:lnTo>
                    <a:pt x="232" y="1400"/>
                  </a:lnTo>
                  <a:lnTo>
                    <a:pt x="232" y="1401"/>
                  </a:lnTo>
                  <a:lnTo>
                    <a:pt x="232" y="1401"/>
                  </a:lnTo>
                  <a:lnTo>
                    <a:pt x="232" y="1399"/>
                  </a:lnTo>
                  <a:lnTo>
                    <a:pt x="232" y="1399"/>
                  </a:lnTo>
                  <a:lnTo>
                    <a:pt x="232" y="1397"/>
                  </a:lnTo>
                  <a:lnTo>
                    <a:pt x="231" y="1397"/>
                  </a:lnTo>
                  <a:lnTo>
                    <a:pt x="230" y="1398"/>
                  </a:lnTo>
                  <a:lnTo>
                    <a:pt x="230" y="1398"/>
                  </a:lnTo>
                  <a:lnTo>
                    <a:pt x="229" y="1399"/>
                  </a:lnTo>
                  <a:lnTo>
                    <a:pt x="229" y="1399"/>
                  </a:lnTo>
                  <a:lnTo>
                    <a:pt x="229" y="1398"/>
                  </a:lnTo>
                  <a:lnTo>
                    <a:pt x="229" y="1398"/>
                  </a:lnTo>
                  <a:lnTo>
                    <a:pt x="228" y="1398"/>
                  </a:lnTo>
                  <a:lnTo>
                    <a:pt x="228" y="1398"/>
                  </a:lnTo>
                  <a:lnTo>
                    <a:pt x="228" y="1398"/>
                  </a:lnTo>
                  <a:lnTo>
                    <a:pt x="228" y="1399"/>
                  </a:lnTo>
                  <a:lnTo>
                    <a:pt x="228" y="1399"/>
                  </a:lnTo>
                  <a:lnTo>
                    <a:pt x="228" y="1398"/>
                  </a:lnTo>
                  <a:lnTo>
                    <a:pt x="228" y="1398"/>
                  </a:lnTo>
                  <a:lnTo>
                    <a:pt x="227" y="1398"/>
                  </a:lnTo>
                  <a:lnTo>
                    <a:pt x="228" y="1397"/>
                  </a:lnTo>
                  <a:lnTo>
                    <a:pt x="227" y="1397"/>
                  </a:lnTo>
                  <a:lnTo>
                    <a:pt x="227" y="1396"/>
                  </a:lnTo>
                  <a:lnTo>
                    <a:pt x="227" y="1396"/>
                  </a:lnTo>
                  <a:lnTo>
                    <a:pt x="227" y="1395"/>
                  </a:lnTo>
                  <a:lnTo>
                    <a:pt x="227" y="1395"/>
                  </a:lnTo>
                  <a:lnTo>
                    <a:pt x="228" y="1394"/>
                  </a:lnTo>
                  <a:lnTo>
                    <a:pt x="228" y="1394"/>
                  </a:lnTo>
                  <a:lnTo>
                    <a:pt x="227" y="1393"/>
                  </a:lnTo>
                  <a:lnTo>
                    <a:pt x="227" y="1393"/>
                  </a:lnTo>
                  <a:lnTo>
                    <a:pt x="227" y="1392"/>
                  </a:lnTo>
                  <a:lnTo>
                    <a:pt x="227" y="1392"/>
                  </a:lnTo>
                  <a:lnTo>
                    <a:pt x="228" y="1392"/>
                  </a:lnTo>
                  <a:lnTo>
                    <a:pt x="228" y="1392"/>
                  </a:lnTo>
                  <a:lnTo>
                    <a:pt x="228" y="1392"/>
                  </a:lnTo>
                  <a:lnTo>
                    <a:pt x="228" y="1394"/>
                  </a:lnTo>
                  <a:lnTo>
                    <a:pt x="228" y="1394"/>
                  </a:lnTo>
                  <a:lnTo>
                    <a:pt x="228" y="1394"/>
                  </a:lnTo>
                  <a:lnTo>
                    <a:pt x="228" y="1395"/>
                  </a:lnTo>
                  <a:lnTo>
                    <a:pt x="228" y="1394"/>
                  </a:lnTo>
                  <a:lnTo>
                    <a:pt x="228" y="1394"/>
                  </a:lnTo>
                  <a:lnTo>
                    <a:pt x="228" y="1393"/>
                  </a:lnTo>
                  <a:lnTo>
                    <a:pt x="228" y="1393"/>
                  </a:lnTo>
                  <a:lnTo>
                    <a:pt x="229" y="1393"/>
                  </a:lnTo>
                  <a:lnTo>
                    <a:pt x="229" y="1392"/>
                  </a:lnTo>
                  <a:lnTo>
                    <a:pt x="231" y="1393"/>
                  </a:lnTo>
                  <a:lnTo>
                    <a:pt x="231" y="1392"/>
                  </a:lnTo>
                  <a:lnTo>
                    <a:pt x="232" y="1392"/>
                  </a:lnTo>
                  <a:lnTo>
                    <a:pt x="232" y="1393"/>
                  </a:lnTo>
                  <a:lnTo>
                    <a:pt x="232" y="1393"/>
                  </a:lnTo>
                  <a:lnTo>
                    <a:pt x="232" y="1394"/>
                  </a:lnTo>
                  <a:lnTo>
                    <a:pt x="232" y="1394"/>
                  </a:lnTo>
                  <a:lnTo>
                    <a:pt x="232" y="1395"/>
                  </a:lnTo>
                  <a:lnTo>
                    <a:pt x="233" y="1395"/>
                  </a:lnTo>
                  <a:lnTo>
                    <a:pt x="233" y="1394"/>
                  </a:lnTo>
                  <a:lnTo>
                    <a:pt x="233" y="1394"/>
                  </a:lnTo>
                  <a:lnTo>
                    <a:pt x="234" y="1393"/>
                  </a:lnTo>
                  <a:lnTo>
                    <a:pt x="234" y="1393"/>
                  </a:lnTo>
                  <a:lnTo>
                    <a:pt x="235" y="1394"/>
                  </a:lnTo>
                  <a:lnTo>
                    <a:pt x="235" y="1394"/>
                  </a:lnTo>
                  <a:lnTo>
                    <a:pt x="236" y="1393"/>
                  </a:lnTo>
                  <a:lnTo>
                    <a:pt x="236" y="1394"/>
                  </a:lnTo>
                  <a:lnTo>
                    <a:pt x="237" y="1394"/>
                  </a:lnTo>
                  <a:lnTo>
                    <a:pt x="237" y="1393"/>
                  </a:lnTo>
                  <a:lnTo>
                    <a:pt x="237" y="1393"/>
                  </a:lnTo>
                  <a:lnTo>
                    <a:pt x="238" y="1392"/>
                  </a:lnTo>
                  <a:lnTo>
                    <a:pt x="238" y="1393"/>
                  </a:lnTo>
                  <a:lnTo>
                    <a:pt x="240" y="1394"/>
                  </a:lnTo>
                  <a:lnTo>
                    <a:pt x="240" y="1393"/>
                  </a:lnTo>
                  <a:lnTo>
                    <a:pt x="240" y="1392"/>
                  </a:lnTo>
                  <a:lnTo>
                    <a:pt x="241" y="1392"/>
                  </a:lnTo>
                  <a:lnTo>
                    <a:pt x="241" y="1392"/>
                  </a:lnTo>
                  <a:lnTo>
                    <a:pt x="241" y="1392"/>
                  </a:lnTo>
                  <a:lnTo>
                    <a:pt x="243" y="1393"/>
                  </a:lnTo>
                  <a:lnTo>
                    <a:pt x="243" y="1393"/>
                  </a:lnTo>
                  <a:lnTo>
                    <a:pt x="244" y="1393"/>
                  </a:lnTo>
                  <a:lnTo>
                    <a:pt x="244" y="1394"/>
                  </a:lnTo>
                  <a:lnTo>
                    <a:pt x="245" y="1394"/>
                  </a:lnTo>
                  <a:lnTo>
                    <a:pt x="245" y="1394"/>
                  </a:lnTo>
                  <a:lnTo>
                    <a:pt x="245" y="1394"/>
                  </a:lnTo>
                  <a:lnTo>
                    <a:pt x="245" y="1394"/>
                  </a:lnTo>
                  <a:lnTo>
                    <a:pt x="246" y="1395"/>
                  </a:lnTo>
                  <a:lnTo>
                    <a:pt x="246" y="1396"/>
                  </a:lnTo>
                  <a:lnTo>
                    <a:pt x="246" y="1396"/>
                  </a:lnTo>
                  <a:lnTo>
                    <a:pt x="246" y="1396"/>
                  </a:lnTo>
                  <a:lnTo>
                    <a:pt x="247" y="1397"/>
                  </a:lnTo>
                  <a:lnTo>
                    <a:pt x="248" y="1397"/>
                  </a:lnTo>
                  <a:lnTo>
                    <a:pt x="248" y="1397"/>
                  </a:lnTo>
                  <a:lnTo>
                    <a:pt x="248" y="1397"/>
                  </a:lnTo>
                  <a:lnTo>
                    <a:pt x="249" y="1397"/>
                  </a:lnTo>
                  <a:lnTo>
                    <a:pt x="249" y="1396"/>
                  </a:lnTo>
                  <a:lnTo>
                    <a:pt x="250" y="1396"/>
                  </a:lnTo>
                  <a:lnTo>
                    <a:pt x="251" y="1397"/>
                  </a:lnTo>
                  <a:lnTo>
                    <a:pt x="251" y="1397"/>
                  </a:lnTo>
                  <a:lnTo>
                    <a:pt x="251" y="1397"/>
                  </a:lnTo>
                  <a:lnTo>
                    <a:pt x="251" y="1397"/>
                  </a:lnTo>
                  <a:lnTo>
                    <a:pt x="251" y="1397"/>
                  </a:lnTo>
                  <a:lnTo>
                    <a:pt x="252" y="1397"/>
                  </a:lnTo>
                  <a:lnTo>
                    <a:pt x="252" y="1397"/>
                  </a:lnTo>
                  <a:lnTo>
                    <a:pt x="252" y="1397"/>
                  </a:lnTo>
                  <a:lnTo>
                    <a:pt x="251" y="1397"/>
                  </a:lnTo>
                  <a:lnTo>
                    <a:pt x="250" y="1397"/>
                  </a:lnTo>
                  <a:lnTo>
                    <a:pt x="250" y="1396"/>
                  </a:lnTo>
                  <a:lnTo>
                    <a:pt x="251" y="1396"/>
                  </a:lnTo>
                  <a:lnTo>
                    <a:pt x="250" y="1395"/>
                  </a:lnTo>
                  <a:lnTo>
                    <a:pt x="252" y="1396"/>
                  </a:lnTo>
                  <a:lnTo>
                    <a:pt x="253" y="1397"/>
                  </a:lnTo>
                  <a:lnTo>
                    <a:pt x="253" y="1397"/>
                  </a:lnTo>
                  <a:lnTo>
                    <a:pt x="254" y="1397"/>
                  </a:lnTo>
                  <a:lnTo>
                    <a:pt x="254" y="1397"/>
                  </a:lnTo>
                  <a:lnTo>
                    <a:pt x="254" y="1396"/>
                  </a:lnTo>
                  <a:lnTo>
                    <a:pt x="255" y="1396"/>
                  </a:lnTo>
                  <a:lnTo>
                    <a:pt x="255" y="1395"/>
                  </a:lnTo>
                  <a:lnTo>
                    <a:pt x="255" y="1395"/>
                  </a:lnTo>
                  <a:lnTo>
                    <a:pt x="255" y="1395"/>
                  </a:lnTo>
                  <a:lnTo>
                    <a:pt x="255" y="1394"/>
                  </a:lnTo>
                  <a:lnTo>
                    <a:pt x="254" y="1395"/>
                  </a:lnTo>
                  <a:lnTo>
                    <a:pt x="254" y="1394"/>
                  </a:lnTo>
                  <a:lnTo>
                    <a:pt x="254" y="1394"/>
                  </a:lnTo>
                  <a:lnTo>
                    <a:pt x="254" y="1393"/>
                  </a:lnTo>
                  <a:lnTo>
                    <a:pt x="254" y="1393"/>
                  </a:lnTo>
                  <a:lnTo>
                    <a:pt x="254" y="1392"/>
                  </a:lnTo>
                  <a:lnTo>
                    <a:pt x="254" y="1392"/>
                  </a:lnTo>
                  <a:lnTo>
                    <a:pt x="254" y="1392"/>
                  </a:lnTo>
                  <a:lnTo>
                    <a:pt x="254" y="1392"/>
                  </a:lnTo>
                  <a:lnTo>
                    <a:pt x="253" y="1392"/>
                  </a:lnTo>
                  <a:lnTo>
                    <a:pt x="251" y="1392"/>
                  </a:lnTo>
                  <a:lnTo>
                    <a:pt x="251" y="1391"/>
                  </a:lnTo>
                  <a:lnTo>
                    <a:pt x="250" y="1391"/>
                  </a:lnTo>
                  <a:lnTo>
                    <a:pt x="250" y="1391"/>
                  </a:lnTo>
                  <a:lnTo>
                    <a:pt x="250" y="1391"/>
                  </a:lnTo>
                  <a:lnTo>
                    <a:pt x="249" y="1390"/>
                  </a:lnTo>
                  <a:lnTo>
                    <a:pt x="249" y="1389"/>
                  </a:lnTo>
                  <a:lnTo>
                    <a:pt x="249" y="1389"/>
                  </a:lnTo>
                  <a:lnTo>
                    <a:pt x="248" y="1389"/>
                  </a:lnTo>
                  <a:lnTo>
                    <a:pt x="248" y="1389"/>
                  </a:lnTo>
                  <a:lnTo>
                    <a:pt x="248" y="1389"/>
                  </a:lnTo>
                  <a:lnTo>
                    <a:pt x="248" y="1389"/>
                  </a:lnTo>
                  <a:lnTo>
                    <a:pt x="247" y="1389"/>
                  </a:lnTo>
                  <a:lnTo>
                    <a:pt x="247" y="1389"/>
                  </a:lnTo>
                  <a:lnTo>
                    <a:pt x="246" y="1388"/>
                  </a:lnTo>
                  <a:lnTo>
                    <a:pt x="246" y="1388"/>
                  </a:lnTo>
                  <a:lnTo>
                    <a:pt x="246" y="1388"/>
                  </a:lnTo>
                  <a:lnTo>
                    <a:pt x="245" y="1388"/>
                  </a:lnTo>
                  <a:lnTo>
                    <a:pt x="245" y="1388"/>
                  </a:lnTo>
                  <a:lnTo>
                    <a:pt x="245" y="1388"/>
                  </a:lnTo>
                  <a:lnTo>
                    <a:pt x="245" y="1388"/>
                  </a:lnTo>
                  <a:lnTo>
                    <a:pt x="245" y="1387"/>
                  </a:lnTo>
                  <a:lnTo>
                    <a:pt x="245" y="1387"/>
                  </a:lnTo>
                  <a:lnTo>
                    <a:pt x="244" y="1387"/>
                  </a:lnTo>
                  <a:lnTo>
                    <a:pt x="244" y="1386"/>
                  </a:lnTo>
                  <a:lnTo>
                    <a:pt x="243" y="1387"/>
                  </a:lnTo>
                  <a:lnTo>
                    <a:pt x="243" y="1386"/>
                  </a:lnTo>
                  <a:lnTo>
                    <a:pt x="243" y="1385"/>
                  </a:lnTo>
                  <a:lnTo>
                    <a:pt x="241" y="1385"/>
                  </a:lnTo>
                  <a:lnTo>
                    <a:pt x="241" y="1384"/>
                  </a:lnTo>
                  <a:lnTo>
                    <a:pt x="241" y="1384"/>
                  </a:lnTo>
                  <a:lnTo>
                    <a:pt x="240" y="1384"/>
                  </a:lnTo>
                  <a:lnTo>
                    <a:pt x="240" y="1384"/>
                  </a:lnTo>
                  <a:lnTo>
                    <a:pt x="239" y="1384"/>
                  </a:lnTo>
                  <a:lnTo>
                    <a:pt x="239" y="1384"/>
                  </a:lnTo>
                  <a:lnTo>
                    <a:pt x="238" y="1384"/>
                  </a:lnTo>
                  <a:lnTo>
                    <a:pt x="238" y="1384"/>
                  </a:lnTo>
                  <a:lnTo>
                    <a:pt x="237" y="1384"/>
                  </a:lnTo>
                  <a:lnTo>
                    <a:pt x="237" y="1384"/>
                  </a:lnTo>
                  <a:lnTo>
                    <a:pt x="236" y="1384"/>
                  </a:lnTo>
                  <a:lnTo>
                    <a:pt x="235" y="1384"/>
                  </a:lnTo>
                  <a:lnTo>
                    <a:pt x="235" y="1384"/>
                  </a:lnTo>
                  <a:lnTo>
                    <a:pt x="234" y="1385"/>
                  </a:lnTo>
                  <a:lnTo>
                    <a:pt x="233" y="1385"/>
                  </a:lnTo>
                  <a:lnTo>
                    <a:pt x="232" y="1385"/>
                  </a:lnTo>
                  <a:lnTo>
                    <a:pt x="232" y="1385"/>
                  </a:lnTo>
                  <a:lnTo>
                    <a:pt x="232" y="1385"/>
                  </a:lnTo>
                  <a:lnTo>
                    <a:pt x="232" y="1385"/>
                  </a:lnTo>
                  <a:lnTo>
                    <a:pt x="231" y="1385"/>
                  </a:lnTo>
                  <a:lnTo>
                    <a:pt x="229" y="1385"/>
                  </a:lnTo>
                  <a:lnTo>
                    <a:pt x="230" y="1384"/>
                  </a:lnTo>
                  <a:lnTo>
                    <a:pt x="229" y="1384"/>
                  </a:lnTo>
                  <a:lnTo>
                    <a:pt x="229" y="1384"/>
                  </a:lnTo>
                  <a:lnTo>
                    <a:pt x="229" y="1384"/>
                  </a:lnTo>
                  <a:lnTo>
                    <a:pt x="227" y="1384"/>
                  </a:lnTo>
                  <a:lnTo>
                    <a:pt x="227" y="1384"/>
                  </a:lnTo>
                  <a:lnTo>
                    <a:pt x="226" y="1384"/>
                  </a:lnTo>
                  <a:lnTo>
                    <a:pt x="226" y="1383"/>
                  </a:lnTo>
                  <a:lnTo>
                    <a:pt x="226" y="1383"/>
                  </a:lnTo>
                  <a:lnTo>
                    <a:pt x="225" y="1383"/>
                  </a:lnTo>
                  <a:lnTo>
                    <a:pt x="224" y="1382"/>
                  </a:lnTo>
                  <a:lnTo>
                    <a:pt x="224" y="1383"/>
                  </a:lnTo>
                  <a:lnTo>
                    <a:pt x="223" y="1383"/>
                  </a:lnTo>
                  <a:lnTo>
                    <a:pt x="223" y="1382"/>
                  </a:lnTo>
                  <a:lnTo>
                    <a:pt x="223" y="1382"/>
                  </a:lnTo>
                  <a:lnTo>
                    <a:pt x="222" y="1381"/>
                  </a:lnTo>
                  <a:lnTo>
                    <a:pt x="222" y="1379"/>
                  </a:lnTo>
                  <a:lnTo>
                    <a:pt x="222" y="1379"/>
                  </a:lnTo>
                  <a:lnTo>
                    <a:pt x="222" y="1378"/>
                  </a:lnTo>
                  <a:lnTo>
                    <a:pt x="222" y="1378"/>
                  </a:lnTo>
                  <a:lnTo>
                    <a:pt x="222" y="1377"/>
                  </a:lnTo>
                  <a:lnTo>
                    <a:pt x="222" y="1377"/>
                  </a:lnTo>
                  <a:lnTo>
                    <a:pt x="222" y="1376"/>
                  </a:lnTo>
                  <a:lnTo>
                    <a:pt x="223" y="1376"/>
                  </a:lnTo>
                  <a:lnTo>
                    <a:pt x="223" y="1375"/>
                  </a:lnTo>
                  <a:lnTo>
                    <a:pt x="224" y="1375"/>
                  </a:lnTo>
                  <a:lnTo>
                    <a:pt x="224" y="1375"/>
                  </a:lnTo>
                  <a:lnTo>
                    <a:pt x="225" y="1375"/>
                  </a:lnTo>
                  <a:lnTo>
                    <a:pt x="226" y="1375"/>
                  </a:lnTo>
                  <a:lnTo>
                    <a:pt x="226" y="1375"/>
                  </a:lnTo>
                  <a:lnTo>
                    <a:pt x="227" y="1375"/>
                  </a:lnTo>
                  <a:lnTo>
                    <a:pt x="227" y="1375"/>
                  </a:lnTo>
                  <a:lnTo>
                    <a:pt x="228" y="1373"/>
                  </a:lnTo>
                  <a:lnTo>
                    <a:pt x="228" y="1373"/>
                  </a:lnTo>
                  <a:lnTo>
                    <a:pt x="228" y="1373"/>
                  </a:lnTo>
                  <a:lnTo>
                    <a:pt x="228" y="1373"/>
                  </a:lnTo>
                  <a:lnTo>
                    <a:pt x="228" y="1372"/>
                  </a:lnTo>
                  <a:lnTo>
                    <a:pt x="229" y="1371"/>
                  </a:lnTo>
                  <a:lnTo>
                    <a:pt x="229" y="1371"/>
                  </a:lnTo>
                  <a:lnTo>
                    <a:pt x="230" y="1371"/>
                  </a:lnTo>
                  <a:lnTo>
                    <a:pt x="230" y="1370"/>
                  </a:lnTo>
                  <a:lnTo>
                    <a:pt x="231" y="1370"/>
                  </a:lnTo>
                  <a:lnTo>
                    <a:pt x="231" y="1369"/>
                  </a:lnTo>
                  <a:lnTo>
                    <a:pt x="232" y="1369"/>
                  </a:lnTo>
                  <a:lnTo>
                    <a:pt x="232" y="1368"/>
                  </a:lnTo>
                  <a:lnTo>
                    <a:pt x="231" y="1368"/>
                  </a:lnTo>
                  <a:lnTo>
                    <a:pt x="230" y="1368"/>
                  </a:lnTo>
                  <a:lnTo>
                    <a:pt x="229" y="1368"/>
                  </a:lnTo>
                  <a:lnTo>
                    <a:pt x="228" y="1369"/>
                  </a:lnTo>
                  <a:lnTo>
                    <a:pt x="228" y="1369"/>
                  </a:lnTo>
                  <a:lnTo>
                    <a:pt x="228" y="1369"/>
                  </a:lnTo>
                  <a:lnTo>
                    <a:pt x="228" y="1370"/>
                  </a:lnTo>
                  <a:lnTo>
                    <a:pt x="227" y="1370"/>
                  </a:lnTo>
                  <a:lnTo>
                    <a:pt x="226" y="1369"/>
                  </a:lnTo>
                  <a:lnTo>
                    <a:pt x="226" y="1369"/>
                  </a:lnTo>
                  <a:lnTo>
                    <a:pt x="226" y="1369"/>
                  </a:lnTo>
                  <a:lnTo>
                    <a:pt x="226" y="1368"/>
                  </a:lnTo>
                  <a:lnTo>
                    <a:pt x="226" y="1366"/>
                  </a:lnTo>
                  <a:lnTo>
                    <a:pt x="226" y="1366"/>
                  </a:lnTo>
                  <a:lnTo>
                    <a:pt x="225" y="1365"/>
                  </a:lnTo>
                  <a:lnTo>
                    <a:pt x="225" y="1365"/>
                  </a:lnTo>
                  <a:lnTo>
                    <a:pt x="225" y="1364"/>
                  </a:lnTo>
                  <a:lnTo>
                    <a:pt x="225" y="1364"/>
                  </a:lnTo>
                  <a:lnTo>
                    <a:pt x="225" y="1363"/>
                  </a:lnTo>
                  <a:lnTo>
                    <a:pt x="225" y="1362"/>
                  </a:lnTo>
                  <a:lnTo>
                    <a:pt x="224" y="1362"/>
                  </a:lnTo>
                  <a:lnTo>
                    <a:pt x="224" y="1361"/>
                  </a:lnTo>
                  <a:lnTo>
                    <a:pt x="224" y="1361"/>
                  </a:lnTo>
                  <a:lnTo>
                    <a:pt x="224" y="1360"/>
                  </a:lnTo>
                  <a:lnTo>
                    <a:pt x="225" y="1360"/>
                  </a:lnTo>
                  <a:lnTo>
                    <a:pt x="225" y="1361"/>
                  </a:lnTo>
                  <a:lnTo>
                    <a:pt x="225" y="1361"/>
                  </a:lnTo>
                  <a:lnTo>
                    <a:pt x="226" y="1362"/>
                  </a:lnTo>
                  <a:lnTo>
                    <a:pt x="226" y="1362"/>
                  </a:lnTo>
                  <a:lnTo>
                    <a:pt x="227" y="1362"/>
                  </a:lnTo>
                  <a:lnTo>
                    <a:pt x="227" y="1362"/>
                  </a:lnTo>
                  <a:lnTo>
                    <a:pt x="227" y="1361"/>
                  </a:lnTo>
                  <a:lnTo>
                    <a:pt x="228" y="1361"/>
                  </a:lnTo>
                  <a:lnTo>
                    <a:pt x="228" y="1361"/>
                  </a:lnTo>
                  <a:lnTo>
                    <a:pt x="228" y="1361"/>
                  </a:lnTo>
                  <a:lnTo>
                    <a:pt x="229" y="1361"/>
                  </a:lnTo>
                  <a:lnTo>
                    <a:pt x="229" y="1361"/>
                  </a:lnTo>
                  <a:lnTo>
                    <a:pt x="229" y="1360"/>
                  </a:lnTo>
                  <a:lnTo>
                    <a:pt x="229" y="1360"/>
                  </a:lnTo>
                  <a:lnTo>
                    <a:pt x="231" y="1360"/>
                  </a:lnTo>
                  <a:lnTo>
                    <a:pt x="232" y="1360"/>
                  </a:lnTo>
                  <a:lnTo>
                    <a:pt x="232" y="1360"/>
                  </a:lnTo>
                  <a:lnTo>
                    <a:pt x="232" y="1361"/>
                  </a:lnTo>
                  <a:lnTo>
                    <a:pt x="232" y="1361"/>
                  </a:lnTo>
                  <a:lnTo>
                    <a:pt x="232" y="1361"/>
                  </a:lnTo>
                  <a:lnTo>
                    <a:pt x="233" y="1361"/>
                  </a:lnTo>
                  <a:lnTo>
                    <a:pt x="233" y="1361"/>
                  </a:lnTo>
                  <a:lnTo>
                    <a:pt x="234" y="1361"/>
                  </a:lnTo>
                  <a:lnTo>
                    <a:pt x="234" y="1361"/>
                  </a:lnTo>
                  <a:lnTo>
                    <a:pt x="234" y="1360"/>
                  </a:lnTo>
                  <a:lnTo>
                    <a:pt x="235" y="1360"/>
                  </a:lnTo>
                  <a:lnTo>
                    <a:pt x="235" y="1359"/>
                  </a:lnTo>
                  <a:lnTo>
                    <a:pt x="235" y="1358"/>
                  </a:lnTo>
                  <a:lnTo>
                    <a:pt x="235" y="1358"/>
                  </a:lnTo>
                  <a:lnTo>
                    <a:pt x="235" y="1358"/>
                  </a:lnTo>
                  <a:lnTo>
                    <a:pt x="235" y="1358"/>
                  </a:lnTo>
                  <a:lnTo>
                    <a:pt x="236" y="1358"/>
                  </a:lnTo>
                  <a:lnTo>
                    <a:pt x="236" y="1358"/>
                  </a:lnTo>
                  <a:lnTo>
                    <a:pt x="237" y="1358"/>
                  </a:lnTo>
                  <a:lnTo>
                    <a:pt x="237" y="1358"/>
                  </a:lnTo>
                  <a:lnTo>
                    <a:pt x="237" y="1359"/>
                  </a:lnTo>
                  <a:lnTo>
                    <a:pt x="237" y="1359"/>
                  </a:lnTo>
                  <a:lnTo>
                    <a:pt x="238" y="1360"/>
                  </a:lnTo>
                  <a:lnTo>
                    <a:pt x="238" y="1359"/>
                  </a:lnTo>
                  <a:lnTo>
                    <a:pt x="238" y="1359"/>
                  </a:lnTo>
                  <a:lnTo>
                    <a:pt x="239" y="1359"/>
                  </a:lnTo>
                  <a:lnTo>
                    <a:pt x="239" y="1360"/>
                  </a:lnTo>
                  <a:lnTo>
                    <a:pt x="240" y="1360"/>
                  </a:lnTo>
                  <a:lnTo>
                    <a:pt x="240" y="1360"/>
                  </a:lnTo>
                  <a:lnTo>
                    <a:pt x="240" y="1361"/>
                  </a:lnTo>
                  <a:lnTo>
                    <a:pt x="241" y="1361"/>
                  </a:lnTo>
                  <a:lnTo>
                    <a:pt x="241" y="1362"/>
                  </a:lnTo>
                  <a:lnTo>
                    <a:pt x="241" y="1362"/>
                  </a:lnTo>
                  <a:lnTo>
                    <a:pt x="242" y="1362"/>
                  </a:lnTo>
                  <a:lnTo>
                    <a:pt x="242" y="1362"/>
                  </a:lnTo>
                  <a:lnTo>
                    <a:pt x="242" y="1363"/>
                  </a:lnTo>
                  <a:lnTo>
                    <a:pt x="242" y="1362"/>
                  </a:lnTo>
                  <a:lnTo>
                    <a:pt x="242" y="1362"/>
                  </a:lnTo>
                  <a:lnTo>
                    <a:pt x="241" y="1362"/>
                  </a:lnTo>
                  <a:lnTo>
                    <a:pt x="241" y="1361"/>
                  </a:lnTo>
                  <a:lnTo>
                    <a:pt x="241" y="1361"/>
                  </a:lnTo>
                  <a:lnTo>
                    <a:pt x="241" y="1360"/>
                  </a:lnTo>
                  <a:lnTo>
                    <a:pt x="242" y="1360"/>
                  </a:lnTo>
                  <a:lnTo>
                    <a:pt x="242" y="1361"/>
                  </a:lnTo>
                  <a:lnTo>
                    <a:pt x="242" y="1361"/>
                  </a:lnTo>
                  <a:lnTo>
                    <a:pt x="242" y="1360"/>
                  </a:lnTo>
                  <a:lnTo>
                    <a:pt x="241" y="1360"/>
                  </a:lnTo>
                  <a:lnTo>
                    <a:pt x="241" y="1358"/>
                  </a:lnTo>
                  <a:lnTo>
                    <a:pt x="241" y="1358"/>
                  </a:lnTo>
                  <a:lnTo>
                    <a:pt x="241" y="1358"/>
                  </a:lnTo>
                  <a:lnTo>
                    <a:pt x="241" y="1358"/>
                  </a:lnTo>
                  <a:lnTo>
                    <a:pt x="241" y="1358"/>
                  </a:lnTo>
                  <a:lnTo>
                    <a:pt x="241" y="1357"/>
                  </a:lnTo>
                  <a:lnTo>
                    <a:pt x="241" y="1356"/>
                  </a:lnTo>
                  <a:lnTo>
                    <a:pt x="241" y="1356"/>
                  </a:lnTo>
                  <a:lnTo>
                    <a:pt x="241" y="1355"/>
                  </a:lnTo>
                  <a:lnTo>
                    <a:pt x="241" y="1354"/>
                  </a:lnTo>
                  <a:lnTo>
                    <a:pt x="241" y="1353"/>
                  </a:lnTo>
                  <a:lnTo>
                    <a:pt x="241" y="1353"/>
                  </a:lnTo>
                  <a:lnTo>
                    <a:pt x="241" y="1353"/>
                  </a:lnTo>
                  <a:lnTo>
                    <a:pt x="241" y="1352"/>
                  </a:lnTo>
                  <a:lnTo>
                    <a:pt x="241" y="1352"/>
                  </a:lnTo>
                  <a:lnTo>
                    <a:pt x="241" y="1352"/>
                  </a:lnTo>
                  <a:lnTo>
                    <a:pt x="241" y="1352"/>
                  </a:lnTo>
                  <a:lnTo>
                    <a:pt x="242" y="1352"/>
                  </a:lnTo>
                  <a:lnTo>
                    <a:pt x="243" y="1352"/>
                  </a:lnTo>
                  <a:lnTo>
                    <a:pt x="243" y="1352"/>
                  </a:lnTo>
                  <a:lnTo>
                    <a:pt x="243" y="1352"/>
                  </a:lnTo>
                  <a:lnTo>
                    <a:pt x="244" y="1353"/>
                  </a:lnTo>
                  <a:lnTo>
                    <a:pt x="245" y="1353"/>
                  </a:lnTo>
                  <a:lnTo>
                    <a:pt x="245" y="1353"/>
                  </a:lnTo>
                  <a:lnTo>
                    <a:pt x="245" y="1353"/>
                  </a:lnTo>
                  <a:lnTo>
                    <a:pt x="245" y="1353"/>
                  </a:lnTo>
                  <a:lnTo>
                    <a:pt x="245" y="1353"/>
                  </a:lnTo>
                  <a:lnTo>
                    <a:pt x="245" y="1353"/>
                  </a:lnTo>
                  <a:lnTo>
                    <a:pt x="245" y="1353"/>
                  </a:lnTo>
                  <a:lnTo>
                    <a:pt x="244" y="1352"/>
                  </a:lnTo>
                  <a:lnTo>
                    <a:pt x="244" y="1351"/>
                  </a:lnTo>
                  <a:lnTo>
                    <a:pt x="244" y="1351"/>
                  </a:lnTo>
                  <a:lnTo>
                    <a:pt x="245" y="1352"/>
                  </a:lnTo>
                  <a:lnTo>
                    <a:pt x="245" y="1351"/>
                  </a:lnTo>
                  <a:lnTo>
                    <a:pt x="245" y="1351"/>
                  </a:lnTo>
                  <a:lnTo>
                    <a:pt x="245" y="1350"/>
                  </a:lnTo>
                  <a:lnTo>
                    <a:pt x="245" y="1349"/>
                  </a:lnTo>
                  <a:lnTo>
                    <a:pt x="245" y="1349"/>
                  </a:lnTo>
                  <a:lnTo>
                    <a:pt x="246" y="1349"/>
                  </a:lnTo>
                  <a:lnTo>
                    <a:pt x="247" y="1349"/>
                  </a:lnTo>
                  <a:lnTo>
                    <a:pt x="247" y="1349"/>
                  </a:lnTo>
                  <a:lnTo>
                    <a:pt x="247" y="1349"/>
                  </a:lnTo>
                  <a:lnTo>
                    <a:pt x="248" y="1349"/>
                  </a:lnTo>
                  <a:lnTo>
                    <a:pt x="248" y="1349"/>
                  </a:lnTo>
                  <a:lnTo>
                    <a:pt x="248" y="1349"/>
                  </a:lnTo>
                  <a:lnTo>
                    <a:pt x="249" y="1349"/>
                  </a:lnTo>
                  <a:lnTo>
                    <a:pt x="249" y="1349"/>
                  </a:lnTo>
                  <a:lnTo>
                    <a:pt x="249" y="1349"/>
                  </a:lnTo>
                  <a:lnTo>
                    <a:pt x="250" y="1349"/>
                  </a:lnTo>
                  <a:lnTo>
                    <a:pt x="250" y="1349"/>
                  </a:lnTo>
                  <a:lnTo>
                    <a:pt x="250" y="1349"/>
                  </a:lnTo>
                  <a:lnTo>
                    <a:pt x="250" y="1349"/>
                  </a:lnTo>
                  <a:lnTo>
                    <a:pt x="251" y="1349"/>
                  </a:lnTo>
                  <a:lnTo>
                    <a:pt x="251" y="1348"/>
                  </a:lnTo>
                  <a:lnTo>
                    <a:pt x="252" y="1348"/>
                  </a:lnTo>
                  <a:lnTo>
                    <a:pt x="252" y="1348"/>
                  </a:lnTo>
                  <a:lnTo>
                    <a:pt x="254" y="1347"/>
                  </a:lnTo>
                  <a:lnTo>
                    <a:pt x="254" y="1346"/>
                  </a:lnTo>
                  <a:lnTo>
                    <a:pt x="254" y="1346"/>
                  </a:lnTo>
                  <a:lnTo>
                    <a:pt x="254" y="1346"/>
                  </a:lnTo>
                  <a:lnTo>
                    <a:pt x="255" y="1346"/>
                  </a:lnTo>
                  <a:lnTo>
                    <a:pt x="256" y="1347"/>
                  </a:lnTo>
                  <a:lnTo>
                    <a:pt x="257" y="1346"/>
                  </a:lnTo>
                  <a:lnTo>
                    <a:pt x="257" y="1345"/>
                  </a:lnTo>
                  <a:lnTo>
                    <a:pt x="258" y="1345"/>
                  </a:lnTo>
                  <a:close/>
                  <a:moveTo>
                    <a:pt x="201" y="1334"/>
                  </a:moveTo>
                  <a:lnTo>
                    <a:pt x="201" y="1334"/>
                  </a:lnTo>
                  <a:lnTo>
                    <a:pt x="201" y="1334"/>
                  </a:lnTo>
                  <a:lnTo>
                    <a:pt x="202" y="1335"/>
                  </a:lnTo>
                  <a:lnTo>
                    <a:pt x="202" y="1335"/>
                  </a:lnTo>
                  <a:lnTo>
                    <a:pt x="202" y="1334"/>
                  </a:lnTo>
                  <a:lnTo>
                    <a:pt x="202" y="1334"/>
                  </a:lnTo>
                  <a:lnTo>
                    <a:pt x="202" y="1335"/>
                  </a:lnTo>
                  <a:lnTo>
                    <a:pt x="202" y="1335"/>
                  </a:lnTo>
                  <a:lnTo>
                    <a:pt x="203" y="1336"/>
                  </a:lnTo>
                  <a:lnTo>
                    <a:pt x="203" y="1337"/>
                  </a:lnTo>
                  <a:lnTo>
                    <a:pt x="203" y="1337"/>
                  </a:lnTo>
                  <a:lnTo>
                    <a:pt x="203" y="1339"/>
                  </a:lnTo>
                  <a:lnTo>
                    <a:pt x="203" y="1339"/>
                  </a:lnTo>
                  <a:lnTo>
                    <a:pt x="203" y="1339"/>
                  </a:lnTo>
                  <a:lnTo>
                    <a:pt x="203" y="1339"/>
                  </a:lnTo>
                  <a:lnTo>
                    <a:pt x="203" y="1340"/>
                  </a:lnTo>
                  <a:lnTo>
                    <a:pt x="202" y="1340"/>
                  </a:lnTo>
                  <a:lnTo>
                    <a:pt x="202" y="1340"/>
                  </a:lnTo>
                  <a:lnTo>
                    <a:pt x="202" y="1341"/>
                  </a:lnTo>
                  <a:lnTo>
                    <a:pt x="202" y="1342"/>
                  </a:lnTo>
                  <a:lnTo>
                    <a:pt x="202" y="1342"/>
                  </a:lnTo>
                  <a:lnTo>
                    <a:pt x="202" y="1343"/>
                  </a:lnTo>
                  <a:lnTo>
                    <a:pt x="201" y="1343"/>
                  </a:lnTo>
                  <a:lnTo>
                    <a:pt x="201" y="1345"/>
                  </a:lnTo>
                  <a:lnTo>
                    <a:pt x="201" y="1345"/>
                  </a:lnTo>
                  <a:lnTo>
                    <a:pt x="201" y="1346"/>
                  </a:lnTo>
                  <a:lnTo>
                    <a:pt x="200" y="1346"/>
                  </a:lnTo>
                  <a:lnTo>
                    <a:pt x="200" y="1346"/>
                  </a:lnTo>
                  <a:lnTo>
                    <a:pt x="200" y="1347"/>
                  </a:lnTo>
                  <a:lnTo>
                    <a:pt x="199" y="1348"/>
                  </a:lnTo>
                  <a:lnTo>
                    <a:pt x="198" y="1349"/>
                  </a:lnTo>
                  <a:lnTo>
                    <a:pt x="198" y="1349"/>
                  </a:lnTo>
                  <a:lnTo>
                    <a:pt x="198" y="1350"/>
                  </a:lnTo>
                  <a:lnTo>
                    <a:pt x="198" y="1351"/>
                  </a:lnTo>
                  <a:lnTo>
                    <a:pt x="197" y="1352"/>
                  </a:lnTo>
                  <a:lnTo>
                    <a:pt x="197" y="1353"/>
                  </a:lnTo>
                  <a:lnTo>
                    <a:pt x="197" y="1353"/>
                  </a:lnTo>
                  <a:lnTo>
                    <a:pt x="197" y="1353"/>
                  </a:lnTo>
                  <a:lnTo>
                    <a:pt x="196" y="1353"/>
                  </a:lnTo>
                  <a:lnTo>
                    <a:pt x="195" y="1354"/>
                  </a:lnTo>
                  <a:lnTo>
                    <a:pt x="196" y="1354"/>
                  </a:lnTo>
                  <a:lnTo>
                    <a:pt x="196" y="1355"/>
                  </a:lnTo>
                  <a:lnTo>
                    <a:pt x="195" y="1355"/>
                  </a:lnTo>
                  <a:lnTo>
                    <a:pt x="195" y="1356"/>
                  </a:lnTo>
                  <a:lnTo>
                    <a:pt x="194" y="1356"/>
                  </a:lnTo>
                  <a:lnTo>
                    <a:pt x="194" y="1357"/>
                  </a:lnTo>
                  <a:lnTo>
                    <a:pt x="193" y="1357"/>
                  </a:lnTo>
                  <a:lnTo>
                    <a:pt x="193" y="1356"/>
                  </a:lnTo>
                  <a:lnTo>
                    <a:pt x="193" y="1356"/>
                  </a:lnTo>
                  <a:lnTo>
                    <a:pt x="193" y="1355"/>
                  </a:lnTo>
                  <a:lnTo>
                    <a:pt x="192" y="1354"/>
                  </a:lnTo>
                  <a:lnTo>
                    <a:pt x="192" y="1354"/>
                  </a:lnTo>
                  <a:lnTo>
                    <a:pt x="192" y="1354"/>
                  </a:lnTo>
                  <a:lnTo>
                    <a:pt x="192" y="1353"/>
                  </a:lnTo>
                  <a:lnTo>
                    <a:pt x="191" y="1353"/>
                  </a:lnTo>
                  <a:lnTo>
                    <a:pt x="191" y="1354"/>
                  </a:lnTo>
                  <a:lnTo>
                    <a:pt x="191" y="1355"/>
                  </a:lnTo>
                  <a:lnTo>
                    <a:pt x="192" y="1356"/>
                  </a:lnTo>
                  <a:lnTo>
                    <a:pt x="191" y="1358"/>
                  </a:lnTo>
                  <a:lnTo>
                    <a:pt x="191" y="1358"/>
                  </a:lnTo>
                  <a:lnTo>
                    <a:pt x="191" y="1358"/>
                  </a:lnTo>
                  <a:lnTo>
                    <a:pt x="190" y="1358"/>
                  </a:lnTo>
                  <a:lnTo>
                    <a:pt x="190" y="1358"/>
                  </a:lnTo>
                  <a:lnTo>
                    <a:pt x="190" y="1360"/>
                  </a:lnTo>
                  <a:lnTo>
                    <a:pt x="190" y="1360"/>
                  </a:lnTo>
                  <a:lnTo>
                    <a:pt x="189" y="1360"/>
                  </a:lnTo>
                  <a:lnTo>
                    <a:pt x="189" y="1361"/>
                  </a:lnTo>
                  <a:lnTo>
                    <a:pt x="188" y="1361"/>
                  </a:lnTo>
                  <a:lnTo>
                    <a:pt x="188" y="1361"/>
                  </a:lnTo>
                  <a:lnTo>
                    <a:pt x="188" y="1361"/>
                  </a:lnTo>
                  <a:lnTo>
                    <a:pt x="188" y="1361"/>
                  </a:lnTo>
                  <a:lnTo>
                    <a:pt x="188" y="1362"/>
                  </a:lnTo>
                  <a:lnTo>
                    <a:pt x="187" y="1362"/>
                  </a:lnTo>
                  <a:lnTo>
                    <a:pt x="187" y="1363"/>
                  </a:lnTo>
                  <a:lnTo>
                    <a:pt x="187" y="1363"/>
                  </a:lnTo>
                  <a:lnTo>
                    <a:pt x="186" y="1363"/>
                  </a:lnTo>
                  <a:lnTo>
                    <a:pt x="186" y="1364"/>
                  </a:lnTo>
                  <a:lnTo>
                    <a:pt x="185" y="1364"/>
                  </a:lnTo>
                  <a:lnTo>
                    <a:pt x="185" y="1363"/>
                  </a:lnTo>
                  <a:lnTo>
                    <a:pt x="185" y="1363"/>
                  </a:lnTo>
                  <a:lnTo>
                    <a:pt x="185" y="1363"/>
                  </a:lnTo>
                  <a:lnTo>
                    <a:pt x="185" y="1363"/>
                  </a:lnTo>
                  <a:lnTo>
                    <a:pt x="185" y="1365"/>
                  </a:lnTo>
                  <a:lnTo>
                    <a:pt x="185" y="1366"/>
                  </a:lnTo>
                  <a:lnTo>
                    <a:pt x="183" y="1366"/>
                  </a:lnTo>
                  <a:lnTo>
                    <a:pt x="183" y="1366"/>
                  </a:lnTo>
                  <a:lnTo>
                    <a:pt x="182" y="1366"/>
                  </a:lnTo>
                  <a:lnTo>
                    <a:pt x="182" y="1366"/>
                  </a:lnTo>
                  <a:lnTo>
                    <a:pt x="182" y="1366"/>
                  </a:lnTo>
                  <a:lnTo>
                    <a:pt x="182" y="1365"/>
                  </a:lnTo>
                  <a:lnTo>
                    <a:pt x="181" y="1365"/>
                  </a:lnTo>
                  <a:lnTo>
                    <a:pt x="181" y="1365"/>
                  </a:lnTo>
                  <a:lnTo>
                    <a:pt x="180" y="1366"/>
                  </a:lnTo>
                  <a:lnTo>
                    <a:pt x="180" y="1366"/>
                  </a:lnTo>
                  <a:lnTo>
                    <a:pt x="180" y="1366"/>
                  </a:lnTo>
                  <a:lnTo>
                    <a:pt x="180" y="1366"/>
                  </a:lnTo>
                  <a:lnTo>
                    <a:pt x="179" y="1366"/>
                  </a:lnTo>
                  <a:lnTo>
                    <a:pt x="179" y="1366"/>
                  </a:lnTo>
                  <a:lnTo>
                    <a:pt x="178" y="1366"/>
                  </a:lnTo>
                  <a:lnTo>
                    <a:pt x="178" y="1366"/>
                  </a:lnTo>
                  <a:lnTo>
                    <a:pt x="179" y="1365"/>
                  </a:lnTo>
                  <a:lnTo>
                    <a:pt x="178" y="1365"/>
                  </a:lnTo>
                  <a:lnTo>
                    <a:pt x="178" y="1366"/>
                  </a:lnTo>
                  <a:lnTo>
                    <a:pt x="177" y="1367"/>
                  </a:lnTo>
                  <a:lnTo>
                    <a:pt x="177" y="1368"/>
                  </a:lnTo>
                  <a:lnTo>
                    <a:pt x="177" y="1369"/>
                  </a:lnTo>
                  <a:lnTo>
                    <a:pt x="176" y="1369"/>
                  </a:lnTo>
                  <a:lnTo>
                    <a:pt x="176" y="1369"/>
                  </a:lnTo>
                  <a:lnTo>
                    <a:pt x="176" y="1369"/>
                  </a:lnTo>
                  <a:lnTo>
                    <a:pt x="176" y="1369"/>
                  </a:lnTo>
                  <a:lnTo>
                    <a:pt x="176" y="1368"/>
                  </a:lnTo>
                  <a:lnTo>
                    <a:pt x="175" y="1368"/>
                  </a:lnTo>
                  <a:lnTo>
                    <a:pt x="175" y="1366"/>
                  </a:lnTo>
                  <a:lnTo>
                    <a:pt x="176" y="1366"/>
                  </a:lnTo>
                  <a:lnTo>
                    <a:pt x="176" y="1366"/>
                  </a:lnTo>
                  <a:lnTo>
                    <a:pt x="176" y="1366"/>
                  </a:lnTo>
                  <a:lnTo>
                    <a:pt x="176" y="1365"/>
                  </a:lnTo>
                  <a:lnTo>
                    <a:pt x="175" y="1365"/>
                  </a:lnTo>
                  <a:lnTo>
                    <a:pt x="175" y="1364"/>
                  </a:lnTo>
                  <a:lnTo>
                    <a:pt x="175" y="1364"/>
                  </a:lnTo>
                  <a:lnTo>
                    <a:pt x="174" y="1365"/>
                  </a:lnTo>
                  <a:lnTo>
                    <a:pt x="174" y="1366"/>
                  </a:lnTo>
                  <a:lnTo>
                    <a:pt x="173" y="1366"/>
                  </a:lnTo>
                  <a:lnTo>
                    <a:pt x="173" y="1367"/>
                  </a:lnTo>
                  <a:lnTo>
                    <a:pt x="173" y="1367"/>
                  </a:lnTo>
                  <a:lnTo>
                    <a:pt x="173" y="1368"/>
                  </a:lnTo>
                  <a:lnTo>
                    <a:pt x="173" y="1368"/>
                  </a:lnTo>
                  <a:lnTo>
                    <a:pt x="172" y="1368"/>
                  </a:lnTo>
                  <a:lnTo>
                    <a:pt x="172" y="1369"/>
                  </a:lnTo>
                  <a:lnTo>
                    <a:pt x="172" y="1369"/>
                  </a:lnTo>
                  <a:lnTo>
                    <a:pt x="172" y="1370"/>
                  </a:lnTo>
                  <a:lnTo>
                    <a:pt x="172" y="1370"/>
                  </a:lnTo>
                  <a:lnTo>
                    <a:pt x="172" y="1370"/>
                  </a:lnTo>
                  <a:lnTo>
                    <a:pt x="172" y="1370"/>
                  </a:lnTo>
                  <a:lnTo>
                    <a:pt x="171" y="1370"/>
                  </a:lnTo>
                  <a:lnTo>
                    <a:pt x="171" y="1370"/>
                  </a:lnTo>
                  <a:lnTo>
                    <a:pt x="171" y="1370"/>
                  </a:lnTo>
                  <a:lnTo>
                    <a:pt x="171" y="1370"/>
                  </a:lnTo>
                  <a:lnTo>
                    <a:pt x="171" y="1369"/>
                  </a:lnTo>
                  <a:lnTo>
                    <a:pt x="171" y="1369"/>
                  </a:lnTo>
                  <a:lnTo>
                    <a:pt x="171" y="1368"/>
                  </a:lnTo>
                  <a:lnTo>
                    <a:pt x="171" y="1368"/>
                  </a:lnTo>
                  <a:lnTo>
                    <a:pt x="171" y="1366"/>
                  </a:lnTo>
                  <a:lnTo>
                    <a:pt x="171" y="1366"/>
                  </a:lnTo>
                  <a:lnTo>
                    <a:pt x="168" y="1366"/>
                  </a:lnTo>
                  <a:lnTo>
                    <a:pt x="167" y="1366"/>
                  </a:lnTo>
                  <a:lnTo>
                    <a:pt x="165" y="1367"/>
                  </a:lnTo>
                  <a:lnTo>
                    <a:pt x="165" y="1368"/>
                  </a:lnTo>
                  <a:lnTo>
                    <a:pt x="165" y="1368"/>
                  </a:lnTo>
                  <a:lnTo>
                    <a:pt x="165" y="1371"/>
                  </a:lnTo>
                  <a:lnTo>
                    <a:pt x="165" y="1371"/>
                  </a:lnTo>
                  <a:lnTo>
                    <a:pt x="165" y="1372"/>
                  </a:lnTo>
                  <a:lnTo>
                    <a:pt x="164" y="1372"/>
                  </a:lnTo>
                  <a:lnTo>
                    <a:pt x="164" y="1372"/>
                  </a:lnTo>
                  <a:lnTo>
                    <a:pt x="163" y="1373"/>
                  </a:lnTo>
                  <a:lnTo>
                    <a:pt x="163" y="1372"/>
                  </a:lnTo>
                  <a:lnTo>
                    <a:pt x="163" y="1371"/>
                  </a:lnTo>
                  <a:lnTo>
                    <a:pt x="162" y="1371"/>
                  </a:lnTo>
                  <a:lnTo>
                    <a:pt x="162" y="1370"/>
                  </a:lnTo>
                  <a:lnTo>
                    <a:pt x="162" y="1369"/>
                  </a:lnTo>
                  <a:lnTo>
                    <a:pt x="160" y="1369"/>
                  </a:lnTo>
                  <a:lnTo>
                    <a:pt x="160" y="1367"/>
                  </a:lnTo>
                  <a:lnTo>
                    <a:pt x="161" y="1366"/>
                  </a:lnTo>
                  <a:lnTo>
                    <a:pt x="163" y="1366"/>
                  </a:lnTo>
                  <a:lnTo>
                    <a:pt x="163" y="1365"/>
                  </a:lnTo>
                  <a:lnTo>
                    <a:pt x="164" y="1365"/>
                  </a:lnTo>
                  <a:lnTo>
                    <a:pt x="164" y="1364"/>
                  </a:lnTo>
                  <a:lnTo>
                    <a:pt x="164" y="1364"/>
                  </a:lnTo>
                  <a:lnTo>
                    <a:pt x="164" y="1363"/>
                  </a:lnTo>
                  <a:lnTo>
                    <a:pt x="165" y="1363"/>
                  </a:lnTo>
                  <a:lnTo>
                    <a:pt x="165" y="1362"/>
                  </a:lnTo>
                  <a:lnTo>
                    <a:pt x="166" y="1362"/>
                  </a:lnTo>
                  <a:lnTo>
                    <a:pt x="166" y="1362"/>
                  </a:lnTo>
                  <a:lnTo>
                    <a:pt x="166" y="1363"/>
                  </a:lnTo>
                  <a:lnTo>
                    <a:pt x="166" y="1364"/>
                  </a:lnTo>
                  <a:lnTo>
                    <a:pt x="167" y="1364"/>
                  </a:lnTo>
                  <a:lnTo>
                    <a:pt x="169" y="1363"/>
                  </a:lnTo>
                  <a:lnTo>
                    <a:pt x="169" y="1363"/>
                  </a:lnTo>
                  <a:lnTo>
                    <a:pt x="169" y="1362"/>
                  </a:lnTo>
                  <a:lnTo>
                    <a:pt x="169" y="1362"/>
                  </a:lnTo>
                  <a:lnTo>
                    <a:pt x="169" y="1362"/>
                  </a:lnTo>
                  <a:lnTo>
                    <a:pt x="169" y="1362"/>
                  </a:lnTo>
                  <a:lnTo>
                    <a:pt x="170" y="1361"/>
                  </a:lnTo>
                  <a:lnTo>
                    <a:pt x="170" y="1361"/>
                  </a:lnTo>
                  <a:lnTo>
                    <a:pt x="170" y="1361"/>
                  </a:lnTo>
                  <a:lnTo>
                    <a:pt x="171" y="1361"/>
                  </a:lnTo>
                  <a:lnTo>
                    <a:pt x="171" y="1360"/>
                  </a:lnTo>
                  <a:lnTo>
                    <a:pt x="172" y="1359"/>
                  </a:lnTo>
                  <a:lnTo>
                    <a:pt x="172" y="1358"/>
                  </a:lnTo>
                  <a:lnTo>
                    <a:pt x="172" y="1357"/>
                  </a:lnTo>
                  <a:lnTo>
                    <a:pt x="172" y="1357"/>
                  </a:lnTo>
                  <a:lnTo>
                    <a:pt x="172" y="1356"/>
                  </a:lnTo>
                  <a:lnTo>
                    <a:pt x="173" y="1356"/>
                  </a:lnTo>
                  <a:lnTo>
                    <a:pt x="173" y="1356"/>
                  </a:lnTo>
                  <a:lnTo>
                    <a:pt x="173" y="1355"/>
                  </a:lnTo>
                  <a:lnTo>
                    <a:pt x="174" y="1356"/>
                  </a:lnTo>
                  <a:lnTo>
                    <a:pt x="176" y="1355"/>
                  </a:lnTo>
                  <a:lnTo>
                    <a:pt x="176" y="1354"/>
                  </a:lnTo>
                  <a:lnTo>
                    <a:pt x="176" y="1353"/>
                  </a:lnTo>
                  <a:lnTo>
                    <a:pt x="176" y="1352"/>
                  </a:lnTo>
                  <a:lnTo>
                    <a:pt x="176" y="1351"/>
                  </a:lnTo>
                  <a:lnTo>
                    <a:pt x="176" y="1351"/>
                  </a:lnTo>
                  <a:lnTo>
                    <a:pt x="176" y="1350"/>
                  </a:lnTo>
                  <a:lnTo>
                    <a:pt x="178" y="1349"/>
                  </a:lnTo>
                  <a:lnTo>
                    <a:pt x="179" y="1350"/>
                  </a:lnTo>
                  <a:lnTo>
                    <a:pt x="179" y="1349"/>
                  </a:lnTo>
                  <a:lnTo>
                    <a:pt x="179" y="1349"/>
                  </a:lnTo>
                  <a:lnTo>
                    <a:pt x="180" y="1348"/>
                  </a:lnTo>
                  <a:lnTo>
                    <a:pt x="180" y="1348"/>
                  </a:lnTo>
                  <a:lnTo>
                    <a:pt x="180" y="1348"/>
                  </a:lnTo>
                  <a:lnTo>
                    <a:pt x="181" y="1348"/>
                  </a:lnTo>
                  <a:lnTo>
                    <a:pt x="181" y="1347"/>
                  </a:lnTo>
                  <a:lnTo>
                    <a:pt x="181" y="1346"/>
                  </a:lnTo>
                  <a:lnTo>
                    <a:pt x="181" y="1346"/>
                  </a:lnTo>
                  <a:lnTo>
                    <a:pt x="182" y="1346"/>
                  </a:lnTo>
                  <a:lnTo>
                    <a:pt x="183" y="1346"/>
                  </a:lnTo>
                  <a:lnTo>
                    <a:pt x="183" y="1347"/>
                  </a:lnTo>
                  <a:lnTo>
                    <a:pt x="183" y="1347"/>
                  </a:lnTo>
                  <a:lnTo>
                    <a:pt x="183" y="1346"/>
                  </a:lnTo>
                  <a:lnTo>
                    <a:pt x="184" y="1345"/>
                  </a:lnTo>
                  <a:lnTo>
                    <a:pt x="184" y="1345"/>
                  </a:lnTo>
                  <a:lnTo>
                    <a:pt x="184" y="1344"/>
                  </a:lnTo>
                  <a:lnTo>
                    <a:pt x="184" y="1344"/>
                  </a:lnTo>
                  <a:lnTo>
                    <a:pt x="185" y="1344"/>
                  </a:lnTo>
                  <a:lnTo>
                    <a:pt x="185" y="1344"/>
                  </a:lnTo>
                  <a:lnTo>
                    <a:pt x="185" y="1344"/>
                  </a:lnTo>
                  <a:lnTo>
                    <a:pt x="185" y="1344"/>
                  </a:lnTo>
                  <a:lnTo>
                    <a:pt x="186" y="1343"/>
                  </a:lnTo>
                  <a:lnTo>
                    <a:pt x="186" y="1343"/>
                  </a:lnTo>
                  <a:lnTo>
                    <a:pt x="187" y="1344"/>
                  </a:lnTo>
                  <a:lnTo>
                    <a:pt x="187" y="1344"/>
                  </a:lnTo>
                  <a:lnTo>
                    <a:pt x="188" y="1342"/>
                  </a:lnTo>
                  <a:lnTo>
                    <a:pt x="188" y="1341"/>
                  </a:lnTo>
                  <a:lnTo>
                    <a:pt x="188" y="1341"/>
                  </a:lnTo>
                  <a:lnTo>
                    <a:pt x="188" y="1340"/>
                  </a:lnTo>
                  <a:lnTo>
                    <a:pt x="189" y="1340"/>
                  </a:lnTo>
                  <a:lnTo>
                    <a:pt x="189" y="1340"/>
                  </a:lnTo>
                  <a:lnTo>
                    <a:pt x="189" y="1340"/>
                  </a:lnTo>
                  <a:lnTo>
                    <a:pt x="189" y="1340"/>
                  </a:lnTo>
                  <a:lnTo>
                    <a:pt x="189" y="1340"/>
                  </a:lnTo>
                  <a:lnTo>
                    <a:pt x="189" y="1340"/>
                  </a:lnTo>
                  <a:lnTo>
                    <a:pt x="190" y="1340"/>
                  </a:lnTo>
                  <a:lnTo>
                    <a:pt x="190" y="1340"/>
                  </a:lnTo>
                  <a:lnTo>
                    <a:pt x="189" y="1340"/>
                  </a:lnTo>
                  <a:lnTo>
                    <a:pt x="189" y="1339"/>
                  </a:lnTo>
                  <a:lnTo>
                    <a:pt x="190" y="1338"/>
                  </a:lnTo>
                  <a:lnTo>
                    <a:pt x="190" y="1339"/>
                  </a:lnTo>
                  <a:lnTo>
                    <a:pt x="191" y="1338"/>
                  </a:lnTo>
                  <a:lnTo>
                    <a:pt x="192" y="1338"/>
                  </a:lnTo>
                  <a:lnTo>
                    <a:pt x="192" y="1339"/>
                  </a:lnTo>
                  <a:lnTo>
                    <a:pt x="192" y="1339"/>
                  </a:lnTo>
                  <a:lnTo>
                    <a:pt x="192" y="1338"/>
                  </a:lnTo>
                  <a:lnTo>
                    <a:pt x="192" y="1338"/>
                  </a:lnTo>
                  <a:lnTo>
                    <a:pt x="192" y="1338"/>
                  </a:lnTo>
                  <a:lnTo>
                    <a:pt x="193" y="1337"/>
                  </a:lnTo>
                  <a:lnTo>
                    <a:pt x="193" y="1337"/>
                  </a:lnTo>
                  <a:lnTo>
                    <a:pt x="193" y="1337"/>
                  </a:lnTo>
                  <a:lnTo>
                    <a:pt x="193" y="1337"/>
                  </a:lnTo>
                  <a:lnTo>
                    <a:pt x="193" y="1337"/>
                  </a:lnTo>
                  <a:lnTo>
                    <a:pt x="193" y="1337"/>
                  </a:lnTo>
                  <a:lnTo>
                    <a:pt x="194" y="1336"/>
                  </a:lnTo>
                  <a:lnTo>
                    <a:pt x="194" y="1336"/>
                  </a:lnTo>
                  <a:lnTo>
                    <a:pt x="194" y="1336"/>
                  </a:lnTo>
                  <a:lnTo>
                    <a:pt x="194" y="1336"/>
                  </a:lnTo>
                  <a:lnTo>
                    <a:pt x="194" y="1336"/>
                  </a:lnTo>
                  <a:lnTo>
                    <a:pt x="194" y="1336"/>
                  </a:lnTo>
                  <a:lnTo>
                    <a:pt x="195" y="1336"/>
                  </a:lnTo>
                  <a:lnTo>
                    <a:pt x="195" y="1336"/>
                  </a:lnTo>
                  <a:lnTo>
                    <a:pt x="195" y="1336"/>
                  </a:lnTo>
                  <a:lnTo>
                    <a:pt x="196" y="1336"/>
                  </a:lnTo>
                  <a:lnTo>
                    <a:pt x="196" y="1335"/>
                  </a:lnTo>
                  <a:lnTo>
                    <a:pt x="196" y="1334"/>
                  </a:lnTo>
                  <a:lnTo>
                    <a:pt x="197" y="1335"/>
                  </a:lnTo>
                  <a:lnTo>
                    <a:pt x="198" y="1334"/>
                  </a:lnTo>
                  <a:lnTo>
                    <a:pt x="198" y="1335"/>
                  </a:lnTo>
                  <a:lnTo>
                    <a:pt x="198" y="1336"/>
                  </a:lnTo>
                  <a:lnTo>
                    <a:pt x="198" y="1335"/>
                  </a:lnTo>
                  <a:lnTo>
                    <a:pt x="198" y="1335"/>
                  </a:lnTo>
                  <a:lnTo>
                    <a:pt x="199" y="1335"/>
                  </a:lnTo>
                  <a:lnTo>
                    <a:pt x="199" y="1334"/>
                  </a:lnTo>
                  <a:lnTo>
                    <a:pt x="201" y="1334"/>
                  </a:lnTo>
                  <a:close/>
                  <a:moveTo>
                    <a:pt x="307" y="1305"/>
                  </a:moveTo>
                  <a:lnTo>
                    <a:pt x="308" y="1305"/>
                  </a:lnTo>
                  <a:lnTo>
                    <a:pt x="307" y="1306"/>
                  </a:lnTo>
                  <a:lnTo>
                    <a:pt x="307" y="1306"/>
                  </a:lnTo>
                  <a:lnTo>
                    <a:pt x="306" y="1305"/>
                  </a:lnTo>
                  <a:lnTo>
                    <a:pt x="306" y="1305"/>
                  </a:lnTo>
                  <a:lnTo>
                    <a:pt x="307" y="1305"/>
                  </a:lnTo>
                  <a:lnTo>
                    <a:pt x="307" y="1305"/>
                  </a:lnTo>
                  <a:close/>
                  <a:moveTo>
                    <a:pt x="7" y="1304"/>
                  </a:moveTo>
                  <a:lnTo>
                    <a:pt x="7" y="1305"/>
                  </a:lnTo>
                  <a:lnTo>
                    <a:pt x="9" y="1305"/>
                  </a:lnTo>
                  <a:lnTo>
                    <a:pt x="10" y="1306"/>
                  </a:lnTo>
                  <a:lnTo>
                    <a:pt x="11" y="1306"/>
                  </a:lnTo>
                  <a:lnTo>
                    <a:pt x="11" y="1306"/>
                  </a:lnTo>
                  <a:lnTo>
                    <a:pt x="8" y="1306"/>
                  </a:lnTo>
                  <a:lnTo>
                    <a:pt x="7" y="1307"/>
                  </a:lnTo>
                  <a:lnTo>
                    <a:pt x="7" y="1307"/>
                  </a:lnTo>
                  <a:lnTo>
                    <a:pt x="7" y="1308"/>
                  </a:lnTo>
                  <a:lnTo>
                    <a:pt x="6" y="1308"/>
                  </a:lnTo>
                  <a:lnTo>
                    <a:pt x="4" y="1307"/>
                  </a:lnTo>
                  <a:lnTo>
                    <a:pt x="4" y="1307"/>
                  </a:lnTo>
                  <a:lnTo>
                    <a:pt x="3" y="1306"/>
                  </a:lnTo>
                  <a:lnTo>
                    <a:pt x="2" y="1306"/>
                  </a:lnTo>
                  <a:lnTo>
                    <a:pt x="2" y="1306"/>
                  </a:lnTo>
                  <a:lnTo>
                    <a:pt x="2" y="1305"/>
                  </a:lnTo>
                  <a:lnTo>
                    <a:pt x="2" y="1305"/>
                  </a:lnTo>
                  <a:lnTo>
                    <a:pt x="7" y="1304"/>
                  </a:lnTo>
                  <a:close/>
                  <a:moveTo>
                    <a:pt x="299" y="1297"/>
                  </a:moveTo>
                  <a:lnTo>
                    <a:pt x="299" y="1298"/>
                  </a:lnTo>
                  <a:lnTo>
                    <a:pt x="300" y="1298"/>
                  </a:lnTo>
                  <a:lnTo>
                    <a:pt x="301" y="1299"/>
                  </a:lnTo>
                  <a:lnTo>
                    <a:pt x="301" y="1299"/>
                  </a:lnTo>
                  <a:lnTo>
                    <a:pt x="302" y="1299"/>
                  </a:lnTo>
                  <a:lnTo>
                    <a:pt x="302" y="1299"/>
                  </a:lnTo>
                  <a:lnTo>
                    <a:pt x="302" y="1299"/>
                  </a:lnTo>
                  <a:lnTo>
                    <a:pt x="302" y="1299"/>
                  </a:lnTo>
                  <a:lnTo>
                    <a:pt x="302" y="1299"/>
                  </a:lnTo>
                  <a:lnTo>
                    <a:pt x="303" y="1299"/>
                  </a:lnTo>
                  <a:lnTo>
                    <a:pt x="303" y="1300"/>
                  </a:lnTo>
                  <a:lnTo>
                    <a:pt x="305" y="1300"/>
                  </a:lnTo>
                  <a:lnTo>
                    <a:pt x="305" y="1301"/>
                  </a:lnTo>
                  <a:lnTo>
                    <a:pt x="306" y="1301"/>
                  </a:lnTo>
                  <a:lnTo>
                    <a:pt x="306" y="1301"/>
                  </a:lnTo>
                  <a:lnTo>
                    <a:pt x="306" y="1301"/>
                  </a:lnTo>
                  <a:lnTo>
                    <a:pt x="306" y="1302"/>
                  </a:lnTo>
                  <a:lnTo>
                    <a:pt x="306" y="1301"/>
                  </a:lnTo>
                  <a:lnTo>
                    <a:pt x="306" y="1301"/>
                  </a:lnTo>
                  <a:lnTo>
                    <a:pt x="307" y="1301"/>
                  </a:lnTo>
                  <a:lnTo>
                    <a:pt x="309" y="1302"/>
                  </a:lnTo>
                  <a:lnTo>
                    <a:pt x="310" y="1302"/>
                  </a:lnTo>
                  <a:lnTo>
                    <a:pt x="310" y="1302"/>
                  </a:lnTo>
                  <a:lnTo>
                    <a:pt x="311" y="1302"/>
                  </a:lnTo>
                  <a:lnTo>
                    <a:pt x="311" y="1303"/>
                  </a:lnTo>
                  <a:lnTo>
                    <a:pt x="310" y="1304"/>
                  </a:lnTo>
                  <a:lnTo>
                    <a:pt x="308" y="1304"/>
                  </a:lnTo>
                  <a:lnTo>
                    <a:pt x="308" y="1305"/>
                  </a:lnTo>
                  <a:lnTo>
                    <a:pt x="307" y="1305"/>
                  </a:lnTo>
                  <a:lnTo>
                    <a:pt x="306" y="1304"/>
                  </a:lnTo>
                  <a:lnTo>
                    <a:pt x="306" y="1303"/>
                  </a:lnTo>
                  <a:lnTo>
                    <a:pt x="306" y="1303"/>
                  </a:lnTo>
                  <a:lnTo>
                    <a:pt x="306" y="1304"/>
                  </a:lnTo>
                  <a:lnTo>
                    <a:pt x="306" y="1305"/>
                  </a:lnTo>
                  <a:lnTo>
                    <a:pt x="306" y="1305"/>
                  </a:lnTo>
                  <a:lnTo>
                    <a:pt x="305" y="1306"/>
                  </a:lnTo>
                  <a:lnTo>
                    <a:pt x="304" y="1305"/>
                  </a:lnTo>
                  <a:lnTo>
                    <a:pt x="303" y="1306"/>
                  </a:lnTo>
                  <a:lnTo>
                    <a:pt x="302" y="1306"/>
                  </a:lnTo>
                  <a:lnTo>
                    <a:pt x="302" y="1305"/>
                  </a:lnTo>
                  <a:lnTo>
                    <a:pt x="302" y="1305"/>
                  </a:lnTo>
                  <a:lnTo>
                    <a:pt x="300" y="1304"/>
                  </a:lnTo>
                  <a:lnTo>
                    <a:pt x="300" y="1304"/>
                  </a:lnTo>
                  <a:lnTo>
                    <a:pt x="300" y="1305"/>
                  </a:lnTo>
                  <a:lnTo>
                    <a:pt x="300" y="1305"/>
                  </a:lnTo>
                  <a:lnTo>
                    <a:pt x="300" y="1304"/>
                  </a:lnTo>
                  <a:lnTo>
                    <a:pt x="299" y="1304"/>
                  </a:lnTo>
                  <a:lnTo>
                    <a:pt x="299" y="1304"/>
                  </a:lnTo>
                  <a:lnTo>
                    <a:pt x="298" y="1304"/>
                  </a:lnTo>
                  <a:lnTo>
                    <a:pt x="298" y="1304"/>
                  </a:lnTo>
                  <a:lnTo>
                    <a:pt x="298" y="1304"/>
                  </a:lnTo>
                  <a:lnTo>
                    <a:pt x="298" y="1305"/>
                  </a:lnTo>
                  <a:lnTo>
                    <a:pt x="297" y="1304"/>
                  </a:lnTo>
                  <a:lnTo>
                    <a:pt x="297" y="1304"/>
                  </a:lnTo>
                  <a:lnTo>
                    <a:pt x="297" y="1303"/>
                  </a:lnTo>
                  <a:lnTo>
                    <a:pt x="297" y="1303"/>
                  </a:lnTo>
                  <a:lnTo>
                    <a:pt x="297" y="1302"/>
                  </a:lnTo>
                  <a:lnTo>
                    <a:pt x="297" y="1302"/>
                  </a:lnTo>
                  <a:lnTo>
                    <a:pt x="297" y="1302"/>
                  </a:lnTo>
                  <a:lnTo>
                    <a:pt x="297" y="1301"/>
                  </a:lnTo>
                  <a:lnTo>
                    <a:pt x="298" y="1301"/>
                  </a:lnTo>
                  <a:lnTo>
                    <a:pt x="297" y="1301"/>
                  </a:lnTo>
                  <a:lnTo>
                    <a:pt x="298" y="1301"/>
                  </a:lnTo>
                  <a:lnTo>
                    <a:pt x="298" y="1300"/>
                  </a:lnTo>
                  <a:lnTo>
                    <a:pt x="298" y="1300"/>
                  </a:lnTo>
                  <a:lnTo>
                    <a:pt x="298" y="1299"/>
                  </a:lnTo>
                  <a:lnTo>
                    <a:pt x="299" y="1299"/>
                  </a:lnTo>
                  <a:lnTo>
                    <a:pt x="298" y="1298"/>
                  </a:lnTo>
                  <a:lnTo>
                    <a:pt x="298" y="1298"/>
                  </a:lnTo>
                  <a:lnTo>
                    <a:pt x="299" y="1297"/>
                  </a:lnTo>
                  <a:close/>
                  <a:moveTo>
                    <a:pt x="9" y="1292"/>
                  </a:moveTo>
                  <a:lnTo>
                    <a:pt x="9" y="1292"/>
                  </a:lnTo>
                  <a:lnTo>
                    <a:pt x="10" y="1292"/>
                  </a:lnTo>
                  <a:lnTo>
                    <a:pt x="10" y="1292"/>
                  </a:lnTo>
                  <a:lnTo>
                    <a:pt x="10" y="1292"/>
                  </a:lnTo>
                  <a:lnTo>
                    <a:pt x="10" y="1293"/>
                  </a:lnTo>
                  <a:lnTo>
                    <a:pt x="10" y="1293"/>
                  </a:lnTo>
                  <a:lnTo>
                    <a:pt x="10" y="1293"/>
                  </a:lnTo>
                  <a:lnTo>
                    <a:pt x="9" y="1293"/>
                  </a:lnTo>
                  <a:lnTo>
                    <a:pt x="9" y="1293"/>
                  </a:lnTo>
                  <a:lnTo>
                    <a:pt x="9" y="1293"/>
                  </a:lnTo>
                  <a:lnTo>
                    <a:pt x="8" y="1294"/>
                  </a:lnTo>
                  <a:lnTo>
                    <a:pt x="8" y="1294"/>
                  </a:lnTo>
                  <a:lnTo>
                    <a:pt x="8" y="1294"/>
                  </a:lnTo>
                  <a:lnTo>
                    <a:pt x="9" y="1295"/>
                  </a:lnTo>
                  <a:lnTo>
                    <a:pt x="9" y="1296"/>
                  </a:lnTo>
                  <a:lnTo>
                    <a:pt x="9" y="1296"/>
                  </a:lnTo>
                  <a:lnTo>
                    <a:pt x="9" y="1296"/>
                  </a:lnTo>
                  <a:lnTo>
                    <a:pt x="9" y="1297"/>
                  </a:lnTo>
                  <a:lnTo>
                    <a:pt x="8" y="1297"/>
                  </a:lnTo>
                  <a:lnTo>
                    <a:pt x="7" y="1297"/>
                  </a:lnTo>
                  <a:lnTo>
                    <a:pt x="7" y="1297"/>
                  </a:lnTo>
                  <a:lnTo>
                    <a:pt x="7" y="1298"/>
                  </a:lnTo>
                  <a:lnTo>
                    <a:pt x="8" y="1298"/>
                  </a:lnTo>
                  <a:lnTo>
                    <a:pt x="9" y="1299"/>
                  </a:lnTo>
                  <a:lnTo>
                    <a:pt x="8" y="1301"/>
                  </a:lnTo>
                  <a:lnTo>
                    <a:pt x="8" y="1301"/>
                  </a:lnTo>
                  <a:lnTo>
                    <a:pt x="7" y="1301"/>
                  </a:lnTo>
                  <a:lnTo>
                    <a:pt x="6" y="1301"/>
                  </a:lnTo>
                  <a:lnTo>
                    <a:pt x="6" y="1302"/>
                  </a:lnTo>
                  <a:lnTo>
                    <a:pt x="5" y="1302"/>
                  </a:lnTo>
                  <a:lnTo>
                    <a:pt x="3" y="1302"/>
                  </a:lnTo>
                  <a:lnTo>
                    <a:pt x="3" y="1303"/>
                  </a:lnTo>
                  <a:lnTo>
                    <a:pt x="2" y="1303"/>
                  </a:lnTo>
                  <a:lnTo>
                    <a:pt x="2" y="1303"/>
                  </a:lnTo>
                  <a:lnTo>
                    <a:pt x="2" y="1303"/>
                  </a:lnTo>
                  <a:lnTo>
                    <a:pt x="3" y="1302"/>
                  </a:lnTo>
                  <a:lnTo>
                    <a:pt x="2" y="1302"/>
                  </a:lnTo>
                  <a:lnTo>
                    <a:pt x="2" y="1301"/>
                  </a:lnTo>
                  <a:lnTo>
                    <a:pt x="0" y="1301"/>
                  </a:lnTo>
                  <a:lnTo>
                    <a:pt x="0" y="1301"/>
                  </a:lnTo>
                  <a:lnTo>
                    <a:pt x="0" y="1301"/>
                  </a:lnTo>
                  <a:lnTo>
                    <a:pt x="1" y="1301"/>
                  </a:lnTo>
                  <a:lnTo>
                    <a:pt x="1" y="1299"/>
                  </a:lnTo>
                  <a:lnTo>
                    <a:pt x="2" y="1298"/>
                  </a:lnTo>
                  <a:lnTo>
                    <a:pt x="2" y="1298"/>
                  </a:lnTo>
                  <a:lnTo>
                    <a:pt x="2" y="1298"/>
                  </a:lnTo>
                  <a:lnTo>
                    <a:pt x="2" y="1298"/>
                  </a:lnTo>
                  <a:lnTo>
                    <a:pt x="2" y="1297"/>
                  </a:lnTo>
                  <a:lnTo>
                    <a:pt x="2" y="1297"/>
                  </a:lnTo>
                  <a:lnTo>
                    <a:pt x="2" y="1297"/>
                  </a:lnTo>
                  <a:lnTo>
                    <a:pt x="2" y="1297"/>
                  </a:lnTo>
                  <a:lnTo>
                    <a:pt x="2" y="1296"/>
                  </a:lnTo>
                  <a:lnTo>
                    <a:pt x="2" y="1296"/>
                  </a:lnTo>
                  <a:lnTo>
                    <a:pt x="2" y="1296"/>
                  </a:lnTo>
                  <a:lnTo>
                    <a:pt x="2" y="1296"/>
                  </a:lnTo>
                  <a:lnTo>
                    <a:pt x="2" y="1295"/>
                  </a:lnTo>
                  <a:lnTo>
                    <a:pt x="2" y="1294"/>
                  </a:lnTo>
                  <a:lnTo>
                    <a:pt x="2" y="1294"/>
                  </a:lnTo>
                  <a:lnTo>
                    <a:pt x="3" y="1293"/>
                  </a:lnTo>
                  <a:lnTo>
                    <a:pt x="3" y="1294"/>
                  </a:lnTo>
                  <a:lnTo>
                    <a:pt x="3" y="1294"/>
                  </a:lnTo>
                  <a:lnTo>
                    <a:pt x="4" y="1294"/>
                  </a:lnTo>
                  <a:lnTo>
                    <a:pt x="5" y="1294"/>
                  </a:lnTo>
                  <a:lnTo>
                    <a:pt x="6" y="1293"/>
                  </a:lnTo>
                  <a:lnTo>
                    <a:pt x="7" y="1293"/>
                  </a:lnTo>
                  <a:lnTo>
                    <a:pt x="7" y="1292"/>
                  </a:lnTo>
                  <a:lnTo>
                    <a:pt x="7" y="1292"/>
                  </a:lnTo>
                  <a:lnTo>
                    <a:pt x="8" y="1292"/>
                  </a:lnTo>
                  <a:lnTo>
                    <a:pt x="9" y="1292"/>
                  </a:lnTo>
                  <a:close/>
                  <a:moveTo>
                    <a:pt x="255" y="1257"/>
                  </a:moveTo>
                  <a:lnTo>
                    <a:pt x="256" y="1258"/>
                  </a:lnTo>
                  <a:lnTo>
                    <a:pt x="256" y="1258"/>
                  </a:lnTo>
                  <a:lnTo>
                    <a:pt x="257" y="1258"/>
                  </a:lnTo>
                  <a:lnTo>
                    <a:pt x="257" y="1258"/>
                  </a:lnTo>
                  <a:lnTo>
                    <a:pt x="258" y="1259"/>
                  </a:lnTo>
                  <a:lnTo>
                    <a:pt x="258" y="1259"/>
                  </a:lnTo>
                  <a:lnTo>
                    <a:pt x="258" y="1260"/>
                  </a:lnTo>
                  <a:lnTo>
                    <a:pt x="259" y="1262"/>
                  </a:lnTo>
                  <a:lnTo>
                    <a:pt x="259" y="1262"/>
                  </a:lnTo>
                  <a:lnTo>
                    <a:pt x="259" y="1263"/>
                  </a:lnTo>
                  <a:lnTo>
                    <a:pt x="260" y="1263"/>
                  </a:lnTo>
                  <a:lnTo>
                    <a:pt x="260" y="1263"/>
                  </a:lnTo>
                  <a:lnTo>
                    <a:pt x="259" y="1263"/>
                  </a:lnTo>
                  <a:lnTo>
                    <a:pt x="259" y="1265"/>
                  </a:lnTo>
                  <a:lnTo>
                    <a:pt x="259" y="1266"/>
                  </a:lnTo>
                  <a:lnTo>
                    <a:pt x="259" y="1268"/>
                  </a:lnTo>
                  <a:lnTo>
                    <a:pt x="259" y="1269"/>
                  </a:lnTo>
                  <a:lnTo>
                    <a:pt x="259" y="1269"/>
                  </a:lnTo>
                  <a:lnTo>
                    <a:pt x="259" y="1271"/>
                  </a:lnTo>
                  <a:lnTo>
                    <a:pt x="258" y="1272"/>
                  </a:lnTo>
                  <a:lnTo>
                    <a:pt x="259" y="1272"/>
                  </a:lnTo>
                  <a:lnTo>
                    <a:pt x="258" y="1272"/>
                  </a:lnTo>
                  <a:lnTo>
                    <a:pt x="259" y="1273"/>
                  </a:lnTo>
                  <a:lnTo>
                    <a:pt x="259" y="1274"/>
                  </a:lnTo>
                  <a:lnTo>
                    <a:pt x="259" y="1275"/>
                  </a:lnTo>
                  <a:lnTo>
                    <a:pt x="258" y="1275"/>
                  </a:lnTo>
                  <a:lnTo>
                    <a:pt x="258" y="1275"/>
                  </a:lnTo>
                  <a:lnTo>
                    <a:pt x="258" y="1275"/>
                  </a:lnTo>
                  <a:lnTo>
                    <a:pt x="258" y="1275"/>
                  </a:lnTo>
                  <a:lnTo>
                    <a:pt x="258" y="1275"/>
                  </a:lnTo>
                  <a:lnTo>
                    <a:pt x="258" y="1275"/>
                  </a:lnTo>
                  <a:lnTo>
                    <a:pt x="258" y="1274"/>
                  </a:lnTo>
                  <a:lnTo>
                    <a:pt x="257" y="1275"/>
                  </a:lnTo>
                  <a:lnTo>
                    <a:pt x="257" y="1275"/>
                  </a:lnTo>
                  <a:lnTo>
                    <a:pt x="258" y="1275"/>
                  </a:lnTo>
                  <a:lnTo>
                    <a:pt x="258" y="1276"/>
                  </a:lnTo>
                  <a:lnTo>
                    <a:pt x="257" y="1276"/>
                  </a:lnTo>
                  <a:lnTo>
                    <a:pt x="258" y="1276"/>
                  </a:lnTo>
                  <a:lnTo>
                    <a:pt x="258" y="1277"/>
                  </a:lnTo>
                  <a:lnTo>
                    <a:pt x="257" y="1277"/>
                  </a:lnTo>
                  <a:lnTo>
                    <a:pt x="257" y="1277"/>
                  </a:lnTo>
                  <a:lnTo>
                    <a:pt x="257" y="1276"/>
                  </a:lnTo>
                  <a:lnTo>
                    <a:pt x="257" y="1276"/>
                  </a:lnTo>
                  <a:lnTo>
                    <a:pt x="256" y="1277"/>
                  </a:lnTo>
                  <a:lnTo>
                    <a:pt x="257" y="1277"/>
                  </a:lnTo>
                  <a:lnTo>
                    <a:pt x="257" y="1278"/>
                  </a:lnTo>
                  <a:lnTo>
                    <a:pt x="256" y="1279"/>
                  </a:lnTo>
                  <a:lnTo>
                    <a:pt x="256" y="1279"/>
                  </a:lnTo>
                  <a:lnTo>
                    <a:pt x="255" y="1280"/>
                  </a:lnTo>
                  <a:lnTo>
                    <a:pt x="255" y="1280"/>
                  </a:lnTo>
                  <a:lnTo>
                    <a:pt x="254" y="1279"/>
                  </a:lnTo>
                  <a:lnTo>
                    <a:pt x="251" y="1280"/>
                  </a:lnTo>
                  <a:lnTo>
                    <a:pt x="250" y="1279"/>
                  </a:lnTo>
                  <a:lnTo>
                    <a:pt x="250" y="1279"/>
                  </a:lnTo>
                  <a:lnTo>
                    <a:pt x="248" y="1277"/>
                  </a:lnTo>
                  <a:lnTo>
                    <a:pt x="247" y="1277"/>
                  </a:lnTo>
                  <a:lnTo>
                    <a:pt x="246" y="1277"/>
                  </a:lnTo>
                  <a:lnTo>
                    <a:pt x="246" y="1276"/>
                  </a:lnTo>
                  <a:lnTo>
                    <a:pt x="246" y="1276"/>
                  </a:lnTo>
                  <a:lnTo>
                    <a:pt x="245" y="1275"/>
                  </a:lnTo>
                  <a:lnTo>
                    <a:pt x="245" y="1275"/>
                  </a:lnTo>
                  <a:lnTo>
                    <a:pt x="245" y="1275"/>
                  </a:lnTo>
                  <a:lnTo>
                    <a:pt x="245" y="1275"/>
                  </a:lnTo>
                  <a:lnTo>
                    <a:pt x="245" y="1275"/>
                  </a:lnTo>
                  <a:lnTo>
                    <a:pt x="244" y="1274"/>
                  </a:lnTo>
                  <a:lnTo>
                    <a:pt x="244" y="1273"/>
                  </a:lnTo>
                  <a:lnTo>
                    <a:pt x="244" y="1271"/>
                  </a:lnTo>
                  <a:lnTo>
                    <a:pt x="244" y="1271"/>
                  </a:lnTo>
                  <a:lnTo>
                    <a:pt x="244" y="1270"/>
                  </a:lnTo>
                  <a:lnTo>
                    <a:pt x="244" y="1269"/>
                  </a:lnTo>
                  <a:lnTo>
                    <a:pt x="244" y="1269"/>
                  </a:lnTo>
                  <a:lnTo>
                    <a:pt x="244" y="1268"/>
                  </a:lnTo>
                  <a:lnTo>
                    <a:pt x="245" y="1268"/>
                  </a:lnTo>
                  <a:lnTo>
                    <a:pt x="245" y="1267"/>
                  </a:lnTo>
                  <a:lnTo>
                    <a:pt x="245" y="1267"/>
                  </a:lnTo>
                  <a:lnTo>
                    <a:pt x="246" y="1267"/>
                  </a:lnTo>
                  <a:lnTo>
                    <a:pt x="246" y="1267"/>
                  </a:lnTo>
                  <a:lnTo>
                    <a:pt x="247" y="1267"/>
                  </a:lnTo>
                  <a:lnTo>
                    <a:pt x="248" y="1266"/>
                  </a:lnTo>
                  <a:lnTo>
                    <a:pt x="250" y="1266"/>
                  </a:lnTo>
                  <a:lnTo>
                    <a:pt x="251" y="1267"/>
                  </a:lnTo>
                  <a:lnTo>
                    <a:pt x="252" y="1267"/>
                  </a:lnTo>
                  <a:lnTo>
                    <a:pt x="252" y="1267"/>
                  </a:lnTo>
                  <a:lnTo>
                    <a:pt x="253" y="1266"/>
                  </a:lnTo>
                  <a:lnTo>
                    <a:pt x="253" y="1265"/>
                  </a:lnTo>
                  <a:lnTo>
                    <a:pt x="253" y="1264"/>
                  </a:lnTo>
                  <a:lnTo>
                    <a:pt x="252" y="1263"/>
                  </a:lnTo>
                  <a:lnTo>
                    <a:pt x="252" y="1263"/>
                  </a:lnTo>
                  <a:lnTo>
                    <a:pt x="252" y="1263"/>
                  </a:lnTo>
                  <a:lnTo>
                    <a:pt x="252" y="1262"/>
                  </a:lnTo>
                  <a:lnTo>
                    <a:pt x="253" y="1261"/>
                  </a:lnTo>
                  <a:lnTo>
                    <a:pt x="252" y="1261"/>
                  </a:lnTo>
                  <a:lnTo>
                    <a:pt x="252" y="1260"/>
                  </a:lnTo>
                  <a:lnTo>
                    <a:pt x="251" y="1259"/>
                  </a:lnTo>
                  <a:lnTo>
                    <a:pt x="252" y="1259"/>
                  </a:lnTo>
                  <a:lnTo>
                    <a:pt x="253" y="1259"/>
                  </a:lnTo>
                  <a:lnTo>
                    <a:pt x="253" y="1258"/>
                  </a:lnTo>
                  <a:lnTo>
                    <a:pt x="253" y="1258"/>
                  </a:lnTo>
                  <a:lnTo>
                    <a:pt x="254" y="1258"/>
                  </a:lnTo>
                  <a:lnTo>
                    <a:pt x="255" y="1258"/>
                  </a:lnTo>
                  <a:lnTo>
                    <a:pt x="255" y="1257"/>
                  </a:lnTo>
                  <a:lnTo>
                    <a:pt x="255" y="1257"/>
                  </a:lnTo>
                  <a:close/>
                  <a:moveTo>
                    <a:pt x="17" y="1255"/>
                  </a:moveTo>
                  <a:lnTo>
                    <a:pt x="17" y="1256"/>
                  </a:lnTo>
                  <a:lnTo>
                    <a:pt x="19" y="1255"/>
                  </a:lnTo>
                  <a:lnTo>
                    <a:pt x="19" y="1256"/>
                  </a:lnTo>
                  <a:lnTo>
                    <a:pt x="20" y="1256"/>
                  </a:lnTo>
                  <a:lnTo>
                    <a:pt x="20" y="1257"/>
                  </a:lnTo>
                  <a:lnTo>
                    <a:pt x="21" y="1257"/>
                  </a:lnTo>
                  <a:lnTo>
                    <a:pt x="22" y="1257"/>
                  </a:lnTo>
                  <a:lnTo>
                    <a:pt x="22" y="1257"/>
                  </a:lnTo>
                  <a:lnTo>
                    <a:pt x="24" y="1257"/>
                  </a:lnTo>
                  <a:lnTo>
                    <a:pt x="24" y="1257"/>
                  </a:lnTo>
                  <a:lnTo>
                    <a:pt x="24" y="1258"/>
                  </a:lnTo>
                  <a:lnTo>
                    <a:pt x="24" y="1258"/>
                  </a:lnTo>
                  <a:lnTo>
                    <a:pt x="24" y="1257"/>
                  </a:lnTo>
                  <a:lnTo>
                    <a:pt x="25" y="1257"/>
                  </a:lnTo>
                  <a:lnTo>
                    <a:pt x="25" y="1257"/>
                  </a:lnTo>
                  <a:lnTo>
                    <a:pt x="25" y="1258"/>
                  </a:lnTo>
                  <a:lnTo>
                    <a:pt x="24" y="1258"/>
                  </a:lnTo>
                  <a:lnTo>
                    <a:pt x="24" y="1258"/>
                  </a:lnTo>
                  <a:lnTo>
                    <a:pt x="24" y="1258"/>
                  </a:lnTo>
                  <a:lnTo>
                    <a:pt x="23" y="1258"/>
                  </a:lnTo>
                  <a:lnTo>
                    <a:pt x="23" y="1259"/>
                  </a:lnTo>
                  <a:lnTo>
                    <a:pt x="24" y="1259"/>
                  </a:lnTo>
                  <a:lnTo>
                    <a:pt x="25" y="1259"/>
                  </a:lnTo>
                  <a:lnTo>
                    <a:pt x="26" y="1259"/>
                  </a:lnTo>
                  <a:lnTo>
                    <a:pt x="26" y="1260"/>
                  </a:lnTo>
                  <a:lnTo>
                    <a:pt x="27" y="1260"/>
                  </a:lnTo>
                  <a:lnTo>
                    <a:pt x="28" y="1259"/>
                  </a:lnTo>
                  <a:lnTo>
                    <a:pt x="28" y="1260"/>
                  </a:lnTo>
                  <a:lnTo>
                    <a:pt x="28" y="1260"/>
                  </a:lnTo>
                  <a:lnTo>
                    <a:pt x="29" y="1259"/>
                  </a:lnTo>
                  <a:lnTo>
                    <a:pt x="29" y="1259"/>
                  </a:lnTo>
                  <a:lnTo>
                    <a:pt x="29" y="1260"/>
                  </a:lnTo>
                  <a:lnTo>
                    <a:pt x="30" y="1260"/>
                  </a:lnTo>
                  <a:lnTo>
                    <a:pt x="30" y="1260"/>
                  </a:lnTo>
                  <a:lnTo>
                    <a:pt x="30" y="1260"/>
                  </a:lnTo>
                  <a:lnTo>
                    <a:pt x="31" y="1261"/>
                  </a:lnTo>
                  <a:lnTo>
                    <a:pt x="32" y="1261"/>
                  </a:lnTo>
                  <a:lnTo>
                    <a:pt x="32" y="1261"/>
                  </a:lnTo>
                  <a:lnTo>
                    <a:pt x="32" y="1262"/>
                  </a:lnTo>
                  <a:lnTo>
                    <a:pt x="33" y="1262"/>
                  </a:lnTo>
                  <a:lnTo>
                    <a:pt x="33" y="1263"/>
                  </a:lnTo>
                  <a:lnTo>
                    <a:pt x="33" y="1263"/>
                  </a:lnTo>
                  <a:lnTo>
                    <a:pt x="33" y="1263"/>
                  </a:lnTo>
                  <a:lnTo>
                    <a:pt x="33" y="1263"/>
                  </a:lnTo>
                  <a:lnTo>
                    <a:pt x="32" y="1263"/>
                  </a:lnTo>
                  <a:lnTo>
                    <a:pt x="32" y="1262"/>
                  </a:lnTo>
                  <a:lnTo>
                    <a:pt x="32" y="1262"/>
                  </a:lnTo>
                  <a:lnTo>
                    <a:pt x="30" y="1262"/>
                  </a:lnTo>
                  <a:lnTo>
                    <a:pt x="29" y="1262"/>
                  </a:lnTo>
                  <a:lnTo>
                    <a:pt x="29" y="1262"/>
                  </a:lnTo>
                  <a:lnTo>
                    <a:pt x="28" y="1262"/>
                  </a:lnTo>
                  <a:lnTo>
                    <a:pt x="27" y="1262"/>
                  </a:lnTo>
                  <a:lnTo>
                    <a:pt x="26" y="1261"/>
                  </a:lnTo>
                  <a:lnTo>
                    <a:pt x="26" y="1261"/>
                  </a:lnTo>
                  <a:lnTo>
                    <a:pt x="26" y="1261"/>
                  </a:lnTo>
                  <a:lnTo>
                    <a:pt x="25" y="1261"/>
                  </a:lnTo>
                  <a:lnTo>
                    <a:pt x="24" y="1263"/>
                  </a:lnTo>
                  <a:lnTo>
                    <a:pt x="24" y="1263"/>
                  </a:lnTo>
                  <a:lnTo>
                    <a:pt x="23" y="1263"/>
                  </a:lnTo>
                  <a:lnTo>
                    <a:pt x="23" y="1264"/>
                  </a:lnTo>
                  <a:lnTo>
                    <a:pt x="23" y="1264"/>
                  </a:lnTo>
                  <a:lnTo>
                    <a:pt x="24" y="1264"/>
                  </a:lnTo>
                  <a:lnTo>
                    <a:pt x="24" y="1264"/>
                  </a:lnTo>
                  <a:lnTo>
                    <a:pt x="24" y="1264"/>
                  </a:lnTo>
                  <a:lnTo>
                    <a:pt x="25" y="1264"/>
                  </a:lnTo>
                  <a:lnTo>
                    <a:pt x="26" y="1264"/>
                  </a:lnTo>
                  <a:lnTo>
                    <a:pt x="27" y="1264"/>
                  </a:lnTo>
                  <a:lnTo>
                    <a:pt x="27" y="1264"/>
                  </a:lnTo>
                  <a:lnTo>
                    <a:pt x="28" y="1264"/>
                  </a:lnTo>
                  <a:lnTo>
                    <a:pt x="28" y="1264"/>
                  </a:lnTo>
                  <a:lnTo>
                    <a:pt x="28" y="1266"/>
                  </a:lnTo>
                  <a:lnTo>
                    <a:pt x="28" y="1266"/>
                  </a:lnTo>
                  <a:lnTo>
                    <a:pt x="28" y="1267"/>
                  </a:lnTo>
                  <a:lnTo>
                    <a:pt x="28" y="1267"/>
                  </a:lnTo>
                  <a:lnTo>
                    <a:pt x="27" y="1267"/>
                  </a:lnTo>
                  <a:lnTo>
                    <a:pt x="27" y="1267"/>
                  </a:lnTo>
                  <a:lnTo>
                    <a:pt x="27" y="1266"/>
                  </a:lnTo>
                  <a:lnTo>
                    <a:pt x="27" y="1267"/>
                  </a:lnTo>
                  <a:lnTo>
                    <a:pt x="26" y="1267"/>
                  </a:lnTo>
                  <a:lnTo>
                    <a:pt x="26" y="1267"/>
                  </a:lnTo>
                  <a:lnTo>
                    <a:pt x="26" y="1267"/>
                  </a:lnTo>
                  <a:lnTo>
                    <a:pt x="26" y="1267"/>
                  </a:lnTo>
                  <a:lnTo>
                    <a:pt x="25" y="1267"/>
                  </a:lnTo>
                  <a:lnTo>
                    <a:pt x="25" y="1267"/>
                  </a:lnTo>
                  <a:lnTo>
                    <a:pt x="24" y="1267"/>
                  </a:lnTo>
                  <a:lnTo>
                    <a:pt x="24" y="1267"/>
                  </a:lnTo>
                  <a:lnTo>
                    <a:pt x="24" y="1267"/>
                  </a:lnTo>
                  <a:lnTo>
                    <a:pt x="23" y="1267"/>
                  </a:lnTo>
                  <a:lnTo>
                    <a:pt x="23" y="1268"/>
                  </a:lnTo>
                  <a:lnTo>
                    <a:pt x="23" y="1268"/>
                  </a:lnTo>
                  <a:lnTo>
                    <a:pt x="22" y="1267"/>
                  </a:lnTo>
                  <a:lnTo>
                    <a:pt x="21" y="1267"/>
                  </a:lnTo>
                  <a:lnTo>
                    <a:pt x="21" y="1268"/>
                  </a:lnTo>
                  <a:lnTo>
                    <a:pt x="20" y="1268"/>
                  </a:lnTo>
                  <a:lnTo>
                    <a:pt x="19" y="1267"/>
                  </a:lnTo>
                  <a:lnTo>
                    <a:pt x="19" y="1267"/>
                  </a:lnTo>
                  <a:lnTo>
                    <a:pt x="20" y="1267"/>
                  </a:lnTo>
                  <a:lnTo>
                    <a:pt x="20" y="1266"/>
                  </a:lnTo>
                  <a:lnTo>
                    <a:pt x="19" y="1266"/>
                  </a:lnTo>
                  <a:lnTo>
                    <a:pt x="19" y="1265"/>
                  </a:lnTo>
                  <a:lnTo>
                    <a:pt x="18" y="1265"/>
                  </a:lnTo>
                  <a:lnTo>
                    <a:pt x="18" y="1264"/>
                  </a:lnTo>
                  <a:lnTo>
                    <a:pt x="18" y="1263"/>
                  </a:lnTo>
                  <a:lnTo>
                    <a:pt x="19" y="1263"/>
                  </a:lnTo>
                  <a:lnTo>
                    <a:pt x="19" y="1264"/>
                  </a:lnTo>
                  <a:lnTo>
                    <a:pt x="19" y="1264"/>
                  </a:lnTo>
                  <a:lnTo>
                    <a:pt x="19" y="1264"/>
                  </a:lnTo>
                  <a:lnTo>
                    <a:pt x="20" y="1264"/>
                  </a:lnTo>
                  <a:lnTo>
                    <a:pt x="20" y="1264"/>
                  </a:lnTo>
                  <a:lnTo>
                    <a:pt x="21" y="1264"/>
                  </a:lnTo>
                  <a:lnTo>
                    <a:pt x="21" y="1263"/>
                  </a:lnTo>
                  <a:lnTo>
                    <a:pt x="21" y="1263"/>
                  </a:lnTo>
                  <a:lnTo>
                    <a:pt x="22" y="1263"/>
                  </a:lnTo>
                  <a:lnTo>
                    <a:pt x="20" y="1262"/>
                  </a:lnTo>
                  <a:lnTo>
                    <a:pt x="20" y="1262"/>
                  </a:lnTo>
                  <a:lnTo>
                    <a:pt x="20" y="1263"/>
                  </a:lnTo>
                  <a:lnTo>
                    <a:pt x="20" y="1263"/>
                  </a:lnTo>
                  <a:lnTo>
                    <a:pt x="19" y="1262"/>
                  </a:lnTo>
                  <a:lnTo>
                    <a:pt x="18" y="1262"/>
                  </a:lnTo>
                  <a:lnTo>
                    <a:pt x="17" y="1261"/>
                  </a:lnTo>
                  <a:lnTo>
                    <a:pt x="17" y="1261"/>
                  </a:lnTo>
                  <a:lnTo>
                    <a:pt x="16" y="1261"/>
                  </a:lnTo>
                  <a:lnTo>
                    <a:pt x="16" y="1261"/>
                  </a:lnTo>
                  <a:lnTo>
                    <a:pt x="15" y="1261"/>
                  </a:lnTo>
                  <a:lnTo>
                    <a:pt x="15" y="1261"/>
                  </a:lnTo>
                  <a:lnTo>
                    <a:pt x="15" y="1260"/>
                  </a:lnTo>
                  <a:lnTo>
                    <a:pt x="15" y="1260"/>
                  </a:lnTo>
                  <a:lnTo>
                    <a:pt x="15" y="1259"/>
                  </a:lnTo>
                  <a:lnTo>
                    <a:pt x="16" y="1260"/>
                  </a:lnTo>
                  <a:lnTo>
                    <a:pt x="16" y="1258"/>
                  </a:lnTo>
                  <a:lnTo>
                    <a:pt x="17" y="1258"/>
                  </a:lnTo>
                  <a:lnTo>
                    <a:pt x="18" y="1258"/>
                  </a:lnTo>
                  <a:lnTo>
                    <a:pt x="17" y="1257"/>
                  </a:lnTo>
                  <a:lnTo>
                    <a:pt x="17" y="1257"/>
                  </a:lnTo>
                  <a:lnTo>
                    <a:pt x="17" y="1256"/>
                  </a:lnTo>
                  <a:lnTo>
                    <a:pt x="17" y="1255"/>
                  </a:lnTo>
                  <a:lnTo>
                    <a:pt x="17" y="1255"/>
                  </a:lnTo>
                  <a:close/>
                  <a:moveTo>
                    <a:pt x="54" y="1240"/>
                  </a:moveTo>
                  <a:lnTo>
                    <a:pt x="54" y="1240"/>
                  </a:lnTo>
                  <a:lnTo>
                    <a:pt x="54" y="1241"/>
                  </a:lnTo>
                  <a:lnTo>
                    <a:pt x="54" y="1241"/>
                  </a:lnTo>
                  <a:lnTo>
                    <a:pt x="54" y="1241"/>
                  </a:lnTo>
                  <a:lnTo>
                    <a:pt x="55" y="1241"/>
                  </a:lnTo>
                  <a:lnTo>
                    <a:pt x="55" y="1241"/>
                  </a:lnTo>
                  <a:lnTo>
                    <a:pt x="54" y="1242"/>
                  </a:lnTo>
                  <a:lnTo>
                    <a:pt x="54" y="1242"/>
                  </a:lnTo>
                  <a:lnTo>
                    <a:pt x="54" y="1242"/>
                  </a:lnTo>
                  <a:lnTo>
                    <a:pt x="53" y="1242"/>
                  </a:lnTo>
                  <a:lnTo>
                    <a:pt x="52" y="1242"/>
                  </a:lnTo>
                  <a:lnTo>
                    <a:pt x="52" y="1241"/>
                  </a:lnTo>
                  <a:lnTo>
                    <a:pt x="53" y="1241"/>
                  </a:lnTo>
                  <a:lnTo>
                    <a:pt x="53" y="1241"/>
                  </a:lnTo>
                  <a:lnTo>
                    <a:pt x="54" y="1241"/>
                  </a:lnTo>
                  <a:lnTo>
                    <a:pt x="53" y="1240"/>
                  </a:lnTo>
                  <a:lnTo>
                    <a:pt x="54" y="1240"/>
                  </a:lnTo>
                  <a:close/>
                  <a:moveTo>
                    <a:pt x="50" y="1240"/>
                  </a:moveTo>
                  <a:lnTo>
                    <a:pt x="50" y="1240"/>
                  </a:lnTo>
                  <a:lnTo>
                    <a:pt x="50" y="1240"/>
                  </a:lnTo>
                  <a:lnTo>
                    <a:pt x="51" y="1240"/>
                  </a:lnTo>
                  <a:lnTo>
                    <a:pt x="51" y="1240"/>
                  </a:lnTo>
                  <a:lnTo>
                    <a:pt x="51" y="1240"/>
                  </a:lnTo>
                  <a:lnTo>
                    <a:pt x="51" y="1241"/>
                  </a:lnTo>
                  <a:lnTo>
                    <a:pt x="52" y="1241"/>
                  </a:lnTo>
                  <a:lnTo>
                    <a:pt x="52" y="1242"/>
                  </a:lnTo>
                  <a:lnTo>
                    <a:pt x="51" y="1243"/>
                  </a:lnTo>
                  <a:lnTo>
                    <a:pt x="50" y="1243"/>
                  </a:lnTo>
                  <a:lnTo>
                    <a:pt x="50" y="1243"/>
                  </a:lnTo>
                  <a:lnTo>
                    <a:pt x="50" y="1242"/>
                  </a:lnTo>
                  <a:lnTo>
                    <a:pt x="49" y="1242"/>
                  </a:lnTo>
                  <a:lnTo>
                    <a:pt x="49" y="1241"/>
                  </a:lnTo>
                  <a:lnTo>
                    <a:pt x="49" y="1241"/>
                  </a:lnTo>
                  <a:lnTo>
                    <a:pt x="49" y="1241"/>
                  </a:lnTo>
                  <a:lnTo>
                    <a:pt x="49" y="1241"/>
                  </a:lnTo>
                  <a:lnTo>
                    <a:pt x="49" y="1240"/>
                  </a:lnTo>
                  <a:lnTo>
                    <a:pt x="50" y="1240"/>
                  </a:lnTo>
                  <a:lnTo>
                    <a:pt x="50" y="1240"/>
                  </a:lnTo>
                  <a:lnTo>
                    <a:pt x="50" y="1240"/>
                  </a:lnTo>
                  <a:lnTo>
                    <a:pt x="50" y="1240"/>
                  </a:lnTo>
                  <a:close/>
                  <a:moveTo>
                    <a:pt x="58" y="1232"/>
                  </a:moveTo>
                  <a:lnTo>
                    <a:pt x="58" y="1232"/>
                  </a:lnTo>
                  <a:lnTo>
                    <a:pt x="58" y="1232"/>
                  </a:lnTo>
                  <a:lnTo>
                    <a:pt x="59" y="1232"/>
                  </a:lnTo>
                  <a:lnTo>
                    <a:pt x="58" y="1232"/>
                  </a:lnTo>
                  <a:lnTo>
                    <a:pt x="58" y="1233"/>
                  </a:lnTo>
                  <a:lnTo>
                    <a:pt x="58" y="1233"/>
                  </a:lnTo>
                  <a:lnTo>
                    <a:pt x="58" y="1234"/>
                  </a:lnTo>
                  <a:lnTo>
                    <a:pt x="59" y="1235"/>
                  </a:lnTo>
                  <a:lnTo>
                    <a:pt x="59" y="1235"/>
                  </a:lnTo>
                  <a:lnTo>
                    <a:pt x="59" y="1236"/>
                  </a:lnTo>
                  <a:lnTo>
                    <a:pt x="59" y="1236"/>
                  </a:lnTo>
                  <a:lnTo>
                    <a:pt x="59" y="1236"/>
                  </a:lnTo>
                  <a:lnTo>
                    <a:pt x="57" y="1236"/>
                  </a:lnTo>
                  <a:lnTo>
                    <a:pt x="57" y="1237"/>
                  </a:lnTo>
                  <a:lnTo>
                    <a:pt x="57" y="1237"/>
                  </a:lnTo>
                  <a:lnTo>
                    <a:pt x="57" y="1238"/>
                  </a:lnTo>
                  <a:lnTo>
                    <a:pt x="57" y="1238"/>
                  </a:lnTo>
                  <a:lnTo>
                    <a:pt x="57" y="1238"/>
                  </a:lnTo>
                  <a:lnTo>
                    <a:pt x="56" y="1238"/>
                  </a:lnTo>
                  <a:lnTo>
                    <a:pt x="55" y="1238"/>
                  </a:lnTo>
                  <a:lnTo>
                    <a:pt x="55" y="1238"/>
                  </a:lnTo>
                  <a:lnTo>
                    <a:pt x="55" y="1238"/>
                  </a:lnTo>
                  <a:lnTo>
                    <a:pt x="55" y="1237"/>
                  </a:lnTo>
                  <a:lnTo>
                    <a:pt x="54" y="1237"/>
                  </a:lnTo>
                  <a:lnTo>
                    <a:pt x="54" y="1237"/>
                  </a:lnTo>
                  <a:lnTo>
                    <a:pt x="54" y="1237"/>
                  </a:lnTo>
                  <a:lnTo>
                    <a:pt x="54" y="1237"/>
                  </a:lnTo>
                  <a:lnTo>
                    <a:pt x="53" y="1237"/>
                  </a:lnTo>
                  <a:lnTo>
                    <a:pt x="52" y="1237"/>
                  </a:lnTo>
                  <a:lnTo>
                    <a:pt x="51" y="1237"/>
                  </a:lnTo>
                  <a:lnTo>
                    <a:pt x="51" y="1237"/>
                  </a:lnTo>
                  <a:lnTo>
                    <a:pt x="51" y="1236"/>
                  </a:lnTo>
                  <a:lnTo>
                    <a:pt x="51" y="1236"/>
                  </a:lnTo>
                  <a:lnTo>
                    <a:pt x="51" y="1236"/>
                  </a:lnTo>
                  <a:lnTo>
                    <a:pt x="52" y="1235"/>
                  </a:lnTo>
                  <a:lnTo>
                    <a:pt x="52" y="1235"/>
                  </a:lnTo>
                  <a:lnTo>
                    <a:pt x="53" y="1235"/>
                  </a:lnTo>
                  <a:lnTo>
                    <a:pt x="53" y="1235"/>
                  </a:lnTo>
                  <a:lnTo>
                    <a:pt x="54" y="1234"/>
                  </a:lnTo>
                  <a:lnTo>
                    <a:pt x="54" y="1235"/>
                  </a:lnTo>
                  <a:lnTo>
                    <a:pt x="54" y="1235"/>
                  </a:lnTo>
                  <a:lnTo>
                    <a:pt x="54" y="1236"/>
                  </a:lnTo>
                  <a:lnTo>
                    <a:pt x="55" y="1236"/>
                  </a:lnTo>
                  <a:lnTo>
                    <a:pt x="55" y="1235"/>
                  </a:lnTo>
                  <a:lnTo>
                    <a:pt x="56" y="1235"/>
                  </a:lnTo>
                  <a:lnTo>
                    <a:pt x="56" y="1237"/>
                  </a:lnTo>
                  <a:lnTo>
                    <a:pt x="55" y="1237"/>
                  </a:lnTo>
                  <a:lnTo>
                    <a:pt x="56" y="1237"/>
                  </a:lnTo>
                  <a:lnTo>
                    <a:pt x="56" y="1236"/>
                  </a:lnTo>
                  <a:lnTo>
                    <a:pt x="57" y="1236"/>
                  </a:lnTo>
                  <a:lnTo>
                    <a:pt x="56" y="1236"/>
                  </a:lnTo>
                  <a:lnTo>
                    <a:pt x="56" y="1235"/>
                  </a:lnTo>
                  <a:lnTo>
                    <a:pt x="55" y="1235"/>
                  </a:lnTo>
                  <a:lnTo>
                    <a:pt x="54" y="1234"/>
                  </a:lnTo>
                  <a:lnTo>
                    <a:pt x="54" y="1234"/>
                  </a:lnTo>
                  <a:lnTo>
                    <a:pt x="54" y="1234"/>
                  </a:lnTo>
                  <a:lnTo>
                    <a:pt x="54" y="1234"/>
                  </a:lnTo>
                  <a:lnTo>
                    <a:pt x="54" y="1234"/>
                  </a:lnTo>
                  <a:lnTo>
                    <a:pt x="54" y="1233"/>
                  </a:lnTo>
                  <a:lnTo>
                    <a:pt x="54" y="1233"/>
                  </a:lnTo>
                  <a:lnTo>
                    <a:pt x="55" y="1233"/>
                  </a:lnTo>
                  <a:lnTo>
                    <a:pt x="55" y="1233"/>
                  </a:lnTo>
                  <a:lnTo>
                    <a:pt x="55" y="1233"/>
                  </a:lnTo>
                  <a:lnTo>
                    <a:pt x="56" y="1232"/>
                  </a:lnTo>
                  <a:lnTo>
                    <a:pt x="56" y="1232"/>
                  </a:lnTo>
                  <a:lnTo>
                    <a:pt x="57" y="1232"/>
                  </a:lnTo>
                  <a:lnTo>
                    <a:pt x="57" y="1232"/>
                  </a:lnTo>
                  <a:lnTo>
                    <a:pt x="58" y="1232"/>
                  </a:lnTo>
                  <a:lnTo>
                    <a:pt x="58" y="1232"/>
                  </a:lnTo>
                  <a:close/>
                  <a:moveTo>
                    <a:pt x="37" y="1222"/>
                  </a:moveTo>
                  <a:lnTo>
                    <a:pt x="38" y="1223"/>
                  </a:lnTo>
                  <a:lnTo>
                    <a:pt x="38" y="1223"/>
                  </a:lnTo>
                  <a:lnTo>
                    <a:pt x="38" y="1223"/>
                  </a:lnTo>
                  <a:lnTo>
                    <a:pt x="38" y="1223"/>
                  </a:lnTo>
                  <a:lnTo>
                    <a:pt x="38" y="1224"/>
                  </a:lnTo>
                  <a:lnTo>
                    <a:pt x="38" y="1224"/>
                  </a:lnTo>
                  <a:lnTo>
                    <a:pt x="38" y="1225"/>
                  </a:lnTo>
                  <a:lnTo>
                    <a:pt x="39" y="1226"/>
                  </a:lnTo>
                  <a:lnTo>
                    <a:pt x="41" y="1226"/>
                  </a:lnTo>
                  <a:lnTo>
                    <a:pt x="42" y="1227"/>
                  </a:lnTo>
                  <a:lnTo>
                    <a:pt x="41" y="1228"/>
                  </a:lnTo>
                  <a:lnTo>
                    <a:pt x="41" y="1228"/>
                  </a:lnTo>
                  <a:lnTo>
                    <a:pt x="42" y="1228"/>
                  </a:lnTo>
                  <a:lnTo>
                    <a:pt x="42" y="1228"/>
                  </a:lnTo>
                  <a:lnTo>
                    <a:pt x="41" y="1228"/>
                  </a:lnTo>
                  <a:lnTo>
                    <a:pt x="42" y="1228"/>
                  </a:lnTo>
                  <a:lnTo>
                    <a:pt x="41" y="1228"/>
                  </a:lnTo>
                  <a:lnTo>
                    <a:pt x="41" y="1228"/>
                  </a:lnTo>
                  <a:lnTo>
                    <a:pt x="41" y="1229"/>
                  </a:lnTo>
                  <a:lnTo>
                    <a:pt x="41" y="1229"/>
                  </a:lnTo>
                  <a:lnTo>
                    <a:pt x="41" y="1229"/>
                  </a:lnTo>
                  <a:lnTo>
                    <a:pt x="41" y="1229"/>
                  </a:lnTo>
                  <a:lnTo>
                    <a:pt x="41" y="1230"/>
                  </a:lnTo>
                  <a:lnTo>
                    <a:pt x="41" y="1231"/>
                  </a:lnTo>
                  <a:lnTo>
                    <a:pt x="41" y="1231"/>
                  </a:lnTo>
                  <a:lnTo>
                    <a:pt x="40" y="1231"/>
                  </a:lnTo>
                  <a:lnTo>
                    <a:pt x="39" y="1232"/>
                  </a:lnTo>
                  <a:lnTo>
                    <a:pt x="39" y="1232"/>
                  </a:lnTo>
                  <a:lnTo>
                    <a:pt x="38" y="1232"/>
                  </a:lnTo>
                  <a:lnTo>
                    <a:pt x="37" y="1232"/>
                  </a:lnTo>
                  <a:lnTo>
                    <a:pt x="37" y="1232"/>
                  </a:lnTo>
                  <a:lnTo>
                    <a:pt x="37" y="1233"/>
                  </a:lnTo>
                  <a:lnTo>
                    <a:pt x="37" y="1233"/>
                  </a:lnTo>
                  <a:lnTo>
                    <a:pt x="37" y="1234"/>
                  </a:lnTo>
                  <a:lnTo>
                    <a:pt x="38" y="1234"/>
                  </a:lnTo>
                  <a:lnTo>
                    <a:pt x="40" y="1235"/>
                  </a:lnTo>
                  <a:lnTo>
                    <a:pt x="40" y="1235"/>
                  </a:lnTo>
                  <a:lnTo>
                    <a:pt x="40" y="1235"/>
                  </a:lnTo>
                  <a:lnTo>
                    <a:pt x="40" y="1236"/>
                  </a:lnTo>
                  <a:lnTo>
                    <a:pt x="41" y="1237"/>
                  </a:lnTo>
                  <a:lnTo>
                    <a:pt x="41" y="1237"/>
                  </a:lnTo>
                  <a:lnTo>
                    <a:pt x="41" y="1236"/>
                  </a:lnTo>
                  <a:lnTo>
                    <a:pt x="41" y="1236"/>
                  </a:lnTo>
                  <a:lnTo>
                    <a:pt x="41" y="1236"/>
                  </a:lnTo>
                  <a:lnTo>
                    <a:pt x="42" y="1236"/>
                  </a:lnTo>
                  <a:lnTo>
                    <a:pt x="42" y="1237"/>
                  </a:lnTo>
                  <a:lnTo>
                    <a:pt x="43" y="1237"/>
                  </a:lnTo>
                  <a:lnTo>
                    <a:pt x="43" y="1237"/>
                  </a:lnTo>
                  <a:lnTo>
                    <a:pt x="43" y="1237"/>
                  </a:lnTo>
                  <a:lnTo>
                    <a:pt x="44" y="1237"/>
                  </a:lnTo>
                  <a:lnTo>
                    <a:pt x="44" y="1237"/>
                  </a:lnTo>
                  <a:lnTo>
                    <a:pt x="44" y="1237"/>
                  </a:lnTo>
                  <a:lnTo>
                    <a:pt x="44" y="1237"/>
                  </a:lnTo>
                  <a:lnTo>
                    <a:pt x="44" y="1237"/>
                  </a:lnTo>
                  <a:lnTo>
                    <a:pt x="44" y="1237"/>
                  </a:lnTo>
                  <a:lnTo>
                    <a:pt x="45" y="1237"/>
                  </a:lnTo>
                  <a:lnTo>
                    <a:pt x="45" y="1237"/>
                  </a:lnTo>
                  <a:lnTo>
                    <a:pt x="46" y="1238"/>
                  </a:lnTo>
                  <a:lnTo>
                    <a:pt x="46" y="1239"/>
                  </a:lnTo>
                  <a:lnTo>
                    <a:pt x="46" y="1239"/>
                  </a:lnTo>
                  <a:lnTo>
                    <a:pt x="46" y="1239"/>
                  </a:lnTo>
                  <a:lnTo>
                    <a:pt x="46" y="1239"/>
                  </a:lnTo>
                  <a:lnTo>
                    <a:pt x="46" y="1239"/>
                  </a:lnTo>
                  <a:lnTo>
                    <a:pt x="46" y="1238"/>
                  </a:lnTo>
                  <a:lnTo>
                    <a:pt x="46" y="1238"/>
                  </a:lnTo>
                  <a:lnTo>
                    <a:pt x="46" y="1238"/>
                  </a:lnTo>
                  <a:lnTo>
                    <a:pt x="46" y="1238"/>
                  </a:lnTo>
                  <a:lnTo>
                    <a:pt x="47" y="1238"/>
                  </a:lnTo>
                  <a:lnTo>
                    <a:pt x="48" y="1238"/>
                  </a:lnTo>
                  <a:lnTo>
                    <a:pt x="48" y="1239"/>
                  </a:lnTo>
                  <a:lnTo>
                    <a:pt x="48" y="1239"/>
                  </a:lnTo>
                  <a:lnTo>
                    <a:pt x="48" y="1239"/>
                  </a:lnTo>
                  <a:lnTo>
                    <a:pt x="48" y="1239"/>
                  </a:lnTo>
                  <a:lnTo>
                    <a:pt x="47" y="1239"/>
                  </a:lnTo>
                  <a:lnTo>
                    <a:pt x="47" y="1239"/>
                  </a:lnTo>
                  <a:lnTo>
                    <a:pt x="48" y="1240"/>
                  </a:lnTo>
                  <a:lnTo>
                    <a:pt x="47" y="1240"/>
                  </a:lnTo>
                  <a:lnTo>
                    <a:pt x="47" y="1241"/>
                  </a:lnTo>
                  <a:lnTo>
                    <a:pt x="46" y="1241"/>
                  </a:lnTo>
                  <a:lnTo>
                    <a:pt x="46" y="1241"/>
                  </a:lnTo>
                  <a:lnTo>
                    <a:pt x="46" y="1240"/>
                  </a:lnTo>
                  <a:lnTo>
                    <a:pt x="46" y="1240"/>
                  </a:lnTo>
                  <a:lnTo>
                    <a:pt x="45" y="1240"/>
                  </a:lnTo>
                  <a:lnTo>
                    <a:pt x="45" y="1239"/>
                  </a:lnTo>
                  <a:lnTo>
                    <a:pt x="45" y="1239"/>
                  </a:lnTo>
                  <a:lnTo>
                    <a:pt x="45" y="1240"/>
                  </a:lnTo>
                  <a:lnTo>
                    <a:pt x="44" y="1240"/>
                  </a:lnTo>
                  <a:lnTo>
                    <a:pt x="43" y="1240"/>
                  </a:lnTo>
                  <a:lnTo>
                    <a:pt x="43" y="1240"/>
                  </a:lnTo>
                  <a:lnTo>
                    <a:pt x="43" y="1241"/>
                  </a:lnTo>
                  <a:lnTo>
                    <a:pt x="43" y="1241"/>
                  </a:lnTo>
                  <a:lnTo>
                    <a:pt x="43" y="1241"/>
                  </a:lnTo>
                  <a:lnTo>
                    <a:pt x="44" y="1241"/>
                  </a:lnTo>
                  <a:lnTo>
                    <a:pt x="45" y="1240"/>
                  </a:lnTo>
                  <a:lnTo>
                    <a:pt x="45" y="1240"/>
                  </a:lnTo>
                  <a:lnTo>
                    <a:pt x="45" y="1241"/>
                  </a:lnTo>
                  <a:lnTo>
                    <a:pt x="46" y="1241"/>
                  </a:lnTo>
                  <a:lnTo>
                    <a:pt x="46" y="1241"/>
                  </a:lnTo>
                  <a:lnTo>
                    <a:pt x="46" y="1241"/>
                  </a:lnTo>
                  <a:lnTo>
                    <a:pt x="46" y="1241"/>
                  </a:lnTo>
                  <a:lnTo>
                    <a:pt x="46" y="1241"/>
                  </a:lnTo>
                  <a:lnTo>
                    <a:pt x="46" y="1242"/>
                  </a:lnTo>
                  <a:lnTo>
                    <a:pt x="46" y="1242"/>
                  </a:lnTo>
                  <a:lnTo>
                    <a:pt x="47" y="1242"/>
                  </a:lnTo>
                  <a:lnTo>
                    <a:pt x="47" y="1242"/>
                  </a:lnTo>
                  <a:lnTo>
                    <a:pt x="48" y="1242"/>
                  </a:lnTo>
                  <a:lnTo>
                    <a:pt x="48" y="1243"/>
                  </a:lnTo>
                  <a:lnTo>
                    <a:pt x="49" y="1243"/>
                  </a:lnTo>
                  <a:lnTo>
                    <a:pt x="49" y="1243"/>
                  </a:lnTo>
                  <a:lnTo>
                    <a:pt x="49" y="1244"/>
                  </a:lnTo>
                  <a:lnTo>
                    <a:pt x="50" y="1244"/>
                  </a:lnTo>
                  <a:lnTo>
                    <a:pt x="50" y="1245"/>
                  </a:lnTo>
                  <a:lnTo>
                    <a:pt x="50" y="1245"/>
                  </a:lnTo>
                  <a:lnTo>
                    <a:pt x="49" y="1245"/>
                  </a:lnTo>
                  <a:lnTo>
                    <a:pt x="49" y="1246"/>
                  </a:lnTo>
                  <a:lnTo>
                    <a:pt x="49" y="1246"/>
                  </a:lnTo>
                  <a:lnTo>
                    <a:pt x="49" y="1246"/>
                  </a:lnTo>
                  <a:lnTo>
                    <a:pt x="50" y="1247"/>
                  </a:lnTo>
                  <a:lnTo>
                    <a:pt x="49" y="1247"/>
                  </a:lnTo>
                  <a:lnTo>
                    <a:pt x="48" y="1247"/>
                  </a:lnTo>
                  <a:lnTo>
                    <a:pt x="48" y="1246"/>
                  </a:lnTo>
                  <a:lnTo>
                    <a:pt x="47" y="1246"/>
                  </a:lnTo>
                  <a:lnTo>
                    <a:pt x="46" y="1246"/>
                  </a:lnTo>
                  <a:lnTo>
                    <a:pt x="46" y="1245"/>
                  </a:lnTo>
                  <a:lnTo>
                    <a:pt x="45" y="1245"/>
                  </a:lnTo>
                  <a:lnTo>
                    <a:pt x="45" y="1245"/>
                  </a:lnTo>
                  <a:lnTo>
                    <a:pt x="45" y="1246"/>
                  </a:lnTo>
                  <a:lnTo>
                    <a:pt x="45" y="1246"/>
                  </a:lnTo>
                  <a:lnTo>
                    <a:pt x="45" y="1246"/>
                  </a:lnTo>
                  <a:lnTo>
                    <a:pt x="45" y="1247"/>
                  </a:lnTo>
                  <a:lnTo>
                    <a:pt x="45" y="1247"/>
                  </a:lnTo>
                  <a:lnTo>
                    <a:pt x="45" y="1247"/>
                  </a:lnTo>
                  <a:lnTo>
                    <a:pt x="45" y="1248"/>
                  </a:lnTo>
                  <a:lnTo>
                    <a:pt x="45" y="1248"/>
                  </a:lnTo>
                  <a:lnTo>
                    <a:pt x="43" y="1248"/>
                  </a:lnTo>
                  <a:lnTo>
                    <a:pt x="43" y="1249"/>
                  </a:lnTo>
                  <a:lnTo>
                    <a:pt x="42" y="1249"/>
                  </a:lnTo>
                  <a:lnTo>
                    <a:pt x="42" y="1249"/>
                  </a:lnTo>
                  <a:lnTo>
                    <a:pt x="42" y="1249"/>
                  </a:lnTo>
                  <a:lnTo>
                    <a:pt x="42" y="1249"/>
                  </a:lnTo>
                  <a:lnTo>
                    <a:pt x="42" y="1249"/>
                  </a:lnTo>
                  <a:lnTo>
                    <a:pt x="41" y="1249"/>
                  </a:lnTo>
                  <a:lnTo>
                    <a:pt x="41" y="1250"/>
                  </a:lnTo>
                  <a:lnTo>
                    <a:pt x="41" y="1250"/>
                  </a:lnTo>
                  <a:lnTo>
                    <a:pt x="42" y="1250"/>
                  </a:lnTo>
                  <a:lnTo>
                    <a:pt x="42" y="1250"/>
                  </a:lnTo>
                  <a:lnTo>
                    <a:pt x="42" y="1251"/>
                  </a:lnTo>
                  <a:lnTo>
                    <a:pt x="41" y="1251"/>
                  </a:lnTo>
                  <a:lnTo>
                    <a:pt x="41" y="1250"/>
                  </a:lnTo>
                  <a:lnTo>
                    <a:pt x="41" y="1250"/>
                  </a:lnTo>
                  <a:lnTo>
                    <a:pt x="41" y="1251"/>
                  </a:lnTo>
                  <a:lnTo>
                    <a:pt x="41" y="1252"/>
                  </a:lnTo>
                  <a:lnTo>
                    <a:pt x="41" y="1252"/>
                  </a:lnTo>
                  <a:lnTo>
                    <a:pt x="41" y="1253"/>
                  </a:lnTo>
                  <a:lnTo>
                    <a:pt x="41" y="1253"/>
                  </a:lnTo>
                  <a:lnTo>
                    <a:pt x="41" y="1252"/>
                  </a:lnTo>
                  <a:lnTo>
                    <a:pt x="40" y="1253"/>
                  </a:lnTo>
                  <a:lnTo>
                    <a:pt x="40" y="1252"/>
                  </a:lnTo>
                  <a:lnTo>
                    <a:pt x="40" y="1252"/>
                  </a:lnTo>
                  <a:lnTo>
                    <a:pt x="39" y="1252"/>
                  </a:lnTo>
                  <a:lnTo>
                    <a:pt x="39" y="1252"/>
                  </a:lnTo>
                  <a:lnTo>
                    <a:pt x="39" y="1252"/>
                  </a:lnTo>
                  <a:lnTo>
                    <a:pt x="38" y="1252"/>
                  </a:lnTo>
                  <a:lnTo>
                    <a:pt x="39" y="1253"/>
                  </a:lnTo>
                  <a:lnTo>
                    <a:pt x="40" y="1254"/>
                  </a:lnTo>
                  <a:lnTo>
                    <a:pt x="40" y="1254"/>
                  </a:lnTo>
                  <a:lnTo>
                    <a:pt x="41" y="1254"/>
                  </a:lnTo>
                  <a:lnTo>
                    <a:pt x="41" y="1255"/>
                  </a:lnTo>
                  <a:lnTo>
                    <a:pt x="40" y="1255"/>
                  </a:lnTo>
                  <a:lnTo>
                    <a:pt x="40" y="1256"/>
                  </a:lnTo>
                  <a:lnTo>
                    <a:pt x="39" y="1256"/>
                  </a:lnTo>
                  <a:lnTo>
                    <a:pt x="39" y="1256"/>
                  </a:lnTo>
                  <a:lnTo>
                    <a:pt x="38" y="1256"/>
                  </a:lnTo>
                  <a:lnTo>
                    <a:pt x="38" y="1255"/>
                  </a:lnTo>
                  <a:lnTo>
                    <a:pt x="37" y="1256"/>
                  </a:lnTo>
                  <a:lnTo>
                    <a:pt x="37" y="1256"/>
                  </a:lnTo>
                  <a:lnTo>
                    <a:pt x="37" y="1256"/>
                  </a:lnTo>
                  <a:lnTo>
                    <a:pt x="37" y="1257"/>
                  </a:lnTo>
                  <a:lnTo>
                    <a:pt x="37" y="1257"/>
                  </a:lnTo>
                  <a:lnTo>
                    <a:pt x="37" y="1258"/>
                  </a:lnTo>
                  <a:lnTo>
                    <a:pt x="36" y="1258"/>
                  </a:lnTo>
                  <a:lnTo>
                    <a:pt x="36" y="1257"/>
                  </a:lnTo>
                  <a:lnTo>
                    <a:pt x="34" y="1257"/>
                  </a:lnTo>
                  <a:lnTo>
                    <a:pt x="34" y="1257"/>
                  </a:lnTo>
                  <a:lnTo>
                    <a:pt x="33" y="1258"/>
                  </a:lnTo>
                  <a:lnTo>
                    <a:pt x="33" y="1258"/>
                  </a:lnTo>
                  <a:lnTo>
                    <a:pt x="33" y="1257"/>
                  </a:lnTo>
                  <a:lnTo>
                    <a:pt x="32" y="1257"/>
                  </a:lnTo>
                  <a:lnTo>
                    <a:pt x="32" y="1257"/>
                  </a:lnTo>
                  <a:lnTo>
                    <a:pt x="32" y="1258"/>
                  </a:lnTo>
                  <a:lnTo>
                    <a:pt x="32" y="1258"/>
                  </a:lnTo>
                  <a:lnTo>
                    <a:pt x="31" y="1258"/>
                  </a:lnTo>
                  <a:lnTo>
                    <a:pt x="31" y="1257"/>
                  </a:lnTo>
                  <a:lnTo>
                    <a:pt x="31" y="1257"/>
                  </a:lnTo>
                  <a:lnTo>
                    <a:pt x="31" y="1257"/>
                  </a:lnTo>
                  <a:lnTo>
                    <a:pt x="31" y="1256"/>
                  </a:lnTo>
                  <a:lnTo>
                    <a:pt x="31" y="1256"/>
                  </a:lnTo>
                  <a:lnTo>
                    <a:pt x="31" y="1255"/>
                  </a:lnTo>
                  <a:lnTo>
                    <a:pt x="32" y="1254"/>
                  </a:lnTo>
                  <a:lnTo>
                    <a:pt x="31" y="1254"/>
                  </a:lnTo>
                  <a:lnTo>
                    <a:pt x="31" y="1254"/>
                  </a:lnTo>
                  <a:lnTo>
                    <a:pt x="30" y="1254"/>
                  </a:lnTo>
                  <a:lnTo>
                    <a:pt x="30" y="1254"/>
                  </a:lnTo>
                  <a:lnTo>
                    <a:pt x="30" y="1254"/>
                  </a:lnTo>
                  <a:lnTo>
                    <a:pt x="29" y="1255"/>
                  </a:lnTo>
                  <a:lnTo>
                    <a:pt x="29" y="1255"/>
                  </a:lnTo>
                  <a:lnTo>
                    <a:pt x="29" y="1255"/>
                  </a:lnTo>
                  <a:lnTo>
                    <a:pt x="28" y="1255"/>
                  </a:lnTo>
                  <a:lnTo>
                    <a:pt x="28" y="1257"/>
                  </a:lnTo>
                  <a:lnTo>
                    <a:pt x="28" y="1257"/>
                  </a:lnTo>
                  <a:lnTo>
                    <a:pt x="27" y="1257"/>
                  </a:lnTo>
                  <a:lnTo>
                    <a:pt x="27" y="1257"/>
                  </a:lnTo>
                  <a:lnTo>
                    <a:pt x="26" y="1257"/>
                  </a:lnTo>
                  <a:lnTo>
                    <a:pt x="25" y="1257"/>
                  </a:lnTo>
                  <a:lnTo>
                    <a:pt x="25" y="1256"/>
                  </a:lnTo>
                  <a:lnTo>
                    <a:pt x="24" y="1257"/>
                  </a:lnTo>
                  <a:lnTo>
                    <a:pt x="23" y="1256"/>
                  </a:lnTo>
                  <a:lnTo>
                    <a:pt x="22" y="1256"/>
                  </a:lnTo>
                  <a:lnTo>
                    <a:pt x="21" y="1255"/>
                  </a:lnTo>
                  <a:lnTo>
                    <a:pt x="19" y="1255"/>
                  </a:lnTo>
                  <a:lnTo>
                    <a:pt x="19" y="1254"/>
                  </a:lnTo>
                  <a:lnTo>
                    <a:pt x="18" y="1254"/>
                  </a:lnTo>
                  <a:lnTo>
                    <a:pt x="18" y="1254"/>
                  </a:lnTo>
                  <a:lnTo>
                    <a:pt x="18" y="1253"/>
                  </a:lnTo>
                  <a:lnTo>
                    <a:pt x="19" y="1253"/>
                  </a:lnTo>
                  <a:lnTo>
                    <a:pt x="19" y="1253"/>
                  </a:lnTo>
                  <a:lnTo>
                    <a:pt x="19" y="1252"/>
                  </a:lnTo>
                  <a:lnTo>
                    <a:pt x="19" y="1250"/>
                  </a:lnTo>
                  <a:lnTo>
                    <a:pt x="20" y="1250"/>
                  </a:lnTo>
                  <a:lnTo>
                    <a:pt x="20" y="1249"/>
                  </a:lnTo>
                  <a:lnTo>
                    <a:pt x="20" y="1249"/>
                  </a:lnTo>
                  <a:lnTo>
                    <a:pt x="21" y="1248"/>
                  </a:lnTo>
                  <a:lnTo>
                    <a:pt x="22" y="1248"/>
                  </a:lnTo>
                  <a:lnTo>
                    <a:pt x="22" y="1248"/>
                  </a:lnTo>
                  <a:lnTo>
                    <a:pt x="23" y="1248"/>
                  </a:lnTo>
                  <a:lnTo>
                    <a:pt x="24" y="1248"/>
                  </a:lnTo>
                  <a:lnTo>
                    <a:pt x="24" y="1249"/>
                  </a:lnTo>
                  <a:lnTo>
                    <a:pt x="24" y="1249"/>
                  </a:lnTo>
                  <a:lnTo>
                    <a:pt x="24" y="1248"/>
                  </a:lnTo>
                  <a:lnTo>
                    <a:pt x="24" y="1248"/>
                  </a:lnTo>
                  <a:lnTo>
                    <a:pt x="24" y="1248"/>
                  </a:lnTo>
                  <a:lnTo>
                    <a:pt x="24" y="1248"/>
                  </a:lnTo>
                  <a:lnTo>
                    <a:pt x="24" y="1249"/>
                  </a:lnTo>
                  <a:lnTo>
                    <a:pt x="25" y="1249"/>
                  </a:lnTo>
                  <a:lnTo>
                    <a:pt x="25" y="1248"/>
                  </a:lnTo>
                  <a:lnTo>
                    <a:pt x="25" y="1248"/>
                  </a:lnTo>
                  <a:lnTo>
                    <a:pt x="25" y="1248"/>
                  </a:lnTo>
                  <a:lnTo>
                    <a:pt x="26" y="1246"/>
                  </a:lnTo>
                  <a:lnTo>
                    <a:pt x="26" y="1246"/>
                  </a:lnTo>
                  <a:lnTo>
                    <a:pt x="25" y="1246"/>
                  </a:lnTo>
                  <a:lnTo>
                    <a:pt x="25" y="1245"/>
                  </a:lnTo>
                  <a:lnTo>
                    <a:pt x="24" y="1245"/>
                  </a:lnTo>
                  <a:lnTo>
                    <a:pt x="24" y="1245"/>
                  </a:lnTo>
                  <a:lnTo>
                    <a:pt x="24" y="1244"/>
                  </a:lnTo>
                  <a:lnTo>
                    <a:pt x="24" y="1244"/>
                  </a:lnTo>
                  <a:lnTo>
                    <a:pt x="25" y="1244"/>
                  </a:lnTo>
                  <a:lnTo>
                    <a:pt x="26" y="1244"/>
                  </a:lnTo>
                  <a:lnTo>
                    <a:pt x="27" y="1244"/>
                  </a:lnTo>
                  <a:lnTo>
                    <a:pt x="27" y="1244"/>
                  </a:lnTo>
                  <a:lnTo>
                    <a:pt x="27" y="1244"/>
                  </a:lnTo>
                  <a:lnTo>
                    <a:pt x="27" y="1243"/>
                  </a:lnTo>
                  <a:lnTo>
                    <a:pt x="27" y="1243"/>
                  </a:lnTo>
                  <a:lnTo>
                    <a:pt x="27" y="1242"/>
                  </a:lnTo>
                  <a:lnTo>
                    <a:pt x="27" y="1241"/>
                  </a:lnTo>
                  <a:lnTo>
                    <a:pt x="27" y="1241"/>
                  </a:lnTo>
                  <a:lnTo>
                    <a:pt x="27" y="1241"/>
                  </a:lnTo>
                  <a:lnTo>
                    <a:pt x="27" y="1241"/>
                  </a:lnTo>
                  <a:lnTo>
                    <a:pt x="27" y="1240"/>
                  </a:lnTo>
                  <a:lnTo>
                    <a:pt x="27" y="1240"/>
                  </a:lnTo>
                  <a:lnTo>
                    <a:pt x="27" y="1240"/>
                  </a:lnTo>
                  <a:lnTo>
                    <a:pt x="28" y="1240"/>
                  </a:lnTo>
                  <a:lnTo>
                    <a:pt x="28" y="1239"/>
                  </a:lnTo>
                  <a:lnTo>
                    <a:pt x="28" y="1239"/>
                  </a:lnTo>
                  <a:lnTo>
                    <a:pt x="28" y="1240"/>
                  </a:lnTo>
                  <a:lnTo>
                    <a:pt x="28" y="1240"/>
                  </a:lnTo>
                  <a:lnTo>
                    <a:pt x="28" y="1239"/>
                  </a:lnTo>
                  <a:lnTo>
                    <a:pt x="27" y="1238"/>
                  </a:lnTo>
                  <a:lnTo>
                    <a:pt x="27" y="1239"/>
                  </a:lnTo>
                  <a:lnTo>
                    <a:pt x="27" y="1238"/>
                  </a:lnTo>
                  <a:lnTo>
                    <a:pt x="26" y="1237"/>
                  </a:lnTo>
                  <a:lnTo>
                    <a:pt x="26" y="1237"/>
                  </a:lnTo>
                  <a:lnTo>
                    <a:pt x="26" y="1237"/>
                  </a:lnTo>
                  <a:lnTo>
                    <a:pt x="25" y="1237"/>
                  </a:lnTo>
                  <a:lnTo>
                    <a:pt x="25" y="1237"/>
                  </a:lnTo>
                  <a:lnTo>
                    <a:pt x="25" y="1237"/>
                  </a:lnTo>
                  <a:lnTo>
                    <a:pt x="24" y="1237"/>
                  </a:lnTo>
                  <a:lnTo>
                    <a:pt x="24" y="1237"/>
                  </a:lnTo>
                  <a:lnTo>
                    <a:pt x="24" y="1237"/>
                  </a:lnTo>
                  <a:lnTo>
                    <a:pt x="24" y="1236"/>
                  </a:lnTo>
                  <a:lnTo>
                    <a:pt x="25" y="1237"/>
                  </a:lnTo>
                  <a:lnTo>
                    <a:pt x="25" y="1236"/>
                  </a:lnTo>
                  <a:lnTo>
                    <a:pt x="25" y="1236"/>
                  </a:lnTo>
                  <a:lnTo>
                    <a:pt x="27" y="1236"/>
                  </a:lnTo>
                  <a:lnTo>
                    <a:pt x="27" y="1236"/>
                  </a:lnTo>
                  <a:lnTo>
                    <a:pt x="28" y="1236"/>
                  </a:lnTo>
                  <a:lnTo>
                    <a:pt x="28" y="1237"/>
                  </a:lnTo>
                  <a:lnTo>
                    <a:pt x="28" y="1237"/>
                  </a:lnTo>
                  <a:lnTo>
                    <a:pt x="28" y="1236"/>
                  </a:lnTo>
                  <a:lnTo>
                    <a:pt x="29" y="1236"/>
                  </a:lnTo>
                  <a:lnTo>
                    <a:pt x="29" y="1236"/>
                  </a:lnTo>
                  <a:lnTo>
                    <a:pt x="29" y="1236"/>
                  </a:lnTo>
                  <a:lnTo>
                    <a:pt x="30" y="1236"/>
                  </a:lnTo>
                  <a:lnTo>
                    <a:pt x="30" y="1236"/>
                  </a:lnTo>
                  <a:lnTo>
                    <a:pt x="31" y="1236"/>
                  </a:lnTo>
                  <a:lnTo>
                    <a:pt x="33" y="1235"/>
                  </a:lnTo>
                  <a:lnTo>
                    <a:pt x="33" y="1235"/>
                  </a:lnTo>
                  <a:lnTo>
                    <a:pt x="34" y="1234"/>
                  </a:lnTo>
                  <a:lnTo>
                    <a:pt x="34" y="1233"/>
                  </a:lnTo>
                  <a:lnTo>
                    <a:pt x="34" y="1233"/>
                  </a:lnTo>
                  <a:lnTo>
                    <a:pt x="35" y="1232"/>
                  </a:lnTo>
                  <a:lnTo>
                    <a:pt x="35" y="1232"/>
                  </a:lnTo>
                  <a:lnTo>
                    <a:pt x="35" y="1233"/>
                  </a:lnTo>
                  <a:lnTo>
                    <a:pt x="36" y="1232"/>
                  </a:lnTo>
                  <a:lnTo>
                    <a:pt x="36" y="1232"/>
                  </a:lnTo>
                  <a:lnTo>
                    <a:pt x="36" y="1232"/>
                  </a:lnTo>
                  <a:lnTo>
                    <a:pt x="37" y="1231"/>
                  </a:lnTo>
                  <a:lnTo>
                    <a:pt x="37" y="1228"/>
                  </a:lnTo>
                  <a:lnTo>
                    <a:pt x="37" y="1228"/>
                  </a:lnTo>
                  <a:lnTo>
                    <a:pt x="37" y="1227"/>
                  </a:lnTo>
                  <a:lnTo>
                    <a:pt x="37" y="1227"/>
                  </a:lnTo>
                  <a:lnTo>
                    <a:pt x="36" y="1227"/>
                  </a:lnTo>
                  <a:lnTo>
                    <a:pt x="36" y="1227"/>
                  </a:lnTo>
                  <a:lnTo>
                    <a:pt x="36" y="1226"/>
                  </a:lnTo>
                  <a:lnTo>
                    <a:pt x="37" y="1226"/>
                  </a:lnTo>
                  <a:lnTo>
                    <a:pt x="37" y="1226"/>
                  </a:lnTo>
                  <a:lnTo>
                    <a:pt x="36" y="1225"/>
                  </a:lnTo>
                  <a:lnTo>
                    <a:pt x="36" y="1225"/>
                  </a:lnTo>
                  <a:lnTo>
                    <a:pt x="36" y="1224"/>
                  </a:lnTo>
                  <a:lnTo>
                    <a:pt x="36" y="1224"/>
                  </a:lnTo>
                  <a:lnTo>
                    <a:pt x="36" y="1224"/>
                  </a:lnTo>
                  <a:lnTo>
                    <a:pt x="36" y="1223"/>
                  </a:lnTo>
                  <a:lnTo>
                    <a:pt x="36" y="1222"/>
                  </a:lnTo>
                  <a:lnTo>
                    <a:pt x="37" y="1222"/>
                  </a:lnTo>
                  <a:lnTo>
                    <a:pt x="37" y="1222"/>
                  </a:lnTo>
                  <a:close/>
                  <a:moveTo>
                    <a:pt x="224" y="1222"/>
                  </a:moveTo>
                  <a:lnTo>
                    <a:pt x="224" y="1223"/>
                  </a:lnTo>
                  <a:lnTo>
                    <a:pt x="224" y="1223"/>
                  </a:lnTo>
                  <a:lnTo>
                    <a:pt x="225" y="1223"/>
                  </a:lnTo>
                  <a:lnTo>
                    <a:pt x="226" y="1224"/>
                  </a:lnTo>
                  <a:lnTo>
                    <a:pt x="226" y="1224"/>
                  </a:lnTo>
                  <a:lnTo>
                    <a:pt x="227" y="1224"/>
                  </a:lnTo>
                  <a:lnTo>
                    <a:pt x="227" y="1224"/>
                  </a:lnTo>
                  <a:lnTo>
                    <a:pt x="227" y="1224"/>
                  </a:lnTo>
                  <a:lnTo>
                    <a:pt x="228" y="1225"/>
                  </a:lnTo>
                  <a:lnTo>
                    <a:pt x="228" y="1225"/>
                  </a:lnTo>
                  <a:lnTo>
                    <a:pt x="228" y="1226"/>
                  </a:lnTo>
                  <a:lnTo>
                    <a:pt x="229" y="1226"/>
                  </a:lnTo>
                  <a:lnTo>
                    <a:pt x="229" y="1225"/>
                  </a:lnTo>
                  <a:lnTo>
                    <a:pt x="230" y="1225"/>
                  </a:lnTo>
                  <a:lnTo>
                    <a:pt x="230" y="1227"/>
                  </a:lnTo>
                  <a:lnTo>
                    <a:pt x="231" y="1228"/>
                  </a:lnTo>
                  <a:lnTo>
                    <a:pt x="232" y="1228"/>
                  </a:lnTo>
                  <a:lnTo>
                    <a:pt x="232" y="1228"/>
                  </a:lnTo>
                  <a:lnTo>
                    <a:pt x="232" y="1228"/>
                  </a:lnTo>
                  <a:lnTo>
                    <a:pt x="233" y="1228"/>
                  </a:lnTo>
                  <a:lnTo>
                    <a:pt x="234" y="1228"/>
                  </a:lnTo>
                  <a:lnTo>
                    <a:pt x="235" y="1229"/>
                  </a:lnTo>
                  <a:lnTo>
                    <a:pt x="235" y="1229"/>
                  </a:lnTo>
                  <a:lnTo>
                    <a:pt x="235" y="1229"/>
                  </a:lnTo>
                  <a:lnTo>
                    <a:pt x="236" y="1230"/>
                  </a:lnTo>
                  <a:lnTo>
                    <a:pt x="236" y="1230"/>
                  </a:lnTo>
                  <a:lnTo>
                    <a:pt x="237" y="1231"/>
                  </a:lnTo>
                  <a:lnTo>
                    <a:pt x="237" y="1231"/>
                  </a:lnTo>
                  <a:lnTo>
                    <a:pt x="237" y="1232"/>
                  </a:lnTo>
                  <a:lnTo>
                    <a:pt x="237" y="1232"/>
                  </a:lnTo>
                  <a:lnTo>
                    <a:pt x="237" y="1233"/>
                  </a:lnTo>
                  <a:lnTo>
                    <a:pt x="237" y="1233"/>
                  </a:lnTo>
                  <a:lnTo>
                    <a:pt x="237" y="1234"/>
                  </a:lnTo>
                  <a:lnTo>
                    <a:pt x="237" y="1235"/>
                  </a:lnTo>
                  <a:lnTo>
                    <a:pt x="236" y="1235"/>
                  </a:lnTo>
                  <a:lnTo>
                    <a:pt x="236" y="1235"/>
                  </a:lnTo>
                  <a:lnTo>
                    <a:pt x="232" y="1236"/>
                  </a:lnTo>
                  <a:lnTo>
                    <a:pt x="232" y="1236"/>
                  </a:lnTo>
                  <a:lnTo>
                    <a:pt x="232" y="1237"/>
                  </a:lnTo>
                  <a:lnTo>
                    <a:pt x="232" y="1237"/>
                  </a:lnTo>
                  <a:lnTo>
                    <a:pt x="233" y="1237"/>
                  </a:lnTo>
                  <a:lnTo>
                    <a:pt x="236" y="1237"/>
                  </a:lnTo>
                  <a:lnTo>
                    <a:pt x="236" y="1237"/>
                  </a:lnTo>
                  <a:lnTo>
                    <a:pt x="238" y="1237"/>
                  </a:lnTo>
                  <a:lnTo>
                    <a:pt x="238" y="1238"/>
                  </a:lnTo>
                  <a:lnTo>
                    <a:pt x="239" y="1239"/>
                  </a:lnTo>
                  <a:lnTo>
                    <a:pt x="239" y="1239"/>
                  </a:lnTo>
                  <a:lnTo>
                    <a:pt x="238" y="1240"/>
                  </a:lnTo>
                  <a:lnTo>
                    <a:pt x="238" y="1240"/>
                  </a:lnTo>
                  <a:lnTo>
                    <a:pt x="238" y="1240"/>
                  </a:lnTo>
                  <a:lnTo>
                    <a:pt x="238" y="1241"/>
                  </a:lnTo>
                  <a:lnTo>
                    <a:pt x="238" y="1241"/>
                  </a:lnTo>
                  <a:lnTo>
                    <a:pt x="238" y="1241"/>
                  </a:lnTo>
                  <a:lnTo>
                    <a:pt x="237" y="1242"/>
                  </a:lnTo>
                  <a:lnTo>
                    <a:pt x="237" y="1243"/>
                  </a:lnTo>
                  <a:lnTo>
                    <a:pt x="237" y="1249"/>
                  </a:lnTo>
                  <a:lnTo>
                    <a:pt x="237" y="1250"/>
                  </a:lnTo>
                  <a:lnTo>
                    <a:pt x="237" y="1250"/>
                  </a:lnTo>
                  <a:lnTo>
                    <a:pt x="237" y="1250"/>
                  </a:lnTo>
                  <a:lnTo>
                    <a:pt x="236" y="1250"/>
                  </a:lnTo>
                  <a:lnTo>
                    <a:pt x="235" y="1251"/>
                  </a:lnTo>
                  <a:lnTo>
                    <a:pt x="235" y="1251"/>
                  </a:lnTo>
                  <a:lnTo>
                    <a:pt x="235" y="1252"/>
                  </a:lnTo>
                  <a:lnTo>
                    <a:pt x="235" y="1253"/>
                  </a:lnTo>
                  <a:lnTo>
                    <a:pt x="234" y="1253"/>
                  </a:lnTo>
                  <a:lnTo>
                    <a:pt x="234" y="1254"/>
                  </a:lnTo>
                  <a:lnTo>
                    <a:pt x="233" y="1254"/>
                  </a:lnTo>
                  <a:lnTo>
                    <a:pt x="233" y="1254"/>
                  </a:lnTo>
                  <a:lnTo>
                    <a:pt x="232" y="1254"/>
                  </a:lnTo>
                  <a:lnTo>
                    <a:pt x="231" y="1255"/>
                  </a:lnTo>
                  <a:lnTo>
                    <a:pt x="230" y="1256"/>
                  </a:lnTo>
                  <a:lnTo>
                    <a:pt x="230" y="1257"/>
                  </a:lnTo>
                  <a:lnTo>
                    <a:pt x="230" y="1257"/>
                  </a:lnTo>
                  <a:lnTo>
                    <a:pt x="230" y="1258"/>
                  </a:lnTo>
                  <a:lnTo>
                    <a:pt x="229" y="1258"/>
                  </a:lnTo>
                  <a:lnTo>
                    <a:pt x="229" y="1258"/>
                  </a:lnTo>
                  <a:lnTo>
                    <a:pt x="229" y="1258"/>
                  </a:lnTo>
                  <a:lnTo>
                    <a:pt x="229" y="1259"/>
                  </a:lnTo>
                  <a:lnTo>
                    <a:pt x="228" y="1259"/>
                  </a:lnTo>
                  <a:lnTo>
                    <a:pt x="228" y="1259"/>
                  </a:lnTo>
                  <a:lnTo>
                    <a:pt x="228" y="1259"/>
                  </a:lnTo>
                  <a:lnTo>
                    <a:pt x="228" y="1260"/>
                  </a:lnTo>
                  <a:lnTo>
                    <a:pt x="227" y="1260"/>
                  </a:lnTo>
                  <a:lnTo>
                    <a:pt x="227" y="1260"/>
                  </a:lnTo>
                  <a:lnTo>
                    <a:pt x="227" y="1260"/>
                  </a:lnTo>
                  <a:lnTo>
                    <a:pt x="227" y="1260"/>
                  </a:lnTo>
                  <a:lnTo>
                    <a:pt x="226" y="1260"/>
                  </a:lnTo>
                  <a:lnTo>
                    <a:pt x="225" y="1260"/>
                  </a:lnTo>
                  <a:lnTo>
                    <a:pt x="225" y="1260"/>
                  </a:lnTo>
                  <a:lnTo>
                    <a:pt x="224" y="1260"/>
                  </a:lnTo>
                  <a:lnTo>
                    <a:pt x="224" y="1260"/>
                  </a:lnTo>
                  <a:lnTo>
                    <a:pt x="224" y="1260"/>
                  </a:lnTo>
                  <a:lnTo>
                    <a:pt x="224" y="1259"/>
                  </a:lnTo>
                  <a:lnTo>
                    <a:pt x="223" y="1259"/>
                  </a:lnTo>
                  <a:lnTo>
                    <a:pt x="223" y="1258"/>
                  </a:lnTo>
                  <a:lnTo>
                    <a:pt x="222" y="1258"/>
                  </a:lnTo>
                  <a:lnTo>
                    <a:pt x="221" y="1258"/>
                  </a:lnTo>
                  <a:lnTo>
                    <a:pt x="222" y="1258"/>
                  </a:lnTo>
                  <a:lnTo>
                    <a:pt x="221" y="1257"/>
                  </a:lnTo>
                  <a:lnTo>
                    <a:pt x="221" y="1256"/>
                  </a:lnTo>
                  <a:lnTo>
                    <a:pt x="220" y="1256"/>
                  </a:lnTo>
                  <a:lnTo>
                    <a:pt x="220" y="1256"/>
                  </a:lnTo>
                  <a:lnTo>
                    <a:pt x="219" y="1256"/>
                  </a:lnTo>
                  <a:lnTo>
                    <a:pt x="219" y="1256"/>
                  </a:lnTo>
                  <a:lnTo>
                    <a:pt x="219" y="1255"/>
                  </a:lnTo>
                  <a:lnTo>
                    <a:pt x="218" y="1255"/>
                  </a:lnTo>
                  <a:lnTo>
                    <a:pt x="218" y="1255"/>
                  </a:lnTo>
                  <a:lnTo>
                    <a:pt x="218" y="1255"/>
                  </a:lnTo>
                  <a:lnTo>
                    <a:pt x="217" y="1254"/>
                  </a:lnTo>
                  <a:lnTo>
                    <a:pt x="217" y="1254"/>
                  </a:lnTo>
                  <a:lnTo>
                    <a:pt x="217" y="1254"/>
                  </a:lnTo>
                  <a:lnTo>
                    <a:pt x="217" y="1253"/>
                  </a:lnTo>
                  <a:lnTo>
                    <a:pt x="217" y="1253"/>
                  </a:lnTo>
                  <a:lnTo>
                    <a:pt x="217" y="1252"/>
                  </a:lnTo>
                  <a:lnTo>
                    <a:pt x="216" y="1251"/>
                  </a:lnTo>
                  <a:lnTo>
                    <a:pt x="216" y="1250"/>
                  </a:lnTo>
                  <a:lnTo>
                    <a:pt x="216" y="1250"/>
                  </a:lnTo>
                  <a:lnTo>
                    <a:pt x="215" y="1250"/>
                  </a:lnTo>
                  <a:lnTo>
                    <a:pt x="215" y="1250"/>
                  </a:lnTo>
                  <a:lnTo>
                    <a:pt x="215" y="1249"/>
                  </a:lnTo>
                  <a:lnTo>
                    <a:pt x="215" y="1248"/>
                  </a:lnTo>
                  <a:lnTo>
                    <a:pt x="215" y="1248"/>
                  </a:lnTo>
                  <a:lnTo>
                    <a:pt x="215" y="1249"/>
                  </a:lnTo>
                  <a:lnTo>
                    <a:pt x="213" y="1248"/>
                  </a:lnTo>
                  <a:lnTo>
                    <a:pt x="213" y="1248"/>
                  </a:lnTo>
                  <a:lnTo>
                    <a:pt x="212" y="1247"/>
                  </a:lnTo>
                  <a:lnTo>
                    <a:pt x="211" y="1247"/>
                  </a:lnTo>
                  <a:lnTo>
                    <a:pt x="211" y="1246"/>
                  </a:lnTo>
                  <a:lnTo>
                    <a:pt x="211" y="1246"/>
                  </a:lnTo>
                  <a:lnTo>
                    <a:pt x="211" y="1246"/>
                  </a:lnTo>
                  <a:lnTo>
                    <a:pt x="211" y="1246"/>
                  </a:lnTo>
                  <a:lnTo>
                    <a:pt x="211" y="1245"/>
                  </a:lnTo>
                  <a:lnTo>
                    <a:pt x="210" y="1245"/>
                  </a:lnTo>
                  <a:lnTo>
                    <a:pt x="210" y="1245"/>
                  </a:lnTo>
                  <a:lnTo>
                    <a:pt x="208" y="1244"/>
                  </a:lnTo>
                  <a:lnTo>
                    <a:pt x="208" y="1243"/>
                  </a:lnTo>
                  <a:lnTo>
                    <a:pt x="207" y="1243"/>
                  </a:lnTo>
                  <a:lnTo>
                    <a:pt x="207" y="1242"/>
                  </a:lnTo>
                  <a:lnTo>
                    <a:pt x="206" y="1242"/>
                  </a:lnTo>
                  <a:lnTo>
                    <a:pt x="206" y="1241"/>
                  </a:lnTo>
                  <a:lnTo>
                    <a:pt x="206" y="1241"/>
                  </a:lnTo>
                  <a:lnTo>
                    <a:pt x="206" y="1242"/>
                  </a:lnTo>
                  <a:lnTo>
                    <a:pt x="206" y="1242"/>
                  </a:lnTo>
                  <a:lnTo>
                    <a:pt x="205" y="1241"/>
                  </a:lnTo>
                  <a:lnTo>
                    <a:pt x="204" y="1240"/>
                  </a:lnTo>
                  <a:lnTo>
                    <a:pt x="203" y="1240"/>
                  </a:lnTo>
                  <a:lnTo>
                    <a:pt x="203" y="1240"/>
                  </a:lnTo>
                  <a:lnTo>
                    <a:pt x="202" y="1239"/>
                  </a:lnTo>
                  <a:lnTo>
                    <a:pt x="202" y="1238"/>
                  </a:lnTo>
                  <a:lnTo>
                    <a:pt x="202" y="1237"/>
                  </a:lnTo>
                  <a:lnTo>
                    <a:pt x="202" y="1237"/>
                  </a:lnTo>
                  <a:lnTo>
                    <a:pt x="203" y="1237"/>
                  </a:lnTo>
                  <a:lnTo>
                    <a:pt x="203" y="1237"/>
                  </a:lnTo>
                  <a:lnTo>
                    <a:pt x="204" y="1237"/>
                  </a:lnTo>
                  <a:lnTo>
                    <a:pt x="204" y="1237"/>
                  </a:lnTo>
                  <a:lnTo>
                    <a:pt x="205" y="1237"/>
                  </a:lnTo>
                  <a:lnTo>
                    <a:pt x="206" y="1236"/>
                  </a:lnTo>
                  <a:lnTo>
                    <a:pt x="206" y="1234"/>
                  </a:lnTo>
                  <a:lnTo>
                    <a:pt x="206" y="1234"/>
                  </a:lnTo>
                  <a:lnTo>
                    <a:pt x="206" y="1233"/>
                  </a:lnTo>
                  <a:lnTo>
                    <a:pt x="207" y="1233"/>
                  </a:lnTo>
                  <a:lnTo>
                    <a:pt x="207" y="1232"/>
                  </a:lnTo>
                  <a:lnTo>
                    <a:pt x="208" y="1232"/>
                  </a:lnTo>
                  <a:lnTo>
                    <a:pt x="208" y="1232"/>
                  </a:lnTo>
                  <a:lnTo>
                    <a:pt x="210" y="1232"/>
                  </a:lnTo>
                  <a:lnTo>
                    <a:pt x="211" y="1231"/>
                  </a:lnTo>
                  <a:lnTo>
                    <a:pt x="211" y="1231"/>
                  </a:lnTo>
                  <a:lnTo>
                    <a:pt x="211" y="1230"/>
                  </a:lnTo>
                  <a:lnTo>
                    <a:pt x="211" y="1230"/>
                  </a:lnTo>
                  <a:lnTo>
                    <a:pt x="211" y="1230"/>
                  </a:lnTo>
                  <a:lnTo>
                    <a:pt x="211" y="1228"/>
                  </a:lnTo>
                  <a:lnTo>
                    <a:pt x="211" y="1228"/>
                  </a:lnTo>
                  <a:lnTo>
                    <a:pt x="212" y="1228"/>
                  </a:lnTo>
                  <a:lnTo>
                    <a:pt x="213" y="1227"/>
                  </a:lnTo>
                  <a:lnTo>
                    <a:pt x="213" y="1227"/>
                  </a:lnTo>
                  <a:lnTo>
                    <a:pt x="214" y="1226"/>
                  </a:lnTo>
                  <a:lnTo>
                    <a:pt x="215" y="1226"/>
                  </a:lnTo>
                  <a:lnTo>
                    <a:pt x="217" y="1224"/>
                  </a:lnTo>
                  <a:lnTo>
                    <a:pt x="219" y="1224"/>
                  </a:lnTo>
                  <a:lnTo>
                    <a:pt x="219" y="1224"/>
                  </a:lnTo>
                  <a:lnTo>
                    <a:pt x="219" y="1224"/>
                  </a:lnTo>
                  <a:lnTo>
                    <a:pt x="219" y="1225"/>
                  </a:lnTo>
                  <a:lnTo>
                    <a:pt x="220" y="1224"/>
                  </a:lnTo>
                  <a:lnTo>
                    <a:pt x="220" y="1224"/>
                  </a:lnTo>
                  <a:lnTo>
                    <a:pt x="220" y="1224"/>
                  </a:lnTo>
                  <a:lnTo>
                    <a:pt x="220" y="1224"/>
                  </a:lnTo>
                  <a:lnTo>
                    <a:pt x="221" y="1224"/>
                  </a:lnTo>
                  <a:lnTo>
                    <a:pt x="221" y="1224"/>
                  </a:lnTo>
                  <a:lnTo>
                    <a:pt x="220" y="1224"/>
                  </a:lnTo>
                  <a:lnTo>
                    <a:pt x="220" y="1224"/>
                  </a:lnTo>
                  <a:lnTo>
                    <a:pt x="221" y="1223"/>
                  </a:lnTo>
                  <a:lnTo>
                    <a:pt x="222" y="1222"/>
                  </a:lnTo>
                  <a:lnTo>
                    <a:pt x="224" y="1222"/>
                  </a:lnTo>
                  <a:lnTo>
                    <a:pt x="224" y="1222"/>
                  </a:lnTo>
                  <a:close/>
                  <a:moveTo>
                    <a:pt x="47" y="1221"/>
                  </a:moveTo>
                  <a:lnTo>
                    <a:pt x="47" y="1222"/>
                  </a:lnTo>
                  <a:lnTo>
                    <a:pt x="49" y="1222"/>
                  </a:lnTo>
                  <a:lnTo>
                    <a:pt x="50" y="1224"/>
                  </a:lnTo>
                  <a:lnTo>
                    <a:pt x="50" y="1224"/>
                  </a:lnTo>
                  <a:lnTo>
                    <a:pt x="50" y="1224"/>
                  </a:lnTo>
                  <a:lnTo>
                    <a:pt x="50" y="1224"/>
                  </a:lnTo>
                  <a:lnTo>
                    <a:pt x="50" y="1224"/>
                  </a:lnTo>
                  <a:lnTo>
                    <a:pt x="50" y="1224"/>
                  </a:lnTo>
                  <a:lnTo>
                    <a:pt x="50" y="1225"/>
                  </a:lnTo>
                  <a:lnTo>
                    <a:pt x="49" y="1225"/>
                  </a:lnTo>
                  <a:lnTo>
                    <a:pt x="49" y="1225"/>
                  </a:lnTo>
                  <a:lnTo>
                    <a:pt x="49" y="1225"/>
                  </a:lnTo>
                  <a:lnTo>
                    <a:pt x="49" y="1226"/>
                  </a:lnTo>
                  <a:lnTo>
                    <a:pt x="49" y="1226"/>
                  </a:lnTo>
                  <a:lnTo>
                    <a:pt x="48" y="1227"/>
                  </a:lnTo>
                  <a:lnTo>
                    <a:pt x="47" y="1228"/>
                  </a:lnTo>
                  <a:lnTo>
                    <a:pt x="46" y="1228"/>
                  </a:lnTo>
                  <a:lnTo>
                    <a:pt x="46" y="1228"/>
                  </a:lnTo>
                  <a:lnTo>
                    <a:pt x="46" y="1228"/>
                  </a:lnTo>
                  <a:lnTo>
                    <a:pt x="46" y="1228"/>
                  </a:lnTo>
                  <a:lnTo>
                    <a:pt x="45" y="1227"/>
                  </a:lnTo>
                  <a:lnTo>
                    <a:pt x="45" y="1226"/>
                  </a:lnTo>
                  <a:lnTo>
                    <a:pt x="45" y="1225"/>
                  </a:lnTo>
                  <a:lnTo>
                    <a:pt x="46" y="1225"/>
                  </a:lnTo>
                  <a:lnTo>
                    <a:pt x="46" y="1224"/>
                  </a:lnTo>
                  <a:lnTo>
                    <a:pt x="46" y="1224"/>
                  </a:lnTo>
                  <a:lnTo>
                    <a:pt x="46" y="1223"/>
                  </a:lnTo>
                  <a:lnTo>
                    <a:pt x="46" y="1223"/>
                  </a:lnTo>
                  <a:lnTo>
                    <a:pt x="46" y="1222"/>
                  </a:lnTo>
                  <a:lnTo>
                    <a:pt x="46" y="1221"/>
                  </a:lnTo>
                  <a:lnTo>
                    <a:pt x="46" y="1222"/>
                  </a:lnTo>
                  <a:lnTo>
                    <a:pt x="47" y="1221"/>
                  </a:lnTo>
                  <a:lnTo>
                    <a:pt x="47" y="1221"/>
                  </a:lnTo>
                  <a:lnTo>
                    <a:pt x="47" y="1221"/>
                  </a:lnTo>
                  <a:close/>
                  <a:moveTo>
                    <a:pt x="66" y="1212"/>
                  </a:moveTo>
                  <a:lnTo>
                    <a:pt x="66" y="1212"/>
                  </a:lnTo>
                  <a:lnTo>
                    <a:pt x="67" y="1212"/>
                  </a:lnTo>
                  <a:lnTo>
                    <a:pt x="67" y="1212"/>
                  </a:lnTo>
                  <a:lnTo>
                    <a:pt x="67" y="1212"/>
                  </a:lnTo>
                  <a:lnTo>
                    <a:pt x="67" y="1212"/>
                  </a:lnTo>
                  <a:lnTo>
                    <a:pt x="67" y="1212"/>
                  </a:lnTo>
                  <a:lnTo>
                    <a:pt x="67" y="1214"/>
                  </a:lnTo>
                  <a:lnTo>
                    <a:pt x="67" y="1215"/>
                  </a:lnTo>
                  <a:lnTo>
                    <a:pt x="67" y="1215"/>
                  </a:lnTo>
                  <a:lnTo>
                    <a:pt x="67" y="1215"/>
                  </a:lnTo>
                  <a:lnTo>
                    <a:pt x="67" y="1215"/>
                  </a:lnTo>
                  <a:lnTo>
                    <a:pt x="67" y="1215"/>
                  </a:lnTo>
                  <a:lnTo>
                    <a:pt x="67" y="1215"/>
                  </a:lnTo>
                  <a:lnTo>
                    <a:pt x="67" y="1216"/>
                  </a:lnTo>
                  <a:lnTo>
                    <a:pt x="67" y="1217"/>
                  </a:lnTo>
                  <a:lnTo>
                    <a:pt x="67" y="1217"/>
                  </a:lnTo>
                  <a:lnTo>
                    <a:pt x="66" y="1218"/>
                  </a:lnTo>
                  <a:lnTo>
                    <a:pt x="66" y="1219"/>
                  </a:lnTo>
                  <a:lnTo>
                    <a:pt x="66" y="1219"/>
                  </a:lnTo>
                  <a:lnTo>
                    <a:pt x="66" y="1220"/>
                  </a:lnTo>
                  <a:lnTo>
                    <a:pt x="66" y="1220"/>
                  </a:lnTo>
                  <a:lnTo>
                    <a:pt x="65" y="1219"/>
                  </a:lnTo>
                  <a:lnTo>
                    <a:pt x="65" y="1220"/>
                  </a:lnTo>
                  <a:lnTo>
                    <a:pt x="65" y="1220"/>
                  </a:lnTo>
                  <a:lnTo>
                    <a:pt x="64" y="1220"/>
                  </a:lnTo>
                  <a:lnTo>
                    <a:pt x="63" y="1220"/>
                  </a:lnTo>
                  <a:lnTo>
                    <a:pt x="63" y="1220"/>
                  </a:lnTo>
                  <a:lnTo>
                    <a:pt x="63" y="1219"/>
                  </a:lnTo>
                  <a:lnTo>
                    <a:pt x="62" y="1219"/>
                  </a:lnTo>
                  <a:lnTo>
                    <a:pt x="63" y="1220"/>
                  </a:lnTo>
                  <a:lnTo>
                    <a:pt x="63" y="1220"/>
                  </a:lnTo>
                  <a:lnTo>
                    <a:pt x="63" y="1220"/>
                  </a:lnTo>
                  <a:lnTo>
                    <a:pt x="64" y="1220"/>
                  </a:lnTo>
                  <a:lnTo>
                    <a:pt x="64" y="1220"/>
                  </a:lnTo>
                  <a:lnTo>
                    <a:pt x="65" y="1221"/>
                  </a:lnTo>
                  <a:lnTo>
                    <a:pt x="65" y="1221"/>
                  </a:lnTo>
                  <a:lnTo>
                    <a:pt x="66" y="1221"/>
                  </a:lnTo>
                  <a:lnTo>
                    <a:pt x="66" y="1221"/>
                  </a:lnTo>
                  <a:lnTo>
                    <a:pt x="65" y="1222"/>
                  </a:lnTo>
                  <a:lnTo>
                    <a:pt x="65" y="1222"/>
                  </a:lnTo>
                  <a:lnTo>
                    <a:pt x="65" y="1223"/>
                  </a:lnTo>
                  <a:lnTo>
                    <a:pt x="65" y="1223"/>
                  </a:lnTo>
                  <a:lnTo>
                    <a:pt x="65" y="1223"/>
                  </a:lnTo>
                  <a:lnTo>
                    <a:pt x="65" y="1223"/>
                  </a:lnTo>
                  <a:lnTo>
                    <a:pt x="64" y="1224"/>
                  </a:lnTo>
                  <a:lnTo>
                    <a:pt x="65" y="1224"/>
                  </a:lnTo>
                  <a:lnTo>
                    <a:pt x="64" y="1224"/>
                  </a:lnTo>
                  <a:lnTo>
                    <a:pt x="64" y="1224"/>
                  </a:lnTo>
                  <a:lnTo>
                    <a:pt x="63" y="1224"/>
                  </a:lnTo>
                  <a:lnTo>
                    <a:pt x="63" y="1224"/>
                  </a:lnTo>
                  <a:lnTo>
                    <a:pt x="63" y="1224"/>
                  </a:lnTo>
                  <a:lnTo>
                    <a:pt x="62" y="1224"/>
                  </a:lnTo>
                  <a:lnTo>
                    <a:pt x="61" y="1224"/>
                  </a:lnTo>
                  <a:lnTo>
                    <a:pt x="61" y="1223"/>
                  </a:lnTo>
                  <a:lnTo>
                    <a:pt x="61" y="1223"/>
                  </a:lnTo>
                  <a:lnTo>
                    <a:pt x="60" y="1222"/>
                  </a:lnTo>
                  <a:lnTo>
                    <a:pt x="60" y="1222"/>
                  </a:lnTo>
                  <a:lnTo>
                    <a:pt x="60" y="1221"/>
                  </a:lnTo>
                  <a:lnTo>
                    <a:pt x="60" y="1221"/>
                  </a:lnTo>
                  <a:lnTo>
                    <a:pt x="60" y="1220"/>
                  </a:lnTo>
                  <a:lnTo>
                    <a:pt x="60" y="1220"/>
                  </a:lnTo>
                  <a:lnTo>
                    <a:pt x="60" y="1220"/>
                  </a:lnTo>
                  <a:lnTo>
                    <a:pt x="60" y="1219"/>
                  </a:lnTo>
                  <a:lnTo>
                    <a:pt x="60" y="1219"/>
                  </a:lnTo>
                  <a:lnTo>
                    <a:pt x="61" y="1219"/>
                  </a:lnTo>
                  <a:lnTo>
                    <a:pt x="61" y="1218"/>
                  </a:lnTo>
                  <a:lnTo>
                    <a:pt x="61" y="1217"/>
                  </a:lnTo>
                  <a:lnTo>
                    <a:pt x="60" y="1216"/>
                  </a:lnTo>
                  <a:lnTo>
                    <a:pt x="59" y="1216"/>
                  </a:lnTo>
                  <a:lnTo>
                    <a:pt x="60" y="1216"/>
                  </a:lnTo>
                  <a:lnTo>
                    <a:pt x="60" y="1215"/>
                  </a:lnTo>
                  <a:lnTo>
                    <a:pt x="60" y="1215"/>
                  </a:lnTo>
                  <a:lnTo>
                    <a:pt x="60" y="1215"/>
                  </a:lnTo>
                  <a:lnTo>
                    <a:pt x="59" y="1214"/>
                  </a:lnTo>
                  <a:lnTo>
                    <a:pt x="59" y="1214"/>
                  </a:lnTo>
                  <a:lnTo>
                    <a:pt x="60" y="1214"/>
                  </a:lnTo>
                  <a:lnTo>
                    <a:pt x="59" y="1213"/>
                  </a:lnTo>
                  <a:lnTo>
                    <a:pt x="60" y="1213"/>
                  </a:lnTo>
                  <a:lnTo>
                    <a:pt x="62" y="1214"/>
                  </a:lnTo>
                  <a:lnTo>
                    <a:pt x="62" y="1214"/>
                  </a:lnTo>
                  <a:lnTo>
                    <a:pt x="63" y="1213"/>
                  </a:lnTo>
                  <a:lnTo>
                    <a:pt x="63" y="1213"/>
                  </a:lnTo>
                  <a:lnTo>
                    <a:pt x="63" y="1212"/>
                  </a:lnTo>
                  <a:lnTo>
                    <a:pt x="63" y="1213"/>
                  </a:lnTo>
                  <a:lnTo>
                    <a:pt x="63" y="1213"/>
                  </a:lnTo>
                  <a:lnTo>
                    <a:pt x="64" y="1213"/>
                  </a:lnTo>
                  <a:lnTo>
                    <a:pt x="64" y="1213"/>
                  </a:lnTo>
                  <a:lnTo>
                    <a:pt x="64" y="1213"/>
                  </a:lnTo>
                  <a:lnTo>
                    <a:pt x="64" y="1213"/>
                  </a:lnTo>
                  <a:lnTo>
                    <a:pt x="65" y="1213"/>
                  </a:lnTo>
                  <a:lnTo>
                    <a:pt x="65" y="1213"/>
                  </a:lnTo>
                  <a:lnTo>
                    <a:pt x="66" y="1212"/>
                  </a:lnTo>
                  <a:close/>
                  <a:moveTo>
                    <a:pt x="245" y="1189"/>
                  </a:moveTo>
                  <a:lnTo>
                    <a:pt x="245" y="1189"/>
                  </a:lnTo>
                  <a:lnTo>
                    <a:pt x="245" y="1190"/>
                  </a:lnTo>
                  <a:lnTo>
                    <a:pt x="246" y="1190"/>
                  </a:lnTo>
                  <a:lnTo>
                    <a:pt x="247" y="1190"/>
                  </a:lnTo>
                  <a:lnTo>
                    <a:pt x="248" y="1190"/>
                  </a:lnTo>
                  <a:lnTo>
                    <a:pt x="249" y="1192"/>
                  </a:lnTo>
                  <a:lnTo>
                    <a:pt x="249" y="1193"/>
                  </a:lnTo>
                  <a:lnTo>
                    <a:pt x="248" y="1193"/>
                  </a:lnTo>
                  <a:lnTo>
                    <a:pt x="248" y="1194"/>
                  </a:lnTo>
                  <a:lnTo>
                    <a:pt x="247" y="1195"/>
                  </a:lnTo>
                  <a:lnTo>
                    <a:pt x="246" y="1195"/>
                  </a:lnTo>
                  <a:lnTo>
                    <a:pt x="246" y="1195"/>
                  </a:lnTo>
                  <a:lnTo>
                    <a:pt x="245" y="1195"/>
                  </a:lnTo>
                  <a:lnTo>
                    <a:pt x="245" y="1195"/>
                  </a:lnTo>
                  <a:lnTo>
                    <a:pt x="245" y="1195"/>
                  </a:lnTo>
                  <a:lnTo>
                    <a:pt x="244" y="1195"/>
                  </a:lnTo>
                  <a:lnTo>
                    <a:pt x="244" y="1194"/>
                  </a:lnTo>
                  <a:lnTo>
                    <a:pt x="244" y="1194"/>
                  </a:lnTo>
                  <a:lnTo>
                    <a:pt x="243" y="1195"/>
                  </a:lnTo>
                  <a:lnTo>
                    <a:pt x="243" y="1196"/>
                  </a:lnTo>
                  <a:lnTo>
                    <a:pt x="244" y="1197"/>
                  </a:lnTo>
                  <a:lnTo>
                    <a:pt x="244" y="1198"/>
                  </a:lnTo>
                  <a:lnTo>
                    <a:pt x="245" y="1198"/>
                  </a:lnTo>
                  <a:lnTo>
                    <a:pt x="245" y="1198"/>
                  </a:lnTo>
                  <a:lnTo>
                    <a:pt x="245" y="1198"/>
                  </a:lnTo>
                  <a:lnTo>
                    <a:pt x="245" y="1198"/>
                  </a:lnTo>
                  <a:lnTo>
                    <a:pt x="245" y="1198"/>
                  </a:lnTo>
                  <a:lnTo>
                    <a:pt x="244" y="1199"/>
                  </a:lnTo>
                  <a:lnTo>
                    <a:pt x="243" y="1199"/>
                  </a:lnTo>
                  <a:lnTo>
                    <a:pt x="243" y="1200"/>
                  </a:lnTo>
                  <a:lnTo>
                    <a:pt x="243" y="1200"/>
                  </a:lnTo>
                  <a:lnTo>
                    <a:pt x="242" y="1201"/>
                  </a:lnTo>
                  <a:lnTo>
                    <a:pt x="242" y="1201"/>
                  </a:lnTo>
                  <a:lnTo>
                    <a:pt x="241" y="1201"/>
                  </a:lnTo>
                  <a:lnTo>
                    <a:pt x="241" y="1201"/>
                  </a:lnTo>
                  <a:lnTo>
                    <a:pt x="240" y="1201"/>
                  </a:lnTo>
                  <a:lnTo>
                    <a:pt x="239" y="1200"/>
                  </a:lnTo>
                  <a:lnTo>
                    <a:pt x="239" y="1200"/>
                  </a:lnTo>
                  <a:lnTo>
                    <a:pt x="239" y="1200"/>
                  </a:lnTo>
                  <a:lnTo>
                    <a:pt x="239" y="1199"/>
                  </a:lnTo>
                  <a:lnTo>
                    <a:pt x="238" y="1199"/>
                  </a:lnTo>
                  <a:lnTo>
                    <a:pt x="238" y="1199"/>
                  </a:lnTo>
                  <a:lnTo>
                    <a:pt x="237" y="1198"/>
                  </a:lnTo>
                  <a:lnTo>
                    <a:pt x="237" y="1197"/>
                  </a:lnTo>
                  <a:lnTo>
                    <a:pt x="236" y="1196"/>
                  </a:lnTo>
                  <a:lnTo>
                    <a:pt x="236" y="1194"/>
                  </a:lnTo>
                  <a:lnTo>
                    <a:pt x="237" y="1193"/>
                  </a:lnTo>
                  <a:lnTo>
                    <a:pt x="238" y="1193"/>
                  </a:lnTo>
                  <a:lnTo>
                    <a:pt x="238" y="1193"/>
                  </a:lnTo>
                  <a:lnTo>
                    <a:pt x="239" y="1193"/>
                  </a:lnTo>
                  <a:lnTo>
                    <a:pt x="239" y="1193"/>
                  </a:lnTo>
                  <a:lnTo>
                    <a:pt x="240" y="1193"/>
                  </a:lnTo>
                  <a:lnTo>
                    <a:pt x="240" y="1192"/>
                  </a:lnTo>
                  <a:lnTo>
                    <a:pt x="241" y="1192"/>
                  </a:lnTo>
                  <a:lnTo>
                    <a:pt x="242" y="1193"/>
                  </a:lnTo>
                  <a:lnTo>
                    <a:pt x="242" y="1193"/>
                  </a:lnTo>
                  <a:lnTo>
                    <a:pt x="242" y="1193"/>
                  </a:lnTo>
                  <a:lnTo>
                    <a:pt x="242" y="1193"/>
                  </a:lnTo>
                  <a:lnTo>
                    <a:pt x="241" y="1192"/>
                  </a:lnTo>
                  <a:lnTo>
                    <a:pt x="241" y="1192"/>
                  </a:lnTo>
                  <a:lnTo>
                    <a:pt x="242" y="1192"/>
                  </a:lnTo>
                  <a:lnTo>
                    <a:pt x="242" y="1191"/>
                  </a:lnTo>
                  <a:lnTo>
                    <a:pt x="242" y="1190"/>
                  </a:lnTo>
                  <a:lnTo>
                    <a:pt x="243" y="1189"/>
                  </a:lnTo>
                  <a:lnTo>
                    <a:pt x="243" y="1190"/>
                  </a:lnTo>
                  <a:lnTo>
                    <a:pt x="245" y="1189"/>
                  </a:lnTo>
                  <a:close/>
                  <a:moveTo>
                    <a:pt x="279" y="1141"/>
                  </a:moveTo>
                  <a:lnTo>
                    <a:pt x="280" y="1141"/>
                  </a:lnTo>
                  <a:lnTo>
                    <a:pt x="280" y="1141"/>
                  </a:lnTo>
                  <a:lnTo>
                    <a:pt x="280" y="1141"/>
                  </a:lnTo>
                  <a:lnTo>
                    <a:pt x="280" y="1141"/>
                  </a:lnTo>
                  <a:lnTo>
                    <a:pt x="281" y="1141"/>
                  </a:lnTo>
                  <a:lnTo>
                    <a:pt x="282" y="1141"/>
                  </a:lnTo>
                  <a:lnTo>
                    <a:pt x="282" y="1141"/>
                  </a:lnTo>
                  <a:lnTo>
                    <a:pt x="283" y="1142"/>
                  </a:lnTo>
                  <a:lnTo>
                    <a:pt x="284" y="1142"/>
                  </a:lnTo>
                  <a:lnTo>
                    <a:pt x="284" y="1141"/>
                  </a:lnTo>
                  <a:lnTo>
                    <a:pt x="284" y="1141"/>
                  </a:lnTo>
                  <a:lnTo>
                    <a:pt x="285" y="1142"/>
                  </a:lnTo>
                  <a:lnTo>
                    <a:pt x="286" y="1142"/>
                  </a:lnTo>
                  <a:lnTo>
                    <a:pt x="286" y="1143"/>
                  </a:lnTo>
                  <a:lnTo>
                    <a:pt x="287" y="1143"/>
                  </a:lnTo>
                  <a:lnTo>
                    <a:pt x="287" y="1143"/>
                  </a:lnTo>
                  <a:lnTo>
                    <a:pt x="287" y="1142"/>
                  </a:lnTo>
                  <a:lnTo>
                    <a:pt x="287" y="1143"/>
                  </a:lnTo>
                  <a:lnTo>
                    <a:pt x="288" y="1144"/>
                  </a:lnTo>
                  <a:lnTo>
                    <a:pt x="289" y="1144"/>
                  </a:lnTo>
                  <a:lnTo>
                    <a:pt x="289" y="1145"/>
                  </a:lnTo>
                  <a:lnTo>
                    <a:pt x="291" y="1146"/>
                  </a:lnTo>
                  <a:lnTo>
                    <a:pt x="291" y="1146"/>
                  </a:lnTo>
                  <a:lnTo>
                    <a:pt x="292" y="1148"/>
                  </a:lnTo>
                  <a:lnTo>
                    <a:pt x="292" y="1149"/>
                  </a:lnTo>
                  <a:lnTo>
                    <a:pt x="292" y="1149"/>
                  </a:lnTo>
                  <a:lnTo>
                    <a:pt x="292" y="1150"/>
                  </a:lnTo>
                  <a:lnTo>
                    <a:pt x="292" y="1150"/>
                  </a:lnTo>
                  <a:lnTo>
                    <a:pt x="292" y="1150"/>
                  </a:lnTo>
                  <a:lnTo>
                    <a:pt x="291" y="1151"/>
                  </a:lnTo>
                  <a:lnTo>
                    <a:pt x="290" y="1151"/>
                  </a:lnTo>
                  <a:lnTo>
                    <a:pt x="291" y="1152"/>
                  </a:lnTo>
                  <a:lnTo>
                    <a:pt x="291" y="1153"/>
                  </a:lnTo>
                  <a:lnTo>
                    <a:pt x="291" y="1154"/>
                  </a:lnTo>
                  <a:lnTo>
                    <a:pt x="290" y="1154"/>
                  </a:lnTo>
                  <a:lnTo>
                    <a:pt x="290" y="1154"/>
                  </a:lnTo>
                  <a:lnTo>
                    <a:pt x="290" y="1154"/>
                  </a:lnTo>
                  <a:lnTo>
                    <a:pt x="290" y="1154"/>
                  </a:lnTo>
                  <a:lnTo>
                    <a:pt x="289" y="1154"/>
                  </a:lnTo>
                  <a:lnTo>
                    <a:pt x="289" y="1154"/>
                  </a:lnTo>
                  <a:lnTo>
                    <a:pt x="289" y="1155"/>
                  </a:lnTo>
                  <a:lnTo>
                    <a:pt x="289" y="1156"/>
                  </a:lnTo>
                  <a:lnTo>
                    <a:pt x="288" y="1156"/>
                  </a:lnTo>
                  <a:lnTo>
                    <a:pt x="287" y="1156"/>
                  </a:lnTo>
                  <a:lnTo>
                    <a:pt x="286" y="1156"/>
                  </a:lnTo>
                  <a:lnTo>
                    <a:pt x="285" y="1157"/>
                  </a:lnTo>
                  <a:lnTo>
                    <a:pt x="283" y="1156"/>
                  </a:lnTo>
                  <a:lnTo>
                    <a:pt x="282" y="1156"/>
                  </a:lnTo>
                  <a:lnTo>
                    <a:pt x="282" y="1156"/>
                  </a:lnTo>
                  <a:lnTo>
                    <a:pt x="281" y="1156"/>
                  </a:lnTo>
                  <a:lnTo>
                    <a:pt x="281" y="1156"/>
                  </a:lnTo>
                  <a:lnTo>
                    <a:pt x="280" y="1155"/>
                  </a:lnTo>
                  <a:lnTo>
                    <a:pt x="280" y="1154"/>
                  </a:lnTo>
                  <a:lnTo>
                    <a:pt x="280" y="1154"/>
                  </a:lnTo>
                  <a:lnTo>
                    <a:pt x="279" y="1153"/>
                  </a:lnTo>
                  <a:lnTo>
                    <a:pt x="279" y="1153"/>
                  </a:lnTo>
                  <a:lnTo>
                    <a:pt x="278" y="1153"/>
                  </a:lnTo>
                  <a:lnTo>
                    <a:pt x="278" y="1152"/>
                  </a:lnTo>
                  <a:lnTo>
                    <a:pt x="277" y="1152"/>
                  </a:lnTo>
                  <a:lnTo>
                    <a:pt x="277" y="1151"/>
                  </a:lnTo>
                  <a:lnTo>
                    <a:pt x="277" y="1151"/>
                  </a:lnTo>
                  <a:lnTo>
                    <a:pt x="277" y="1151"/>
                  </a:lnTo>
                  <a:lnTo>
                    <a:pt x="276" y="1149"/>
                  </a:lnTo>
                  <a:lnTo>
                    <a:pt x="275" y="1148"/>
                  </a:lnTo>
                  <a:lnTo>
                    <a:pt x="275" y="1148"/>
                  </a:lnTo>
                  <a:lnTo>
                    <a:pt x="275" y="1147"/>
                  </a:lnTo>
                  <a:lnTo>
                    <a:pt x="275" y="1147"/>
                  </a:lnTo>
                  <a:lnTo>
                    <a:pt x="275" y="1146"/>
                  </a:lnTo>
                  <a:lnTo>
                    <a:pt x="275" y="1146"/>
                  </a:lnTo>
                  <a:lnTo>
                    <a:pt x="275" y="1144"/>
                  </a:lnTo>
                  <a:lnTo>
                    <a:pt x="276" y="1143"/>
                  </a:lnTo>
                  <a:lnTo>
                    <a:pt x="276" y="1142"/>
                  </a:lnTo>
                  <a:lnTo>
                    <a:pt x="276" y="1142"/>
                  </a:lnTo>
                  <a:lnTo>
                    <a:pt x="276" y="1141"/>
                  </a:lnTo>
                  <a:lnTo>
                    <a:pt x="277" y="1142"/>
                  </a:lnTo>
                  <a:lnTo>
                    <a:pt x="277" y="1141"/>
                  </a:lnTo>
                  <a:lnTo>
                    <a:pt x="278" y="1141"/>
                  </a:lnTo>
                  <a:lnTo>
                    <a:pt x="279" y="1141"/>
                  </a:lnTo>
                  <a:close/>
                  <a:moveTo>
                    <a:pt x="76" y="1133"/>
                  </a:moveTo>
                  <a:lnTo>
                    <a:pt x="77" y="1133"/>
                  </a:lnTo>
                  <a:lnTo>
                    <a:pt x="77" y="1134"/>
                  </a:lnTo>
                  <a:lnTo>
                    <a:pt x="77" y="1135"/>
                  </a:lnTo>
                  <a:lnTo>
                    <a:pt x="77" y="1135"/>
                  </a:lnTo>
                  <a:lnTo>
                    <a:pt x="76" y="1135"/>
                  </a:lnTo>
                  <a:lnTo>
                    <a:pt x="76" y="1136"/>
                  </a:lnTo>
                  <a:lnTo>
                    <a:pt x="76" y="1136"/>
                  </a:lnTo>
                  <a:lnTo>
                    <a:pt x="76" y="1136"/>
                  </a:lnTo>
                  <a:lnTo>
                    <a:pt x="76" y="1136"/>
                  </a:lnTo>
                  <a:lnTo>
                    <a:pt x="75" y="1135"/>
                  </a:lnTo>
                  <a:lnTo>
                    <a:pt x="76" y="1134"/>
                  </a:lnTo>
                  <a:lnTo>
                    <a:pt x="76" y="1133"/>
                  </a:lnTo>
                  <a:lnTo>
                    <a:pt x="76" y="1133"/>
                  </a:lnTo>
                  <a:lnTo>
                    <a:pt x="76" y="1133"/>
                  </a:lnTo>
                  <a:close/>
                  <a:moveTo>
                    <a:pt x="80" y="1114"/>
                  </a:moveTo>
                  <a:lnTo>
                    <a:pt x="80" y="1115"/>
                  </a:lnTo>
                  <a:lnTo>
                    <a:pt x="80" y="1115"/>
                  </a:lnTo>
                  <a:lnTo>
                    <a:pt x="80" y="1115"/>
                  </a:lnTo>
                  <a:lnTo>
                    <a:pt x="80" y="1116"/>
                  </a:lnTo>
                  <a:lnTo>
                    <a:pt x="80" y="1117"/>
                  </a:lnTo>
                  <a:lnTo>
                    <a:pt x="80" y="1118"/>
                  </a:lnTo>
                  <a:lnTo>
                    <a:pt x="80" y="1118"/>
                  </a:lnTo>
                  <a:lnTo>
                    <a:pt x="80" y="1117"/>
                  </a:lnTo>
                  <a:lnTo>
                    <a:pt x="80" y="1116"/>
                  </a:lnTo>
                  <a:lnTo>
                    <a:pt x="80" y="1115"/>
                  </a:lnTo>
                  <a:lnTo>
                    <a:pt x="80" y="1116"/>
                  </a:lnTo>
                  <a:lnTo>
                    <a:pt x="81" y="1116"/>
                  </a:lnTo>
                  <a:lnTo>
                    <a:pt x="80" y="1117"/>
                  </a:lnTo>
                  <a:lnTo>
                    <a:pt x="80" y="1119"/>
                  </a:lnTo>
                  <a:lnTo>
                    <a:pt x="80" y="1120"/>
                  </a:lnTo>
                  <a:lnTo>
                    <a:pt x="80" y="1120"/>
                  </a:lnTo>
                  <a:lnTo>
                    <a:pt x="80" y="1120"/>
                  </a:lnTo>
                  <a:lnTo>
                    <a:pt x="79" y="1120"/>
                  </a:lnTo>
                  <a:lnTo>
                    <a:pt x="79" y="1120"/>
                  </a:lnTo>
                  <a:lnTo>
                    <a:pt x="78" y="1121"/>
                  </a:lnTo>
                  <a:lnTo>
                    <a:pt x="78" y="1121"/>
                  </a:lnTo>
                  <a:lnTo>
                    <a:pt x="77" y="1121"/>
                  </a:lnTo>
                  <a:lnTo>
                    <a:pt x="77" y="1121"/>
                  </a:lnTo>
                  <a:lnTo>
                    <a:pt x="76" y="1121"/>
                  </a:lnTo>
                  <a:lnTo>
                    <a:pt x="77" y="1121"/>
                  </a:lnTo>
                  <a:lnTo>
                    <a:pt x="77" y="1121"/>
                  </a:lnTo>
                  <a:lnTo>
                    <a:pt x="77" y="1121"/>
                  </a:lnTo>
                  <a:lnTo>
                    <a:pt x="78" y="1121"/>
                  </a:lnTo>
                  <a:lnTo>
                    <a:pt x="78" y="1122"/>
                  </a:lnTo>
                  <a:lnTo>
                    <a:pt x="77" y="1122"/>
                  </a:lnTo>
                  <a:lnTo>
                    <a:pt x="76" y="1122"/>
                  </a:lnTo>
                  <a:lnTo>
                    <a:pt x="77" y="1123"/>
                  </a:lnTo>
                  <a:lnTo>
                    <a:pt x="76" y="1123"/>
                  </a:lnTo>
                  <a:lnTo>
                    <a:pt x="76" y="1122"/>
                  </a:lnTo>
                  <a:lnTo>
                    <a:pt x="74" y="1121"/>
                  </a:lnTo>
                  <a:lnTo>
                    <a:pt x="74" y="1121"/>
                  </a:lnTo>
                  <a:lnTo>
                    <a:pt x="74" y="1121"/>
                  </a:lnTo>
                  <a:lnTo>
                    <a:pt x="74" y="1121"/>
                  </a:lnTo>
                  <a:lnTo>
                    <a:pt x="74" y="1121"/>
                  </a:lnTo>
                  <a:lnTo>
                    <a:pt x="74" y="1121"/>
                  </a:lnTo>
                  <a:lnTo>
                    <a:pt x="72" y="1120"/>
                  </a:lnTo>
                  <a:lnTo>
                    <a:pt x="72" y="1120"/>
                  </a:lnTo>
                  <a:lnTo>
                    <a:pt x="73" y="1120"/>
                  </a:lnTo>
                  <a:lnTo>
                    <a:pt x="73" y="1120"/>
                  </a:lnTo>
                  <a:lnTo>
                    <a:pt x="73" y="1120"/>
                  </a:lnTo>
                  <a:lnTo>
                    <a:pt x="74" y="1120"/>
                  </a:lnTo>
                  <a:lnTo>
                    <a:pt x="74" y="1120"/>
                  </a:lnTo>
                  <a:lnTo>
                    <a:pt x="74" y="1120"/>
                  </a:lnTo>
                  <a:lnTo>
                    <a:pt x="74" y="1119"/>
                  </a:lnTo>
                  <a:lnTo>
                    <a:pt x="74" y="1119"/>
                  </a:lnTo>
                  <a:lnTo>
                    <a:pt x="74" y="1119"/>
                  </a:lnTo>
                  <a:lnTo>
                    <a:pt x="74" y="1119"/>
                  </a:lnTo>
                  <a:lnTo>
                    <a:pt x="74" y="1118"/>
                  </a:lnTo>
                  <a:lnTo>
                    <a:pt x="75" y="1118"/>
                  </a:lnTo>
                  <a:lnTo>
                    <a:pt x="75" y="1118"/>
                  </a:lnTo>
                  <a:lnTo>
                    <a:pt x="75" y="1117"/>
                  </a:lnTo>
                  <a:lnTo>
                    <a:pt x="75" y="1117"/>
                  </a:lnTo>
                  <a:lnTo>
                    <a:pt x="75" y="1117"/>
                  </a:lnTo>
                  <a:lnTo>
                    <a:pt x="75" y="1116"/>
                  </a:lnTo>
                  <a:lnTo>
                    <a:pt x="76" y="1115"/>
                  </a:lnTo>
                  <a:lnTo>
                    <a:pt x="76" y="1115"/>
                  </a:lnTo>
                  <a:lnTo>
                    <a:pt x="76" y="1115"/>
                  </a:lnTo>
                  <a:lnTo>
                    <a:pt x="77" y="1115"/>
                  </a:lnTo>
                  <a:lnTo>
                    <a:pt x="79" y="1115"/>
                  </a:lnTo>
                  <a:lnTo>
                    <a:pt x="79" y="1115"/>
                  </a:lnTo>
                  <a:lnTo>
                    <a:pt x="78" y="1115"/>
                  </a:lnTo>
                  <a:lnTo>
                    <a:pt x="79" y="1114"/>
                  </a:lnTo>
                  <a:lnTo>
                    <a:pt x="79" y="1114"/>
                  </a:lnTo>
                  <a:lnTo>
                    <a:pt x="79" y="1115"/>
                  </a:lnTo>
                  <a:lnTo>
                    <a:pt x="80" y="1115"/>
                  </a:lnTo>
                  <a:lnTo>
                    <a:pt x="80" y="1114"/>
                  </a:lnTo>
                  <a:lnTo>
                    <a:pt x="80" y="1114"/>
                  </a:lnTo>
                  <a:lnTo>
                    <a:pt x="80" y="1114"/>
                  </a:lnTo>
                  <a:close/>
                  <a:moveTo>
                    <a:pt x="51" y="1114"/>
                  </a:moveTo>
                  <a:lnTo>
                    <a:pt x="51" y="1115"/>
                  </a:lnTo>
                  <a:lnTo>
                    <a:pt x="50" y="1115"/>
                  </a:lnTo>
                  <a:lnTo>
                    <a:pt x="50" y="1115"/>
                  </a:lnTo>
                  <a:lnTo>
                    <a:pt x="50" y="1116"/>
                  </a:lnTo>
                  <a:lnTo>
                    <a:pt x="50" y="1116"/>
                  </a:lnTo>
                  <a:lnTo>
                    <a:pt x="50" y="1116"/>
                  </a:lnTo>
                  <a:lnTo>
                    <a:pt x="50" y="1116"/>
                  </a:lnTo>
                  <a:lnTo>
                    <a:pt x="50" y="1118"/>
                  </a:lnTo>
                  <a:lnTo>
                    <a:pt x="49" y="1119"/>
                  </a:lnTo>
                  <a:lnTo>
                    <a:pt x="49" y="1119"/>
                  </a:lnTo>
                  <a:lnTo>
                    <a:pt x="50" y="1119"/>
                  </a:lnTo>
                  <a:lnTo>
                    <a:pt x="50" y="1119"/>
                  </a:lnTo>
                  <a:lnTo>
                    <a:pt x="50" y="1118"/>
                  </a:lnTo>
                  <a:lnTo>
                    <a:pt x="52" y="1118"/>
                  </a:lnTo>
                  <a:lnTo>
                    <a:pt x="52" y="1117"/>
                  </a:lnTo>
                  <a:lnTo>
                    <a:pt x="53" y="1117"/>
                  </a:lnTo>
                  <a:lnTo>
                    <a:pt x="53" y="1117"/>
                  </a:lnTo>
                  <a:lnTo>
                    <a:pt x="54" y="1117"/>
                  </a:lnTo>
                  <a:lnTo>
                    <a:pt x="54" y="1117"/>
                  </a:lnTo>
                  <a:lnTo>
                    <a:pt x="54" y="1117"/>
                  </a:lnTo>
                  <a:lnTo>
                    <a:pt x="54" y="1116"/>
                  </a:lnTo>
                  <a:lnTo>
                    <a:pt x="55" y="1116"/>
                  </a:lnTo>
                  <a:lnTo>
                    <a:pt x="57" y="1117"/>
                  </a:lnTo>
                  <a:lnTo>
                    <a:pt x="57" y="1118"/>
                  </a:lnTo>
                  <a:lnTo>
                    <a:pt x="59" y="1119"/>
                  </a:lnTo>
                  <a:lnTo>
                    <a:pt x="59" y="1120"/>
                  </a:lnTo>
                  <a:lnTo>
                    <a:pt x="59" y="1120"/>
                  </a:lnTo>
                  <a:lnTo>
                    <a:pt x="59" y="1120"/>
                  </a:lnTo>
                  <a:lnTo>
                    <a:pt x="59" y="1120"/>
                  </a:lnTo>
                  <a:lnTo>
                    <a:pt x="59" y="1121"/>
                  </a:lnTo>
                  <a:lnTo>
                    <a:pt x="59" y="1121"/>
                  </a:lnTo>
                  <a:lnTo>
                    <a:pt x="60" y="1121"/>
                  </a:lnTo>
                  <a:lnTo>
                    <a:pt x="62" y="1121"/>
                  </a:lnTo>
                  <a:lnTo>
                    <a:pt x="62" y="1122"/>
                  </a:lnTo>
                  <a:lnTo>
                    <a:pt x="63" y="1122"/>
                  </a:lnTo>
                  <a:lnTo>
                    <a:pt x="63" y="1123"/>
                  </a:lnTo>
                  <a:lnTo>
                    <a:pt x="63" y="1123"/>
                  </a:lnTo>
                  <a:lnTo>
                    <a:pt x="63" y="1122"/>
                  </a:lnTo>
                  <a:lnTo>
                    <a:pt x="63" y="1122"/>
                  </a:lnTo>
                  <a:lnTo>
                    <a:pt x="65" y="1122"/>
                  </a:lnTo>
                  <a:lnTo>
                    <a:pt x="65" y="1123"/>
                  </a:lnTo>
                  <a:lnTo>
                    <a:pt x="66" y="1123"/>
                  </a:lnTo>
                  <a:lnTo>
                    <a:pt x="67" y="1123"/>
                  </a:lnTo>
                  <a:lnTo>
                    <a:pt x="67" y="1124"/>
                  </a:lnTo>
                  <a:lnTo>
                    <a:pt x="67" y="1125"/>
                  </a:lnTo>
                  <a:lnTo>
                    <a:pt x="67" y="1126"/>
                  </a:lnTo>
                  <a:lnTo>
                    <a:pt x="67" y="1126"/>
                  </a:lnTo>
                  <a:lnTo>
                    <a:pt x="67" y="1126"/>
                  </a:lnTo>
                  <a:lnTo>
                    <a:pt x="67" y="1127"/>
                  </a:lnTo>
                  <a:lnTo>
                    <a:pt x="67" y="1127"/>
                  </a:lnTo>
                  <a:lnTo>
                    <a:pt x="66" y="1127"/>
                  </a:lnTo>
                  <a:lnTo>
                    <a:pt x="66" y="1127"/>
                  </a:lnTo>
                  <a:lnTo>
                    <a:pt x="67" y="1126"/>
                  </a:lnTo>
                  <a:lnTo>
                    <a:pt x="67" y="1126"/>
                  </a:lnTo>
                  <a:lnTo>
                    <a:pt x="66" y="1126"/>
                  </a:lnTo>
                  <a:lnTo>
                    <a:pt x="65" y="1126"/>
                  </a:lnTo>
                  <a:lnTo>
                    <a:pt x="65" y="1126"/>
                  </a:lnTo>
                  <a:lnTo>
                    <a:pt x="65" y="1127"/>
                  </a:lnTo>
                  <a:lnTo>
                    <a:pt x="66" y="1128"/>
                  </a:lnTo>
                  <a:lnTo>
                    <a:pt x="67" y="1128"/>
                  </a:lnTo>
                  <a:lnTo>
                    <a:pt x="67" y="1128"/>
                  </a:lnTo>
                  <a:lnTo>
                    <a:pt x="67" y="1128"/>
                  </a:lnTo>
                  <a:lnTo>
                    <a:pt x="68" y="1129"/>
                  </a:lnTo>
                  <a:lnTo>
                    <a:pt x="68" y="1129"/>
                  </a:lnTo>
                  <a:lnTo>
                    <a:pt x="67" y="1129"/>
                  </a:lnTo>
                  <a:lnTo>
                    <a:pt x="67" y="1129"/>
                  </a:lnTo>
                  <a:lnTo>
                    <a:pt x="67" y="1129"/>
                  </a:lnTo>
                  <a:lnTo>
                    <a:pt x="67" y="1129"/>
                  </a:lnTo>
                  <a:lnTo>
                    <a:pt x="68" y="1130"/>
                  </a:lnTo>
                  <a:lnTo>
                    <a:pt x="68" y="1130"/>
                  </a:lnTo>
                  <a:lnTo>
                    <a:pt x="69" y="1130"/>
                  </a:lnTo>
                  <a:lnTo>
                    <a:pt x="69" y="1131"/>
                  </a:lnTo>
                  <a:lnTo>
                    <a:pt x="71" y="1131"/>
                  </a:lnTo>
                  <a:lnTo>
                    <a:pt x="71" y="1131"/>
                  </a:lnTo>
                  <a:lnTo>
                    <a:pt x="71" y="1131"/>
                  </a:lnTo>
                  <a:lnTo>
                    <a:pt x="71" y="1132"/>
                  </a:lnTo>
                  <a:lnTo>
                    <a:pt x="72" y="1132"/>
                  </a:lnTo>
                  <a:lnTo>
                    <a:pt x="72" y="1132"/>
                  </a:lnTo>
                  <a:lnTo>
                    <a:pt x="72" y="1133"/>
                  </a:lnTo>
                  <a:lnTo>
                    <a:pt x="72" y="1133"/>
                  </a:lnTo>
                  <a:lnTo>
                    <a:pt x="72" y="1133"/>
                  </a:lnTo>
                  <a:lnTo>
                    <a:pt x="72" y="1133"/>
                  </a:lnTo>
                  <a:lnTo>
                    <a:pt x="72" y="1133"/>
                  </a:lnTo>
                  <a:lnTo>
                    <a:pt x="71" y="1134"/>
                  </a:lnTo>
                  <a:lnTo>
                    <a:pt x="70" y="1134"/>
                  </a:lnTo>
                  <a:lnTo>
                    <a:pt x="70" y="1134"/>
                  </a:lnTo>
                  <a:lnTo>
                    <a:pt x="70" y="1133"/>
                  </a:lnTo>
                  <a:lnTo>
                    <a:pt x="69" y="1133"/>
                  </a:lnTo>
                  <a:lnTo>
                    <a:pt x="69" y="1133"/>
                  </a:lnTo>
                  <a:lnTo>
                    <a:pt x="68" y="1133"/>
                  </a:lnTo>
                  <a:lnTo>
                    <a:pt x="67" y="1133"/>
                  </a:lnTo>
                  <a:lnTo>
                    <a:pt x="67" y="1133"/>
                  </a:lnTo>
                  <a:lnTo>
                    <a:pt x="67" y="1133"/>
                  </a:lnTo>
                  <a:lnTo>
                    <a:pt x="67" y="1133"/>
                  </a:lnTo>
                  <a:lnTo>
                    <a:pt x="67" y="1133"/>
                  </a:lnTo>
                  <a:lnTo>
                    <a:pt x="68" y="1134"/>
                  </a:lnTo>
                  <a:lnTo>
                    <a:pt x="68" y="1134"/>
                  </a:lnTo>
                  <a:lnTo>
                    <a:pt x="69" y="1134"/>
                  </a:lnTo>
                  <a:lnTo>
                    <a:pt x="70" y="1135"/>
                  </a:lnTo>
                  <a:lnTo>
                    <a:pt x="70" y="1135"/>
                  </a:lnTo>
                  <a:lnTo>
                    <a:pt x="71" y="1134"/>
                  </a:lnTo>
                  <a:lnTo>
                    <a:pt x="71" y="1134"/>
                  </a:lnTo>
                  <a:lnTo>
                    <a:pt x="72" y="1134"/>
                  </a:lnTo>
                  <a:lnTo>
                    <a:pt x="72" y="1134"/>
                  </a:lnTo>
                  <a:lnTo>
                    <a:pt x="73" y="1134"/>
                  </a:lnTo>
                  <a:lnTo>
                    <a:pt x="73" y="1134"/>
                  </a:lnTo>
                  <a:lnTo>
                    <a:pt x="72" y="1134"/>
                  </a:lnTo>
                  <a:lnTo>
                    <a:pt x="72" y="1133"/>
                  </a:lnTo>
                  <a:lnTo>
                    <a:pt x="73" y="1134"/>
                  </a:lnTo>
                  <a:lnTo>
                    <a:pt x="73" y="1133"/>
                  </a:lnTo>
                  <a:lnTo>
                    <a:pt x="74" y="1133"/>
                  </a:lnTo>
                  <a:lnTo>
                    <a:pt x="74" y="1133"/>
                  </a:lnTo>
                  <a:lnTo>
                    <a:pt x="75" y="1133"/>
                  </a:lnTo>
                  <a:lnTo>
                    <a:pt x="75" y="1133"/>
                  </a:lnTo>
                  <a:lnTo>
                    <a:pt x="76" y="1133"/>
                  </a:lnTo>
                  <a:lnTo>
                    <a:pt x="76" y="1133"/>
                  </a:lnTo>
                  <a:lnTo>
                    <a:pt x="76" y="1133"/>
                  </a:lnTo>
                  <a:lnTo>
                    <a:pt x="76" y="1133"/>
                  </a:lnTo>
                  <a:lnTo>
                    <a:pt x="76" y="1133"/>
                  </a:lnTo>
                  <a:lnTo>
                    <a:pt x="76" y="1133"/>
                  </a:lnTo>
                  <a:lnTo>
                    <a:pt x="76" y="1133"/>
                  </a:lnTo>
                  <a:lnTo>
                    <a:pt x="76" y="1133"/>
                  </a:lnTo>
                  <a:lnTo>
                    <a:pt x="76" y="1133"/>
                  </a:lnTo>
                  <a:lnTo>
                    <a:pt x="76" y="1134"/>
                  </a:lnTo>
                  <a:lnTo>
                    <a:pt x="75" y="1136"/>
                  </a:lnTo>
                  <a:lnTo>
                    <a:pt x="75" y="1136"/>
                  </a:lnTo>
                  <a:lnTo>
                    <a:pt x="75" y="1136"/>
                  </a:lnTo>
                  <a:lnTo>
                    <a:pt x="75" y="1136"/>
                  </a:lnTo>
                  <a:lnTo>
                    <a:pt x="75" y="1136"/>
                  </a:lnTo>
                  <a:lnTo>
                    <a:pt x="75" y="1136"/>
                  </a:lnTo>
                  <a:lnTo>
                    <a:pt x="75" y="1136"/>
                  </a:lnTo>
                  <a:lnTo>
                    <a:pt x="74" y="1136"/>
                  </a:lnTo>
                  <a:lnTo>
                    <a:pt x="74" y="1137"/>
                  </a:lnTo>
                  <a:lnTo>
                    <a:pt x="74" y="1137"/>
                  </a:lnTo>
                  <a:lnTo>
                    <a:pt x="74" y="1137"/>
                  </a:lnTo>
                  <a:lnTo>
                    <a:pt x="74" y="1137"/>
                  </a:lnTo>
                  <a:lnTo>
                    <a:pt x="73" y="1137"/>
                  </a:lnTo>
                  <a:lnTo>
                    <a:pt x="73" y="1137"/>
                  </a:lnTo>
                  <a:lnTo>
                    <a:pt x="73" y="1137"/>
                  </a:lnTo>
                  <a:lnTo>
                    <a:pt x="72" y="1137"/>
                  </a:lnTo>
                  <a:lnTo>
                    <a:pt x="72" y="1138"/>
                  </a:lnTo>
                  <a:lnTo>
                    <a:pt x="71" y="1138"/>
                  </a:lnTo>
                  <a:lnTo>
                    <a:pt x="70" y="1139"/>
                  </a:lnTo>
                  <a:lnTo>
                    <a:pt x="70" y="1139"/>
                  </a:lnTo>
                  <a:lnTo>
                    <a:pt x="68" y="1138"/>
                  </a:lnTo>
                  <a:lnTo>
                    <a:pt x="68" y="1139"/>
                  </a:lnTo>
                  <a:lnTo>
                    <a:pt x="68" y="1139"/>
                  </a:lnTo>
                  <a:lnTo>
                    <a:pt x="68" y="1139"/>
                  </a:lnTo>
                  <a:lnTo>
                    <a:pt x="68" y="1140"/>
                  </a:lnTo>
                  <a:lnTo>
                    <a:pt x="67" y="1140"/>
                  </a:lnTo>
                  <a:lnTo>
                    <a:pt x="67" y="1140"/>
                  </a:lnTo>
                  <a:lnTo>
                    <a:pt x="67" y="1140"/>
                  </a:lnTo>
                  <a:lnTo>
                    <a:pt x="67" y="1139"/>
                  </a:lnTo>
                  <a:lnTo>
                    <a:pt x="67" y="1138"/>
                  </a:lnTo>
                  <a:lnTo>
                    <a:pt x="67" y="1138"/>
                  </a:lnTo>
                  <a:lnTo>
                    <a:pt x="66" y="1138"/>
                  </a:lnTo>
                  <a:lnTo>
                    <a:pt x="66" y="1138"/>
                  </a:lnTo>
                  <a:lnTo>
                    <a:pt x="64" y="1137"/>
                  </a:lnTo>
                  <a:lnTo>
                    <a:pt x="63" y="1137"/>
                  </a:lnTo>
                  <a:lnTo>
                    <a:pt x="63" y="1137"/>
                  </a:lnTo>
                  <a:lnTo>
                    <a:pt x="63" y="1137"/>
                  </a:lnTo>
                  <a:lnTo>
                    <a:pt x="63" y="1137"/>
                  </a:lnTo>
                  <a:lnTo>
                    <a:pt x="65" y="1137"/>
                  </a:lnTo>
                  <a:lnTo>
                    <a:pt x="65" y="1138"/>
                  </a:lnTo>
                  <a:lnTo>
                    <a:pt x="66" y="1138"/>
                  </a:lnTo>
                  <a:lnTo>
                    <a:pt x="66" y="1139"/>
                  </a:lnTo>
                  <a:lnTo>
                    <a:pt x="66" y="1139"/>
                  </a:lnTo>
                  <a:lnTo>
                    <a:pt x="66" y="1139"/>
                  </a:lnTo>
                  <a:lnTo>
                    <a:pt x="67" y="1140"/>
                  </a:lnTo>
                  <a:lnTo>
                    <a:pt x="67" y="1140"/>
                  </a:lnTo>
                  <a:lnTo>
                    <a:pt x="67" y="1141"/>
                  </a:lnTo>
                  <a:lnTo>
                    <a:pt x="67" y="1141"/>
                  </a:lnTo>
                  <a:lnTo>
                    <a:pt x="67" y="1141"/>
                  </a:lnTo>
                  <a:lnTo>
                    <a:pt x="69" y="1141"/>
                  </a:lnTo>
                  <a:lnTo>
                    <a:pt x="70" y="1141"/>
                  </a:lnTo>
                  <a:lnTo>
                    <a:pt x="70" y="1141"/>
                  </a:lnTo>
                  <a:lnTo>
                    <a:pt x="70" y="1141"/>
                  </a:lnTo>
                  <a:lnTo>
                    <a:pt x="71" y="1141"/>
                  </a:lnTo>
                  <a:lnTo>
                    <a:pt x="71" y="1141"/>
                  </a:lnTo>
                  <a:lnTo>
                    <a:pt x="71" y="1141"/>
                  </a:lnTo>
                  <a:lnTo>
                    <a:pt x="71" y="1141"/>
                  </a:lnTo>
                  <a:lnTo>
                    <a:pt x="71" y="1141"/>
                  </a:lnTo>
                  <a:lnTo>
                    <a:pt x="71" y="1140"/>
                  </a:lnTo>
                  <a:lnTo>
                    <a:pt x="71" y="1140"/>
                  </a:lnTo>
                  <a:lnTo>
                    <a:pt x="71" y="1141"/>
                  </a:lnTo>
                  <a:lnTo>
                    <a:pt x="70" y="1141"/>
                  </a:lnTo>
                  <a:lnTo>
                    <a:pt x="70" y="1141"/>
                  </a:lnTo>
                  <a:lnTo>
                    <a:pt x="69" y="1140"/>
                  </a:lnTo>
                  <a:lnTo>
                    <a:pt x="70" y="1140"/>
                  </a:lnTo>
                  <a:lnTo>
                    <a:pt x="71" y="1140"/>
                  </a:lnTo>
                  <a:lnTo>
                    <a:pt x="72" y="1139"/>
                  </a:lnTo>
                  <a:lnTo>
                    <a:pt x="72" y="1139"/>
                  </a:lnTo>
                  <a:lnTo>
                    <a:pt x="72" y="1141"/>
                  </a:lnTo>
                  <a:lnTo>
                    <a:pt x="72" y="1141"/>
                  </a:lnTo>
                  <a:lnTo>
                    <a:pt x="72" y="1141"/>
                  </a:lnTo>
                  <a:lnTo>
                    <a:pt x="72" y="1141"/>
                  </a:lnTo>
                  <a:lnTo>
                    <a:pt x="72" y="1141"/>
                  </a:lnTo>
                  <a:lnTo>
                    <a:pt x="72" y="1141"/>
                  </a:lnTo>
                  <a:lnTo>
                    <a:pt x="72" y="1141"/>
                  </a:lnTo>
                  <a:lnTo>
                    <a:pt x="72" y="1142"/>
                  </a:lnTo>
                  <a:lnTo>
                    <a:pt x="72" y="1142"/>
                  </a:lnTo>
                  <a:lnTo>
                    <a:pt x="73" y="1141"/>
                  </a:lnTo>
                  <a:lnTo>
                    <a:pt x="73" y="1141"/>
                  </a:lnTo>
                  <a:lnTo>
                    <a:pt x="75" y="1141"/>
                  </a:lnTo>
                  <a:lnTo>
                    <a:pt x="75" y="1141"/>
                  </a:lnTo>
                  <a:lnTo>
                    <a:pt x="75" y="1141"/>
                  </a:lnTo>
                  <a:lnTo>
                    <a:pt x="76" y="1142"/>
                  </a:lnTo>
                  <a:lnTo>
                    <a:pt x="76" y="1142"/>
                  </a:lnTo>
                  <a:lnTo>
                    <a:pt x="75" y="1142"/>
                  </a:lnTo>
                  <a:lnTo>
                    <a:pt x="75" y="1142"/>
                  </a:lnTo>
                  <a:lnTo>
                    <a:pt x="75" y="1142"/>
                  </a:lnTo>
                  <a:lnTo>
                    <a:pt x="75" y="1143"/>
                  </a:lnTo>
                  <a:lnTo>
                    <a:pt x="75" y="1143"/>
                  </a:lnTo>
                  <a:lnTo>
                    <a:pt x="75" y="1143"/>
                  </a:lnTo>
                  <a:lnTo>
                    <a:pt x="75" y="1143"/>
                  </a:lnTo>
                  <a:lnTo>
                    <a:pt x="75" y="1144"/>
                  </a:lnTo>
                  <a:lnTo>
                    <a:pt x="75" y="1144"/>
                  </a:lnTo>
                  <a:lnTo>
                    <a:pt x="75" y="1145"/>
                  </a:lnTo>
                  <a:lnTo>
                    <a:pt x="76" y="1145"/>
                  </a:lnTo>
                  <a:lnTo>
                    <a:pt x="76" y="1146"/>
                  </a:lnTo>
                  <a:lnTo>
                    <a:pt x="76" y="1147"/>
                  </a:lnTo>
                  <a:lnTo>
                    <a:pt x="76" y="1147"/>
                  </a:lnTo>
                  <a:lnTo>
                    <a:pt x="76" y="1147"/>
                  </a:lnTo>
                  <a:lnTo>
                    <a:pt x="76" y="1147"/>
                  </a:lnTo>
                  <a:lnTo>
                    <a:pt x="76" y="1147"/>
                  </a:lnTo>
                  <a:lnTo>
                    <a:pt x="77" y="1147"/>
                  </a:lnTo>
                  <a:lnTo>
                    <a:pt x="77" y="1147"/>
                  </a:lnTo>
                  <a:lnTo>
                    <a:pt x="77" y="1146"/>
                  </a:lnTo>
                  <a:lnTo>
                    <a:pt x="78" y="1146"/>
                  </a:lnTo>
                  <a:lnTo>
                    <a:pt x="78" y="1146"/>
                  </a:lnTo>
                  <a:lnTo>
                    <a:pt x="78" y="1146"/>
                  </a:lnTo>
                  <a:lnTo>
                    <a:pt x="79" y="1146"/>
                  </a:lnTo>
                  <a:lnTo>
                    <a:pt x="79" y="1146"/>
                  </a:lnTo>
                  <a:lnTo>
                    <a:pt x="80" y="1147"/>
                  </a:lnTo>
                  <a:lnTo>
                    <a:pt x="80" y="1148"/>
                  </a:lnTo>
                  <a:lnTo>
                    <a:pt x="80" y="1148"/>
                  </a:lnTo>
                  <a:lnTo>
                    <a:pt x="80" y="1149"/>
                  </a:lnTo>
                  <a:lnTo>
                    <a:pt x="80" y="1149"/>
                  </a:lnTo>
                  <a:lnTo>
                    <a:pt x="80" y="1149"/>
                  </a:lnTo>
                  <a:lnTo>
                    <a:pt x="79" y="1150"/>
                  </a:lnTo>
                  <a:lnTo>
                    <a:pt x="79" y="1150"/>
                  </a:lnTo>
                  <a:lnTo>
                    <a:pt x="79" y="1150"/>
                  </a:lnTo>
                  <a:lnTo>
                    <a:pt x="78" y="1150"/>
                  </a:lnTo>
                  <a:lnTo>
                    <a:pt x="78" y="1150"/>
                  </a:lnTo>
                  <a:lnTo>
                    <a:pt x="79" y="1151"/>
                  </a:lnTo>
                  <a:lnTo>
                    <a:pt x="79" y="1151"/>
                  </a:lnTo>
                  <a:lnTo>
                    <a:pt x="79" y="1151"/>
                  </a:lnTo>
                  <a:lnTo>
                    <a:pt x="79" y="1151"/>
                  </a:lnTo>
                  <a:lnTo>
                    <a:pt x="79" y="1152"/>
                  </a:lnTo>
                  <a:lnTo>
                    <a:pt x="79" y="1152"/>
                  </a:lnTo>
                  <a:lnTo>
                    <a:pt x="79" y="1153"/>
                  </a:lnTo>
                  <a:lnTo>
                    <a:pt x="78" y="1154"/>
                  </a:lnTo>
                  <a:lnTo>
                    <a:pt x="78" y="1154"/>
                  </a:lnTo>
                  <a:lnTo>
                    <a:pt x="78" y="1154"/>
                  </a:lnTo>
                  <a:lnTo>
                    <a:pt x="77" y="1154"/>
                  </a:lnTo>
                  <a:lnTo>
                    <a:pt x="77" y="1154"/>
                  </a:lnTo>
                  <a:lnTo>
                    <a:pt x="77" y="1154"/>
                  </a:lnTo>
                  <a:lnTo>
                    <a:pt x="76" y="1155"/>
                  </a:lnTo>
                  <a:lnTo>
                    <a:pt x="76" y="1154"/>
                  </a:lnTo>
                  <a:lnTo>
                    <a:pt x="76" y="1155"/>
                  </a:lnTo>
                  <a:lnTo>
                    <a:pt x="75" y="1154"/>
                  </a:lnTo>
                  <a:lnTo>
                    <a:pt x="74" y="1154"/>
                  </a:lnTo>
                  <a:lnTo>
                    <a:pt x="74" y="1154"/>
                  </a:lnTo>
                  <a:lnTo>
                    <a:pt x="74" y="1154"/>
                  </a:lnTo>
                  <a:lnTo>
                    <a:pt x="74" y="1155"/>
                  </a:lnTo>
                  <a:lnTo>
                    <a:pt x="73" y="1155"/>
                  </a:lnTo>
                  <a:lnTo>
                    <a:pt x="74" y="1155"/>
                  </a:lnTo>
                  <a:lnTo>
                    <a:pt x="73" y="1156"/>
                  </a:lnTo>
                  <a:lnTo>
                    <a:pt x="73" y="1157"/>
                  </a:lnTo>
                  <a:lnTo>
                    <a:pt x="73" y="1157"/>
                  </a:lnTo>
                  <a:lnTo>
                    <a:pt x="72" y="1157"/>
                  </a:lnTo>
                  <a:lnTo>
                    <a:pt x="73" y="1157"/>
                  </a:lnTo>
                  <a:lnTo>
                    <a:pt x="73" y="1158"/>
                  </a:lnTo>
                  <a:lnTo>
                    <a:pt x="72" y="1158"/>
                  </a:lnTo>
                  <a:lnTo>
                    <a:pt x="72" y="1158"/>
                  </a:lnTo>
                  <a:lnTo>
                    <a:pt x="72" y="1159"/>
                  </a:lnTo>
                  <a:lnTo>
                    <a:pt x="71" y="1159"/>
                  </a:lnTo>
                  <a:lnTo>
                    <a:pt x="71" y="1160"/>
                  </a:lnTo>
                  <a:lnTo>
                    <a:pt x="70" y="1160"/>
                  </a:lnTo>
                  <a:lnTo>
                    <a:pt x="70" y="1161"/>
                  </a:lnTo>
                  <a:lnTo>
                    <a:pt x="72" y="1162"/>
                  </a:lnTo>
                  <a:lnTo>
                    <a:pt x="72" y="1162"/>
                  </a:lnTo>
                  <a:lnTo>
                    <a:pt x="71" y="1162"/>
                  </a:lnTo>
                  <a:lnTo>
                    <a:pt x="71" y="1162"/>
                  </a:lnTo>
                  <a:lnTo>
                    <a:pt x="71" y="1162"/>
                  </a:lnTo>
                  <a:lnTo>
                    <a:pt x="71" y="1163"/>
                  </a:lnTo>
                  <a:lnTo>
                    <a:pt x="71" y="1163"/>
                  </a:lnTo>
                  <a:lnTo>
                    <a:pt x="72" y="1164"/>
                  </a:lnTo>
                  <a:lnTo>
                    <a:pt x="71" y="1164"/>
                  </a:lnTo>
                  <a:lnTo>
                    <a:pt x="70" y="1165"/>
                  </a:lnTo>
                  <a:lnTo>
                    <a:pt x="70" y="1165"/>
                  </a:lnTo>
                  <a:lnTo>
                    <a:pt x="69" y="1166"/>
                  </a:lnTo>
                  <a:lnTo>
                    <a:pt x="69" y="1166"/>
                  </a:lnTo>
                  <a:lnTo>
                    <a:pt x="69" y="1166"/>
                  </a:lnTo>
                  <a:lnTo>
                    <a:pt x="69" y="1167"/>
                  </a:lnTo>
                  <a:lnTo>
                    <a:pt x="69" y="1167"/>
                  </a:lnTo>
                  <a:lnTo>
                    <a:pt x="69" y="1167"/>
                  </a:lnTo>
                  <a:lnTo>
                    <a:pt x="69" y="1167"/>
                  </a:lnTo>
                  <a:lnTo>
                    <a:pt x="69" y="1167"/>
                  </a:lnTo>
                  <a:lnTo>
                    <a:pt x="69" y="1167"/>
                  </a:lnTo>
                  <a:lnTo>
                    <a:pt x="70" y="1168"/>
                  </a:lnTo>
                  <a:lnTo>
                    <a:pt x="69" y="1168"/>
                  </a:lnTo>
                  <a:lnTo>
                    <a:pt x="69" y="1168"/>
                  </a:lnTo>
                  <a:lnTo>
                    <a:pt x="68" y="1168"/>
                  </a:lnTo>
                  <a:lnTo>
                    <a:pt x="68" y="1169"/>
                  </a:lnTo>
                  <a:lnTo>
                    <a:pt x="69" y="1170"/>
                  </a:lnTo>
                  <a:lnTo>
                    <a:pt x="68" y="1171"/>
                  </a:lnTo>
                  <a:lnTo>
                    <a:pt x="68" y="1172"/>
                  </a:lnTo>
                  <a:lnTo>
                    <a:pt x="68" y="1172"/>
                  </a:lnTo>
                  <a:lnTo>
                    <a:pt x="67" y="1172"/>
                  </a:lnTo>
                  <a:lnTo>
                    <a:pt x="67" y="1172"/>
                  </a:lnTo>
                  <a:lnTo>
                    <a:pt x="67" y="1172"/>
                  </a:lnTo>
                  <a:lnTo>
                    <a:pt x="67" y="1172"/>
                  </a:lnTo>
                  <a:lnTo>
                    <a:pt x="67" y="1172"/>
                  </a:lnTo>
                  <a:lnTo>
                    <a:pt x="66" y="1172"/>
                  </a:lnTo>
                  <a:lnTo>
                    <a:pt x="66" y="1172"/>
                  </a:lnTo>
                  <a:lnTo>
                    <a:pt x="65" y="1172"/>
                  </a:lnTo>
                  <a:lnTo>
                    <a:pt x="65" y="1172"/>
                  </a:lnTo>
                  <a:lnTo>
                    <a:pt x="65" y="1172"/>
                  </a:lnTo>
                  <a:lnTo>
                    <a:pt x="65" y="1172"/>
                  </a:lnTo>
                  <a:lnTo>
                    <a:pt x="65" y="1172"/>
                  </a:lnTo>
                  <a:lnTo>
                    <a:pt x="65" y="1172"/>
                  </a:lnTo>
                  <a:lnTo>
                    <a:pt x="64" y="1172"/>
                  </a:lnTo>
                  <a:lnTo>
                    <a:pt x="63" y="1172"/>
                  </a:lnTo>
                  <a:lnTo>
                    <a:pt x="63" y="1172"/>
                  </a:lnTo>
                  <a:lnTo>
                    <a:pt x="62" y="1172"/>
                  </a:lnTo>
                  <a:lnTo>
                    <a:pt x="61" y="1172"/>
                  </a:lnTo>
                  <a:lnTo>
                    <a:pt x="61" y="1170"/>
                  </a:lnTo>
                  <a:lnTo>
                    <a:pt x="62" y="1170"/>
                  </a:lnTo>
                  <a:lnTo>
                    <a:pt x="62" y="1171"/>
                  </a:lnTo>
                  <a:lnTo>
                    <a:pt x="62" y="1170"/>
                  </a:lnTo>
                  <a:lnTo>
                    <a:pt x="62" y="1170"/>
                  </a:lnTo>
                  <a:lnTo>
                    <a:pt x="61" y="1170"/>
                  </a:lnTo>
                  <a:lnTo>
                    <a:pt x="61" y="1169"/>
                  </a:lnTo>
                  <a:lnTo>
                    <a:pt x="61" y="1168"/>
                  </a:lnTo>
                  <a:lnTo>
                    <a:pt x="61" y="1168"/>
                  </a:lnTo>
                  <a:lnTo>
                    <a:pt x="61" y="1169"/>
                  </a:lnTo>
                  <a:lnTo>
                    <a:pt x="61" y="1169"/>
                  </a:lnTo>
                  <a:lnTo>
                    <a:pt x="61" y="1169"/>
                  </a:lnTo>
                  <a:lnTo>
                    <a:pt x="60" y="1169"/>
                  </a:lnTo>
                  <a:lnTo>
                    <a:pt x="60" y="1168"/>
                  </a:lnTo>
                  <a:lnTo>
                    <a:pt x="59" y="1168"/>
                  </a:lnTo>
                  <a:lnTo>
                    <a:pt x="59" y="1168"/>
                  </a:lnTo>
                  <a:lnTo>
                    <a:pt x="59" y="1170"/>
                  </a:lnTo>
                  <a:lnTo>
                    <a:pt x="58" y="1169"/>
                  </a:lnTo>
                  <a:lnTo>
                    <a:pt x="58" y="1169"/>
                  </a:lnTo>
                  <a:lnTo>
                    <a:pt x="58" y="1170"/>
                  </a:lnTo>
                  <a:lnTo>
                    <a:pt x="57" y="1170"/>
                  </a:lnTo>
                  <a:lnTo>
                    <a:pt x="56" y="1170"/>
                  </a:lnTo>
                  <a:lnTo>
                    <a:pt x="55" y="1169"/>
                  </a:lnTo>
                  <a:lnTo>
                    <a:pt x="55" y="1168"/>
                  </a:lnTo>
                  <a:lnTo>
                    <a:pt x="54" y="1168"/>
                  </a:lnTo>
                  <a:lnTo>
                    <a:pt x="54" y="1168"/>
                  </a:lnTo>
                  <a:lnTo>
                    <a:pt x="54" y="1169"/>
                  </a:lnTo>
                  <a:lnTo>
                    <a:pt x="54" y="1170"/>
                  </a:lnTo>
                  <a:lnTo>
                    <a:pt x="54" y="1170"/>
                  </a:lnTo>
                  <a:lnTo>
                    <a:pt x="54" y="1170"/>
                  </a:lnTo>
                  <a:lnTo>
                    <a:pt x="54" y="1171"/>
                  </a:lnTo>
                  <a:lnTo>
                    <a:pt x="55" y="1171"/>
                  </a:lnTo>
                  <a:lnTo>
                    <a:pt x="55" y="1171"/>
                  </a:lnTo>
                  <a:lnTo>
                    <a:pt x="55" y="1172"/>
                  </a:lnTo>
                  <a:lnTo>
                    <a:pt x="56" y="1172"/>
                  </a:lnTo>
                  <a:lnTo>
                    <a:pt x="56" y="1171"/>
                  </a:lnTo>
                  <a:lnTo>
                    <a:pt x="56" y="1171"/>
                  </a:lnTo>
                  <a:lnTo>
                    <a:pt x="57" y="1172"/>
                  </a:lnTo>
                  <a:lnTo>
                    <a:pt x="57" y="1172"/>
                  </a:lnTo>
                  <a:lnTo>
                    <a:pt x="57" y="1172"/>
                  </a:lnTo>
                  <a:lnTo>
                    <a:pt x="58" y="1171"/>
                  </a:lnTo>
                  <a:lnTo>
                    <a:pt x="58" y="1171"/>
                  </a:lnTo>
                  <a:lnTo>
                    <a:pt x="59" y="1170"/>
                  </a:lnTo>
                  <a:lnTo>
                    <a:pt x="59" y="1170"/>
                  </a:lnTo>
                  <a:lnTo>
                    <a:pt x="60" y="1170"/>
                  </a:lnTo>
                  <a:lnTo>
                    <a:pt x="61" y="1171"/>
                  </a:lnTo>
                  <a:lnTo>
                    <a:pt x="61" y="1171"/>
                  </a:lnTo>
                  <a:lnTo>
                    <a:pt x="61" y="1172"/>
                  </a:lnTo>
                  <a:lnTo>
                    <a:pt x="61" y="1172"/>
                  </a:lnTo>
                  <a:lnTo>
                    <a:pt x="63" y="1172"/>
                  </a:lnTo>
                  <a:lnTo>
                    <a:pt x="62" y="1172"/>
                  </a:lnTo>
                  <a:lnTo>
                    <a:pt x="62" y="1172"/>
                  </a:lnTo>
                  <a:lnTo>
                    <a:pt x="62" y="1173"/>
                  </a:lnTo>
                  <a:lnTo>
                    <a:pt x="62" y="1173"/>
                  </a:lnTo>
                  <a:lnTo>
                    <a:pt x="62" y="1173"/>
                  </a:lnTo>
                  <a:lnTo>
                    <a:pt x="62" y="1174"/>
                  </a:lnTo>
                  <a:lnTo>
                    <a:pt x="63" y="1174"/>
                  </a:lnTo>
                  <a:lnTo>
                    <a:pt x="63" y="1175"/>
                  </a:lnTo>
                  <a:lnTo>
                    <a:pt x="66" y="1174"/>
                  </a:lnTo>
                  <a:lnTo>
                    <a:pt x="67" y="1174"/>
                  </a:lnTo>
                  <a:lnTo>
                    <a:pt x="67" y="1175"/>
                  </a:lnTo>
                  <a:lnTo>
                    <a:pt x="67" y="1176"/>
                  </a:lnTo>
                  <a:lnTo>
                    <a:pt x="67" y="1176"/>
                  </a:lnTo>
                  <a:lnTo>
                    <a:pt x="68" y="1176"/>
                  </a:lnTo>
                  <a:lnTo>
                    <a:pt x="68" y="1176"/>
                  </a:lnTo>
                  <a:lnTo>
                    <a:pt x="68" y="1177"/>
                  </a:lnTo>
                  <a:lnTo>
                    <a:pt x="68" y="1177"/>
                  </a:lnTo>
                  <a:lnTo>
                    <a:pt x="68" y="1178"/>
                  </a:lnTo>
                  <a:lnTo>
                    <a:pt x="68" y="1178"/>
                  </a:lnTo>
                  <a:lnTo>
                    <a:pt x="68" y="1178"/>
                  </a:lnTo>
                  <a:lnTo>
                    <a:pt x="67" y="1180"/>
                  </a:lnTo>
                  <a:lnTo>
                    <a:pt x="68" y="1180"/>
                  </a:lnTo>
                  <a:lnTo>
                    <a:pt x="68" y="1181"/>
                  </a:lnTo>
                  <a:lnTo>
                    <a:pt x="68" y="1181"/>
                  </a:lnTo>
                  <a:lnTo>
                    <a:pt x="69" y="1181"/>
                  </a:lnTo>
                  <a:lnTo>
                    <a:pt x="69" y="1181"/>
                  </a:lnTo>
                  <a:lnTo>
                    <a:pt x="69" y="1183"/>
                  </a:lnTo>
                  <a:lnTo>
                    <a:pt x="69" y="1183"/>
                  </a:lnTo>
                  <a:lnTo>
                    <a:pt x="70" y="1184"/>
                  </a:lnTo>
                  <a:lnTo>
                    <a:pt x="71" y="1185"/>
                  </a:lnTo>
                  <a:lnTo>
                    <a:pt x="71" y="1185"/>
                  </a:lnTo>
                  <a:lnTo>
                    <a:pt x="70" y="1185"/>
                  </a:lnTo>
                  <a:lnTo>
                    <a:pt x="70" y="1186"/>
                  </a:lnTo>
                  <a:lnTo>
                    <a:pt x="71" y="1187"/>
                  </a:lnTo>
                  <a:lnTo>
                    <a:pt x="71" y="1188"/>
                  </a:lnTo>
                  <a:lnTo>
                    <a:pt x="71" y="1188"/>
                  </a:lnTo>
                  <a:lnTo>
                    <a:pt x="71" y="1189"/>
                  </a:lnTo>
                  <a:lnTo>
                    <a:pt x="71" y="1189"/>
                  </a:lnTo>
                  <a:lnTo>
                    <a:pt x="71" y="1189"/>
                  </a:lnTo>
                  <a:lnTo>
                    <a:pt x="71" y="1189"/>
                  </a:lnTo>
                  <a:lnTo>
                    <a:pt x="71" y="1189"/>
                  </a:lnTo>
                  <a:lnTo>
                    <a:pt x="72" y="1189"/>
                  </a:lnTo>
                  <a:lnTo>
                    <a:pt x="72" y="1190"/>
                  </a:lnTo>
                  <a:lnTo>
                    <a:pt x="71" y="1190"/>
                  </a:lnTo>
                  <a:lnTo>
                    <a:pt x="71" y="1191"/>
                  </a:lnTo>
                  <a:lnTo>
                    <a:pt x="71" y="1191"/>
                  </a:lnTo>
                  <a:lnTo>
                    <a:pt x="71" y="1191"/>
                  </a:lnTo>
                  <a:lnTo>
                    <a:pt x="70" y="1192"/>
                  </a:lnTo>
                  <a:lnTo>
                    <a:pt x="69" y="1192"/>
                  </a:lnTo>
                  <a:lnTo>
                    <a:pt x="69" y="1192"/>
                  </a:lnTo>
                  <a:lnTo>
                    <a:pt x="70" y="1193"/>
                  </a:lnTo>
                  <a:lnTo>
                    <a:pt x="69" y="1193"/>
                  </a:lnTo>
                  <a:lnTo>
                    <a:pt x="69" y="1193"/>
                  </a:lnTo>
                  <a:lnTo>
                    <a:pt x="68" y="1193"/>
                  </a:lnTo>
                  <a:lnTo>
                    <a:pt x="67" y="1194"/>
                  </a:lnTo>
                  <a:lnTo>
                    <a:pt x="66" y="1194"/>
                  </a:lnTo>
                  <a:lnTo>
                    <a:pt x="64" y="1194"/>
                  </a:lnTo>
                  <a:lnTo>
                    <a:pt x="62" y="1193"/>
                  </a:lnTo>
                  <a:lnTo>
                    <a:pt x="61" y="1193"/>
                  </a:lnTo>
                  <a:lnTo>
                    <a:pt x="61" y="1193"/>
                  </a:lnTo>
                  <a:lnTo>
                    <a:pt x="61" y="1193"/>
                  </a:lnTo>
                  <a:lnTo>
                    <a:pt x="62" y="1193"/>
                  </a:lnTo>
                  <a:lnTo>
                    <a:pt x="62" y="1193"/>
                  </a:lnTo>
                  <a:lnTo>
                    <a:pt x="62" y="1194"/>
                  </a:lnTo>
                  <a:lnTo>
                    <a:pt x="62" y="1195"/>
                  </a:lnTo>
                  <a:lnTo>
                    <a:pt x="62" y="1195"/>
                  </a:lnTo>
                  <a:lnTo>
                    <a:pt x="61" y="1195"/>
                  </a:lnTo>
                  <a:lnTo>
                    <a:pt x="61" y="1195"/>
                  </a:lnTo>
                  <a:lnTo>
                    <a:pt x="60" y="1195"/>
                  </a:lnTo>
                  <a:lnTo>
                    <a:pt x="60" y="1194"/>
                  </a:lnTo>
                  <a:lnTo>
                    <a:pt x="60" y="1194"/>
                  </a:lnTo>
                  <a:lnTo>
                    <a:pt x="59" y="1194"/>
                  </a:lnTo>
                  <a:lnTo>
                    <a:pt x="59" y="1194"/>
                  </a:lnTo>
                  <a:lnTo>
                    <a:pt x="59" y="1193"/>
                  </a:lnTo>
                  <a:lnTo>
                    <a:pt x="59" y="1193"/>
                  </a:lnTo>
                  <a:lnTo>
                    <a:pt x="58" y="1193"/>
                  </a:lnTo>
                  <a:lnTo>
                    <a:pt x="58" y="1194"/>
                  </a:lnTo>
                  <a:lnTo>
                    <a:pt x="58" y="1194"/>
                  </a:lnTo>
                  <a:lnTo>
                    <a:pt x="57" y="1194"/>
                  </a:lnTo>
                  <a:lnTo>
                    <a:pt x="57" y="1194"/>
                  </a:lnTo>
                  <a:lnTo>
                    <a:pt x="56" y="1194"/>
                  </a:lnTo>
                  <a:lnTo>
                    <a:pt x="56" y="1193"/>
                  </a:lnTo>
                  <a:lnTo>
                    <a:pt x="56" y="1193"/>
                  </a:lnTo>
                  <a:lnTo>
                    <a:pt x="55" y="1193"/>
                  </a:lnTo>
                  <a:lnTo>
                    <a:pt x="54" y="1193"/>
                  </a:lnTo>
                  <a:lnTo>
                    <a:pt x="54" y="1193"/>
                  </a:lnTo>
                  <a:lnTo>
                    <a:pt x="54" y="1194"/>
                  </a:lnTo>
                  <a:lnTo>
                    <a:pt x="54" y="1194"/>
                  </a:lnTo>
                  <a:lnTo>
                    <a:pt x="55" y="1194"/>
                  </a:lnTo>
                  <a:lnTo>
                    <a:pt x="56" y="1195"/>
                  </a:lnTo>
                  <a:lnTo>
                    <a:pt x="57" y="1195"/>
                  </a:lnTo>
                  <a:lnTo>
                    <a:pt x="57" y="1195"/>
                  </a:lnTo>
                  <a:lnTo>
                    <a:pt x="58" y="1196"/>
                  </a:lnTo>
                  <a:lnTo>
                    <a:pt x="58" y="1196"/>
                  </a:lnTo>
                  <a:lnTo>
                    <a:pt x="58" y="1195"/>
                  </a:lnTo>
                  <a:lnTo>
                    <a:pt x="58" y="1194"/>
                  </a:lnTo>
                  <a:lnTo>
                    <a:pt x="59" y="1194"/>
                  </a:lnTo>
                  <a:lnTo>
                    <a:pt x="59" y="1195"/>
                  </a:lnTo>
                  <a:lnTo>
                    <a:pt x="60" y="1195"/>
                  </a:lnTo>
                  <a:lnTo>
                    <a:pt x="60" y="1195"/>
                  </a:lnTo>
                  <a:lnTo>
                    <a:pt x="60" y="1195"/>
                  </a:lnTo>
                  <a:lnTo>
                    <a:pt x="61" y="1195"/>
                  </a:lnTo>
                  <a:lnTo>
                    <a:pt x="61" y="1196"/>
                  </a:lnTo>
                  <a:lnTo>
                    <a:pt x="61" y="1196"/>
                  </a:lnTo>
                  <a:lnTo>
                    <a:pt x="62" y="1196"/>
                  </a:lnTo>
                  <a:lnTo>
                    <a:pt x="62" y="1196"/>
                  </a:lnTo>
                  <a:lnTo>
                    <a:pt x="62" y="1196"/>
                  </a:lnTo>
                  <a:lnTo>
                    <a:pt x="61" y="1197"/>
                  </a:lnTo>
                  <a:lnTo>
                    <a:pt x="60" y="1197"/>
                  </a:lnTo>
                  <a:lnTo>
                    <a:pt x="60" y="1197"/>
                  </a:lnTo>
                  <a:lnTo>
                    <a:pt x="60" y="1197"/>
                  </a:lnTo>
                  <a:lnTo>
                    <a:pt x="60" y="1197"/>
                  </a:lnTo>
                  <a:lnTo>
                    <a:pt x="60" y="1197"/>
                  </a:lnTo>
                  <a:lnTo>
                    <a:pt x="60" y="1197"/>
                  </a:lnTo>
                  <a:lnTo>
                    <a:pt x="59" y="1197"/>
                  </a:lnTo>
                  <a:lnTo>
                    <a:pt x="59" y="1197"/>
                  </a:lnTo>
                  <a:lnTo>
                    <a:pt x="59" y="1197"/>
                  </a:lnTo>
                  <a:lnTo>
                    <a:pt x="58" y="1196"/>
                  </a:lnTo>
                  <a:lnTo>
                    <a:pt x="58" y="1198"/>
                  </a:lnTo>
                  <a:lnTo>
                    <a:pt x="59" y="1198"/>
                  </a:lnTo>
                  <a:lnTo>
                    <a:pt x="60" y="1198"/>
                  </a:lnTo>
                  <a:lnTo>
                    <a:pt x="60" y="1198"/>
                  </a:lnTo>
                  <a:lnTo>
                    <a:pt x="60" y="1198"/>
                  </a:lnTo>
                  <a:lnTo>
                    <a:pt x="61" y="1198"/>
                  </a:lnTo>
                  <a:lnTo>
                    <a:pt x="62" y="1198"/>
                  </a:lnTo>
                  <a:lnTo>
                    <a:pt x="62" y="1197"/>
                  </a:lnTo>
                  <a:lnTo>
                    <a:pt x="63" y="1197"/>
                  </a:lnTo>
                  <a:lnTo>
                    <a:pt x="63" y="1197"/>
                  </a:lnTo>
                  <a:lnTo>
                    <a:pt x="64" y="1197"/>
                  </a:lnTo>
                  <a:lnTo>
                    <a:pt x="64" y="1197"/>
                  </a:lnTo>
                  <a:lnTo>
                    <a:pt x="65" y="1197"/>
                  </a:lnTo>
                  <a:lnTo>
                    <a:pt x="66" y="1197"/>
                  </a:lnTo>
                  <a:lnTo>
                    <a:pt x="66" y="1197"/>
                  </a:lnTo>
                  <a:lnTo>
                    <a:pt x="67" y="1197"/>
                  </a:lnTo>
                  <a:lnTo>
                    <a:pt x="67" y="1197"/>
                  </a:lnTo>
                  <a:lnTo>
                    <a:pt x="68" y="1198"/>
                  </a:lnTo>
                  <a:lnTo>
                    <a:pt x="69" y="1198"/>
                  </a:lnTo>
                  <a:lnTo>
                    <a:pt x="69" y="1198"/>
                  </a:lnTo>
                  <a:lnTo>
                    <a:pt x="69" y="1198"/>
                  </a:lnTo>
                  <a:lnTo>
                    <a:pt x="70" y="1198"/>
                  </a:lnTo>
                  <a:lnTo>
                    <a:pt x="70" y="1199"/>
                  </a:lnTo>
                  <a:lnTo>
                    <a:pt x="71" y="1198"/>
                  </a:lnTo>
                  <a:lnTo>
                    <a:pt x="72" y="1199"/>
                  </a:lnTo>
                  <a:lnTo>
                    <a:pt x="71" y="1200"/>
                  </a:lnTo>
                  <a:lnTo>
                    <a:pt x="71" y="1201"/>
                  </a:lnTo>
                  <a:lnTo>
                    <a:pt x="71" y="1201"/>
                  </a:lnTo>
                  <a:lnTo>
                    <a:pt x="71" y="1201"/>
                  </a:lnTo>
                  <a:lnTo>
                    <a:pt x="70" y="1201"/>
                  </a:lnTo>
                  <a:lnTo>
                    <a:pt x="71" y="1202"/>
                  </a:lnTo>
                  <a:lnTo>
                    <a:pt x="71" y="1201"/>
                  </a:lnTo>
                  <a:lnTo>
                    <a:pt x="72" y="1201"/>
                  </a:lnTo>
                  <a:lnTo>
                    <a:pt x="72" y="1202"/>
                  </a:lnTo>
                  <a:lnTo>
                    <a:pt x="72" y="1202"/>
                  </a:lnTo>
                  <a:lnTo>
                    <a:pt x="72" y="1202"/>
                  </a:lnTo>
                  <a:lnTo>
                    <a:pt x="72" y="1202"/>
                  </a:lnTo>
                  <a:lnTo>
                    <a:pt x="72" y="1202"/>
                  </a:lnTo>
                  <a:lnTo>
                    <a:pt x="72" y="1202"/>
                  </a:lnTo>
                  <a:lnTo>
                    <a:pt x="72" y="1202"/>
                  </a:lnTo>
                  <a:lnTo>
                    <a:pt x="72" y="1202"/>
                  </a:lnTo>
                  <a:lnTo>
                    <a:pt x="74" y="1202"/>
                  </a:lnTo>
                  <a:lnTo>
                    <a:pt x="74" y="1202"/>
                  </a:lnTo>
                  <a:lnTo>
                    <a:pt x="74" y="1202"/>
                  </a:lnTo>
                  <a:lnTo>
                    <a:pt x="74" y="1203"/>
                  </a:lnTo>
                  <a:lnTo>
                    <a:pt x="74" y="1203"/>
                  </a:lnTo>
                  <a:lnTo>
                    <a:pt x="74" y="1203"/>
                  </a:lnTo>
                  <a:lnTo>
                    <a:pt x="75" y="1203"/>
                  </a:lnTo>
                  <a:lnTo>
                    <a:pt x="75" y="1204"/>
                  </a:lnTo>
                  <a:lnTo>
                    <a:pt x="76" y="1204"/>
                  </a:lnTo>
                  <a:lnTo>
                    <a:pt x="76" y="1204"/>
                  </a:lnTo>
                  <a:lnTo>
                    <a:pt x="76" y="1204"/>
                  </a:lnTo>
                  <a:lnTo>
                    <a:pt x="77" y="1205"/>
                  </a:lnTo>
                  <a:lnTo>
                    <a:pt x="77" y="1205"/>
                  </a:lnTo>
                  <a:lnTo>
                    <a:pt x="76" y="1205"/>
                  </a:lnTo>
                  <a:lnTo>
                    <a:pt x="76" y="1206"/>
                  </a:lnTo>
                  <a:lnTo>
                    <a:pt x="76" y="1206"/>
                  </a:lnTo>
                  <a:lnTo>
                    <a:pt x="76" y="1206"/>
                  </a:lnTo>
                  <a:lnTo>
                    <a:pt x="76" y="1206"/>
                  </a:lnTo>
                  <a:lnTo>
                    <a:pt x="76" y="1206"/>
                  </a:lnTo>
                  <a:lnTo>
                    <a:pt x="76" y="1206"/>
                  </a:lnTo>
                  <a:lnTo>
                    <a:pt x="75" y="1207"/>
                  </a:lnTo>
                  <a:lnTo>
                    <a:pt x="76" y="1207"/>
                  </a:lnTo>
                  <a:lnTo>
                    <a:pt x="76" y="1207"/>
                  </a:lnTo>
                  <a:lnTo>
                    <a:pt x="76" y="1207"/>
                  </a:lnTo>
                  <a:lnTo>
                    <a:pt x="75" y="1208"/>
                  </a:lnTo>
                  <a:lnTo>
                    <a:pt x="75" y="1207"/>
                  </a:lnTo>
                  <a:lnTo>
                    <a:pt x="75" y="1208"/>
                  </a:lnTo>
                  <a:lnTo>
                    <a:pt x="75" y="1208"/>
                  </a:lnTo>
                  <a:lnTo>
                    <a:pt x="73" y="1208"/>
                  </a:lnTo>
                  <a:lnTo>
                    <a:pt x="73" y="1209"/>
                  </a:lnTo>
                  <a:lnTo>
                    <a:pt x="73" y="1209"/>
                  </a:lnTo>
                  <a:lnTo>
                    <a:pt x="73" y="1210"/>
                  </a:lnTo>
                  <a:lnTo>
                    <a:pt x="74" y="1210"/>
                  </a:lnTo>
                  <a:lnTo>
                    <a:pt x="74" y="1211"/>
                  </a:lnTo>
                  <a:lnTo>
                    <a:pt x="72" y="1211"/>
                  </a:lnTo>
                  <a:lnTo>
                    <a:pt x="72" y="1211"/>
                  </a:lnTo>
                  <a:lnTo>
                    <a:pt x="72" y="1211"/>
                  </a:lnTo>
                  <a:lnTo>
                    <a:pt x="72" y="1211"/>
                  </a:lnTo>
                  <a:lnTo>
                    <a:pt x="71" y="1210"/>
                  </a:lnTo>
                  <a:lnTo>
                    <a:pt x="70" y="1210"/>
                  </a:lnTo>
                  <a:lnTo>
                    <a:pt x="70" y="1210"/>
                  </a:lnTo>
                  <a:lnTo>
                    <a:pt x="69" y="1210"/>
                  </a:lnTo>
                  <a:lnTo>
                    <a:pt x="67" y="1209"/>
                  </a:lnTo>
                  <a:lnTo>
                    <a:pt x="67" y="1209"/>
                  </a:lnTo>
                  <a:lnTo>
                    <a:pt x="66" y="1207"/>
                  </a:lnTo>
                  <a:lnTo>
                    <a:pt x="65" y="1207"/>
                  </a:lnTo>
                  <a:lnTo>
                    <a:pt x="64" y="1207"/>
                  </a:lnTo>
                  <a:lnTo>
                    <a:pt x="64" y="1207"/>
                  </a:lnTo>
                  <a:lnTo>
                    <a:pt x="64" y="1207"/>
                  </a:lnTo>
                  <a:lnTo>
                    <a:pt x="63" y="1207"/>
                  </a:lnTo>
                  <a:lnTo>
                    <a:pt x="62" y="1207"/>
                  </a:lnTo>
                  <a:lnTo>
                    <a:pt x="62" y="1206"/>
                  </a:lnTo>
                  <a:lnTo>
                    <a:pt x="62" y="1206"/>
                  </a:lnTo>
                  <a:lnTo>
                    <a:pt x="62" y="1207"/>
                  </a:lnTo>
                  <a:lnTo>
                    <a:pt x="62" y="1207"/>
                  </a:lnTo>
                  <a:lnTo>
                    <a:pt x="61" y="1208"/>
                  </a:lnTo>
                  <a:lnTo>
                    <a:pt x="61" y="1208"/>
                  </a:lnTo>
                  <a:lnTo>
                    <a:pt x="62" y="1208"/>
                  </a:lnTo>
                  <a:lnTo>
                    <a:pt x="62" y="1209"/>
                  </a:lnTo>
                  <a:lnTo>
                    <a:pt x="61" y="1209"/>
                  </a:lnTo>
                  <a:lnTo>
                    <a:pt x="61" y="1209"/>
                  </a:lnTo>
                  <a:lnTo>
                    <a:pt x="60" y="1209"/>
                  </a:lnTo>
                  <a:lnTo>
                    <a:pt x="59" y="1209"/>
                  </a:lnTo>
                  <a:lnTo>
                    <a:pt x="59" y="1209"/>
                  </a:lnTo>
                  <a:lnTo>
                    <a:pt x="59" y="1209"/>
                  </a:lnTo>
                  <a:lnTo>
                    <a:pt x="59" y="1209"/>
                  </a:lnTo>
                  <a:lnTo>
                    <a:pt x="59" y="1208"/>
                  </a:lnTo>
                  <a:lnTo>
                    <a:pt x="59" y="1208"/>
                  </a:lnTo>
                  <a:lnTo>
                    <a:pt x="58" y="1208"/>
                  </a:lnTo>
                  <a:lnTo>
                    <a:pt x="58" y="1208"/>
                  </a:lnTo>
                  <a:lnTo>
                    <a:pt x="58" y="1209"/>
                  </a:lnTo>
                  <a:lnTo>
                    <a:pt x="58" y="1209"/>
                  </a:lnTo>
                  <a:lnTo>
                    <a:pt x="57" y="1209"/>
                  </a:lnTo>
                  <a:lnTo>
                    <a:pt x="56" y="1209"/>
                  </a:lnTo>
                  <a:lnTo>
                    <a:pt x="55" y="1209"/>
                  </a:lnTo>
                  <a:lnTo>
                    <a:pt x="55" y="1209"/>
                  </a:lnTo>
                  <a:lnTo>
                    <a:pt x="54" y="1209"/>
                  </a:lnTo>
                  <a:lnTo>
                    <a:pt x="54" y="1209"/>
                  </a:lnTo>
                  <a:lnTo>
                    <a:pt x="54" y="1209"/>
                  </a:lnTo>
                  <a:lnTo>
                    <a:pt x="52" y="1209"/>
                  </a:lnTo>
                  <a:lnTo>
                    <a:pt x="52" y="1209"/>
                  </a:lnTo>
                  <a:lnTo>
                    <a:pt x="51" y="1209"/>
                  </a:lnTo>
                  <a:lnTo>
                    <a:pt x="51" y="1209"/>
                  </a:lnTo>
                  <a:lnTo>
                    <a:pt x="50" y="1209"/>
                  </a:lnTo>
                  <a:lnTo>
                    <a:pt x="49" y="1208"/>
                  </a:lnTo>
                  <a:lnTo>
                    <a:pt x="49" y="1207"/>
                  </a:lnTo>
                  <a:lnTo>
                    <a:pt x="49" y="1206"/>
                  </a:lnTo>
                  <a:lnTo>
                    <a:pt x="48" y="1206"/>
                  </a:lnTo>
                  <a:lnTo>
                    <a:pt x="47" y="1206"/>
                  </a:lnTo>
                  <a:lnTo>
                    <a:pt x="47" y="1206"/>
                  </a:lnTo>
                  <a:lnTo>
                    <a:pt x="46" y="1206"/>
                  </a:lnTo>
                  <a:lnTo>
                    <a:pt x="46" y="1205"/>
                  </a:lnTo>
                  <a:lnTo>
                    <a:pt x="46" y="1205"/>
                  </a:lnTo>
                  <a:lnTo>
                    <a:pt x="46" y="1204"/>
                  </a:lnTo>
                  <a:lnTo>
                    <a:pt x="47" y="1204"/>
                  </a:lnTo>
                  <a:lnTo>
                    <a:pt x="46" y="1203"/>
                  </a:lnTo>
                  <a:lnTo>
                    <a:pt x="46" y="1203"/>
                  </a:lnTo>
                  <a:lnTo>
                    <a:pt x="46" y="1202"/>
                  </a:lnTo>
                  <a:lnTo>
                    <a:pt x="46" y="1202"/>
                  </a:lnTo>
                  <a:lnTo>
                    <a:pt x="46" y="1201"/>
                  </a:lnTo>
                  <a:lnTo>
                    <a:pt x="45" y="1201"/>
                  </a:lnTo>
                  <a:lnTo>
                    <a:pt x="45" y="1201"/>
                  </a:lnTo>
                  <a:lnTo>
                    <a:pt x="45" y="1201"/>
                  </a:lnTo>
                  <a:lnTo>
                    <a:pt x="44" y="1201"/>
                  </a:lnTo>
                  <a:lnTo>
                    <a:pt x="44" y="1202"/>
                  </a:lnTo>
                  <a:lnTo>
                    <a:pt x="43" y="1202"/>
                  </a:lnTo>
                  <a:lnTo>
                    <a:pt x="43" y="1201"/>
                  </a:lnTo>
                  <a:lnTo>
                    <a:pt x="43" y="1201"/>
                  </a:lnTo>
                  <a:lnTo>
                    <a:pt x="43" y="1200"/>
                  </a:lnTo>
                  <a:lnTo>
                    <a:pt x="44" y="1200"/>
                  </a:lnTo>
                  <a:lnTo>
                    <a:pt x="44" y="1201"/>
                  </a:lnTo>
                  <a:lnTo>
                    <a:pt x="45" y="1200"/>
                  </a:lnTo>
                  <a:lnTo>
                    <a:pt x="45" y="1199"/>
                  </a:lnTo>
                  <a:lnTo>
                    <a:pt x="45" y="1198"/>
                  </a:lnTo>
                  <a:lnTo>
                    <a:pt x="45" y="1198"/>
                  </a:lnTo>
                  <a:lnTo>
                    <a:pt x="45" y="1198"/>
                  </a:lnTo>
                  <a:lnTo>
                    <a:pt x="45" y="1198"/>
                  </a:lnTo>
                  <a:lnTo>
                    <a:pt x="45" y="1197"/>
                  </a:lnTo>
                  <a:lnTo>
                    <a:pt x="44" y="1196"/>
                  </a:lnTo>
                  <a:lnTo>
                    <a:pt x="44" y="1196"/>
                  </a:lnTo>
                  <a:lnTo>
                    <a:pt x="44" y="1195"/>
                  </a:lnTo>
                  <a:lnTo>
                    <a:pt x="43" y="1195"/>
                  </a:lnTo>
                  <a:lnTo>
                    <a:pt x="43" y="1194"/>
                  </a:lnTo>
                  <a:lnTo>
                    <a:pt x="44" y="1191"/>
                  </a:lnTo>
                  <a:lnTo>
                    <a:pt x="44" y="1191"/>
                  </a:lnTo>
                  <a:lnTo>
                    <a:pt x="44" y="1190"/>
                  </a:lnTo>
                  <a:lnTo>
                    <a:pt x="43" y="1190"/>
                  </a:lnTo>
                  <a:lnTo>
                    <a:pt x="43" y="1189"/>
                  </a:lnTo>
                  <a:lnTo>
                    <a:pt x="43" y="1189"/>
                  </a:lnTo>
                  <a:lnTo>
                    <a:pt x="43" y="1189"/>
                  </a:lnTo>
                  <a:lnTo>
                    <a:pt x="43" y="1189"/>
                  </a:lnTo>
                  <a:lnTo>
                    <a:pt x="43" y="1188"/>
                  </a:lnTo>
                  <a:lnTo>
                    <a:pt x="42" y="1187"/>
                  </a:lnTo>
                  <a:lnTo>
                    <a:pt x="42" y="1185"/>
                  </a:lnTo>
                  <a:lnTo>
                    <a:pt x="41" y="1185"/>
                  </a:lnTo>
                  <a:lnTo>
                    <a:pt x="41" y="1185"/>
                  </a:lnTo>
                  <a:lnTo>
                    <a:pt x="41" y="1184"/>
                  </a:lnTo>
                  <a:lnTo>
                    <a:pt x="41" y="1184"/>
                  </a:lnTo>
                  <a:lnTo>
                    <a:pt x="41" y="1183"/>
                  </a:lnTo>
                  <a:lnTo>
                    <a:pt x="41" y="1182"/>
                  </a:lnTo>
                  <a:lnTo>
                    <a:pt x="41" y="1181"/>
                  </a:lnTo>
                  <a:lnTo>
                    <a:pt x="41" y="1180"/>
                  </a:lnTo>
                  <a:lnTo>
                    <a:pt x="41" y="1179"/>
                  </a:lnTo>
                  <a:lnTo>
                    <a:pt x="41" y="1178"/>
                  </a:lnTo>
                  <a:lnTo>
                    <a:pt x="41" y="1178"/>
                  </a:lnTo>
                  <a:lnTo>
                    <a:pt x="41" y="1177"/>
                  </a:lnTo>
                  <a:lnTo>
                    <a:pt x="41" y="1177"/>
                  </a:lnTo>
                  <a:lnTo>
                    <a:pt x="41" y="1177"/>
                  </a:lnTo>
                  <a:lnTo>
                    <a:pt x="41" y="1176"/>
                  </a:lnTo>
                  <a:lnTo>
                    <a:pt x="41" y="1174"/>
                  </a:lnTo>
                  <a:lnTo>
                    <a:pt x="41" y="1173"/>
                  </a:lnTo>
                  <a:lnTo>
                    <a:pt x="40" y="1173"/>
                  </a:lnTo>
                  <a:lnTo>
                    <a:pt x="40" y="1172"/>
                  </a:lnTo>
                  <a:lnTo>
                    <a:pt x="40" y="1172"/>
                  </a:lnTo>
                  <a:lnTo>
                    <a:pt x="40" y="1172"/>
                  </a:lnTo>
                  <a:lnTo>
                    <a:pt x="40" y="1172"/>
                  </a:lnTo>
                  <a:lnTo>
                    <a:pt x="40" y="1172"/>
                  </a:lnTo>
                  <a:lnTo>
                    <a:pt x="40" y="1172"/>
                  </a:lnTo>
                  <a:lnTo>
                    <a:pt x="40" y="1171"/>
                  </a:lnTo>
                  <a:lnTo>
                    <a:pt x="40" y="1169"/>
                  </a:lnTo>
                  <a:lnTo>
                    <a:pt x="40" y="1169"/>
                  </a:lnTo>
                  <a:lnTo>
                    <a:pt x="40" y="1168"/>
                  </a:lnTo>
                  <a:lnTo>
                    <a:pt x="39" y="1168"/>
                  </a:lnTo>
                  <a:lnTo>
                    <a:pt x="39" y="1168"/>
                  </a:lnTo>
                  <a:lnTo>
                    <a:pt x="39" y="1168"/>
                  </a:lnTo>
                  <a:lnTo>
                    <a:pt x="39" y="1168"/>
                  </a:lnTo>
                  <a:lnTo>
                    <a:pt x="38" y="1167"/>
                  </a:lnTo>
                  <a:lnTo>
                    <a:pt x="37" y="1167"/>
                  </a:lnTo>
                  <a:lnTo>
                    <a:pt x="37" y="1167"/>
                  </a:lnTo>
                  <a:lnTo>
                    <a:pt x="37" y="1167"/>
                  </a:lnTo>
                  <a:lnTo>
                    <a:pt x="37" y="1167"/>
                  </a:lnTo>
                  <a:lnTo>
                    <a:pt x="37" y="1167"/>
                  </a:lnTo>
                  <a:lnTo>
                    <a:pt x="37" y="1167"/>
                  </a:lnTo>
                  <a:lnTo>
                    <a:pt x="36" y="1167"/>
                  </a:lnTo>
                  <a:lnTo>
                    <a:pt x="36" y="1167"/>
                  </a:lnTo>
                  <a:lnTo>
                    <a:pt x="35" y="1167"/>
                  </a:lnTo>
                  <a:lnTo>
                    <a:pt x="35" y="1167"/>
                  </a:lnTo>
                  <a:lnTo>
                    <a:pt x="36" y="1166"/>
                  </a:lnTo>
                  <a:lnTo>
                    <a:pt x="36" y="1166"/>
                  </a:lnTo>
                  <a:lnTo>
                    <a:pt x="36" y="1166"/>
                  </a:lnTo>
                  <a:lnTo>
                    <a:pt x="37" y="1166"/>
                  </a:lnTo>
                  <a:lnTo>
                    <a:pt x="39" y="1166"/>
                  </a:lnTo>
                  <a:lnTo>
                    <a:pt x="39" y="1166"/>
                  </a:lnTo>
                  <a:lnTo>
                    <a:pt x="39" y="1166"/>
                  </a:lnTo>
                  <a:lnTo>
                    <a:pt x="39" y="1166"/>
                  </a:lnTo>
                  <a:lnTo>
                    <a:pt x="40" y="1166"/>
                  </a:lnTo>
                  <a:lnTo>
                    <a:pt x="39" y="1165"/>
                  </a:lnTo>
                  <a:lnTo>
                    <a:pt x="40" y="1165"/>
                  </a:lnTo>
                  <a:lnTo>
                    <a:pt x="40" y="1165"/>
                  </a:lnTo>
                  <a:lnTo>
                    <a:pt x="40" y="1165"/>
                  </a:lnTo>
                  <a:lnTo>
                    <a:pt x="40" y="1165"/>
                  </a:lnTo>
                  <a:lnTo>
                    <a:pt x="40" y="1165"/>
                  </a:lnTo>
                  <a:lnTo>
                    <a:pt x="40" y="1164"/>
                  </a:lnTo>
                  <a:lnTo>
                    <a:pt x="41" y="1163"/>
                  </a:lnTo>
                  <a:lnTo>
                    <a:pt x="41" y="1163"/>
                  </a:lnTo>
                  <a:lnTo>
                    <a:pt x="41" y="1163"/>
                  </a:lnTo>
                  <a:lnTo>
                    <a:pt x="41" y="1163"/>
                  </a:lnTo>
                  <a:lnTo>
                    <a:pt x="41" y="1163"/>
                  </a:lnTo>
                  <a:lnTo>
                    <a:pt x="41" y="1162"/>
                  </a:lnTo>
                  <a:lnTo>
                    <a:pt x="41" y="1162"/>
                  </a:lnTo>
                  <a:lnTo>
                    <a:pt x="41" y="1160"/>
                  </a:lnTo>
                  <a:lnTo>
                    <a:pt x="41" y="1159"/>
                  </a:lnTo>
                  <a:lnTo>
                    <a:pt x="41" y="1157"/>
                  </a:lnTo>
                  <a:lnTo>
                    <a:pt x="40" y="1157"/>
                  </a:lnTo>
                  <a:lnTo>
                    <a:pt x="40" y="1156"/>
                  </a:lnTo>
                  <a:lnTo>
                    <a:pt x="40" y="1156"/>
                  </a:lnTo>
                  <a:lnTo>
                    <a:pt x="41" y="1156"/>
                  </a:lnTo>
                  <a:lnTo>
                    <a:pt x="41" y="1156"/>
                  </a:lnTo>
                  <a:lnTo>
                    <a:pt x="41" y="1156"/>
                  </a:lnTo>
                  <a:lnTo>
                    <a:pt x="41" y="1155"/>
                  </a:lnTo>
                  <a:lnTo>
                    <a:pt x="41" y="1155"/>
                  </a:lnTo>
                  <a:lnTo>
                    <a:pt x="41" y="1154"/>
                  </a:lnTo>
                  <a:lnTo>
                    <a:pt x="41" y="1153"/>
                  </a:lnTo>
                  <a:lnTo>
                    <a:pt x="41" y="1153"/>
                  </a:lnTo>
                  <a:lnTo>
                    <a:pt x="41" y="1152"/>
                  </a:lnTo>
                  <a:lnTo>
                    <a:pt x="41" y="1152"/>
                  </a:lnTo>
                  <a:lnTo>
                    <a:pt x="42" y="1151"/>
                  </a:lnTo>
                  <a:lnTo>
                    <a:pt x="42" y="1151"/>
                  </a:lnTo>
                  <a:lnTo>
                    <a:pt x="42" y="1150"/>
                  </a:lnTo>
                  <a:lnTo>
                    <a:pt x="43" y="1150"/>
                  </a:lnTo>
                  <a:lnTo>
                    <a:pt x="43" y="1150"/>
                  </a:lnTo>
                  <a:lnTo>
                    <a:pt x="43" y="1150"/>
                  </a:lnTo>
                  <a:lnTo>
                    <a:pt x="43" y="1151"/>
                  </a:lnTo>
                  <a:lnTo>
                    <a:pt x="44" y="1150"/>
                  </a:lnTo>
                  <a:lnTo>
                    <a:pt x="44" y="1150"/>
                  </a:lnTo>
                  <a:lnTo>
                    <a:pt x="44" y="1150"/>
                  </a:lnTo>
                  <a:lnTo>
                    <a:pt x="44" y="1150"/>
                  </a:lnTo>
                  <a:lnTo>
                    <a:pt x="45" y="1150"/>
                  </a:lnTo>
                  <a:lnTo>
                    <a:pt x="45" y="1149"/>
                  </a:lnTo>
                  <a:lnTo>
                    <a:pt x="45" y="1149"/>
                  </a:lnTo>
                  <a:lnTo>
                    <a:pt x="45" y="1148"/>
                  </a:lnTo>
                  <a:lnTo>
                    <a:pt x="46" y="1148"/>
                  </a:lnTo>
                  <a:lnTo>
                    <a:pt x="46" y="1147"/>
                  </a:lnTo>
                  <a:lnTo>
                    <a:pt x="46" y="1146"/>
                  </a:lnTo>
                  <a:lnTo>
                    <a:pt x="45" y="1146"/>
                  </a:lnTo>
                  <a:lnTo>
                    <a:pt x="45" y="1146"/>
                  </a:lnTo>
                  <a:lnTo>
                    <a:pt x="45" y="1146"/>
                  </a:lnTo>
                  <a:lnTo>
                    <a:pt x="45" y="1145"/>
                  </a:lnTo>
                  <a:lnTo>
                    <a:pt x="45" y="1145"/>
                  </a:lnTo>
                  <a:lnTo>
                    <a:pt x="45" y="1145"/>
                  </a:lnTo>
                  <a:lnTo>
                    <a:pt x="45" y="1144"/>
                  </a:lnTo>
                  <a:lnTo>
                    <a:pt x="46" y="1144"/>
                  </a:lnTo>
                  <a:lnTo>
                    <a:pt x="45" y="1143"/>
                  </a:lnTo>
                  <a:lnTo>
                    <a:pt x="46" y="1142"/>
                  </a:lnTo>
                  <a:lnTo>
                    <a:pt x="46" y="1141"/>
                  </a:lnTo>
                  <a:lnTo>
                    <a:pt x="46" y="1139"/>
                  </a:lnTo>
                  <a:lnTo>
                    <a:pt x="46" y="1137"/>
                  </a:lnTo>
                  <a:lnTo>
                    <a:pt x="46" y="1137"/>
                  </a:lnTo>
                  <a:lnTo>
                    <a:pt x="46" y="1137"/>
                  </a:lnTo>
                  <a:lnTo>
                    <a:pt x="46" y="1137"/>
                  </a:lnTo>
                  <a:lnTo>
                    <a:pt x="46" y="1137"/>
                  </a:lnTo>
                  <a:lnTo>
                    <a:pt x="46" y="1136"/>
                  </a:lnTo>
                  <a:lnTo>
                    <a:pt x="45" y="1136"/>
                  </a:lnTo>
                  <a:lnTo>
                    <a:pt x="46" y="1136"/>
                  </a:lnTo>
                  <a:lnTo>
                    <a:pt x="45" y="1135"/>
                  </a:lnTo>
                  <a:lnTo>
                    <a:pt x="45" y="1134"/>
                  </a:lnTo>
                  <a:lnTo>
                    <a:pt x="45" y="1134"/>
                  </a:lnTo>
                  <a:lnTo>
                    <a:pt x="45" y="1133"/>
                  </a:lnTo>
                  <a:lnTo>
                    <a:pt x="44" y="1131"/>
                  </a:lnTo>
                  <a:lnTo>
                    <a:pt x="44" y="1130"/>
                  </a:lnTo>
                  <a:lnTo>
                    <a:pt x="43" y="1127"/>
                  </a:lnTo>
                  <a:lnTo>
                    <a:pt x="42" y="1126"/>
                  </a:lnTo>
                  <a:lnTo>
                    <a:pt x="42" y="1126"/>
                  </a:lnTo>
                  <a:lnTo>
                    <a:pt x="41" y="1124"/>
                  </a:lnTo>
                  <a:lnTo>
                    <a:pt x="41" y="1123"/>
                  </a:lnTo>
                  <a:lnTo>
                    <a:pt x="40" y="1123"/>
                  </a:lnTo>
                  <a:lnTo>
                    <a:pt x="40" y="1122"/>
                  </a:lnTo>
                  <a:lnTo>
                    <a:pt x="40" y="1122"/>
                  </a:lnTo>
                  <a:lnTo>
                    <a:pt x="40" y="1121"/>
                  </a:lnTo>
                  <a:lnTo>
                    <a:pt x="41" y="1120"/>
                  </a:lnTo>
                  <a:lnTo>
                    <a:pt x="41" y="1120"/>
                  </a:lnTo>
                  <a:lnTo>
                    <a:pt x="42" y="1121"/>
                  </a:lnTo>
                  <a:lnTo>
                    <a:pt x="43" y="1121"/>
                  </a:lnTo>
                  <a:lnTo>
                    <a:pt x="43" y="1121"/>
                  </a:lnTo>
                  <a:lnTo>
                    <a:pt x="44" y="1120"/>
                  </a:lnTo>
                  <a:lnTo>
                    <a:pt x="44" y="1120"/>
                  </a:lnTo>
                  <a:lnTo>
                    <a:pt x="44" y="1120"/>
                  </a:lnTo>
                  <a:lnTo>
                    <a:pt x="44" y="1120"/>
                  </a:lnTo>
                  <a:lnTo>
                    <a:pt x="44" y="1120"/>
                  </a:lnTo>
                  <a:lnTo>
                    <a:pt x="45" y="1120"/>
                  </a:lnTo>
                  <a:lnTo>
                    <a:pt x="45" y="1119"/>
                  </a:lnTo>
                  <a:lnTo>
                    <a:pt x="45" y="1119"/>
                  </a:lnTo>
                  <a:lnTo>
                    <a:pt x="45" y="1118"/>
                  </a:lnTo>
                  <a:lnTo>
                    <a:pt x="46" y="1118"/>
                  </a:lnTo>
                  <a:lnTo>
                    <a:pt x="46" y="1117"/>
                  </a:lnTo>
                  <a:lnTo>
                    <a:pt x="46" y="1117"/>
                  </a:lnTo>
                  <a:lnTo>
                    <a:pt x="46" y="1118"/>
                  </a:lnTo>
                  <a:lnTo>
                    <a:pt x="46" y="1118"/>
                  </a:lnTo>
                  <a:lnTo>
                    <a:pt x="46" y="1118"/>
                  </a:lnTo>
                  <a:lnTo>
                    <a:pt x="46" y="1117"/>
                  </a:lnTo>
                  <a:lnTo>
                    <a:pt x="47" y="1118"/>
                  </a:lnTo>
                  <a:lnTo>
                    <a:pt x="47" y="1118"/>
                  </a:lnTo>
                  <a:lnTo>
                    <a:pt x="48" y="1118"/>
                  </a:lnTo>
                  <a:lnTo>
                    <a:pt x="48" y="1118"/>
                  </a:lnTo>
                  <a:lnTo>
                    <a:pt x="49" y="1118"/>
                  </a:lnTo>
                  <a:lnTo>
                    <a:pt x="49" y="1117"/>
                  </a:lnTo>
                  <a:lnTo>
                    <a:pt x="50" y="1116"/>
                  </a:lnTo>
                  <a:lnTo>
                    <a:pt x="50" y="1116"/>
                  </a:lnTo>
                  <a:lnTo>
                    <a:pt x="50" y="1115"/>
                  </a:lnTo>
                  <a:lnTo>
                    <a:pt x="50" y="1115"/>
                  </a:lnTo>
                  <a:lnTo>
                    <a:pt x="50" y="1113"/>
                  </a:lnTo>
                  <a:lnTo>
                    <a:pt x="50" y="1112"/>
                  </a:lnTo>
                  <a:lnTo>
                    <a:pt x="51" y="1111"/>
                  </a:lnTo>
                  <a:lnTo>
                    <a:pt x="51" y="1111"/>
                  </a:lnTo>
                  <a:lnTo>
                    <a:pt x="51" y="1112"/>
                  </a:lnTo>
                  <a:lnTo>
                    <a:pt x="51" y="1113"/>
                  </a:lnTo>
                  <a:lnTo>
                    <a:pt x="51" y="1114"/>
                  </a:lnTo>
                  <a:close/>
                  <a:moveTo>
                    <a:pt x="73" y="1099"/>
                  </a:moveTo>
                  <a:lnTo>
                    <a:pt x="74" y="1100"/>
                  </a:lnTo>
                  <a:lnTo>
                    <a:pt x="74" y="1100"/>
                  </a:lnTo>
                  <a:lnTo>
                    <a:pt x="75" y="1100"/>
                  </a:lnTo>
                  <a:lnTo>
                    <a:pt x="75" y="1100"/>
                  </a:lnTo>
                  <a:lnTo>
                    <a:pt x="76" y="1101"/>
                  </a:lnTo>
                  <a:lnTo>
                    <a:pt x="75" y="1101"/>
                  </a:lnTo>
                  <a:lnTo>
                    <a:pt x="75" y="1101"/>
                  </a:lnTo>
                  <a:lnTo>
                    <a:pt x="75" y="1101"/>
                  </a:lnTo>
                  <a:lnTo>
                    <a:pt x="75" y="1102"/>
                  </a:lnTo>
                  <a:lnTo>
                    <a:pt x="75" y="1102"/>
                  </a:lnTo>
                  <a:lnTo>
                    <a:pt x="75" y="1102"/>
                  </a:lnTo>
                  <a:lnTo>
                    <a:pt x="73" y="1101"/>
                  </a:lnTo>
                  <a:lnTo>
                    <a:pt x="73" y="1101"/>
                  </a:lnTo>
                  <a:lnTo>
                    <a:pt x="73" y="1101"/>
                  </a:lnTo>
                  <a:lnTo>
                    <a:pt x="72" y="1101"/>
                  </a:lnTo>
                  <a:lnTo>
                    <a:pt x="72" y="1099"/>
                  </a:lnTo>
                  <a:lnTo>
                    <a:pt x="72" y="1099"/>
                  </a:lnTo>
                  <a:lnTo>
                    <a:pt x="72" y="1099"/>
                  </a:lnTo>
                  <a:lnTo>
                    <a:pt x="72" y="1099"/>
                  </a:lnTo>
                  <a:lnTo>
                    <a:pt x="73" y="1099"/>
                  </a:lnTo>
                  <a:lnTo>
                    <a:pt x="73" y="1099"/>
                  </a:lnTo>
                  <a:close/>
                  <a:moveTo>
                    <a:pt x="67" y="1096"/>
                  </a:moveTo>
                  <a:lnTo>
                    <a:pt x="67" y="1096"/>
                  </a:lnTo>
                  <a:lnTo>
                    <a:pt x="68" y="1096"/>
                  </a:lnTo>
                  <a:lnTo>
                    <a:pt x="68" y="1096"/>
                  </a:lnTo>
                  <a:lnTo>
                    <a:pt x="67" y="1097"/>
                  </a:lnTo>
                  <a:lnTo>
                    <a:pt x="67" y="1097"/>
                  </a:lnTo>
                  <a:lnTo>
                    <a:pt x="67" y="1097"/>
                  </a:lnTo>
                  <a:lnTo>
                    <a:pt x="67" y="1096"/>
                  </a:lnTo>
                  <a:lnTo>
                    <a:pt x="67" y="1096"/>
                  </a:lnTo>
                  <a:lnTo>
                    <a:pt x="67" y="1096"/>
                  </a:lnTo>
                  <a:lnTo>
                    <a:pt x="67" y="1096"/>
                  </a:lnTo>
                  <a:lnTo>
                    <a:pt x="67" y="1096"/>
                  </a:lnTo>
                  <a:close/>
                  <a:moveTo>
                    <a:pt x="66" y="1092"/>
                  </a:moveTo>
                  <a:lnTo>
                    <a:pt x="67" y="1092"/>
                  </a:lnTo>
                  <a:lnTo>
                    <a:pt x="67" y="1092"/>
                  </a:lnTo>
                  <a:lnTo>
                    <a:pt x="67" y="1094"/>
                  </a:lnTo>
                  <a:lnTo>
                    <a:pt x="68" y="1093"/>
                  </a:lnTo>
                  <a:lnTo>
                    <a:pt x="69" y="1094"/>
                  </a:lnTo>
                  <a:lnTo>
                    <a:pt x="68" y="1094"/>
                  </a:lnTo>
                  <a:lnTo>
                    <a:pt x="69" y="1094"/>
                  </a:lnTo>
                  <a:lnTo>
                    <a:pt x="69" y="1095"/>
                  </a:lnTo>
                  <a:lnTo>
                    <a:pt x="69" y="1095"/>
                  </a:lnTo>
                  <a:lnTo>
                    <a:pt x="68" y="1095"/>
                  </a:lnTo>
                  <a:lnTo>
                    <a:pt x="68" y="1096"/>
                  </a:lnTo>
                  <a:lnTo>
                    <a:pt x="69" y="1096"/>
                  </a:lnTo>
                  <a:lnTo>
                    <a:pt x="69" y="1096"/>
                  </a:lnTo>
                  <a:lnTo>
                    <a:pt x="68" y="1096"/>
                  </a:lnTo>
                  <a:lnTo>
                    <a:pt x="68" y="1096"/>
                  </a:lnTo>
                  <a:lnTo>
                    <a:pt x="67" y="1095"/>
                  </a:lnTo>
                  <a:lnTo>
                    <a:pt x="67" y="1094"/>
                  </a:lnTo>
                  <a:lnTo>
                    <a:pt x="66" y="1094"/>
                  </a:lnTo>
                  <a:lnTo>
                    <a:pt x="66" y="1094"/>
                  </a:lnTo>
                  <a:lnTo>
                    <a:pt x="66" y="1093"/>
                  </a:lnTo>
                  <a:lnTo>
                    <a:pt x="65" y="1093"/>
                  </a:lnTo>
                  <a:lnTo>
                    <a:pt x="65" y="1092"/>
                  </a:lnTo>
                  <a:lnTo>
                    <a:pt x="66" y="1092"/>
                  </a:lnTo>
                  <a:lnTo>
                    <a:pt x="66" y="1092"/>
                  </a:lnTo>
                  <a:lnTo>
                    <a:pt x="66" y="1092"/>
                  </a:lnTo>
                  <a:close/>
                  <a:moveTo>
                    <a:pt x="79" y="1092"/>
                  </a:moveTo>
                  <a:lnTo>
                    <a:pt x="79" y="1092"/>
                  </a:lnTo>
                  <a:lnTo>
                    <a:pt x="80" y="1093"/>
                  </a:lnTo>
                  <a:lnTo>
                    <a:pt x="80" y="1093"/>
                  </a:lnTo>
                  <a:lnTo>
                    <a:pt x="79" y="1093"/>
                  </a:lnTo>
                  <a:lnTo>
                    <a:pt x="78" y="1093"/>
                  </a:lnTo>
                  <a:lnTo>
                    <a:pt x="78" y="1092"/>
                  </a:lnTo>
                  <a:lnTo>
                    <a:pt x="79" y="1092"/>
                  </a:lnTo>
                  <a:close/>
                  <a:moveTo>
                    <a:pt x="59" y="1088"/>
                  </a:moveTo>
                  <a:lnTo>
                    <a:pt x="60" y="1089"/>
                  </a:lnTo>
                  <a:lnTo>
                    <a:pt x="60" y="1089"/>
                  </a:lnTo>
                  <a:lnTo>
                    <a:pt x="59" y="1090"/>
                  </a:lnTo>
                  <a:lnTo>
                    <a:pt x="59" y="1090"/>
                  </a:lnTo>
                  <a:lnTo>
                    <a:pt x="59" y="1091"/>
                  </a:lnTo>
                  <a:lnTo>
                    <a:pt x="57" y="1091"/>
                  </a:lnTo>
                  <a:lnTo>
                    <a:pt x="57" y="1092"/>
                  </a:lnTo>
                  <a:lnTo>
                    <a:pt x="56" y="1093"/>
                  </a:lnTo>
                  <a:lnTo>
                    <a:pt x="56" y="1093"/>
                  </a:lnTo>
                  <a:lnTo>
                    <a:pt x="57" y="1092"/>
                  </a:lnTo>
                  <a:lnTo>
                    <a:pt x="58" y="1093"/>
                  </a:lnTo>
                  <a:lnTo>
                    <a:pt x="58" y="1092"/>
                  </a:lnTo>
                  <a:lnTo>
                    <a:pt x="58" y="1092"/>
                  </a:lnTo>
                  <a:lnTo>
                    <a:pt x="59" y="1092"/>
                  </a:lnTo>
                  <a:lnTo>
                    <a:pt x="60" y="1093"/>
                  </a:lnTo>
                  <a:lnTo>
                    <a:pt x="60" y="1093"/>
                  </a:lnTo>
                  <a:lnTo>
                    <a:pt x="60" y="1092"/>
                  </a:lnTo>
                  <a:lnTo>
                    <a:pt x="61" y="1092"/>
                  </a:lnTo>
                  <a:lnTo>
                    <a:pt x="61" y="1091"/>
                  </a:lnTo>
                  <a:lnTo>
                    <a:pt x="61" y="1091"/>
                  </a:lnTo>
                  <a:lnTo>
                    <a:pt x="61" y="1091"/>
                  </a:lnTo>
                  <a:lnTo>
                    <a:pt x="60" y="1091"/>
                  </a:lnTo>
                  <a:lnTo>
                    <a:pt x="60" y="1090"/>
                  </a:lnTo>
                  <a:lnTo>
                    <a:pt x="61" y="1090"/>
                  </a:lnTo>
                  <a:lnTo>
                    <a:pt x="61" y="1090"/>
                  </a:lnTo>
                  <a:lnTo>
                    <a:pt x="62" y="1090"/>
                  </a:lnTo>
                  <a:lnTo>
                    <a:pt x="62" y="1090"/>
                  </a:lnTo>
                  <a:lnTo>
                    <a:pt x="62" y="1091"/>
                  </a:lnTo>
                  <a:lnTo>
                    <a:pt x="63" y="1091"/>
                  </a:lnTo>
                  <a:lnTo>
                    <a:pt x="63" y="1091"/>
                  </a:lnTo>
                  <a:lnTo>
                    <a:pt x="63" y="1091"/>
                  </a:lnTo>
                  <a:lnTo>
                    <a:pt x="64" y="1092"/>
                  </a:lnTo>
                  <a:lnTo>
                    <a:pt x="64" y="1092"/>
                  </a:lnTo>
                  <a:lnTo>
                    <a:pt x="64" y="1093"/>
                  </a:lnTo>
                  <a:lnTo>
                    <a:pt x="66" y="1094"/>
                  </a:lnTo>
                  <a:lnTo>
                    <a:pt x="66" y="1095"/>
                  </a:lnTo>
                  <a:lnTo>
                    <a:pt x="67" y="1095"/>
                  </a:lnTo>
                  <a:lnTo>
                    <a:pt x="67" y="1096"/>
                  </a:lnTo>
                  <a:lnTo>
                    <a:pt x="67" y="1096"/>
                  </a:lnTo>
                  <a:lnTo>
                    <a:pt x="67" y="1096"/>
                  </a:lnTo>
                  <a:lnTo>
                    <a:pt x="67" y="1096"/>
                  </a:lnTo>
                  <a:lnTo>
                    <a:pt x="67" y="1098"/>
                  </a:lnTo>
                  <a:lnTo>
                    <a:pt x="67" y="1098"/>
                  </a:lnTo>
                  <a:lnTo>
                    <a:pt x="67" y="1097"/>
                  </a:lnTo>
                  <a:lnTo>
                    <a:pt x="67" y="1097"/>
                  </a:lnTo>
                  <a:lnTo>
                    <a:pt x="68" y="1097"/>
                  </a:lnTo>
                  <a:lnTo>
                    <a:pt x="68" y="1098"/>
                  </a:lnTo>
                  <a:lnTo>
                    <a:pt x="69" y="1097"/>
                  </a:lnTo>
                  <a:lnTo>
                    <a:pt x="69" y="1096"/>
                  </a:lnTo>
                  <a:lnTo>
                    <a:pt x="70" y="1095"/>
                  </a:lnTo>
                  <a:lnTo>
                    <a:pt x="69" y="1094"/>
                  </a:lnTo>
                  <a:lnTo>
                    <a:pt x="69" y="1094"/>
                  </a:lnTo>
                  <a:lnTo>
                    <a:pt x="69" y="1094"/>
                  </a:lnTo>
                  <a:lnTo>
                    <a:pt x="71" y="1094"/>
                  </a:lnTo>
                  <a:lnTo>
                    <a:pt x="72" y="1094"/>
                  </a:lnTo>
                  <a:lnTo>
                    <a:pt x="72" y="1094"/>
                  </a:lnTo>
                  <a:lnTo>
                    <a:pt x="72" y="1095"/>
                  </a:lnTo>
                  <a:lnTo>
                    <a:pt x="72" y="1095"/>
                  </a:lnTo>
                  <a:lnTo>
                    <a:pt x="72" y="1095"/>
                  </a:lnTo>
                  <a:lnTo>
                    <a:pt x="72" y="1095"/>
                  </a:lnTo>
                  <a:lnTo>
                    <a:pt x="72" y="1096"/>
                  </a:lnTo>
                  <a:lnTo>
                    <a:pt x="72" y="1096"/>
                  </a:lnTo>
                  <a:lnTo>
                    <a:pt x="72" y="1097"/>
                  </a:lnTo>
                  <a:lnTo>
                    <a:pt x="72" y="1098"/>
                  </a:lnTo>
                  <a:lnTo>
                    <a:pt x="72" y="1098"/>
                  </a:lnTo>
                  <a:lnTo>
                    <a:pt x="73" y="1097"/>
                  </a:lnTo>
                  <a:lnTo>
                    <a:pt x="72" y="1096"/>
                  </a:lnTo>
                  <a:lnTo>
                    <a:pt x="73" y="1096"/>
                  </a:lnTo>
                  <a:lnTo>
                    <a:pt x="73" y="1096"/>
                  </a:lnTo>
                  <a:lnTo>
                    <a:pt x="75" y="1096"/>
                  </a:lnTo>
                  <a:lnTo>
                    <a:pt x="75" y="1097"/>
                  </a:lnTo>
                  <a:lnTo>
                    <a:pt x="76" y="1097"/>
                  </a:lnTo>
                  <a:lnTo>
                    <a:pt x="76" y="1098"/>
                  </a:lnTo>
                  <a:lnTo>
                    <a:pt x="77" y="1098"/>
                  </a:lnTo>
                  <a:lnTo>
                    <a:pt x="78" y="1099"/>
                  </a:lnTo>
                  <a:lnTo>
                    <a:pt x="78" y="1099"/>
                  </a:lnTo>
                  <a:lnTo>
                    <a:pt x="78" y="1099"/>
                  </a:lnTo>
                  <a:lnTo>
                    <a:pt x="77" y="1100"/>
                  </a:lnTo>
                  <a:lnTo>
                    <a:pt x="77" y="1100"/>
                  </a:lnTo>
                  <a:lnTo>
                    <a:pt x="77" y="1100"/>
                  </a:lnTo>
                  <a:lnTo>
                    <a:pt x="76" y="1101"/>
                  </a:lnTo>
                  <a:lnTo>
                    <a:pt x="76" y="1101"/>
                  </a:lnTo>
                  <a:lnTo>
                    <a:pt x="76" y="1101"/>
                  </a:lnTo>
                  <a:lnTo>
                    <a:pt x="76" y="1100"/>
                  </a:lnTo>
                  <a:lnTo>
                    <a:pt x="76" y="1100"/>
                  </a:lnTo>
                  <a:lnTo>
                    <a:pt x="76" y="1100"/>
                  </a:lnTo>
                  <a:lnTo>
                    <a:pt x="76" y="1099"/>
                  </a:lnTo>
                  <a:lnTo>
                    <a:pt x="76" y="1100"/>
                  </a:lnTo>
                  <a:lnTo>
                    <a:pt x="75" y="1100"/>
                  </a:lnTo>
                  <a:lnTo>
                    <a:pt x="75" y="1100"/>
                  </a:lnTo>
                  <a:lnTo>
                    <a:pt x="75" y="1100"/>
                  </a:lnTo>
                  <a:lnTo>
                    <a:pt x="75" y="1100"/>
                  </a:lnTo>
                  <a:lnTo>
                    <a:pt x="74" y="1100"/>
                  </a:lnTo>
                  <a:lnTo>
                    <a:pt x="74" y="1099"/>
                  </a:lnTo>
                  <a:lnTo>
                    <a:pt x="73" y="1099"/>
                  </a:lnTo>
                  <a:lnTo>
                    <a:pt x="73" y="1098"/>
                  </a:lnTo>
                  <a:lnTo>
                    <a:pt x="72" y="1098"/>
                  </a:lnTo>
                  <a:lnTo>
                    <a:pt x="72" y="1099"/>
                  </a:lnTo>
                  <a:lnTo>
                    <a:pt x="72" y="1100"/>
                  </a:lnTo>
                  <a:lnTo>
                    <a:pt x="72" y="1101"/>
                  </a:lnTo>
                  <a:lnTo>
                    <a:pt x="72" y="1101"/>
                  </a:lnTo>
                  <a:lnTo>
                    <a:pt x="72" y="1101"/>
                  </a:lnTo>
                  <a:lnTo>
                    <a:pt x="72" y="1102"/>
                  </a:lnTo>
                  <a:lnTo>
                    <a:pt x="72" y="1102"/>
                  </a:lnTo>
                  <a:lnTo>
                    <a:pt x="72" y="1102"/>
                  </a:lnTo>
                  <a:lnTo>
                    <a:pt x="72" y="1102"/>
                  </a:lnTo>
                  <a:lnTo>
                    <a:pt x="72" y="1101"/>
                  </a:lnTo>
                  <a:lnTo>
                    <a:pt x="73" y="1101"/>
                  </a:lnTo>
                  <a:lnTo>
                    <a:pt x="73" y="1102"/>
                  </a:lnTo>
                  <a:lnTo>
                    <a:pt x="75" y="1102"/>
                  </a:lnTo>
                  <a:lnTo>
                    <a:pt x="75" y="1102"/>
                  </a:lnTo>
                  <a:lnTo>
                    <a:pt x="76" y="1102"/>
                  </a:lnTo>
                  <a:lnTo>
                    <a:pt x="76" y="1102"/>
                  </a:lnTo>
                  <a:lnTo>
                    <a:pt x="76" y="1102"/>
                  </a:lnTo>
                  <a:lnTo>
                    <a:pt x="77" y="1102"/>
                  </a:lnTo>
                  <a:lnTo>
                    <a:pt x="77" y="1103"/>
                  </a:lnTo>
                  <a:lnTo>
                    <a:pt x="77" y="1104"/>
                  </a:lnTo>
                  <a:lnTo>
                    <a:pt x="76" y="1103"/>
                  </a:lnTo>
                  <a:lnTo>
                    <a:pt x="76" y="1103"/>
                  </a:lnTo>
                  <a:lnTo>
                    <a:pt x="76" y="1102"/>
                  </a:lnTo>
                  <a:lnTo>
                    <a:pt x="76" y="1103"/>
                  </a:lnTo>
                  <a:lnTo>
                    <a:pt x="76" y="1103"/>
                  </a:lnTo>
                  <a:lnTo>
                    <a:pt x="76" y="1103"/>
                  </a:lnTo>
                  <a:lnTo>
                    <a:pt x="76" y="1103"/>
                  </a:lnTo>
                  <a:lnTo>
                    <a:pt x="76" y="1103"/>
                  </a:lnTo>
                  <a:lnTo>
                    <a:pt x="75" y="1103"/>
                  </a:lnTo>
                  <a:lnTo>
                    <a:pt x="74" y="1104"/>
                  </a:lnTo>
                  <a:lnTo>
                    <a:pt x="72" y="1104"/>
                  </a:lnTo>
                  <a:lnTo>
                    <a:pt x="72" y="1103"/>
                  </a:lnTo>
                  <a:lnTo>
                    <a:pt x="72" y="1103"/>
                  </a:lnTo>
                  <a:lnTo>
                    <a:pt x="72" y="1103"/>
                  </a:lnTo>
                  <a:lnTo>
                    <a:pt x="72" y="1103"/>
                  </a:lnTo>
                  <a:lnTo>
                    <a:pt x="72" y="1102"/>
                  </a:lnTo>
                  <a:lnTo>
                    <a:pt x="71" y="1102"/>
                  </a:lnTo>
                  <a:lnTo>
                    <a:pt x="70" y="1101"/>
                  </a:lnTo>
                  <a:lnTo>
                    <a:pt x="70" y="1101"/>
                  </a:lnTo>
                  <a:lnTo>
                    <a:pt x="70" y="1102"/>
                  </a:lnTo>
                  <a:lnTo>
                    <a:pt x="71" y="1102"/>
                  </a:lnTo>
                  <a:lnTo>
                    <a:pt x="72" y="1103"/>
                  </a:lnTo>
                  <a:lnTo>
                    <a:pt x="72" y="1103"/>
                  </a:lnTo>
                  <a:lnTo>
                    <a:pt x="71" y="1103"/>
                  </a:lnTo>
                  <a:lnTo>
                    <a:pt x="70" y="1103"/>
                  </a:lnTo>
                  <a:lnTo>
                    <a:pt x="70" y="1103"/>
                  </a:lnTo>
                  <a:lnTo>
                    <a:pt x="71" y="1103"/>
                  </a:lnTo>
                  <a:lnTo>
                    <a:pt x="70" y="1103"/>
                  </a:lnTo>
                  <a:lnTo>
                    <a:pt x="70" y="1103"/>
                  </a:lnTo>
                  <a:lnTo>
                    <a:pt x="70" y="1103"/>
                  </a:lnTo>
                  <a:lnTo>
                    <a:pt x="71" y="1104"/>
                  </a:lnTo>
                  <a:lnTo>
                    <a:pt x="70" y="1105"/>
                  </a:lnTo>
                  <a:lnTo>
                    <a:pt x="71" y="1106"/>
                  </a:lnTo>
                  <a:lnTo>
                    <a:pt x="70" y="1106"/>
                  </a:lnTo>
                  <a:lnTo>
                    <a:pt x="70" y="1106"/>
                  </a:lnTo>
                  <a:lnTo>
                    <a:pt x="70" y="1106"/>
                  </a:lnTo>
                  <a:lnTo>
                    <a:pt x="70" y="1105"/>
                  </a:lnTo>
                  <a:lnTo>
                    <a:pt x="69" y="1106"/>
                  </a:lnTo>
                  <a:lnTo>
                    <a:pt x="69" y="1104"/>
                  </a:lnTo>
                  <a:lnTo>
                    <a:pt x="68" y="1104"/>
                  </a:lnTo>
                  <a:lnTo>
                    <a:pt x="68" y="1103"/>
                  </a:lnTo>
                  <a:lnTo>
                    <a:pt x="68" y="1103"/>
                  </a:lnTo>
                  <a:lnTo>
                    <a:pt x="68" y="1103"/>
                  </a:lnTo>
                  <a:lnTo>
                    <a:pt x="68" y="1102"/>
                  </a:lnTo>
                  <a:lnTo>
                    <a:pt x="68" y="1102"/>
                  </a:lnTo>
                  <a:lnTo>
                    <a:pt x="68" y="1102"/>
                  </a:lnTo>
                  <a:lnTo>
                    <a:pt x="67" y="1102"/>
                  </a:lnTo>
                  <a:lnTo>
                    <a:pt x="67" y="1102"/>
                  </a:lnTo>
                  <a:lnTo>
                    <a:pt x="67" y="1102"/>
                  </a:lnTo>
                  <a:lnTo>
                    <a:pt x="67" y="1102"/>
                  </a:lnTo>
                  <a:lnTo>
                    <a:pt x="67" y="1103"/>
                  </a:lnTo>
                  <a:lnTo>
                    <a:pt x="67" y="1103"/>
                  </a:lnTo>
                  <a:lnTo>
                    <a:pt x="67" y="1104"/>
                  </a:lnTo>
                  <a:lnTo>
                    <a:pt x="68" y="1104"/>
                  </a:lnTo>
                  <a:lnTo>
                    <a:pt x="67" y="1104"/>
                  </a:lnTo>
                  <a:lnTo>
                    <a:pt x="67" y="1104"/>
                  </a:lnTo>
                  <a:lnTo>
                    <a:pt x="67" y="1104"/>
                  </a:lnTo>
                  <a:lnTo>
                    <a:pt x="67" y="1104"/>
                  </a:lnTo>
                  <a:lnTo>
                    <a:pt x="67" y="1105"/>
                  </a:lnTo>
                  <a:lnTo>
                    <a:pt x="67" y="1105"/>
                  </a:lnTo>
                  <a:lnTo>
                    <a:pt x="67" y="1104"/>
                  </a:lnTo>
                  <a:lnTo>
                    <a:pt x="68" y="1104"/>
                  </a:lnTo>
                  <a:lnTo>
                    <a:pt x="68" y="1105"/>
                  </a:lnTo>
                  <a:lnTo>
                    <a:pt x="67" y="1105"/>
                  </a:lnTo>
                  <a:lnTo>
                    <a:pt x="67" y="1106"/>
                  </a:lnTo>
                  <a:lnTo>
                    <a:pt x="67" y="1106"/>
                  </a:lnTo>
                  <a:lnTo>
                    <a:pt x="67" y="1106"/>
                  </a:lnTo>
                  <a:lnTo>
                    <a:pt x="67" y="1106"/>
                  </a:lnTo>
                  <a:lnTo>
                    <a:pt x="68" y="1106"/>
                  </a:lnTo>
                  <a:lnTo>
                    <a:pt x="69" y="1106"/>
                  </a:lnTo>
                  <a:lnTo>
                    <a:pt x="69" y="1106"/>
                  </a:lnTo>
                  <a:lnTo>
                    <a:pt x="68" y="1107"/>
                  </a:lnTo>
                  <a:lnTo>
                    <a:pt x="69" y="1107"/>
                  </a:lnTo>
                  <a:lnTo>
                    <a:pt x="70" y="1107"/>
                  </a:lnTo>
                  <a:lnTo>
                    <a:pt x="70" y="1108"/>
                  </a:lnTo>
                  <a:lnTo>
                    <a:pt x="70" y="1108"/>
                  </a:lnTo>
                  <a:lnTo>
                    <a:pt x="70" y="1107"/>
                  </a:lnTo>
                  <a:lnTo>
                    <a:pt x="71" y="1107"/>
                  </a:lnTo>
                  <a:lnTo>
                    <a:pt x="72" y="1107"/>
                  </a:lnTo>
                  <a:lnTo>
                    <a:pt x="72" y="1107"/>
                  </a:lnTo>
                  <a:lnTo>
                    <a:pt x="71" y="1107"/>
                  </a:lnTo>
                  <a:lnTo>
                    <a:pt x="71" y="1107"/>
                  </a:lnTo>
                  <a:lnTo>
                    <a:pt x="71" y="1107"/>
                  </a:lnTo>
                  <a:lnTo>
                    <a:pt x="71" y="1107"/>
                  </a:lnTo>
                  <a:lnTo>
                    <a:pt x="70" y="1107"/>
                  </a:lnTo>
                  <a:lnTo>
                    <a:pt x="71" y="1106"/>
                  </a:lnTo>
                  <a:lnTo>
                    <a:pt x="72" y="1106"/>
                  </a:lnTo>
                  <a:lnTo>
                    <a:pt x="72" y="1106"/>
                  </a:lnTo>
                  <a:lnTo>
                    <a:pt x="72" y="1106"/>
                  </a:lnTo>
                  <a:lnTo>
                    <a:pt x="73" y="1106"/>
                  </a:lnTo>
                  <a:lnTo>
                    <a:pt x="74" y="1106"/>
                  </a:lnTo>
                  <a:lnTo>
                    <a:pt x="75" y="1106"/>
                  </a:lnTo>
                  <a:lnTo>
                    <a:pt x="76" y="1106"/>
                  </a:lnTo>
                  <a:lnTo>
                    <a:pt x="76" y="1106"/>
                  </a:lnTo>
                  <a:lnTo>
                    <a:pt x="75" y="1106"/>
                  </a:lnTo>
                  <a:lnTo>
                    <a:pt x="76" y="1107"/>
                  </a:lnTo>
                  <a:lnTo>
                    <a:pt x="76" y="1107"/>
                  </a:lnTo>
                  <a:lnTo>
                    <a:pt x="76" y="1107"/>
                  </a:lnTo>
                  <a:lnTo>
                    <a:pt x="76" y="1107"/>
                  </a:lnTo>
                  <a:lnTo>
                    <a:pt x="77" y="1107"/>
                  </a:lnTo>
                  <a:lnTo>
                    <a:pt x="77" y="1108"/>
                  </a:lnTo>
                  <a:lnTo>
                    <a:pt x="78" y="1108"/>
                  </a:lnTo>
                  <a:lnTo>
                    <a:pt x="78" y="1108"/>
                  </a:lnTo>
                  <a:lnTo>
                    <a:pt x="78" y="1109"/>
                  </a:lnTo>
                  <a:lnTo>
                    <a:pt x="78" y="1110"/>
                  </a:lnTo>
                  <a:lnTo>
                    <a:pt x="79" y="1110"/>
                  </a:lnTo>
                  <a:lnTo>
                    <a:pt x="79" y="1110"/>
                  </a:lnTo>
                  <a:lnTo>
                    <a:pt x="78" y="1111"/>
                  </a:lnTo>
                  <a:lnTo>
                    <a:pt x="78" y="1111"/>
                  </a:lnTo>
                  <a:lnTo>
                    <a:pt x="77" y="1111"/>
                  </a:lnTo>
                  <a:lnTo>
                    <a:pt x="77" y="1111"/>
                  </a:lnTo>
                  <a:lnTo>
                    <a:pt x="77" y="1111"/>
                  </a:lnTo>
                  <a:lnTo>
                    <a:pt x="77" y="1111"/>
                  </a:lnTo>
                  <a:lnTo>
                    <a:pt x="77" y="1111"/>
                  </a:lnTo>
                  <a:lnTo>
                    <a:pt x="77" y="1111"/>
                  </a:lnTo>
                  <a:lnTo>
                    <a:pt x="78" y="1111"/>
                  </a:lnTo>
                  <a:lnTo>
                    <a:pt x="78" y="1111"/>
                  </a:lnTo>
                  <a:lnTo>
                    <a:pt x="79" y="1111"/>
                  </a:lnTo>
                  <a:lnTo>
                    <a:pt x="78" y="1112"/>
                  </a:lnTo>
                  <a:lnTo>
                    <a:pt x="78" y="1112"/>
                  </a:lnTo>
                  <a:lnTo>
                    <a:pt x="78" y="1113"/>
                  </a:lnTo>
                  <a:lnTo>
                    <a:pt x="78" y="1113"/>
                  </a:lnTo>
                  <a:lnTo>
                    <a:pt x="79" y="1113"/>
                  </a:lnTo>
                  <a:lnTo>
                    <a:pt x="79" y="1114"/>
                  </a:lnTo>
                  <a:lnTo>
                    <a:pt x="77" y="1115"/>
                  </a:lnTo>
                  <a:lnTo>
                    <a:pt x="76" y="1115"/>
                  </a:lnTo>
                  <a:lnTo>
                    <a:pt x="76" y="1114"/>
                  </a:lnTo>
                  <a:lnTo>
                    <a:pt x="76" y="1115"/>
                  </a:lnTo>
                  <a:lnTo>
                    <a:pt x="76" y="1115"/>
                  </a:lnTo>
                  <a:lnTo>
                    <a:pt x="76" y="1115"/>
                  </a:lnTo>
                  <a:lnTo>
                    <a:pt x="74" y="1115"/>
                  </a:lnTo>
                  <a:lnTo>
                    <a:pt x="74" y="1115"/>
                  </a:lnTo>
                  <a:lnTo>
                    <a:pt x="73" y="1114"/>
                  </a:lnTo>
                  <a:lnTo>
                    <a:pt x="73" y="1115"/>
                  </a:lnTo>
                  <a:lnTo>
                    <a:pt x="72" y="1115"/>
                  </a:lnTo>
                  <a:lnTo>
                    <a:pt x="72" y="1115"/>
                  </a:lnTo>
                  <a:lnTo>
                    <a:pt x="72" y="1115"/>
                  </a:lnTo>
                  <a:lnTo>
                    <a:pt x="72" y="1116"/>
                  </a:lnTo>
                  <a:lnTo>
                    <a:pt x="73" y="1116"/>
                  </a:lnTo>
                  <a:lnTo>
                    <a:pt x="73" y="1117"/>
                  </a:lnTo>
                  <a:lnTo>
                    <a:pt x="72" y="1117"/>
                  </a:lnTo>
                  <a:lnTo>
                    <a:pt x="70" y="1116"/>
                  </a:lnTo>
                  <a:lnTo>
                    <a:pt x="70" y="1116"/>
                  </a:lnTo>
                  <a:lnTo>
                    <a:pt x="69" y="1115"/>
                  </a:lnTo>
                  <a:lnTo>
                    <a:pt x="68" y="1115"/>
                  </a:lnTo>
                  <a:lnTo>
                    <a:pt x="68" y="1115"/>
                  </a:lnTo>
                  <a:lnTo>
                    <a:pt x="67" y="1115"/>
                  </a:lnTo>
                  <a:lnTo>
                    <a:pt x="67" y="1115"/>
                  </a:lnTo>
                  <a:lnTo>
                    <a:pt x="67" y="1115"/>
                  </a:lnTo>
                  <a:lnTo>
                    <a:pt x="67" y="1115"/>
                  </a:lnTo>
                  <a:lnTo>
                    <a:pt x="67" y="1116"/>
                  </a:lnTo>
                  <a:lnTo>
                    <a:pt x="67" y="1116"/>
                  </a:lnTo>
                  <a:lnTo>
                    <a:pt x="67" y="1117"/>
                  </a:lnTo>
                  <a:lnTo>
                    <a:pt x="67" y="1117"/>
                  </a:lnTo>
                  <a:lnTo>
                    <a:pt x="68" y="1117"/>
                  </a:lnTo>
                  <a:lnTo>
                    <a:pt x="68" y="1117"/>
                  </a:lnTo>
                  <a:lnTo>
                    <a:pt x="68" y="1117"/>
                  </a:lnTo>
                  <a:lnTo>
                    <a:pt x="69" y="1118"/>
                  </a:lnTo>
                  <a:lnTo>
                    <a:pt x="70" y="1118"/>
                  </a:lnTo>
                  <a:lnTo>
                    <a:pt x="70" y="1118"/>
                  </a:lnTo>
                  <a:lnTo>
                    <a:pt x="71" y="1118"/>
                  </a:lnTo>
                  <a:lnTo>
                    <a:pt x="72" y="1118"/>
                  </a:lnTo>
                  <a:lnTo>
                    <a:pt x="72" y="1118"/>
                  </a:lnTo>
                  <a:lnTo>
                    <a:pt x="72" y="1119"/>
                  </a:lnTo>
                  <a:lnTo>
                    <a:pt x="72" y="1120"/>
                  </a:lnTo>
                  <a:lnTo>
                    <a:pt x="72" y="1120"/>
                  </a:lnTo>
                  <a:lnTo>
                    <a:pt x="71" y="1120"/>
                  </a:lnTo>
                  <a:lnTo>
                    <a:pt x="71" y="1120"/>
                  </a:lnTo>
                  <a:lnTo>
                    <a:pt x="71" y="1120"/>
                  </a:lnTo>
                  <a:lnTo>
                    <a:pt x="71" y="1121"/>
                  </a:lnTo>
                  <a:lnTo>
                    <a:pt x="69" y="1120"/>
                  </a:lnTo>
                  <a:lnTo>
                    <a:pt x="69" y="1121"/>
                  </a:lnTo>
                  <a:lnTo>
                    <a:pt x="68" y="1121"/>
                  </a:lnTo>
                  <a:lnTo>
                    <a:pt x="69" y="1121"/>
                  </a:lnTo>
                  <a:lnTo>
                    <a:pt x="68" y="1122"/>
                  </a:lnTo>
                  <a:lnTo>
                    <a:pt x="68" y="1121"/>
                  </a:lnTo>
                  <a:lnTo>
                    <a:pt x="67" y="1121"/>
                  </a:lnTo>
                  <a:lnTo>
                    <a:pt x="67" y="1120"/>
                  </a:lnTo>
                  <a:lnTo>
                    <a:pt x="67" y="1120"/>
                  </a:lnTo>
                  <a:lnTo>
                    <a:pt x="67" y="1120"/>
                  </a:lnTo>
                  <a:lnTo>
                    <a:pt x="67" y="1120"/>
                  </a:lnTo>
                  <a:lnTo>
                    <a:pt x="67" y="1120"/>
                  </a:lnTo>
                  <a:lnTo>
                    <a:pt x="68" y="1120"/>
                  </a:lnTo>
                  <a:lnTo>
                    <a:pt x="67" y="1120"/>
                  </a:lnTo>
                  <a:lnTo>
                    <a:pt x="68" y="1120"/>
                  </a:lnTo>
                  <a:lnTo>
                    <a:pt x="68" y="1119"/>
                  </a:lnTo>
                  <a:lnTo>
                    <a:pt x="68" y="1119"/>
                  </a:lnTo>
                  <a:lnTo>
                    <a:pt x="68" y="1119"/>
                  </a:lnTo>
                  <a:lnTo>
                    <a:pt x="69" y="1120"/>
                  </a:lnTo>
                  <a:lnTo>
                    <a:pt x="69" y="1119"/>
                  </a:lnTo>
                  <a:lnTo>
                    <a:pt x="69" y="1119"/>
                  </a:lnTo>
                  <a:lnTo>
                    <a:pt x="69" y="1118"/>
                  </a:lnTo>
                  <a:lnTo>
                    <a:pt x="68" y="1118"/>
                  </a:lnTo>
                  <a:lnTo>
                    <a:pt x="68" y="1119"/>
                  </a:lnTo>
                  <a:lnTo>
                    <a:pt x="67" y="1119"/>
                  </a:lnTo>
                  <a:lnTo>
                    <a:pt x="67" y="1119"/>
                  </a:lnTo>
                  <a:lnTo>
                    <a:pt x="67" y="1118"/>
                  </a:lnTo>
                  <a:lnTo>
                    <a:pt x="67" y="1118"/>
                  </a:lnTo>
                  <a:lnTo>
                    <a:pt x="67" y="1118"/>
                  </a:lnTo>
                  <a:lnTo>
                    <a:pt x="67" y="1118"/>
                  </a:lnTo>
                  <a:lnTo>
                    <a:pt x="66" y="1118"/>
                  </a:lnTo>
                  <a:lnTo>
                    <a:pt x="66" y="1117"/>
                  </a:lnTo>
                  <a:lnTo>
                    <a:pt x="65" y="1117"/>
                  </a:lnTo>
                  <a:lnTo>
                    <a:pt x="65" y="1117"/>
                  </a:lnTo>
                  <a:lnTo>
                    <a:pt x="64" y="1117"/>
                  </a:lnTo>
                  <a:lnTo>
                    <a:pt x="64" y="1117"/>
                  </a:lnTo>
                  <a:lnTo>
                    <a:pt x="64" y="1117"/>
                  </a:lnTo>
                  <a:lnTo>
                    <a:pt x="65" y="1118"/>
                  </a:lnTo>
                  <a:lnTo>
                    <a:pt x="65" y="1118"/>
                  </a:lnTo>
                  <a:lnTo>
                    <a:pt x="64" y="1118"/>
                  </a:lnTo>
                  <a:lnTo>
                    <a:pt x="63" y="1118"/>
                  </a:lnTo>
                  <a:lnTo>
                    <a:pt x="63" y="1116"/>
                  </a:lnTo>
                  <a:lnTo>
                    <a:pt x="63" y="1116"/>
                  </a:lnTo>
                  <a:lnTo>
                    <a:pt x="62" y="1116"/>
                  </a:lnTo>
                  <a:lnTo>
                    <a:pt x="62" y="1116"/>
                  </a:lnTo>
                  <a:lnTo>
                    <a:pt x="62" y="1116"/>
                  </a:lnTo>
                  <a:lnTo>
                    <a:pt x="61" y="1116"/>
                  </a:lnTo>
                  <a:lnTo>
                    <a:pt x="61" y="1117"/>
                  </a:lnTo>
                  <a:lnTo>
                    <a:pt x="62" y="1117"/>
                  </a:lnTo>
                  <a:lnTo>
                    <a:pt x="62" y="1119"/>
                  </a:lnTo>
                  <a:lnTo>
                    <a:pt x="61" y="1119"/>
                  </a:lnTo>
                  <a:lnTo>
                    <a:pt x="61" y="1118"/>
                  </a:lnTo>
                  <a:lnTo>
                    <a:pt x="59" y="1118"/>
                  </a:lnTo>
                  <a:lnTo>
                    <a:pt x="59" y="1117"/>
                  </a:lnTo>
                  <a:lnTo>
                    <a:pt x="59" y="1117"/>
                  </a:lnTo>
                  <a:lnTo>
                    <a:pt x="59" y="1117"/>
                  </a:lnTo>
                  <a:lnTo>
                    <a:pt x="59" y="1116"/>
                  </a:lnTo>
                  <a:lnTo>
                    <a:pt x="59" y="1116"/>
                  </a:lnTo>
                  <a:lnTo>
                    <a:pt x="58" y="1115"/>
                  </a:lnTo>
                  <a:lnTo>
                    <a:pt x="57" y="1115"/>
                  </a:lnTo>
                  <a:lnTo>
                    <a:pt x="55" y="1115"/>
                  </a:lnTo>
                  <a:lnTo>
                    <a:pt x="54" y="1115"/>
                  </a:lnTo>
                  <a:lnTo>
                    <a:pt x="54" y="1115"/>
                  </a:lnTo>
                  <a:lnTo>
                    <a:pt x="54" y="1114"/>
                  </a:lnTo>
                  <a:lnTo>
                    <a:pt x="52" y="1114"/>
                  </a:lnTo>
                  <a:lnTo>
                    <a:pt x="52" y="1113"/>
                  </a:lnTo>
                  <a:lnTo>
                    <a:pt x="52" y="1113"/>
                  </a:lnTo>
                  <a:lnTo>
                    <a:pt x="53" y="1113"/>
                  </a:lnTo>
                  <a:lnTo>
                    <a:pt x="53" y="1113"/>
                  </a:lnTo>
                  <a:lnTo>
                    <a:pt x="54" y="1113"/>
                  </a:lnTo>
                  <a:lnTo>
                    <a:pt x="54" y="1113"/>
                  </a:lnTo>
                  <a:lnTo>
                    <a:pt x="55" y="1112"/>
                  </a:lnTo>
                  <a:lnTo>
                    <a:pt x="53" y="1112"/>
                  </a:lnTo>
                  <a:lnTo>
                    <a:pt x="53" y="1111"/>
                  </a:lnTo>
                  <a:lnTo>
                    <a:pt x="53" y="1111"/>
                  </a:lnTo>
                  <a:lnTo>
                    <a:pt x="52" y="1111"/>
                  </a:lnTo>
                  <a:lnTo>
                    <a:pt x="51" y="1111"/>
                  </a:lnTo>
                  <a:lnTo>
                    <a:pt x="50" y="1111"/>
                  </a:lnTo>
                  <a:lnTo>
                    <a:pt x="50" y="1111"/>
                  </a:lnTo>
                  <a:lnTo>
                    <a:pt x="50" y="1111"/>
                  </a:lnTo>
                  <a:lnTo>
                    <a:pt x="49" y="1111"/>
                  </a:lnTo>
                  <a:lnTo>
                    <a:pt x="49" y="1111"/>
                  </a:lnTo>
                  <a:lnTo>
                    <a:pt x="48" y="1111"/>
                  </a:lnTo>
                  <a:lnTo>
                    <a:pt x="48" y="1110"/>
                  </a:lnTo>
                  <a:lnTo>
                    <a:pt x="47" y="1110"/>
                  </a:lnTo>
                  <a:lnTo>
                    <a:pt x="47" y="1111"/>
                  </a:lnTo>
                  <a:lnTo>
                    <a:pt x="46" y="1111"/>
                  </a:lnTo>
                  <a:lnTo>
                    <a:pt x="46" y="1110"/>
                  </a:lnTo>
                  <a:lnTo>
                    <a:pt x="46" y="1107"/>
                  </a:lnTo>
                  <a:lnTo>
                    <a:pt x="46" y="1107"/>
                  </a:lnTo>
                  <a:lnTo>
                    <a:pt x="46" y="1107"/>
                  </a:lnTo>
                  <a:lnTo>
                    <a:pt x="46" y="1105"/>
                  </a:lnTo>
                  <a:lnTo>
                    <a:pt x="46" y="1104"/>
                  </a:lnTo>
                  <a:lnTo>
                    <a:pt x="45" y="1103"/>
                  </a:lnTo>
                  <a:lnTo>
                    <a:pt x="45" y="1103"/>
                  </a:lnTo>
                  <a:lnTo>
                    <a:pt x="46" y="1103"/>
                  </a:lnTo>
                  <a:lnTo>
                    <a:pt x="45" y="1103"/>
                  </a:lnTo>
                  <a:lnTo>
                    <a:pt x="45" y="1103"/>
                  </a:lnTo>
                  <a:lnTo>
                    <a:pt x="43" y="1102"/>
                  </a:lnTo>
                  <a:lnTo>
                    <a:pt x="43" y="1101"/>
                  </a:lnTo>
                  <a:lnTo>
                    <a:pt x="43" y="1101"/>
                  </a:lnTo>
                  <a:lnTo>
                    <a:pt x="43" y="1100"/>
                  </a:lnTo>
                  <a:lnTo>
                    <a:pt x="44" y="1100"/>
                  </a:lnTo>
                  <a:lnTo>
                    <a:pt x="45" y="1100"/>
                  </a:lnTo>
                  <a:lnTo>
                    <a:pt x="45" y="1100"/>
                  </a:lnTo>
                  <a:lnTo>
                    <a:pt x="45" y="1100"/>
                  </a:lnTo>
                  <a:lnTo>
                    <a:pt x="45" y="1100"/>
                  </a:lnTo>
                  <a:lnTo>
                    <a:pt x="45" y="1099"/>
                  </a:lnTo>
                  <a:lnTo>
                    <a:pt x="45" y="1098"/>
                  </a:lnTo>
                  <a:lnTo>
                    <a:pt x="45" y="1098"/>
                  </a:lnTo>
                  <a:lnTo>
                    <a:pt x="43" y="1098"/>
                  </a:lnTo>
                  <a:lnTo>
                    <a:pt x="43" y="1098"/>
                  </a:lnTo>
                  <a:lnTo>
                    <a:pt x="43" y="1098"/>
                  </a:lnTo>
                  <a:lnTo>
                    <a:pt x="43" y="1098"/>
                  </a:lnTo>
                  <a:lnTo>
                    <a:pt x="44" y="1097"/>
                  </a:lnTo>
                  <a:lnTo>
                    <a:pt x="44" y="1097"/>
                  </a:lnTo>
                  <a:lnTo>
                    <a:pt x="43" y="1097"/>
                  </a:lnTo>
                  <a:lnTo>
                    <a:pt x="43" y="1096"/>
                  </a:lnTo>
                  <a:lnTo>
                    <a:pt x="43" y="1095"/>
                  </a:lnTo>
                  <a:lnTo>
                    <a:pt x="44" y="1095"/>
                  </a:lnTo>
                  <a:lnTo>
                    <a:pt x="44" y="1095"/>
                  </a:lnTo>
                  <a:lnTo>
                    <a:pt x="45" y="1095"/>
                  </a:lnTo>
                  <a:lnTo>
                    <a:pt x="45" y="1094"/>
                  </a:lnTo>
                  <a:lnTo>
                    <a:pt x="45" y="1094"/>
                  </a:lnTo>
                  <a:lnTo>
                    <a:pt x="46" y="1094"/>
                  </a:lnTo>
                  <a:lnTo>
                    <a:pt x="46" y="1094"/>
                  </a:lnTo>
                  <a:lnTo>
                    <a:pt x="46" y="1094"/>
                  </a:lnTo>
                  <a:lnTo>
                    <a:pt x="46" y="1094"/>
                  </a:lnTo>
                  <a:lnTo>
                    <a:pt x="47" y="1094"/>
                  </a:lnTo>
                  <a:lnTo>
                    <a:pt x="47" y="1094"/>
                  </a:lnTo>
                  <a:lnTo>
                    <a:pt x="48" y="1094"/>
                  </a:lnTo>
                  <a:lnTo>
                    <a:pt x="49" y="1094"/>
                  </a:lnTo>
                  <a:lnTo>
                    <a:pt x="49" y="1094"/>
                  </a:lnTo>
                  <a:lnTo>
                    <a:pt x="49" y="1094"/>
                  </a:lnTo>
                  <a:lnTo>
                    <a:pt x="50" y="1093"/>
                  </a:lnTo>
                  <a:lnTo>
                    <a:pt x="50" y="1092"/>
                  </a:lnTo>
                  <a:lnTo>
                    <a:pt x="50" y="1091"/>
                  </a:lnTo>
                  <a:lnTo>
                    <a:pt x="50" y="1090"/>
                  </a:lnTo>
                  <a:lnTo>
                    <a:pt x="50" y="1089"/>
                  </a:lnTo>
                  <a:lnTo>
                    <a:pt x="51" y="1089"/>
                  </a:lnTo>
                  <a:lnTo>
                    <a:pt x="51" y="1089"/>
                  </a:lnTo>
                  <a:lnTo>
                    <a:pt x="52" y="1089"/>
                  </a:lnTo>
                  <a:lnTo>
                    <a:pt x="54" y="1089"/>
                  </a:lnTo>
                  <a:lnTo>
                    <a:pt x="54" y="1091"/>
                  </a:lnTo>
                  <a:lnTo>
                    <a:pt x="54" y="1091"/>
                  </a:lnTo>
                  <a:lnTo>
                    <a:pt x="55" y="1091"/>
                  </a:lnTo>
                  <a:lnTo>
                    <a:pt x="55" y="1091"/>
                  </a:lnTo>
                  <a:lnTo>
                    <a:pt x="55" y="1090"/>
                  </a:lnTo>
                  <a:lnTo>
                    <a:pt x="55" y="1090"/>
                  </a:lnTo>
                  <a:lnTo>
                    <a:pt x="55" y="1089"/>
                  </a:lnTo>
                  <a:lnTo>
                    <a:pt x="56" y="1089"/>
                  </a:lnTo>
                  <a:lnTo>
                    <a:pt x="56" y="1089"/>
                  </a:lnTo>
                  <a:lnTo>
                    <a:pt x="56" y="1089"/>
                  </a:lnTo>
                  <a:lnTo>
                    <a:pt x="58" y="1089"/>
                  </a:lnTo>
                  <a:lnTo>
                    <a:pt x="58" y="1090"/>
                  </a:lnTo>
                  <a:lnTo>
                    <a:pt x="59" y="1090"/>
                  </a:lnTo>
                  <a:lnTo>
                    <a:pt x="59" y="1089"/>
                  </a:lnTo>
                  <a:lnTo>
                    <a:pt x="59" y="1089"/>
                  </a:lnTo>
                  <a:lnTo>
                    <a:pt x="59" y="1089"/>
                  </a:lnTo>
                  <a:lnTo>
                    <a:pt x="59" y="1089"/>
                  </a:lnTo>
                  <a:lnTo>
                    <a:pt x="59" y="1089"/>
                  </a:lnTo>
                  <a:lnTo>
                    <a:pt x="59" y="1088"/>
                  </a:lnTo>
                  <a:lnTo>
                    <a:pt x="59" y="1088"/>
                  </a:lnTo>
                  <a:close/>
                  <a:moveTo>
                    <a:pt x="78" y="1085"/>
                  </a:moveTo>
                  <a:lnTo>
                    <a:pt x="80" y="1086"/>
                  </a:lnTo>
                  <a:lnTo>
                    <a:pt x="80" y="1086"/>
                  </a:lnTo>
                  <a:lnTo>
                    <a:pt x="80" y="1086"/>
                  </a:lnTo>
                  <a:lnTo>
                    <a:pt x="80" y="1086"/>
                  </a:lnTo>
                  <a:lnTo>
                    <a:pt x="80" y="1086"/>
                  </a:lnTo>
                  <a:lnTo>
                    <a:pt x="80" y="1086"/>
                  </a:lnTo>
                  <a:lnTo>
                    <a:pt x="80" y="1086"/>
                  </a:lnTo>
                  <a:lnTo>
                    <a:pt x="80" y="1086"/>
                  </a:lnTo>
                  <a:lnTo>
                    <a:pt x="81" y="1085"/>
                  </a:lnTo>
                  <a:lnTo>
                    <a:pt x="81" y="1086"/>
                  </a:lnTo>
                  <a:lnTo>
                    <a:pt x="81" y="1086"/>
                  </a:lnTo>
                  <a:lnTo>
                    <a:pt x="82" y="1085"/>
                  </a:lnTo>
                  <a:lnTo>
                    <a:pt x="83" y="1085"/>
                  </a:lnTo>
                  <a:lnTo>
                    <a:pt x="84" y="1086"/>
                  </a:lnTo>
                  <a:lnTo>
                    <a:pt x="85" y="1086"/>
                  </a:lnTo>
                  <a:lnTo>
                    <a:pt x="84" y="1087"/>
                  </a:lnTo>
                  <a:lnTo>
                    <a:pt x="85" y="1088"/>
                  </a:lnTo>
                  <a:lnTo>
                    <a:pt x="85" y="1088"/>
                  </a:lnTo>
                  <a:lnTo>
                    <a:pt x="85" y="1089"/>
                  </a:lnTo>
                  <a:lnTo>
                    <a:pt x="85" y="1089"/>
                  </a:lnTo>
                  <a:lnTo>
                    <a:pt x="85" y="1089"/>
                  </a:lnTo>
                  <a:lnTo>
                    <a:pt x="85" y="1089"/>
                  </a:lnTo>
                  <a:lnTo>
                    <a:pt x="85" y="1089"/>
                  </a:lnTo>
                  <a:lnTo>
                    <a:pt x="85" y="1090"/>
                  </a:lnTo>
                  <a:lnTo>
                    <a:pt x="85" y="1090"/>
                  </a:lnTo>
                  <a:lnTo>
                    <a:pt x="85" y="1089"/>
                  </a:lnTo>
                  <a:lnTo>
                    <a:pt x="84" y="1089"/>
                  </a:lnTo>
                  <a:lnTo>
                    <a:pt x="84" y="1090"/>
                  </a:lnTo>
                  <a:lnTo>
                    <a:pt x="83" y="1090"/>
                  </a:lnTo>
                  <a:lnTo>
                    <a:pt x="83" y="1090"/>
                  </a:lnTo>
                  <a:lnTo>
                    <a:pt x="85" y="1090"/>
                  </a:lnTo>
                  <a:lnTo>
                    <a:pt x="85" y="1090"/>
                  </a:lnTo>
                  <a:lnTo>
                    <a:pt x="85" y="1090"/>
                  </a:lnTo>
                  <a:lnTo>
                    <a:pt x="85" y="1091"/>
                  </a:lnTo>
                  <a:lnTo>
                    <a:pt x="85" y="1091"/>
                  </a:lnTo>
                  <a:lnTo>
                    <a:pt x="85" y="1092"/>
                  </a:lnTo>
                  <a:lnTo>
                    <a:pt x="85" y="1092"/>
                  </a:lnTo>
                  <a:lnTo>
                    <a:pt x="85" y="1093"/>
                  </a:lnTo>
                  <a:lnTo>
                    <a:pt x="85" y="1093"/>
                  </a:lnTo>
                  <a:lnTo>
                    <a:pt x="85" y="1094"/>
                  </a:lnTo>
                  <a:lnTo>
                    <a:pt x="85" y="1094"/>
                  </a:lnTo>
                  <a:lnTo>
                    <a:pt x="85" y="1094"/>
                  </a:lnTo>
                  <a:lnTo>
                    <a:pt x="85" y="1094"/>
                  </a:lnTo>
                  <a:lnTo>
                    <a:pt x="85" y="1094"/>
                  </a:lnTo>
                  <a:lnTo>
                    <a:pt x="84" y="1094"/>
                  </a:lnTo>
                  <a:lnTo>
                    <a:pt x="84" y="1094"/>
                  </a:lnTo>
                  <a:lnTo>
                    <a:pt x="84" y="1094"/>
                  </a:lnTo>
                  <a:lnTo>
                    <a:pt x="84" y="1094"/>
                  </a:lnTo>
                  <a:lnTo>
                    <a:pt x="84" y="1095"/>
                  </a:lnTo>
                  <a:lnTo>
                    <a:pt x="83" y="1095"/>
                  </a:lnTo>
                  <a:lnTo>
                    <a:pt x="83" y="1095"/>
                  </a:lnTo>
                  <a:lnTo>
                    <a:pt x="83" y="1095"/>
                  </a:lnTo>
                  <a:lnTo>
                    <a:pt x="83" y="1096"/>
                  </a:lnTo>
                  <a:lnTo>
                    <a:pt x="83" y="1096"/>
                  </a:lnTo>
                  <a:lnTo>
                    <a:pt x="82" y="1096"/>
                  </a:lnTo>
                  <a:lnTo>
                    <a:pt x="82" y="1097"/>
                  </a:lnTo>
                  <a:lnTo>
                    <a:pt x="81" y="1097"/>
                  </a:lnTo>
                  <a:lnTo>
                    <a:pt x="81" y="1096"/>
                  </a:lnTo>
                  <a:lnTo>
                    <a:pt x="81" y="1095"/>
                  </a:lnTo>
                  <a:lnTo>
                    <a:pt x="80" y="1096"/>
                  </a:lnTo>
                  <a:lnTo>
                    <a:pt x="80" y="1095"/>
                  </a:lnTo>
                  <a:lnTo>
                    <a:pt x="80" y="1095"/>
                  </a:lnTo>
                  <a:lnTo>
                    <a:pt x="80" y="1094"/>
                  </a:lnTo>
                  <a:lnTo>
                    <a:pt x="80" y="1094"/>
                  </a:lnTo>
                  <a:lnTo>
                    <a:pt x="80" y="1094"/>
                  </a:lnTo>
                  <a:lnTo>
                    <a:pt x="80" y="1094"/>
                  </a:lnTo>
                  <a:lnTo>
                    <a:pt x="80" y="1094"/>
                  </a:lnTo>
                  <a:lnTo>
                    <a:pt x="80" y="1093"/>
                  </a:lnTo>
                  <a:lnTo>
                    <a:pt x="80" y="1093"/>
                  </a:lnTo>
                  <a:lnTo>
                    <a:pt x="80" y="1093"/>
                  </a:lnTo>
                  <a:lnTo>
                    <a:pt x="80" y="1092"/>
                  </a:lnTo>
                  <a:lnTo>
                    <a:pt x="80" y="1092"/>
                  </a:lnTo>
                  <a:lnTo>
                    <a:pt x="80" y="1091"/>
                  </a:lnTo>
                  <a:lnTo>
                    <a:pt x="79" y="1091"/>
                  </a:lnTo>
                  <a:lnTo>
                    <a:pt x="79" y="1091"/>
                  </a:lnTo>
                  <a:lnTo>
                    <a:pt x="78" y="1091"/>
                  </a:lnTo>
                  <a:lnTo>
                    <a:pt x="78" y="1091"/>
                  </a:lnTo>
                  <a:lnTo>
                    <a:pt x="78" y="1091"/>
                  </a:lnTo>
                  <a:lnTo>
                    <a:pt x="78" y="1090"/>
                  </a:lnTo>
                  <a:lnTo>
                    <a:pt x="77" y="1090"/>
                  </a:lnTo>
                  <a:lnTo>
                    <a:pt x="77" y="1089"/>
                  </a:lnTo>
                  <a:lnTo>
                    <a:pt x="77" y="1089"/>
                  </a:lnTo>
                  <a:lnTo>
                    <a:pt x="77" y="1089"/>
                  </a:lnTo>
                  <a:lnTo>
                    <a:pt x="78" y="1088"/>
                  </a:lnTo>
                  <a:lnTo>
                    <a:pt x="78" y="1087"/>
                  </a:lnTo>
                  <a:lnTo>
                    <a:pt x="79" y="1088"/>
                  </a:lnTo>
                  <a:lnTo>
                    <a:pt x="80" y="1089"/>
                  </a:lnTo>
                  <a:lnTo>
                    <a:pt x="80" y="1089"/>
                  </a:lnTo>
                  <a:lnTo>
                    <a:pt x="81" y="1089"/>
                  </a:lnTo>
                  <a:lnTo>
                    <a:pt x="82" y="1089"/>
                  </a:lnTo>
                  <a:lnTo>
                    <a:pt x="82" y="1088"/>
                  </a:lnTo>
                  <a:lnTo>
                    <a:pt x="81" y="1088"/>
                  </a:lnTo>
                  <a:lnTo>
                    <a:pt x="80" y="1087"/>
                  </a:lnTo>
                  <a:lnTo>
                    <a:pt x="79" y="1087"/>
                  </a:lnTo>
                  <a:lnTo>
                    <a:pt x="79" y="1086"/>
                  </a:lnTo>
                  <a:lnTo>
                    <a:pt x="78" y="1086"/>
                  </a:lnTo>
                  <a:lnTo>
                    <a:pt x="77" y="1086"/>
                  </a:lnTo>
                  <a:lnTo>
                    <a:pt x="77" y="1085"/>
                  </a:lnTo>
                  <a:lnTo>
                    <a:pt x="78" y="1085"/>
                  </a:lnTo>
                  <a:lnTo>
                    <a:pt x="78" y="1085"/>
                  </a:lnTo>
                  <a:close/>
                  <a:moveTo>
                    <a:pt x="172" y="1085"/>
                  </a:moveTo>
                  <a:lnTo>
                    <a:pt x="172" y="1086"/>
                  </a:lnTo>
                  <a:lnTo>
                    <a:pt x="172" y="1087"/>
                  </a:lnTo>
                  <a:lnTo>
                    <a:pt x="172" y="1087"/>
                  </a:lnTo>
                  <a:lnTo>
                    <a:pt x="172" y="1086"/>
                  </a:lnTo>
                  <a:lnTo>
                    <a:pt x="171" y="1086"/>
                  </a:lnTo>
                  <a:lnTo>
                    <a:pt x="171" y="1086"/>
                  </a:lnTo>
                  <a:lnTo>
                    <a:pt x="172" y="1085"/>
                  </a:lnTo>
                  <a:close/>
                  <a:moveTo>
                    <a:pt x="67" y="1083"/>
                  </a:moveTo>
                  <a:lnTo>
                    <a:pt x="67" y="1084"/>
                  </a:lnTo>
                  <a:lnTo>
                    <a:pt x="68" y="1084"/>
                  </a:lnTo>
                  <a:lnTo>
                    <a:pt x="68" y="1085"/>
                  </a:lnTo>
                  <a:lnTo>
                    <a:pt x="69" y="1085"/>
                  </a:lnTo>
                  <a:lnTo>
                    <a:pt x="69" y="1085"/>
                  </a:lnTo>
                  <a:lnTo>
                    <a:pt x="68" y="1085"/>
                  </a:lnTo>
                  <a:lnTo>
                    <a:pt x="68" y="1086"/>
                  </a:lnTo>
                  <a:lnTo>
                    <a:pt x="68" y="1086"/>
                  </a:lnTo>
                  <a:lnTo>
                    <a:pt x="68" y="1086"/>
                  </a:lnTo>
                  <a:lnTo>
                    <a:pt x="70" y="1086"/>
                  </a:lnTo>
                  <a:lnTo>
                    <a:pt x="70" y="1085"/>
                  </a:lnTo>
                  <a:lnTo>
                    <a:pt x="69" y="1085"/>
                  </a:lnTo>
                  <a:lnTo>
                    <a:pt x="69" y="1085"/>
                  </a:lnTo>
                  <a:lnTo>
                    <a:pt x="70" y="1085"/>
                  </a:lnTo>
                  <a:lnTo>
                    <a:pt x="70" y="1085"/>
                  </a:lnTo>
                  <a:lnTo>
                    <a:pt x="72" y="1085"/>
                  </a:lnTo>
                  <a:lnTo>
                    <a:pt x="72" y="1085"/>
                  </a:lnTo>
                  <a:lnTo>
                    <a:pt x="72" y="1085"/>
                  </a:lnTo>
                  <a:lnTo>
                    <a:pt x="72" y="1085"/>
                  </a:lnTo>
                  <a:lnTo>
                    <a:pt x="73" y="1085"/>
                  </a:lnTo>
                  <a:lnTo>
                    <a:pt x="73" y="1085"/>
                  </a:lnTo>
                  <a:lnTo>
                    <a:pt x="74" y="1086"/>
                  </a:lnTo>
                  <a:lnTo>
                    <a:pt x="73" y="1086"/>
                  </a:lnTo>
                  <a:lnTo>
                    <a:pt x="74" y="1087"/>
                  </a:lnTo>
                  <a:lnTo>
                    <a:pt x="73" y="1087"/>
                  </a:lnTo>
                  <a:lnTo>
                    <a:pt x="74" y="1087"/>
                  </a:lnTo>
                  <a:lnTo>
                    <a:pt x="75" y="1087"/>
                  </a:lnTo>
                  <a:lnTo>
                    <a:pt x="74" y="1087"/>
                  </a:lnTo>
                  <a:lnTo>
                    <a:pt x="74" y="1087"/>
                  </a:lnTo>
                  <a:lnTo>
                    <a:pt x="74" y="1086"/>
                  </a:lnTo>
                  <a:lnTo>
                    <a:pt x="74" y="1086"/>
                  </a:lnTo>
                  <a:lnTo>
                    <a:pt x="75" y="1085"/>
                  </a:lnTo>
                  <a:lnTo>
                    <a:pt x="75" y="1085"/>
                  </a:lnTo>
                  <a:lnTo>
                    <a:pt x="75" y="1085"/>
                  </a:lnTo>
                  <a:lnTo>
                    <a:pt x="76" y="1085"/>
                  </a:lnTo>
                  <a:lnTo>
                    <a:pt x="76" y="1085"/>
                  </a:lnTo>
                  <a:lnTo>
                    <a:pt x="76" y="1086"/>
                  </a:lnTo>
                  <a:lnTo>
                    <a:pt x="76" y="1086"/>
                  </a:lnTo>
                  <a:lnTo>
                    <a:pt x="75" y="1086"/>
                  </a:lnTo>
                  <a:lnTo>
                    <a:pt x="76" y="1087"/>
                  </a:lnTo>
                  <a:lnTo>
                    <a:pt x="76" y="1087"/>
                  </a:lnTo>
                  <a:lnTo>
                    <a:pt x="76" y="1088"/>
                  </a:lnTo>
                  <a:lnTo>
                    <a:pt x="76" y="1089"/>
                  </a:lnTo>
                  <a:lnTo>
                    <a:pt x="76" y="1089"/>
                  </a:lnTo>
                  <a:lnTo>
                    <a:pt x="76" y="1090"/>
                  </a:lnTo>
                  <a:lnTo>
                    <a:pt x="76" y="1090"/>
                  </a:lnTo>
                  <a:lnTo>
                    <a:pt x="76" y="1091"/>
                  </a:lnTo>
                  <a:lnTo>
                    <a:pt x="77" y="1091"/>
                  </a:lnTo>
                  <a:lnTo>
                    <a:pt x="77" y="1092"/>
                  </a:lnTo>
                  <a:lnTo>
                    <a:pt x="78" y="1092"/>
                  </a:lnTo>
                  <a:lnTo>
                    <a:pt x="78" y="1093"/>
                  </a:lnTo>
                  <a:lnTo>
                    <a:pt x="78" y="1093"/>
                  </a:lnTo>
                  <a:lnTo>
                    <a:pt x="78" y="1093"/>
                  </a:lnTo>
                  <a:lnTo>
                    <a:pt x="79" y="1094"/>
                  </a:lnTo>
                  <a:lnTo>
                    <a:pt x="78" y="1094"/>
                  </a:lnTo>
                  <a:lnTo>
                    <a:pt x="78" y="1094"/>
                  </a:lnTo>
                  <a:lnTo>
                    <a:pt x="78" y="1094"/>
                  </a:lnTo>
                  <a:lnTo>
                    <a:pt x="78" y="1095"/>
                  </a:lnTo>
                  <a:lnTo>
                    <a:pt x="78" y="1095"/>
                  </a:lnTo>
                  <a:lnTo>
                    <a:pt x="77" y="1095"/>
                  </a:lnTo>
                  <a:lnTo>
                    <a:pt x="77" y="1095"/>
                  </a:lnTo>
                  <a:lnTo>
                    <a:pt x="76" y="1095"/>
                  </a:lnTo>
                  <a:lnTo>
                    <a:pt x="76" y="1094"/>
                  </a:lnTo>
                  <a:lnTo>
                    <a:pt x="75" y="1094"/>
                  </a:lnTo>
                  <a:lnTo>
                    <a:pt x="75" y="1094"/>
                  </a:lnTo>
                  <a:lnTo>
                    <a:pt x="75" y="1094"/>
                  </a:lnTo>
                  <a:lnTo>
                    <a:pt x="75" y="1094"/>
                  </a:lnTo>
                  <a:lnTo>
                    <a:pt x="75" y="1094"/>
                  </a:lnTo>
                  <a:lnTo>
                    <a:pt x="74" y="1094"/>
                  </a:lnTo>
                  <a:lnTo>
                    <a:pt x="73" y="1093"/>
                  </a:lnTo>
                  <a:lnTo>
                    <a:pt x="73" y="1093"/>
                  </a:lnTo>
                  <a:lnTo>
                    <a:pt x="73" y="1092"/>
                  </a:lnTo>
                  <a:lnTo>
                    <a:pt x="72" y="1092"/>
                  </a:lnTo>
                  <a:lnTo>
                    <a:pt x="72" y="1092"/>
                  </a:lnTo>
                  <a:lnTo>
                    <a:pt x="72" y="1093"/>
                  </a:lnTo>
                  <a:lnTo>
                    <a:pt x="72" y="1093"/>
                  </a:lnTo>
                  <a:lnTo>
                    <a:pt x="72" y="1094"/>
                  </a:lnTo>
                  <a:lnTo>
                    <a:pt x="72" y="1094"/>
                  </a:lnTo>
                  <a:lnTo>
                    <a:pt x="71" y="1094"/>
                  </a:lnTo>
                  <a:lnTo>
                    <a:pt x="70" y="1094"/>
                  </a:lnTo>
                  <a:lnTo>
                    <a:pt x="69" y="1092"/>
                  </a:lnTo>
                  <a:lnTo>
                    <a:pt x="70" y="1092"/>
                  </a:lnTo>
                  <a:lnTo>
                    <a:pt x="69" y="1091"/>
                  </a:lnTo>
                  <a:lnTo>
                    <a:pt x="69" y="1091"/>
                  </a:lnTo>
                  <a:lnTo>
                    <a:pt x="69" y="1090"/>
                  </a:lnTo>
                  <a:lnTo>
                    <a:pt x="68" y="1091"/>
                  </a:lnTo>
                  <a:lnTo>
                    <a:pt x="68" y="1090"/>
                  </a:lnTo>
                  <a:lnTo>
                    <a:pt x="68" y="1090"/>
                  </a:lnTo>
                  <a:lnTo>
                    <a:pt x="67" y="1090"/>
                  </a:lnTo>
                  <a:lnTo>
                    <a:pt x="67" y="1089"/>
                  </a:lnTo>
                  <a:lnTo>
                    <a:pt x="67" y="1089"/>
                  </a:lnTo>
                  <a:lnTo>
                    <a:pt x="67" y="1090"/>
                  </a:lnTo>
                  <a:lnTo>
                    <a:pt x="67" y="1090"/>
                  </a:lnTo>
                  <a:lnTo>
                    <a:pt x="67" y="1091"/>
                  </a:lnTo>
                  <a:lnTo>
                    <a:pt x="67" y="1091"/>
                  </a:lnTo>
                  <a:lnTo>
                    <a:pt x="66" y="1091"/>
                  </a:lnTo>
                  <a:lnTo>
                    <a:pt x="66" y="1090"/>
                  </a:lnTo>
                  <a:lnTo>
                    <a:pt x="65" y="1090"/>
                  </a:lnTo>
                  <a:lnTo>
                    <a:pt x="65" y="1090"/>
                  </a:lnTo>
                  <a:lnTo>
                    <a:pt x="66" y="1089"/>
                  </a:lnTo>
                  <a:lnTo>
                    <a:pt x="66" y="1089"/>
                  </a:lnTo>
                  <a:lnTo>
                    <a:pt x="66" y="1089"/>
                  </a:lnTo>
                  <a:lnTo>
                    <a:pt x="65" y="1089"/>
                  </a:lnTo>
                  <a:lnTo>
                    <a:pt x="64" y="1089"/>
                  </a:lnTo>
                  <a:lnTo>
                    <a:pt x="64" y="1089"/>
                  </a:lnTo>
                  <a:lnTo>
                    <a:pt x="64" y="1090"/>
                  </a:lnTo>
                  <a:lnTo>
                    <a:pt x="63" y="1089"/>
                  </a:lnTo>
                  <a:lnTo>
                    <a:pt x="62" y="1090"/>
                  </a:lnTo>
                  <a:lnTo>
                    <a:pt x="62" y="1089"/>
                  </a:lnTo>
                  <a:lnTo>
                    <a:pt x="63" y="1089"/>
                  </a:lnTo>
                  <a:lnTo>
                    <a:pt x="63" y="1089"/>
                  </a:lnTo>
                  <a:lnTo>
                    <a:pt x="63" y="1089"/>
                  </a:lnTo>
                  <a:lnTo>
                    <a:pt x="63" y="1089"/>
                  </a:lnTo>
                  <a:lnTo>
                    <a:pt x="63" y="1089"/>
                  </a:lnTo>
                  <a:lnTo>
                    <a:pt x="64" y="1089"/>
                  </a:lnTo>
                  <a:lnTo>
                    <a:pt x="64" y="1089"/>
                  </a:lnTo>
                  <a:lnTo>
                    <a:pt x="64" y="1089"/>
                  </a:lnTo>
                  <a:lnTo>
                    <a:pt x="64" y="1089"/>
                  </a:lnTo>
                  <a:lnTo>
                    <a:pt x="63" y="1088"/>
                  </a:lnTo>
                  <a:lnTo>
                    <a:pt x="63" y="1088"/>
                  </a:lnTo>
                  <a:lnTo>
                    <a:pt x="63" y="1088"/>
                  </a:lnTo>
                  <a:lnTo>
                    <a:pt x="63" y="1088"/>
                  </a:lnTo>
                  <a:lnTo>
                    <a:pt x="63" y="1088"/>
                  </a:lnTo>
                  <a:lnTo>
                    <a:pt x="62" y="1088"/>
                  </a:lnTo>
                  <a:lnTo>
                    <a:pt x="62" y="1087"/>
                  </a:lnTo>
                  <a:lnTo>
                    <a:pt x="62" y="1087"/>
                  </a:lnTo>
                  <a:lnTo>
                    <a:pt x="62" y="1087"/>
                  </a:lnTo>
                  <a:lnTo>
                    <a:pt x="61" y="1086"/>
                  </a:lnTo>
                  <a:lnTo>
                    <a:pt x="61" y="1086"/>
                  </a:lnTo>
                  <a:lnTo>
                    <a:pt x="62" y="1086"/>
                  </a:lnTo>
                  <a:lnTo>
                    <a:pt x="62" y="1085"/>
                  </a:lnTo>
                  <a:lnTo>
                    <a:pt x="63" y="1085"/>
                  </a:lnTo>
                  <a:lnTo>
                    <a:pt x="63" y="1086"/>
                  </a:lnTo>
                  <a:lnTo>
                    <a:pt x="63" y="1086"/>
                  </a:lnTo>
                  <a:lnTo>
                    <a:pt x="63" y="1086"/>
                  </a:lnTo>
                  <a:lnTo>
                    <a:pt x="63" y="1086"/>
                  </a:lnTo>
                  <a:lnTo>
                    <a:pt x="63" y="1086"/>
                  </a:lnTo>
                  <a:lnTo>
                    <a:pt x="63" y="1087"/>
                  </a:lnTo>
                  <a:lnTo>
                    <a:pt x="64" y="1087"/>
                  </a:lnTo>
                  <a:lnTo>
                    <a:pt x="64" y="1087"/>
                  </a:lnTo>
                  <a:lnTo>
                    <a:pt x="64" y="1087"/>
                  </a:lnTo>
                  <a:lnTo>
                    <a:pt x="65" y="1087"/>
                  </a:lnTo>
                  <a:lnTo>
                    <a:pt x="65" y="1088"/>
                  </a:lnTo>
                  <a:lnTo>
                    <a:pt x="66" y="1088"/>
                  </a:lnTo>
                  <a:lnTo>
                    <a:pt x="66" y="1087"/>
                  </a:lnTo>
                  <a:lnTo>
                    <a:pt x="66" y="1087"/>
                  </a:lnTo>
                  <a:lnTo>
                    <a:pt x="66" y="1087"/>
                  </a:lnTo>
                  <a:lnTo>
                    <a:pt x="66" y="1087"/>
                  </a:lnTo>
                  <a:lnTo>
                    <a:pt x="66" y="1086"/>
                  </a:lnTo>
                  <a:lnTo>
                    <a:pt x="66" y="1086"/>
                  </a:lnTo>
                  <a:lnTo>
                    <a:pt x="67" y="1086"/>
                  </a:lnTo>
                  <a:lnTo>
                    <a:pt x="67" y="1087"/>
                  </a:lnTo>
                  <a:lnTo>
                    <a:pt x="67" y="1087"/>
                  </a:lnTo>
                  <a:lnTo>
                    <a:pt x="67" y="1086"/>
                  </a:lnTo>
                  <a:lnTo>
                    <a:pt x="67" y="1086"/>
                  </a:lnTo>
                  <a:lnTo>
                    <a:pt x="67" y="1086"/>
                  </a:lnTo>
                  <a:lnTo>
                    <a:pt x="67" y="1086"/>
                  </a:lnTo>
                  <a:lnTo>
                    <a:pt x="67" y="1086"/>
                  </a:lnTo>
                  <a:lnTo>
                    <a:pt x="67" y="1085"/>
                  </a:lnTo>
                  <a:lnTo>
                    <a:pt x="67" y="1085"/>
                  </a:lnTo>
                  <a:lnTo>
                    <a:pt x="67" y="1085"/>
                  </a:lnTo>
                  <a:lnTo>
                    <a:pt x="67" y="1085"/>
                  </a:lnTo>
                  <a:lnTo>
                    <a:pt x="65" y="1085"/>
                  </a:lnTo>
                  <a:lnTo>
                    <a:pt x="65" y="1085"/>
                  </a:lnTo>
                  <a:lnTo>
                    <a:pt x="66" y="1085"/>
                  </a:lnTo>
                  <a:lnTo>
                    <a:pt x="66" y="1085"/>
                  </a:lnTo>
                  <a:lnTo>
                    <a:pt x="66" y="1084"/>
                  </a:lnTo>
                  <a:lnTo>
                    <a:pt x="65" y="1085"/>
                  </a:lnTo>
                  <a:lnTo>
                    <a:pt x="64" y="1084"/>
                  </a:lnTo>
                  <a:lnTo>
                    <a:pt x="64" y="1084"/>
                  </a:lnTo>
                  <a:lnTo>
                    <a:pt x="64" y="1084"/>
                  </a:lnTo>
                  <a:lnTo>
                    <a:pt x="65" y="1083"/>
                  </a:lnTo>
                  <a:lnTo>
                    <a:pt x="66" y="1084"/>
                  </a:lnTo>
                  <a:lnTo>
                    <a:pt x="67" y="1083"/>
                  </a:lnTo>
                  <a:close/>
                  <a:moveTo>
                    <a:pt x="278" y="1081"/>
                  </a:moveTo>
                  <a:lnTo>
                    <a:pt x="279" y="1082"/>
                  </a:lnTo>
                  <a:lnTo>
                    <a:pt x="279" y="1082"/>
                  </a:lnTo>
                  <a:lnTo>
                    <a:pt x="280" y="1083"/>
                  </a:lnTo>
                  <a:lnTo>
                    <a:pt x="280" y="1085"/>
                  </a:lnTo>
                  <a:lnTo>
                    <a:pt x="280" y="1085"/>
                  </a:lnTo>
                  <a:lnTo>
                    <a:pt x="280" y="1085"/>
                  </a:lnTo>
                  <a:lnTo>
                    <a:pt x="280" y="1086"/>
                  </a:lnTo>
                  <a:lnTo>
                    <a:pt x="281" y="1086"/>
                  </a:lnTo>
                  <a:lnTo>
                    <a:pt x="281" y="1086"/>
                  </a:lnTo>
                  <a:lnTo>
                    <a:pt x="281" y="1088"/>
                  </a:lnTo>
                  <a:lnTo>
                    <a:pt x="282" y="1088"/>
                  </a:lnTo>
                  <a:lnTo>
                    <a:pt x="282" y="1089"/>
                  </a:lnTo>
                  <a:lnTo>
                    <a:pt x="282" y="1089"/>
                  </a:lnTo>
                  <a:lnTo>
                    <a:pt x="281" y="1089"/>
                  </a:lnTo>
                  <a:lnTo>
                    <a:pt x="282" y="1090"/>
                  </a:lnTo>
                  <a:lnTo>
                    <a:pt x="281" y="1092"/>
                  </a:lnTo>
                  <a:lnTo>
                    <a:pt x="281" y="1093"/>
                  </a:lnTo>
                  <a:lnTo>
                    <a:pt x="281" y="1093"/>
                  </a:lnTo>
                  <a:lnTo>
                    <a:pt x="281" y="1094"/>
                  </a:lnTo>
                  <a:lnTo>
                    <a:pt x="281" y="1094"/>
                  </a:lnTo>
                  <a:lnTo>
                    <a:pt x="280" y="1094"/>
                  </a:lnTo>
                  <a:lnTo>
                    <a:pt x="280" y="1095"/>
                  </a:lnTo>
                  <a:lnTo>
                    <a:pt x="280" y="1095"/>
                  </a:lnTo>
                  <a:lnTo>
                    <a:pt x="280" y="1097"/>
                  </a:lnTo>
                  <a:lnTo>
                    <a:pt x="280" y="1098"/>
                  </a:lnTo>
                  <a:lnTo>
                    <a:pt x="280" y="1098"/>
                  </a:lnTo>
                  <a:lnTo>
                    <a:pt x="279" y="1099"/>
                  </a:lnTo>
                  <a:lnTo>
                    <a:pt x="279" y="1100"/>
                  </a:lnTo>
                  <a:lnTo>
                    <a:pt x="279" y="1101"/>
                  </a:lnTo>
                  <a:lnTo>
                    <a:pt x="278" y="1101"/>
                  </a:lnTo>
                  <a:lnTo>
                    <a:pt x="278" y="1102"/>
                  </a:lnTo>
                  <a:lnTo>
                    <a:pt x="278" y="1102"/>
                  </a:lnTo>
                  <a:lnTo>
                    <a:pt x="277" y="1102"/>
                  </a:lnTo>
                  <a:lnTo>
                    <a:pt x="277" y="1102"/>
                  </a:lnTo>
                  <a:lnTo>
                    <a:pt x="277" y="1102"/>
                  </a:lnTo>
                  <a:lnTo>
                    <a:pt x="277" y="1103"/>
                  </a:lnTo>
                  <a:lnTo>
                    <a:pt x="276" y="1103"/>
                  </a:lnTo>
                  <a:lnTo>
                    <a:pt x="276" y="1103"/>
                  </a:lnTo>
                  <a:lnTo>
                    <a:pt x="276" y="1103"/>
                  </a:lnTo>
                  <a:lnTo>
                    <a:pt x="276" y="1104"/>
                  </a:lnTo>
                  <a:lnTo>
                    <a:pt x="276" y="1104"/>
                  </a:lnTo>
                  <a:lnTo>
                    <a:pt x="274" y="1105"/>
                  </a:lnTo>
                  <a:lnTo>
                    <a:pt x="274" y="1106"/>
                  </a:lnTo>
                  <a:lnTo>
                    <a:pt x="274" y="1106"/>
                  </a:lnTo>
                  <a:lnTo>
                    <a:pt x="274" y="1106"/>
                  </a:lnTo>
                  <a:lnTo>
                    <a:pt x="274" y="1107"/>
                  </a:lnTo>
                  <a:lnTo>
                    <a:pt x="273" y="1107"/>
                  </a:lnTo>
                  <a:lnTo>
                    <a:pt x="273" y="1107"/>
                  </a:lnTo>
                  <a:lnTo>
                    <a:pt x="273" y="1107"/>
                  </a:lnTo>
                  <a:lnTo>
                    <a:pt x="273" y="1108"/>
                  </a:lnTo>
                  <a:lnTo>
                    <a:pt x="273" y="1108"/>
                  </a:lnTo>
                  <a:lnTo>
                    <a:pt x="273" y="1109"/>
                  </a:lnTo>
                  <a:lnTo>
                    <a:pt x="274" y="1111"/>
                  </a:lnTo>
                  <a:lnTo>
                    <a:pt x="274" y="1111"/>
                  </a:lnTo>
                  <a:lnTo>
                    <a:pt x="275" y="1111"/>
                  </a:lnTo>
                  <a:lnTo>
                    <a:pt x="275" y="1111"/>
                  </a:lnTo>
                  <a:lnTo>
                    <a:pt x="275" y="1111"/>
                  </a:lnTo>
                  <a:lnTo>
                    <a:pt x="275" y="1111"/>
                  </a:lnTo>
                  <a:lnTo>
                    <a:pt x="275" y="1112"/>
                  </a:lnTo>
                  <a:lnTo>
                    <a:pt x="275" y="1113"/>
                  </a:lnTo>
                  <a:lnTo>
                    <a:pt x="275" y="1114"/>
                  </a:lnTo>
                  <a:lnTo>
                    <a:pt x="275" y="1115"/>
                  </a:lnTo>
                  <a:lnTo>
                    <a:pt x="276" y="1115"/>
                  </a:lnTo>
                  <a:lnTo>
                    <a:pt x="276" y="1116"/>
                  </a:lnTo>
                  <a:lnTo>
                    <a:pt x="276" y="1120"/>
                  </a:lnTo>
                  <a:lnTo>
                    <a:pt x="276" y="1121"/>
                  </a:lnTo>
                  <a:lnTo>
                    <a:pt x="276" y="1121"/>
                  </a:lnTo>
                  <a:lnTo>
                    <a:pt x="276" y="1122"/>
                  </a:lnTo>
                  <a:lnTo>
                    <a:pt x="276" y="1123"/>
                  </a:lnTo>
                  <a:lnTo>
                    <a:pt x="276" y="1123"/>
                  </a:lnTo>
                  <a:lnTo>
                    <a:pt x="276" y="1124"/>
                  </a:lnTo>
                  <a:lnTo>
                    <a:pt x="277" y="1124"/>
                  </a:lnTo>
                  <a:lnTo>
                    <a:pt x="278" y="1125"/>
                  </a:lnTo>
                  <a:lnTo>
                    <a:pt x="278" y="1126"/>
                  </a:lnTo>
                  <a:lnTo>
                    <a:pt x="278" y="1127"/>
                  </a:lnTo>
                  <a:lnTo>
                    <a:pt x="279" y="1127"/>
                  </a:lnTo>
                  <a:lnTo>
                    <a:pt x="279" y="1127"/>
                  </a:lnTo>
                  <a:lnTo>
                    <a:pt x="280" y="1127"/>
                  </a:lnTo>
                  <a:lnTo>
                    <a:pt x="280" y="1127"/>
                  </a:lnTo>
                  <a:lnTo>
                    <a:pt x="280" y="1128"/>
                  </a:lnTo>
                  <a:lnTo>
                    <a:pt x="280" y="1130"/>
                  </a:lnTo>
                  <a:lnTo>
                    <a:pt x="280" y="1132"/>
                  </a:lnTo>
                  <a:lnTo>
                    <a:pt x="279" y="1133"/>
                  </a:lnTo>
                  <a:lnTo>
                    <a:pt x="279" y="1133"/>
                  </a:lnTo>
                  <a:lnTo>
                    <a:pt x="278" y="1133"/>
                  </a:lnTo>
                  <a:lnTo>
                    <a:pt x="278" y="1133"/>
                  </a:lnTo>
                  <a:lnTo>
                    <a:pt x="278" y="1133"/>
                  </a:lnTo>
                  <a:lnTo>
                    <a:pt x="278" y="1134"/>
                  </a:lnTo>
                  <a:lnTo>
                    <a:pt x="277" y="1134"/>
                  </a:lnTo>
                  <a:lnTo>
                    <a:pt x="277" y="1134"/>
                  </a:lnTo>
                  <a:lnTo>
                    <a:pt x="276" y="1135"/>
                  </a:lnTo>
                  <a:lnTo>
                    <a:pt x="276" y="1137"/>
                  </a:lnTo>
                  <a:lnTo>
                    <a:pt x="276" y="1137"/>
                  </a:lnTo>
                  <a:lnTo>
                    <a:pt x="276" y="1137"/>
                  </a:lnTo>
                  <a:lnTo>
                    <a:pt x="276" y="1137"/>
                  </a:lnTo>
                  <a:lnTo>
                    <a:pt x="275" y="1138"/>
                  </a:lnTo>
                  <a:lnTo>
                    <a:pt x="274" y="1138"/>
                  </a:lnTo>
                  <a:lnTo>
                    <a:pt x="274" y="1138"/>
                  </a:lnTo>
                  <a:lnTo>
                    <a:pt x="273" y="1138"/>
                  </a:lnTo>
                  <a:lnTo>
                    <a:pt x="272" y="1139"/>
                  </a:lnTo>
                  <a:lnTo>
                    <a:pt x="272" y="1139"/>
                  </a:lnTo>
                  <a:lnTo>
                    <a:pt x="272" y="1139"/>
                  </a:lnTo>
                  <a:lnTo>
                    <a:pt x="271" y="1139"/>
                  </a:lnTo>
                  <a:lnTo>
                    <a:pt x="271" y="1140"/>
                  </a:lnTo>
                  <a:lnTo>
                    <a:pt x="270" y="1140"/>
                  </a:lnTo>
                  <a:lnTo>
                    <a:pt x="269" y="1139"/>
                  </a:lnTo>
                  <a:lnTo>
                    <a:pt x="268" y="1139"/>
                  </a:lnTo>
                  <a:lnTo>
                    <a:pt x="267" y="1138"/>
                  </a:lnTo>
                  <a:lnTo>
                    <a:pt x="267" y="1138"/>
                  </a:lnTo>
                  <a:lnTo>
                    <a:pt x="267" y="1138"/>
                  </a:lnTo>
                  <a:lnTo>
                    <a:pt x="267" y="1137"/>
                  </a:lnTo>
                  <a:lnTo>
                    <a:pt x="267" y="1137"/>
                  </a:lnTo>
                  <a:lnTo>
                    <a:pt x="267" y="1136"/>
                  </a:lnTo>
                  <a:lnTo>
                    <a:pt x="267" y="1136"/>
                  </a:lnTo>
                  <a:lnTo>
                    <a:pt x="267" y="1134"/>
                  </a:lnTo>
                  <a:lnTo>
                    <a:pt x="266" y="1134"/>
                  </a:lnTo>
                  <a:lnTo>
                    <a:pt x="266" y="1133"/>
                  </a:lnTo>
                  <a:lnTo>
                    <a:pt x="265" y="1133"/>
                  </a:lnTo>
                  <a:lnTo>
                    <a:pt x="264" y="1133"/>
                  </a:lnTo>
                  <a:lnTo>
                    <a:pt x="264" y="1133"/>
                  </a:lnTo>
                  <a:lnTo>
                    <a:pt x="264" y="1133"/>
                  </a:lnTo>
                  <a:lnTo>
                    <a:pt x="264" y="1133"/>
                  </a:lnTo>
                  <a:lnTo>
                    <a:pt x="264" y="1133"/>
                  </a:lnTo>
                  <a:lnTo>
                    <a:pt x="263" y="1133"/>
                  </a:lnTo>
                  <a:lnTo>
                    <a:pt x="264" y="1132"/>
                  </a:lnTo>
                  <a:lnTo>
                    <a:pt x="264" y="1132"/>
                  </a:lnTo>
                  <a:lnTo>
                    <a:pt x="264" y="1131"/>
                  </a:lnTo>
                  <a:lnTo>
                    <a:pt x="265" y="1130"/>
                  </a:lnTo>
                  <a:lnTo>
                    <a:pt x="264" y="1129"/>
                  </a:lnTo>
                  <a:lnTo>
                    <a:pt x="265" y="1129"/>
                  </a:lnTo>
                  <a:lnTo>
                    <a:pt x="265" y="1128"/>
                  </a:lnTo>
                  <a:lnTo>
                    <a:pt x="264" y="1128"/>
                  </a:lnTo>
                  <a:lnTo>
                    <a:pt x="264" y="1128"/>
                  </a:lnTo>
                  <a:lnTo>
                    <a:pt x="264" y="1128"/>
                  </a:lnTo>
                  <a:lnTo>
                    <a:pt x="264" y="1128"/>
                  </a:lnTo>
                  <a:lnTo>
                    <a:pt x="264" y="1127"/>
                  </a:lnTo>
                  <a:lnTo>
                    <a:pt x="264" y="1127"/>
                  </a:lnTo>
                  <a:lnTo>
                    <a:pt x="265" y="1126"/>
                  </a:lnTo>
                  <a:lnTo>
                    <a:pt x="265" y="1126"/>
                  </a:lnTo>
                  <a:lnTo>
                    <a:pt x="266" y="1124"/>
                  </a:lnTo>
                  <a:lnTo>
                    <a:pt x="266" y="1124"/>
                  </a:lnTo>
                  <a:lnTo>
                    <a:pt x="266" y="1123"/>
                  </a:lnTo>
                  <a:lnTo>
                    <a:pt x="266" y="1122"/>
                  </a:lnTo>
                  <a:lnTo>
                    <a:pt x="266" y="1121"/>
                  </a:lnTo>
                  <a:lnTo>
                    <a:pt x="265" y="1120"/>
                  </a:lnTo>
                  <a:lnTo>
                    <a:pt x="265" y="1120"/>
                  </a:lnTo>
                  <a:lnTo>
                    <a:pt x="265" y="1119"/>
                  </a:lnTo>
                  <a:lnTo>
                    <a:pt x="264" y="1117"/>
                  </a:lnTo>
                  <a:lnTo>
                    <a:pt x="264" y="1116"/>
                  </a:lnTo>
                  <a:lnTo>
                    <a:pt x="264" y="1116"/>
                  </a:lnTo>
                  <a:lnTo>
                    <a:pt x="265" y="1116"/>
                  </a:lnTo>
                  <a:lnTo>
                    <a:pt x="265" y="1115"/>
                  </a:lnTo>
                  <a:lnTo>
                    <a:pt x="264" y="1115"/>
                  </a:lnTo>
                  <a:lnTo>
                    <a:pt x="264" y="1113"/>
                  </a:lnTo>
                  <a:lnTo>
                    <a:pt x="264" y="1113"/>
                  </a:lnTo>
                  <a:lnTo>
                    <a:pt x="264" y="1111"/>
                  </a:lnTo>
                  <a:lnTo>
                    <a:pt x="264" y="1111"/>
                  </a:lnTo>
                  <a:lnTo>
                    <a:pt x="264" y="1110"/>
                  </a:lnTo>
                  <a:lnTo>
                    <a:pt x="265" y="1109"/>
                  </a:lnTo>
                  <a:lnTo>
                    <a:pt x="265" y="1108"/>
                  </a:lnTo>
                  <a:lnTo>
                    <a:pt x="265" y="1108"/>
                  </a:lnTo>
                  <a:lnTo>
                    <a:pt x="265" y="1107"/>
                  </a:lnTo>
                  <a:lnTo>
                    <a:pt x="266" y="1106"/>
                  </a:lnTo>
                  <a:lnTo>
                    <a:pt x="265" y="1105"/>
                  </a:lnTo>
                  <a:lnTo>
                    <a:pt x="266" y="1104"/>
                  </a:lnTo>
                  <a:lnTo>
                    <a:pt x="267" y="1103"/>
                  </a:lnTo>
                  <a:lnTo>
                    <a:pt x="267" y="1103"/>
                  </a:lnTo>
                  <a:lnTo>
                    <a:pt x="267" y="1102"/>
                  </a:lnTo>
                  <a:lnTo>
                    <a:pt x="267" y="1101"/>
                  </a:lnTo>
                  <a:lnTo>
                    <a:pt x="268" y="1100"/>
                  </a:lnTo>
                  <a:lnTo>
                    <a:pt x="268" y="1099"/>
                  </a:lnTo>
                  <a:lnTo>
                    <a:pt x="269" y="1099"/>
                  </a:lnTo>
                  <a:lnTo>
                    <a:pt x="269" y="1098"/>
                  </a:lnTo>
                  <a:lnTo>
                    <a:pt x="269" y="1098"/>
                  </a:lnTo>
                  <a:lnTo>
                    <a:pt x="270" y="1098"/>
                  </a:lnTo>
                  <a:lnTo>
                    <a:pt x="270" y="1098"/>
                  </a:lnTo>
                  <a:lnTo>
                    <a:pt x="270" y="1098"/>
                  </a:lnTo>
                  <a:lnTo>
                    <a:pt x="271" y="1099"/>
                  </a:lnTo>
                  <a:lnTo>
                    <a:pt x="271" y="1099"/>
                  </a:lnTo>
                  <a:lnTo>
                    <a:pt x="271" y="1099"/>
                  </a:lnTo>
                  <a:lnTo>
                    <a:pt x="272" y="1099"/>
                  </a:lnTo>
                  <a:lnTo>
                    <a:pt x="273" y="1099"/>
                  </a:lnTo>
                  <a:lnTo>
                    <a:pt x="274" y="1100"/>
                  </a:lnTo>
                  <a:lnTo>
                    <a:pt x="275" y="1100"/>
                  </a:lnTo>
                  <a:lnTo>
                    <a:pt x="275" y="1099"/>
                  </a:lnTo>
                  <a:lnTo>
                    <a:pt x="276" y="1099"/>
                  </a:lnTo>
                  <a:lnTo>
                    <a:pt x="276" y="1098"/>
                  </a:lnTo>
                  <a:lnTo>
                    <a:pt x="276" y="1098"/>
                  </a:lnTo>
                  <a:lnTo>
                    <a:pt x="276" y="1098"/>
                  </a:lnTo>
                  <a:lnTo>
                    <a:pt x="276" y="1098"/>
                  </a:lnTo>
                  <a:lnTo>
                    <a:pt x="276" y="1098"/>
                  </a:lnTo>
                  <a:lnTo>
                    <a:pt x="276" y="1097"/>
                  </a:lnTo>
                  <a:lnTo>
                    <a:pt x="274" y="1097"/>
                  </a:lnTo>
                  <a:lnTo>
                    <a:pt x="273" y="1096"/>
                  </a:lnTo>
                  <a:lnTo>
                    <a:pt x="273" y="1096"/>
                  </a:lnTo>
                  <a:lnTo>
                    <a:pt x="274" y="1096"/>
                  </a:lnTo>
                  <a:lnTo>
                    <a:pt x="274" y="1095"/>
                  </a:lnTo>
                  <a:lnTo>
                    <a:pt x="275" y="1095"/>
                  </a:lnTo>
                  <a:lnTo>
                    <a:pt x="275" y="1095"/>
                  </a:lnTo>
                  <a:lnTo>
                    <a:pt x="275" y="1094"/>
                  </a:lnTo>
                  <a:lnTo>
                    <a:pt x="275" y="1094"/>
                  </a:lnTo>
                  <a:lnTo>
                    <a:pt x="275" y="1094"/>
                  </a:lnTo>
                  <a:lnTo>
                    <a:pt x="275" y="1094"/>
                  </a:lnTo>
                  <a:lnTo>
                    <a:pt x="275" y="1094"/>
                  </a:lnTo>
                  <a:lnTo>
                    <a:pt x="274" y="1094"/>
                  </a:lnTo>
                  <a:lnTo>
                    <a:pt x="274" y="1094"/>
                  </a:lnTo>
                  <a:lnTo>
                    <a:pt x="273" y="1093"/>
                  </a:lnTo>
                  <a:lnTo>
                    <a:pt x="273" y="1092"/>
                  </a:lnTo>
                  <a:lnTo>
                    <a:pt x="272" y="1091"/>
                  </a:lnTo>
                  <a:lnTo>
                    <a:pt x="272" y="1089"/>
                  </a:lnTo>
                  <a:lnTo>
                    <a:pt x="272" y="1089"/>
                  </a:lnTo>
                  <a:lnTo>
                    <a:pt x="273" y="1089"/>
                  </a:lnTo>
                  <a:lnTo>
                    <a:pt x="273" y="1089"/>
                  </a:lnTo>
                  <a:lnTo>
                    <a:pt x="273" y="1089"/>
                  </a:lnTo>
                  <a:lnTo>
                    <a:pt x="274" y="1089"/>
                  </a:lnTo>
                  <a:lnTo>
                    <a:pt x="274" y="1089"/>
                  </a:lnTo>
                  <a:lnTo>
                    <a:pt x="274" y="1089"/>
                  </a:lnTo>
                  <a:lnTo>
                    <a:pt x="274" y="1088"/>
                  </a:lnTo>
                  <a:lnTo>
                    <a:pt x="275" y="1089"/>
                  </a:lnTo>
                  <a:lnTo>
                    <a:pt x="275" y="1089"/>
                  </a:lnTo>
                  <a:lnTo>
                    <a:pt x="276" y="1089"/>
                  </a:lnTo>
                  <a:lnTo>
                    <a:pt x="276" y="1090"/>
                  </a:lnTo>
                  <a:lnTo>
                    <a:pt x="276" y="1091"/>
                  </a:lnTo>
                  <a:lnTo>
                    <a:pt x="276" y="1091"/>
                  </a:lnTo>
                  <a:lnTo>
                    <a:pt x="275" y="1093"/>
                  </a:lnTo>
                  <a:lnTo>
                    <a:pt x="276" y="1093"/>
                  </a:lnTo>
                  <a:lnTo>
                    <a:pt x="276" y="1092"/>
                  </a:lnTo>
                  <a:lnTo>
                    <a:pt x="276" y="1091"/>
                  </a:lnTo>
                  <a:lnTo>
                    <a:pt x="276" y="1090"/>
                  </a:lnTo>
                  <a:lnTo>
                    <a:pt x="276" y="1090"/>
                  </a:lnTo>
                  <a:lnTo>
                    <a:pt x="276" y="1089"/>
                  </a:lnTo>
                  <a:lnTo>
                    <a:pt x="277" y="1089"/>
                  </a:lnTo>
                  <a:lnTo>
                    <a:pt x="277" y="1089"/>
                  </a:lnTo>
                  <a:lnTo>
                    <a:pt x="279" y="1089"/>
                  </a:lnTo>
                  <a:lnTo>
                    <a:pt x="280" y="1089"/>
                  </a:lnTo>
                  <a:lnTo>
                    <a:pt x="280" y="1089"/>
                  </a:lnTo>
                  <a:lnTo>
                    <a:pt x="280" y="1089"/>
                  </a:lnTo>
                  <a:lnTo>
                    <a:pt x="279" y="1088"/>
                  </a:lnTo>
                  <a:lnTo>
                    <a:pt x="279" y="1088"/>
                  </a:lnTo>
                  <a:lnTo>
                    <a:pt x="279" y="1088"/>
                  </a:lnTo>
                  <a:lnTo>
                    <a:pt x="280" y="1087"/>
                  </a:lnTo>
                  <a:lnTo>
                    <a:pt x="279" y="1086"/>
                  </a:lnTo>
                  <a:lnTo>
                    <a:pt x="280" y="1085"/>
                  </a:lnTo>
                  <a:lnTo>
                    <a:pt x="279" y="1085"/>
                  </a:lnTo>
                  <a:lnTo>
                    <a:pt x="279" y="1084"/>
                  </a:lnTo>
                  <a:lnTo>
                    <a:pt x="278" y="1084"/>
                  </a:lnTo>
                  <a:lnTo>
                    <a:pt x="277" y="1084"/>
                  </a:lnTo>
                  <a:lnTo>
                    <a:pt x="277" y="1083"/>
                  </a:lnTo>
                  <a:lnTo>
                    <a:pt x="276" y="1083"/>
                  </a:lnTo>
                  <a:lnTo>
                    <a:pt x="276" y="1082"/>
                  </a:lnTo>
                  <a:lnTo>
                    <a:pt x="276" y="1082"/>
                  </a:lnTo>
                  <a:lnTo>
                    <a:pt x="276" y="1082"/>
                  </a:lnTo>
                  <a:lnTo>
                    <a:pt x="277" y="1081"/>
                  </a:lnTo>
                  <a:lnTo>
                    <a:pt x="278" y="1081"/>
                  </a:lnTo>
                  <a:close/>
                  <a:moveTo>
                    <a:pt x="45" y="1071"/>
                  </a:moveTo>
                  <a:lnTo>
                    <a:pt x="46" y="1071"/>
                  </a:lnTo>
                  <a:lnTo>
                    <a:pt x="46" y="1072"/>
                  </a:lnTo>
                  <a:lnTo>
                    <a:pt x="45" y="1072"/>
                  </a:lnTo>
                  <a:lnTo>
                    <a:pt x="45" y="1072"/>
                  </a:lnTo>
                  <a:lnTo>
                    <a:pt x="45" y="1073"/>
                  </a:lnTo>
                  <a:lnTo>
                    <a:pt x="46" y="1073"/>
                  </a:lnTo>
                  <a:lnTo>
                    <a:pt x="46" y="1074"/>
                  </a:lnTo>
                  <a:lnTo>
                    <a:pt x="46" y="1074"/>
                  </a:lnTo>
                  <a:lnTo>
                    <a:pt x="46" y="1075"/>
                  </a:lnTo>
                  <a:lnTo>
                    <a:pt x="47" y="1075"/>
                  </a:lnTo>
                  <a:lnTo>
                    <a:pt x="47" y="1075"/>
                  </a:lnTo>
                  <a:lnTo>
                    <a:pt x="47" y="1075"/>
                  </a:lnTo>
                  <a:lnTo>
                    <a:pt x="47" y="1074"/>
                  </a:lnTo>
                  <a:lnTo>
                    <a:pt x="48" y="1074"/>
                  </a:lnTo>
                  <a:lnTo>
                    <a:pt x="48" y="1072"/>
                  </a:lnTo>
                  <a:lnTo>
                    <a:pt x="49" y="1072"/>
                  </a:lnTo>
                  <a:lnTo>
                    <a:pt x="50" y="1072"/>
                  </a:lnTo>
                  <a:lnTo>
                    <a:pt x="50" y="1072"/>
                  </a:lnTo>
                  <a:lnTo>
                    <a:pt x="51" y="1072"/>
                  </a:lnTo>
                  <a:lnTo>
                    <a:pt x="51" y="1072"/>
                  </a:lnTo>
                  <a:lnTo>
                    <a:pt x="51" y="1072"/>
                  </a:lnTo>
                  <a:lnTo>
                    <a:pt x="52" y="1072"/>
                  </a:lnTo>
                  <a:lnTo>
                    <a:pt x="52" y="1073"/>
                  </a:lnTo>
                  <a:lnTo>
                    <a:pt x="51" y="1073"/>
                  </a:lnTo>
                  <a:lnTo>
                    <a:pt x="51" y="1074"/>
                  </a:lnTo>
                  <a:lnTo>
                    <a:pt x="52" y="1073"/>
                  </a:lnTo>
                  <a:lnTo>
                    <a:pt x="52" y="1073"/>
                  </a:lnTo>
                  <a:lnTo>
                    <a:pt x="53" y="1073"/>
                  </a:lnTo>
                  <a:lnTo>
                    <a:pt x="53" y="1074"/>
                  </a:lnTo>
                  <a:lnTo>
                    <a:pt x="54" y="1075"/>
                  </a:lnTo>
                  <a:lnTo>
                    <a:pt x="54" y="1076"/>
                  </a:lnTo>
                  <a:lnTo>
                    <a:pt x="54" y="1076"/>
                  </a:lnTo>
                  <a:lnTo>
                    <a:pt x="55" y="1075"/>
                  </a:lnTo>
                  <a:lnTo>
                    <a:pt x="55" y="1076"/>
                  </a:lnTo>
                  <a:lnTo>
                    <a:pt x="56" y="1076"/>
                  </a:lnTo>
                  <a:lnTo>
                    <a:pt x="55" y="1077"/>
                  </a:lnTo>
                  <a:lnTo>
                    <a:pt x="55" y="1078"/>
                  </a:lnTo>
                  <a:lnTo>
                    <a:pt x="55" y="1078"/>
                  </a:lnTo>
                  <a:lnTo>
                    <a:pt x="54" y="1078"/>
                  </a:lnTo>
                  <a:lnTo>
                    <a:pt x="54" y="1078"/>
                  </a:lnTo>
                  <a:lnTo>
                    <a:pt x="54" y="1079"/>
                  </a:lnTo>
                  <a:lnTo>
                    <a:pt x="54" y="1079"/>
                  </a:lnTo>
                  <a:lnTo>
                    <a:pt x="54" y="1078"/>
                  </a:lnTo>
                  <a:lnTo>
                    <a:pt x="54" y="1078"/>
                  </a:lnTo>
                  <a:lnTo>
                    <a:pt x="54" y="1078"/>
                  </a:lnTo>
                  <a:lnTo>
                    <a:pt x="54" y="1078"/>
                  </a:lnTo>
                  <a:lnTo>
                    <a:pt x="54" y="1078"/>
                  </a:lnTo>
                  <a:lnTo>
                    <a:pt x="53" y="1078"/>
                  </a:lnTo>
                  <a:lnTo>
                    <a:pt x="52" y="1079"/>
                  </a:lnTo>
                  <a:lnTo>
                    <a:pt x="52" y="1080"/>
                  </a:lnTo>
                  <a:lnTo>
                    <a:pt x="53" y="1080"/>
                  </a:lnTo>
                  <a:lnTo>
                    <a:pt x="53" y="1081"/>
                  </a:lnTo>
                  <a:lnTo>
                    <a:pt x="54" y="1081"/>
                  </a:lnTo>
                  <a:lnTo>
                    <a:pt x="54" y="1081"/>
                  </a:lnTo>
                  <a:lnTo>
                    <a:pt x="54" y="1082"/>
                  </a:lnTo>
                  <a:lnTo>
                    <a:pt x="54" y="1083"/>
                  </a:lnTo>
                  <a:lnTo>
                    <a:pt x="53" y="1084"/>
                  </a:lnTo>
                  <a:lnTo>
                    <a:pt x="53" y="1085"/>
                  </a:lnTo>
                  <a:lnTo>
                    <a:pt x="53" y="1085"/>
                  </a:lnTo>
                  <a:lnTo>
                    <a:pt x="54" y="1085"/>
                  </a:lnTo>
                  <a:lnTo>
                    <a:pt x="54" y="1086"/>
                  </a:lnTo>
                  <a:lnTo>
                    <a:pt x="53" y="1086"/>
                  </a:lnTo>
                  <a:lnTo>
                    <a:pt x="53" y="1086"/>
                  </a:lnTo>
                  <a:lnTo>
                    <a:pt x="53" y="1087"/>
                  </a:lnTo>
                  <a:lnTo>
                    <a:pt x="53" y="1088"/>
                  </a:lnTo>
                  <a:lnTo>
                    <a:pt x="52" y="1087"/>
                  </a:lnTo>
                  <a:lnTo>
                    <a:pt x="52" y="1087"/>
                  </a:lnTo>
                  <a:lnTo>
                    <a:pt x="51" y="1086"/>
                  </a:lnTo>
                  <a:lnTo>
                    <a:pt x="50" y="1086"/>
                  </a:lnTo>
                  <a:lnTo>
                    <a:pt x="50" y="1086"/>
                  </a:lnTo>
                  <a:lnTo>
                    <a:pt x="50" y="1086"/>
                  </a:lnTo>
                  <a:lnTo>
                    <a:pt x="50" y="1085"/>
                  </a:lnTo>
                  <a:lnTo>
                    <a:pt x="50" y="1084"/>
                  </a:lnTo>
                  <a:lnTo>
                    <a:pt x="50" y="1084"/>
                  </a:lnTo>
                  <a:lnTo>
                    <a:pt x="50" y="1081"/>
                  </a:lnTo>
                  <a:lnTo>
                    <a:pt x="50" y="1081"/>
                  </a:lnTo>
                  <a:lnTo>
                    <a:pt x="50" y="1081"/>
                  </a:lnTo>
                  <a:lnTo>
                    <a:pt x="48" y="1079"/>
                  </a:lnTo>
                  <a:lnTo>
                    <a:pt x="47" y="1077"/>
                  </a:lnTo>
                  <a:lnTo>
                    <a:pt x="46" y="1076"/>
                  </a:lnTo>
                  <a:lnTo>
                    <a:pt x="46" y="1075"/>
                  </a:lnTo>
                  <a:lnTo>
                    <a:pt x="46" y="1075"/>
                  </a:lnTo>
                  <a:lnTo>
                    <a:pt x="44" y="1073"/>
                  </a:lnTo>
                  <a:lnTo>
                    <a:pt x="44" y="1073"/>
                  </a:lnTo>
                  <a:lnTo>
                    <a:pt x="44" y="1072"/>
                  </a:lnTo>
                  <a:lnTo>
                    <a:pt x="44" y="1072"/>
                  </a:lnTo>
                  <a:lnTo>
                    <a:pt x="45" y="1071"/>
                  </a:lnTo>
                  <a:lnTo>
                    <a:pt x="45" y="1071"/>
                  </a:lnTo>
                  <a:lnTo>
                    <a:pt x="45" y="1071"/>
                  </a:lnTo>
                  <a:close/>
                  <a:moveTo>
                    <a:pt x="40" y="1065"/>
                  </a:moveTo>
                  <a:lnTo>
                    <a:pt x="40" y="1065"/>
                  </a:lnTo>
                  <a:lnTo>
                    <a:pt x="40" y="1066"/>
                  </a:lnTo>
                  <a:lnTo>
                    <a:pt x="41" y="1066"/>
                  </a:lnTo>
                  <a:lnTo>
                    <a:pt x="41" y="1067"/>
                  </a:lnTo>
                  <a:lnTo>
                    <a:pt x="41" y="1068"/>
                  </a:lnTo>
                  <a:lnTo>
                    <a:pt x="41" y="1068"/>
                  </a:lnTo>
                  <a:lnTo>
                    <a:pt x="41" y="1068"/>
                  </a:lnTo>
                  <a:lnTo>
                    <a:pt x="42" y="1068"/>
                  </a:lnTo>
                  <a:lnTo>
                    <a:pt x="42" y="1068"/>
                  </a:lnTo>
                  <a:lnTo>
                    <a:pt x="45" y="1068"/>
                  </a:lnTo>
                  <a:lnTo>
                    <a:pt x="44" y="1068"/>
                  </a:lnTo>
                  <a:lnTo>
                    <a:pt x="45" y="1069"/>
                  </a:lnTo>
                  <a:lnTo>
                    <a:pt x="43" y="1069"/>
                  </a:lnTo>
                  <a:lnTo>
                    <a:pt x="44" y="1068"/>
                  </a:lnTo>
                  <a:lnTo>
                    <a:pt x="43" y="1068"/>
                  </a:lnTo>
                  <a:lnTo>
                    <a:pt x="43" y="1069"/>
                  </a:lnTo>
                  <a:lnTo>
                    <a:pt x="43" y="1069"/>
                  </a:lnTo>
                  <a:lnTo>
                    <a:pt x="44" y="1069"/>
                  </a:lnTo>
                  <a:lnTo>
                    <a:pt x="44" y="1070"/>
                  </a:lnTo>
                  <a:lnTo>
                    <a:pt x="45" y="1070"/>
                  </a:lnTo>
                  <a:lnTo>
                    <a:pt x="45" y="1070"/>
                  </a:lnTo>
                  <a:lnTo>
                    <a:pt x="43" y="1071"/>
                  </a:lnTo>
                  <a:lnTo>
                    <a:pt x="42" y="1071"/>
                  </a:lnTo>
                  <a:lnTo>
                    <a:pt x="42" y="1071"/>
                  </a:lnTo>
                  <a:lnTo>
                    <a:pt x="42" y="1071"/>
                  </a:lnTo>
                  <a:lnTo>
                    <a:pt x="42" y="1071"/>
                  </a:lnTo>
                  <a:lnTo>
                    <a:pt x="42" y="1071"/>
                  </a:lnTo>
                  <a:lnTo>
                    <a:pt x="41" y="1071"/>
                  </a:lnTo>
                  <a:lnTo>
                    <a:pt x="41" y="1071"/>
                  </a:lnTo>
                  <a:lnTo>
                    <a:pt x="41" y="1071"/>
                  </a:lnTo>
                  <a:lnTo>
                    <a:pt x="41" y="1070"/>
                  </a:lnTo>
                  <a:lnTo>
                    <a:pt x="40" y="1070"/>
                  </a:lnTo>
                  <a:lnTo>
                    <a:pt x="40" y="1069"/>
                  </a:lnTo>
                  <a:lnTo>
                    <a:pt x="40" y="1069"/>
                  </a:lnTo>
                  <a:lnTo>
                    <a:pt x="40" y="1068"/>
                  </a:lnTo>
                  <a:lnTo>
                    <a:pt x="39" y="1068"/>
                  </a:lnTo>
                  <a:lnTo>
                    <a:pt x="39" y="1067"/>
                  </a:lnTo>
                  <a:lnTo>
                    <a:pt x="39" y="1066"/>
                  </a:lnTo>
                  <a:lnTo>
                    <a:pt x="40" y="1065"/>
                  </a:lnTo>
                  <a:lnTo>
                    <a:pt x="40" y="1065"/>
                  </a:lnTo>
                  <a:lnTo>
                    <a:pt x="40" y="1065"/>
                  </a:lnTo>
                  <a:close/>
                  <a:moveTo>
                    <a:pt x="281" y="1082"/>
                  </a:moveTo>
                  <a:lnTo>
                    <a:pt x="281" y="1081"/>
                  </a:lnTo>
                  <a:lnTo>
                    <a:pt x="280" y="1081"/>
                  </a:lnTo>
                  <a:lnTo>
                    <a:pt x="280" y="1081"/>
                  </a:lnTo>
                  <a:lnTo>
                    <a:pt x="280" y="1081"/>
                  </a:lnTo>
                  <a:lnTo>
                    <a:pt x="280" y="1081"/>
                  </a:lnTo>
                  <a:lnTo>
                    <a:pt x="279" y="1081"/>
                  </a:lnTo>
                  <a:lnTo>
                    <a:pt x="279" y="1080"/>
                  </a:lnTo>
                  <a:lnTo>
                    <a:pt x="280" y="1081"/>
                  </a:lnTo>
                  <a:lnTo>
                    <a:pt x="280" y="1080"/>
                  </a:lnTo>
                  <a:lnTo>
                    <a:pt x="280" y="1080"/>
                  </a:lnTo>
                  <a:lnTo>
                    <a:pt x="280" y="1080"/>
                  </a:lnTo>
                  <a:lnTo>
                    <a:pt x="279" y="1078"/>
                  </a:lnTo>
                  <a:lnTo>
                    <a:pt x="279" y="1078"/>
                  </a:lnTo>
                  <a:lnTo>
                    <a:pt x="279" y="1078"/>
                  </a:lnTo>
                  <a:lnTo>
                    <a:pt x="279" y="1077"/>
                  </a:lnTo>
                  <a:lnTo>
                    <a:pt x="279" y="1076"/>
                  </a:lnTo>
                  <a:lnTo>
                    <a:pt x="280" y="1076"/>
                  </a:lnTo>
                  <a:lnTo>
                    <a:pt x="280" y="1076"/>
                  </a:lnTo>
                  <a:lnTo>
                    <a:pt x="280" y="1076"/>
                  </a:lnTo>
                  <a:lnTo>
                    <a:pt x="281" y="1075"/>
                  </a:lnTo>
                  <a:lnTo>
                    <a:pt x="281" y="1075"/>
                  </a:lnTo>
                  <a:lnTo>
                    <a:pt x="281" y="1074"/>
                  </a:lnTo>
                  <a:lnTo>
                    <a:pt x="281" y="1075"/>
                  </a:lnTo>
                  <a:lnTo>
                    <a:pt x="280" y="1075"/>
                  </a:lnTo>
                  <a:lnTo>
                    <a:pt x="280" y="1076"/>
                  </a:lnTo>
                  <a:lnTo>
                    <a:pt x="280" y="1076"/>
                  </a:lnTo>
                  <a:lnTo>
                    <a:pt x="279" y="1076"/>
                  </a:lnTo>
                  <a:lnTo>
                    <a:pt x="279" y="1075"/>
                  </a:lnTo>
                  <a:lnTo>
                    <a:pt x="279" y="1074"/>
                  </a:lnTo>
                  <a:lnTo>
                    <a:pt x="278" y="1074"/>
                  </a:lnTo>
                  <a:lnTo>
                    <a:pt x="278" y="1073"/>
                  </a:lnTo>
                  <a:lnTo>
                    <a:pt x="278" y="1073"/>
                  </a:lnTo>
                  <a:lnTo>
                    <a:pt x="278" y="1072"/>
                  </a:lnTo>
                  <a:lnTo>
                    <a:pt x="279" y="1072"/>
                  </a:lnTo>
                  <a:lnTo>
                    <a:pt x="280" y="1073"/>
                  </a:lnTo>
                  <a:lnTo>
                    <a:pt x="280" y="1073"/>
                  </a:lnTo>
                  <a:lnTo>
                    <a:pt x="280" y="1072"/>
                  </a:lnTo>
                  <a:lnTo>
                    <a:pt x="281" y="1072"/>
                  </a:lnTo>
                  <a:lnTo>
                    <a:pt x="282" y="1072"/>
                  </a:lnTo>
                  <a:lnTo>
                    <a:pt x="282" y="1072"/>
                  </a:lnTo>
                  <a:lnTo>
                    <a:pt x="281" y="1072"/>
                  </a:lnTo>
                  <a:lnTo>
                    <a:pt x="282" y="1072"/>
                  </a:lnTo>
                  <a:lnTo>
                    <a:pt x="281" y="1071"/>
                  </a:lnTo>
                  <a:lnTo>
                    <a:pt x="281" y="1071"/>
                  </a:lnTo>
                  <a:lnTo>
                    <a:pt x="281" y="1070"/>
                  </a:lnTo>
                  <a:lnTo>
                    <a:pt x="280" y="1069"/>
                  </a:lnTo>
                  <a:lnTo>
                    <a:pt x="280" y="1068"/>
                  </a:lnTo>
                  <a:lnTo>
                    <a:pt x="280" y="1068"/>
                  </a:lnTo>
                  <a:lnTo>
                    <a:pt x="280" y="1068"/>
                  </a:lnTo>
                  <a:lnTo>
                    <a:pt x="280" y="1068"/>
                  </a:lnTo>
                  <a:lnTo>
                    <a:pt x="281" y="1067"/>
                  </a:lnTo>
                  <a:lnTo>
                    <a:pt x="280" y="1066"/>
                  </a:lnTo>
                  <a:lnTo>
                    <a:pt x="280" y="1066"/>
                  </a:lnTo>
                  <a:lnTo>
                    <a:pt x="280" y="1066"/>
                  </a:lnTo>
                  <a:lnTo>
                    <a:pt x="280" y="1065"/>
                  </a:lnTo>
                  <a:lnTo>
                    <a:pt x="280" y="1065"/>
                  </a:lnTo>
                  <a:lnTo>
                    <a:pt x="280" y="1064"/>
                  </a:lnTo>
                  <a:lnTo>
                    <a:pt x="280" y="1063"/>
                  </a:lnTo>
                  <a:lnTo>
                    <a:pt x="281" y="1063"/>
                  </a:lnTo>
                  <a:lnTo>
                    <a:pt x="281" y="1063"/>
                  </a:lnTo>
                  <a:lnTo>
                    <a:pt x="281" y="1063"/>
                  </a:lnTo>
                  <a:lnTo>
                    <a:pt x="283" y="1063"/>
                  </a:lnTo>
                  <a:lnTo>
                    <a:pt x="283" y="1063"/>
                  </a:lnTo>
                  <a:lnTo>
                    <a:pt x="284" y="1064"/>
                  </a:lnTo>
                  <a:lnTo>
                    <a:pt x="284" y="1064"/>
                  </a:lnTo>
                  <a:lnTo>
                    <a:pt x="284" y="1064"/>
                  </a:lnTo>
                  <a:lnTo>
                    <a:pt x="284" y="1064"/>
                  </a:lnTo>
                  <a:lnTo>
                    <a:pt x="284" y="1063"/>
                  </a:lnTo>
                  <a:lnTo>
                    <a:pt x="284" y="1063"/>
                  </a:lnTo>
                  <a:lnTo>
                    <a:pt x="284" y="1062"/>
                  </a:lnTo>
                  <a:lnTo>
                    <a:pt x="283" y="1062"/>
                  </a:lnTo>
                  <a:lnTo>
                    <a:pt x="283" y="1062"/>
                  </a:lnTo>
                  <a:lnTo>
                    <a:pt x="283" y="1061"/>
                  </a:lnTo>
                  <a:lnTo>
                    <a:pt x="283" y="1060"/>
                  </a:lnTo>
                  <a:lnTo>
                    <a:pt x="284" y="1061"/>
                  </a:lnTo>
                  <a:lnTo>
                    <a:pt x="284" y="1060"/>
                  </a:lnTo>
                  <a:lnTo>
                    <a:pt x="285" y="1060"/>
                  </a:lnTo>
                  <a:lnTo>
                    <a:pt x="285" y="1061"/>
                  </a:lnTo>
                  <a:lnTo>
                    <a:pt x="285" y="1062"/>
                  </a:lnTo>
                  <a:lnTo>
                    <a:pt x="286" y="1063"/>
                  </a:lnTo>
                  <a:lnTo>
                    <a:pt x="285" y="1063"/>
                  </a:lnTo>
                  <a:lnTo>
                    <a:pt x="286" y="1065"/>
                  </a:lnTo>
                  <a:lnTo>
                    <a:pt x="286" y="1065"/>
                  </a:lnTo>
                  <a:lnTo>
                    <a:pt x="286" y="1065"/>
                  </a:lnTo>
                  <a:lnTo>
                    <a:pt x="286" y="1066"/>
                  </a:lnTo>
                  <a:lnTo>
                    <a:pt x="286" y="1067"/>
                  </a:lnTo>
                  <a:lnTo>
                    <a:pt x="285" y="1067"/>
                  </a:lnTo>
                  <a:lnTo>
                    <a:pt x="285" y="1068"/>
                  </a:lnTo>
                  <a:lnTo>
                    <a:pt x="286" y="1068"/>
                  </a:lnTo>
                  <a:lnTo>
                    <a:pt x="286" y="1068"/>
                  </a:lnTo>
                  <a:lnTo>
                    <a:pt x="285" y="1068"/>
                  </a:lnTo>
                  <a:lnTo>
                    <a:pt x="285" y="1068"/>
                  </a:lnTo>
                  <a:lnTo>
                    <a:pt x="285" y="1068"/>
                  </a:lnTo>
                  <a:lnTo>
                    <a:pt x="285" y="1070"/>
                  </a:lnTo>
                  <a:lnTo>
                    <a:pt x="285" y="1070"/>
                  </a:lnTo>
                  <a:lnTo>
                    <a:pt x="285" y="1071"/>
                  </a:lnTo>
                  <a:lnTo>
                    <a:pt x="285" y="1071"/>
                  </a:lnTo>
                  <a:lnTo>
                    <a:pt x="284" y="1071"/>
                  </a:lnTo>
                  <a:lnTo>
                    <a:pt x="284" y="1072"/>
                  </a:lnTo>
                  <a:lnTo>
                    <a:pt x="284" y="1072"/>
                  </a:lnTo>
                  <a:lnTo>
                    <a:pt x="284" y="1072"/>
                  </a:lnTo>
                  <a:lnTo>
                    <a:pt x="284" y="1073"/>
                  </a:lnTo>
                  <a:lnTo>
                    <a:pt x="284" y="1074"/>
                  </a:lnTo>
                  <a:lnTo>
                    <a:pt x="284" y="1074"/>
                  </a:lnTo>
                  <a:lnTo>
                    <a:pt x="284" y="1075"/>
                  </a:lnTo>
                  <a:lnTo>
                    <a:pt x="284" y="1075"/>
                  </a:lnTo>
                  <a:lnTo>
                    <a:pt x="284" y="1076"/>
                  </a:lnTo>
                  <a:lnTo>
                    <a:pt x="284" y="1076"/>
                  </a:lnTo>
                  <a:lnTo>
                    <a:pt x="283" y="1077"/>
                  </a:lnTo>
                  <a:lnTo>
                    <a:pt x="283" y="1077"/>
                  </a:lnTo>
                  <a:lnTo>
                    <a:pt x="283" y="1077"/>
                  </a:lnTo>
                  <a:lnTo>
                    <a:pt x="284" y="1078"/>
                  </a:lnTo>
                  <a:lnTo>
                    <a:pt x="284" y="1079"/>
                  </a:lnTo>
                  <a:lnTo>
                    <a:pt x="283" y="1079"/>
                  </a:lnTo>
                  <a:lnTo>
                    <a:pt x="283" y="1080"/>
                  </a:lnTo>
                  <a:lnTo>
                    <a:pt x="283" y="1080"/>
                  </a:lnTo>
                  <a:lnTo>
                    <a:pt x="283" y="1080"/>
                  </a:lnTo>
                  <a:lnTo>
                    <a:pt x="284" y="1081"/>
                  </a:lnTo>
                  <a:lnTo>
                    <a:pt x="284" y="1081"/>
                  </a:lnTo>
                  <a:lnTo>
                    <a:pt x="283" y="1081"/>
                  </a:lnTo>
                  <a:lnTo>
                    <a:pt x="283" y="1081"/>
                  </a:lnTo>
                  <a:lnTo>
                    <a:pt x="283" y="1081"/>
                  </a:lnTo>
                  <a:lnTo>
                    <a:pt x="283" y="1082"/>
                  </a:lnTo>
                  <a:lnTo>
                    <a:pt x="281" y="1082"/>
                  </a:lnTo>
                  <a:lnTo>
                    <a:pt x="281" y="1082"/>
                  </a:lnTo>
                  <a:close/>
                  <a:moveTo>
                    <a:pt x="87" y="1049"/>
                  </a:moveTo>
                  <a:lnTo>
                    <a:pt x="87" y="1049"/>
                  </a:lnTo>
                  <a:lnTo>
                    <a:pt x="89" y="1049"/>
                  </a:lnTo>
                  <a:lnTo>
                    <a:pt x="89" y="1050"/>
                  </a:lnTo>
                  <a:lnTo>
                    <a:pt x="89" y="1050"/>
                  </a:lnTo>
                  <a:lnTo>
                    <a:pt x="89" y="1050"/>
                  </a:lnTo>
                  <a:lnTo>
                    <a:pt x="89" y="1050"/>
                  </a:lnTo>
                  <a:lnTo>
                    <a:pt x="89" y="1050"/>
                  </a:lnTo>
                  <a:lnTo>
                    <a:pt x="89" y="1051"/>
                  </a:lnTo>
                  <a:lnTo>
                    <a:pt x="89" y="1051"/>
                  </a:lnTo>
                  <a:lnTo>
                    <a:pt x="89" y="1051"/>
                  </a:lnTo>
                  <a:lnTo>
                    <a:pt x="88" y="1051"/>
                  </a:lnTo>
                  <a:lnTo>
                    <a:pt x="88" y="1050"/>
                  </a:lnTo>
                  <a:lnTo>
                    <a:pt x="87" y="1050"/>
                  </a:lnTo>
                  <a:lnTo>
                    <a:pt x="87" y="1050"/>
                  </a:lnTo>
                  <a:lnTo>
                    <a:pt x="87" y="1050"/>
                  </a:lnTo>
                  <a:lnTo>
                    <a:pt x="85" y="1050"/>
                  </a:lnTo>
                  <a:lnTo>
                    <a:pt x="85" y="1050"/>
                  </a:lnTo>
                  <a:lnTo>
                    <a:pt x="86" y="1050"/>
                  </a:lnTo>
                  <a:lnTo>
                    <a:pt x="86" y="1050"/>
                  </a:lnTo>
                  <a:lnTo>
                    <a:pt x="86" y="1049"/>
                  </a:lnTo>
                  <a:lnTo>
                    <a:pt x="86" y="1049"/>
                  </a:lnTo>
                  <a:lnTo>
                    <a:pt x="86" y="1049"/>
                  </a:lnTo>
                  <a:lnTo>
                    <a:pt x="87" y="1049"/>
                  </a:lnTo>
                  <a:close/>
                  <a:moveTo>
                    <a:pt x="46" y="1034"/>
                  </a:moveTo>
                  <a:lnTo>
                    <a:pt x="48" y="1034"/>
                  </a:lnTo>
                  <a:lnTo>
                    <a:pt x="48" y="1035"/>
                  </a:lnTo>
                  <a:lnTo>
                    <a:pt x="49" y="1034"/>
                  </a:lnTo>
                  <a:lnTo>
                    <a:pt x="49" y="1034"/>
                  </a:lnTo>
                  <a:lnTo>
                    <a:pt x="50" y="1034"/>
                  </a:lnTo>
                  <a:lnTo>
                    <a:pt x="49" y="1035"/>
                  </a:lnTo>
                  <a:lnTo>
                    <a:pt x="49" y="1035"/>
                  </a:lnTo>
                  <a:lnTo>
                    <a:pt x="48" y="1036"/>
                  </a:lnTo>
                  <a:lnTo>
                    <a:pt x="48" y="1036"/>
                  </a:lnTo>
                  <a:lnTo>
                    <a:pt x="47" y="1037"/>
                  </a:lnTo>
                  <a:lnTo>
                    <a:pt x="46" y="1037"/>
                  </a:lnTo>
                  <a:lnTo>
                    <a:pt x="46" y="1038"/>
                  </a:lnTo>
                  <a:lnTo>
                    <a:pt x="46" y="1038"/>
                  </a:lnTo>
                  <a:lnTo>
                    <a:pt x="46" y="1039"/>
                  </a:lnTo>
                  <a:lnTo>
                    <a:pt x="46" y="1039"/>
                  </a:lnTo>
                  <a:lnTo>
                    <a:pt x="46" y="1039"/>
                  </a:lnTo>
                  <a:lnTo>
                    <a:pt x="46" y="1038"/>
                  </a:lnTo>
                  <a:lnTo>
                    <a:pt x="46" y="1038"/>
                  </a:lnTo>
                  <a:lnTo>
                    <a:pt x="46" y="1038"/>
                  </a:lnTo>
                  <a:lnTo>
                    <a:pt x="46" y="1037"/>
                  </a:lnTo>
                  <a:lnTo>
                    <a:pt x="46" y="1037"/>
                  </a:lnTo>
                  <a:lnTo>
                    <a:pt x="44" y="1037"/>
                  </a:lnTo>
                  <a:lnTo>
                    <a:pt x="44" y="1038"/>
                  </a:lnTo>
                  <a:lnTo>
                    <a:pt x="43" y="1038"/>
                  </a:lnTo>
                  <a:lnTo>
                    <a:pt x="42" y="1038"/>
                  </a:lnTo>
                  <a:lnTo>
                    <a:pt x="42" y="1038"/>
                  </a:lnTo>
                  <a:lnTo>
                    <a:pt x="42" y="1038"/>
                  </a:lnTo>
                  <a:lnTo>
                    <a:pt x="42" y="1038"/>
                  </a:lnTo>
                  <a:lnTo>
                    <a:pt x="42" y="1038"/>
                  </a:lnTo>
                  <a:lnTo>
                    <a:pt x="41" y="1038"/>
                  </a:lnTo>
                  <a:lnTo>
                    <a:pt x="41" y="1038"/>
                  </a:lnTo>
                  <a:lnTo>
                    <a:pt x="41" y="1038"/>
                  </a:lnTo>
                  <a:lnTo>
                    <a:pt x="41" y="1037"/>
                  </a:lnTo>
                  <a:lnTo>
                    <a:pt x="41" y="1037"/>
                  </a:lnTo>
                  <a:lnTo>
                    <a:pt x="40" y="1038"/>
                  </a:lnTo>
                  <a:lnTo>
                    <a:pt x="40" y="1038"/>
                  </a:lnTo>
                  <a:lnTo>
                    <a:pt x="39" y="1038"/>
                  </a:lnTo>
                  <a:lnTo>
                    <a:pt x="39" y="1037"/>
                  </a:lnTo>
                  <a:lnTo>
                    <a:pt x="38" y="1037"/>
                  </a:lnTo>
                  <a:lnTo>
                    <a:pt x="38" y="1036"/>
                  </a:lnTo>
                  <a:lnTo>
                    <a:pt x="39" y="1037"/>
                  </a:lnTo>
                  <a:lnTo>
                    <a:pt x="39" y="1037"/>
                  </a:lnTo>
                  <a:lnTo>
                    <a:pt x="40" y="1037"/>
                  </a:lnTo>
                  <a:lnTo>
                    <a:pt x="40" y="1037"/>
                  </a:lnTo>
                  <a:lnTo>
                    <a:pt x="40" y="1037"/>
                  </a:lnTo>
                  <a:lnTo>
                    <a:pt x="40" y="1037"/>
                  </a:lnTo>
                  <a:lnTo>
                    <a:pt x="41" y="1037"/>
                  </a:lnTo>
                  <a:lnTo>
                    <a:pt x="42" y="1036"/>
                  </a:lnTo>
                  <a:lnTo>
                    <a:pt x="43" y="1036"/>
                  </a:lnTo>
                  <a:lnTo>
                    <a:pt x="43" y="1035"/>
                  </a:lnTo>
                  <a:lnTo>
                    <a:pt x="42" y="1035"/>
                  </a:lnTo>
                  <a:lnTo>
                    <a:pt x="42" y="1034"/>
                  </a:lnTo>
                  <a:lnTo>
                    <a:pt x="42" y="1034"/>
                  </a:lnTo>
                  <a:lnTo>
                    <a:pt x="43" y="1034"/>
                  </a:lnTo>
                  <a:lnTo>
                    <a:pt x="43" y="1035"/>
                  </a:lnTo>
                  <a:lnTo>
                    <a:pt x="44" y="1034"/>
                  </a:lnTo>
                  <a:lnTo>
                    <a:pt x="43" y="1035"/>
                  </a:lnTo>
                  <a:lnTo>
                    <a:pt x="43" y="1036"/>
                  </a:lnTo>
                  <a:lnTo>
                    <a:pt x="44" y="1036"/>
                  </a:lnTo>
                  <a:lnTo>
                    <a:pt x="44" y="1035"/>
                  </a:lnTo>
                  <a:lnTo>
                    <a:pt x="45" y="1035"/>
                  </a:lnTo>
                  <a:lnTo>
                    <a:pt x="46" y="1035"/>
                  </a:lnTo>
                  <a:lnTo>
                    <a:pt x="46" y="1034"/>
                  </a:lnTo>
                  <a:lnTo>
                    <a:pt x="46" y="1034"/>
                  </a:lnTo>
                  <a:lnTo>
                    <a:pt x="46" y="1034"/>
                  </a:lnTo>
                  <a:lnTo>
                    <a:pt x="46" y="1034"/>
                  </a:lnTo>
                  <a:close/>
                  <a:moveTo>
                    <a:pt x="80" y="1025"/>
                  </a:moveTo>
                  <a:lnTo>
                    <a:pt x="80" y="1025"/>
                  </a:lnTo>
                  <a:lnTo>
                    <a:pt x="80" y="1026"/>
                  </a:lnTo>
                  <a:lnTo>
                    <a:pt x="81" y="1027"/>
                  </a:lnTo>
                  <a:lnTo>
                    <a:pt x="80" y="1027"/>
                  </a:lnTo>
                  <a:lnTo>
                    <a:pt x="80" y="1027"/>
                  </a:lnTo>
                  <a:lnTo>
                    <a:pt x="80" y="1027"/>
                  </a:lnTo>
                  <a:lnTo>
                    <a:pt x="80" y="1028"/>
                  </a:lnTo>
                  <a:lnTo>
                    <a:pt x="80" y="1028"/>
                  </a:lnTo>
                  <a:lnTo>
                    <a:pt x="80" y="1029"/>
                  </a:lnTo>
                  <a:lnTo>
                    <a:pt x="81" y="1028"/>
                  </a:lnTo>
                  <a:lnTo>
                    <a:pt x="81" y="1029"/>
                  </a:lnTo>
                  <a:lnTo>
                    <a:pt x="82" y="1029"/>
                  </a:lnTo>
                  <a:lnTo>
                    <a:pt x="83" y="1029"/>
                  </a:lnTo>
                  <a:lnTo>
                    <a:pt x="83" y="1029"/>
                  </a:lnTo>
                  <a:lnTo>
                    <a:pt x="83" y="1029"/>
                  </a:lnTo>
                  <a:lnTo>
                    <a:pt x="84" y="1029"/>
                  </a:lnTo>
                  <a:lnTo>
                    <a:pt x="84" y="1029"/>
                  </a:lnTo>
                  <a:lnTo>
                    <a:pt x="85" y="1030"/>
                  </a:lnTo>
                  <a:lnTo>
                    <a:pt x="85" y="1030"/>
                  </a:lnTo>
                  <a:lnTo>
                    <a:pt x="85" y="1030"/>
                  </a:lnTo>
                  <a:lnTo>
                    <a:pt x="84" y="1031"/>
                  </a:lnTo>
                  <a:lnTo>
                    <a:pt x="84" y="1031"/>
                  </a:lnTo>
                  <a:lnTo>
                    <a:pt x="85" y="1031"/>
                  </a:lnTo>
                  <a:lnTo>
                    <a:pt x="85" y="1031"/>
                  </a:lnTo>
                  <a:lnTo>
                    <a:pt x="85" y="1031"/>
                  </a:lnTo>
                  <a:lnTo>
                    <a:pt x="85" y="1031"/>
                  </a:lnTo>
                  <a:lnTo>
                    <a:pt x="85" y="1032"/>
                  </a:lnTo>
                  <a:lnTo>
                    <a:pt x="85" y="1032"/>
                  </a:lnTo>
                  <a:lnTo>
                    <a:pt x="85" y="1032"/>
                  </a:lnTo>
                  <a:lnTo>
                    <a:pt x="85" y="1032"/>
                  </a:lnTo>
                  <a:lnTo>
                    <a:pt x="85" y="1032"/>
                  </a:lnTo>
                  <a:lnTo>
                    <a:pt x="86" y="1032"/>
                  </a:lnTo>
                  <a:lnTo>
                    <a:pt x="86" y="1032"/>
                  </a:lnTo>
                  <a:lnTo>
                    <a:pt x="86" y="1033"/>
                  </a:lnTo>
                  <a:lnTo>
                    <a:pt x="86" y="1033"/>
                  </a:lnTo>
                  <a:lnTo>
                    <a:pt x="85" y="1033"/>
                  </a:lnTo>
                  <a:lnTo>
                    <a:pt x="85" y="1033"/>
                  </a:lnTo>
                  <a:lnTo>
                    <a:pt x="85" y="1033"/>
                  </a:lnTo>
                  <a:lnTo>
                    <a:pt x="85" y="1034"/>
                  </a:lnTo>
                  <a:lnTo>
                    <a:pt x="85" y="1034"/>
                  </a:lnTo>
                  <a:lnTo>
                    <a:pt x="85" y="1035"/>
                  </a:lnTo>
                  <a:lnTo>
                    <a:pt x="85" y="1035"/>
                  </a:lnTo>
                  <a:lnTo>
                    <a:pt x="85" y="1035"/>
                  </a:lnTo>
                  <a:lnTo>
                    <a:pt x="86" y="1035"/>
                  </a:lnTo>
                  <a:lnTo>
                    <a:pt x="86" y="1035"/>
                  </a:lnTo>
                  <a:lnTo>
                    <a:pt x="86" y="1036"/>
                  </a:lnTo>
                  <a:lnTo>
                    <a:pt x="85" y="1036"/>
                  </a:lnTo>
                  <a:lnTo>
                    <a:pt x="85" y="1036"/>
                  </a:lnTo>
                  <a:lnTo>
                    <a:pt x="85" y="1037"/>
                  </a:lnTo>
                  <a:lnTo>
                    <a:pt x="84" y="1037"/>
                  </a:lnTo>
                  <a:lnTo>
                    <a:pt x="85" y="1037"/>
                  </a:lnTo>
                  <a:lnTo>
                    <a:pt x="85" y="1037"/>
                  </a:lnTo>
                  <a:lnTo>
                    <a:pt x="85" y="1037"/>
                  </a:lnTo>
                  <a:lnTo>
                    <a:pt x="85" y="1037"/>
                  </a:lnTo>
                  <a:lnTo>
                    <a:pt x="85" y="1037"/>
                  </a:lnTo>
                  <a:lnTo>
                    <a:pt x="85" y="1037"/>
                  </a:lnTo>
                  <a:lnTo>
                    <a:pt x="85" y="1038"/>
                  </a:lnTo>
                  <a:lnTo>
                    <a:pt x="85" y="1038"/>
                  </a:lnTo>
                  <a:lnTo>
                    <a:pt x="85" y="1038"/>
                  </a:lnTo>
                  <a:lnTo>
                    <a:pt x="84" y="1038"/>
                  </a:lnTo>
                  <a:lnTo>
                    <a:pt x="84" y="1039"/>
                  </a:lnTo>
                  <a:lnTo>
                    <a:pt x="84" y="1039"/>
                  </a:lnTo>
                  <a:lnTo>
                    <a:pt x="85" y="1039"/>
                  </a:lnTo>
                  <a:lnTo>
                    <a:pt x="85" y="1039"/>
                  </a:lnTo>
                  <a:lnTo>
                    <a:pt x="86" y="1039"/>
                  </a:lnTo>
                  <a:lnTo>
                    <a:pt x="86" y="1039"/>
                  </a:lnTo>
                  <a:lnTo>
                    <a:pt x="86" y="1040"/>
                  </a:lnTo>
                  <a:lnTo>
                    <a:pt x="87" y="1039"/>
                  </a:lnTo>
                  <a:lnTo>
                    <a:pt x="87" y="1039"/>
                  </a:lnTo>
                  <a:lnTo>
                    <a:pt x="87" y="1040"/>
                  </a:lnTo>
                  <a:lnTo>
                    <a:pt x="87" y="1040"/>
                  </a:lnTo>
                  <a:lnTo>
                    <a:pt x="87" y="1040"/>
                  </a:lnTo>
                  <a:lnTo>
                    <a:pt x="87" y="1041"/>
                  </a:lnTo>
                  <a:lnTo>
                    <a:pt x="87" y="1041"/>
                  </a:lnTo>
                  <a:lnTo>
                    <a:pt x="87" y="1040"/>
                  </a:lnTo>
                  <a:lnTo>
                    <a:pt x="88" y="1040"/>
                  </a:lnTo>
                  <a:lnTo>
                    <a:pt x="88" y="1040"/>
                  </a:lnTo>
                  <a:lnTo>
                    <a:pt x="88" y="1040"/>
                  </a:lnTo>
                  <a:lnTo>
                    <a:pt x="88" y="1039"/>
                  </a:lnTo>
                  <a:lnTo>
                    <a:pt x="87" y="1039"/>
                  </a:lnTo>
                  <a:lnTo>
                    <a:pt x="87" y="1039"/>
                  </a:lnTo>
                  <a:lnTo>
                    <a:pt x="87" y="1039"/>
                  </a:lnTo>
                  <a:lnTo>
                    <a:pt x="88" y="1038"/>
                  </a:lnTo>
                  <a:lnTo>
                    <a:pt x="89" y="1037"/>
                  </a:lnTo>
                  <a:lnTo>
                    <a:pt x="89" y="1037"/>
                  </a:lnTo>
                  <a:lnTo>
                    <a:pt x="89" y="1037"/>
                  </a:lnTo>
                  <a:lnTo>
                    <a:pt x="89" y="1037"/>
                  </a:lnTo>
                  <a:lnTo>
                    <a:pt x="89" y="1037"/>
                  </a:lnTo>
                  <a:lnTo>
                    <a:pt x="90" y="1036"/>
                  </a:lnTo>
                  <a:lnTo>
                    <a:pt x="90" y="1036"/>
                  </a:lnTo>
                  <a:lnTo>
                    <a:pt x="91" y="1036"/>
                  </a:lnTo>
                  <a:lnTo>
                    <a:pt x="91" y="1037"/>
                  </a:lnTo>
                  <a:lnTo>
                    <a:pt x="91" y="1037"/>
                  </a:lnTo>
                  <a:lnTo>
                    <a:pt x="90" y="1037"/>
                  </a:lnTo>
                  <a:lnTo>
                    <a:pt x="90" y="1037"/>
                  </a:lnTo>
                  <a:lnTo>
                    <a:pt x="90" y="1037"/>
                  </a:lnTo>
                  <a:lnTo>
                    <a:pt x="90" y="1038"/>
                  </a:lnTo>
                  <a:lnTo>
                    <a:pt x="91" y="1038"/>
                  </a:lnTo>
                  <a:lnTo>
                    <a:pt x="91" y="1039"/>
                  </a:lnTo>
                  <a:lnTo>
                    <a:pt x="90" y="1039"/>
                  </a:lnTo>
                  <a:lnTo>
                    <a:pt x="90" y="1039"/>
                  </a:lnTo>
                  <a:lnTo>
                    <a:pt x="89" y="1039"/>
                  </a:lnTo>
                  <a:lnTo>
                    <a:pt x="89" y="1040"/>
                  </a:lnTo>
                  <a:lnTo>
                    <a:pt x="89" y="1040"/>
                  </a:lnTo>
                  <a:lnTo>
                    <a:pt x="89" y="1040"/>
                  </a:lnTo>
                  <a:lnTo>
                    <a:pt x="89" y="1040"/>
                  </a:lnTo>
                  <a:lnTo>
                    <a:pt x="90" y="1040"/>
                  </a:lnTo>
                  <a:lnTo>
                    <a:pt x="90" y="1040"/>
                  </a:lnTo>
                  <a:lnTo>
                    <a:pt x="89" y="1041"/>
                  </a:lnTo>
                  <a:lnTo>
                    <a:pt x="89" y="1041"/>
                  </a:lnTo>
                  <a:lnTo>
                    <a:pt x="89" y="1042"/>
                  </a:lnTo>
                  <a:lnTo>
                    <a:pt x="89" y="1042"/>
                  </a:lnTo>
                  <a:lnTo>
                    <a:pt x="89" y="1042"/>
                  </a:lnTo>
                  <a:lnTo>
                    <a:pt x="89" y="1042"/>
                  </a:lnTo>
                  <a:lnTo>
                    <a:pt x="90" y="1042"/>
                  </a:lnTo>
                  <a:lnTo>
                    <a:pt x="90" y="1042"/>
                  </a:lnTo>
                  <a:lnTo>
                    <a:pt x="91" y="1042"/>
                  </a:lnTo>
                  <a:lnTo>
                    <a:pt x="91" y="1042"/>
                  </a:lnTo>
                  <a:lnTo>
                    <a:pt x="91" y="1042"/>
                  </a:lnTo>
                  <a:lnTo>
                    <a:pt x="91" y="1042"/>
                  </a:lnTo>
                  <a:lnTo>
                    <a:pt x="90" y="1042"/>
                  </a:lnTo>
                  <a:lnTo>
                    <a:pt x="90" y="1041"/>
                  </a:lnTo>
                  <a:lnTo>
                    <a:pt x="90" y="1041"/>
                  </a:lnTo>
                  <a:lnTo>
                    <a:pt x="92" y="1040"/>
                  </a:lnTo>
                  <a:lnTo>
                    <a:pt x="92" y="1041"/>
                  </a:lnTo>
                  <a:lnTo>
                    <a:pt x="92" y="1041"/>
                  </a:lnTo>
                  <a:lnTo>
                    <a:pt x="93" y="1041"/>
                  </a:lnTo>
                  <a:lnTo>
                    <a:pt x="93" y="1041"/>
                  </a:lnTo>
                  <a:lnTo>
                    <a:pt x="93" y="1041"/>
                  </a:lnTo>
                  <a:lnTo>
                    <a:pt x="93" y="1040"/>
                  </a:lnTo>
                  <a:lnTo>
                    <a:pt x="94" y="1040"/>
                  </a:lnTo>
                  <a:lnTo>
                    <a:pt x="95" y="1041"/>
                  </a:lnTo>
                  <a:lnTo>
                    <a:pt x="94" y="1040"/>
                  </a:lnTo>
                  <a:lnTo>
                    <a:pt x="94" y="1040"/>
                  </a:lnTo>
                  <a:lnTo>
                    <a:pt x="94" y="1040"/>
                  </a:lnTo>
                  <a:lnTo>
                    <a:pt x="94" y="1040"/>
                  </a:lnTo>
                  <a:lnTo>
                    <a:pt x="94" y="1039"/>
                  </a:lnTo>
                  <a:lnTo>
                    <a:pt x="93" y="1039"/>
                  </a:lnTo>
                  <a:lnTo>
                    <a:pt x="93" y="1039"/>
                  </a:lnTo>
                  <a:lnTo>
                    <a:pt x="92" y="1038"/>
                  </a:lnTo>
                  <a:lnTo>
                    <a:pt x="91" y="1037"/>
                  </a:lnTo>
                  <a:lnTo>
                    <a:pt x="91" y="1037"/>
                  </a:lnTo>
                  <a:lnTo>
                    <a:pt x="92" y="1037"/>
                  </a:lnTo>
                  <a:lnTo>
                    <a:pt x="92" y="1036"/>
                  </a:lnTo>
                  <a:lnTo>
                    <a:pt x="93" y="1036"/>
                  </a:lnTo>
                  <a:lnTo>
                    <a:pt x="93" y="1037"/>
                  </a:lnTo>
                  <a:lnTo>
                    <a:pt x="93" y="1037"/>
                  </a:lnTo>
                  <a:lnTo>
                    <a:pt x="94" y="1037"/>
                  </a:lnTo>
                  <a:lnTo>
                    <a:pt x="95" y="1037"/>
                  </a:lnTo>
                  <a:lnTo>
                    <a:pt x="95" y="1037"/>
                  </a:lnTo>
                  <a:lnTo>
                    <a:pt x="95" y="1037"/>
                  </a:lnTo>
                  <a:lnTo>
                    <a:pt x="95" y="1037"/>
                  </a:lnTo>
                  <a:lnTo>
                    <a:pt x="94" y="1036"/>
                  </a:lnTo>
                  <a:lnTo>
                    <a:pt x="96" y="1035"/>
                  </a:lnTo>
                  <a:lnTo>
                    <a:pt x="96" y="1035"/>
                  </a:lnTo>
                  <a:lnTo>
                    <a:pt x="97" y="1036"/>
                  </a:lnTo>
                  <a:lnTo>
                    <a:pt x="97" y="1036"/>
                  </a:lnTo>
                  <a:lnTo>
                    <a:pt x="98" y="1037"/>
                  </a:lnTo>
                  <a:lnTo>
                    <a:pt x="98" y="1037"/>
                  </a:lnTo>
                  <a:lnTo>
                    <a:pt x="97" y="1037"/>
                  </a:lnTo>
                  <a:lnTo>
                    <a:pt x="96" y="1037"/>
                  </a:lnTo>
                  <a:lnTo>
                    <a:pt x="96" y="1038"/>
                  </a:lnTo>
                  <a:lnTo>
                    <a:pt x="96" y="1038"/>
                  </a:lnTo>
                  <a:lnTo>
                    <a:pt x="96" y="1038"/>
                  </a:lnTo>
                  <a:lnTo>
                    <a:pt x="95" y="1038"/>
                  </a:lnTo>
                  <a:lnTo>
                    <a:pt x="95" y="1039"/>
                  </a:lnTo>
                  <a:lnTo>
                    <a:pt x="96" y="1039"/>
                  </a:lnTo>
                  <a:lnTo>
                    <a:pt x="96" y="1039"/>
                  </a:lnTo>
                  <a:lnTo>
                    <a:pt x="96" y="1040"/>
                  </a:lnTo>
                  <a:lnTo>
                    <a:pt x="97" y="1040"/>
                  </a:lnTo>
                  <a:lnTo>
                    <a:pt x="97" y="1040"/>
                  </a:lnTo>
                  <a:lnTo>
                    <a:pt x="98" y="1041"/>
                  </a:lnTo>
                  <a:lnTo>
                    <a:pt x="98" y="1041"/>
                  </a:lnTo>
                  <a:lnTo>
                    <a:pt x="98" y="1041"/>
                  </a:lnTo>
                  <a:lnTo>
                    <a:pt x="98" y="1042"/>
                  </a:lnTo>
                  <a:lnTo>
                    <a:pt x="99" y="1042"/>
                  </a:lnTo>
                  <a:lnTo>
                    <a:pt x="99" y="1041"/>
                  </a:lnTo>
                  <a:lnTo>
                    <a:pt x="99" y="1041"/>
                  </a:lnTo>
                  <a:lnTo>
                    <a:pt x="100" y="1041"/>
                  </a:lnTo>
                  <a:lnTo>
                    <a:pt x="99" y="1041"/>
                  </a:lnTo>
                  <a:lnTo>
                    <a:pt x="100" y="1042"/>
                  </a:lnTo>
                  <a:lnTo>
                    <a:pt x="100" y="1042"/>
                  </a:lnTo>
                  <a:lnTo>
                    <a:pt x="100" y="1042"/>
                  </a:lnTo>
                  <a:lnTo>
                    <a:pt x="100" y="1042"/>
                  </a:lnTo>
                  <a:lnTo>
                    <a:pt x="101" y="1042"/>
                  </a:lnTo>
                  <a:lnTo>
                    <a:pt x="101" y="1042"/>
                  </a:lnTo>
                  <a:lnTo>
                    <a:pt x="101" y="1042"/>
                  </a:lnTo>
                  <a:lnTo>
                    <a:pt x="101" y="1042"/>
                  </a:lnTo>
                  <a:lnTo>
                    <a:pt x="102" y="1042"/>
                  </a:lnTo>
                  <a:lnTo>
                    <a:pt x="102" y="1043"/>
                  </a:lnTo>
                  <a:lnTo>
                    <a:pt x="102" y="1043"/>
                  </a:lnTo>
                  <a:lnTo>
                    <a:pt x="102" y="1044"/>
                  </a:lnTo>
                  <a:lnTo>
                    <a:pt x="101" y="1044"/>
                  </a:lnTo>
                  <a:lnTo>
                    <a:pt x="101" y="1044"/>
                  </a:lnTo>
                  <a:lnTo>
                    <a:pt x="101" y="1044"/>
                  </a:lnTo>
                  <a:lnTo>
                    <a:pt x="100" y="1045"/>
                  </a:lnTo>
                  <a:lnTo>
                    <a:pt x="101" y="1046"/>
                  </a:lnTo>
                  <a:lnTo>
                    <a:pt x="100" y="1046"/>
                  </a:lnTo>
                  <a:lnTo>
                    <a:pt x="100" y="1046"/>
                  </a:lnTo>
                  <a:lnTo>
                    <a:pt x="99" y="1046"/>
                  </a:lnTo>
                  <a:lnTo>
                    <a:pt x="99" y="1047"/>
                  </a:lnTo>
                  <a:lnTo>
                    <a:pt x="98" y="1048"/>
                  </a:lnTo>
                  <a:lnTo>
                    <a:pt x="98" y="1048"/>
                  </a:lnTo>
                  <a:lnTo>
                    <a:pt x="98" y="1048"/>
                  </a:lnTo>
                  <a:lnTo>
                    <a:pt x="98" y="1049"/>
                  </a:lnTo>
                  <a:lnTo>
                    <a:pt x="98" y="1049"/>
                  </a:lnTo>
                  <a:lnTo>
                    <a:pt x="98" y="1050"/>
                  </a:lnTo>
                  <a:lnTo>
                    <a:pt x="97" y="1050"/>
                  </a:lnTo>
                  <a:lnTo>
                    <a:pt x="97" y="1051"/>
                  </a:lnTo>
                  <a:lnTo>
                    <a:pt x="97" y="1052"/>
                  </a:lnTo>
                  <a:lnTo>
                    <a:pt x="96" y="1052"/>
                  </a:lnTo>
                  <a:lnTo>
                    <a:pt x="96" y="1053"/>
                  </a:lnTo>
                  <a:lnTo>
                    <a:pt x="95" y="1053"/>
                  </a:lnTo>
                  <a:lnTo>
                    <a:pt x="95" y="1054"/>
                  </a:lnTo>
                  <a:lnTo>
                    <a:pt x="95" y="1054"/>
                  </a:lnTo>
                  <a:lnTo>
                    <a:pt x="95" y="1053"/>
                  </a:lnTo>
                  <a:lnTo>
                    <a:pt x="94" y="1053"/>
                  </a:lnTo>
                  <a:lnTo>
                    <a:pt x="94" y="1053"/>
                  </a:lnTo>
                  <a:lnTo>
                    <a:pt x="93" y="1053"/>
                  </a:lnTo>
                  <a:lnTo>
                    <a:pt x="93" y="1052"/>
                  </a:lnTo>
                  <a:lnTo>
                    <a:pt x="93" y="1051"/>
                  </a:lnTo>
                  <a:lnTo>
                    <a:pt x="92" y="1050"/>
                  </a:lnTo>
                  <a:lnTo>
                    <a:pt x="92" y="1050"/>
                  </a:lnTo>
                  <a:lnTo>
                    <a:pt x="92" y="1050"/>
                  </a:lnTo>
                  <a:lnTo>
                    <a:pt x="91" y="1050"/>
                  </a:lnTo>
                  <a:lnTo>
                    <a:pt x="91" y="1050"/>
                  </a:lnTo>
                  <a:lnTo>
                    <a:pt x="91" y="1050"/>
                  </a:lnTo>
                  <a:lnTo>
                    <a:pt x="91" y="1050"/>
                  </a:lnTo>
                  <a:lnTo>
                    <a:pt x="91" y="1050"/>
                  </a:lnTo>
                  <a:lnTo>
                    <a:pt x="91" y="1049"/>
                  </a:lnTo>
                  <a:lnTo>
                    <a:pt x="91" y="1049"/>
                  </a:lnTo>
                  <a:lnTo>
                    <a:pt x="90" y="1049"/>
                  </a:lnTo>
                  <a:lnTo>
                    <a:pt x="90" y="1049"/>
                  </a:lnTo>
                  <a:lnTo>
                    <a:pt x="89" y="1048"/>
                  </a:lnTo>
                  <a:lnTo>
                    <a:pt x="89" y="1048"/>
                  </a:lnTo>
                  <a:lnTo>
                    <a:pt x="92" y="1047"/>
                  </a:lnTo>
                  <a:lnTo>
                    <a:pt x="92" y="1047"/>
                  </a:lnTo>
                  <a:lnTo>
                    <a:pt x="92" y="1047"/>
                  </a:lnTo>
                  <a:lnTo>
                    <a:pt x="92" y="1047"/>
                  </a:lnTo>
                  <a:lnTo>
                    <a:pt x="92" y="1046"/>
                  </a:lnTo>
                  <a:lnTo>
                    <a:pt x="93" y="1046"/>
                  </a:lnTo>
                  <a:lnTo>
                    <a:pt x="93" y="1046"/>
                  </a:lnTo>
                  <a:lnTo>
                    <a:pt x="93" y="1046"/>
                  </a:lnTo>
                  <a:lnTo>
                    <a:pt x="93" y="1046"/>
                  </a:lnTo>
                  <a:lnTo>
                    <a:pt x="93" y="1046"/>
                  </a:lnTo>
                  <a:lnTo>
                    <a:pt x="93" y="1046"/>
                  </a:lnTo>
                  <a:lnTo>
                    <a:pt x="92" y="1046"/>
                  </a:lnTo>
                  <a:lnTo>
                    <a:pt x="92" y="1046"/>
                  </a:lnTo>
                  <a:lnTo>
                    <a:pt x="91" y="1046"/>
                  </a:lnTo>
                  <a:lnTo>
                    <a:pt x="91" y="1046"/>
                  </a:lnTo>
                  <a:lnTo>
                    <a:pt x="90" y="1047"/>
                  </a:lnTo>
                  <a:lnTo>
                    <a:pt x="90" y="1047"/>
                  </a:lnTo>
                  <a:lnTo>
                    <a:pt x="89" y="1047"/>
                  </a:lnTo>
                  <a:lnTo>
                    <a:pt x="89" y="1047"/>
                  </a:lnTo>
                  <a:lnTo>
                    <a:pt x="88" y="1047"/>
                  </a:lnTo>
                  <a:lnTo>
                    <a:pt x="88" y="1048"/>
                  </a:lnTo>
                  <a:lnTo>
                    <a:pt x="88" y="1048"/>
                  </a:lnTo>
                  <a:lnTo>
                    <a:pt x="88" y="1048"/>
                  </a:lnTo>
                  <a:lnTo>
                    <a:pt x="88" y="1048"/>
                  </a:lnTo>
                  <a:lnTo>
                    <a:pt x="88" y="1048"/>
                  </a:lnTo>
                  <a:lnTo>
                    <a:pt x="88" y="1049"/>
                  </a:lnTo>
                  <a:lnTo>
                    <a:pt x="87" y="1048"/>
                  </a:lnTo>
                  <a:lnTo>
                    <a:pt x="87" y="1049"/>
                  </a:lnTo>
                  <a:lnTo>
                    <a:pt x="87" y="1048"/>
                  </a:lnTo>
                  <a:lnTo>
                    <a:pt x="87" y="1048"/>
                  </a:lnTo>
                  <a:lnTo>
                    <a:pt x="86" y="1046"/>
                  </a:lnTo>
                  <a:lnTo>
                    <a:pt x="86" y="1046"/>
                  </a:lnTo>
                  <a:lnTo>
                    <a:pt x="85" y="1046"/>
                  </a:lnTo>
                  <a:lnTo>
                    <a:pt x="85" y="1046"/>
                  </a:lnTo>
                  <a:lnTo>
                    <a:pt x="85" y="1046"/>
                  </a:lnTo>
                  <a:lnTo>
                    <a:pt x="85" y="1046"/>
                  </a:lnTo>
                  <a:lnTo>
                    <a:pt x="86" y="1047"/>
                  </a:lnTo>
                  <a:lnTo>
                    <a:pt x="86" y="1048"/>
                  </a:lnTo>
                  <a:lnTo>
                    <a:pt x="87" y="1048"/>
                  </a:lnTo>
                  <a:lnTo>
                    <a:pt x="85" y="1049"/>
                  </a:lnTo>
                  <a:lnTo>
                    <a:pt x="86" y="1049"/>
                  </a:lnTo>
                  <a:lnTo>
                    <a:pt x="86" y="1050"/>
                  </a:lnTo>
                  <a:lnTo>
                    <a:pt x="85" y="1050"/>
                  </a:lnTo>
                  <a:lnTo>
                    <a:pt x="85" y="1050"/>
                  </a:lnTo>
                  <a:lnTo>
                    <a:pt x="85" y="1050"/>
                  </a:lnTo>
                  <a:lnTo>
                    <a:pt x="85" y="1049"/>
                  </a:lnTo>
                  <a:lnTo>
                    <a:pt x="85" y="1050"/>
                  </a:lnTo>
                  <a:lnTo>
                    <a:pt x="85" y="1049"/>
                  </a:lnTo>
                  <a:lnTo>
                    <a:pt x="84" y="1049"/>
                  </a:lnTo>
                  <a:lnTo>
                    <a:pt x="84" y="1048"/>
                  </a:lnTo>
                  <a:lnTo>
                    <a:pt x="84" y="1048"/>
                  </a:lnTo>
                  <a:lnTo>
                    <a:pt x="84" y="1048"/>
                  </a:lnTo>
                  <a:lnTo>
                    <a:pt x="83" y="1048"/>
                  </a:lnTo>
                  <a:lnTo>
                    <a:pt x="83" y="1048"/>
                  </a:lnTo>
                  <a:lnTo>
                    <a:pt x="83" y="1048"/>
                  </a:lnTo>
                  <a:lnTo>
                    <a:pt x="83" y="1049"/>
                  </a:lnTo>
                  <a:lnTo>
                    <a:pt x="83" y="1049"/>
                  </a:lnTo>
                  <a:lnTo>
                    <a:pt x="84" y="1050"/>
                  </a:lnTo>
                  <a:lnTo>
                    <a:pt x="84" y="1050"/>
                  </a:lnTo>
                  <a:lnTo>
                    <a:pt x="83" y="1050"/>
                  </a:lnTo>
                  <a:lnTo>
                    <a:pt x="83" y="1050"/>
                  </a:lnTo>
                  <a:lnTo>
                    <a:pt x="83" y="1050"/>
                  </a:lnTo>
                  <a:lnTo>
                    <a:pt x="82" y="1050"/>
                  </a:lnTo>
                  <a:lnTo>
                    <a:pt x="82" y="1050"/>
                  </a:lnTo>
                  <a:lnTo>
                    <a:pt x="81" y="1050"/>
                  </a:lnTo>
                  <a:lnTo>
                    <a:pt x="81" y="1050"/>
                  </a:lnTo>
                  <a:lnTo>
                    <a:pt x="82" y="1050"/>
                  </a:lnTo>
                  <a:lnTo>
                    <a:pt x="82" y="1050"/>
                  </a:lnTo>
                  <a:lnTo>
                    <a:pt x="82" y="1050"/>
                  </a:lnTo>
                  <a:lnTo>
                    <a:pt x="82" y="1050"/>
                  </a:lnTo>
                  <a:lnTo>
                    <a:pt x="83" y="1050"/>
                  </a:lnTo>
                  <a:lnTo>
                    <a:pt x="83" y="1050"/>
                  </a:lnTo>
                  <a:lnTo>
                    <a:pt x="84" y="1050"/>
                  </a:lnTo>
                  <a:lnTo>
                    <a:pt x="84" y="1050"/>
                  </a:lnTo>
                  <a:lnTo>
                    <a:pt x="84" y="1050"/>
                  </a:lnTo>
                  <a:lnTo>
                    <a:pt x="84" y="1050"/>
                  </a:lnTo>
                  <a:lnTo>
                    <a:pt x="84" y="1050"/>
                  </a:lnTo>
                  <a:lnTo>
                    <a:pt x="85" y="1050"/>
                  </a:lnTo>
                  <a:lnTo>
                    <a:pt x="85" y="1050"/>
                  </a:lnTo>
                  <a:lnTo>
                    <a:pt x="85" y="1050"/>
                  </a:lnTo>
                  <a:lnTo>
                    <a:pt x="85" y="1050"/>
                  </a:lnTo>
                  <a:lnTo>
                    <a:pt x="85" y="1050"/>
                  </a:lnTo>
                  <a:lnTo>
                    <a:pt x="85" y="1051"/>
                  </a:lnTo>
                  <a:lnTo>
                    <a:pt x="85" y="1051"/>
                  </a:lnTo>
                  <a:lnTo>
                    <a:pt x="85" y="1051"/>
                  </a:lnTo>
                  <a:lnTo>
                    <a:pt x="85" y="1051"/>
                  </a:lnTo>
                  <a:lnTo>
                    <a:pt x="86" y="1051"/>
                  </a:lnTo>
                  <a:lnTo>
                    <a:pt x="86" y="1051"/>
                  </a:lnTo>
                  <a:lnTo>
                    <a:pt x="86" y="1050"/>
                  </a:lnTo>
                  <a:lnTo>
                    <a:pt x="86" y="1051"/>
                  </a:lnTo>
                  <a:lnTo>
                    <a:pt x="87" y="1051"/>
                  </a:lnTo>
                  <a:lnTo>
                    <a:pt x="87" y="1052"/>
                  </a:lnTo>
                  <a:lnTo>
                    <a:pt x="86" y="1052"/>
                  </a:lnTo>
                  <a:lnTo>
                    <a:pt x="87" y="1053"/>
                  </a:lnTo>
                  <a:lnTo>
                    <a:pt x="86" y="1053"/>
                  </a:lnTo>
                  <a:lnTo>
                    <a:pt x="86" y="1054"/>
                  </a:lnTo>
                  <a:lnTo>
                    <a:pt x="86" y="1054"/>
                  </a:lnTo>
                  <a:lnTo>
                    <a:pt x="86" y="1055"/>
                  </a:lnTo>
                  <a:lnTo>
                    <a:pt x="86" y="1055"/>
                  </a:lnTo>
                  <a:lnTo>
                    <a:pt x="86" y="1055"/>
                  </a:lnTo>
                  <a:lnTo>
                    <a:pt x="85" y="1055"/>
                  </a:lnTo>
                  <a:lnTo>
                    <a:pt x="86" y="1055"/>
                  </a:lnTo>
                  <a:lnTo>
                    <a:pt x="86" y="1056"/>
                  </a:lnTo>
                  <a:lnTo>
                    <a:pt x="86" y="1056"/>
                  </a:lnTo>
                  <a:lnTo>
                    <a:pt x="86" y="1056"/>
                  </a:lnTo>
                  <a:lnTo>
                    <a:pt x="86" y="1057"/>
                  </a:lnTo>
                  <a:lnTo>
                    <a:pt x="86" y="1057"/>
                  </a:lnTo>
                  <a:lnTo>
                    <a:pt x="86" y="1057"/>
                  </a:lnTo>
                  <a:lnTo>
                    <a:pt x="86" y="1057"/>
                  </a:lnTo>
                  <a:lnTo>
                    <a:pt x="85" y="1057"/>
                  </a:lnTo>
                  <a:lnTo>
                    <a:pt x="85" y="1058"/>
                  </a:lnTo>
                  <a:lnTo>
                    <a:pt x="86" y="1058"/>
                  </a:lnTo>
                  <a:lnTo>
                    <a:pt x="86" y="1058"/>
                  </a:lnTo>
                  <a:lnTo>
                    <a:pt x="86" y="1058"/>
                  </a:lnTo>
                  <a:lnTo>
                    <a:pt x="86" y="1058"/>
                  </a:lnTo>
                  <a:lnTo>
                    <a:pt x="86" y="1059"/>
                  </a:lnTo>
                  <a:lnTo>
                    <a:pt x="86" y="1059"/>
                  </a:lnTo>
                  <a:lnTo>
                    <a:pt x="86" y="1059"/>
                  </a:lnTo>
                  <a:lnTo>
                    <a:pt x="86" y="1059"/>
                  </a:lnTo>
                  <a:lnTo>
                    <a:pt x="86" y="1059"/>
                  </a:lnTo>
                  <a:lnTo>
                    <a:pt x="86" y="1059"/>
                  </a:lnTo>
                  <a:lnTo>
                    <a:pt x="87" y="1059"/>
                  </a:lnTo>
                  <a:lnTo>
                    <a:pt x="87" y="1059"/>
                  </a:lnTo>
                  <a:lnTo>
                    <a:pt x="87" y="1059"/>
                  </a:lnTo>
                  <a:lnTo>
                    <a:pt x="87" y="1059"/>
                  </a:lnTo>
                  <a:lnTo>
                    <a:pt x="87" y="1059"/>
                  </a:lnTo>
                  <a:lnTo>
                    <a:pt x="88" y="1059"/>
                  </a:lnTo>
                  <a:lnTo>
                    <a:pt x="88" y="1059"/>
                  </a:lnTo>
                  <a:lnTo>
                    <a:pt x="89" y="1058"/>
                  </a:lnTo>
                  <a:lnTo>
                    <a:pt x="89" y="1058"/>
                  </a:lnTo>
                  <a:lnTo>
                    <a:pt x="90" y="1059"/>
                  </a:lnTo>
                  <a:lnTo>
                    <a:pt x="91" y="1059"/>
                  </a:lnTo>
                  <a:lnTo>
                    <a:pt x="91" y="1058"/>
                  </a:lnTo>
                  <a:lnTo>
                    <a:pt x="92" y="1058"/>
                  </a:lnTo>
                  <a:lnTo>
                    <a:pt x="92" y="1058"/>
                  </a:lnTo>
                  <a:lnTo>
                    <a:pt x="93" y="1058"/>
                  </a:lnTo>
                  <a:lnTo>
                    <a:pt x="93" y="1057"/>
                  </a:lnTo>
                  <a:lnTo>
                    <a:pt x="94" y="1057"/>
                  </a:lnTo>
                  <a:lnTo>
                    <a:pt x="94" y="1057"/>
                  </a:lnTo>
                  <a:lnTo>
                    <a:pt x="94" y="1058"/>
                  </a:lnTo>
                  <a:lnTo>
                    <a:pt x="95" y="1058"/>
                  </a:lnTo>
                  <a:lnTo>
                    <a:pt x="95" y="1058"/>
                  </a:lnTo>
                  <a:lnTo>
                    <a:pt x="95" y="1059"/>
                  </a:lnTo>
                  <a:lnTo>
                    <a:pt x="95" y="1059"/>
                  </a:lnTo>
                  <a:lnTo>
                    <a:pt x="95" y="1060"/>
                  </a:lnTo>
                  <a:lnTo>
                    <a:pt x="94" y="1060"/>
                  </a:lnTo>
                  <a:lnTo>
                    <a:pt x="93" y="1061"/>
                  </a:lnTo>
                  <a:lnTo>
                    <a:pt x="93" y="1061"/>
                  </a:lnTo>
                  <a:lnTo>
                    <a:pt x="94" y="1061"/>
                  </a:lnTo>
                  <a:lnTo>
                    <a:pt x="94" y="1062"/>
                  </a:lnTo>
                  <a:lnTo>
                    <a:pt x="93" y="1063"/>
                  </a:lnTo>
                  <a:lnTo>
                    <a:pt x="93" y="1063"/>
                  </a:lnTo>
                  <a:lnTo>
                    <a:pt x="93" y="1063"/>
                  </a:lnTo>
                  <a:lnTo>
                    <a:pt x="93" y="1063"/>
                  </a:lnTo>
                  <a:lnTo>
                    <a:pt x="93" y="1063"/>
                  </a:lnTo>
                  <a:lnTo>
                    <a:pt x="93" y="1064"/>
                  </a:lnTo>
                  <a:lnTo>
                    <a:pt x="93" y="1065"/>
                  </a:lnTo>
                  <a:lnTo>
                    <a:pt x="93" y="1065"/>
                  </a:lnTo>
                  <a:lnTo>
                    <a:pt x="93" y="1066"/>
                  </a:lnTo>
                  <a:lnTo>
                    <a:pt x="93" y="1067"/>
                  </a:lnTo>
                  <a:lnTo>
                    <a:pt x="93" y="1067"/>
                  </a:lnTo>
                  <a:lnTo>
                    <a:pt x="92" y="1067"/>
                  </a:lnTo>
                  <a:lnTo>
                    <a:pt x="91" y="1068"/>
                  </a:lnTo>
                  <a:lnTo>
                    <a:pt x="90" y="1068"/>
                  </a:lnTo>
                  <a:lnTo>
                    <a:pt x="90" y="1068"/>
                  </a:lnTo>
                  <a:lnTo>
                    <a:pt x="90" y="1068"/>
                  </a:lnTo>
                  <a:lnTo>
                    <a:pt x="90" y="1068"/>
                  </a:lnTo>
                  <a:lnTo>
                    <a:pt x="90" y="1068"/>
                  </a:lnTo>
                  <a:lnTo>
                    <a:pt x="89" y="1068"/>
                  </a:lnTo>
                  <a:lnTo>
                    <a:pt x="89" y="1069"/>
                  </a:lnTo>
                  <a:lnTo>
                    <a:pt x="89" y="1068"/>
                  </a:lnTo>
                  <a:lnTo>
                    <a:pt x="88" y="1069"/>
                  </a:lnTo>
                  <a:lnTo>
                    <a:pt x="87" y="1069"/>
                  </a:lnTo>
                  <a:lnTo>
                    <a:pt x="86" y="1069"/>
                  </a:lnTo>
                  <a:lnTo>
                    <a:pt x="86" y="1069"/>
                  </a:lnTo>
                  <a:lnTo>
                    <a:pt x="85" y="1069"/>
                  </a:lnTo>
                  <a:lnTo>
                    <a:pt x="85" y="1069"/>
                  </a:lnTo>
                  <a:lnTo>
                    <a:pt x="85" y="1069"/>
                  </a:lnTo>
                  <a:lnTo>
                    <a:pt x="85" y="1069"/>
                  </a:lnTo>
                  <a:lnTo>
                    <a:pt x="84" y="1068"/>
                  </a:lnTo>
                  <a:lnTo>
                    <a:pt x="84" y="1068"/>
                  </a:lnTo>
                  <a:lnTo>
                    <a:pt x="84" y="1068"/>
                  </a:lnTo>
                  <a:lnTo>
                    <a:pt x="84" y="1067"/>
                  </a:lnTo>
                  <a:lnTo>
                    <a:pt x="83" y="1067"/>
                  </a:lnTo>
                  <a:lnTo>
                    <a:pt x="83" y="1068"/>
                  </a:lnTo>
                  <a:lnTo>
                    <a:pt x="82" y="1068"/>
                  </a:lnTo>
                  <a:lnTo>
                    <a:pt x="82" y="1068"/>
                  </a:lnTo>
                  <a:lnTo>
                    <a:pt x="82" y="1069"/>
                  </a:lnTo>
                  <a:lnTo>
                    <a:pt x="81" y="1069"/>
                  </a:lnTo>
                  <a:lnTo>
                    <a:pt x="80" y="1068"/>
                  </a:lnTo>
                  <a:lnTo>
                    <a:pt x="80" y="1068"/>
                  </a:lnTo>
                  <a:lnTo>
                    <a:pt x="78" y="1068"/>
                  </a:lnTo>
                  <a:lnTo>
                    <a:pt x="77" y="1068"/>
                  </a:lnTo>
                  <a:lnTo>
                    <a:pt x="77" y="1068"/>
                  </a:lnTo>
                  <a:lnTo>
                    <a:pt x="77" y="1068"/>
                  </a:lnTo>
                  <a:lnTo>
                    <a:pt x="77" y="1069"/>
                  </a:lnTo>
                  <a:lnTo>
                    <a:pt x="76" y="1069"/>
                  </a:lnTo>
                  <a:lnTo>
                    <a:pt x="76" y="1069"/>
                  </a:lnTo>
                  <a:lnTo>
                    <a:pt x="76" y="1070"/>
                  </a:lnTo>
                  <a:lnTo>
                    <a:pt x="76" y="1069"/>
                  </a:lnTo>
                  <a:lnTo>
                    <a:pt x="75" y="1069"/>
                  </a:lnTo>
                  <a:lnTo>
                    <a:pt x="75" y="1070"/>
                  </a:lnTo>
                  <a:lnTo>
                    <a:pt x="74" y="1069"/>
                  </a:lnTo>
                  <a:lnTo>
                    <a:pt x="74" y="1070"/>
                  </a:lnTo>
                  <a:lnTo>
                    <a:pt x="74" y="1070"/>
                  </a:lnTo>
                  <a:lnTo>
                    <a:pt x="70" y="1070"/>
                  </a:lnTo>
                  <a:lnTo>
                    <a:pt x="70" y="1070"/>
                  </a:lnTo>
                  <a:lnTo>
                    <a:pt x="69" y="1070"/>
                  </a:lnTo>
                  <a:lnTo>
                    <a:pt x="69" y="1070"/>
                  </a:lnTo>
                  <a:lnTo>
                    <a:pt x="69" y="1070"/>
                  </a:lnTo>
                  <a:lnTo>
                    <a:pt x="70" y="1071"/>
                  </a:lnTo>
                  <a:lnTo>
                    <a:pt x="70" y="1071"/>
                  </a:lnTo>
                  <a:lnTo>
                    <a:pt x="70" y="1070"/>
                  </a:lnTo>
                  <a:lnTo>
                    <a:pt x="70" y="1070"/>
                  </a:lnTo>
                  <a:lnTo>
                    <a:pt x="71" y="1071"/>
                  </a:lnTo>
                  <a:lnTo>
                    <a:pt x="72" y="1071"/>
                  </a:lnTo>
                  <a:lnTo>
                    <a:pt x="72" y="1071"/>
                  </a:lnTo>
                  <a:lnTo>
                    <a:pt x="72" y="1071"/>
                  </a:lnTo>
                  <a:lnTo>
                    <a:pt x="73" y="1071"/>
                  </a:lnTo>
                  <a:lnTo>
                    <a:pt x="74" y="1070"/>
                  </a:lnTo>
                  <a:lnTo>
                    <a:pt x="74" y="1071"/>
                  </a:lnTo>
                  <a:lnTo>
                    <a:pt x="76" y="1071"/>
                  </a:lnTo>
                  <a:lnTo>
                    <a:pt x="76" y="1071"/>
                  </a:lnTo>
                  <a:lnTo>
                    <a:pt x="76" y="1070"/>
                  </a:lnTo>
                  <a:lnTo>
                    <a:pt x="77" y="1070"/>
                  </a:lnTo>
                  <a:lnTo>
                    <a:pt x="77" y="1070"/>
                  </a:lnTo>
                  <a:lnTo>
                    <a:pt x="78" y="1071"/>
                  </a:lnTo>
                  <a:lnTo>
                    <a:pt x="78" y="1071"/>
                  </a:lnTo>
                  <a:lnTo>
                    <a:pt x="79" y="1071"/>
                  </a:lnTo>
                  <a:lnTo>
                    <a:pt x="79" y="1071"/>
                  </a:lnTo>
                  <a:lnTo>
                    <a:pt x="80" y="1071"/>
                  </a:lnTo>
                  <a:lnTo>
                    <a:pt x="80" y="1071"/>
                  </a:lnTo>
                  <a:lnTo>
                    <a:pt x="80" y="1070"/>
                  </a:lnTo>
                  <a:lnTo>
                    <a:pt x="81" y="1071"/>
                  </a:lnTo>
                  <a:lnTo>
                    <a:pt x="81" y="1071"/>
                  </a:lnTo>
                  <a:lnTo>
                    <a:pt x="82" y="1071"/>
                  </a:lnTo>
                  <a:lnTo>
                    <a:pt x="82" y="1071"/>
                  </a:lnTo>
                  <a:lnTo>
                    <a:pt x="82" y="1071"/>
                  </a:lnTo>
                  <a:lnTo>
                    <a:pt x="83" y="1072"/>
                  </a:lnTo>
                  <a:lnTo>
                    <a:pt x="83" y="1072"/>
                  </a:lnTo>
                  <a:lnTo>
                    <a:pt x="84" y="1072"/>
                  </a:lnTo>
                  <a:lnTo>
                    <a:pt x="84" y="1072"/>
                  </a:lnTo>
                  <a:lnTo>
                    <a:pt x="85" y="1072"/>
                  </a:lnTo>
                  <a:lnTo>
                    <a:pt x="85" y="1072"/>
                  </a:lnTo>
                  <a:lnTo>
                    <a:pt x="85" y="1072"/>
                  </a:lnTo>
                  <a:lnTo>
                    <a:pt x="85" y="1071"/>
                  </a:lnTo>
                  <a:lnTo>
                    <a:pt x="84" y="1071"/>
                  </a:lnTo>
                  <a:lnTo>
                    <a:pt x="84" y="1070"/>
                  </a:lnTo>
                  <a:lnTo>
                    <a:pt x="85" y="1069"/>
                  </a:lnTo>
                  <a:lnTo>
                    <a:pt x="85" y="1070"/>
                  </a:lnTo>
                  <a:lnTo>
                    <a:pt x="85" y="1069"/>
                  </a:lnTo>
                  <a:lnTo>
                    <a:pt x="85" y="1069"/>
                  </a:lnTo>
                  <a:lnTo>
                    <a:pt x="86" y="1069"/>
                  </a:lnTo>
                  <a:lnTo>
                    <a:pt x="88" y="1069"/>
                  </a:lnTo>
                  <a:lnTo>
                    <a:pt x="88" y="1070"/>
                  </a:lnTo>
                  <a:lnTo>
                    <a:pt x="88" y="1070"/>
                  </a:lnTo>
                  <a:lnTo>
                    <a:pt x="89" y="1070"/>
                  </a:lnTo>
                  <a:lnTo>
                    <a:pt x="89" y="1070"/>
                  </a:lnTo>
                  <a:lnTo>
                    <a:pt x="89" y="1071"/>
                  </a:lnTo>
                  <a:lnTo>
                    <a:pt x="89" y="1071"/>
                  </a:lnTo>
                  <a:lnTo>
                    <a:pt x="90" y="1072"/>
                  </a:lnTo>
                  <a:lnTo>
                    <a:pt x="89" y="1072"/>
                  </a:lnTo>
                  <a:lnTo>
                    <a:pt x="89" y="1073"/>
                  </a:lnTo>
                  <a:lnTo>
                    <a:pt x="89" y="1073"/>
                  </a:lnTo>
                  <a:lnTo>
                    <a:pt x="89" y="1074"/>
                  </a:lnTo>
                  <a:lnTo>
                    <a:pt x="89" y="1074"/>
                  </a:lnTo>
                  <a:lnTo>
                    <a:pt x="89" y="1075"/>
                  </a:lnTo>
                  <a:lnTo>
                    <a:pt x="90" y="1075"/>
                  </a:lnTo>
                  <a:lnTo>
                    <a:pt x="90" y="1076"/>
                  </a:lnTo>
                  <a:lnTo>
                    <a:pt x="89" y="1076"/>
                  </a:lnTo>
                  <a:lnTo>
                    <a:pt x="89" y="1076"/>
                  </a:lnTo>
                  <a:lnTo>
                    <a:pt x="89" y="1076"/>
                  </a:lnTo>
                  <a:lnTo>
                    <a:pt x="89" y="1077"/>
                  </a:lnTo>
                  <a:lnTo>
                    <a:pt x="89" y="1077"/>
                  </a:lnTo>
                  <a:lnTo>
                    <a:pt x="89" y="1077"/>
                  </a:lnTo>
                  <a:lnTo>
                    <a:pt x="89" y="1077"/>
                  </a:lnTo>
                  <a:lnTo>
                    <a:pt x="89" y="1078"/>
                  </a:lnTo>
                  <a:lnTo>
                    <a:pt x="89" y="1078"/>
                  </a:lnTo>
                  <a:lnTo>
                    <a:pt x="89" y="1078"/>
                  </a:lnTo>
                  <a:lnTo>
                    <a:pt x="89" y="1079"/>
                  </a:lnTo>
                  <a:lnTo>
                    <a:pt x="89" y="1079"/>
                  </a:lnTo>
                  <a:lnTo>
                    <a:pt x="89" y="1079"/>
                  </a:lnTo>
                  <a:lnTo>
                    <a:pt x="88" y="1079"/>
                  </a:lnTo>
                  <a:lnTo>
                    <a:pt x="88" y="1079"/>
                  </a:lnTo>
                  <a:lnTo>
                    <a:pt x="88" y="1080"/>
                  </a:lnTo>
                  <a:lnTo>
                    <a:pt x="88" y="1081"/>
                  </a:lnTo>
                  <a:lnTo>
                    <a:pt x="87" y="1081"/>
                  </a:lnTo>
                  <a:lnTo>
                    <a:pt x="87" y="1081"/>
                  </a:lnTo>
                  <a:lnTo>
                    <a:pt x="88" y="1081"/>
                  </a:lnTo>
                  <a:lnTo>
                    <a:pt x="87" y="1082"/>
                  </a:lnTo>
                  <a:lnTo>
                    <a:pt x="88" y="1083"/>
                  </a:lnTo>
                  <a:lnTo>
                    <a:pt x="88" y="1083"/>
                  </a:lnTo>
                  <a:lnTo>
                    <a:pt x="87" y="1084"/>
                  </a:lnTo>
                  <a:lnTo>
                    <a:pt x="87" y="1084"/>
                  </a:lnTo>
                  <a:lnTo>
                    <a:pt x="87" y="1084"/>
                  </a:lnTo>
                  <a:lnTo>
                    <a:pt x="87" y="1084"/>
                  </a:lnTo>
                  <a:lnTo>
                    <a:pt x="86" y="1084"/>
                  </a:lnTo>
                  <a:lnTo>
                    <a:pt x="85" y="1084"/>
                  </a:lnTo>
                  <a:lnTo>
                    <a:pt x="85" y="1084"/>
                  </a:lnTo>
                  <a:lnTo>
                    <a:pt x="85" y="1084"/>
                  </a:lnTo>
                  <a:lnTo>
                    <a:pt x="85" y="1084"/>
                  </a:lnTo>
                  <a:lnTo>
                    <a:pt x="85" y="1084"/>
                  </a:lnTo>
                  <a:lnTo>
                    <a:pt x="85" y="1085"/>
                  </a:lnTo>
                  <a:lnTo>
                    <a:pt x="83" y="1084"/>
                  </a:lnTo>
                  <a:lnTo>
                    <a:pt x="82" y="1085"/>
                  </a:lnTo>
                  <a:lnTo>
                    <a:pt x="82" y="1084"/>
                  </a:lnTo>
                  <a:lnTo>
                    <a:pt x="82" y="1084"/>
                  </a:lnTo>
                  <a:lnTo>
                    <a:pt x="82" y="1084"/>
                  </a:lnTo>
                  <a:lnTo>
                    <a:pt x="81" y="1084"/>
                  </a:lnTo>
                  <a:lnTo>
                    <a:pt x="80" y="1084"/>
                  </a:lnTo>
                  <a:lnTo>
                    <a:pt x="80" y="1084"/>
                  </a:lnTo>
                  <a:lnTo>
                    <a:pt x="80" y="1084"/>
                  </a:lnTo>
                  <a:lnTo>
                    <a:pt x="80" y="1083"/>
                  </a:lnTo>
                  <a:lnTo>
                    <a:pt x="79" y="1083"/>
                  </a:lnTo>
                  <a:lnTo>
                    <a:pt x="79" y="1084"/>
                  </a:lnTo>
                  <a:lnTo>
                    <a:pt x="79" y="1084"/>
                  </a:lnTo>
                  <a:lnTo>
                    <a:pt x="79" y="1085"/>
                  </a:lnTo>
                  <a:lnTo>
                    <a:pt x="78" y="1085"/>
                  </a:lnTo>
                  <a:lnTo>
                    <a:pt x="78" y="1085"/>
                  </a:lnTo>
                  <a:lnTo>
                    <a:pt x="79" y="1085"/>
                  </a:lnTo>
                  <a:lnTo>
                    <a:pt x="79" y="1085"/>
                  </a:lnTo>
                  <a:lnTo>
                    <a:pt x="79" y="1085"/>
                  </a:lnTo>
                  <a:lnTo>
                    <a:pt x="78" y="1085"/>
                  </a:lnTo>
                  <a:lnTo>
                    <a:pt x="77" y="1084"/>
                  </a:lnTo>
                  <a:lnTo>
                    <a:pt x="76" y="1085"/>
                  </a:lnTo>
                  <a:lnTo>
                    <a:pt x="76" y="1085"/>
                  </a:lnTo>
                  <a:lnTo>
                    <a:pt x="76" y="1084"/>
                  </a:lnTo>
                  <a:lnTo>
                    <a:pt x="76" y="1085"/>
                  </a:lnTo>
                  <a:lnTo>
                    <a:pt x="75" y="1085"/>
                  </a:lnTo>
                  <a:lnTo>
                    <a:pt x="74" y="1084"/>
                  </a:lnTo>
                  <a:lnTo>
                    <a:pt x="74" y="1084"/>
                  </a:lnTo>
                  <a:lnTo>
                    <a:pt x="73" y="1085"/>
                  </a:lnTo>
                  <a:lnTo>
                    <a:pt x="72" y="1085"/>
                  </a:lnTo>
                  <a:lnTo>
                    <a:pt x="71" y="1085"/>
                  </a:lnTo>
                  <a:lnTo>
                    <a:pt x="70" y="1085"/>
                  </a:lnTo>
                  <a:lnTo>
                    <a:pt x="70" y="1084"/>
                  </a:lnTo>
                  <a:lnTo>
                    <a:pt x="68" y="1084"/>
                  </a:lnTo>
                  <a:lnTo>
                    <a:pt x="68" y="1084"/>
                  </a:lnTo>
                  <a:lnTo>
                    <a:pt x="67" y="1083"/>
                  </a:lnTo>
                  <a:lnTo>
                    <a:pt x="67" y="1083"/>
                  </a:lnTo>
                  <a:lnTo>
                    <a:pt x="67" y="1083"/>
                  </a:lnTo>
                  <a:lnTo>
                    <a:pt x="65" y="1083"/>
                  </a:lnTo>
                  <a:lnTo>
                    <a:pt x="65" y="1082"/>
                  </a:lnTo>
                  <a:lnTo>
                    <a:pt x="65" y="1082"/>
                  </a:lnTo>
                  <a:lnTo>
                    <a:pt x="66" y="1082"/>
                  </a:lnTo>
                  <a:lnTo>
                    <a:pt x="65" y="1082"/>
                  </a:lnTo>
                  <a:lnTo>
                    <a:pt x="64" y="1082"/>
                  </a:lnTo>
                  <a:lnTo>
                    <a:pt x="64" y="1082"/>
                  </a:lnTo>
                  <a:lnTo>
                    <a:pt x="63" y="1083"/>
                  </a:lnTo>
                  <a:lnTo>
                    <a:pt x="63" y="1083"/>
                  </a:lnTo>
                  <a:lnTo>
                    <a:pt x="62" y="1083"/>
                  </a:lnTo>
                  <a:lnTo>
                    <a:pt x="63" y="1084"/>
                  </a:lnTo>
                  <a:lnTo>
                    <a:pt x="62" y="1084"/>
                  </a:lnTo>
                  <a:lnTo>
                    <a:pt x="62" y="1083"/>
                  </a:lnTo>
                  <a:lnTo>
                    <a:pt x="62" y="1083"/>
                  </a:lnTo>
                  <a:lnTo>
                    <a:pt x="62" y="1083"/>
                  </a:lnTo>
                  <a:lnTo>
                    <a:pt x="62" y="1084"/>
                  </a:lnTo>
                  <a:lnTo>
                    <a:pt x="61" y="1084"/>
                  </a:lnTo>
                  <a:lnTo>
                    <a:pt x="61" y="1085"/>
                  </a:lnTo>
                  <a:lnTo>
                    <a:pt x="60" y="1085"/>
                  </a:lnTo>
                  <a:lnTo>
                    <a:pt x="60" y="1084"/>
                  </a:lnTo>
                  <a:lnTo>
                    <a:pt x="60" y="1084"/>
                  </a:lnTo>
                  <a:lnTo>
                    <a:pt x="60" y="1085"/>
                  </a:lnTo>
                  <a:lnTo>
                    <a:pt x="59" y="1085"/>
                  </a:lnTo>
                  <a:lnTo>
                    <a:pt x="59" y="1084"/>
                  </a:lnTo>
                  <a:lnTo>
                    <a:pt x="59" y="1084"/>
                  </a:lnTo>
                  <a:lnTo>
                    <a:pt x="59" y="1084"/>
                  </a:lnTo>
                  <a:lnTo>
                    <a:pt x="58" y="1084"/>
                  </a:lnTo>
                  <a:lnTo>
                    <a:pt x="58" y="1083"/>
                  </a:lnTo>
                  <a:lnTo>
                    <a:pt x="57" y="1083"/>
                  </a:lnTo>
                  <a:lnTo>
                    <a:pt x="57" y="1082"/>
                  </a:lnTo>
                  <a:lnTo>
                    <a:pt x="56" y="1082"/>
                  </a:lnTo>
                  <a:lnTo>
                    <a:pt x="56" y="1081"/>
                  </a:lnTo>
                  <a:lnTo>
                    <a:pt x="56" y="1080"/>
                  </a:lnTo>
                  <a:lnTo>
                    <a:pt x="57" y="1080"/>
                  </a:lnTo>
                  <a:lnTo>
                    <a:pt x="57" y="1081"/>
                  </a:lnTo>
                  <a:lnTo>
                    <a:pt x="58" y="1081"/>
                  </a:lnTo>
                  <a:lnTo>
                    <a:pt x="58" y="1080"/>
                  </a:lnTo>
                  <a:lnTo>
                    <a:pt x="57" y="1080"/>
                  </a:lnTo>
                  <a:lnTo>
                    <a:pt x="57" y="1080"/>
                  </a:lnTo>
                  <a:lnTo>
                    <a:pt x="57" y="1080"/>
                  </a:lnTo>
                  <a:lnTo>
                    <a:pt x="57" y="1079"/>
                  </a:lnTo>
                  <a:lnTo>
                    <a:pt x="57" y="1079"/>
                  </a:lnTo>
                  <a:lnTo>
                    <a:pt x="57" y="1079"/>
                  </a:lnTo>
                  <a:lnTo>
                    <a:pt x="58" y="1079"/>
                  </a:lnTo>
                  <a:lnTo>
                    <a:pt x="58" y="1078"/>
                  </a:lnTo>
                  <a:lnTo>
                    <a:pt x="58" y="1078"/>
                  </a:lnTo>
                  <a:lnTo>
                    <a:pt x="58" y="1077"/>
                  </a:lnTo>
                  <a:lnTo>
                    <a:pt x="57" y="1077"/>
                  </a:lnTo>
                  <a:lnTo>
                    <a:pt x="57" y="1076"/>
                  </a:lnTo>
                  <a:lnTo>
                    <a:pt x="58" y="1076"/>
                  </a:lnTo>
                  <a:lnTo>
                    <a:pt x="58" y="1076"/>
                  </a:lnTo>
                  <a:lnTo>
                    <a:pt x="57" y="1076"/>
                  </a:lnTo>
                  <a:lnTo>
                    <a:pt x="56" y="1076"/>
                  </a:lnTo>
                  <a:lnTo>
                    <a:pt x="56" y="1076"/>
                  </a:lnTo>
                  <a:lnTo>
                    <a:pt x="56" y="1076"/>
                  </a:lnTo>
                  <a:lnTo>
                    <a:pt x="55" y="1076"/>
                  </a:lnTo>
                  <a:lnTo>
                    <a:pt x="55" y="1075"/>
                  </a:lnTo>
                  <a:lnTo>
                    <a:pt x="55" y="1075"/>
                  </a:lnTo>
                  <a:lnTo>
                    <a:pt x="55" y="1075"/>
                  </a:lnTo>
                  <a:lnTo>
                    <a:pt x="54" y="1075"/>
                  </a:lnTo>
                  <a:lnTo>
                    <a:pt x="54" y="1074"/>
                  </a:lnTo>
                  <a:lnTo>
                    <a:pt x="54" y="1074"/>
                  </a:lnTo>
                  <a:lnTo>
                    <a:pt x="54" y="1073"/>
                  </a:lnTo>
                  <a:lnTo>
                    <a:pt x="54" y="1073"/>
                  </a:lnTo>
                  <a:lnTo>
                    <a:pt x="54" y="1072"/>
                  </a:lnTo>
                  <a:lnTo>
                    <a:pt x="54" y="1072"/>
                  </a:lnTo>
                  <a:lnTo>
                    <a:pt x="53" y="1072"/>
                  </a:lnTo>
                  <a:lnTo>
                    <a:pt x="52" y="1072"/>
                  </a:lnTo>
                  <a:lnTo>
                    <a:pt x="52" y="1071"/>
                  </a:lnTo>
                  <a:lnTo>
                    <a:pt x="53" y="1070"/>
                  </a:lnTo>
                  <a:lnTo>
                    <a:pt x="52" y="1070"/>
                  </a:lnTo>
                  <a:lnTo>
                    <a:pt x="54" y="1070"/>
                  </a:lnTo>
                  <a:lnTo>
                    <a:pt x="54" y="1071"/>
                  </a:lnTo>
                  <a:lnTo>
                    <a:pt x="54" y="1071"/>
                  </a:lnTo>
                  <a:lnTo>
                    <a:pt x="54" y="1070"/>
                  </a:lnTo>
                  <a:lnTo>
                    <a:pt x="54" y="1070"/>
                  </a:lnTo>
                  <a:lnTo>
                    <a:pt x="54" y="1070"/>
                  </a:lnTo>
                  <a:lnTo>
                    <a:pt x="54" y="1070"/>
                  </a:lnTo>
                  <a:lnTo>
                    <a:pt x="53" y="1070"/>
                  </a:lnTo>
                  <a:lnTo>
                    <a:pt x="52" y="1070"/>
                  </a:lnTo>
                  <a:lnTo>
                    <a:pt x="51" y="1070"/>
                  </a:lnTo>
                  <a:lnTo>
                    <a:pt x="50" y="1069"/>
                  </a:lnTo>
                  <a:lnTo>
                    <a:pt x="50" y="1069"/>
                  </a:lnTo>
                  <a:lnTo>
                    <a:pt x="50" y="1069"/>
                  </a:lnTo>
                  <a:lnTo>
                    <a:pt x="50" y="1068"/>
                  </a:lnTo>
                  <a:lnTo>
                    <a:pt x="50" y="1068"/>
                  </a:lnTo>
                  <a:lnTo>
                    <a:pt x="49" y="1068"/>
                  </a:lnTo>
                  <a:lnTo>
                    <a:pt x="49" y="1068"/>
                  </a:lnTo>
                  <a:lnTo>
                    <a:pt x="48" y="1068"/>
                  </a:lnTo>
                  <a:lnTo>
                    <a:pt x="47" y="1067"/>
                  </a:lnTo>
                  <a:lnTo>
                    <a:pt x="46" y="1067"/>
                  </a:lnTo>
                  <a:lnTo>
                    <a:pt x="46" y="1066"/>
                  </a:lnTo>
                  <a:lnTo>
                    <a:pt x="45" y="1066"/>
                  </a:lnTo>
                  <a:lnTo>
                    <a:pt x="43" y="1063"/>
                  </a:lnTo>
                  <a:lnTo>
                    <a:pt x="41" y="1062"/>
                  </a:lnTo>
                  <a:lnTo>
                    <a:pt x="42" y="1062"/>
                  </a:lnTo>
                  <a:lnTo>
                    <a:pt x="41" y="1061"/>
                  </a:lnTo>
                  <a:lnTo>
                    <a:pt x="41" y="1061"/>
                  </a:lnTo>
                  <a:lnTo>
                    <a:pt x="41" y="1061"/>
                  </a:lnTo>
                  <a:lnTo>
                    <a:pt x="41" y="1061"/>
                  </a:lnTo>
                  <a:lnTo>
                    <a:pt x="41" y="1060"/>
                  </a:lnTo>
                  <a:lnTo>
                    <a:pt x="40" y="1060"/>
                  </a:lnTo>
                  <a:lnTo>
                    <a:pt x="39" y="1060"/>
                  </a:lnTo>
                  <a:lnTo>
                    <a:pt x="39" y="1059"/>
                  </a:lnTo>
                  <a:lnTo>
                    <a:pt x="39" y="1059"/>
                  </a:lnTo>
                  <a:lnTo>
                    <a:pt x="39" y="1060"/>
                  </a:lnTo>
                  <a:lnTo>
                    <a:pt x="39" y="1060"/>
                  </a:lnTo>
                  <a:lnTo>
                    <a:pt x="39" y="1061"/>
                  </a:lnTo>
                  <a:lnTo>
                    <a:pt x="39" y="1061"/>
                  </a:lnTo>
                  <a:lnTo>
                    <a:pt x="40" y="1061"/>
                  </a:lnTo>
                  <a:lnTo>
                    <a:pt x="40" y="1062"/>
                  </a:lnTo>
                  <a:lnTo>
                    <a:pt x="40" y="1062"/>
                  </a:lnTo>
                  <a:lnTo>
                    <a:pt x="40" y="1063"/>
                  </a:lnTo>
                  <a:lnTo>
                    <a:pt x="40" y="1063"/>
                  </a:lnTo>
                  <a:lnTo>
                    <a:pt x="39" y="1063"/>
                  </a:lnTo>
                  <a:lnTo>
                    <a:pt x="38" y="1063"/>
                  </a:lnTo>
                  <a:lnTo>
                    <a:pt x="38" y="1064"/>
                  </a:lnTo>
                  <a:lnTo>
                    <a:pt x="38" y="1064"/>
                  </a:lnTo>
                  <a:lnTo>
                    <a:pt x="37" y="1065"/>
                  </a:lnTo>
                  <a:lnTo>
                    <a:pt x="37" y="1065"/>
                  </a:lnTo>
                  <a:lnTo>
                    <a:pt x="37" y="1065"/>
                  </a:lnTo>
                  <a:lnTo>
                    <a:pt x="35" y="1065"/>
                  </a:lnTo>
                  <a:lnTo>
                    <a:pt x="35" y="1066"/>
                  </a:lnTo>
                  <a:lnTo>
                    <a:pt x="35" y="1066"/>
                  </a:lnTo>
                  <a:lnTo>
                    <a:pt x="35" y="1067"/>
                  </a:lnTo>
                  <a:lnTo>
                    <a:pt x="34" y="1067"/>
                  </a:lnTo>
                  <a:lnTo>
                    <a:pt x="33" y="1066"/>
                  </a:lnTo>
                  <a:lnTo>
                    <a:pt x="32" y="1066"/>
                  </a:lnTo>
                  <a:lnTo>
                    <a:pt x="32" y="1066"/>
                  </a:lnTo>
                  <a:lnTo>
                    <a:pt x="31" y="1066"/>
                  </a:lnTo>
                  <a:lnTo>
                    <a:pt x="30" y="1066"/>
                  </a:lnTo>
                  <a:lnTo>
                    <a:pt x="30" y="1066"/>
                  </a:lnTo>
                  <a:lnTo>
                    <a:pt x="31" y="1066"/>
                  </a:lnTo>
                  <a:lnTo>
                    <a:pt x="31" y="1065"/>
                  </a:lnTo>
                  <a:lnTo>
                    <a:pt x="31" y="1065"/>
                  </a:lnTo>
                  <a:lnTo>
                    <a:pt x="31" y="1064"/>
                  </a:lnTo>
                  <a:lnTo>
                    <a:pt x="31" y="1063"/>
                  </a:lnTo>
                  <a:lnTo>
                    <a:pt x="31" y="1063"/>
                  </a:lnTo>
                  <a:lnTo>
                    <a:pt x="31" y="1063"/>
                  </a:lnTo>
                  <a:lnTo>
                    <a:pt x="30" y="1063"/>
                  </a:lnTo>
                  <a:lnTo>
                    <a:pt x="30" y="1062"/>
                  </a:lnTo>
                  <a:lnTo>
                    <a:pt x="29" y="1062"/>
                  </a:lnTo>
                  <a:lnTo>
                    <a:pt x="29" y="1061"/>
                  </a:lnTo>
                  <a:lnTo>
                    <a:pt x="29" y="1061"/>
                  </a:lnTo>
                  <a:lnTo>
                    <a:pt x="29" y="1061"/>
                  </a:lnTo>
                  <a:lnTo>
                    <a:pt x="29" y="1060"/>
                  </a:lnTo>
                  <a:lnTo>
                    <a:pt x="28" y="1061"/>
                  </a:lnTo>
                  <a:lnTo>
                    <a:pt x="28" y="1061"/>
                  </a:lnTo>
                  <a:lnTo>
                    <a:pt x="27" y="1061"/>
                  </a:lnTo>
                  <a:lnTo>
                    <a:pt x="28" y="1060"/>
                  </a:lnTo>
                  <a:lnTo>
                    <a:pt x="28" y="1059"/>
                  </a:lnTo>
                  <a:lnTo>
                    <a:pt x="25" y="1059"/>
                  </a:lnTo>
                  <a:lnTo>
                    <a:pt x="24" y="1059"/>
                  </a:lnTo>
                  <a:lnTo>
                    <a:pt x="24" y="1059"/>
                  </a:lnTo>
                  <a:lnTo>
                    <a:pt x="24" y="1059"/>
                  </a:lnTo>
                  <a:lnTo>
                    <a:pt x="24" y="1059"/>
                  </a:lnTo>
                  <a:lnTo>
                    <a:pt x="24" y="1059"/>
                  </a:lnTo>
                  <a:lnTo>
                    <a:pt x="24" y="1059"/>
                  </a:lnTo>
                  <a:lnTo>
                    <a:pt x="24" y="1059"/>
                  </a:lnTo>
                  <a:lnTo>
                    <a:pt x="24" y="1059"/>
                  </a:lnTo>
                  <a:lnTo>
                    <a:pt x="24" y="1058"/>
                  </a:lnTo>
                  <a:lnTo>
                    <a:pt x="24" y="1058"/>
                  </a:lnTo>
                  <a:lnTo>
                    <a:pt x="23" y="1057"/>
                  </a:lnTo>
                  <a:lnTo>
                    <a:pt x="23" y="1057"/>
                  </a:lnTo>
                  <a:lnTo>
                    <a:pt x="23" y="1056"/>
                  </a:lnTo>
                  <a:lnTo>
                    <a:pt x="22" y="1055"/>
                  </a:lnTo>
                  <a:lnTo>
                    <a:pt x="22" y="1055"/>
                  </a:lnTo>
                  <a:lnTo>
                    <a:pt x="21" y="1055"/>
                  </a:lnTo>
                  <a:lnTo>
                    <a:pt x="21" y="1056"/>
                  </a:lnTo>
                  <a:lnTo>
                    <a:pt x="20" y="1056"/>
                  </a:lnTo>
                  <a:lnTo>
                    <a:pt x="20" y="1055"/>
                  </a:lnTo>
                  <a:lnTo>
                    <a:pt x="20" y="1055"/>
                  </a:lnTo>
                  <a:lnTo>
                    <a:pt x="20" y="1055"/>
                  </a:lnTo>
                  <a:lnTo>
                    <a:pt x="20" y="1054"/>
                  </a:lnTo>
                  <a:lnTo>
                    <a:pt x="20" y="1054"/>
                  </a:lnTo>
                  <a:lnTo>
                    <a:pt x="21" y="1054"/>
                  </a:lnTo>
                  <a:lnTo>
                    <a:pt x="21" y="1053"/>
                  </a:lnTo>
                  <a:lnTo>
                    <a:pt x="22" y="1053"/>
                  </a:lnTo>
                  <a:lnTo>
                    <a:pt x="22" y="1052"/>
                  </a:lnTo>
                  <a:lnTo>
                    <a:pt x="21" y="1052"/>
                  </a:lnTo>
                  <a:lnTo>
                    <a:pt x="21" y="1052"/>
                  </a:lnTo>
                  <a:lnTo>
                    <a:pt x="22" y="1051"/>
                  </a:lnTo>
                  <a:lnTo>
                    <a:pt x="22" y="1051"/>
                  </a:lnTo>
                  <a:lnTo>
                    <a:pt x="22" y="1052"/>
                  </a:lnTo>
                  <a:lnTo>
                    <a:pt x="23" y="1052"/>
                  </a:lnTo>
                  <a:lnTo>
                    <a:pt x="23" y="1052"/>
                  </a:lnTo>
                  <a:lnTo>
                    <a:pt x="23" y="1052"/>
                  </a:lnTo>
                  <a:lnTo>
                    <a:pt x="23" y="1054"/>
                  </a:lnTo>
                  <a:lnTo>
                    <a:pt x="24" y="1055"/>
                  </a:lnTo>
                  <a:lnTo>
                    <a:pt x="24" y="1055"/>
                  </a:lnTo>
                  <a:lnTo>
                    <a:pt x="24" y="1055"/>
                  </a:lnTo>
                  <a:lnTo>
                    <a:pt x="24" y="1055"/>
                  </a:lnTo>
                  <a:lnTo>
                    <a:pt x="25" y="1055"/>
                  </a:lnTo>
                  <a:lnTo>
                    <a:pt x="25" y="1055"/>
                  </a:lnTo>
                  <a:lnTo>
                    <a:pt x="25" y="1055"/>
                  </a:lnTo>
                  <a:lnTo>
                    <a:pt x="25" y="1054"/>
                  </a:lnTo>
                  <a:lnTo>
                    <a:pt x="25" y="1054"/>
                  </a:lnTo>
                  <a:lnTo>
                    <a:pt x="25" y="1053"/>
                  </a:lnTo>
                  <a:lnTo>
                    <a:pt x="24" y="1053"/>
                  </a:lnTo>
                  <a:lnTo>
                    <a:pt x="24" y="1053"/>
                  </a:lnTo>
                  <a:lnTo>
                    <a:pt x="24" y="1052"/>
                  </a:lnTo>
                  <a:lnTo>
                    <a:pt x="24" y="1052"/>
                  </a:lnTo>
                  <a:lnTo>
                    <a:pt x="25" y="1052"/>
                  </a:lnTo>
                  <a:lnTo>
                    <a:pt x="25" y="1052"/>
                  </a:lnTo>
                  <a:lnTo>
                    <a:pt x="25" y="1052"/>
                  </a:lnTo>
                  <a:lnTo>
                    <a:pt x="26" y="1051"/>
                  </a:lnTo>
                  <a:lnTo>
                    <a:pt x="25" y="1050"/>
                  </a:lnTo>
                  <a:lnTo>
                    <a:pt x="26" y="1050"/>
                  </a:lnTo>
                  <a:lnTo>
                    <a:pt x="25" y="1050"/>
                  </a:lnTo>
                  <a:lnTo>
                    <a:pt x="24" y="1049"/>
                  </a:lnTo>
                  <a:lnTo>
                    <a:pt x="24" y="1049"/>
                  </a:lnTo>
                  <a:lnTo>
                    <a:pt x="24" y="1049"/>
                  </a:lnTo>
                  <a:lnTo>
                    <a:pt x="24" y="1050"/>
                  </a:lnTo>
                  <a:lnTo>
                    <a:pt x="24" y="1049"/>
                  </a:lnTo>
                  <a:lnTo>
                    <a:pt x="24" y="1049"/>
                  </a:lnTo>
                  <a:lnTo>
                    <a:pt x="24" y="1048"/>
                  </a:lnTo>
                  <a:lnTo>
                    <a:pt x="24" y="1048"/>
                  </a:lnTo>
                  <a:lnTo>
                    <a:pt x="25" y="1048"/>
                  </a:lnTo>
                  <a:lnTo>
                    <a:pt x="25" y="1048"/>
                  </a:lnTo>
                  <a:lnTo>
                    <a:pt x="26" y="1048"/>
                  </a:lnTo>
                  <a:lnTo>
                    <a:pt x="26" y="1047"/>
                  </a:lnTo>
                  <a:lnTo>
                    <a:pt x="26" y="1047"/>
                  </a:lnTo>
                  <a:lnTo>
                    <a:pt x="26" y="1047"/>
                  </a:lnTo>
                  <a:lnTo>
                    <a:pt x="26" y="1047"/>
                  </a:lnTo>
                  <a:lnTo>
                    <a:pt x="26" y="1046"/>
                  </a:lnTo>
                  <a:lnTo>
                    <a:pt x="28" y="1047"/>
                  </a:lnTo>
                  <a:lnTo>
                    <a:pt x="28" y="1047"/>
                  </a:lnTo>
                  <a:lnTo>
                    <a:pt x="28" y="1046"/>
                  </a:lnTo>
                  <a:lnTo>
                    <a:pt x="28" y="1046"/>
                  </a:lnTo>
                  <a:lnTo>
                    <a:pt x="28" y="1046"/>
                  </a:lnTo>
                  <a:lnTo>
                    <a:pt x="28" y="1046"/>
                  </a:lnTo>
                  <a:lnTo>
                    <a:pt x="28" y="1045"/>
                  </a:lnTo>
                  <a:lnTo>
                    <a:pt x="28" y="1044"/>
                  </a:lnTo>
                  <a:lnTo>
                    <a:pt x="28" y="1044"/>
                  </a:lnTo>
                  <a:lnTo>
                    <a:pt x="28" y="1044"/>
                  </a:lnTo>
                  <a:lnTo>
                    <a:pt x="28" y="1043"/>
                  </a:lnTo>
                  <a:lnTo>
                    <a:pt x="28" y="1043"/>
                  </a:lnTo>
                  <a:lnTo>
                    <a:pt x="28" y="1043"/>
                  </a:lnTo>
                  <a:lnTo>
                    <a:pt x="28" y="1042"/>
                  </a:lnTo>
                  <a:lnTo>
                    <a:pt x="29" y="1042"/>
                  </a:lnTo>
                  <a:lnTo>
                    <a:pt x="30" y="1041"/>
                  </a:lnTo>
                  <a:lnTo>
                    <a:pt x="29" y="1041"/>
                  </a:lnTo>
                  <a:lnTo>
                    <a:pt x="29" y="1039"/>
                  </a:lnTo>
                  <a:lnTo>
                    <a:pt x="30" y="1039"/>
                  </a:lnTo>
                  <a:lnTo>
                    <a:pt x="30" y="1040"/>
                  </a:lnTo>
                  <a:lnTo>
                    <a:pt x="31" y="1040"/>
                  </a:lnTo>
                  <a:lnTo>
                    <a:pt x="30" y="1039"/>
                  </a:lnTo>
                  <a:lnTo>
                    <a:pt x="30" y="1039"/>
                  </a:lnTo>
                  <a:lnTo>
                    <a:pt x="30" y="1039"/>
                  </a:lnTo>
                  <a:lnTo>
                    <a:pt x="30" y="1038"/>
                  </a:lnTo>
                  <a:lnTo>
                    <a:pt x="29" y="1037"/>
                  </a:lnTo>
                  <a:lnTo>
                    <a:pt x="29" y="1037"/>
                  </a:lnTo>
                  <a:lnTo>
                    <a:pt x="29" y="1037"/>
                  </a:lnTo>
                  <a:lnTo>
                    <a:pt x="29" y="1037"/>
                  </a:lnTo>
                  <a:lnTo>
                    <a:pt x="30" y="1037"/>
                  </a:lnTo>
                  <a:lnTo>
                    <a:pt x="31" y="1037"/>
                  </a:lnTo>
                  <a:lnTo>
                    <a:pt x="30" y="1037"/>
                  </a:lnTo>
                  <a:lnTo>
                    <a:pt x="31" y="1037"/>
                  </a:lnTo>
                  <a:lnTo>
                    <a:pt x="31" y="1036"/>
                  </a:lnTo>
                  <a:lnTo>
                    <a:pt x="32" y="1036"/>
                  </a:lnTo>
                  <a:lnTo>
                    <a:pt x="33" y="1036"/>
                  </a:lnTo>
                  <a:lnTo>
                    <a:pt x="33" y="1037"/>
                  </a:lnTo>
                  <a:lnTo>
                    <a:pt x="33" y="1037"/>
                  </a:lnTo>
                  <a:lnTo>
                    <a:pt x="33" y="1037"/>
                  </a:lnTo>
                  <a:lnTo>
                    <a:pt x="34" y="1037"/>
                  </a:lnTo>
                  <a:lnTo>
                    <a:pt x="34" y="1037"/>
                  </a:lnTo>
                  <a:lnTo>
                    <a:pt x="34" y="1037"/>
                  </a:lnTo>
                  <a:lnTo>
                    <a:pt x="34" y="1037"/>
                  </a:lnTo>
                  <a:lnTo>
                    <a:pt x="34" y="1037"/>
                  </a:lnTo>
                  <a:lnTo>
                    <a:pt x="35" y="1037"/>
                  </a:lnTo>
                  <a:lnTo>
                    <a:pt x="36" y="1037"/>
                  </a:lnTo>
                  <a:lnTo>
                    <a:pt x="35" y="1037"/>
                  </a:lnTo>
                  <a:lnTo>
                    <a:pt x="35" y="1036"/>
                  </a:lnTo>
                  <a:lnTo>
                    <a:pt x="37" y="1036"/>
                  </a:lnTo>
                  <a:lnTo>
                    <a:pt x="37" y="1036"/>
                  </a:lnTo>
                  <a:lnTo>
                    <a:pt x="37" y="1036"/>
                  </a:lnTo>
                  <a:lnTo>
                    <a:pt x="37" y="1036"/>
                  </a:lnTo>
                  <a:lnTo>
                    <a:pt x="37" y="1037"/>
                  </a:lnTo>
                  <a:lnTo>
                    <a:pt x="39" y="1039"/>
                  </a:lnTo>
                  <a:lnTo>
                    <a:pt x="40" y="1039"/>
                  </a:lnTo>
                  <a:lnTo>
                    <a:pt x="41" y="1040"/>
                  </a:lnTo>
                  <a:lnTo>
                    <a:pt x="41" y="1040"/>
                  </a:lnTo>
                  <a:lnTo>
                    <a:pt x="41" y="1039"/>
                  </a:lnTo>
                  <a:lnTo>
                    <a:pt x="40" y="1039"/>
                  </a:lnTo>
                  <a:lnTo>
                    <a:pt x="40" y="1039"/>
                  </a:lnTo>
                  <a:lnTo>
                    <a:pt x="41" y="1039"/>
                  </a:lnTo>
                  <a:lnTo>
                    <a:pt x="42" y="1039"/>
                  </a:lnTo>
                  <a:lnTo>
                    <a:pt x="42" y="1040"/>
                  </a:lnTo>
                  <a:lnTo>
                    <a:pt x="41" y="1041"/>
                  </a:lnTo>
                  <a:lnTo>
                    <a:pt x="41" y="1041"/>
                  </a:lnTo>
                  <a:lnTo>
                    <a:pt x="41" y="1041"/>
                  </a:lnTo>
                  <a:lnTo>
                    <a:pt x="43" y="1042"/>
                  </a:lnTo>
                  <a:lnTo>
                    <a:pt x="42" y="1041"/>
                  </a:lnTo>
                  <a:lnTo>
                    <a:pt x="43" y="1042"/>
                  </a:lnTo>
                  <a:lnTo>
                    <a:pt x="44" y="1042"/>
                  </a:lnTo>
                  <a:lnTo>
                    <a:pt x="45" y="1041"/>
                  </a:lnTo>
                  <a:lnTo>
                    <a:pt x="46" y="1041"/>
                  </a:lnTo>
                  <a:lnTo>
                    <a:pt x="46" y="1042"/>
                  </a:lnTo>
                  <a:lnTo>
                    <a:pt x="46" y="1042"/>
                  </a:lnTo>
                  <a:lnTo>
                    <a:pt x="45" y="1042"/>
                  </a:lnTo>
                  <a:lnTo>
                    <a:pt x="44" y="1042"/>
                  </a:lnTo>
                  <a:lnTo>
                    <a:pt x="44" y="1042"/>
                  </a:lnTo>
                  <a:lnTo>
                    <a:pt x="44" y="1042"/>
                  </a:lnTo>
                  <a:lnTo>
                    <a:pt x="43" y="1042"/>
                  </a:lnTo>
                  <a:lnTo>
                    <a:pt x="44" y="1042"/>
                  </a:lnTo>
                  <a:lnTo>
                    <a:pt x="43" y="1042"/>
                  </a:lnTo>
                  <a:lnTo>
                    <a:pt x="43" y="1043"/>
                  </a:lnTo>
                  <a:lnTo>
                    <a:pt x="44" y="1043"/>
                  </a:lnTo>
                  <a:lnTo>
                    <a:pt x="44" y="1043"/>
                  </a:lnTo>
                  <a:lnTo>
                    <a:pt x="46" y="1044"/>
                  </a:lnTo>
                  <a:lnTo>
                    <a:pt x="46" y="1044"/>
                  </a:lnTo>
                  <a:lnTo>
                    <a:pt x="46" y="1044"/>
                  </a:lnTo>
                  <a:lnTo>
                    <a:pt x="46" y="1045"/>
                  </a:lnTo>
                  <a:lnTo>
                    <a:pt x="47" y="1045"/>
                  </a:lnTo>
                  <a:lnTo>
                    <a:pt x="48" y="1044"/>
                  </a:lnTo>
                  <a:lnTo>
                    <a:pt x="49" y="1043"/>
                  </a:lnTo>
                  <a:lnTo>
                    <a:pt x="49" y="1042"/>
                  </a:lnTo>
                  <a:lnTo>
                    <a:pt x="49" y="1042"/>
                  </a:lnTo>
                  <a:lnTo>
                    <a:pt x="49" y="1042"/>
                  </a:lnTo>
                  <a:lnTo>
                    <a:pt x="49" y="1041"/>
                  </a:lnTo>
                  <a:lnTo>
                    <a:pt x="50" y="1040"/>
                  </a:lnTo>
                  <a:lnTo>
                    <a:pt x="50" y="1039"/>
                  </a:lnTo>
                  <a:lnTo>
                    <a:pt x="50" y="1037"/>
                  </a:lnTo>
                  <a:lnTo>
                    <a:pt x="49" y="1037"/>
                  </a:lnTo>
                  <a:lnTo>
                    <a:pt x="49" y="1037"/>
                  </a:lnTo>
                  <a:lnTo>
                    <a:pt x="50" y="1037"/>
                  </a:lnTo>
                  <a:lnTo>
                    <a:pt x="53" y="1036"/>
                  </a:lnTo>
                  <a:lnTo>
                    <a:pt x="55" y="1034"/>
                  </a:lnTo>
                  <a:lnTo>
                    <a:pt x="56" y="1033"/>
                  </a:lnTo>
                  <a:lnTo>
                    <a:pt x="56" y="1032"/>
                  </a:lnTo>
                  <a:lnTo>
                    <a:pt x="55" y="1031"/>
                  </a:lnTo>
                  <a:lnTo>
                    <a:pt x="54" y="1031"/>
                  </a:lnTo>
                  <a:lnTo>
                    <a:pt x="54" y="1032"/>
                  </a:lnTo>
                  <a:lnTo>
                    <a:pt x="54" y="1032"/>
                  </a:lnTo>
                  <a:lnTo>
                    <a:pt x="54" y="1032"/>
                  </a:lnTo>
                  <a:lnTo>
                    <a:pt x="54" y="1031"/>
                  </a:lnTo>
                  <a:lnTo>
                    <a:pt x="54" y="1031"/>
                  </a:lnTo>
                  <a:lnTo>
                    <a:pt x="54" y="1030"/>
                  </a:lnTo>
                  <a:lnTo>
                    <a:pt x="54" y="1030"/>
                  </a:lnTo>
                  <a:lnTo>
                    <a:pt x="54" y="1030"/>
                  </a:lnTo>
                  <a:lnTo>
                    <a:pt x="55" y="1031"/>
                  </a:lnTo>
                  <a:lnTo>
                    <a:pt x="56" y="1030"/>
                  </a:lnTo>
                  <a:lnTo>
                    <a:pt x="56" y="1029"/>
                  </a:lnTo>
                  <a:lnTo>
                    <a:pt x="56" y="1029"/>
                  </a:lnTo>
                  <a:lnTo>
                    <a:pt x="56" y="1029"/>
                  </a:lnTo>
                  <a:lnTo>
                    <a:pt x="57" y="1029"/>
                  </a:lnTo>
                  <a:lnTo>
                    <a:pt x="57" y="1029"/>
                  </a:lnTo>
                  <a:lnTo>
                    <a:pt x="57" y="1029"/>
                  </a:lnTo>
                  <a:lnTo>
                    <a:pt x="58" y="1029"/>
                  </a:lnTo>
                  <a:lnTo>
                    <a:pt x="58" y="1028"/>
                  </a:lnTo>
                  <a:lnTo>
                    <a:pt x="58" y="1028"/>
                  </a:lnTo>
                  <a:lnTo>
                    <a:pt x="58" y="1028"/>
                  </a:lnTo>
                  <a:lnTo>
                    <a:pt x="59" y="1027"/>
                  </a:lnTo>
                  <a:lnTo>
                    <a:pt x="59" y="1026"/>
                  </a:lnTo>
                  <a:lnTo>
                    <a:pt x="59" y="1027"/>
                  </a:lnTo>
                  <a:lnTo>
                    <a:pt x="60" y="1028"/>
                  </a:lnTo>
                  <a:lnTo>
                    <a:pt x="60" y="1029"/>
                  </a:lnTo>
                  <a:lnTo>
                    <a:pt x="60" y="1029"/>
                  </a:lnTo>
                  <a:lnTo>
                    <a:pt x="59" y="1029"/>
                  </a:lnTo>
                  <a:lnTo>
                    <a:pt x="59" y="1029"/>
                  </a:lnTo>
                  <a:lnTo>
                    <a:pt x="58" y="1030"/>
                  </a:lnTo>
                  <a:lnTo>
                    <a:pt x="58" y="1032"/>
                  </a:lnTo>
                  <a:lnTo>
                    <a:pt x="58" y="1033"/>
                  </a:lnTo>
                  <a:lnTo>
                    <a:pt x="58" y="1033"/>
                  </a:lnTo>
                  <a:lnTo>
                    <a:pt x="56" y="1035"/>
                  </a:lnTo>
                  <a:lnTo>
                    <a:pt x="56" y="1036"/>
                  </a:lnTo>
                  <a:lnTo>
                    <a:pt x="55" y="1036"/>
                  </a:lnTo>
                  <a:lnTo>
                    <a:pt x="55" y="1037"/>
                  </a:lnTo>
                  <a:lnTo>
                    <a:pt x="55" y="1037"/>
                  </a:lnTo>
                  <a:lnTo>
                    <a:pt x="56" y="1037"/>
                  </a:lnTo>
                  <a:lnTo>
                    <a:pt x="57" y="1037"/>
                  </a:lnTo>
                  <a:lnTo>
                    <a:pt x="57" y="1038"/>
                  </a:lnTo>
                  <a:lnTo>
                    <a:pt x="58" y="1038"/>
                  </a:lnTo>
                  <a:lnTo>
                    <a:pt x="58" y="1038"/>
                  </a:lnTo>
                  <a:lnTo>
                    <a:pt x="58" y="1037"/>
                  </a:lnTo>
                  <a:lnTo>
                    <a:pt x="59" y="1037"/>
                  </a:lnTo>
                  <a:lnTo>
                    <a:pt x="59" y="1037"/>
                  </a:lnTo>
                  <a:lnTo>
                    <a:pt x="59" y="1037"/>
                  </a:lnTo>
                  <a:lnTo>
                    <a:pt x="59" y="1038"/>
                  </a:lnTo>
                  <a:lnTo>
                    <a:pt x="59" y="1038"/>
                  </a:lnTo>
                  <a:lnTo>
                    <a:pt x="60" y="1038"/>
                  </a:lnTo>
                  <a:lnTo>
                    <a:pt x="60" y="1039"/>
                  </a:lnTo>
                  <a:lnTo>
                    <a:pt x="61" y="1039"/>
                  </a:lnTo>
                  <a:lnTo>
                    <a:pt x="61" y="1038"/>
                  </a:lnTo>
                  <a:lnTo>
                    <a:pt x="61" y="1039"/>
                  </a:lnTo>
                  <a:lnTo>
                    <a:pt x="61" y="1038"/>
                  </a:lnTo>
                  <a:lnTo>
                    <a:pt x="61" y="1039"/>
                  </a:lnTo>
                  <a:lnTo>
                    <a:pt x="63" y="1039"/>
                  </a:lnTo>
                  <a:lnTo>
                    <a:pt x="63" y="1039"/>
                  </a:lnTo>
                  <a:lnTo>
                    <a:pt x="63" y="1039"/>
                  </a:lnTo>
                  <a:lnTo>
                    <a:pt x="63" y="1039"/>
                  </a:lnTo>
                  <a:lnTo>
                    <a:pt x="63" y="1040"/>
                  </a:lnTo>
                  <a:lnTo>
                    <a:pt x="63" y="1040"/>
                  </a:lnTo>
                  <a:lnTo>
                    <a:pt x="63" y="1041"/>
                  </a:lnTo>
                  <a:lnTo>
                    <a:pt x="63" y="1041"/>
                  </a:lnTo>
                  <a:lnTo>
                    <a:pt x="63" y="1042"/>
                  </a:lnTo>
                  <a:lnTo>
                    <a:pt x="63" y="1042"/>
                  </a:lnTo>
                  <a:lnTo>
                    <a:pt x="63" y="1042"/>
                  </a:lnTo>
                  <a:lnTo>
                    <a:pt x="63" y="1042"/>
                  </a:lnTo>
                  <a:lnTo>
                    <a:pt x="63" y="1042"/>
                  </a:lnTo>
                  <a:lnTo>
                    <a:pt x="63" y="1042"/>
                  </a:lnTo>
                  <a:lnTo>
                    <a:pt x="63" y="1042"/>
                  </a:lnTo>
                  <a:lnTo>
                    <a:pt x="64" y="1042"/>
                  </a:lnTo>
                  <a:lnTo>
                    <a:pt x="64" y="1042"/>
                  </a:lnTo>
                  <a:lnTo>
                    <a:pt x="64" y="1042"/>
                  </a:lnTo>
                  <a:lnTo>
                    <a:pt x="63" y="1041"/>
                  </a:lnTo>
                  <a:lnTo>
                    <a:pt x="64" y="1041"/>
                  </a:lnTo>
                  <a:lnTo>
                    <a:pt x="65" y="1041"/>
                  </a:lnTo>
                  <a:lnTo>
                    <a:pt x="65" y="1041"/>
                  </a:lnTo>
                  <a:lnTo>
                    <a:pt x="64" y="1040"/>
                  </a:lnTo>
                  <a:lnTo>
                    <a:pt x="64" y="1040"/>
                  </a:lnTo>
                  <a:lnTo>
                    <a:pt x="63" y="1040"/>
                  </a:lnTo>
                  <a:lnTo>
                    <a:pt x="64" y="1039"/>
                  </a:lnTo>
                  <a:lnTo>
                    <a:pt x="64" y="1039"/>
                  </a:lnTo>
                  <a:lnTo>
                    <a:pt x="64" y="1040"/>
                  </a:lnTo>
                  <a:lnTo>
                    <a:pt x="65" y="1039"/>
                  </a:lnTo>
                  <a:lnTo>
                    <a:pt x="64" y="1038"/>
                  </a:lnTo>
                  <a:lnTo>
                    <a:pt x="64" y="1039"/>
                  </a:lnTo>
                  <a:lnTo>
                    <a:pt x="64" y="1038"/>
                  </a:lnTo>
                  <a:lnTo>
                    <a:pt x="64" y="1037"/>
                  </a:lnTo>
                  <a:lnTo>
                    <a:pt x="63" y="1037"/>
                  </a:lnTo>
                  <a:lnTo>
                    <a:pt x="63" y="1037"/>
                  </a:lnTo>
                  <a:lnTo>
                    <a:pt x="63" y="1037"/>
                  </a:lnTo>
                  <a:lnTo>
                    <a:pt x="63" y="1037"/>
                  </a:lnTo>
                  <a:lnTo>
                    <a:pt x="62" y="1037"/>
                  </a:lnTo>
                  <a:lnTo>
                    <a:pt x="62" y="1037"/>
                  </a:lnTo>
                  <a:lnTo>
                    <a:pt x="62" y="1037"/>
                  </a:lnTo>
                  <a:lnTo>
                    <a:pt x="62" y="1037"/>
                  </a:lnTo>
                  <a:lnTo>
                    <a:pt x="62" y="1037"/>
                  </a:lnTo>
                  <a:lnTo>
                    <a:pt x="60" y="1037"/>
                  </a:lnTo>
                  <a:lnTo>
                    <a:pt x="59" y="1037"/>
                  </a:lnTo>
                  <a:lnTo>
                    <a:pt x="59" y="1037"/>
                  </a:lnTo>
                  <a:lnTo>
                    <a:pt x="60" y="1037"/>
                  </a:lnTo>
                  <a:lnTo>
                    <a:pt x="60" y="1037"/>
                  </a:lnTo>
                  <a:lnTo>
                    <a:pt x="60" y="1036"/>
                  </a:lnTo>
                  <a:lnTo>
                    <a:pt x="61" y="1036"/>
                  </a:lnTo>
                  <a:lnTo>
                    <a:pt x="61" y="1036"/>
                  </a:lnTo>
                  <a:lnTo>
                    <a:pt x="62" y="1036"/>
                  </a:lnTo>
                  <a:lnTo>
                    <a:pt x="62" y="1036"/>
                  </a:lnTo>
                  <a:lnTo>
                    <a:pt x="63" y="1035"/>
                  </a:lnTo>
                  <a:lnTo>
                    <a:pt x="63" y="1035"/>
                  </a:lnTo>
                  <a:lnTo>
                    <a:pt x="63" y="1035"/>
                  </a:lnTo>
                  <a:lnTo>
                    <a:pt x="64" y="1035"/>
                  </a:lnTo>
                  <a:lnTo>
                    <a:pt x="64" y="1035"/>
                  </a:lnTo>
                  <a:lnTo>
                    <a:pt x="64" y="1035"/>
                  </a:lnTo>
                  <a:lnTo>
                    <a:pt x="64" y="1035"/>
                  </a:lnTo>
                  <a:lnTo>
                    <a:pt x="64" y="1035"/>
                  </a:lnTo>
                  <a:lnTo>
                    <a:pt x="64" y="1036"/>
                  </a:lnTo>
                  <a:lnTo>
                    <a:pt x="64" y="1035"/>
                  </a:lnTo>
                  <a:lnTo>
                    <a:pt x="64" y="1036"/>
                  </a:lnTo>
                  <a:lnTo>
                    <a:pt x="64" y="1036"/>
                  </a:lnTo>
                  <a:lnTo>
                    <a:pt x="64" y="1037"/>
                  </a:lnTo>
                  <a:lnTo>
                    <a:pt x="65" y="1037"/>
                  </a:lnTo>
                  <a:lnTo>
                    <a:pt x="65" y="1037"/>
                  </a:lnTo>
                  <a:lnTo>
                    <a:pt x="65" y="1037"/>
                  </a:lnTo>
                  <a:lnTo>
                    <a:pt x="65" y="1038"/>
                  </a:lnTo>
                  <a:lnTo>
                    <a:pt x="65" y="1038"/>
                  </a:lnTo>
                  <a:lnTo>
                    <a:pt x="66" y="1038"/>
                  </a:lnTo>
                  <a:lnTo>
                    <a:pt x="67" y="1039"/>
                  </a:lnTo>
                  <a:lnTo>
                    <a:pt x="67" y="1039"/>
                  </a:lnTo>
                  <a:lnTo>
                    <a:pt x="66" y="1039"/>
                  </a:lnTo>
                  <a:lnTo>
                    <a:pt x="66" y="1039"/>
                  </a:lnTo>
                  <a:lnTo>
                    <a:pt x="66" y="1039"/>
                  </a:lnTo>
                  <a:lnTo>
                    <a:pt x="67" y="1040"/>
                  </a:lnTo>
                  <a:lnTo>
                    <a:pt x="66" y="1041"/>
                  </a:lnTo>
                  <a:lnTo>
                    <a:pt x="67" y="1041"/>
                  </a:lnTo>
                  <a:lnTo>
                    <a:pt x="67" y="1041"/>
                  </a:lnTo>
                  <a:lnTo>
                    <a:pt x="67" y="1040"/>
                  </a:lnTo>
                  <a:lnTo>
                    <a:pt x="68" y="1040"/>
                  </a:lnTo>
                  <a:lnTo>
                    <a:pt x="68" y="1039"/>
                  </a:lnTo>
                  <a:lnTo>
                    <a:pt x="67" y="1039"/>
                  </a:lnTo>
                  <a:lnTo>
                    <a:pt x="67" y="1038"/>
                  </a:lnTo>
                  <a:lnTo>
                    <a:pt x="69" y="1038"/>
                  </a:lnTo>
                  <a:lnTo>
                    <a:pt x="71" y="1038"/>
                  </a:lnTo>
                  <a:lnTo>
                    <a:pt x="71" y="1037"/>
                  </a:lnTo>
                  <a:lnTo>
                    <a:pt x="70" y="1037"/>
                  </a:lnTo>
                  <a:lnTo>
                    <a:pt x="69" y="1038"/>
                  </a:lnTo>
                  <a:lnTo>
                    <a:pt x="69" y="1037"/>
                  </a:lnTo>
                  <a:lnTo>
                    <a:pt x="68" y="1037"/>
                  </a:lnTo>
                  <a:lnTo>
                    <a:pt x="67" y="1038"/>
                  </a:lnTo>
                  <a:lnTo>
                    <a:pt x="67" y="1037"/>
                  </a:lnTo>
                  <a:lnTo>
                    <a:pt x="67" y="1037"/>
                  </a:lnTo>
                  <a:lnTo>
                    <a:pt x="66" y="1037"/>
                  </a:lnTo>
                  <a:lnTo>
                    <a:pt x="66" y="1037"/>
                  </a:lnTo>
                  <a:lnTo>
                    <a:pt x="65" y="1036"/>
                  </a:lnTo>
                  <a:lnTo>
                    <a:pt x="67" y="1035"/>
                  </a:lnTo>
                  <a:lnTo>
                    <a:pt x="67" y="1035"/>
                  </a:lnTo>
                  <a:lnTo>
                    <a:pt x="68" y="1035"/>
                  </a:lnTo>
                  <a:lnTo>
                    <a:pt x="70" y="1034"/>
                  </a:lnTo>
                  <a:lnTo>
                    <a:pt x="70" y="1033"/>
                  </a:lnTo>
                  <a:lnTo>
                    <a:pt x="71" y="1033"/>
                  </a:lnTo>
                  <a:lnTo>
                    <a:pt x="71" y="1033"/>
                  </a:lnTo>
                  <a:lnTo>
                    <a:pt x="72" y="1033"/>
                  </a:lnTo>
                  <a:lnTo>
                    <a:pt x="72" y="1033"/>
                  </a:lnTo>
                  <a:lnTo>
                    <a:pt x="72" y="1033"/>
                  </a:lnTo>
                  <a:lnTo>
                    <a:pt x="72" y="1033"/>
                  </a:lnTo>
                  <a:lnTo>
                    <a:pt x="72" y="1032"/>
                  </a:lnTo>
                  <a:lnTo>
                    <a:pt x="72" y="1031"/>
                  </a:lnTo>
                  <a:lnTo>
                    <a:pt x="73" y="1030"/>
                  </a:lnTo>
                  <a:lnTo>
                    <a:pt x="73" y="1029"/>
                  </a:lnTo>
                  <a:lnTo>
                    <a:pt x="74" y="1029"/>
                  </a:lnTo>
                  <a:lnTo>
                    <a:pt x="74" y="1028"/>
                  </a:lnTo>
                  <a:lnTo>
                    <a:pt x="76" y="1028"/>
                  </a:lnTo>
                  <a:lnTo>
                    <a:pt x="76" y="1029"/>
                  </a:lnTo>
                  <a:lnTo>
                    <a:pt x="76" y="1029"/>
                  </a:lnTo>
                  <a:lnTo>
                    <a:pt x="76" y="1029"/>
                  </a:lnTo>
                  <a:lnTo>
                    <a:pt x="76" y="1029"/>
                  </a:lnTo>
                  <a:lnTo>
                    <a:pt x="77" y="1029"/>
                  </a:lnTo>
                  <a:lnTo>
                    <a:pt x="77" y="1029"/>
                  </a:lnTo>
                  <a:lnTo>
                    <a:pt x="77" y="1028"/>
                  </a:lnTo>
                  <a:lnTo>
                    <a:pt x="77" y="1028"/>
                  </a:lnTo>
                  <a:lnTo>
                    <a:pt x="77" y="1027"/>
                  </a:lnTo>
                  <a:lnTo>
                    <a:pt x="78" y="1027"/>
                  </a:lnTo>
                  <a:lnTo>
                    <a:pt x="78" y="1027"/>
                  </a:lnTo>
                  <a:lnTo>
                    <a:pt x="78" y="1026"/>
                  </a:lnTo>
                  <a:lnTo>
                    <a:pt x="79" y="1025"/>
                  </a:lnTo>
                  <a:lnTo>
                    <a:pt x="79" y="1025"/>
                  </a:lnTo>
                  <a:lnTo>
                    <a:pt x="79" y="1025"/>
                  </a:lnTo>
                  <a:lnTo>
                    <a:pt x="80" y="1025"/>
                  </a:lnTo>
                  <a:lnTo>
                    <a:pt x="80" y="1025"/>
                  </a:lnTo>
                  <a:close/>
                  <a:moveTo>
                    <a:pt x="220" y="1022"/>
                  </a:moveTo>
                  <a:lnTo>
                    <a:pt x="221" y="1023"/>
                  </a:lnTo>
                  <a:lnTo>
                    <a:pt x="222" y="1024"/>
                  </a:lnTo>
                  <a:lnTo>
                    <a:pt x="222" y="1024"/>
                  </a:lnTo>
                  <a:lnTo>
                    <a:pt x="222" y="1024"/>
                  </a:lnTo>
                  <a:lnTo>
                    <a:pt x="223" y="1024"/>
                  </a:lnTo>
                  <a:lnTo>
                    <a:pt x="224" y="1024"/>
                  </a:lnTo>
                  <a:lnTo>
                    <a:pt x="224" y="1024"/>
                  </a:lnTo>
                  <a:lnTo>
                    <a:pt x="224" y="1024"/>
                  </a:lnTo>
                  <a:lnTo>
                    <a:pt x="224" y="1024"/>
                  </a:lnTo>
                  <a:lnTo>
                    <a:pt x="225" y="1024"/>
                  </a:lnTo>
                  <a:lnTo>
                    <a:pt x="225" y="1023"/>
                  </a:lnTo>
                  <a:lnTo>
                    <a:pt x="226" y="1023"/>
                  </a:lnTo>
                  <a:lnTo>
                    <a:pt x="226" y="1023"/>
                  </a:lnTo>
                  <a:lnTo>
                    <a:pt x="228" y="1022"/>
                  </a:lnTo>
                  <a:lnTo>
                    <a:pt x="228" y="1023"/>
                  </a:lnTo>
                  <a:lnTo>
                    <a:pt x="228" y="1022"/>
                  </a:lnTo>
                  <a:lnTo>
                    <a:pt x="229" y="1022"/>
                  </a:lnTo>
                  <a:lnTo>
                    <a:pt x="229" y="1023"/>
                  </a:lnTo>
                  <a:lnTo>
                    <a:pt x="230" y="1024"/>
                  </a:lnTo>
                  <a:lnTo>
                    <a:pt x="230" y="1025"/>
                  </a:lnTo>
                  <a:lnTo>
                    <a:pt x="229" y="1025"/>
                  </a:lnTo>
                  <a:lnTo>
                    <a:pt x="229" y="1026"/>
                  </a:lnTo>
                  <a:lnTo>
                    <a:pt x="229" y="1026"/>
                  </a:lnTo>
                  <a:lnTo>
                    <a:pt x="229" y="1027"/>
                  </a:lnTo>
                  <a:lnTo>
                    <a:pt x="228" y="1027"/>
                  </a:lnTo>
                  <a:lnTo>
                    <a:pt x="228" y="1027"/>
                  </a:lnTo>
                  <a:lnTo>
                    <a:pt x="229" y="1028"/>
                  </a:lnTo>
                  <a:lnTo>
                    <a:pt x="229" y="1027"/>
                  </a:lnTo>
                  <a:lnTo>
                    <a:pt x="231" y="1027"/>
                  </a:lnTo>
                  <a:lnTo>
                    <a:pt x="231" y="1028"/>
                  </a:lnTo>
                  <a:lnTo>
                    <a:pt x="232" y="1029"/>
                  </a:lnTo>
                  <a:lnTo>
                    <a:pt x="232" y="1029"/>
                  </a:lnTo>
                  <a:lnTo>
                    <a:pt x="232" y="1030"/>
                  </a:lnTo>
                  <a:lnTo>
                    <a:pt x="232" y="1030"/>
                  </a:lnTo>
                  <a:lnTo>
                    <a:pt x="234" y="1030"/>
                  </a:lnTo>
                  <a:lnTo>
                    <a:pt x="234" y="1030"/>
                  </a:lnTo>
                  <a:lnTo>
                    <a:pt x="235" y="1030"/>
                  </a:lnTo>
                  <a:lnTo>
                    <a:pt x="236" y="1031"/>
                  </a:lnTo>
                  <a:lnTo>
                    <a:pt x="236" y="1032"/>
                  </a:lnTo>
                  <a:lnTo>
                    <a:pt x="236" y="1033"/>
                  </a:lnTo>
                  <a:lnTo>
                    <a:pt x="237" y="1033"/>
                  </a:lnTo>
                  <a:lnTo>
                    <a:pt x="237" y="1033"/>
                  </a:lnTo>
                  <a:lnTo>
                    <a:pt x="237" y="1035"/>
                  </a:lnTo>
                  <a:lnTo>
                    <a:pt x="237" y="1035"/>
                  </a:lnTo>
                  <a:lnTo>
                    <a:pt x="237" y="1037"/>
                  </a:lnTo>
                  <a:lnTo>
                    <a:pt x="238" y="1037"/>
                  </a:lnTo>
                  <a:lnTo>
                    <a:pt x="239" y="1039"/>
                  </a:lnTo>
                  <a:lnTo>
                    <a:pt x="239" y="1041"/>
                  </a:lnTo>
                  <a:lnTo>
                    <a:pt x="239" y="1042"/>
                  </a:lnTo>
                  <a:lnTo>
                    <a:pt x="239" y="1042"/>
                  </a:lnTo>
                  <a:lnTo>
                    <a:pt x="240" y="1042"/>
                  </a:lnTo>
                  <a:lnTo>
                    <a:pt x="239" y="1043"/>
                  </a:lnTo>
                  <a:lnTo>
                    <a:pt x="239" y="1044"/>
                  </a:lnTo>
                  <a:lnTo>
                    <a:pt x="240" y="1044"/>
                  </a:lnTo>
                  <a:lnTo>
                    <a:pt x="240" y="1045"/>
                  </a:lnTo>
                  <a:lnTo>
                    <a:pt x="241" y="1045"/>
                  </a:lnTo>
                  <a:lnTo>
                    <a:pt x="241" y="1045"/>
                  </a:lnTo>
                  <a:lnTo>
                    <a:pt x="241" y="1045"/>
                  </a:lnTo>
                  <a:lnTo>
                    <a:pt x="242" y="1045"/>
                  </a:lnTo>
                  <a:lnTo>
                    <a:pt x="243" y="1045"/>
                  </a:lnTo>
                  <a:lnTo>
                    <a:pt x="243" y="1045"/>
                  </a:lnTo>
                  <a:lnTo>
                    <a:pt x="244" y="1045"/>
                  </a:lnTo>
                  <a:lnTo>
                    <a:pt x="244" y="1044"/>
                  </a:lnTo>
                  <a:lnTo>
                    <a:pt x="245" y="1044"/>
                  </a:lnTo>
                  <a:lnTo>
                    <a:pt x="245" y="1044"/>
                  </a:lnTo>
                  <a:lnTo>
                    <a:pt x="245" y="1045"/>
                  </a:lnTo>
                  <a:lnTo>
                    <a:pt x="245" y="1045"/>
                  </a:lnTo>
                  <a:lnTo>
                    <a:pt x="245" y="1045"/>
                  </a:lnTo>
                  <a:lnTo>
                    <a:pt x="245" y="1046"/>
                  </a:lnTo>
                  <a:lnTo>
                    <a:pt x="246" y="1046"/>
                  </a:lnTo>
                  <a:lnTo>
                    <a:pt x="246" y="1046"/>
                  </a:lnTo>
                  <a:lnTo>
                    <a:pt x="246" y="1046"/>
                  </a:lnTo>
                  <a:lnTo>
                    <a:pt x="247" y="1046"/>
                  </a:lnTo>
                  <a:lnTo>
                    <a:pt x="247" y="1046"/>
                  </a:lnTo>
                  <a:lnTo>
                    <a:pt x="247" y="1046"/>
                  </a:lnTo>
                  <a:lnTo>
                    <a:pt x="247" y="1046"/>
                  </a:lnTo>
                  <a:lnTo>
                    <a:pt x="248" y="1047"/>
                  </a:lnTo>
                  <a:lnTo>
                    <a:pt x="248" y="1048"/>
                  </a:lnTo>
                  <a:lnTo>
                    <a:pt x="249" y="1049"/>
                  </a:lnTo>
                  <a:lnTo>
                    <a:pt x="249" y="1049"/>
                  </a:lnTo>
                  <a:lnTo>
                    <a:pt x="250" y="1050"/>
                  </a:lnTo>
                  <a:lnTo>
                    <a:pt x="250" y="1050"/>
                  </a:lnTo>
                  <a:lnTo>
                    <a:pt x="250" y="1051"/>
                  </a:lnTo>
                  <a:lnTo>
                    <a:pt x="250" y="1051"/>
                  </a:lnTo>
                  <a:lnTo>
                    <a:pt x="250" y="1051"/>
                  </a:lnTo>
                  <a:lnTo>
                    <a:pt x="250" y="1053"/>
                  </a:lnTo>
                  <a:lnTo>
                    <a:pt x="250" y="1054"/>
                  </a:lnTo>
                  <a:lnTo>
                    <a:pt x="251" y="1055"/>
                  </a:lnTo>
                  <a:lnTo>
                    <a:pt x="251" y="1055"/>
                  </a:lnTo>
                  <a:lnTo>
                    <a:pt x="252" y="1055"/>
                  </a:lnTo>
                  <a:lnTo>
                    <a:pt x="252" y="1055"/>
                  </a:lnTo>
                  <a:lnTo>
                    <a:pt x="253" y="1057"/>
                  </a:lnTo>
                  <a:lnTo>
                    <a:pt x="253" y="1058"/>
                  </a:lnTo>
                  <a:lnTo>
                    <a:pt x="253" y="1058"/>
                  </a:lnTo>
                  <a:lnTo>
                    <a:pt x="253" y="1059"/>
                  </a:lnTo>
                  <a:lnTo>
                    <a:pt x="254" y="1059"/>
                  </a:lnTo>
                  <a:lnTo>
                    <a:pt x="254" y="1059"/>
                  </a:lnTo>
                  <a:lnTo>
                    <a:pt x="254" y="1060"/>
                  </a:lnTo>
                  <a:lnTo>
                    <a:pt x="255" y="1060"/>
                  </a:lnTo>
                  <a:lnTo>
                    <a:pt x="255" y="1059"/>
                  </a:lnTo>
                  <a:lnTo>
                    <a:pt x="256" y="1059"/>
                  </a:lnTo>
                  <a:lnTo>
                    <a:pt x="255" y="1060"/>
                  </a:lnTo>
                  <a:lnTo>
                    <a:pt x="255" y="1062"/>
                  </a:lnTo>
                  <a:lnTo>
                    <a:pt x="255" y="1062"/>
                  </a:lnTo>
                  <a:lnTo>
                    <a:pt x="255" y="1062"/>
                  </a:lnTo>
                  <a:lnTo>
                    <a:pt x="255" y="1063"/>
                  </a:lnTo>
                  <a:lnTo>
                    <a:pt x="255" y="1063"/>
                  </a:lnTo>
                  <a:lnTo>
                    <a:pt x="254" y="1063"/>
                  </a:lnTo>
                  <a:lnTo>
                    <a:pt x="254" y="1063"/>
                  </a:lnTo>
                  <a:lnTo>
                    <a:pt x="254" y="1063"/>
                  </a:lnTo>
                  <a:lnTo>
                    <a:pt x="254" y="1065"/>
                  </a:lnTo>
                  <a:lnTo>
                    <a:pt x="254" y="1066"/>
                  </a:lnTo>
                  <a:lnTo>
                    <a:pt x="254" y="1067"/>
                  </a:lnTo>
                  <a:lnTo>
                    <a:pt x="255" y="1068"/>
                  </a:lnTo>
                  <a:lnTo>
                    <a:pt x="255" y="1069"/>
                  </a:lnTo>
                  <a:lnTo>
                    <a:pt x="254" y="1069"/>
                  </a:lnTo>
                  <a:lnTo>
                    <a:pt x="254" y="1070"/>
                  </a:lnTo>
                  <a:lnTo>
                    <a:pt x="255" y="1070"/>
                  </a:lnTo>
                  <a:lnTo>
                    <a:pt x="255" y="1071"/>
                  </a:lnTo>
                  <a:lnTo>
                    <a:pt x="256" y="1072"/>
                  </a:lnTo>
                  <a:lnTo>
                    <a:pt x="256" y="1073"/>
                  </a:lnTo>
                  <a:lnTo>
                    <a:pt x="255" y="1074"/>
                  </a:lnTo>
                  <a:lnTo>
                    <a:pt x="255" y="1074"/>
                  </a:lnTo>
                  <a:lnTo>
                    <a:pt x="255" y="1075"/>
                  </a:lnTo>
                  <a:lnTo>
                    <a:pt x="255" y="1077"/>
                  </a:lnTo>
                  <a:lnTo>
                    <a:pt x="255" y="1077"/>
                  </a:lnTo>
                  <a:lnTo>
                    <a:pt x="255" y="1078"/>
                  </a:lnTo>
                  <a:lnTo>
                    <a:pt x="255" y="1078"/>
                  </a:lnTo>
                  <a:lnTo>
                    <a:pt x="255" y="1079"/>
                  </a:lnTo>
                  <a:lnTo>
                    <a:pt x="255" y="1081"/>
                  </a:lnTo>
                  <a:lnTo>
                    <a:pt x="255" y="1081"/>
                  </a:lnTo>
                  <a:lnTo>
                    <a:pt x="255" y="1083"/>
                  </a:lnTo>
                  <a:lnTo>
                    <a:pt x="255" y="1084"/>
                  </a:lnTo>
                  <a:lnTo>
                    <a:pt x="254" y="1085"/>
                  </a:lnTo>
                  <a:lnTo>
                    <a:pt x="254" y="1085"/>
                  </a:lnTo>
                  <a:lnTo>
                    <a:pt x="254" y="1085"/>
                  </a:lnTo>
                  <a:lnTo>
                    <a:pt x="254" y="1087"/>
                  </a:lnTo>
                  <a:lnTo>
                    <a:pt x="254" y="1088"/>
                  </a:lnTo>
                  <a:lnTo>
                    <a:pt x="254" y="1088"/>
                  </a:lnTo>
                  <a:lnTo>
                    <a:pt x="255" y="1089"/>
                  </a:lnTo>
                  <a:lnTo>
                    <a:pt x="255" y="1089"/>
                  </a:lnTo>
                  <a:lnTo>
                    <a:pt x="255" y="1090"/>
                  </a:lnTo>
                  <a:lnTo>
                    <a:pt x="255" y="1093"/>
                  </a:lnTo>
                  <a:lnTo>
                    <a:pt x="256" y="1093"/>
                  </a:lnTo>
                  <a:lnTo>
                    <a:pt x="255" y="1094"/>
                  </a:lnTo>
                  <a:lnTo>
                    <a:pt x="256" y="1095"/>
                  </a:lnTo>
                  <a:lnTo>
                    <a:pt x="256" y="1096"/>
                  </a:lnTo>
                  <a:lnTo>
                    <a:pt x="256" y="1096"/>
                  </a:lnTo>
                  <a:lnTo>
                    <a:pt x="256" y="1098"/>
                  </a:lnTo>
                  <a:lnTo>
                    <a:pt x="256" y="1099"/>
                  </a:lnTo>
                  <a:lnTo>
                    <a:pt x="256" y="1099"/>
                  </a:lnTo>
                  <a:lnTo>
                    <a:pt x="255" y="1100"/>
                  </a:lnTo>
                  <a:lnTo>
                    <a:pt x="255" y="1102"/>
                  </a:lnTo>
                  <a:lnTo>
                    <a:pt x="255" y="1102"/>
                  </a:lnTo>
                  <a:lnTo>
                    <a:pt x="255" y="1102"/>
                  </a:lnTo>
                  <a:lnTo>
                    <a:pt x="255" y="1103"/>
                  </a:lnTo>
                  <a:lnTo>
                    <a:pt x="254" y="1107"/>
                  </a:lnTo>
                  <a:lnTo>
                    <a:pt x="254" y="1109"/>
                  </a:lnTo>
                  <a:lnTo>
                    <a:pt x="254" y="1109"/>
                  </a:lnTo>
                  <a:lnTo>
                    <a:pt x="254" y="1111"/>
                  </a:lnTo>
                  <a:lnTo>
                    <a:pt x="254" y="1111"/>
                  </a:lnTo>
                  <a:lnTo>
                    <a:pt x="254" y="1111"/>
                  </a:lnTo>
                  <a:lnTo>
                    <a:pt x="252" y="1111"/>
                  </a:lnTo>
                  <a:lnTo>
                    <a:pt x="251" y="1111"/>
                  </a:lnTo>
                  <a:lnTo>
                    <a:pt x="250" y="1112"/>
                  </a:lnTo>
                  <a:lnTo>
                    <a:pt x="250" y="1113"/>
                  </a:lnTo>
                  <a:lnTo>
                    <a:pt x="250" y="1113"/>
                  </a:lnTo>
                  <a:lnTo>
                    <a:pt x="250" y="1114"/>
                  </a:lnTo>
                  <a:lnTo>
                    <a:pt x="250" y="1114"/>
                  </a:lnTo>
                  <a:lnTo>
                    <a:pt x="248" y="1113"/>
                  </a:lnTo>
                  <a:lnTo>
                    <a:pt x="248" y="1113"/>
                  </a:lnTo>
                  <a:lnTo>
                    <a:pt x="248" y="1113"/>
                  </a:lnTo>
                  <a:lnTo>
                    <a:pt x="247" y="1113"/>
                  </a:lnTo>
                  <a:lnTo>
                    <a:pt x="247" y="1114"/>
                  </a:lnTo>
                  <a:lnTo>
                    <a:pt x="247" y="1114"/>
                  </a:lnTo>
                  <a:lnTo>
                    <a:pt x="247" y="1115"/>
                  </a:lnTo>
                  <a:lnTo>
                    <a:pt x="247" y="1115"/>
                  </a:lnTo>
                  <a:lnTo>
                    <a:pt x="246" y="1115"/>
                  </a:lnTo>
                  <a:lnTo>
                    <a:pt x="246" y="1115"/>
                  </a:lnTo>
                  <a:lnTo>
                    <a:pt x="245" y="1115"/>
                  </a:lnTo>
                  <a:lnTo>
                    <a:pt x="245" y="1115"/>
                  </a:lnTo>
                  <a:lnTo>
                    <a:pt x="245" y="1115"/>
                  </a:lnTo>
                  <a:lnTo>
                    <a:pt x="245" y="1115"/>
                  </a:lnTo>
                  <a:lnTo>
                    <a:pt x="246" y="1116"/>
                  </a:lnTo>
                  <a:lnTo>
                    <a:pt x="246" y="1117"/>
                  </a:lnTo>
                  <a:lnTo>
                    <a:pt x="245" y="1117"/>
                  </a:lnTo>
                  <a:lnTo>
                    <a:pt x="245" y="1118"/>
                  </a:lnTo>
                  <a:lnTo>
                    <a:pt x="245" y="1118"/>
                  </a:lnTo>
                  <a:lnTo>
                    <a:pt x="245" y="1119"/>
                  </a:lnTo>
                  <a:lnTo>
                    <a:pt x="245" y="1119"/>
                  </a:lnTo>
                  <a:lnTo>
                    <a:pt x="245" y="1119"/>
                  </a:lnTo>
                  <a:lnTo>
                    <a:pt x="245" y="1119"/>
                  </a:lnTo>
                  <a:lnTo>
                    <a:pt x="245" y="1119"/>
                  </a:lnTo>
                  <a:lnTo>
                    <a:pt x="246" y="1119"/>
                  </a:lnTo>
                  <a:lnTo>
                    <a:pt x="246" y="1118"/>
                  </a:lnTo>
                  <a:lnTo>
                    <a:pt x="247" y="1118"/>
                  </a:lnTo>
                  <a:lnTo>
                    <a:pt x="247" y="1118"/>
                  </a:lnTo>
                  <a:lnTo>
                    <a:pt x="247" y="1118"/>
                  </a:lnTo>
                  <a:lnTo>
                    <a:pt x="247" y="1117"/>
                  </a:lnTo>
                  <a:lnTo>
                    <a:pt x="248" y="1117"/>
                  </a:lnTo>
                  <a:lnTo>
                    <a:pt x="248" y="1116"/>
                  </a:lnTo>
                  <a:lnTo>
                    <a:pt x="248" y="1116"/>
                  </a:lnTo>
                  <a:lnTo>
                    <a:pt x="248" y="1115"/>
                  </a:lnTo>
                  <a:lnTo>
                    <a:pt x="248" y="1115"/>
                  </a:lnTo>
                  <a:lnTo>
                    <a:pt x="249" y="1115"/>
                  </a:lnTo>
                  <a:lnTo>
                    <a:pt x="249" y="1115"/>
                  </a:lnTo>
                  <a:lnTo>
                    <a:pt x="250" y="1116"/>
                  </a:lnTo>
                  <a:lnTo>
                    <a:pt x="250" y="1116"/>
                  </a:lnTo>
                  <a:lnTo>
                    <a:pt x="250" y="1116"/>
                  </a:lnTo>
                  <a:lnTo>
                    <a:pt x="251" y="1115"/>
                  </a:lnTo>
                  <a:lnTo>
                    <a:pt x="252" y="1115"/>
                  </a:lnTo>
                  <a:lnTo>
                    <a:pt x="252" y="1115"/>
                  </a:lnTo>
                  <a:lnTo>
                    <a:pt x="253" y="1115"/>
                  </a:lnTo>
                  <a:lnTo>
                    <a:pt x="254" y="1115"/>
                  </a:lnTo>
                  <a:lnTo>
                    <a:pt x="255" y="1115"/>
                  </a:lnTo>
                  <a:lnTo>
                    <a:pt x="256" y="1115"/>
                  </a:lnTo>
                  <a:lnTo>
                    <a:pt x="256" y="1116"/>
                  </a:lnTo>
                  <a:lnTo>
                    <a:pt x="256" y="1116"/>
                  </a:lnTo>
                  <a:lnTo>
                    <a:pt x="256" y="1117"/>
                  </a:lnTo>
                  <a:lnTo>
                    <a:pt x="257" y="1118"/>
                  </a:lnTo>
                  <a:lnTo>
                    <a:pt x="258" y="1119"/>
                  </a:lnTo>
                  <a:lnTo>
                    <a:pt x="258" y="1120"/>
                  </a:lnTo>
                  <a:lnTo>
                    <a:pt x="258" y="1120"/>
                  </a:lnTo>
                  <a:lnTo>
                    <a:pt x="258" y="1120"/>
                  </a:lnTo>
                  <a:lnTo>
                    <a:pt x="258" y="1122"/>
                  </a:lnTo>
                  <a:lnTo>
                    <a:pt x="258" y="1122"/>
                  </a:lnTo>
                  <a:lnTo>
                    <a:pt x="258" y="1123"/>
                  </a:lnTo>
                  <a:lnTo>
                    <a:pt x="257" y="1123"/>
                  </a:lnTo>
                  <a:lnTo>
                    <a:pt x="257" y="1124"/>
                  </a:lnTo>
                  <a:lnTo>
                    <a:pt x="256" y="1126"/>
                  </a:lnTo>
                  <a:lnTo>
                    <a:pt x="256" y="1126"/>
                  </a:lnTo>
                  <a:lnTo>
                    <a:pt x="254" y="1126"/>
                  </a:lnTo>
                  <a:lnTo>
                    <a:pt x="254" y="1127"/>
                  </a:lnTo>
                  <a:lnTo>
                    <a:pt x="255" y="1128"/>
                  </a:lnTo>
                  <a:lnTo>
                    <a:pt x="255" y="1128"/>
                  </a:lnTo>
                  <a:lnTo>
                    <a:pt x="256" y="1128"/>
                  </a:lnTo>
                  <a:lnTo>
                    <a:pt x="256" y="1128"/>
                  </a:lnTo>
                  <a:lnTo>
                    <a:pt x="256" y="1129"/>
                  </a:lnTo>
                  <a:lnTo>
                    <a:pt x="257" y="1130"/>
                  </a:lnTo>
                  <a:lnTo>
                    <a:pt x="257" y="1131"/>
                  </a:lnTo>
                  <a:lnTo>
                    <a:pt x="257" y="1131"/>
                  </a:lnTo>
                  <a:lnTo>
                    <a:pt x="258" y="1132"/>
                  </a:lnTo>
                  <a:lnTo>
                    <a:pt x="258" y="1132"/>
                  </a:lnTo>
                  <a:lnTo>
                    <a:pt x="258" y="1133"/>
                  </a:lnTo>
                  <a:lnTo>
                    <a:pt x="258" y="1134"/>
                  </a:lnTo>
                  <a:lnTo>
                    <a:pt x="259" y="1135"/>
                  </a:lnTo>
                  <a:lnTo>
                    <a:pt x="259" y="1135"/>
                  </a:lnTo>
                  <a:lnTo>
                    <a:pt x="259" y="1136"/>
                  </a:lnTo>
                  <a:lnTo>
                    <a:pt x="260" y="1137"/>
                  </a:lnTo>
                  <a:lnTo>
                    <a:pt x="260" y="1137"/>
                  </a:lnTo>
                  <a:lnTo>
                    <a:pt x="261" y="1137"/>
                  </a:lnTo>
                  <a:lnTo>
                    <a:pt x="261" y="1136"/>
                  </a:lnTo>
                  <a:lnTo>
                    <a:pt x="261" y="1135"/>
                  </a:lnTo>
                  <a:lnTo>
                    <a:pt x="261" y="1135"/>
                  </a:lnTo>
                  <a:lnTo>
                    <a:pt x="261" y="1134"/>
                  </a:lnTo>
                  <a:lnTo>
                    <a:pt x="261" y="1134"/>
                  </a:lnTo>
                  <a:lnTo>
                    <a:pt x="262" y="1136"/>
                  </a:lnTo>
                  <a:lnTo>
                    <a:pt x="263" y="1136"/>
                  </a:lnTo>
                  <a:lnTo>
                    <a:pt x="263" y="1136"/>
                  </a:lnTo>
                  <a:lnTo>
                    <a:pt x="263" y="1137"/>
                  </a:lnTo>
                  <a:lnTo>
                    <a:pt x="263" y="1137"/>
                  </a:lnTo>
                  <a:lnTo>
                    <a:pt x="262" y="1137"/>
                  </a:lnTo>
                  <a:lnTo>
                    <a:pt x="262" y="1137"/>
                  </a:lnTo>
                  <a:lnTo>
                    <a:pt x="261" y="1137"/>
                  </a:lnTo>
                  <a:lnTo>
                    <a:pt x="261" y="1137"/>
                  </a:lnTo>
                  <a:lnTo>
                    <a:pt x="261" y="1138"/>
                  </a:lnTo>
                  <a:lnTo>
                    <a:pt x="261" y="1138"/>
                  </a:lnTo>
                  <a:lnTo>
                    <a:pt x="261" y="1139"/>
                  </a:lnTo>
                  <a:lnTo>
                    <a:pt x="261" y="1139"/>
                  </a:lnTo>
                  <a:lnTo>
                    <a:pt x="261" y="1140"/>
                  </a:lnTo>
                  <a:lnTo>
                    <a:pt x="261" y="1140"/>
                  </a:lnTo>
                  <a:lnTo>
                    <a:pt x="261" y="1140"/>
                  </a:lnTo>
                  <a:lnTo>
                    <a:pt x="262" y="1140"/>
                  </a:lnTo>
                  <a:lnTo>
                    <a:pt x="262" y="1141"/>
                  </a:lnTo>
                  <a:lnTo>
                    <a:pt x="262" y="1141"/>
                  </a:lnTo>
                  <a:lnTo>
                    <a:pt x="261" y="1142"/>
                  </a:lnTo>
                  <a:lnTo>
                    <a:pt x="261" y="1143"/>
                  </a:lnTo>
                  <a:lnTo>
                    <a:pt x="261" y="1142"/>
                  </a:lnTo>
                  <a:lnTo>
                    <a:pt x="260" y="1142"/>
                  </a:lnTo>
                  <a:lnTo>
                    <a:pt x="260" y="1142"/>
                  </a:lnTo>
                  <a:lnTo>
                    <a:pt x="259" y="1143"/>
                  </a:lnTo>
                  <a:lnTo>
                    <a:pt x="258" y="1143"/>
                  </a:lnTo>
                  <a:lnTo>
                    <a:pt x="258" y="1143"/>
                  </a:lnTo>
                  <a:lnTo>
                    <a:pt x="258" y="1143"/>
                  </a:lnTo>
                  <a:lnTo>
                    <a:pt x="257" y="1143"/>
                  </a:lnTo>
                  <a:lnTo>
                    <a:pt x="256" y="1144"/>
                  </a:lnTo>
                  <a:lnTo>
                    <a:pt x="255" y="1145"/>
                  </a:lnTo>
                  <a:lnTo>
                    <a:pt x="255" y="1145"/>
                  </a:lnTo>
                  <a:lnTo>
                    <a:pt x="254" y="1146"/>
                  </a:lnTo>
                  <a:lnTo>
                    <a:pt x="254" y="1146"/>
                  </a:lnTo>
                  <a:lnTo>
                    <a:pt x="254" y="1146"/>
                  </a:lnTo>
                  <a:lnTo>
                    <a:pt x="254" y="1146"/>
                  </a:lnTo>
                  <a:lnTo>
                    <a:pt x="252" y="1148"/>
                  </a:lnTo>
                  <a:lnTo>
                    <a:pt x="252" y="1148"/>
                  </a:lnTo>
                  <a:lnTo>
                    <a:pt x="252" y="1149"/>
                  </a:lnTo>
                  <a:lnTo>
                    <a:pt x="253" y="1149"/>
                  </a:lnTo>
                  <a:lnTo>
                    <a:pt x="254" y="1148"/>
                  </a:lnTo>
                  <a:lnTo>
                    <a:pt x="254" y="1149"/>
                  </a:lnTo>
                  <a:lnTo>
                    <a:pt x="254" y="1148"/>
                  </a:lnTo>
                  <a:lnTo>
                    <a:pt x="254" y="1147"/>
                  </a:lnTo>
                  <a:lnTo>
                    <a:pt x="255" y="1146"/>
                  </a:lnTo>
                  <a:lnTo>
                    <a:pt x="255" y="1146"/>
                  </a:lnTo>
                  <a:lnTo>
                    <a:pt x="256" y="1146"/>
                  </a:lnTo>
                  <a:lnTo>
                    <a:pt x="257" y="1145"/>
                  </a:lnTo>
                  <a:lnTo>
                    <a:pt x="258" y="1144"/>
                  </a:lnTo>
                  <a:lnTo>
                    <a:pt x="259" y="1144"/>
                  </a:lnTo>
                  <a:lnTo>
                    <a:pt x="262" y="1144"/>
                  </a:lnTo>
                  <a:lnTo>
                    <a:pt x="262" y="1144"/>
                  </a:lnTo>
                  <a:lnTo>
                    <a:pt x="263" y="1145"/>
                  </a:lnTo>
                  <a:lnTo>
                    <a:pt x="263" y="1145"/>
                  </a:lnTo>
                  <a:lnTo>
                    <a:pt x="264" y="1145"/>
                  </a:lnTo>
                  <a:lnTo>
                    <a:pt x="266" y="1145"/>
                  </a:lnTo>
                  <a:lnTo>
                    <a:pt x="267" y="1144"/>
                  </a:lnTo>
                  <a:lnTo>
                    <a:pt x="267" y="1144"/>
                  </a:lnTo>
                  <a:lnTo>
                    <a:pt x="270" y="1145"/>
                  </a:lnTo>
                  <a:lnTo>
                    <a:pt x="270" y="1145"/>
                  </a:lnTo>
                  <a:lnTo>
                    <a:pt x="271" y="1146"/>
                  </a:lnTo>
                  <a:lnTo>
                    <a:pt x="271" y="1146"/>
                  </a:lnTo>
                  <a:lnTo>
                    <a:pt x="270" y="1146"/>
                  </a:lnTo>
                  <a:lnTo>
                    <a:pt x="271" y="1148"/>
                  </a:lnTo>
                  <a:lnTo>
                    <a:pt x="270" y="1148"/>
                  </a:lnTo>
                  <a:lnTo>
                    <a:pt x="270" y="1149"/>
                  </a:lnTo>
                  <a:lnTo>
                    <a:pt x="271" y="1150"/>
                  </a:lnTo>
                  <a:lnTo>
                    <a:pt x="271" y="1150"/>
                  </a:lnTo>
                  <a:lnTo>
                    <a:pt x="271" y="1150"/>
                  </a:lnTo>
                  <a:lnTo>
                    <a:pt x="271" y="1150"/>
                  </a:lnTo>
                  <a:lnTo>
                    <a:pt x="271" y="1150"/>
                  </a:lnTo>
                  <a:lnTo>
                    <a:pt x="271" y="1152"/>
                  </a:lnTo>
                  <a:lnTo>
                    <a:pt x="269" y="1153"/>
                  </a:lnTo>
                  <a:lnTo>
                    <a:pt x="268" y="1154"/>
                  </a:lnTo>
                  <a:lnTo>
                    <a:pt x="268" y="1154"/>
                  </a:lnTo>
                  <a:lnTo>
                    <a:pt x="267" y="1154"/>
                  </a:lnTo>
                  <a:lnTo>
                    <a:pt x="267" y="1154"/>
                  </a:lnTo>
                  <a:lnTo>
                    <a:pt x="267" y="1154"/>
                  </a:lnTo>
                  <a:lnTo>
                    <a:pt x="267" y="1154"/>
                  </a:lnTo>
                  <a:lnTo>
                    <a:pt x="267" y="1154"/>
                  </a:lnTo>
                  <a:lnTo>
                    <a:pt x="266" y="1155"/>
                  </a:lnTo>
                  <a:lnTo>
                    <a:pt x="266" y="1155"/>
                  </a:lnTo>
                  <a:lnTo>
                    <a:pt x="266" y="1156"/>
                  </a:lnTo>
                  <a:lnTo>
                    <a:pt x="265" y="1156"/>
                  </a:lnTo>
                  <a:lnTo>
                    <a:pt x="265" y="1157"/>
                  </a:lnTo>
                  <a:lnTo>
                    <a:pt x="266" y="1158"/>
                  </a:lnTo>
                  <a:lnTo>
                    <a:pt x="266" y="1159"/>
                  </a:lnTo>
                  <a:lnTo>
                    <a:pt x="267" y="1159"/>
                  </a:lnTo>
                  <a:lnTo>
                    <a:pt x="267" y="1157"/>
                  </a:lnTo>
                  <a:lnTo>
                    <a:pt x="268" y="1157"/>
                  </a:lnTo>
                  <a:lnTo>
                    <a:pt x="268" y="1156"/>
                  </a:lnTo>
                  <a:lnTo>
                    <a:pt x="269" y="1156"/>
                  </a:lnTo>
                  <a:lnTo>
                    <a:pt x="270" y="1155"/>
                  </a:lnTo>
                  <a:lnTo>
                    <a:pt x="271" y="1155"/>
                  </a:lnTo>
                  <a:lnTo>
                    <a:pt x="271" y="1155"/>
                  </a:lnTo>
                  <a:lnTo>
                    <a:pt x="271" y="1155"/>
                  </a:lnTo>
                  <a:lnTo>
                    <a:pt x="271" y="1154"/>
                  </a:lnTo>
                  <a:lnTo>
                    <a:pt x="272" y="1154"/>
                  </a:lnTo>
                  <a:lnTo>
                    <a:pt x="272" y="1154"/>
                  </a:lnTo>
                  <a:lnTo>
                    <a:pt x="272" y="1154"/>
                  </a:lnTo>
                  <a:lnTo>
                    <a:pt x="273" y="1153"/>
                  </a:lnTo>
                  <a:lnTo>
                    <a:pt x="274" y="1153"/>
                  </a:lnTo>
                  <a:lnTo>
                    <a:pt x="275" y="1152"/>
                  </a:lnTo>
                  <a:lnTo>
                    <a:pt x="275" y="1152"/>
                  </a:lnTo>
                  <a:lnTo>
                    <a:pt x="276" y="1153"/>
                  </a:lnTo>
                  <a:lnTo>
                    <a:pt x="276" y="1153"/>
                  </a:lnTo>
                  <a:lnTo>
                    <a:pt x="276" y="1153"/>
                  </a:lnTo>
                  <a:lnTo>
                    <a:pt x="276" y="1154"/>
                  </a:lnTo>
                  <a:lnTo>
                    <a:pt x="276" y="1154"/>
                  </a:lnTo>
                  <a:lnTo>
                    <a:pt x="276" y="1154"/>
                  </a:lnTo>
                  <a:lnTo>
                    <a:pt x="278" y="1154"/>
                  </a:lnTo>
                  <a:lnTo>
                    <a:pt x="278" y="1155"/>
                  </a:lnTo>
                  <a:lnTo>
                    <a:pt x="279" y="1156"/>
                  </a:lnTo>
                  <a:lnTo>
                    <a:pt x="279" y="1157"/>
                  </a:lnTo>
                  <a:lnTo>
                    <a:pt x="280" y="1157"/>
                  </a:lnTo>
                  <a:lnTo>
                    <a:pt x="280" y="1157"/>
                  </a:lnTo>
                  <a:lnTo>
                    <a:pt x="281" y="1157"/>
                  </a:lnTo>
                  <a:lnTo>
                    <a:pt x="282" y="1158"/>
                  </a:lnTo>
                  <a:lnTo>
                    <a:pt x="282" y="1159"/>
                  </a:lnTo>
                  <a:lnTo>
                    <a:pt x="283" y="1158"/>
                  </a:lnTo>
                  <a:lnTo>
                    <a:pt x="284" y="1158"/>
                  </a:lnTo>
                  <a:lnTo>
                    <a:pt x="285" y="1159"/>
                  </a:lnTo>
                  <a:lnTo>
                    <a:pt x="285" y="1159"/>
                  </a:lnTo>
                  <a:lnTo>
                    <a:pt x="286" y="1159"/>
                  </a:lnTo>
                  <a:lnTo>
                    <a:pt x="286" y="1159"/>
                  </a:lnTo>
                  <a:lnTo>
                    <a:pt x="289" y="1160"/>
                  </a:lnTo>
                  <a:lnTo>
                    <a:pt x="289" y="1161"/>
                  </a:lnTo>
                  <a:lnTo>
                    <a:pt x="289" y="1160"/>
                  </a:lnTo>
                  <a:lnTo>
                    <a:pt x="289" y="1160"/>
                  </a:lnTo>
                  <a:lnTo>
                    <a:pt x="289" y="1159"/>
                  </a:lnTo>
                  <a:lnTo>
                    <a:pt x="289" y="1159"/>
                  </a:lnTo>
                  <a:lnTo>
                    <a:pt x="289" y="1159"/>
                  </a:lnTo>
                  <a:lnTo>
                    <a:pt x="290" y="1159"/>
                  </a:lnTo>
                  <a:lnTo>
                    <a:pt x="290" y="1159"/>
                  </a:lnTo>
                  <a:lnTo>
                    <a:pt x="291" y="1159"/>
                  </a:lnTo>
                  <a:lnTo>
                    <a:pt x="291" y="1160"/>
                  </a:lnTo>
                  <a:lnTo>
                    <a:pt x="292" y="1160"/>
                  </a:lnTo>
                  <a:lnTo>
                    <a:pt x="293" y="1162"/>
                  </a:lnTo>
                  <a:lnTo>
                    <a:pt x="294" y="1163"/>
                  </a:lnTo>
                  <a:lnTo>
                    <a:pt x="294" y="1163"/>
                  </a:lnTo>
                  <a:lnTo>
                    <a:pt x="294" y="1163"/>
                  </a:lnTo>
                  <a:lnTo>
                    <a:pt x="294" y="1164"/>
                  </a:lnTo>
                  <a:lnTo>
                    <a:pt x="294" y="1164"/>
                  </a:lnTo>
                  <a:lnTo>
                    <a:pt x="294" y="1165"/>
                  </a:lnTo>
                  <a:lnTo>
                    <a:pt x="293" y="1165"/>
                  </a:lnTo>
                  <a:lnTo>
                    <a:pt x="293" y="1166"/>
                  </a:lnTo>
                  <a:lnTo>
                    <a:pt x="293" y="1166"/>
                  </a:lnTo>
                  <a:lnTo>
                    <a:pt x="293" y="1166"/>
                  </a:lnTo>
                  <a:lnTo>
                    <a:pt x="295" y="1167"/>
                  </a:lnTo>
                  <a:lnTo>
                    <a:pt x="296" y="1167"/>
                  </a:lnTo>
                  <a:lnTo>
                    <a:pt x="297" y="1167"/>
                  </a:lnTo>
                  <a:lnTo>
                    <a:pt x="297" y="1166"/>
                  </a:lnTo>
                  <a:lnTo>
                    <a:pt x="298" y="1166"/>
                  </a:lnTo>
                  <a:lnTo>
                    <a:pt x="298" y="1167"/>
                  </a:lnTo>
                  <a:lnTo>
                    <a:pt x="299" y="1167"/>
                  </a:lnTo>
                  <a:lnTo>
                    <a:pt x="299" y="1166"/>
                  </a:lnTo>
                  <a:lnTo>
                    <a:pt x="298" y="1166"/>
                  </a:lnTo>
                  <a:lnTo>
                    <a:pt x="298" y="1166"/>
                  </a:lnTo>
                  <a:lnTo>
                    <a:pt x="299" y="1165"/>
                  </a:lnTo>
                  <a:lnTo>
                    <a:pt x="300" y="1164"/>
                  </a:lnTo>
                  <a:lnTo>
                    <a:pt x="301" y="1164"/>
                  </a:lnTo>
                  <a:lnTo>
                    <a:pt x="301" y="1164"/>
                  </a:lnTo>
                  <a:lnTo>
                    <a:pt x="302" y="1163"/>
                  </a:lnTo>
                  <a:lnTo>
                    <a:pt x="302" y="1163"/>
                  </a:lnTo>
                  <a:lnTo>
                    <a:pt x="303" y="1162"/>
                  </a:lnTo>
                  <a:lnTo>
                    <a:pt x="303" y="1162"/>
                  </a:lnTo>
                  <a:lnTo>
                    <a:pt x="305" y="1161"/>
                  </a:lnTo>
                  <a:lnTo>
                    <a:pt x="305" y="1161"/>
                  </a:lnTo>
                  <a:lnTo>
                    <a:pt x="305" y="1162"/>
                  </a:lnTo>
                  <a:lnTo>
                    <a:pt x="304" y="1163"/>
                  </a:lnTo>
                  <a:lnTo>
                    <a:pt x="305" y="1163"/>
                  </a:lnTo>
                  <a:lnTo>
                    <a:pt x="306" y="1163"/>
                  </a:lnTo>
                  <a:lnTo>
                    <a:pt x="306" y="1163"/>
                  </a:lnTo>
                  <a:lnTo>
                    <a:pt x="305" y="1163"/>
                  </a:lnTo>
                  <a:lnTo>
                    <a:pt x="304" y="1163"/>
                  </a:lnTo>
                  <a:lnTo>
                    <a:pt x="304" y="1164"/>
                  </a:lnTo>
                  <a:lnTo>
                    <a:pt x="306" y="1163"/>
                  </a:lnTo>
                  <a:lnTo>
                    <a:pt x="306" y="1163"/>
                  </a:lnTo>
                  <a:lnTo>
                    <a:pt x="307" y="1162"/>
                  </a:lnTo>
                  <a:lnTo>
                    <a:pt x="308" y="1161"/>
                  </a:lnTo>
                  <a:lnTo>
                    <a:pt x="310" y="1161"/>
                  </a:lnTo>
                  <a:lnTo>
                    <a:pt x="310" y="1162"/>
                  </a:lnTo>
                  <a:lnTo>
                    <a:pt x="310" y="1162"/>
                  </a:lnTo>
                  <a:lnTo>
                    <a:pt x="311" y="1161"/>
                  </a:lnTo>
                  <a:lnTo>
                    <a:pt x="311" y="1161"/>
                  </a:lnTo>
                  <a:lnTo>
                    <a:pt x="311" y="1160"/>
                  </a:lnTo>
                  <a:lnTo>
                    <a:pt x="312" y="1160"/>
                  </a:lnTo>
                  <a:lnTo>
                    <a:pt x="312" y="1159"/>
                  </a:lnTo>
                  <a:lnTo>
                    <a:pt x="313" y="1159"/>
                  </a:lnTo>
                  <a:lnTo>
                    <a:pt x="313" y="1159"/>
                  </a:lnTo>
                  <a:lnTo>
                    <a:pt x="314" y="1159"/>
                  </a:lnTo>
                  <a:lnTo>
                    <a:pt x="315" y="1159"/>
                  </a:lnTo>
                  <a:lnTo>
                    <a:pt x="315" y="1157"/>
                  </a:lnTo>
                  <a:lnTo>
                    <a:pt x="316" y="1157"/>
                  </a:lnTo>
                  <a:lnTo>
                    <a:pt x="316" y="1157"/>
                  </a:lnTo>
                  <a:lnTo>
                    <a:pt x="317" y="1157"/>
                  </a:lnTo>
                  <a:lnTo>
                    <a:pt x="318" y="1157"/>
                  </a:lnTo>
                  <a:lnTo>
                    <a:pt x="318" y="1157"/>
                  </a:lnTo>
                  <a:lnTo>
                    <a:pt x="319" y="1157"/>
                  </a:lnTo>
                  <a:lnTo>
                    <a:pt x="319" y="1156"/>
                  </a:lnTo>
                  <a:lnTo>
                    <a:pt x="319" y="1156"/>
                  </a:lnTo>
                  <a:lnTo>
                    <a:pt x="319" y="1156"/>
                  </a:lnTo>
                  <a:lnTo>
                    <a:pt x="320" y="1156"/>
                  </a:lnTo>
                  <a:lnTo>
                    <a:pt x="321" y="1156"/>
                  </a:lnTo>
                  <a:lnTo>
                    <a:pt x="322" y="1156"/>
                  </a:lnTo>
                  <a:lnTo>
                    <a:pt x="323" y="1157"/>
                  </a:lnTo>
                  <a:lnTo>
                    <a:pt x="323" y="1157"/>
                  </a:lnTo>
                  <a:lnTo>
                    <a:pt x="324" y="1157"/>
                  </a:lnTo>
                  <a:lnTo>
                    <a:pt x="324" y="1156"/>
                  </a:lnTo>
                  <a:lnTo>
                    <a:pt x="325" y="1157"/>
                  </a:lnTo>
                  <a:lnTo>
                    <a:pt x="326" y="1157"/>
                  </a:lnTo>
                  <a:lnTo>
                    <a:pt x="326" y="1158"/>
                  </a:lnTo>
                  <a:lnTo>
                    <a:pt x="326" y="1158"/>
                  </a:lnTo>
                  <a:lnTo>
                    <a:pt x="327" y="1157"/>
                  </a:lnTo>
                  <a:lnTo>
                    <a:pt x="327" y="1157"/>
                  </a:lnTo>
                  <a:lnTo>
                    <a:pt x="327" y="1158"/>
                  </a:lnTo>
                  <a:lnTo>
                    <a:pt x="326" y="1159"/>
                  </a:lnTo>
                  <a:lnTo>
                    <a:pt x="326" y="1159"/>
                  </a:lnTo>
                  <a:lnTo>
                    <a:pt x="325" y="1159"/>
                  </a:lnTo>
                  <a:lnTo>
                    <a:pt x="324" y="1159"/>
                  </a:lnTo>
                  <a:lnTo>
                    <a:pt x="324" y="1159"/>
                  </a:lnTo>
                  <a:lnTo>
                    <a:pt x="324" y="1159"/>
                  </a:lnTo>
                  <a:lnTo>
                    <a:pt x="324" y="1160"/>
                  </a:lnTo>
                  <a:lnTo>
                    <a:pt x="324" y="1160"/>
                  </a:lnTo>
                  <a:lnTo>
                    <a:pt x="326" y="1160"/>
                  </a:lnTo>
                  <a:lnTo>
                    <a:pt x="326" y="1160"/>
                  </a:lnTo>
                  <a:lnTo>
                    <a:pt x="328" y="1160"/>
                  </a:lnTo>
                  <a:lnTo>
                    <a:pt x="328" y="1159"/>
                  </a:lnTo>
                  <a:lnTo>
                    <a:pt x="329" y="1159"/>
                  </a:lnTo>
                  <a:lnTo>
                    <a:pt x="329" y="1159"/>
                  </a:lnTo>
                  <a:lnTo>
                    <a:pt x="331" y="1160"/>
                  </a:lnTo>
                  <a:lnTo>
                    <a:pt x="331" y="1159"/>
                  </a:lnTo>
                  <a:lnTo>
                    <a:pt x="331" y="1159"/>
                  </a:lnTo>
                  <a:lnTo>
                    <a:pt x="332" y="1159"/>
                  </a:lnTo>
                  <a:lnTo>
                    <a:pt x="333" y="1159"/>
                  </a:lnTo>
                  <a:lnTo>
                    <a:pt x="335" y="1159"/>
                  </a:lnTo>
                  <a:lnTo>
                    <a:pt x="335" y="1159"/>
                  </a:lnTo>
                  <a:lnTo>
                    <a:pt x="335" y="1159"/>
                  </a:lnTo>
                  <a:lnTo>
                    <a:pt x="335" y="1159"/>
                  </a:lnTo>
                  <a:lnTo>
                    <a:pt x="336" y="1160"/>
                  </a:lnTo>
                  <a:lnTo>
                    <a:pt x="336" y="1161"/>
                  </a:lnTo>
                  <a:lnTo>
                    <a:pt x="337" y="1162"/>
                  </a:lnTo>
                  <a:lnTo>
                    <a:pt x="337" y="1162"/>
                  </a:lnTo>
                  <a:lnTo>
                    <a:pt x="337" y="1162"/>
                  </a:lnTo>
                  <a:lnTo>
                    <a:pt x="337" y="1163"/>
                  </a:lnTo>
                  <a:lnTo>
                    <a:pt x="337" y="1163"/>
                  </a:lnTo>
                  <a:lnTo>
                    <a:pt x="337" y="1163"/>
                  </a:lnTo>
                  <a:lnTo>
                    <a:pt x="337" y="1164"/>
                  </a:lnTo>
                  <a:lnTo>
                    <a:pt x="337" y="1164"/>
                  </a:lnTo>
                  <a:lnTo>
                    <a:pt x="336" y="1165"/>
                  </a:lnTo>
                  <a:lnTo>
                    <a:pt x="336" y="1165"/>
                  </a:lnTo>
                  <a:lnTo>
                    <a:pt x="335" y="1166"/>
                  </a:lnTo>
                  <a:lnTo>
                    <a:pt x="335" y="1167"/>
                  </a:lnTo>
                  <a:lnTo>
                    <a:pt x="334" y="1167"/>
                  </a:lnTo>
                  <a:lnTo>
                    <a:pt x="334" y="1167"/>
                  </a:lnTo>
                  <a:lnTo>
                    <a:pt x="334" y="1168"/>
                  </a:lnTo>
                  <a:lnTo>
                    <a:pt x="334" y="1169"/>
                  </a:lnTo>
                  <a:lnTo>
                    <a:pt x="334" y="1169"/>
                  </a:lnTo>
                  <a:lnTo>
                    <a:pt x="334" y="1170"/>
                  </a:lnTo>
                  <a:lnTo>
                    <a:pt x="334" y="1171"/>
                  </a:lnTo>
                  <a:lnTo>
                    <a:pt x="335" y="1171"/>
                  </a:lnTo>
                  <a:lnTo>
                    <a:pt x="335" y="1172"/>
                  </a:lnTo>
                  <a:lnTo>
                    <a:pt x="334" y="1173"/>
                  </a:lnTo>
                  <a:lnTo>
                    <a:pt x="334" y="1173"/>
                  </a:lnTo>
                  <a:lnTo>
                    <a:pt x="334" y="1173"/>
                  </a:lnTo>
                  <a:lnTo>
                    <a:pt x="334" y="1174"/>
                  </a:lnTo>
                  <a:lnTo>
                    <a:pt x="334" y="1175"/>
                  </a:lnTo>
                  <a:lnTo>
                    <a:pt x="334" y="1175"/>
                  </a:lnTo>
                  <a:lnTo>
                    <a:pt x="333" y="1176"/>
                  </a:lnTo>
                  <a:lnTo>
                    <a:pt x="333" y="1176"/>
                  </a:lnTo>
                  <a:lnTo>
                    <a:pt x="333" y="1177"/>
                  </a:lnTo>
                  <a:lnTo>
                    <a:pt x="332" y="1178"/>
                  </a:lnTo>
                  <a:lnTo>
                    <a:pt x="332" y="1178"/>
                  </a:lnTo>
                  <a:lnTo>
                    <a:pt x="332" y="1179"/>
                  </a:lnTo>
                  <a:lnTo>
                    <a:pt x="331" y="1179"/>
                  </a:lnTo>
                  <a:lnTo>
                    <a:pt x="331" y="1180"/>
                  </a:lnTo>
                  <a:lnTo>
                    <a:pt x="330" y="1180"/>
                  </a:lnTo>
                  <a:lnTo>
                    <a:pt x="329" y="1180"/>
                  </a:lnTo>
                  <a:lnTo>
                    <a:pt x="329" y="1180"/>
                  </a:lnTo>
                  <a:lnTo>
                    <a:pt x="329" y="1180"/>
                  </a:lnTo>
                  <a:lnTo>
                    <a:pt x="329" y="1181"/>
                  </a:lnTo>
                  <a:lnTo>
                    <a:pt x="328" y="1181"/>
                  </a:lnTo>
                  <a:lnTo>
                    <a:pt x="328" y="1182"/>
                  </a:lnTo>
                  <a:lnTo>
                    <a:pt x="327" y="1182"/>
                  </a:lnTo>
                  <a:lnTo>
                    <a:pt x="327" y="1183"/>
                  </a:lnTo>
                  <a:lnTo>
                    <a:pt x="327" y="1183"/>
                  </a:lnTo>
                  <a:lnTo>
                    <a:pt x="327" y="1184"/>
                  </a:lnTo>
                  <a:lnTo>
                    <a:pt x="326" y="1184"/>
                  </a:lnTo>
                  <a:lnTo>
                    <a:pt x="325" y="1185"/>
                  </a:lnTo>
                  <a:lnTo>
                    <a:pt x="325" y="1185"/>
                  </a:lnTo>
                  <a:lnTo>
                    <a:pt x="324" y="1185"/>
                  </a:lnTo>
                  <a:lnTo>
                    <a:pt x="324" y="1185"/>
                  </a:lnTo>
                  <a:lnTo>
                    <a:pt x="323" y="1185"/>
                  </a:lnTo>
                  <a:lnTo>
                    <a:pt x="321" y="1185"/>
                  </a:lnTo>
                  <a:lnTo>
                    <a:pt x="320" y="1186"/>
                  </a:lnTo>
                  <a:lnTo>
                    <a:pt x="320" y="1187"/>
                  </a:lnTo>
                  <a:lnTo>
                    <a:pt x="319" y="1187"/>
                  </a:lnTo>
                  <a:lnTo>
                    <a:pt x="319" y="1188"/>
                  </a:lnTo>
                  <a:lnTo>
                    <a:pt x="318" y="1189"/>
                  </a:lnTo>
                  <a:lnTo>
                    <a:pt x="316" y="1189"/>
                  </a:lnTo>
                  <a:lnTo>
                    <a:pt x="316" y="1189"/>
                  </a:lnTo>
                  <a:lnTo>
                    <a:pt x="315" y="1189"/>
                  </a:lnTo>
                  <a:lnTo>
                    <a:pt x="315" y="1189"/>
                  </a:lnTo>
                  <a:lnTo>
                    <a:pt x="315" y="1189"/>
                  </a:lnTo>
                  <a:lnTo>
                    <a:pt x="315" y="1189"/>
                  </a:lnTo>
                  <a:lnTo>
                    <a:pt x="314" y="1189"/>
                  </a:lnTo>
                  <a:lnTo>
                    <a:pt x="314" y="1189"/>
                  </a:lnTo>
                  <a:lnTo>
                    <a:pt x="314" y="1189"/>
                  </a:lnTo>
                  <a:lnTo>
                    <a:pt x="313" y="1188"/>
                  </a:lnTo>
                  <a:lnTo>
                    <a:pt x="313" y="1188"/>
                  </a:lnTo>
                  <a:lnTo>
                    <a:pt x="312" y="1187"/>
                  </a:lnTo>
                  <a:lnTo>
                    <a:pt x="312" y="1187"/>
                  </a:lnTo>
                  <a:lnTo>
                    <a:pt x="311" y="1186"/>
                  </a:lnTo>
                  <a:lnTo>
                    <a:pt x="311" y="1186"/>
                  </a:lnTo>
                  <a:lnTo>
                    <a:pt x="311" y="1187"/>
                  </a:lnTo>
                  <a:lnTo>
                    <a:pt x="311" y="1188"/>
                  </a:lnTo>
                  <a:lnTo>
                    <a:pt x="311" y="1189"/>
                  </a:lnTo>
                  <a:lnTo>
                    <a:pt x="311" y="1189"/>
                  </a:lnTo>
                  <a:lnTo>
                    <a:pt x="312" y="1189"/>
                  </a:lnTo>
                  <a:lnTo>
                    <a:pt x="312" y="1190"/>
                  </a:lnTo>
                  <a:lnTo>
                    <a:pt x="312" y="1191"/>
                  </a:lnTo>
                  <a:lnTo>
                    <a:pt x="312" y="1191"/>
                  </a:lnTo>
                  <a:lnTo>
                    <a:pt x="312" y="1191"/>
                  </a:lnTo>
                  <a:lnTo>
                    <a:pt x="312" y="1192"/>
                  </a:lnTo>
                  <a:lnTo>
                    <a:pt x="312" y="1193"/>
                  </a:lnTo>
                  <a:lnTo>
                    <a:pt x="312" y="1193"/>
                  </a:lnTo>
                  <a:lnTo>
                    <a:pt x="312" y="1193"/>
                  </a:lnTo>
                  <a:lnTo>
                    <a:pt x="312" y="1193"/>
                  </a:lnTo>
                  <a:lnTo>
                    <a:pt x="311" y="1195"/>
                  </a:lnTo>
                  <a:lnTo>
                    <a:pt x="311" y="1195"/>
                  </a:lnTo>
                  <a:lnTo>
                    <a:pt x="312" y="1195"/>
                  </a:lnTo>
                  <a:lnTo>
                    <a:pt x="312" y="1196"/>
                  </a:lnTo>
                  <a:lnTo>
                    <a:pt x="311" y="1197"/>
                  </a:lnTo>
                  <a:lnTo>
                    <a:pt x="312" y="1197"/>
                  </a:lnTo>
                  <a:lnTo>
                    <a:pt x="313" y="1197"/>
                  </a:lnTo>
                  <a:lnTo>
                    <a:pt x="313" y="1195"/>
                  </a:lnTo>
                  <a:lnTo>
                    <a:pt x="313" y="1194"/>
                  </a:lnTo>
                  <a:lnTo>
                    <a:pt x="314" y="1194"/>
                  </a:lnTo>
                  <a:lnTo>
                    <a:pt x="314" y="1194"/>
                  </a:lnTo>
                  <a:lnTo>
                    <a:pt x="315" y="1194"/>
                  </a:lnTo>
                  <a:lnTo>
                    <a:pt x="315" y="1194"/>
                  </a:lnTo>
                  <a:lnTo>
                    <a:pt x="315" y="1194"/>
                  </a:lnTo>
                  <a:lnTo>
                    <a:pt x="315" y="1196"/>
                  </a:lnTo>
                  <a:lnTo>
                    <a:pt x="315" y="1196"/>
                  </a:lnTo>
                  <a:lnTo>
                    <a:pt x="315" y="1196"/>
                  </a:lnTo>
                  <a:lnTo>
                    <a:pt x="315" y="1197"/>
                  </a:lnTo>
                  <a:lnTo>
                    <a:pt x="315" y="1197"/>
                  </a:lnTo>
                  <a:lnTo>
                    <a:pt x="315" y="1197"/>
                  </a:lnTo>
                  <a:lnTo>
                    <a:pt x="315" y="1197"/>
                  </a:lnTo>
                  <a:lnTo>
                    <a:pt x="315" y="1197"/>
                  </a:lnTo>
                  <a:lnTo>
                    <a:pt x="314" y="1197"/>
                  </a:lnTo>
                  <a:lnTo>
                    <a:pt x="314" y="1197"/>
                  </a:lnTo>
                  <a:lnTo>
                    <a:pt x="314" y="1197"/>
                  </a:lnTo>
                  <a:lnTo>
                    <a:pt x="314" y="1197"/>
                  </a:lnTo>
                  <a:lnTo>
                    <a:pt x="314" y="1198"/>
                  </a:lnTo>
                  <a:lnTo>
                    <a:pt x="314" y="1198"/>
                  </a:lnTo>
                  <a:lnTo>
                    <a:pt x="314" y="1198"/>
                  </a:lnTo>
                  <a:lnTo>
                    <a:pt x="313" y="1198"/>
                  </a:lnTo>
                  <a:lnTo>
                    <a:pt x="312" y="1198"/>
                  </a:lnTo>
                  <a:lnTo>
                    <a:pt x="311" y="1198"/>
                  </a:lnTo>
                  <a:lnTo>
                    <a:pt x="311" y="1198"/>
                  </a:lnTo>
                  <a:lnTo>
                    <a:pt x="311" y="1199"/>
                  </a:lnTo>
                  <a:lnTo>
                    <a:pt x="311" y="1199"/>
                  </a:lnTo>
                  <a:lnTo>
                    <a:pt x="311" y="1199"/>
                  </a:lnTo>
                  <a:lnTo>
                    <a:pt x="311" y="1200"/>
                  </a:lnTo>
                  <a:lnTo>
                    <a:pt x="312" y="1200"/>
                  </a:lnTo>
                  <a:lnTo>
                    <a:pt x="312" y="1200"/>
                  </a:lnTo>
                  <a:lnTo>
                    <a:pt x="312" y="1201"/>
                  </a:lnTo>
                  <a:lnTo>
                    <a:pt x="312" y="1202"/>
                  </a:lnTo>
                  <a:lnTo>
                    <a:pt x="311" y="1202"/>
                  </a:lnTo>
                  <a:lnTo>
                    <a:pt x="311" y="1203"/>
                  </a:lnTo>
                  <a:lnTo>
                    <a:pt x="311" y="1203"/>
                  </a:lnTo>
                  <a:lnTo>
                    <a:pt x="311" y="1204"/>
                  </a:lnTo>
                  <a:lnTo>
                    <a:pt x="310" y="1204"/>
                  </a:lnTo>
                  <a:lnTo>
                    <a:pt x="310" y="1206"/>
                  </a:lnTo>
                  <a:lnTo>
                    <a:pt x="309" y="1206"/>
                  </a:lnTo>
                  <a:lnTo>
                    <a:pt x="308" y="1206"/>
                  </a:lnTo>
                  <a:lnTo>
                    <a:pt x="308" y="1206"/>
                  </a:lnTo>
                  <a:lnTo>
                    <a:pt x="307" y="1207"/>
                  </a:lnTo>
                  <a:lnTo>
                    <a:pt x="306" y="1207"/>
                  </a:lnTo>
                  <a:lnTo>
                    <a:pt x="306" y="1207"/>
                  </a:lnTo>
                  <a:lnTo>
                    <a:pt x="306" y="1207"/>
                  </a:lnTo>
                  <a:lnTo>
                    <a:pt x="306" y="1206"/>
                  </a:lnTo>
                  <a:lnTo>
                    <a:pt x="304" y="1206"/>
                  </a:lnTo>
                  <a:lnTo>
                    <a:pt x="304" y="1206"/>
                  </a:lnTo>
                  <a:lnTo>
                    <a:pt x="303" y="1206"/>
                  </a:lnTo>
                  <a:lnTo>
                    <a:pt x="302" y="1206"/>
                  </a:lnTo>
                  <a:lnTo>
                    <a:pt x="302" y="1207"/>
                  </a:lnTo>
                  <a:lnTo>
                    <a:pt x="303" y="1207"/>
                  </a:lnTo>
                  <a:lnTo>
                    <a:pt x="302" y="1207"/>
                  </a:lnTo>
                  <a:lnTo>
                    <a:pt x="302" y="1209"/>
                  </a:lnTo>
                  <a:lnTo>
                    <a:pt x="302" y="1209"/>
                  </a:lnTo>
                  <a:lnTo>
                    <a:pt x="302" y="1209"/>
                  </a:lnTo>
                  <a:lnTo>
                    <a:pt x="302" y="1209"/>
                  </a:lnTo>
                  <a:lnTo>
                    <a:pt x="302" y="1210"/>
                  </a:lnTo>
                  <a:lnTo>
                    <a:pt x="302" y="1211"/>
                  </a:lnTo>
                  <a:lnTo>
                    <a:pt x="302" y="1211"/>
                  </a:lnTo>
                  <a:lnTo>
                    <a:pt x="302" y="1211"/>
                  </a:lnTo>
                  <a:lnTo>
                    <a:pt x="301" y="1212"/>
                  </a:lnTo>
                  <a:lnTo>
                    <a:pt x="301" y="1212"/>
                  </a:lnTo>
                  <a:lnTo>
                    <a:pt x="301" y="1212"/>
                  </a:lnTo>
                  <a:lnTo>
                    <a:pt x="300" y="1214"/>
                  </a:lnTo>
                  <a:lnTo>
                    <a:pt x="299" y="1214"/>
                  </a:lnTo>
                  <a:lnTo>
                    <a:pt x="299" y="1215"/>
                  </a:lnTo>
                  <a:lnTo>
                    <a:pt x="298" y="1215"/>
                  </a:lnTo>
                  <a:lnTo>
                    <a:pt x="297" y="1215"/>
                  </a:lnTo>
                  <a:lnTo>
                    <a:pt x="297" y="1215"/>
                  </a:lnTo>
                  <a:lnTo>
                    <a:pt x="297" y="1216"/>
                  </a:lnTo>
                  <a:lnTo>
                    <a:pt x="297" y="1217"/>
                  </a:lnTo>
                  <a:lnTo>
                    <a:pt x="297" y="1218"/>
                  </a:lnTo>
                  <a:lnTo>
                    <a:pt x="297" y="1218"/>
                  </a:lnTo>
                  <a:lnTo>
                    <a:pt x="297" y="1218"/>
                  </a:lnTo>
                  <a:lnTo>
                    <a:pt x="297" y="1219"/>
                  </a:lnTo>
                  <a:lnTo>
                    <a:pt x="296" y="1219"/>
                  </a:lnTo>
                  <a:lnTo>
                    <a:pt x="296" y="1220"/>
                  </a:lnTo>
                  <a:lnTo>
                    <a:pt x="297" y="1220"/>
                  </a:lnTo>
                  <a:lnTo>
                    <a:pt x="296" y="1220"/>
                  </a:lnTo>
                  <a:lnTo>
                    <a:pt x="297" y="1221"/>
                  </a:lnTo>
                  <a:lnTo>
                    <a:pt x="297" y="1221"/>
                  </a:lnTo>
                  <a:lnTo>
                    <a:pt x="296" y="1221"/>
                  </a:lnTo>
                  <a:lnTo>
                    <a:pt x="295" y="1220"/>
                  </a:lnTo>
                  <a:lnTo>
                    <a:pt x="295" y="1220"/>
                  </a:lnTo>
                  <a:lnTo>
                    <a:pt x="295" y="1221"/>
                  </a:lnTo>
                  <a:lnTo>
                    <a:pt x="295" y="1221"/>
                  </a:lnTo>
                  <a:lnTo>
                    <a:pt x="295" y="1222"/>
                  </a:lnTo>
                  <a:lnTo>
                    <a:pt x="295" y="1222"/>
                  </a:lnTo>
                  <a:lnTo>
                    <a:pt x="295" y="1223"/>
                  </a:lnTo>
                  <a:lnTo>
                    <a:pt x="295" y="1223"/>
                  </a:lnTo>
                  <a:lnTo>
                    <a:pt x="295" y="1223"/>
                  </a:lnTo>
                  <a:lnTo>
                    <a:pt x="295" y="1223"/>
                  </a:lnTo>
                  <a:lnTo>
                    <a:pt x="295" y="1223"/>
                  </a:lnTo>
                  <a:lnTo>
                    <a:pt x="294" y="1223"/>
                  </a:lnTo>
                  <a:lnTo>
                    <a:pt x="294" y="1223"/>
                  </a:lnTo>
                  <a:lnTo>
                    <a:pt x="293" y="1224"/>
                  </a:lnTo>
                  <a:lnTo>
                    <a:pt x="293" y="1224"/>
                  </a:lnTo>
                  <a:lnTo>
                    <a:pt x="293" y="1224"/>
                  </a:lnTo>
                  <a:lnTo>
                    <a:pt x="293" y="1224"/>
                  </a:lnTo>
                  <a:lnTo>
                    <a:pt x="293" y="1225"/>
                  </a:lnTo>
                  <a:lnTo>
                    <a:pt x="292" y="1225"/>
                  </a:lnTo>
                  <a:lnTo>
                    <a:pt x="292" y="1226"/>
                  </a:lnTo>
                  <a:lnTo>
                    <a:pt x="292" y="1227"/>
                  </a:lnTo>
                  <a:lnTo>
                    <a:pt x="292" y="1227"/>
                  </a:lnTo>
                  <a:lnTo>
                    <a:pt x="291" y="1227"/>
                  </a:lnTo>
                  <a:lnTo>
                    <a:pt x="291" y="1228"/>
                  </a:lnTo>
                  <a:lnTo>
                    <a:pt x="290" y="1227"/>
                  </a:lnTo>
                  <a:lnTo>
                    <a:pt x="290" y="1228"/>
                  </a:lnTo>
                  <a:lnTo>
                    <a:pt x="289" y="1228"/>
                  </a:lnTo>
                  <a:lnTo>
                    <a:pt x="289" y="1228"/>
                  </a:lnTo>
                  <a:lnTo>
                    <a:pt x="289" y="1228"/>
                  </a:lnTo>
                  <a:lnTo>
                    <a:pt x="288" y="1228"/>
                  </a:lnTo>
                  <a:lnTo>
                    <a:pt x="287" y="1229"/>
                  </a:lnTo>
                  <a:lnTo>
                    <a:pt x="287" y="1229"/>
                  </a:lnTo>
                  <a:lnTo>
                    <a:pt x="286" y="1229"/>
                  </a:lnTo>
                  <a:lnTo>
                    <a:pt x="286" y="1229"/>
                  </a:lnTo>
                  <a:lnTo>
                    <a:pt x="286" y="1231"/>
                  </a:lnTo>
                  <a:lnTo>
                    <a:pt x="285" y="1231"/>
                  </a:lnTo>
                  <a:lnTo>
                    <a:pt x="285" y="1232"/>
                  </a:lnTo>
                  <a:lnTo>
                    <a:pt x="285" y="1232"/>
                  </a:lnTo>
                  <a:lnTo>
                    <a:pt x="284" y="1232"/>
                  </a:lnTo>
                  <a:lnTo>
                    <a:pt x="284" y="1232"/>
                  </a:lnTo>
                  <a:lnTo>
                    <a:pt x="284" y="1231"/>
                  </a:lnTo>
                  <a:lnTo>
                    <a:pt x="284" y="1231"/>
                  </a:lnTo>
                  <a:lnTo>
                    <a:pt x="283" y="1231"/>
                  </a:lnTo>
                  <a:lnTo>
                    <a:pt x="282" y="1231"/>
                  </a:lnTo>
                  <a:lnTo>
                    <a:pt x="282" y="1232"/>
                  </a:lnTo>
                  <a:lnTo>
                    <a:pt x="282" y="1232"/>
                  </a:lnTo>
                  <a:lnTo>
                    <a:pt x="281" y="1232"/>
                  </a:lnTo>
                  <a:lnTo>
                    <a:pt x="281" y="1232"/>
                  </a:lnTo>
                  <a:lnTo>
                    <a:pt x="281" y="1232"/>
                  </a:lnTo>
                  <a:lnTo>
                    <a:pt x="280" y="1232"/>
                  </a:lnTo>
                  <a:lnTo>
                    <a:pt x="280" y="1232"/>
                  </a:lnTo>
                  <a:lnTo>
                    <a:pt x="280" y="1233"/>
                  </a:lnTo>
                  <a:lnTo>
                    <a:pt x="279" y="1233"/>
                  </a:lnTo>
                  <a:lnTo>
                    <a:pt x="279" y="1234"/>
                  </a:lnTo>
                  <a:lnTo>
                    <a:pt x="278" y="1234"/>
                  </a:lnTo>
                  <a:lnTo>
                    <a:pt x="277" y="1232"/>
                  </a:lnTo>
                  <a:lnTo>
                    <a:pt x="277" y="1232"/>
                  </a:lnTo>
                  <a:lnTo>
                    <a:pt x="276" y="1233"/>
                  </a:lnTo>
                  <a:lnTo>
                    <a:pt x="276" y="1233"/>
                  </a:lnTo>
                  <a:lnTo>
                    <a:pt x="276" y="1233"/>
                  </a:lnTo>
                  <a:lnTo>
                    <a:pt x="276" y="1234"/>
                  </a:lnTo>
                  <a:lnTo>
                    <a:pt x="276" y="1234"/>
                  </a:lnTo>
                  <a:lnTo>
                    <a:pt x="276" y="1235"/>
                  </a:lnTo>
                  <a:lnTo>
                    <a:pt x="276" y="1235"/>
                  </a:lnTo>
                  <a:lnTo>
                    <a:pt x="276" y="1235"/>
                  </a:lnTo>
                  <a:lnTo>
                    <a:pt x="275" y="1234"/>
                  </a:lnTo>
                  <a:lnTo>
                    <a:pt x="275" y="1234"/>
                  </a:lnTo>
                  <a:lnTo>
                    <a:pt x="275" y="1234"/>
                  </a:lnTo>
                  <a:lnTo>
                    <a:pt x="275" y="1234"/>
                  </a:lnTo>
                  <a:lnTo>
                    <a:pt x="275" y="1233"/>
                  </a:lnTo>
                  <a:lnTo>
                    <a:pt x="275" y="1233"/>
                  </a:lnTo>
                  <a:lnTo>
                    <a:pt x="275" y="1232"/>
                  </a:lnTo>
                  <a:lnTo>
                    <a:pt x="275" y="1232"/>
                  </a:lnTo>
                  <a:lnTo>
                    <a:pt x="275" y="1232"/>
                  </a:lnTo>
                  <a:lnTo>
                    <a:pt x="275" y="1232"/>
                  </a:lnTo>
                  <a:lnTo>
                    <a:pt x="275" y="1232"/>
                  </a:lnTo>
                  <a:lnTo>
                    <a:pt x="275" y="1231"/>
                  </a:lnTo>
                  <a:lnTo>
                    <a:pt x="275" y="1231"/>
                  </a:lnTo>
                  <a:lnTo>
                    <a:pt x="275" y="1230"/>
                  </a:lnTo>
                  <a:lnTo>
                    <a:pt x="274" y="1229"/>
                  </a:lnTo>
                  <a:lnTo>
                    <a:pt x="273" y="1229"/>
                  </a:lnTo>
                  <a:lnTo>
                    <a:pt x="273" y="1229"/>
                  </a:lnTo>
                  <a:lnTo>
                    <a:pt x="273" y="1228"/>
                  </a:lnTo>
                  <a:lnTo>
                    <a:pt x="273" y="1228"/>
                  </a:lnTo>
                  <a:lnTo>
                    <a:pt x="273" y="1228"/>
                  </a:lnTo>
                  <a:lnTo>
                    <a:pt x="273" y="1228"/>
                  </a:lnTo>
                  <a:lnTo>
                    <a:pt x="273" y="1228"/>
                  </a:lnTo>
                  <a:lnTo>
                    <a:pt x="273" y="1227"/>
                  </a:lnTo>
                  <a:lnTo>
                    <a:pt x="273" y="1226"/>
                  </a:lnTo>
                  <a:lnTo>
                    <a:pt x="272" y="1226"/>
                  </a:lnTo>
                  <a:lnTo>
                    <a:pt x="272" y="1225"/>
                  </a:lnTo>
                  <a:lnTo>
                    <a:pt x="272" y="1225"/>
                  </a:lnTo>
                  <a:lnTo>
                    <a:pt x="272" y="1224"/>
                  </a:lnTo>
                  <a:lnTo>
                    <a:pt x="272" y="1224"/>
                  </a:lnTo>
                  <a:lnTo>
                    <a:pt x="272" y="1223"/>
                  </a:lnTo>
                  <a:lnTo>
                    <a:pt x="272" y="1223"/>
                  </a:lnTo>
                  <a:lnTo>
                    <a:pt x="273" y="1223"/>
                  </a:lnTo>
                  <a:lnTo>
                    <a:pt x="273" y="1221"/>
                  </a:lnTo>
                  <a:lnTo>
                    <a:pt x="273" y="1221"/>
                  </a:lnTo>
                  <a:lnTo>
                    <a:pt x="274" y="1219"/>
                  </a:lnTo>
                  <a:lnTo>
                    <a:pt x="274" y="1219"/>
                  </a:lnTo>
                  <a:lnTo>
                    <a:pt x="274" y="1219"/>
                  </a:lnTo>
                  <a:lnTo>
                    <a:pt x="275" y="1219"/>
                  </a:lnTo>
                  <a:lnTo>
                    <a:pt x="275" y="1219"/>
                  </a:lnTo>
                  <a:lnTo>
                    <a:pt x="276" y="1219"/>
                  </a:lnTo>
                  <a:lnTo>
                    <a:pt x="276" y="1219"/>
                  </a:lnTo>
                  <a:lnTo>
                    <a:pt x="276" y="1218"/>
                  </a:lnTo>
                  <a:lnTo>
                    <a:pt x="276" y="1218"/>
                  </a:lnTo>
                  <a:lnTo>
                    <a:pt x="276" y="1218"/>
                  </a:lnTo>
                  <a:lnTo>
                    <a:pt x="276" y="1218"/>
                  </a:lnTo>
                  <a:lnTo>
                    <a:pt x="276" y="1218"/>
                  </a:lnTo>
                  <a:lnTo>
                    <a:pt x="276" y="1218"/>
                  </a:lnTo>
                  <a:lnTo>
                    <a:pt x="276" y="1219"/>
                  </a:lnTo>
                  <a:lnTo>
                    <a:pt x="277" y="1219"/>
                  </a:lnTo>
                  <a:lnTo>
                    <a:pt x="277" y="1218"/>
                  </a:lnTo>
                  <a:lnTo>
                    <a:pt x="277" y="1218"/>
                  </a:lnTo>
                  <a:lnTo>
                    <a:pt x="277" y="1217"/>
                  </a:lnTo>
                  <a:lnTo>
                    <a:pt x="276" y="1217"/>
                  </a:lnTo>
                  <a:lnTo>
                    <a:pt x="277" y="1217"/>
                  </a:lnTo>
                  <a:lnTo>
                    <a:pt x="277" y="1216"/>
                  </a:lnTo>
                  <a:lnTo>
                    <a:pt x="276" y="1216"/>
                  </a:lnTo>
                  <a:lnTo>
                    <a:pt x="276" y="1215"/>
                  </a:lnTo>
                  <a:lnTo>
                    <a:pt x="277" y="1215"/>
                  </a:lnTo>
                  <a:lnTo>
                    <a:pt x="277" y="1214"/>
                  </a:lnTo>
                  <a:lnTo>
                    <a:pt x="276" y="1214"/>
                  </a:lnTo>
                  <a:lnTo>
                    <a:pt x="276" y="1213"/>
                  </a:lnTo>
                  <a:lnTo>
                    <a:pt x="277" y="1213"/>
                  </a:lnTo>
                  <a:lnTo>
                    <a:pt x="277" y="1213"/>
                  </a:lnTo>
                  <a:lnTo>
                    <a:pt x="277" y="1212"/>
                  </a:lnTo>
                  <a:lnTo>
                    <a:pt x="277" y="1212"/>
                  </a:lnTo>
                  <a:lnTo>
                    <a:pt x="278" y="1211"/>
                  </a:lnTo>
                  <a:lnTo>
                    <a:pt x="278" y="1211"/>
                  </a:lnTo>
                  <a:lnTo>
                    <a:pt x="279" y="1210"/>
                  </a:lnTo>
                  <a:lnTo>
                    <a:pt x="279" y="1209"/>
                  </a:lnTo>
                  <a:lnTo>
                    <a:pt x="278" y="1209"/>
                  </a:lnTo>
                  <a:lnTo>
                    <a:pt x="279" y="1209"/>
                  </a:lnTo>
                  <a:lnTo>
                    <a:pt x="279" y="1208"/>
                  </a:lnTo>
                  <a:lnTo>
                    <a:pt x="280" y="1208"/>
                  </a:lnTo>
                  <a:lnTo>
                    <a:pt x="280" y="1208"/>
                  </a:lnTo>
                  <a:lnTo>
                    <a:pt x="280" y="1207"/>
                  </a:lnTo>
                  <a:lnTo>
                    <a:pt x="280" y="1207"/>
                  </a:lnTo>
                  <a:lnTo>
                    <a:pt x="280" y="1206"/>
                  </a:lnTo>
                  <a:lnTo>
                    <a:pt x="280" y="1206"/>
                  </a:lnTo>
                  <a:lnTo>
                    <a:pt x="280" y="1206"/>
                  </a:lnTo>
                  <a:lnTo>
                    <a:pt x="280" y="1206"/>
                  </a:lnTo>
                  <a:lnTo>
                    <a:pt x="278" y="1206"/>
                  </a:lnTo>
                  <a:lnTo>
                    <a:pt x="278" y="1206"/>
                  </a:lnTo>
                  <a:lnTo>
                    <a:pt x="278" y="1206"/>
                  </a:lnTo>
                  <a:lnTo>
                    <a:pt x="278" y="1206"/>
                  </a:lnTo>
                  <a:lnTo>
                    <a:pt x="277" y="1206"/>
                  </a:lnTo>
                  <a:lnTo>
                    <a:pt x="278" y="1203"/>
                  </a:lnTo>
                  <a:lnTo>
                    <a:pt x="279" y="1203"/>
                  </a:lnTo>
                  <a:lnTo>
                    <a:pt x="279" y="1202"/>
                  </a:lnTo>
                  <a:lnTo>
                    <a:pt x="279" y="1202"/>
                  </a:lnTo>
                  <a:lnTo>
                    <a:pt x="280" y="1202"/>
                  </a:lnTo>
                  <a:lnTo>
                    <a:pt x="280" y="1201"/>
                  </a:lnTo>
                  <a:lnTo>
                    <a:pt x="280" y="1201"/>
                  </a:lnTo>
                  <a:lnTo>
                    <a:pt x="280" y="1201"/>
                  </a:lnTo>
                  <a:lnTo>
                    <a:pt x="280" y="1201"/>
                  </a:lnTo>
                  <a:lnTo>
                    <a:pt x="281" y="1200"/>
                  </a:lnTo>
                  <a:lnTo>
                    <a:pt x="281" y="1201"/>
                  </a:lnTo>
                  <a:lnTo>
                    <a:pt x="281" y="1200"/>
                  </a:lnTo>
                  <a:lnTo>
                    <a:pt x="282" y="1200"/>
                  </a:lnTo>
                  <a:lnTo>
                    <a:pt x="282" y="1201"/>
                  </a:lnTo>
                  <a:lnTo>
                    <a:pt x="283" y="1200"/>
                  </a:lnTo>
                  <a:lnTo>
                    <a:pt x="284" y="1199"/>
                  </a:lnTo>
                  <a:lnTo>
                    <a:pt x="283" y="1199"/>
                  </a:lnTo>
                  <a:lnTo>
                    <a:pt x="282" y="1198"/>
                  </a:lnTo>
                  <a:lnTo>
                    <a:pt x="284" y="1198"/>
                  </a:lnTo>
                  <a:lnTo>
                    <a:pt x="284" y="1197"/>
                  </a:lnTo>
                  <a:lnTo>
                    <a:pt x="284" y="1197"/>
                  </a:lnTo>
                  <a:lnTo>
                    <a:pt x="284" y="1197"/>
                  </a:lnTo>
                  <a:lnTo>
                    <a:pt x="285" y="1196"/>
                  </a:lnTo>
                  <a:lnTo>
                    <a:pt x="286" y="1196"/>
                  </a:lnTo>
                  <a:lnTo>
                    <a:pt x="286" y="1196"/>
                  </a:lnTo>
                  <a:lnTo>
                    <a:pt x="286" y="1196"/>
                  </a:lnTo>
                  <a:lnTo>
                    <a:pt x="287" y="1196"/>
                  </a:lnTo>
                  <a:lnTo>
                    <a:pt x="288" y="1196"/>
                  </a:lnTo>
                  <a:lnTo>
                    <a:pt x="288" y="1195"/>
                  </a:lnTo>
                  <a:lnTo>
                    <a:pt x="288" y="1196"/>
                  </a:lnTo>
                  <a:lnTo>
                    <a:pt x="288" y="1195"/>
                  </a:lnTo>
                  <a:lnTo>
                    <a:pt x="288" y="1194"/>
                  </a:lnTo>
                  <a:lnTo>
                    <a:pt x="289" y="1193"/>
                  </a:lnTo>
                  <a:lnTo>
                    <a:pt x="289" y="1193"/>
                  </a:lnTo>
                  <a:lnTo>
                    <a:pt x="289" y="1193"/>
                  </a:lnTo>
                  <a:lnTo>
                    <a:pt x="289" y="1193"/>
                  </a:lnTo>
                  <a:lnTo>
                    <a:pt x="289" y="1192"/>
                  </a:lnTo>
                  <a:lnTo>
                    <a:pt x="290" y="1192"/>
                  </a:lnTo>
                  <a:lnTo>
                    <a:pt x="290" y="1192"/>
                  </a:lnTo>
                  <a:lnTo>
                    <a:pt x="290" y="1193"/>
                  </a:lnTo>
                  <a:lnTo>
                    <a:pt x="291" y="1192"/>
                  </a:lnTo>
                  <a:lnTo>
                    <a:pt x="292" y="1191"/>
                  </a:lnTo>
                  <a:lnTo>
                    <a:pt x="292" y="1190"/>
                  </a:lnTo>
                  <a:lnTo>
                    <a:pt x="293" y="1189"/>
                  </a:lnTo>
                  <a:lnTo>
                    <a:pt x="293" y="1189"/>
                  </a:lnTo>
                  <a:lnTo>
                    <a:pt x="294" y="1189"/>
                  </a:lnTo>
                  <a:lnTo>
                    <a:pt x="295" y="1189"/>
                  </a:lnTo>
                  <a:lnTo>
                    <a:pt x="295" y="1189"/>
                  </a:lnTo>
                  <a:lnTo>
                    <a:pt x="296" y="1189"/>
                  </a:lnTo>
                  <a:lnTo>
                    <a:pt x="297" y="1189"/>
                  </a:lnTo>
                  <a:lnTo>
                    <a:pt x="297" y="1189"/>
                  </a:lnTo>
                  <a:lnTo>
                    <a:pt x="299" y="1189"/>
                  </a:lnTo>
                  <a:lnTo>
                    <a:pt x="300" y="1188"/>
                  </a:lnTo>
                  <a:lnTo>
                    <a:pt x="300" y="1188"/>
                  </a:lnTo>
                  <a:lnTo>
                    <a:pt x="301" y="1188"/>
                  </a:lnTo>
                  <a:lnTo>
                    <a:pt x="302" y="1187"/>
                  </a:lnTo>
                  <a:lnTo>
                    <a:pt x="302" y="1186"/>
                  </a:lnTo>
                  <a:lnTo>
                    <a:pt x="302" y="1185"/>
                  </a:lnTo>
                  <a:lnTo>
                    <a:pt x="305" y="1184"/>
                  </a:lnTo>
                  <a:lnTo>
                    <a:pt x="305" y="1183"/>
                  </a:lnTo>
                  <a:lnTo>
                    <a:pt x="305" y="1183"/>
                  </a:lnTo>
                  <a:lnTo>
                    <a:pt x="304" y="1184"/>
                  </a:lnTo>
                  <a:lnTo>
                    <a:pt x="303" y="1184"/>
                  </a:lnTo>
                  <a:lnTo>
                    <a:pt x="303" y="1184"/>
                  </a:lnTo>
                  <a:lnTo>
                    <a:pt x="303" y="1184"/>
                  </a:lnTo>
                  <a:lnTo>
                    <a:pt x="303" y="1185"/>
                  </a:lnTo>
                  <a:lnTo>
                    <a:pt x="302" y="1185"/>
                  </a:lnTo>
                  <a:lnTo>
                    <a:pt x="302" y="1185"/>
                  </a:lnTo>
                  <a:lnTo>
                    <a:pt x="302" y="1185"/>
                  </a:lnTo>
                  <a:lnTo>
                    <a:pt x="302" y="1185"/>
                  </a:lnTo>
                  <a:lnTo>
                    <a:pt x="302" y="1185"/>
                  </a:lnTo>
                  <a:lnTo>
                    <a:pt x="302" y="1185"/>
                  </a:lnTo>
                  <a:lnTo>
                    <a:pt x="302" y="1185"/>
                  </a:lnTo>
                  <a:lnTo>
                    <a:pt x="301" y="1185"/>
                  </a:lnTo>
                  <a:lnTo>
                    <a:pt x="300" y="1185"/>
                  </a:lnTo>
                  <a:lnTo>
                    <a:pt x="301" y="1186"/>
                  </a:lnTo>
                  <a:lnTo>
                    <a:pt x="300" y="1186"/>
                  </a:lnTo>
                  <a:lnTo>
                    <a:pt x="300" y="1186"/>
                  </a:lnTo>
                  <a:lnTo>
                    <a:pt x="299" y="1187"/>
                  </a:lnTo>
                  <a:lnTo>
                    <a:pt x="297" y="1186"/>
                  </a:lnTo>
                  <a:lnTo>
                    <a:pt x="297" y="1186"/>
                  </a:lnTo>
                  <a:lnTo>
                    <a:pt x="297" y="1186"/>
                  </a:lnTo>
                  <a:lnTo>
                    <a:pt x="297" y="1185"/>
                  </a:lnTo>
                  <a:lnTo>
                    <a:pt x="296" y="1185"/>
                  </a:lnTo>
                  <a:lnTo>
                    <a:pt x="296" y="1186"/>
                  </a:lnTo>
                  <a:lnTo>
                    <a:pt x="297" y="1187"/>
                  </a:lnTo>
                  <a:lnTo>
                    <a:pt x="297" y="1188"/>
                  </a:lnTo>
                  <a:lnTo>
                    <a:pt x="297" y="1188"/>
                  </a:lnTo>
                  <a:lnTo>
                    <a:pt x="297" y="1188"/>
                  </a:lnTo>
                  <a:lnTo>
                    <a:pt x="296" y="1188"/>
                  </a:lnTo>
                  <a:lnTo>
                    <a:pt x="297" y="1188"/>
                  </a:lnTo>
                  <a:lnTo>
                    <a:pt x="296" y="1188"/>
                  </a:lnTo>
                  <a:lnTo>
                    <a:pt x="295" y="1188"/>
                  </a:lnTo>
                  <a:lnTo>
                    <a:pt x="295" y="1187"/>
                  </a:lnTo>
                  <a:lnTo>
                    <a:pt x="295" y="1187"/>
                  </a:lnTo>
                  <a:lnTo>
                    <a:pt x="295" y="1188"/>
                  </a:lnTo>
                  <a:lnTo>
                    <a:pt x="295" y="1189"/>
                  </a:lnTo>
                  <a:lnTo>
                    <a:pt x="294" y="1188"/>
                  </a:lnTo>
                  <a:lnTo>
                    <a:pt x="294" y="1189"/>
                  </a:lnTo>
                  <a:lnTo>
                    <a:pt x="293" y="1188"/>
                  </a:lnTo>
                  <a:lnTo>
                    <a:pt x="293" y="1189"/>
                  </a:lnTo>
                  <a:lnTo>
                    <a:pt x="293" y="1189"/>
                  </a:lnTo>
                  <a:lnTo>
                    <a:pt x="292" y="1188"/>
                  </a:lnTo>
                  <a:lnTo>
                    <a:pt x="291" y="1188"/>
                  </a:lnTo>
                  <a:lnTo>
                    <a:pt x="291" y="1187"/>
                  </a:lnTo>
                  <a:lnTo>
                    <a:pt x="290" y="1187"/>
                  </a:lnTo>
                  <a:lnTo>
                    <a:pt x="289" y="1187"/>
                  </a:lnTo>
                  <a:lnTo>
                    <a:pt x="289" y="1187"/>
                  </a:lnTo>
                  <a:lnTo>
                    <a:pt x="289" y="1187"/>
                  </a:lnTo>
                  <a:lnTo>
                    <a:pt x="289" y="1187"/>
                  </a:lnTo>
                  <a:lnTo>
                    <a:pt x="289" y="1187"/>
                  </a:lnTo>
                  <a:lnTo>
                    <a:pt x="288" y="1187"/>
                  </a:lnTo>
                  <a:lnTo>
                    <a:pt x="287" y="1188"/>
                  </a:lnTo>
                  <a:lnTo>
                    <a:pt x="287" y="1187"/>
                  </a:lnTo>
                  <a:lnTo>
                    <a:pt x="286" y="1188"/>
                  </a:lnTo>
                  <a:lnTo>
                    <a:pt x="286" y="1188"/>
                  </a:lnTo>
                  <a:lnTo>
                    <a:pt x="285" y="1188"/>
                  </a:lnTo>
                  <a:lnTo>
                    <a:pt x="284" y="1188"/>
                  </a:lnTo>
                  <a:lnTo>
                    <a:pt x="284" y="1189"/>
                  </a:lnTo>
                  <a:lnTo>
                    <a:pt x="284" y="1189"/>
                  </a:lnTo>
                  <a:lnTo>
                    <a:pt x="283" y="1189"/>
                  </a:lnTo>
                  <a:lnTo>
                    <a:pt x="282" y="1189"/>
                  </a:lnTo>
                  <a:lnTo>
                    <a:pt x="282" y="1189"/>
                  </a:lnTo>
                  <a:lnTo>
                    <a:pt x="281" y="1189"/>
                  </a:lnTo>
                  <a:lnTo>
                    <a:pt x="281" y="1189"/>
                  </a:lnTo>
                  <a:lnTo>
                    <a:pt x="280" y="1189"/>
                  </a:lnTo>
                  <a:lnTo>
                    <a:pt x="279" y="1189"/>
                  </a:lnTo>
                  <a:lnTo>
                    <a:pt x="279" y="1188"/>
                  </a:lnTo>
                  <a:lnTo>
                    <a:pt x="279" y="1187"/>
                  </a:lnTo>
                  <a:lnTo>
                    <a:pt x="280" y="1186"/>
                  </a:lnTo>
                  <a:lnTo>
                    <a:pt x="280" y="1184"/>
                  </a:lnTo>
                  <a:lnTo>
                    <a:pt x="279" y="1183"/>
                  </a:lnTo>
                  <a:lnTo>
                    <a:pt x="279" y="1182"/>
                  </a:lnTo>
                  <a:lnTo>
                    <a:pt x="278" y="1181"/>
                  </a:lnTo>
                  <a:lnTo>
                    <a:pt x="278" y="1181"/>
                  </a:lnTo>
                  <a:lnTo>
                    <a:pt x="278" y="1180"/>
                  </a:lnTo>
                  <a:lnTo>
                    <a:pt x="278" y="1180"/>
                  </a:lnTo>
                  <a:lnTo>
                    <a:pt x="277" y="1179"/>
                  </a:lnTo>
                  <a:lnTo>
                    <a:pt x="277" y="1178"/>
                  </a:lnTo>
                  <a:lnTo>
                    <a:pt x="277" y="1178"/>
                  </a:lnTo>
                  <a:lnTo>
                    <a:pt x="277" y="1178"/>
                  </a:lnTo>
                  <a:lnTo>
                    <a:pt x="277" y="1178"/>
                  </a:lnTo>
                  <a:lnTo>
                    <a:pt x="276" y="1177"/>
                  </a:lnTo>
                  <a:lnTo>
                    <a:pt x="276" y="1177"/>
                  </a:lnTo>
                  <a:lnTo>
                    <a:pt x="276" y="1178"/>
                  </a:lnTo>
                  <a:lnTo>
                    <a:pt x="276" y="1178"/>
                  </a:lnTo>
                  <a:lnTo>
                    <a:pt x="276" y="1177"/>
                  </a:lnTo>
                  <a:lnTo>
                    <a:pt x="275" y="1177"/>
                  </a:lnTo>
                  <a:lnTo>
                    <a:pt x="275" y="1177"/>
                  </a:lnTo>
                  <a:lnTo>
                    <a:pt x="275" y="1176"/>
                  </a:lnTo>
                  <a:lnTo>
                    <a:pt x="275" y="1176"/>
                  </a:lnTo>
                  <a:lnTo>
                    <a:pt x="275" y="1176"/>
                  </a:lnTo>
                  <a:lnTo>
                    <a:pt x="275" y="1175"/>
                  </a:lnTo>
                  <a:lnTo>
                    <a:pt x="275" y="1174"/>
                  </a:lnTo>
                  <a:lnTo>
                    <a:pt x="274" y="1174"/>
                  </a:lnTo>
                  <a:lnTo>
                    <a:pt x="274" y="1173"/>
                  </a:lnTo>
                  <a:lnTo>
                    <a:pt x="273" y="1173"/>
                  </a:lnTo>
                  <a:lnTo>
                    <a:pt x="273" y="1173"/>
                  </a:lnTo>
                  <a:lnTo>
                    <a:pt x="273" y="1173"/>
                  </a:lnTo>
                  <a:lnTo>
                    <a:pt x="273" y="1172"/>
                  </a:lnTo>
                  <a:lnTo>
                    <a:pt x="273" y="1172"/>
                  </a:lnTo>
                  <a:lnTo>
                    <a:pt x="273" y="1172"/>
                  </a:lnTo>
                  <a:lnTo>
                    <a:pt x="272" y="1172"/>
                  </a:lnTo>
                  <a:lnTo>
                    <a:pt x="272" y="1172"/>
                  </a:lnTo>
                  <a:lnTo>
                    <a:pt x="272" y="1172"/>
                  </a:lnTo>
                  <a:lnTo>
                    <a:pt x="272" y="1172"/>
                  </a:lnTo>
                  <a:lnTo>
                    <a:pt x="272" y="1172"/>
                  </a:lnTo>
                  <a:lnTo>
                    <a:pt x="272" y="1173"/>
                  </a:lnTo>
                  <a:lnTo>
                    <a:pt x="272" y="1173"/>
                  </a:lnTo>
                  <a:lnTo>
                    <a:pt x="272" y="1175"/>
                  </a:lnTo>
                  <a:lnTo>
                    <a:pt x="273" y="1176"/>
                  </a:lnTo>
                  <a:lnTo>
                    <a:pt x="273" y="1176"/>
                  </a:lnTo>
                  <a:lnTo>
                    <a:pt x="274" y="1176"/>
                  </a:lnTo>
                  <a:lnTo>
                    <a:pt x="274" y="1177"/>
                  </a:lnTo>
                  <a:lnTo>
                    <a:pt x="274" y="1178"/>
                  </a:lnTo>
                  <a:lnTo>
                    <a:pt x="274" y="1178"/>
                  </a:lnTo>
                  <a:lnTo>
                    <a:pt x="274" y="1180"/>
                  </a:lnTo>
                  <a:lnTo>
                    <a:pt x="274" y="1180"/>
                  </a:lnTo>
                  <a:lnTo>
                    <a:pt x="274" y="1181"/>
                  </a:lnTo>
                  <a:lnTo>
                    <a:pt x="274" y="1181"/>
                  </a:lnTo>
                  <a:lnTo>
                    <a:pt x="274" y="1183"/>
                  </a:lnTo>
                  <a:lnTo>
                    <a:pt x="274" y="1183"/>
                  </a:lnTo>
                  <a:lnTo>
                    <a:pt x="274" y="1185"/>
                  </a:lnTo>
                  <a:lnTo>
                    <a:pt x="273" y="1185"/>
                  </a:lnTo>
                  <a:lnTo>
                    <a:pt x="273" y="1185"/>
                  </a:lnTo>
                  <a:lnTo>
                    <a:pt x="273" y="1185"/>
                  </a:lnTo>
                  <a:lnTo>
                    <a:pt x="272" y="1185"/>
                  </a:lnTo>
                  <a:lnTo>
                    <a:pt x="272" y="1186"/>
                  </a:lnTo>
                  <a:lnTo>
                    <a:pt x="271" y="1185"/>
                  </a:lnTo>
                  <a:lnTo>
                    <a:pt x="271" y="1186"/>
                  </a:lnTo>
                  <a:lnTo>
                    <a:pt x="270" y="1186"/>
                  </a:lnTo>
                  <a:lnTo>
                    <a:pt x="271" y="1187"/>
                  </a:lnTo>
                  <a:lnTo>
                    <a:pt x="271" y="1187"/>
                  </a:lnTo>
                  <a:lnTo>
                    <a:pt x="271" y="1189"/>
                  </a:lnTo>
                  <a:lnTo>
                    <a:pt x="271" y="1189"/>
                  </a:lnTo>
                  <a:lnTo>
                    <a:pt x="270" y="1190"/>
                  </a:lnTo>
                  <a:lnTo>
                    <a:pt x="270" y="1190"/>
                  </a:lnTo>
                  <a:lnTo>
                    <a:pt x="270" y="1191"/>
                  </a:lnTo>
                  <a:lnTo>
                    <a:pt x="269" y="1191"/>
                  </a:lnTo>
                  <a:lnTo>
                    <a:pt x="269" y="1191"/>
                  </a:lnTo>
                  <a:lnTo>
                    <a:pt x="269" y="1193"/>
                  </a:lnTo>
                  <a:lnTo>
                    <a:pt x="269" y="1193"/>
                  </a:lnTo>
                  <a:lnTo>
                    <a:pt x="269" y="1193"/>
                  </a:lnTo>
                  <a:lnTo>
                    <a:pt x="268" y="1193"/>
                  </a:lnTo>
                  <a:lnTo>
                    <a:pt x="268" y="1193"/>
                  </a:lnTo>
                  <a:lnTo>
                    <a:pt x="268" y="1194"/>
                  </a:lnTo>
                  <a:lnTo>
                    <a:pt x="267" y="1194"/>
                  </a:lnTo>
                  <a:lnTo>
                    <a:pt x="267" y="1195"/>
                  </a:lnTo>
                  <a:lnTo>
                    <a:pt x="267" y="1195"/>
                  </a:lnTo>
                  <a:lnTo>
                    <a:pt x="267" y="1196"/>
                  </a:lnTo>
                  <a:lnTo>
                    <a:pt x="267" y="1197"/>
                  </a:lnTo>
                  <a:lnTo>
                    <a:pt x="267" y="1197"/>
                  </a:lnTo>
                  <a:lnTo>
                    <a:pt x="267" y="1198"/>
                  </a:lnTo>
                  <a:lnTo>
                    <a:pt x="267" y="1198"/>
                  </a:lnTo>
                  <a:lnTo>
                    <a:pt x="267" y="1198"/>
                  </a:lnTo>
                  <a:lnTo>
                    <a:pt x="267" y="1198"/>
                  </a:lnTo>
                  <a:lnTo>
                    <a:pt x="266" y="1199"/>
                  </a:lnTo>
                  <a:lnTo>
                    <a:pt x="266" y="1200"/>
                  </a:lnTo>
                  <a:lnTo>
                    <a:pt x="266" y="1200"/>
                  </a:lnTo>
                  <a:lnTo>
                    <a:pt x="265" y="1201"/>
                  </a:lnTo>
                  <a:lnTo>
                    <a:pt x="265" y="1201"/>
                  </a:lnTo>
                  <a:lnTo>
                    <a:pt x="265" y="1201"/>
                  </a:lnTo>
                  <a:lnTo>
                    <a:pt x="265" y="1202"/>
                  </a:lnTo>
                  <a:lnTo>
                    <a:pt x="264" y="1202"/>
                  </a:lnTo>
                  <a:lnTo>
                    <a:pt x="264" y="1202"/>
                  </a:lnTo>
                  <a:lnTo>
                    <a:pt x="263" y="1201"/>
                  </a:lnTo>
                  <a:lnTo>
                    <a:pt x="263" y="1201"/>
                  </a:lnTo>
                  <a:lnTo>
                    <a:pt x="263" y="1200"/>
                  </a:lnTo>
                  <a:lnTo>
                    <a:pt x="263" y="1200"/>
                  </a:lnTo>
                  <a:lnTo>
                    <a:pt x="262" y="1200"/>
                  </a:lnTo>
                  <a:lnTo>
                    <a:pt x="263" y="1200"/>
                  </a:lnTo>
                  <a:lnTo>
                    <a:pt x="262" y="1199"/>
                  </a:lnTo>
                  <a:lnTo>
                    <a:pt x="262" y="1199"/>
                  </a:lnTo>
                  <a:lnTo>
                    <a:pt x="261" y="1199"/>
                  </a:lnTo>
                  <a:lnTo>
                    <a:pt x="261" y="1199"/>
                  </a:lnTo>
                  <a:lnTo>
                    <a:pt x="260" y="1199"/>
                  </a:lnTo>
                  <a:lnTo>
                    <a:pt x="260" y="1199"/>
                  </a:lnTo>
                  <a:lnTo>
                    <a:pt x="259" y="1198"/>
                  </a:lnTo>
                  <a:lnTo>
                    <a:pt x="259" y="1198"/>
                  </a:lnTo>
                  <a:lnTo>
                    <a:pt x="259" y="1197"/>
                  </a:lnTo>
                  <a:lnTo>
                    <a:pt x="260" y="1197"/>
                  </a:lnTo>
                  <a:lnTo>
                    <a:pt x="260" y="1196"/>
                  </a:lnTo>
                  <a:lnTo>
                    <a:pt x="260" y="1196"/>
                  </a:lnTo>
                  <a:lnTo>
                    <a:pt x="260" y="1195"/>
                  </a:lnTo>
                  <a:lnTo>
                    <a:pt x="260" y="1195"/>
                  </a:lnTo>
                  <a:lnTo>
                    <a:pt x="260" y="1195"/>
                  </a:lnTo>
                  <a:lnTo>
                    <a:pt x="260" y="1194"/>
                  </a:lnTo>
                  <a:lnTo>
                    <a:pt x="260" y="1193"/>
                  </a:lnTo>
                  <a:lnTo>
                    <a:pt x="260" y="1193"/>
                  </a:lnTo>
                  <a:lnTo>
                    <a:pt x="261" y="1191"/>
                  </a:lnTo>
                  <a:lnTo>
                    <a:pt x="261" y="1189"/>
                  </a:lnTo>
                  <a:lnTo>
                    <a:pt x="261" y="1189"/>
                  </a:lnTo>
                  <a:lnTo>
                    <a:pt x="261" y="1188"/>
                  </a:lnTo>
                  <a:lnTo>
                    <a:pt x="259" y="1186"/>
                  </a:lnTo>
                  <a:lnTo>
                    <a:pt x="260" y="1185"/>
                  </a:lnTo>
                  <a:lnTo>
                    <a:pt x="260" y="1183"/>
                  </a:lnTo>
                  <a:lnTo>
                    <a:pt x="259" y="1182"/>
                  </a:lnTo>
                  <a:lnTo>
                    <a:pt x="258" y="1182"/>
                  </a:lnTo>
                  <a:lnTo>
                    <a:pt x="258" y="1182"/>
                  </a:lnTo>
                  <a:lnTo>
                    <a:pt x="258" y="1183"/>
                  </a:lnTo>
                  <a:lnTo>
                    <a:pt x="257" y="1184"/>
                  </a:lnTo>
                  <a:lnTo>
                    <a:pt x="256" y="1184"/>
                  </a:lnTo>
                  <a:lnTo>
                    <a:pt x="256" y="1184"/>
                  </a:lnTo>
                  <a:lnTo>
                    <a:pt x="255" y="1183"/>
                  </a:lnTo>
                  <a:lnTo>
                    <a:pt x="255" y="1183"/>
                  </a:lnTo>
                  <a:lnTo>
                    <a:pt x="254" y="1183"/>
                  </a:lnTo>
                  <a:lnTo>
                    <a:pt x="254" y="1183"/>
                  </a:lnTo>
                  <a:lnTo>
                    <a:pt x="254" y="1183"/>
                  </a:lnTo>
                  <a:lnTo>
                    <a:pt x="254" y="1182"/>
                  </a:lnTo>
                  <a:lnTo>
                    <a:pt x="254" y="1181"/>
                  </a:lnTo>
                  <a:lnTo>
                    <a:pt x="254" y="1181"/>
                  </a:lnTo>
                  <a:lnTo>
                    <a:pt x="254" y="1180"/>
                  </a:lnTo>
                  <a:lnTo>
                    <a:pt x="253" y="1180"/>
                  </a:lnTo>
                  <a:lnTo>
                    <a:pt x="253" y="1180"/>
                  </a:lnTo>
                  <a:lnTo>
                    <a:pt x="253" y="1181"/>
                  </a:lnTo>
                  <a:lnTo>
                    <a:pt x="253" y="1181"/>
                  </a:lnTo>
                  <a:lnTo>
                    <a:pt x="252" y="1180"/>
                  </a:lnTo>
                  <a:lnTo>
                    <a:pt x="252" y="1180"/>
                  </a:lnTo>
                  <a:lnTo>
                    <a:pt x="251" y="1180"/>
                  </a:lnTo>
                  <a:lnTo>
                    <a:pt x="251" y="1180"/>
                  </a:lnTo>
                  <a:lnTo>
                    <a:pt x="251" y="1180"/>
                  </a:lnTo>
                  <a:lnTo>
                    <a:pt x="251" y="1180"/>
                  </a:lnTo>
                  <a:lnTo>
                    <a:pt x="251" y="1180"/>
                  </a:lnTo>
                  <a:lnTo>
                    <a:pt x="250" y="1180"/>
                  </a:lnTo>
                  <a:lnTo>
                    <a:pt x="250" y="1180"/>
                  </a:lnTo>
                  <a:lnTo>
                    <a:pt x="250" y="1181"/>
                  </a:lnTo>
                  <a:lnTo>
                    <a:pt x="251" y="1181"/>
                  </a:lnTo>
                  <a:lnTo>
                    <a:pt x="251" y="1182"/>
                  </a:lnTo>
                  <a:lnTo>
                    <a:pt x="251" y="1182"/>
                  </a:lnTo>
                  <a:lnTo>
                    <a:pt x="252" y="1183"/>
                  </a:lnTo>
                  <a:lnTo>
                    <a:pt x="251" y="1183"/>
                  </a:lnTo>
                  <a:lnTo>
                    <a:pt x="250" y="1183"/>
                  </a:lnTo>
                  <a:lnTo>
                    <a:pt x="251" y="1185"/>
                  </a:lnTo>
                  <a:lnTo>
                    <a:pt x="250" y="1186"/>
                  </a:lnTo>
                  <a:lnTo>
                    <a:pt x="250" y="1187"/>
                  </a:lnTo>
                  <a:lnTo>
                    <a:pt x="250" y="1187"/>
                  </a:lnTo>
                  <a:lnTo>
                    <a:pt x="250" y="1187"/>
                  </a:lnTo>
                  <a:lnTo>
                    <a:pt x="249" y="1187"/>
                  </a:lnTo>
                  <a:lnTo>
                    <a:pt x="248" y="1187"/>
                  </a:lnTo>
                  <a:lnTo>
                    <a:pt x="247" y="1188"/>
                  </a:lnTo>
                  <a:lnTo>
                    <a:pt x="246" y="1187"/>
                  </a:lnTo>
                  <a:lnTo>
                    <a:pt x="245" y="1187"/>
                  </a:lnTo>
                  <a:lnTo>
                    <a:pt x="245" y="1186"/>
                  </a:lnTo>
                  <a:lnTo>
                    <a:pt x="244" y="1186"/>
                  </a:lnTo>
                  <a:lnTo>
                    <a:pt x="244" y="1186"/>
                  </a:lnTo>
                  <a:lnTo>
                    <a:pt x="243" y="1186"/>
                  </a:lnTo>
                  <a:lnTo>
                    <a:pt x="241" y="1187"/>
                  </a:lnTo>
                  <a:lnTo>
                    <a:pt x="240" y="1187"/>
                  </a:lnTo>
                  <a:lnTo>
                    <a:pt x="240" y="1188"/>
                  </a:lnTo>
                  <a:lnTo>
                    <a:pt x="238" y="1188"/>
                  </a:lnTo>
                  <a:lnTo>
                    <a:pt x="237" y="1189"/>
                  </a:lnTo>
                  <a:lnTo>
                    <a:pt x="236" y="1189"/>
                  </a:lnTo>
                  <a:lnTo>
                    <a:pt x="236" y="1189"/>
                  </a:lnTo>
                  <a:lnTo>
                    <a:pt x="235" y="1189"/>
                  </a:lnTo>
                  <a:lnTo>
                    <a:pt x="234" y="1189"/>
                  </a:lnTo>
                  <a:lnTo>
                    <a:pt x="234" y="1189"/>
                  </a:lnTo>
                  <a:lnTo>
                    <a:pt x="233" y="1189"/>
                  </a:lnTo>
                  <a:lnTo>
                    <a:pt x="233" y="1189"/>
                  </a:lnTo>
                  <a:lnTo>
                    <a:pt x="232" y="1189"/>
                  </a:lnTo>
                  <a:lnTo>
                    <a:pt x="232" y="1189"/>
                  </a:lnTo>
                  <a:lnTo>
                    <a:pt x="232" y="1189"/>
                  </a:lnTo>
                  <a:lnTo>
                    <a:pt x="232" y="1189"/>
                  </a:lnTo>
                  <a:lnTo>
                    <a:pt x="232" y="1189"/>
                  </a:lnTo>
                  <a:lnTo>
                    <a:pt x="232" y="1189"/>
                  </a:lnTo>
                  <a:lnTo>
                    <a:pt x="231" y="1190"/>
                  </a:lnTo>
                  <a:lnTo>
                    <a:pt x="229" y="1190"/>
                  </a:lnTo>
                  <a:lnTo>
                    <a:pt x="228" y="1191"/>
                  </a:lnTo>
                  <a:lnTo>
                    <a:pt x="228" y="1191"/>
                  </a:lnTo>
                  <a:lnTo>
                    <a:pt x="228" y="1191"/>
                  </a:lnTo>
                  <a:lnTo>
                    <a:pt x="227" y="1191"/>
                  </a:lnTo>
                  <a:lnTo>
                    <a:pt x="227" y="1192"/>
                  </a:lnTo>
                  <a:lnTo>
                    <a:pt x="226" y="1192"/>
                  </a:lnTo>
                  <a:lnTo>
                    <a:pt x="226" y="1192"/>
                  </a:lnTo>
                  <a:lnTo>
                    <a:pt x="226" y="1191"/>
                  </a:lnTo>
                  <a:lnTo>
                    <a:pt x="226" y="1191"/>
                  </a:lnTo>
                  <a:lnTo>
                    <a:pt x="225" y="1191"/>
                  </a:lnTo>
                  <a:lnTo>
                    <a:pt x="224" y="1191"/>
                  </a:lnTo>
                  <a:lnTo>
                    <a:pt x="224" y="1191"/>
                  </a:lnTo>
                  <a:lnTo>
                    <a:pt x="224" y="1190"/>
                  </a:lnTo>
                  <a:lnTo>
                    <a:pt x="224" y="1190"/>
                  </a:lnTo>
                  <a:lnTo>
                    <a:pt x="226" y="1190"/>
                  </a:lnTo>
                  <a:lnTo>
                    <a:pt x="226" y="1188"/>
                  </a:lnTo>
                  <a:lnTo>
                    <a:pt x="226" y="1188"/>
                  </a:lnTo>
                  <a:lnTo>
                    <a:pt x="228" y="1187"/>
                  </a:lnTo>
                  <a:lnTo>
                    <a:pt x="228" y="1186"/>
                  </a:lnTo>
                  <a:lnTo>
                    <a:pt x="228" y="1185"/>
                  </a:lnTo>
                  <a:lnTo>
                    <a:pt x="228" y="1185"/>
                  </a:lnTo>
                  <a:lnTo>
                    <a:pt x="229" y="1185"/>
                  </a:lnTo>
                  <a:lnTo>
                    <a:pt x="229" y="1184"/>
                  </a:lnTo>
                  <a:lnTo>
                    <a:pt x="231" y="1182"/>
                  </a:lnTo>
                  <a:lnTo>
                    <a:pt x="231" y="1180"/>
                  </a:lnTo>
                  <a:lnTo>
                    <a:pt x="231" y="1179"/>
                  </a:lnTo>
                  <a:lnTo>
                    <a:pt x="229" y="1178"/>
                  </a:lnTo>
                  <a:lnTo>
                    <a:pt x="229" y="1178"/>
                  </a:lnTo>
                  <a:lnTo>
                    <a:pt x="228" y="1179"/>
                  </a:lnTo>
                  <a:lnTo>
                    <a:pt x="228" y="1180"/>
                  </a:lnTo>
                  <a:lnTo>
                    <a:pt x="228" y="1180"/>
                  </a:lnTo>
                  <a:lnTo>
                    <a:pt x="226" y="1181"/>
                  </a:lnTo>
                  <a:lnTo>
                    <a:pt x="224" y="1182"/>
                  </a:lnTo>
                  <a:lnTo>
                    <a:pt x="224" y="1183"/>
                  </a:lnTo>
                  <a:lnTo>
                    <a:pt x="224" y="1183"/>
                  </a:lnTo>
                  <a:lnTo>
                    <a:pt x="224" y="1184"/>
                  </a:lnTo>
                  <a:lnTo>
                    <a:pt x="221" y="1184"/>
                  </a:lnTo>
                  <a:lnTo>
                    <a:pt x="219" y="1183"/>
                  </a:lnTo>
                  <a:lnTo>
                    <a:pt x="219" y="1182"/>
                  </a:lnTo>
                  <a:lnTo>
                    <a:pt x="219" y="1182"/>
                  </a:lnTo>
                  <a:lnTo>
                    <a:pt x="219" y="1181"/>
                  </a:lnTo>
                  <a:lnTo>
                    <a:pt x="218" y="1181"/>
                  </a:lnTo>
                  <a:lnTo>
                    <a:pt x="217" y="1180"/>
                  </a:lnTo>
                  <a:lnTo>
                    <a:pt x="218" y="1180"/>
                  </a:lnTo>
                  <a:lnTo>
                    <a:pt x="217" y="1180"/>
                  </a:lnTo>
                  <a:lnTo>
                    <a:pt x="216" y="1179"/>
                  </a:lnTo>
                  <a:lnTo>
                    <a:pt x="216" y="1178"/>
                  </a:lnTo>
                  <a:lnTo>
                    <a:pt x="215" y="1178"/>
                  </a:lnTo>
                  <a:lnTo>
                    <a:pt x="215" y="1178"/>
                  </a:lnTo>
                  <a:lnTo>
                    <a:pt x="215" y="1177"/>
                  </a:lnTo>
                  <a:lnTo>
                    <a:pt x="215" y="1177"/>
                  </a:lnTo>
                  <a:lnTo>
                    <a:pt x="215" y="1176"/>
                  </a:lnTo>
                  <a:lnTo>
                    <a:pt x="215" y="1176"/>
                  </a:lnTo>
                  <a:lnTo>
                    <a:pt x="215" y="1176"/>
                  </a:lnTo>
                  <a:lnTo>
                    <a:pt x="214" y="1176"/>
                  </a:lnTo>
                  <a:lnTo>
                    <a:pt x="214" y="1174"/>
                  </a:lnTo>
                  <a:lnTo>
                    <a:pt x="214" y="1173"/>
                  </a:lnTo>
                  <a:lnTo>
                    <a:pt x="214" y="1173"/>
                  </a:lnTo>
                  <a:lnTo>
                    <a:pt x="214" y="1172"/>
                  </a:lnTo>
                  <a:lnTo>
                    <a:pt x="215" y="1171"/>
                  </a:lnTo>
                  <a:lnTo>
                    <a:pt x="215" y="1171"/>
                  </a:lnTo>
                  <a:lnTo>
                    <a:pt x="216" y="1171"/>
                  </a:lnTo>
                  <a:lnTo>
                    <a:pt x="217" y="1171"/>
                  </a:lnTo>
                  <a:lnTo>
                    <a:pt x="217" y="1171"/>
                  </a:lnTo>
                  <a:lnTo>
                    <a:pt x="219" y="1171"/>
                  </a:lnTo>
                  <a:lnTo>
                    <a:pt x="220" y="1170"/>
                  </a:lnTo>
                  <a:lnTo>
                    <a:pt x="220" y="1169"/>
                  </a:lnTo>
                  <a:lnTo>
                    <a:pt x="220" y="1166"/>
                  </a:lnTo>
                  <a:lnTo>
                    <a:pt x="220" y="1165"/>
                  </a:lnTo>
                  <a:lnTo>
                    <a:pt x="221" y="1165"/>
                  </a:lnTo>
                  <a:lnTo>
                    <a:pt x="221" y="1163"/>
                  </a:lnTo>
                  <a:lnTo>
                    <a:pt x="220" y="1163"/>
                  </a:lnTo>
                  <a:lnTo>
                    <a:pt x="219" y="1164"/>
                  </a:lnTo>
                  <a:lnTo>
                    <a:pt x="219" y="1164"/>
                  </a:lnTo>
                  <a:lnTo>
                    <a:pt x="219" y="1164"/>
                  </a:lnTo>
                  <a:lnTo>
                    <a:pt x="219" y="1166"/>
                  </a:lnTo>
                  <a:lnTo>
                    <a:pt x="219" y="1167"/>
                  </a:lnTo>
                  <a:lnTo>
                    <a:pt x="219" y="1167"/>
                  </a:lnTo>
                  <a:lnTo>
                    <a:pt x="219" y="1167"/>
                  </a:lnTo>
                  <a:lnTo>
                    <a:pt x="219" y="1168"/>
                  </a:lnTo>
                  <a:lnTo>
                    <a:pt x="219" y="1168"/>
                  </a:lnTo>
                  <a:lnTo>
                    <a:pt x="219" y="1168"/>
                  </a:lnTo>
                  <a:lnTo>
                    <a:pt x="218" y="1168"/>
                  </a:lnTo>
                  <a:lnTo>
                    <a:pt x="218" y="1168"/>
                  </a:lnTo>
                  <a:lnTo>
                    <a:pt x="214" y="1168"/>
                  </a:lnTo>
                  <a:lnTo>
                    <a:pt x="212" y="1169"/>
                  </a:lnTo>
                  <a:lnTo>
                    <a:pt x="211" y="1169"/>
                  </a:lnTo>
                  <a:lnTo>
                    <a:pt x="211" y="1169"/>
                  </a:lnTo>
                  <a:lnTo>
                    <a:pt x="210" y="1168"/>
                  </a:lnTo>
                  <a:lnTo>
                    <a:pt x="209" y="1168"/>
                  </a:lnTo>
                  <a:lnTo>
                    <a:pt x="209" y="1167"/>
                  </a:lnTo>
                  <a:lnTo>
                    <a:pt x="208" y="1167"/>
                  </a:lnTo>
                  <a:lnTo>
                    <a:pt x="208" y="1167"/>
                  </a:lnTo>
                  <a:lnTo>
                    <a:pt x="207" y="1166"/>
                  </a:lnTo>
                  <a:lnTo>
                    <a:pt x="207" y="1164"/>
                  </a:lnTo>
                  <a:lnTo>
                    <a:pt x="206" y="1163"/>
                  </a:lnTo>
                  <a:lnTo>
                    <a:pt x="206" y="1163"/>
                  </a:lnTo>
                  <a:lnTo>
                    <a:pt x="206" y="1162"/>
                  </a:lnTo>
                  <a:lnTo>
                    <a:pt x="206" y="1162"/>
                  </a:lnTo>
                  <a:lnTo>
                    <a:pt x="204" y="1161"/>
                  </a:lnTo>
                  <a:lnTo>
                    <a:pt x="204" y="1161"/>
                  </a:lnTo>
                  <a:lnTo>
                    <a:pt x="203" y="1160"/>
                  </a:lnTo>
                  <a:lnTo>
                    <a:pt x="203" y="1159"/>
                  </a:lnTo>
                  <a:lnTo>
                    <a:pt x="203" y="1159"/>
                  </a:lnTo>
                  <a:lnTo>
                    <a:pt x="202" y="1158"/>
                  </a:lnTo>
                  <a:lnTo>
                    <a:pt x="202" y="1158"/>
                  </a:lnTo>
                  <a:lnTo>
                    <a:pt x="202" y="1157"/>
                  </a:lnTo>
                  <a:lnTo>
                    <a:pt x="202" y="1156"/>
                  </a:lnTo>
                  <a:lnTo>
                    <a:pt x="202" y="1156"/>
                  </a:lnTo>
                  <a:lnTo>
                    <a:pt x="202" y="1155"/>
                  </a:lnTo>
                  <a:lnTo>
                    <a:pt x="202" y="1154"/>
                  </a:lnTo>
                  <a:lnTo>
                    <a:pt x="202" y="1154"/>
                  </a:lnTo>
                  <a:lnTo>
                    <a:pt x="202" y="1154"/>
                  </a:lnTo>
                  <a:lnTo>
                    <a:pt x="202" y="1154"/>
                  </a:lnTo>
                  <a:lnTo>
                    <a:pt x="202" y="1154"/>
                  </a:lnTo>
                  <a:lnTo>
                    <a:pt x="202" y="1153"/>
                  </a:lnTo>
                  <a:lnTo>
                    <a:pt x="202" y="1153"/>
                  </a:lnTo>
                  <a:lnTo>
                    <a:pt x="202" y="1153"/>
                  </a:lnTo>
                  <a:lnTo>
                    <a:pt x="201" y="1152"/>
                  </a:lnTo>
                  <a:lnTo>
                    <a:pt x="200" y="1152"/>
                  </a:lnTo>
                  <a:lnTo>
                    <a:pt x="199" y="1152"/>
                  </a:lnTo>
                  <a:lnTo>
                    <a:pt x="198" y="1152"/>
                  </a:lnTo>
                  <a:lnTo>
                    <a:pt x="198" y="1151"/>
                  </a:lnTo>
                  <a:lnTo>
                    <a:pt x="198" y="1151"/>
                  </a:lnTo>
                  <a:lnTo>
                    <a:pt x="198" y="1150"/>
                  </a:lnTo>
                  <a:lnTo>
                    <a:pt x="198" y="1150"/>
                  </a:lnTo>
                  <a:lnTo>
                    <a:pt x="198" y="1148"/>
                  </a:lnTo>
                  <a:lnTo>
                    <a:pt x="198" y="1148"/>
                  </a:lnTo>
                  <a:lnTo>
                    <a:pt x="198" y="1147"/>
                  </a:lnTo>
                  <a:lnTo>
                    <a:pt x="198" y="1146"/>
                  </a:lnTo>
                  <a:lnTo>
                    <a:pt x="198" y="1146"/>
                  </a:lnTo>
                  <a:lnTo>
                    <a:pt x="198" y="1146"/>
                  </a:lnTo>
                  <a:lnTo>
                    <a:pt x="198" y="1146"/>
                  </a:lnTo>
                  <a:lnTo>
                    <a:pt x="198" y="1145"/>
                  </a:lnTo>
                  <a:lnTo>
                    <a:pt x="200" y="1144"/>
                  </a:lnTo>
                  <a:lnTo>
                    <a:pt x="201" y="1143"/>
                  </a:lnTo>
                  <a:lnTo>
                    <a:pt x="202" y="1143"/>
                  </a:lnTo>
                  <a:lnTo>
                    <a:pt x="202" y="1143"/>
                  </a:lnTo>
                  <a:lnTo>
                    <a:pt x="202" y="1143"/>
                  </a:lnTo>
                  <a:lnTo>
                    <a:pt x="202" y="1141"/>
                  </a:lnTo>
                  <a:lnTo>
                    <a:pt x="203" y="1141"/>
                  </a:lnTo>
                  <a:lnTo>
                    <a:pt x="204" y="1142"/>
                  </a:lnTo>
                  <a:lnTo>
                    <a:pt x="204" y="1141"/>
                  </a:lnTo>
                  <a:lnTo>
                    <a:pt x="205" y="1141"/>
                  </a:lnTo>
                  <a:lnTo>
                    <a:pt x="205" y="1141"/>
                  </a:lnTo>
                  <a:lnTo>
                    <a:pt x="205" y="1141"/>
                  </a:lnTo>
                  <a:lnTo>
                    <a:pt x="205" y="1141"/>
                  </a:lnTo>
                  <a:lnTo>
                    <a:pt x="206" y="1140"/>
                  </a:lnTo>
                  <a:lnTo>
                    <a:pt x="206" y="1141"/>
                  </a:lnTo>
                  <a:lnTo>
                    <a:pt x="206" y="1141"/>
                  </a:lnTo>
                  <a:lnTo>
                    <a:pt x="207" y="1141"/>
                  </a:lnTo>
                  <a:lnTo>
                    <a:pt x="207" y="1140"/>
                  </a:lnTo>
                  <a:lnTo>
                    <a:pt x="206" y="1140"/>
                  </a:lnTo>
                  <a:lnTo>
                    <a:pt x="206" y="1138"/>
                  </a:lnTo>
                  <a:lnTo>
                    <a:pt x="206" y="1137"/>
                  </a:lnTo>
                  <a:lnTo>
                    <a:pt x="206" y="1137"/>
                  </a:lnTo>
                  <a:lnTo>
                    <a:pt x="206" y="1137"/>
                  </a:lnTo>
                  <a:lnTo>
                    <a:pt x="206" y="1136"/>
                  </a:lnTo>
                  <a:lnTo>
                    <a:pt x="207" y="1137"/>
                  </a:lnTo>
                  <a:lnTo>
                    <a:pt x="208" y="1137"/>
                  </a:lnTo>
                  <a:lnTo>
                    <a:pt x="209" y="1137"/>
                  </a:lnTo>
                  <a:lnTo>
                    <a:pt x="209" y="1137"/>
                  </a:lnTo>
                  <a:lnTo>
                    <a:pt x="210" y="1137"/>
                  </a:lnTo>
                  <a:lnTo>
                    <a:pt x="211" y="1138"/>
                  </a:lnTo>
                  <a:lnTo>
                    <a:pt x="211" y="1139"/>
                  </a:lnTo>
                  <a:lnTo>
                    <a:pt x="213" y="1139"/>
                  </a:lnTo>
                  <a:lnTo>
                    <a:pt x="214" y="1140"/>
                  </a:lnTo>
                  <a:lnTo>
                    <a:pt x="215" y="1141"/>
                  </a:lnTo>
                  <a:lnTo>
                    <a:pt x="216" y="1142"/>
                  </a:lnTo>
                  <a:lnTo>
                    <a:pt x="216" y="1142"/>
                  </a:lnTo>
                  <a:lnTo>
                    <a:pt x="216" y="1142"/>
                  </a:lnTo>
                  <a:lnTo>
                    <a:pt x="217" y="1143"/>
                  </a:lnTo>
                  <a:lnTo>
                    <a:pt x="217" y="1144"/>
                  </a:lnTo>
                  <a:lnTo>
                    <a:pt x="217" y="1144"/>
                  </a:lnTo>
                  <a:lnTo>
                    <a:pt x="218" y="1145"/>
                  </a:lnTo>
                  <a:lnTo>
                    <a:pt x="218" y="1145"/>
                  </a:lnTo>
                  <a:lnTo>
                    <a:pt x="219" y="1147"/>
                  </a:lnTo>
                  <a:lnTo>
                    <a:pt x="219" y="1147"/>
                  </a:lnTo>
                  <a:lnTo>
                    <a:pt x="219" y="1147"/>
                  </a:lnTo>
                  <a:lnTo>
                    <a:pt x="220" y="1148"/>
                  </a:lnTo>
                  <a:lnTo>
                    <a:pt x="222" y="1149"/>
                  </a:lnTo>
                  <a:lnTo>
                    <a:pt x="223" y="1149"/>
                  </a:lnTo>
                  <a:lnTo>
                    <a:pt x="224" y="1149"/>
                  </a:lnTo>
                  <a:lnTo>
                    <a:pt x="225" y="1150"/>
                  </a:lnTo>
                  <a:lnTo>
                    <a:pt x="226" y="1149"/>
                  </a:lnTo>
                  <a:lnTo>
                    <a:pt x="226" y="1148"/>
                  </a:lnTo>
                  <a:lnTo>
                    <a:pt x="226" y="1148"/>
                  </a:lnTo>
                  <a:lnTo>
                    <a:pt x="224" y="1148"/>
                  </a:lnTo>
                  <a:lnTo>
                    <a:pt x="224" y="1148"/>
                  </a:lnTo>
                  <a:lnTo>
                    <a:pt x="223" y="1148"/>
                  </a:lnTo>
                  <a:lnTo>
                    <a:pt x="222" y="1147"/>
                  </a:lnTo>
                  <a:lnTo>
                    <a:pt x="220" y="1146"/>
                  </a:lnTo>
                  <a:lnTo>
                    <a:pt x="220" y="1145"/>
                  </a:lnTo>
                  <a:lnTo>
                    <a:pt x="219" y="1144"/>
                  </a:lnTo>
                  <a:lnTo>
                    <a:pt x="219" y="1142"/>
                  </a:lnTo>
                  <a:lnTo>
                    <a:pt x="219" y="1142"/>
                  </a:lnTo>
                  <a:lnTo>
                    <a:pt x="219" y="1141"/>
                  </a:lnTo>
                  <a:lnTo>
                    <a:pt x="218" y="1141"/>
                  </a:lnTo>
                  <a:lnTo>
                    <a:pt x="217" y="1140"/>
                  </a:lnTo>
                  <a:lnTo>
                    <a:pt x="215" y="1139"/>
                  </a:lnTo>
                  <a:lnTo>
                    <a:pt x="215" y="1139"/>
                  </a:lnTo>
                  <a:lnTo>
                    <a:pt x="215" y="1138"/>
                  </a:lnTo>
                  <a:lnTo>
                    <a:pt x="215" y="1137"/>
                  </a:lnTo>
                  <a:lnTo>
                    <a:pt x="214" y="1137"/>
                  </a:lnTo>
                  <a:lnTo>
                    <a:pt x="214" y="1137"/>
                  </a:lnTo>
                  <a:lnTo>
                    <a:pt x="213" y="1137"/>
                  </a:lnTo>
                  <a:lnTo>
                    <a:pt x="213" y="1137"/>
                  </a:lnTo>
                  <a:lnTo>
                    <a:pt x="212" y="1137"/>
                  </a:lnTo>
                  <a:lnTo>
                    <a:pt x="211" y="1137"/>
                  </a:lnTo>
                  <a:lnTo>
                    <a:pt x="211" y="1136"/>
                  </a:lnTo>
                  <a:lnTo>
                    <a:pt x="211" y="1135"/>
                  </a:lnTo>
                  <a:lnTo>
                    <a:pt x="212" y="1135"/>
                  </a:lnTo>
                  <a:lnTo>
                    <a:pt x="212" y="1135"/>
                  </a:lnTo>
                  <a:lnTo>
                    <a:pt x="211" y="1135"/>
                  </a:lnTo>
                  <a:lnTo>
                    <a:pt x="211" y="1135"/>
                  </a:lnTo>
                  <a:lnTo>
                    <a:pt x="211" y="1133"/>
                  </a:lnTo>
                  <a:lnTo>
                    <a:pt x="211" y="1131"/>
                  </a:lnTo>
                  <a:lnTo>
                    <a:pt x="212" y="1130"/>
                  </a:lnTo>
                  <a:lnTo>
                    <a:pt x="213" y="1130"/>
                  </a:lnTo>
                  <a:lnTo>
                    <a:pt x="213" y="1130"/>
                  </a:lnTo>
                  <a:lnTo>
                    <a:pt x="213" y="1130"/>
                  </a:lnTo>
                  <a:lnTo>
                    <a:pt x="211" y="1130"/>
                  </a:lnTo>
                  <a:lnTo>
                    <a:pt x="211" y="1131"/>
                  </a:lnTo>
                  <a:lnTo>
                    <a:pt x="211" y="1132"/>
                  </a:lnTo>
                  <a:lnTo>
                    <a:pt x="211" y="1132"/>
                  </a:lnTo>
                  <a:lnTo>
                    <a:pt x="211" y="1133"/>
                  </a:lnTo>
                  <a:lnTo>
                    <a:pt x="210" y="1133"/>
                  </a:lnTo>
                  <a:lnTo>
                    <a:pt x="210" y="1133"/>
                  </a:lnTo>
                  <a:lnTo>
                    <a:pt x="207" y="1133"/>
                  </a:lnTo>
                  <a:lnTo>
                    <a:pt x="206" y="1133"/>
                  </a:lnTo>
                  <a:lnTo>
                    <a:pt x="206" y="1133"/>
                  </a:lnTo>
                  <a:lnTo>
                    <a:pt x="206" y="1134"/>
                  </a:lnTo>
                  <a:lnTo>
                    <a:pt x="206" y="1135"/>
                  </a:lnTo>
                  <a:lnTo>
                    <a:pt x="206" y="1134"/>
                  </a:lnTo>
                  <a:lnTo>
                    <a:pt x="206" y="1134"/>
                  </a:lnTo>
                  <a:lnTo>
                    <a:pt x="205" y="1134"/>
                  </a:lnTo>
                  <a:lnTo>
                    <a:pt x="204" y="1134"/>
                  </a:lnTo>
                  <a:lnTo>
                    <a:pt x="203" y="1135"/>
                  </a:lnTo>
                  <a:lnTo>
                    <a:pt x="202" y="1135"/>
                  </a:lnTo>
                  <a:lnTo>
                    <a:pt x="202" y="1136"/>
                  </a:lnTo>
                  <a:lnTo>
                    <a:pt x="202" y="1137"/>
                  </a:lnTo>
                  <a:lnTo>
                    <a:pt x="202" y="1137"/>
                  </a:lnTo>
                  <a:lnTo>
                    <a:pt x="202" y="1136"/>
                  </a:lnTo>
                  <a:lnTo>
                    <a:pt x="202" y="1135"/>
                  </a:lnTo>
                  <a:lnTo>
                    <a:pt x="202" y="1134"/>
                  </a:lnTo>
                  <a:lnTo>
                    <a:pt x="202" y="1134"/>
                  </a:lnTo>
                  <a:lnTo>
                    <a:pt x="202" y="1134"/>
                  </a:lnTo>
                  <a:lnTo>
                    <a:pt x="202" y="1133"/>
                  </a:lnTo>
                  <a:lnTo>
                    <a:pt x="202" y="1132"/>
                  </a:lnTo>
                  <a:lnTo>
                    <a:pt x="202" y="1131"/>
                  </a:lnTo>
                  <a:lnTo>
                    <a:pt x="202" y="1131"/>
                  </a:lnTo>
                  <a:lnTo>
                    <a:pt x="202" y="1130"/>
                  </a:lnTo>
                  <a:lnTo>
                    <a:pt x="202" y="1129"/>
                  </a:lnTo>
                  <a:lnTo>
                    <a:pt x="202" y="1129"/>
                  </a:lnTo>
                  <a:lnTo>
                    <a:pt x="202" y="1130"/>
                  </a:lnTo>
                  <a:lnTo>
                    <a:pt x="201" y="1129"/>
                  </a:lnTo>
                  <a:lnTo>
                    <a:pt x="201" y="1129"/>
                  </a:lnTo>
                  <a:lnTo>
                    <a:pt x="200" y="1129"/>
                  </a:lnTo>
                  <a:lnTo>
                    <a:pt x="200" y="1129"/>
                  </a:lnTo>
                  <a:lnTo>
                    <a:pt x="199" y="1128"/>
                  </a:lnTo>
                  <a:lnTo>
                    <a:pt x="198" y="1128"/>
                  </a:lnTo>
                  <a:lnTo>
                    <a:pt x="198" y="1128"/>
                  </a:lnTo>
                  <a:lnTo>
                    <a:pt x="198" y="1127"/>
                  </a:lnTo>
                  <a:lnTo>
                    <a:pt x="199" y="1126"/>
                  </a:lnTo>
                  <a:lnTo>
                    <a:pt x="200" y="1125"/>
                  </a:lnTo>
                  <a:lnTo>
                    <a:pt x="200" y="1125"/>
                  </a:lnTo>
                  <a:lnTo>
                    <a:pt x="199" y="1124"/>
                  </a:lnTo>
                  <a:lnTo>
                    <a:pt x="199" y="1124"/>
                  </a:lnTo>
                  <a:lnTo>
                    <a:pt x="198" y="1124"/>
                  </a:lnTo>
                  <a:lnTo>
                    <a:pt x="198" y="1124"/>
                  </a:lnTo>
                  <a:lnTo>
                    <a:pt x="198" y="1123"/>
                  </a:lnTo>
                  <a:lnTo>
                    <a:pt x="197" y="1122"/>
                  </a:lnTo>
                  <a:lnTo>
                    <a:pt x="197" y="1121"/>
                  </a:lnTo>
                  <a:lnTo>
                    <a:pt x="198" y="1120"/>
                  </a:lnTo>
                  <a:lnTo>
                    <a:pt x="198" y="1119"/>
                  </a:lnTo>
                  <a:lnTo>
                    <a:pt x="198" y="1119"/>
                  </a:lnTo>
                  <a:lnTo>
                    <a:pt x="198" y="1119"/>
                  </a:lnTo>
                  <a:lnTo>
                    <a:pt x="198" y="1119"/>
                  </a:lnTo>
                  <a:lnTo>
                    <a:pt x="197" y="1117"/>
                  </a:lnTo>
                  <a:lnTo>
                    <a:pt x="197" y="1116"/>
                  </a:lnTo>
                  <a:lnTo>
                    <a:pt x="197" y="1116"/>
                  </a:lnTo>
                  <a:lnTo>
                    <a:pt x="196" y="1117"/>
                  </a:lnTo>
                  <a:lnTo>
                    <a:pt x="197" y="1118"/>
                  </a:lnTo>
                  <a:lnTo>
                    <a:pt x="196" y="1119"/>
                  </a:lnTo>
                  <a:lnTo>
                    <a:pt x="196" y="1120"/>
                  </a:lnTo>
                  <a:lnTo>
                    <a:pt x="196" y="1120"/>
                  </a:lnTo>
                  <a:lnTo>
                    <a:pt x="196" y="1121"/>
                  </a:lnTo>
                  <a:lnTo>
                    <a:pt x="195" y="1121"/>
                  </a:lnTo>
                  <a:lnTo>
                    <a:pt x="195" y="1122"/>
                  </a:lnTo>
                  <a:lnTo>
                    <a:pt x="194" y="1123"/>
                  </a:lnTo>
                  <a:lnTo>
                    <a:pt x="193" y="1124"/>
                  </a:lnTo>
                  <a:lnTo>
                    <a:pt x="193" y="1124"/>
                  </a:lnTo>
                  <a:lnTo>
                    <a:pt x="193" y="1125"/>
                  </a:lnTo>
                  <a:lnTo>
                    <a:pt x="192" y="1125"/>
                  </a:lnTo>
                  <a:lnTo>
                    <a:pt x="192" y="1126"/>
                  </a:lnTo>
                  <a:lnTo>
                    <a:pt x="192" y="1127"/>
                  </a:lnTo>
                  <a:lnTo>
                    <a:pt x="191" y="1127"/>
                  </a:lnTo>
                  <a:lnTo>
                    <a:pt x="191" y="1127"/>
                  </a:lnTo>
                  <a:lnTo>
                    <a:pt x="191" y="1125"/>
                  </a:lnTo>
                  <a:lnTo>
                    <a:pt x="191" y="1124"/>
                  </a:lnTo>
                  <a:lnTo>
                    <a:pt x="193" y="1123"/>
                  </a:lnTo>
                  <a:lnTo>
                    <a:pt x="192" y="1123"/>
                  </a:lnTo>
                  <a:lnTo>
                    <a:pt x="192" y="1124"/>
                  </a:lnTo>
                  <a:lnTo>
                    <a:pt x="191" y="1124"/>
                  </a:lnTo>
                  <a:lnTo>
                    <a:pt x="191" y="1124"/>
                  </a:lnTo>
                  <a:lnTo>
                    <a:pt x="191" y="1122"/>
                  </a:lnTo>
                  <a:lnTo>
                    <a:pt x="191" y="1122"/>
                  </a:lnTo>
                  <a:lnTo>
                    <a:pt x="192" y="1121"/>
                  </a:lnTo>
                  <a:lnTo>
                    <a:pt x="192" y="1120"/>
                  </a:lnTo>
                  <a:lnTo>
                    <a:pt x="192" y="1120"/>
                  </a:lnTo>
                  <a:lnTo>
                    <a:pt x="192" y="1120"/>
                  </a:lnTo>
                  <a:lnTo>
                    <a:pt x="192" y="1119"/>
                  </a:lnTo>
                  <a:lnTo>
                    <a:pt x="192" y="1119"/>
                  </a:lnTo>
                  <a:lnTo>
                    <a:pt x="192" y="1119"/>
                  </a:lnTo>
                  <a:lnTo>
                    <a:pt x="191" y="1119"/>
                  </a:lnTo>
                  <a:lnTo>
                    <a:pt x="191" y="1118"/>
                  </a:lnTo>
                  <a:lnTo>
                    <a:pt x="191" y="1117"/>
                  </a:lnTo>
                  <a:lnTo>
                    <a:pt x="190" y="1116"/>
                  </a:lnTo>
                  <a:lnTo>
                    <a:pt x="190" y="1116"/>
                  </a:lnTo>
                  <a:lnTo>
                    <a:pt x="190" y="1118"/>
                  </a:lnTo>
                  <a:lnTo>
                    <a:pt x="189" y="1118"/>
                  </a:lnTo>
                  <a:lnTo>
                    <a:pt x="189" y="1118"/>
                  </a:lnTo>
                  <a:lnTo>
                    <a:pt x="190" y="1120"/>
                  </a:lnTo>
                  <a:lnTo>
                    <a:pt x="189" y="1120"/>
                  </a:lnTo>
                  <a:lnTo>
                    <a:pt x="189" y="1120"/>
                  </a:lnTo>
                  <a:lnTo>
                    <a:pt x="189" y="1120"/>
                  </a:lnTo>
                  <a:lnTo>
                    <a:pt x="189" y="1120"/>
                  </a:lnTo>
                  <a:lnTo>
                    <a:pt x="188" y="1120"/>
                  </a:lnTo>
                  <a:lnTo>
                    <a:pt x="189" y="1120"/>
                  </a:lnTo>
                  <a:lnTo>
                    <a:pt x="189" y="1119"/>
                  </a:lnTo>
                  <a:lnTo>
                    <a:pt x="189" y="1119"/>
                  </a:lnTo>
                  <a:lnTo>
                    <a:pt x="189" y="1119"/>
                  </a:lnTo>
                  <a:lnTo>
                    <a:pt x="188" y="1119"/>
                  </a:lnTo>
                  <a:lnTo>
                    <a:pt x="187" y="1120"/>
                  </a:lnTo>
                  <a:lnTo>
                    <a:pt x="187" y="1121"/>
                  </a:lnTo>
                  <a:lnTo>
                    <a:pt x="187" y="1122"/>
                  </a:lnTo>
                  <a:lnTo>
                    <a:pt x="187" y="1122"/>
                  </a:lnTo>
                  <a:lnTo>
                    <a:pt x="187" y="1122"/>
                  </a:lnTo>
                  <a:lnTo>
                    <a:pt x="186" y="1122"/>
                  </a:lnTo>
                  <a:lnTo>
                    <a:pt x="185" y="1122"/>
                  </a:lnTo>
                  <a:lnTo>
                    <a:pt x="185" y="1121"/>
                  </a:lnTo>
                  <a:lnTo>
                    <a:pt x="185" y="1120"/>
                  </a:lnTo>
                  <a:lnTo>
                    <a:pt x="184" y="1120"/>
                  </a:lnTo>
                  <a:lnTo>
                    <a:pt x="183" y="1121"/>
                  </a:lnTo>
                  <a:lnTo>
                    <a:pt x="183" y="1122"/>
                  </a:lnTo>
                  <a:lnTo>
                    <a:pt x="184" y="1122"/>
                  </a:lnTo>
                  <a:lnTo>
                    <a:pt x="184" y="1122"/>
                  </a:lnTo>
                  <a:lnTo>
                    <a:pt x="184" y="1124"/>
                  </a:lnTo>
                  <a:lnTo>
                    <a:pt x="184" y="1124"/>
                  </a:lnTo>
                  <a:lnTo>
                    <a:pt x="184" y="1124"/>
                  </a:lnTo>
                  <a:lnTo>
                    <a:pt x="184" y="1125"/>
                  </a:lnTo>
                  <a:lnTo>
                    <a:pt x="185" y="1128"/>
                  </a:lnTo>
                  <a:lnTo>
                    <a:pt x="185" y="1128"/>
                  </a:lnTo>
                  <a:lnTo>
                    <a:pt x="185" y="1129"/>
                  </a:lnTo>
                  <a:lnTo>
                    <a:pt x="185" y="1129"/>
                  </a:lnTo>
                  <a:lnTo>
                    <a:pt x="185" y="1129"/>
                  </a:lnTo>
                  <a:lnTo>
                    <a:pt x="185" y="1130"/>
                  </a:lnTo>
                  <a:lnTo>
                    <a:pt x="184" y="1130"/>
                  </a:lnTo>
                  <a:lnTo>
                    <a:pt x="184" y="1131"/>
                  </a:lnTo>
                  <a:lnTo>
                    <a:pt x="185" y="1131"/>
                  </a:lnTo>
                  <a:lnTo>
                    <a:pt x="185" y="1132"/>
                  </a:lnTo>
                  <a:lnTo>
                    <a:pt x="185" y="1132"/>
                  </a:lnTo>
                  <a:lnTo>
                    <a:pt x="185" y="1133"/>
                  </a:lnTo>
                  <a:lnTo>
                    <a:pt x="185" y="1133"/>
                  </a:lnTo>
                  <a:lnTo>
                    <a:pt x="185" y="1134"/>
                  </a:lnTo>
                  <a:lnTo>
                    <a:pt x="185" y="1134"/>
                  </a:lnTo>
                  <a:lnTo>
                    <a:pt x="185" y="1135"/>
                  </a:lnTo>
                  <a:lnTo>
                    <a:pt x="185" y="1136"/>
                  </a:lnTo>
                  <a:lnTo>
                    <a:pt x="185" y="1136"/>
                  </a:lnTo>
                  <a:lnTo>
                    <a:pt x="185" y="1137"/>
                  </a:lnTo>
                  <a:lnTo>
                    <a:pt x="185" y="1137"/>
                  </a:lnTo>
                  <a:lnTo>
                    <a:pt x="184" y="1138"/>
                  </a:lnTo>
                  <a:lnTo>
                    <a:pt x="184" y="1138"/>
                  </a:lnTo>
                  <a:lnTo>
                    <a:pt x="184" y="1138"/>
                  </a:lnTo>
                  <a:lnTo>
                    <a:pt x="181" y="1138"/>
                  </a:lnTo>
                  <a:lnTo>
                    <a:pt x="181" y="1138"/>
                  </a:lnTo>
                  <a:lnTo>
                    <a:pt x="181" y="1137"/>
                  </a:lnTo>
                  <a:lnTo>
                    <a:pt x="180" y="1137"/>
                  </a:lnTo>
                  <a:lnTo>
                    <a:pt x="178" y="1136"/>
                  </a:lnTo>
                  <a:lnTo>
                    <a:pt x="178" y="1136"/>
                  </a:lnTo>
                  <a:lnTo>
                    <a:pt x="177" y="1136"/>
                  </a:lnTo>
                  <a:lnTo>
                    <a:pt x="176" y="1135"/>
                  </a:lnTo>
                  <a:lnTo>
                    <a:pt x="176" y="1135"/>
                  </a:lnTo>
                  <a:lnTo>
                    <a:pt x="176" y="1134"/>
                  </a:lnTo>
                  <a:lnTo>
                    <a:pt x="176" y="1134"/>
                  </a:lnTo>
                  <a:lnTo>
                    <a:pt x="175" y="1134"/>
                  </a:lnTo>
                  <a:lnTo>
                    <a:pt x="175" y="1133"/>
                  </a:lnTo>
                  <a:lnTo>
                    <a:pt x="175" y="1133"/>
                  </a:lnTo>
                  <a:lnTo>
                    <a:pt x="175" y="1133"/>
                  </a:lnTo>
                  <a:lnTo>
                    <a:pt x="174" y="1133"/>
                  </a:lnTo>
                  <a:lnTo>
                    <a:pt x="173" y="1133"/>
                  </a:lnTo>
                  <a:lnTo>
                    <a:pt x="173" y="1133"/>
                  </a:lnTo>
                  <a:lnTo>
                    <a:pt x="172" y="1133"/>
                  </a:lnTo>
                  <a:lnTo>
                    <a:pt x="172" y="1133"/>
                  </a:lnTo>
                  <a:lnTo>
                    <a:pt x="170" y="1132"/>
                  </a:lnTo>
                  <a:lnTo>
                    <a:pt x="170" y="1131"/>
                  </a:lnTo>
                  <a:lnTo>
                    <a:pt x="169" y="1131"/>
                  </a:lnTo>
                  <a:lnTo>
                    <a:pt x="168" y="1131"/>
                  </a:lnTo>
                  <a:lnTo>
                    <a:pt x="166" y="1131"/>
                  </a:lnTo>
                  <a:lnTo>
                    <a:pt x="166" y="1130"/>
                  </a:lnTo>
                  <a:lnTo>
                    <a:pt x="165" y="1130"/>
                  </a:lnTo>
                  <a:lnTo>
                    <a:pt x="165" y="1130"/>
                  </a:lnTo>
                  <a:lnTo>
                    <a:pt x="165" y="1129"/>
                  </a:lnTo>
                  <a:lnTo>
                    <a:pt x="164" y="1129"/>
                  </a:lnTo>
                  <a:lnTo>
                    <a:pt x="163" y="1128"/>
                  </a:lnTo>
                  <a:lnTo>
                    <a:pt x="163" y="1128"/>
                  </a:lnTo>
                  <a:lnTo>
                    <a:pt x="163" y="1128"/>
                  </a:lnTo>
                  <a:lnTo>
                    <a:pt x="162" y="1128"/>
                  </a:lnTo>
                  <a:lnTo>
                    <a:pt x="162" y="1127"/>
                  </a:lnTo>
                  <a:lnTo>
                    <a:pt x="161" y="1127"/>
                  </a:lnTo>
                  <a:lnTo>
                    <a:pt x="161" y="1127"/>
                  </a:lnTo>
                  <a:lnTo>
                    <a:pt x="160" y="1127"/>
                  </a:lnTo>
                  <a:lnTo>
                    <a:pt x="159" y="1127"/>
                  </a:lnTo>
                  <a:lnTo>
                    <a:pt x="159" y="1127"/>
                  </a:lnTo>
                  <a:lnTo>
                    <a:pt x="158" y="1126"/>
                  </a:lnTo>
                  <a:lnTo>
                    <a:pt x="157" y="1124"/>
                  </a:lnTo>
                  <a:lnTo>
                    <a:pt x="156" y="1124"/>
                  </a:lnTo>
                  <a:lnTo>
                    <a:pt x="156" y="1122"/>
                  </a:lnTo>
                  <a:lnTo>
                    <a:pt x="156" y="1122"/>
                  </a:lnTo>
                  <a:lnTo>
                    <a:pt x="156" y="1121"/>
                  </a:lnTo>
                  <a:lnTo>
                    <a:pt x="155" y="1121"/>
                  </a:lnTo>
                  <a:lnTo>
                    <a:pt x="155" y="1120"/>
                  </a:lnTo>
                  <a:lnTo>
                    <a:pt x="156" y="1120"/>
                  </a:lnTo>
                  <a:lnTo>
                    <a:pt x="157" y="1120"/>
                  </a:lnTo>
                  <a:lnTo>
                    <a:pt x="157" y="1119"/>
                  </a:lnTo>
                  <a:lnTo>
                    <a:pt x="156" y="1119"/>
                  </a:lnTo>
                  <a:lnTo>
                    <a:pt x="156" y="1119"/>
                  </a:lnTo>
                  <a:lnTo>
                    <a:pt x="156" y="1118"/>
                  </a:lnTo>
                  <a:lnTo>
                    <a:pt x="155" y="1115"/>
                  </a:lnTo>
                  <a:lnTo>
                    <a:pt x="155" y="1114"/>
                  </a:lnTo>
                  <a:lnTo>
                    <a:pt x="154" y="1114"/>
                  </a:lnTo>
                  <a:lnTo>
                    <a:pt x="154" y="1112"/>
                  </a:lnTo>
                  <a:lnTo>
                    <a:pt x="153" y="1111"/>
                  </a:lnTo>
                  <a:lnTo>
                    <a:pt x="153" y="1111"/>
                  </a:lnTo>
                  <a:lnTo>
                    <a:pt x="153" y="1111"/>
                  </a:lnTo>
                  <a:lnTo>
                    <a:pt x="152" y="1111"/>
                  </a:lnTo>
                  <a:lnTo>
                    <a:pt x="151" y="1111"/>
                  </a:lnTo>
                  <a:lnTo>
                    <a:pt x="151" y="1111"/>
                  </a:lnTo>
                  <a:lnTo>
                    <a:pt x="151" y="1110"/>
                  </a:lnTo>
                  <a:lnTo>
                    <a:pt x="151" y="1110"/>
                  </a:lnTo>
                  <a:lnTo>
                    <a:pt x="151" y="1110"/>
                  </a:lnTo>
                  <a:lnTo>
                    <a:pt x="150" y="1109"/>
                  </a:lnTo>
                  <a:lnTo>
                    <a:pt x="151" y="1109"/>
                  </a:lnTo>
                  <a:lnTo>
                    <a:pt x="150" y="1109"/>
                  </a:lnTo>
                  <a:lnTo>
                    <a:pt x="150" y="1109"/>
                  </a:lnTo>
                  <a:lnTo>
                    <a:pt x="149" y="1109"/>
                  </a:lnTo>
                  <a:lnTo>
                    <a:pt x="149" y="1110"/>
                  </a:lnTo>
                  <a:lnTo>
                    <a:pt x="149" y="1110"/>
                  </a:lnTo>
                  <a:lnTo>
                    <a:pt x="149" y="1110"/>
                  </a:lnTo>
                  <a:lnTo>
                    <a:pt x="148" y="1111"/>
                  </a:lnTo>
                  <a:lnTo>
                    <a:pt x="148" y="1111"/>
                  </a:lnTo>
                  <a:lnTo>
                    <a:pt x="147" y="1111"/>
                  </a:lnTo>
                  <a:lnTo>
                    <a:pt x="146" y="1111"/>
                  </a:lnTo>
                  <a:lnTo>
                    <a:pt x="147" y="1110"/>
                  </a:lnTo>
                  <a:lnTo>
                    <a:pt x="148" y="1109"/>
                  </a:lnTo>
                  <a:lnTo>
                    <a:pt x="148" y="1108"/>
                  </a:lnTo>
                  <a:lnTo>
                    <a:pt x="147" y="1108"/>
                  </a:lnTo>
                  <a:lnTo>
                    <a:pt x="147" y="1105"/>
                  </a:lnTo>
                  <a:lnTo>
                    <a:pt x="148" y="1105"/>
                  </a:lnTo>
                  <a:lnTo>
                    <a:pt x="149" y="1104"/>
                  </a:lnTo>
                  <a:lnTo>
                    <a:pt x="149" y="1103"/>
                  </a:lnTo>
                  <a:lnTo>
                    <a:pt x="149" y="1102"/>
                  </a:lnTo>
                  <a:lnTo>
                    <a:pt x="149" y="1102"/>
                  </a:lnTo>
                  <a:lnTo>
                    <a:pt x="148" y="1102"/>
                  </a:lnTo>
                  <a:lnTo>
                    <a:pt x="148" y="1100"/>
                  </a:lnTo>
                  <a:lnTo>
                    <a:pt x="149" y="1099"/>
                  </a:lnTo>
                  <a:lnTo>
                    <a:pt x="150" y="1099"/>
                  </a:lnTo>
                  <a:lnTo>
                    <a:pt x="151" y="1099"/>
                  </a:lnTo>
                  <a:lnTo>
                    <a:pt x="154" y="1100"/>
                  </a:lnTo>
                  <a:lnTo>
                    <a:pt x="154" y="1102"/>
                  </a:lnTo>
                  <a:lnTo>
                    <a:pt x="154" y="1102"/>
                  </a:lnTo>
                  <a:lnTo>
                    <a:pt x="155" y="1102"/>
                  </a:lnTo>
                  <a:lnTo>
                    <a:pt x="155" y="1102"/>
                  </a:lnTo>
                  <a:lnTo>
                    <a:pt x="156" y="1102"/>
                  </a:lnTo>
                  <a:lnTo>
                    <a:pt x="157" y="1102"/>
                  </a:lnTo>
                  <a:lnTo>
                    <a:pt x="158" y="1102"/>
                  </a:lnTo>
                  <a:lnTo>
                    <a:pt x="159" y="1102"/>
                  </a:lnTo>
                  <a:lnTo>
                    <a:pt x="159" y="1102"/>
                  </a:lnTo>
                  <a:lnTo>
                    <a:pt x="158" y="1101"/>
                  </a:lnTo>
                  <a:lnTo>
                    <a:pt x="157" y="1100"/>
                  </a:lnTo>
                  <a:lnTo>
                    <a:pt x="156" y="1099"/>
                  </a:lnTo>
                  <a:lnTo>
                    <a:pt x="155" y="1099"/>
                  </a:lnTo>
                  <a:lnTo>
                    <a:pt x="154" y="1098"/>
                  </a:lnTo>
                  <a:lnTo>
                    <a:pt x="154" y="1097"/>
                  </a:lnTo>
                  <a:lnTo>
                    <a:pt x="154" y="1095"/>
                  </a:lnTo>
                  <a:lnTo>
                    <a:pt x="154" y="1094"/>
                  </a:lnTo>
                  <a:lnTo>
                    <a:pt x="154" y="1092"/>
                  </a:lnTo>
                  <a:lnTo>
                    <a:pt x="154" y="1089"/>
                  </a:lnTo>
                  <a:lnTo>
                    <a:pt x="154" y="1088"/>
                  </a:lnTo>
                  <a:lnTo>
                    <a:pt x="154" y="1088"/>
                  </a:lnTo>
                  <a:lnTo>
                    <a:pt x="154" y="1087"/>
                  </a:lnTo>
                  <a:lnTo>
                    <a:pt x="154" y="1086"/>
                  </a:lnTo>
                  <a:lnTo>
                    <a:pt x="154" y="1086"/>
                  </a:lnTo>
                  <a:lnTo>
                    <a:pt x="154" y="1085"/>
                  </a:lnTo>
                  <a:lnTo>
                    <a:pt x="155" y="1085"/>
                  </a:lnTo>
                  <a:lnTo>
                    <a:pt x="155" y="1085"/>
                  </a:lnTo>
                  <a:lnTo>
                    <a:pt x="155" y="1085"/>
                  </a:lnTo>
                  <a:lnTo>
                    <a:pt x="155" y="1085"/>
                  </a:lnTo>
                  <a:lnTo>
                    <a:pt x="156" y="1084"/>
                  </a:lnTo>
                  <a:lnTo>
                    <a:pt x="157" y="1083"/>
                  </a:lnTo>
                  <a:lnTo>
                    <a:pt x="159" y="1082"/>
                  </a:lnTo>
                  <a:lnTo>
                    <a:pt x="159" y="1082"/>
                  </a:lnTo>
                  <a:lnTo>
                    <a:pt x="160" y="1083"/>
                  </a:lnTo>
                  <a:lnTo>
                    <a:pt x="160" y="1084"/>
                  </a:lnTo>
                  <a:lnTo>
                    <a:pt x="161" y="1085"/>
                  </a:lnTo>
                  <a:lnTo>
                    <a:pt x="161" y="1086"/>
                  </a:lnTo>
                  <a:lnTo>
                    <a:pt x="161" y="1088"/>
                  </a:lnTo>
                  <a:lnTo>
                    <a:pt x="162" y="1088"/>
                  </a:lnTo>
                  <a:lnTo>
                    <a:pt x="163" y="1089"/>
                  </a:lnTo>
                  <a:lnTo>
                    <a:pt x="163" y="1089"/>
                  </a:lnTo>
                  <a:lnTo>
                    <a:pt x="163" y="1089"/>
                  </a:lnTo>
                  <a:lnTo>
                    <a:pt x="163" y="1089"/>
                  </a:lnTo>
                  <a:lnTo>
                    <a:pt x="163" y="1089"/>
                  </a:lnTo>
                  <a:lnTo>
                    <a:pt x="164" y="1089"/>
                  </a:lnTo>
                  <a:lnTo>
                    <a:pt x="164" y="1091"/>
                  </a:lnTo>
                  <a:lnTo>
                    <a:pt x="164" y="1091"/>
                  </a:lnTo>
                  <a:lnTo>
                    <a:pt x="164" y="1092"/>
                  </a:lnTo>
                  <a:lnTo>
                    <a:pt x="165" y="1093"/>
                  </a:lnTo>
                  <a:lnTo>
                    <a:pt x="166" y="1094"/>
                  </a:lnTo>
                  <a:lnTo>
                    <a:pt x="166" y="1094"/>
                  </a:lnTo>
                  <a:lnTo>
                    <a:pt x="165" y="1094"/>
                  </a:lnTo>
                  <a:lnTo>
                    <a:pt x="166" y="1094"/>
                  </a:lnTo>
                  <a:lnTo>
                    <a:pt x="167" y="1095"/>
                  </a:lnTo>
                  <a:lnTo>
                    <a:pt x="167" y="1095"/>
                  </a:lnTo>
                  <a:lnTo>
                    <a:pt x="167" y="1096"/>
                  </a:lnTo>
                  <a:lnTo>
                    <a:pt x="167" y="1096"/>
                  </a:lnTo>
                  <a:lnTo>
                    <a:pt x="167" y="1097"/>
                  </a:lnTo>
                  <a:lnTo>
                    <a:pt x="167" y="1097"/>
                  </a:lnTo>
                  <a:lnTo>
                    <a:pt x="167" y="1097"/>
                  </a:lnTo>
                  <a:lnTo>
                    <a:pt x="167" y="1097"/>
                  </a:lnTo>
                  <a:lnTo>
                    <a:pt x="167" y="1098"/>
                  </a:lnTo>
                  <a:lnTo>
                    <a:pt x="167" y="1099"/>
                  </a:lnTo>
                  <a:lnTo>
                    <a:pt x="167" y="1099"/>
                  </a:lnTo>
                  <a:lnTo>
                    <a:pt x="167" y="1099"/>
                  </a:lnTo>
                  <a:lnTo>
                    <a:pt x="167" y="1098"/>
                  </a:lnTo>
                  <a:lnTo>
                    <a:pt x="168" y="1098"/>
                  </a:lnTo>
                  <a:lnTo>
                    <a:pt x="170" y="1099"/>
                  </a:lnTo>
                  <a:lnTo>
                    <a:pt x="170" y="1100"/>
                  </a:lnTo>
                  <a:lnTo>
                    <a:pt x="170" y="1101"/>
                  </a:lnTo>
                  <a:lnTo>
                    <a:pt x="170" y="1102"/>
                  </a:lnTo>
                  <a:lnTo>
                    <a:pt x="170" y="1102"/>
                  </a:lnTo>
                  <a:lnTo>
                    <a:pt x="171" y="1102"/>
                  </a:lnTo>
                  <a:lnTo>
                    <a:pt x="172" y="1103"/>
                  </a:lnTo>
                  <a:lnTo>
                    <a:pt x="172" y="1104"/>
                  </a:lnTo>
                  <a:lnTo>
                    <a:pt x="172" y="1105"/>
                  </a:lnTo>
                  <a:lnTo>
                    <a:pt x="172" y="1104"/>
                  </a:lnTo>
                  <a:lnTo>
                    <a:pt x="172" y="1105"/>
                  </a:lnTo>
                  <a:lnTo>
                    <a:pt x="173" y="1105"/>
                  </a:lnTo>
                  <a:lnTo>
                    <a:pt x="174" y="1105"/>
                  </a:lnTo>
                  <a:lnTo>
                    <a:pt x="173" y="1106"/>
                  </a:lnTo>
                  <a:lnTo>
                    <a:pt x="174" y="1106"/>
                  </a:lnTo>
                  <a:lnTo>
                    <a:pt x="174" y="1107"/>
                  </a:lnTo>
                  <a:lnTo>
                    <a:pt x="175" y="1107"/>
                  </a:lnTo>
                  <a:lnTo>
                    <a:pt x="175" y="1107"/>
                  </a:lnTo>
                  <a:lnTo>
                    <a:pt x="176" y="1107"/>
                  </a:lnTo>
                  <a:lnTo>
                    <a:pt x="176" y="1107"/>
                  </a:lnTo>
                  <a:lnTo>
                    <a:pt x="176" y="1106"/>
                  </a:lnTo>
                  <a:lnTo>
                    <a:pt x="176" y="1105"/>
                  </a:lnTo>
                  <a:lnTo>
                    <a:pt x="176" y="1106"/>
                  </a:lnTo>
                  <a:lnTo>
                    <a:pt x="176" y="1104"/>
                  </a:lnTo>
                  <a:lnTo>
                    <a:pt x="176" y="1104"/>
                  </a:lnTo>
                  <a:lnTo>
                    <a:pt x="176" y="1104"/>
                  </a:lnTo>
                  <a:lnTo>
                    <a:pt x="176" y="1103"/>
                  </a:lnTo>
                  <a:lnTo>
                    <a:pt x="176" y="1103"/>
                  </a:lnTo>
                  <a:lnTo>
                    <a:pt x="177" y="1103"/>
                  </a:lnTo>
                  <a:lnTo>
                    <a:pt x="177" y="1103"/>
                  </a:lnTo>
                  <a:lnTo>
                    <a:pt x="179" y="1103"/>
                  </a:lnTo>
                  <a:lnTo>
                    <a:pt x="179" y="1105"/>
                  </a:lnTo>
                  <a:lnTo>
                    <a:pt x="180" y="1105"/>
                  </a:lnTo>
                  <a:lnTo>
                    <a:pt x="180" y="1106"/>
                  </a:lnTo>
                  <a:lnTo>
                    <a:pt x="180" y="1107"/>
                  </a:lnTo>
                  <a:lnTo>
                    <a:pt x="180" y="1107"/>
                  </a:lnTo>
                  <a:lnTo>
                    <a:pt x="180" y="1109"/>
                  </a:lnTo>
                  <a:lnTo>
                    <a:pt x="180" y="1109"/>
                  </a:lnTo>
                  <a:lnTo>
                    <a:pt x="180" y="1109"/>
                  </a:lnTo>
                  <a:lnTo>
                    <a:pt x="180" y="1110"/>
                  </a:lnTo>
                  <a:lnTo>
                    <a:pt x="180" y="1110"/>
                  </a:lnTo>
                  <a:lnTo>
                    <a:pt x="180" y="1110"/>
                  </a:lnTo>
                  <a:lnTo>
                    <a:pt x="180" y="1110"/>
                  </a:lnTo>
                  <a:lnTo>
                    <a:pt x="181" y="1110"/>
                  </a:lnTo>
                  <a:lnTo>
                    <a:pt x="181" y="1109"/>
                  </a:lnTo>
                  <a:lnTo>
                    <a:pt x="181" y="1109"/>
                  </a:lnTo>
                  <a:lnTo>
                    <a:pt x="181" y="1108"/>
                  </a:lnTo>
                  <a:lnTo>
                    <a:pt x="181" y="1107"/>
                  </a:lnTo>
                  <a:lnTo>
                    <a:pt x="182" y="1107"/>
                  </a:lnTo>
                  <a:lnTo>
                    <a:pt x="182" y="1107"/>
                  </a:lnTo>
                  <a:lnTo>
                    <a:pt x="181" y="1107"/>
                  </a:lnTo>
                  <a:lnTo>
                    <a:pt x="181" y="1106"/>
                  </a:lnTo>
                  <a:lnTo>
                    <a:pt x="180" y="1105"/>
                  </a:lnTo>
                  <a:lnTo>
                    <a:pt x="180" y="1103"/>
                  </a:lnTo>
                  <a:lnTo>
                    <a:pt x="180" y="1103"/>
                  </a:lnTo>
                  <a:lnTo>
                    <a:pt x="180" y="1102"/>
                  </a:lnTo>
                  <a:lnTo>
                    <a:pt x="180" y="1102"/>
                  </a:lnTo>
                  <a:lnTo>
                    <a:pt x="180" y="1101"/>
                  </a:lnTo>
                  <a:lnTo>
                    <a:pt x="179" y="1101"/>
                  </a:lnTo>
                  <a:lnTo>
                    <a:pt x="179" y="1101"/>
                  </a:lnTo>
                  <a:lnTo>
                    <a:pt x="178" y="1100"/>
                  </a:lnTo>
                  <a:lnTo>
                    <a:pt x="178" y="1099"/>
                  </a:lnTo>
                  <a:lnTo>
                    <a:pt x="178" y="1100"/>
                  </a:lnTo>
                  <a:lnTo>
                    <a:pt x="177" y="1099"/>
                  </a:lnTo>
                  <a:lnTo>
                    <a:pt x="177" y="1099"/>
                  </a:lnTo>
                  <a:lnTo>
                    <a:pt x="177" y="1100"/>
                  </a:lnTo>
                  <a:lnTo>
                    <a:pt x="177" y="1100"/>
                  </a:lnTo>
                  <a:lnTo>
                    <a:pt x="177" y="1101"/>
                  </a:lnTo>
                  <a:lnTo>
                    <a:pt x="177" y="1101"/>
                  </a:lnTo>
                  <a:lnTo>
                    <a:pt x="176" y="1100"/>
                  </a:lnTo>
                  <a:lnTo>
                    <a:pt x="176" y="1101"/>
                  </a:lnTo>
                  <a:lnTo>
                    <a:pt x="176" y="1101"/>
                  </a:lnTo>
                  <a:lnTo>
                    <a:pt x="176" y="1100"/>
                  </a:lnTo>
                  <a:lnTo>
                    <a:pt x="176" y="1100"/>
                  </a:lnTo>
                  <a:lnTo>
                    <a:pt x="175" y="1100"/>
                  </a:lnTo>
                  <a:lnTo>
                    <a:pt x="174" y="1098"/>
                  </a:lnTo>
                  <a:lnTo>
                    <a:pt x="174" y="1098"/>
                  </a:lnTo>
                  <a:lnTo>
                    <a:pt x="175" y="1098"/>
                  </a:lnTo>
                  <a:lnTo>
                    <a:pt x="176" y="1098"/>
                  </a:lnTo>
                  <a:lnTo>
                    <a:pt x="176" y="1098"/>
                  </a:lnTo>
                  <a:lnTo>
                    <a:pt x="176" y="1098"/>
                  </a:lnTo>
                  <a:lnTo>
                    <a:pt x="176" y="1098"/>
                  </a:lnTo>
                  <a:lnTo>
                    <a:pt x="176" y="1097"/>
                  </a:lnTo>
                  <a:lnTo>
                    <a:pt x="176" y="1097"/>
                  </a:lnTo>
                  <a:lnTo>
                    <a:pt x="176" y="1095"/>
                  </a:lnTo>
                  <a:lnTo>
                    <a:pt x="175" y="1095"/>
                  </a:lnTo>
                  <a:lnTo>
                    <a:pt x="175" y="1095"/>
                  </a:lnTo>
                  <a:lnTo>
                    <a:pt x="175" y="1095"/>
                  </a:lnTo>
                  <a:lnTo>
                    <a:pt x="175" y="1094"/>
                  </a:lnTo>
                  <a:lnTo>
                    <a:pt x="174" y="1093"/>
                  </a:lnTo>
                  <a:lnTo>
                    <a:pt x="174" y="1092"/>
                  </a:lnTo>
                  <a:lnTo>
                    <a:pt x="174" y="1092"/>
                  </a:lnTo>
                  <a:lnTo>
                    <a:pt x="174" y="1091"/>
                  </a:lnTo>
                  <a:lnTo>
                    <a:pt x="174" y="1091"/>
                  </a:lnTo>
                  <a:lnTo>
                    <a:pt x="174" y="1091"/>
                  </a:lnTo>
                  <a:lnTo>
                    <a:pt x="174" y="1089"/>
                  </a:lnTo>
                  <a:lnTo>
                    <a:pt x="173" y="1089"/>
                  </a:lnTo>
                  <a:lnTo>
                    <a:pt x="173" y="1089"/>
                  </a:lnTo>
                  <a:lnTo>
                    <a:pt x="172" y="1089"/>
                  </a:lnTo>
                  <a:lnTo>
                    <a:pt x="172" y="1087"/>
                  </a:lnTo>
                  <a:lnTo>
                    <a:pt x="172" y="1086"/>
                  </a:lnTo>
                  <a:lnTo>
                    <a:pt x="172" y="1086"/>
                  </a:lnTo>
                  <a:lnTo>
                    <a:pt x="172" y="1085"/>
                  </a:lnTo>
                  <a:lnTo>
                    <a:pt x="173" y="1085"/>
                  </a:lnTo>
                  <a:lnTo>
                    <a:pt x="173" y="1085"/>
                  </a:lnTo>
                  <a:lnTo>
                    <a:pt x="173" y="1086"/>
                  </a:lnTo>
                  <a:lnTo>
                    <a:pt x="176" y="1086"/>
                  </a:lnTo>
                  <a:lnTo>
                    <a:pt x="176" y="1085"/>
                  </a:lnTo>
                  <a:lnTo>
                    <a:pt x="176" y="1085"/>
                  </a:lnTo>
                  <a:lnTo>
                    <a:pt x="176" y="1085"/>
                  </a:lnTo>
                  <a:lnTo>
                    <a:pt x="176" y="1085"/>
                  </a:lnTo>
                  <a:lnTo>
                    <a:pt x="177" y="1085"/>
                  </a:lnTo>
                  <a:lnTo>
                    <a:pt x="178" y="1084"/>
                  </a:lnTo>
                  <a:lnTo>
                    <a:pt x="179" y="1084"/>
                  </a:lnTo>
                  <a:lnTo>
                    <a:pt x="180" y="1085"/>
                  </a:lnTo>
                  <a:lnTo>
                    <a:pt x="180" y="1085"/>
                  </a:lnTo>
                  <a:lnTo>
                    <a:pt x="181" y="1086"/>
                  </a:lnTo>
                  <a:lnTo>
                    <a:pt x="183" y="1088"/>
                  </a:lnTo>
                  <a:lnTo>
                    <a:pt x="183" y="1089"/>
                  </a:lnTo>
                  <a:lnTo>
                    <a:pt x="184" y="1089"/>
                  </a:lnTo>
                  <a:lnTo>
                    <a:pt x="184" y="1089"/>
                  </a:lnTo>
                  <a:lnTo>
                    <a:pt x="184" y="1088"/>
                  </a:lnTo>
                  <a:lnTo>
                    <a:pt x="185" y="1088"/>
                  </a:lnTo>
                  <a:lnTo>
                    <a:pt x="185" y="1087"/>
                  </a:lnTo>
                  <a:lnTo>
                    <a:pt x="184" y="1086"/>
                  </a:lnTo>
                  <a:lnTo>
                    <a:pt x="184" y="1085"/>
                  </a:lnTo>
                  <a:lnTo>
                    <a:pt x="185" y="1085"/>
                  </a:lnTo>
                  <a:lnTo>
                    <a:pt x="185" y="1085"/>
                  </a:lnTo>
                  <a:lnTo>
                    <a:pt x="185" y="1084"/>
                  </a:lnTo>
                  <a:lnTo>
                    <a:pt x="184" y="1083"/>
                  </a:lnTo>
                  <a:lnTo>
                    <a:pt x="183" y="1082"/>
                  </a:lnTo>
                  <a:lnTo>
                    <a:pt x="181" y="1082"/>
                  </a:lnTo>
                  <a:lnTo>
                    <a:pt x="181" y="1081"/>
                  </a:lnTo>
                  <a:lnTo>
                    <a:pt x="180" y="1081"/>
                  </a:lnTo>
                  <a:lnTo>
                    <a:pt x="181" y="1080"/>
                  </a:lnTo>
                  <a:lnTo>
                    <a:pt x="180" y="1079"/>
                  </a:lnTo>
                  <a:lnTo>
                    <a:pt x="180" y="1078"/>
                  </a:lnTo>
                  <a:lnTo>
                    <a:pt x="180" y="1078"/>
                  </a:lnTo>
                  <a:lnTo>
                    <a:pt x="180" y="1077"/>
                  </a:lnTo>
                  <a:lnTo>
                    <a:pt x="178" y="1076"/>
                  </a:lnTo>
                  <a:lnTo>
                    <a:pt x="178" y="1076"/>
                  </a:lnTo>
                  <a:lnTo>
                    <a:pt x="178" y="1076"/>
                  </a:lnTo>
                  <a:lnTo>
                    <a:pt x="178" y="1076"/>
                  </a:lnTo>
                  <a:lnTo>
                    <a:pt x="177" y="1075"/>
                  </a:lnTo>
                  <a:lnTo>
                    <a:pt x="176" y="1075"/>
                  </a:lnTo>
                  <a:lnTo>
                    <a:pt x="176" y="1075"/>
                  </a:lnTo>
                  <a:lnTo>
                    <a:pt x="175" y="1073"/>
                  </a:lnTo>
                  <a:lnTo>
                    <a:pt x="175" y="1073"/>
                  </a:lnTo>
                  <a:lnTo>
                    <a:pt x="174" y="1073"/>
                  </a:lnTo>
                  <a:lnTo>
                    <a:pt x="172" y="1072"/>
                  </a:lnTo>
                  <a:lnTo>
                    <a:pt x="172" y="1072"/>
                  </a:lnTo>
                  <a:lnTo>
                    <a:pt x="172" y="1071"/>
                  </a:lnTo>
                  <a:lnTo>
                    <a:pt x="171" y="1071"/>
                  </a:lnTo>
                  <a:lnTo>
                    <a:pt x="170" y="1071"/>
                  </a:lnTo>
                  <a:lnTo>
                    <a:pt x="170" y="1072"/>
                  </a:lnTo>
                  <a:lnTo>
                    <a:pt x="170" y="1072"/>
                  </a:lnTo>
                  <a:lnTo>
                    <a:pt x="171" y="1072"/>
                  </a:lnTo>
                  <a:lnTo>
                    <a:pt x="171" y="1073"/>
                  </a:lnTo>
                  <a:lnTo>
                    <a:pt x="170" y="1073"/>
                  </a:lnTo>
                  <a:lnTo>
                    <a:pt x="169" y="1073"/>
                  </a:lnTo>
                  <a:lnTo>
                    <a:pt x="170" y="1072"/>
                  </a:lnTo>
                  <a:lnTo>
                    <a:pt x="169" y="1070"/>
                  </a:lnTo>
                  <a:lnTo>
                    <a:pt x="170" y="1070"/>
                  </a:lnTo>
                  <a:lnTo>
                    <a:pt x="171" y="1070"/>
                  </a:lnTo>
                  <a:lnTo>
                    <a:pt x="171" y="1069"/>
                  </a:lnTo>
                  <a:lnTo>
                    <a:pt x="172" y="1068"/>
                  </a:lnTo>
                  <a:lnTo>
                    <a:pt x="172" y="1068"/>
                  </a:lnTo>
                  <a:lnTo>
                    <a:pt x="172" y="1067"/>
                  </a:lnTo>
                  <a:lnTo>
                    <a:pt x="172" y="1066"/>
                  </a:lnTo>
                  <a:lnTo>
                    <a:pt x="172" y="1064"/>
                  </a:lnTo>
                  <a:lnTo>
                    <a:pt x="172" y="1063"/>
                  </a:lnTo>
                  <a:lnTo>
                    <a:pt x="172" y="1062"/>
                  </a:lnTo>
                  <a:lnTo>
                    <a:pt x="172" y="1059"/>
                  </a:lnTo>
                  <a:lnTo>
                    <a:pt x="173" y="1059"/>
                  </a:lnTo>
                  <a:lnTo>
                    <a:pt x="173" y="1058"/>
                  </a:lnTo>
                  <a:lnTo>
                    <a:pt x="173" y="1057"/>
                  </a:lnTo>
                  <a:lnTo>
                    <a:pt x="172" y="1057"/>
                  </a:lnTo>
                  <a:lnTo>
                    <a:pt x="172" y="1056"/>
                  </a:lnTo>
                  <a:lnTo>
                    <a:pt x="172" y="1056"/>
                  </a:lnTo>
                  <a:lnTo>
                    <a:pt x="172" y="1055"/>
                  </a:lnTo>
                  <a:lnTo>
                    <a:pt x="172" y="1055"/>
                  </a:lnTo>
                  <a:lnTo>
                    <a:pt x="172" y="1053"/>
                  </a:lnTo>
                  <a:lnTo>
                    <a:pt x="173" y="1053"/>
                  </a:lnTo>
                  <a:lnTo>
                    <a:pt x="174" y="1054"/>
                  </a:lnTo>
                  <a:lnTo>
                    <a:pt x="173" y="1054"/>
                  </a:lnTo>
                  <a:lnTo>
                    <a:pt x="174" y="1054"/>
                  </a:lnTo>
                  <a:lnTo>
                    <a:pt x="176" y="1054"/>
                  </a:lnTo>
                  <a:lnTo>
                    <a:pt x="176" y="1055"/>
                  </a:lnTo>
                  <a:lnTo>
                    <a:pt x="176" y="1055"/>
                  </a:lnTo>
                  <a:lnTo>
                    <a:pt x="178" y="1055"/>
                  </a:lnTo>
                  <a:lnTo>
                    <a:pt x="178" y="1056"/>
                  </a:lnTo>
                  <a:lnTo>
                    <a:pt x="179" y="1057"/>
                  </a:lnTo>
                  <a:lnTo>
                    <a:pt x="179" y="1057"/>
                  </a:lnTo>
                  <a:lnTo>
                    <a:pt x="180" y="1057"/>
                  </a:lnTo>
                  <a:lnTo>
                    <a:pt x="180" y="1058"/>
                  </a:lnTo>
                  <a:lnTo>
                    <a:pt x="181" y="1059"/>
                  </a:lnTo>
                  <a:lnTo>
                    <a:pt x="181" y="1059"/>
                  </a:lnTo>
                  <a:lnTo>
                    <a:pt x="181" y="1059"/>
                  </a:lnTo>
                  <a:lnTo>
                    <a:pt x="181" y="1059"/>
                  </a:lnTo>
                  <a:lnTo>
                    <a:pt x="181" y="1059"/>
                  </a:lnTo>
                  <a:lnTo>
                    <a:pt x="182" y="1061"/>
                  </a:lnTo>
                  <a:lnTo>
                    <a:pt x="182" y="1061"/>
                  </a:lnTo>
                  <a:lnTo>
                    <a:pt x="183" y="1062"/>
                  </a:lnTo>
                  <a:lnTo>
                    <a:pt x="183" y="1063"/>
                  </a:lnTo>
                  <a:lnTo>
                    <a:pt x="183" y="1063"/>
                  </a:lnTo>
                  <a:lnTo>
                    <a:pt x="184" y="1064"/>
                  </a:lnTo>
                  <a:lnTo>
                    <a:pt x="184" y="1064"/>
                  </a:lnTo>
                  <a:lnTo>
                    <a:pt x="184" y="1066"/>
                  </a:lnTo>
                  <a:lnTo>
                    <a:pt x="184" y="1067"/>
                  </a:lnTo>
                  <a:lnTo>
                    <a:pt x="184" y="1067"/>
                  </a:lnTo>
                  <a:lnTo>
                    <a:pt x="184" y="1071"/>
                  </a:lnTo>
                  <a:lnTo>
                    <a:pt x="185" y="1072"/>
                  </a:lnTo>
                  <a:lnTo>
                    <a:pt x="185" y="1072"/>
                  </a:lnTo>
                  <a:lnTo>
                    <a:pt x="185" y="1072"/>
                  </a:lnTo>
                  <a:lnTo>
                    <a:pt x="185" y="1072"/>
                  </a:lnTo>
                  <a:lnTo>
                    <a:pt x="186" y="1072"/>
                  </a:lnTo>
                  <a:lnTo>
                    <a:pt x="186" y="1072"/>
                  </a:lnTo>
                  <a:lnTo>
                    <a:pt x="186" y="1072"/>
                  </a:lnTo>
                  <a:lnTo>
                    <a:pt x="186" y="1073"/>
                  </a:lnTo>
                  <a:lnTo>
                    <a:pt x="187" y="1073"/>
                  </a:lnTo>
                  <a:lnTo>
                    <a:pt x="188" y="1072"/>
                  </a:lnTo>
                  <a:lnTo>
                    <a:pt x="189" y="1072"/>
                  </a:lnTo>
                  <a:lnTo>
                    <a:pt x="189" y="1072"/>
                  </a:lnTo>
                  <a:lnTo>
                    <a:pt x="190" y="1072"/>
                  </a:lnTo>
                  <a:lnTo>
                    <a:pt x="190" y="1073"/>
                  </a:lnTo>
                  <a:lnTo>
                    <a:pt x="190" y="1073"/>
                  </a:lnTo>
                  <a:lnTo>
                    <a:pt x="190" y="1073"/>
                  </a:lnTo>
                  <a:lnTo>
                    <a:pt x="190" y="1074"/>
                  </a:lnTo>
                  <a:lnTo>
                    <a:pt x="190" y="1074"/>
                  </a:lnTo>
                  <a:lnTo>
                    <a:pt x="191" y="1074"/>
                  </a:lnTo>
                  <a:lnTo>
                    <a:pt x="191" y="1075"/>
                  </a:lnTo>
                  <a:lnTo>
                    <a:pt x="193" y="1075"/>
                  </a:lnTo>
                  <a:lnTo>
                    <a:pt x="193" y="1075"/>
                  </a:lnTo>
                  <a:lnTo>
                    <a:pt x="193" y="1076"/>
                  </a:lnTo>
                  <a:lnTo>
                    <a:pt x="195" y="1076"/>
                  </a:lnTo>
                  <a:lnTo>
                    <a:pt x="195" y="1076"/>
                  </a:lnTo>
                  <a:lnTo>
                    <a:pt x="196" y="1079"/>
                  </a:lnTo>
                  <a:lnTo>
                    <a:pt x="196" y="1079"/>
                  </a:lnTo>
                  <a:lnTo>
                    <a:pt x="198" y="1080"/>
                  </a:lnTo>
                  <a:lnTo>
                    <a:pt x="198" y="1080"/>
                  </a:lnTo>
                  <a:lnTo>
                    <a:pt x="198" y="1081"/>
                  </a:lnTo>
                  <a:lnTo>
                    <a:pt x="199" y="1081"/>
                  </a:lnTo>
                  <a:lnTo>
                    <a:pt x="199" y="1081"/>
                  </a:lnTo>
                  <a:lnTo>
                    <a:pt x="200" y="1082"/>
                  </a:lnTo>
                  <a:lnTo>
                    <a:pt x="200" y="1083"/>
                  </a:lnTo>
                  <a:lnTo>
                    <a:pt x="201" y="1084"/>
                  </a:lnTo>
                  <a:lnTo>
                    <a:pt x="201" y="1084"/>
                  </a:lnTo>
                  <a:lnTo>
                    <a:pt x="201" y="1085"/>
                  </a:lnTo>
                  <a:lnTo>
                    <a:pt x="202" y="1085"/>
                  </a:lnTo>
                  <a:lnTo>
                    <a:pt x="202" y="1086"/>
                  </a:lnTo>
                  <a:lnTo>
                    <a:pt x="202" y="1086"/>
                  </a:lnTo>
                  <a:lnTo>
                    <a:pt x="202" y="1087"/>
                  </a:lnTo>
                  <a:lnTo>
                    <a:pt x="202" y="1087"/>
                  </a:lnTo>
                  <a:lnTo>
                    <a:pt x="202" y="1086"/>
                  </a:lnTo>
                  <a:lnTo>
                    <a:pt x="202" y="1086"/>
                  </a:lnTo>
                  <a:lnTo>
                    <a:pt x="203" y="1085"/>
                  </a:lnTo>
                  <a:lnTo>
                    <a:pt x="203" y="1085"/>
                  </a:lnTo>
                  <a:lnTo>
                    <a:pt x="204" y="1084"/>
                  </a:lnTo>
                  <a:lnTo>
                    <a:pt x="205" y="1083"/>
                  </a:lnTo>
                  <a:lnTo>
                    <a:pt x="205" y="1082"/>
                  </a:lnTo>
                  <a:lnTo>
                    <a:pt x="206" y="1081"/>
                  </a:lnTo>
                  <a:lnTo>
                    <a:pt x="206" y="1081"/>
                  </a:lnTo>
                  <a:lnTo>
                    <a:pt x="207" y="1081"/>
                  </a:lnTo>
                  <a:lnTo>
                    <a:pt x="207" y="1081"/>
                  </a:lnTo>
                  <a:lnTo>
                    <a:pt x="207" y="1082"/>
                  </a:lnTo>
                  <a:lnTo>
                    <a:pt x="208" y="1082"/>
                  </a:lnTo>
                  <a:lnTo>
                    <a:pt x="208" y="1082"/>
                  </a:lnTo>
                  <a:lnTo>
                    <a:pt x="207" y="1083"/>
                  </a:lnTo>
                  <a:lnTo>
                    <a:pt x="207" y="1083"/>
                  </a:lnTo>
                  <a:lnTo>
                    <a:pt x="207" y="1083"/>
                  </a:lnTo>
                  <a:lnTo>
                    <a:pt x="207" y="1084"/>
                  </a:lnTo>
                  <a:lnTo>
                    <a:pt x="207" y="1085"/>
                  </a:lnTo>
                  <a:lnTo>
                    <a:pt x="206" y="1085"/>
                  </a:lnTo>
                  <a:lnTo>
                    <a:pt x="206" y="1085"/>
                  </a:lnTo>
                  <a:lnTo>
                    <a:pt x="206" y="1085"/>
                  </a:lnTo>
                  <a:lnTo>
                    <a:pt x="206" y="1086"/>
                  </a:lnTo>
                  <a:lnTo>
                    <a:pt x="206" y="1086"/>
                  </a:lnTo>
                  <a:lnTo>
                    <a:pt x="206" y="1086"/>
                  </a:lnTo>
                  <a:lnTo>
                    <a:pt x="206" y="1088"/>
                  </a:lnTo>
                  <a:lnTo>
                    <a:pt x="206" y="1088"/>
                  </a:lnTo>
                  <a:lnTo>
                    <a:pt x="206" y="1088"/>
                  </a:lnTo>
                  <a:lnTo>
                    <a:pt x="206" y="1088"/>
                  </a:lnTo>
                  <a:lnTo>
                    <a:pt x="205" y="1089"/>
                  </a:lnTo>
                  <a:lnTo>
                    <a:pt x="205" y="1089"/>
                  </a:lnTo>
                  <a:lnTo>
                    <a:pt x="205" y="1089"/>
                  </a:lnTo>
                  <a:lnTo>
                    <a:pt x="205" y="1089"/>
                  </a:lnTo>
                  <a:lnTo>
                    <a:pt x="205" y="1090"/>
                  </a:lnTo>
                  <a:lnTo>
                    <a:pt x="204" y="1090"/>
                  </a:lnTo>
                  <a:lnTo>
                    <a:pt x="204" y="1090"/>
                  </a:lnTo>
                  <a:lnTo>
                    <a:pt x="203" y="1091"/>
                  </a:lnTo>
                  <a:lnTo>
                    <a:pt x="204" y="1093"/>
                  </a:lnTo>
                  <a:lnTo>
                    <a:pt x="204" y="1093"/>
                  </a:lnTo>
                  <a:lnTo>
                    <a:pt x="204" y="1093"/>
                  </a:lnTo>
                  <a:lnTo>
                    <a:pt x="204" y="1093"/>
                  </a:lnTo>
                  <a:lnTo>
                    <a:pt x="205" y="1092"/>
                  </a:lnTo>
                  <a:lnTo>
                    <a:pt x="205" y="1093"/>
                  </a:lnTo>
                  <a:lnTo>
                    <a:pt x="205" y="1093"/>
                  </a:lnTo>
                  <a:lnTo>
                    <a:pt x="205" y="1093"/>
                  </a:lnTo>
                  <a:lnTo>
                    <a:pt x="206" y="1093"/>
                  </a:lnTo>
                  <a:lnTo>
                    <a:pt x="206" y="1094"/>
                  </a:lnTo>
                  <a:lnTo>
                    <a:pt x="206" y="1094"/>
                  </a:lnTo>
                  <a:lnTo>
                    <a:pt x="206" y="1094"/>
                  </a:lnTo>
                  <a:lnTo>
                    <a:pt x="206" y="1095"/>
                  </a:lnTo>
                  <a:lnTo>
                    <a:pt x="206" y="1095"/>
                  </a:lnTo>
                  <a:lnTo>
                    <a:pt x="206" y="1094"/>
                  </a:lnTo>
                  <a:lnTo>
                    <a:pt x="206" y="1093"/>
                  </a:lnTo>
                  <a:lnTo>
                    <a:pt x="206" y="1092"/>
                  </a:lnTo>
                  <a:lnTo>
                    <a:pt x="206" y="1091"/>
                  </a:lnTo>
                  <a:lnTo>
                    <a:pt x="206" y="1089"/>
                  </a:lnTo>
                  <a:lnTo>
                    <a:pt x="206" y="1089"/>
                  </a:lnTo>
                  <a:lnTo>
                    <a:pt x="207" y="1089"/>
                  </a:lnTo>
                  <a:lnTo>
                    <a:pt x="207" y="1088"/>
                  </a:lnTo>
                  <a:lnTo>
                    <a:pt x="208" y="1087"/>
                  </a:lnTo>
                  <a:lnTo>
                    <a:pt x="208" y="1087"/>
                  </a:lnTo>
                  <a:lnTo>
                    <a:pt x="208" y="1085"/>
                  </a:lnTo>
                  <a:lnTo>
                    <a:pt x="209" y="1085"/>
                  </a:lnTo>
                  <a:lnTo>
                    <a:pt x="209" y="1085"/>
                  </a:lnTo>
                  <a:lnTo>
                    <a:pt x="211" y="1085"/>
                  </a:lnTo>
                  <a:lnTo>
                    <a:pt x="211" y="1084"/>
                  </a:lnTo>
                  <a:lnTo>
                    <a:pt x="212" y="1084"/>
                  </a:lnTo>
                  <a:lnTo>
                    <a:pt x="211" y="1083"/>
                  </a:lnTo>
                  <a:lnTo>
                    <a:pt x="212" y="1081"/>
                  </a:lnTo>
                  <a:lnTo>
                    <a:pt x="211" y="1081"/>
                  </a:lnTo>
                  <a:lnTo>
                    <a:pt x="211" y="1081"/>
                  </a:lnTo>
                  <a:lnTo>
                    <a:pt x="211" y="1080"/>
                  </a:lnTo>
                  <a:lnTo>
                    <a:pt x="211" y="1079"/>
                  </a:lnTo>
                  <a:lnTo>
                    <a:pt x="211" y="1079"/>
                  </a:lnTo>
                  <a:lnTo>
                    <a:pt x="211" y="1078"/>
                  </a:lnTo>
                  <a:lnTo>
                    <a:pt x="212" y="1078"/>
                  </a:lnTo>
                  <a:lnTo>
                    <a:pt x="214" y="1079"/>
                  </a:lnTo>
                  <a:lnTo>
                    <a:pt x="214" y="1079"/>
                  </a:lnTo>
                  <a:lnTo>
                    <a:pt x="214" y="1080"/>
                  </a:lnTo>
                  <a:lnTo>
                    <a:pt x="214" y="1080"/>
                  </a:lnTo>
                  <a:lnTo>
                    <a:pt x="215" y="1080"/>
                  </a:lnTo>
                  <a:lnTo>
                    <a:pt x="215" y="1080"/>
                  </a:lnTo>
                  <a:lnTo>
                    <a:pt x="215" y="1080"/>
                  </a:lnTo>
                  <a:lnTo>
                    <a:pt x="215" y="1081"/>
                  </a:lnTo>
                  <a:lnTo>
                    <a:pt x="215" y="1081"/>
                  </a:lnTo>
                  <a:lnTo>
                    <a:pt x="215" y="1081"/>
                  </a:lnTo>
                  <a:lnTo>
                    <a:pt x="215" y="1082"/>
                  </a:lnTo>
                  <a:lnTo>
                    <a:pt x="215" y="1082"/>
                  </a:lnTo>
                  <a:lnTo>
                    <a:pt x="215" y="1083"/>
                  </a:lnTo>
                  <a:lnTo>
                    <a:pt x="215" y="1083"/>
                  </a:lnTo>
                  <a:lnTo>
                    <a:pt x="215" y="1084"/>
                  </a:lnTo>
                  <a:lnTo>
                    <a:pt x="215" y="1084"/>
                  </a:lnTo>
                  <a:lnTo>
                    <a:pt x="216" y="1085"/>
                  </a:lnTo>
                  <a:lnTo>
                    <a:pt x="216" y="1085"/>
                  </a:lnTo>
                  <a:lnTo>
                    <a:pt x="216" y="1085"/>
                  </a:lnTo>
                  <a:lnTo>
                    <a:pt x="216" y="1086"/>
                  </a:lnTo>
                  <a:lnTo>
                    <a:pt x="216" y="1086"/>
                  </a:lnTo>
                  <a:lnTo>
                    <a:pt x="217" y="1085"/>
                  </a:lnTo>
                  <a:lnTo>
                    <a:pt x="217" y="1085"/>
                  </a:lnTo>
                  <a:lnTo>
                    <a:pt x="217" y="1085"/>
                  </a:lnTo>
                  <a:lnTo>
                    <a:pt x="217" y="1085"/>
                  </a:lnTo>
                  <a:lnTo>
                    <a:pt x="218" y="1085"/>
                  </a:lnTo>
                  <a:lnTo>
                    <a:pt x="218" y="1086"/>
                  </a:lnTo>
                  <a:lnTo>
                    <a:pt x="218" y="1086"/>
                  </a:lnTo>
                  <a:lnTo>
                    <a:pt x="219" y="1086"/>
                  </a:lnTo>
                  <a:lnTo>
                    <a:pt x="219" y="1088"/>
                  </a:lnTo>
                  <a:lnTo>
                    <a:pt x="220" y="1088"/>
                  </a:lnTo>
                  <a:lnTo>
                    <a:pt x="220" y="1089"/>
                  </a:lnTo>
                  <a:lnTo>
                    <a:pt x="221" y="1089"/>
                  </a:lnTo>
                  <a:lnTo>
                    <a:pt x="221" y="1091"/>
                  </a:lnTo>
                  <a:lnTo>
                    <a:pt x="221" y="1092"/>
                  </a:lnTo>
                  <a:lnTo>
                    <a:pt x="221" y="1092"/>
                  </a:lnTo>
                  <a:lnTo>
                    <a:pt x="221" y="1092"/>
                  </a:lnTo>
                  <a:lnTo>
                    <a:pt x="221" y="1092"/>
                  </a:lnTo>
                  <a:lnTo>
                    <a:pt x="222" y="1092"/>
                  </a:lnTo>
                  <a:lnTo>
                    <a:pt x="222" y="1091"/>
                  </a:lnTo>
                  <a:lnTo>
                    <a:pt x="222" y="1091"/>
                  </a:lnTo>
                  <a:lnTo>
                    <a:pt x="222" y="1089"/>
                  </a:lnTo>
                  <a:lnTo>
                    <a:pt x="222" y="1089"/>
                  </a:lnTo>
                  <a:lnTo>
                    <a:pt x="222" y="1089"/>
                  </a:lnTo>
                  <a:lnTo>
                    <a:pt x="222" y="1089"/>
                  </a:lnTo>
                  <a:lnTo>
                    <a:pt x="223" y="1089"/>
                  </a:lnTo>
                  <a:lnTo>
                    <a:pt x="223" y="1091"/>
                  </a:lnTo>
                  <a:lnTo>
                    <a:pt x="223" y="1093"/>
                  </a:lnTo>
                  <a:lnTo>
                    <a:pt x="224" y="1094"/>
                  </a:lnTo>
                  <a:lnTo>
                    <a:pt x="224" y="1095"/>
                  </a:lnTo>
                  <a:lnTo>
                    <a:pt x="224" y="1096"/>
                  </a:lnTo>
                  <a:lnTo>
                    <a:pt x="224" y="1098"/>
                  </a:lnTo>
                  <a:lnTo>
                    <a:pt x="224" y="1098"/>
                  </a:lnTo>
                  <a:lnTo>
                    <a:pt x="224" y="1098"/>
                  </a:lnTo>
                  <a:lnTo>
                    <a:pt x="224" y="1098"/>
                  </a:lnTo>
                  <a:lnTo>
                    <a:pt x="224" y="1098"/>
                  </a:lnTo>
                  <a:lnTo>
                    <a:pt x="224" y="1099"/>
                  </a:lnTo>
                  <a:lnTo>
                    <a:pt x="224" y="1099"/>
                  </a:lnTo>
                  <a:lnTo>
                    <a:pt x="224" y="1100"/>
                  </a:lnTo>
                  <a:lnTo>
                    <a:pt x="225" y="1100"/>
                  </a:lnTo>
                  <a:lnTo>
                    <a:pt x="225" y="1100"/>
                  </a:lnTo>
                  <a:lnTo>
                    <a:pt x="225" y="1101"/>
                  </a:lnTo>
                  <a:lnTo>
                    <a:pt x="226" y="1100"/>
                  </a:lnTo>
                  <a:lnTo>
                    <a:pt x="226" y="1101"/>
                  </a:lnTo>
                  <a:lnTo>
                    <a:pt x="226" y="1100"/>
                  </a:lnTo>
                  <a:lnTo>
                    <a:pt x="225" y="1098"/>
                  </a:lnTo>
                  <a:lnTo>
                    <a:pt x="225" y="1098"/>
                  </a:lnTo>
                  <a:lnTo>
                    <a:pt x="225" y="1098"/>
                  </a:lnTo>
                  <a:lnTo>
                    <a:pt x="225" y="1097"/>
                  </a:lnTo>
                  <a:lnTo>
                    <a:pt x="225" y="1095"/>
                  </a:lnTo>
                  <a:lnTo>
                    <a:pt x="225" y="1094"/>
                  </a:lnTo>
                  <a:lnTo>
                    <a:pt x="224" y="1094"/>
                  </a:lnTo>
                  <a:lnTo>
                    <a:pt x="224" y="1094"/>
                  </a:lnTo>
                  <a:lnTo>
                    <a:pt x="224" y="1094"/>
                  </a:lnTo>
                  <a:lnTo>
                    <a:pt x="224" y="1094"/>
                  </a:lnTo>
                  <a:lnTo>
                    <a:pt x="224" y="1093"/>
                  </a:lnTo>
                  <a:lnTo>
                    <a:pt x="224" y="1091"/>
                  </a:lnTo>
                  <a:lnTo>
                    <a:pt x="224" y="1091"/>
                  </a:lnTo>
                  <a:lnTo>
                    <a:pt x="225" y="1091"/>
                  </a:lnTo>
                  <a:lnTo>
                    <a:pt x="226" y="1091"/>
                  </a:lnTo>
                  <a:lnTo>
                    <a:pt x="226" y="1091"/>
                  </a:lnTo>
                  <a:lnTo>
                    <a:pt x="226" y="1092"/>
                  </a:lnTo>
                  <a:lnTo>
                    <a:pt x="226" y="1092"/>
                  </a:lnTo>
                  <a:lnTo>
                    <a:pt x="227" y="1092"/>
                  </a:lnTo>
                  <a:lnTo>
                    <a:pt x="227" y="1091"/>
                  </a:lnTo>
                  <a:lnTo>
                    <a:pt x="226" y="1090"/>
                  </a:lnTo>
                  <a:lnTo>
                    <a:pt x="224" y="1089"/>
                  </a:lnTo>
                  <a:lnTo>
                    <a:pt x="224" y="1089"/>
                  </a:lnTo>
                  <a:lnTo>
                    <a:pt x="224" y="1089"/>
                  </a:lnTo>
                  <a:lnTo>
                    <a:pt x="224" y="1088"/>
                  </a:lnTo>
                  <a:lnTo>
                    <a:pt x="223" y="1087"/>
                  </a:lnTo>
                  <a:lnTo>
                    <a:pt x="223" y="1087"/>
                  </a:lnTo>
                  <a:lnTo>
                    <a:pt x="223" y="1087"/>
                  </a:lnTo>
                  <a:lnTo>
                    <a:pt x="220" y="1085"/>
                  </a:lnTo>
                  <a:lnTo>
                    <a:pt x="219" y="1085"/>
                  </a:lnTo>
                  <a:lnTo>
                    <a:pt x="219" y="1084"/>
                  </a:lnTo>
                  <a:lnTo>
                    <a:pt x="218" y="1082"/>
                  </a:lnTo>
                  <a:lnTo>
                    <a:pt x="218" y="1082"/>
                  </a:lnTo>
                  <a:lnTo>
                    <a:pt x="217" y="1082"/>
                  </a:lnTo>
                  <a:lnTo>
                    <a:pt x="216" y="1081"/>
                  </a:lnTo>
                  <a:lnTo>
                    <a:pt x="216" y="1079"/>
                  </a:lnTo>
                  <a:lnTo>
                    <a:pt x="217" y="1079"/>
                  </a:lnTo>
                  <a:lnTo>
                    <a:pt x="216" y="1079"/>
                  </a:lnTo>
                  <a:lnTo>
                    <a:pt x="215" y="1078"/>
                  </a:lnTo>
                  <a:lnTo>
                    <a:pt x="215" y="1077"/>
                  </a:lnTo>
                  <a:lnTo>
                    <a:pt x="216" y="1076"/>
                  </a:lnTo>
                  <a:lnTo>
                    <a:pt x="216" y="1076"/>
                  </a:lnTo>
                  <a:lnTo>
                    <a:pt x="215" y="1075"/>
                  </a:lnTo>
                  <a:lnTo>
                    <a:pt x="215" y="1074"/>
                  </a:lnTo>
                  <a:lnTo>
                    <a:pt x="214" y="1073"/>
                  </a:lnTo>
                  <a:lnTo>
                    <a:pt x="213" y="1073"/>
                  </a:lnTo>
                  <a:lnTo>
                    <a:pt x="214" y="1072"/>
                  </a:lnTo>
                  <a:lnTo>
                    <a:pt x="214" y="1072"/>
                  </a:lnTo>
                  <a:lnTo>
                    <a:pt x="214" y="1073"/>
                  </a:lnTo>
                  <a:lnTo>
                    <a:pt x="215" y="1073"/>
                  </a:lnTo>
                  <a:lnTo>
                    <a:pt x="215" y="1072"/>
                  </a:lnTo>
                  <a:lnTo>
                    <a:pt x="214" y="1072"/>
                  </a:lnTo>
                  <a:lnTo>
                    <a:pt x="214" y="1072"/>
                  </a:lnTo>
                  <a:lnTo>
                    <a:pt x="213" y="1072"/>
                  </a:lnTo>
                  <a:lnTo>
                    <a:pt x="213" y="1071"/>
                  </a:lnTo>
                  <a:lnTo>
                    <a:pt x="212" y="1070"/>
                  </a:lnTo>
                  <a:lnTo>
                    <a:pt x="212" y="1070"/>
                  </a:lnTo>
                  <a:lnTo>
                    <a:pt x="212" y="1070"/>
                  </a:lnTo>
                  <a:lnTo>
                    <a:pt x="212" y="1069"/>
                  </a:lnTo>
                  <a:lnTo>
                    <a:pt x="212" y="1069"/>
                  </a:lnTo>
                  <a:lnTo>
                    <a:pt x="212" y="1068"/>
                  </a:lnTo>
                  <a:lnTo>
                    <a:pt x="212" y="1068"/>
                  </a:lnTo>
                  <a:lnTo>
                    <a:pt x="212" y="1067"/>
                  </a:lnTo>
                  <a:lnTo>
                    <a:pt x="213" y="1065"/>
                  </a:lnTo>
                  <a:lnTo>
                    <a:pt x="213" y="1065"/>
                  </a:lnTo>
                  <a:lnTo>
                    <a:pt x="214" y="1066"/>
                  </a:lnTo>
                  <a:lnTo>
                    <a:pt x="215" y="1067"/>
                  </a:lnTo>
                  <a:lnTo>
                    <a:pt x="215" y="1067"/>
                  </a:lnTo>
                  <a:lnTo>
                    <a:pt x="215" y="1065"/>
                  </a:lnTo>
                  <a:lnTo>
                    <a:pt x="216" y="1064"/>
                  </a:lnTo>
                  <a:lnTo>
                    <a:pt x="216" y="1064"/>
                  </a:lnTo>
                  <a:lnTo>
                    <a:pt x="217" y="1063"/>
                  </a:lnTo>
                  <a:lnTo>
                    <a:pt x="217" y="1062"/>
                  </a:lnTo>
                  <a:lnTo>
                    <a:pt x="218" y="1061"/>
                  </a:lnTo>
                  <a:lnTo>
                    <a:pt x="218" y="1059"/>
                  </a:lnTo>
                  <a:lnTo>
                    <a:pt x="219" y="1059"/>
                  </a:lnTo>
                  <a:lnTo>
                    <a:pt x="219" y="1059"/>
                  </a:lnTo>
                  <a:lnTo>
                    <a:pt x="218" y="1059"/>
                  </a:lnTo>
                  <a:lnTo>
                    <a:pt x="218" y="1059"/>
                  </a:lnTo>
                  <a:lnTo>
                    <a:pt x="217" y="1059"/>
                  </a:lnTo>
                  <a:lnTo>
                    <a:pt x="217" y="1059"/>
                  </a:lnTo>
                  <a:lnTo>
                    <a:pt x="216" y="1059"/>
                  </a:lnTo>
                  <a:lnTo>
                    <a:pt x="216" y="1059"/>
                  </a:lnTo>
                  <a:lnTo>
                    <a:pt x="216" y="1059"/>
                  </a:lnTo>
                  <a:lnTo>
                    <a:pt x="216" y="1060"/>
                  </a:lnTo>
                  <a:lnTo>
                    <a:pt x="215" y="1060"/>
                  </a:lnTo>
                  <a:lnTo>
                    <a:pt x="214" y="1060"/>
                  </a:lnTo>
                  <a:lnTo>
                    <a:pt x="214" y="1060"/>
                  </a:lnTo>
                  <a:lnTo>
                    <a:pt x="212" y="1060"/>
                  </a:lnTo>
                  <a:lnTo>
                    <a:pt x="212" y="1060"/>
                  </a:lnTo>
                  <a:lnTo>
                    <a:pt x="213" y="1059"/>
                  </a:lnTo>
                  <a:lnTo>
                    <a:pt x="213" y="1058"/>
                  </a:lnTo>
                  <a:lnTo>
                    <a:pt x="212" y="1057"/>
                  </a:lnTo>
                  <a:lnTo>
                    <a:pt x="212" y="1056"/>
                  </a:lnTo>
                  <a:lnTo>
                    <a:pt x="212" y="1056"/>
                  </a:lnTo>
                  <a:lnTo>
                    <a:pt x="212" y="1055"/>
                  </a:lnTo>
                  <a:lnTo>
                    <a:pt x="212" y="1055"/>
                  </a:lnTo>
                  <a:lnTo>
                    <a:pt x="212" y="1054"/>
                  </a:lnTo>
                  <a:lnTo>
                    <a:pt x="212" y="1053"/>
                  </a:lnTo>
                  <a:lnTo>
                    <a:pt x="212" y="1053"/>
                  </a:lnTo>
                  <a:lnTo>
                    <a:pt x="213" y="1053"/>
                  </a:lnTo>
                  <a:lnTo>
                    <a:pt x="213" y="1051"/>
                  </a:lnTo>
                  <a:lnTo>
                    <a:pt x="212" y="1051"/>
                  </a:lnTo>
                  <a:lnTo>
                    <a:pt x="212" y="1050"/>
                  </a:lnTo>
                  <a:lnTo>
                    <a:pt x="211" y="1048"/>
                  </a:lnTo>
                  <a:lnTo>
                    <a:pt x="210" y="1047"/>
                  </a:lnTo>
                  <a:lnTo>
                    <a:pt x="210" y="1047"/>
                  </a:lnTo>
                  <a:lnTo>
                    <a:pt x="210" y="1046"/>
                  </a:lnTo>
                  <a:lnTo>
                    <a:pt x="210" y="1046"/>
                  </a:lnTo>
                  <a:lnTo>
                    <a:pt x="208" y="1045"/>
                  </a:lnTo>
                  <a:lnTo>
                    <a:pt x="207" y="1043"/>
                  </a:lnTo>
                  <a:lnTo>
                    <a:pt x="207" y="1042"/>
                  </a:lnTo>
                  <a:lnTo>
                    <a:pt x="207" y="1042"/>
                  </a:lnTo>
                  <a:lnTo>
                    <a:pt x="207" y="1042"/>
                  </a:lnTo>
                  <a:lnTo>
                    <a:pt x="208" y="1041"/>
                  </a:lnTo>
                  <a:lnTo>
                    <a:pt x="211" y="1041"/>
                  </a:lnTo>
                  <a:lnTo>
                    <a:pt x="211" y="1040"/>
                  </a:lnTo>
                  <a:lnTo>
                    <a:pt x="211" y="1040"/>
                  </a:lnTo>
                  <a:lnTo>
                    <a:pt x="211" y="1039"/>
                  </a:lnTo>
                  <a:lnTo>
                    <a:pt x="211" y="1038"/>
                  </a:lnTo>
                  <a:lnTo>
                    <a:pt x="210" y="1037"/>
                  </a:lnTo>
                  <a:lnTo>
                    <a:pt x="210" y="1037"/>
                  </a:lnTo>
                  <a:lnTo>
                    <a:pt x="211" y="1037"/>
                  </a:lnTo>
                  <a:lnTo>
                    <a:pt x="211" y="1037"/>
                  </a:lnTo>
                  <a:lnTo>
                    <a:pt x="211" y="1037"/>
                  </a:lnTo>
                  <a:lnTo>
                    <a:pt x="212" y="1037"/>
                  </a:lnTo>
                  <a:lnTo>
                    <a:pt x="212" y="1037"/>
                  </a:lnTo>
                  <a:lnTo>
                    <a:pt x="213" y="1037"/>
                  </a:lnTo>
                  <a:lnTo>
                    <a:pt x="214" y="1037"/>
                  </a:lnTo>
                  <a:lnTo>
                    <a:pt x="214" y="1037"/>
                  </a:lnTo>
                  <a:lnTo>
                    <a:pt x="215" y="1037"/>
                  </a:lnTo>
                  <a:lnTo>
                    <a:pt x="215" y="1037"/>
                  </a:lnTo>
                  <a:lnTo>
                    <a:pt x="216" y="1036"/>
                  </a:lnTo>
                  <a:lnTo>
                    <a:pt x="217" y="1035"/>
                  </a:lnTo>
                  <a:lnTo>
                    <a:pt x="217" y="1035"/>
                  </a:lnTo>
                  <a:lnTo>
                    <a:pt x="218" y="1034"/>
                  </a:lnTo>
                  <a:lnTo>
                    <a:pt x="219" y="1034"/>
                  </a:lnTo>
                  <a:lnTo>
                    <a:pt x="219" y="1033"/>
                  </a:lnTo>
                  <a:lnTo>
                    <a:pt x="219" y="1033"/>
                  </a:lnTo>
                  <a:lnTo>
                    <a:pt x="220" y="1032"/>
                  </a:lnTo>
                  <a:lnTo>
                    <a:pt x="220" y="1031"/>
                  </a:lnTo>
                  <a:lnTo>
                    <a:pt x="221" y="1031"/>
                  </a:lnTo>
                  <a:lnTo>
                    <a:pt x="221" y="1030"/>
                  </a:lnTo>
                  <a:lnTo>
                    <a:pt x="220" y="1030"/>
                  </a:lnTo>
                  <a:lnTo>
                    <a:pt x="220" y="1029"/>
                  </a:lnTo>
                  <a:lnTo>
                    <a:pt x="221" y="1029"/>
                  </a:lnTo>
                  <a:lnTo>
                    <a:pt x="221" y="1029"/>
                  </a:lnTo>
                  <a:lnTo>
                    <a:pt x="221" y="1029"/>
                  </a:lnTo>
                  <a:lnTo>
                    <a:pt x="220" y="1027"/>
                  </a:lnTo>
                  <a:lnTo>
                    <a:pt x="220" y="1026"/>
                  </a:lnTo>
                  <a:lnTo>
                    <a:pt x="219" y="1026"/>
                  </a:lnTo>
                  <a:lnTo>
                    <a:pt x="219" y="1025"/>
                  </a:lnTo>
                  <a:lnTo>
                    <a:pt x="219" y="1025"/>
                  </a:lnTo>
                  <a:lnTo>
                    <a:pt x="219" y="1025"/>
                  </a:lnTo>
                  <a:lnTo>
                    <a:pt x="219" y="1025"/>
                  </a:lnTo>
                  <a:lnTo>
                    <a:pt x="220" y="1024"/>
                  </a:lnTo>
                  <a:lnTo>
                    <a:pt x="220" y="1024"/>
                  </a:lnTo>
                  <a:lnTo>
                    <a:pt x="220" y="1024"/>
                  </a:lnTo>
                  <a:lnTo>
                    <a:pt x="220" y="1024"/>
                  </a:lnTo>
                  <a:lnTo>
                    <a:pt x="219" y="1024"/>
                  </a:lnTo>
                  <a:lnTo>
                    <a:pt x="219" y="1023"/>
                  </a:lnTo>
                  <a:lnTo>
                    <a:pt x="219" y="1023"/>
                  </a:lnTo>
                  <a:lnTo>
                    <a:pt x="219" y="1022"/>
                  </a:lnTo>
                  <a:lnTo>
                    <a:pt x="220" y="1022"/>
                  </a:lnTo>
                  <a:lnTo>
                    <a:pt x="220" y="1022"/>
                  </a:lnTo>
                  <a:close/>
                  <a:moveTo>
                    <a:pt x="162" y="968"/>
                  </a:moveTo>
                  <a:lnTo>
                    <a:pt x="163" y="968"/>
                  </a:lnTo>
                  <a:lnTo>
                    <a:pt x="163" y="969"/>
                  </a:lnTo>
                  <a:lnTo>
                    <a:pt x="166" y="969"/>
                  </a:lnTo>
                  <a:lnTo>
                    <a:pt x="166" y="970"/>
                  </a:lnTo>
                  <a:lnTo>
                    <a:pt x="166" y="970"/>
                  </a:lnTo>
                  <a:lnTo>
                    <a:pt x="166" y="970"/>
                  </a:lnTo>
                  <a:lnTo>
                    <a:pt x="167" y="971"/>
                  </a:lnTo>
                  <a:lnTo>
                    <a:pt x="167" y="970"/>
                  </a:lnTo>
                  <a:lnTo>
                    <a:pt x="167" y="970"/>
                  </a:lnTo>
                  <a:lnTo>
                    <a:pt x="167" y="971"/>
                  </a:lnTo>
                  <a:lnTo>
                    <a:pt x="167" y="970"/>
                  </a:lnTo>
                  <a:lnTo>
                    <a:pt x="169" y="971"/>
                  </a:lnTo>
                  <a:lnTo>
                    <a:pt x="169" y="971"/>
                  </a:lnTo>
                  <a:lnTo>
                    <a:pt x="170" y="972"/>
                  </a:lnTo>
                  <a:lnTo>
                    <a:pt x="171" y="972"/>
                  </a:lnTo>
                  <a:lnTo>
                    <a:pt x="170" y="972"/>
                  </a:lnTo>
                  <a:lnTo>
                    <a:pt x="171" y="972"/>
                  </a:lnTo>
                  <a:lnTo>
                    <a:pt x="171" y="973"/>
                  </a:lnTo>
                  <a:lnTo>
                    <a:pt x="171" y="974"/>
                  </a:lnTo>
                  <a:lnTo>
                    <a:pt x="172" y="974"/>
                  </a:lnTo>
                  <a:lnTo>
                    <a:pt x="172" y="975"/>
                  </a:lnTo>
                  <a:lnTo>
                    <a:pt x="172" y="975"/>
                  </a:lnTo>
                  <a:lnTo>
                    <a:pt x="172" y="976"/>
                  </a:lnTo>
                  <a:lnTo>
                    <a:pt x="170" y="977"/>
                  </a:lnTo>
                  <a:lnTo>
                    <a:pt x="169" y="977"/>
                  </a:lnTo>
                  <a:lnTo>
                    <a:pt x="168" y="977"/>
                  </a:lnTo>
                  <a:lnTo>
                    <a:pt x="167" y="977"/>
                  </a:lnTo>
                  <a:lnTo>
                    <a:pt x="167" y="978"/>
                  </a:lnTo>
                  <a:lnTo>
                    <a:pt x="167" y="978"/>
                  </a:lnTo>
                  <a:lnTo>
                    <a:pt x="167" y="977"/>
                  </a:lnTo>
                  <a:lnTo>
                    <a:pt x="167" y="977"/>
                  </a:lnTo>
                  <a:lnTo>
                    <a:pt x="167" y="977"/>
                  </a:lnTo>
                  <a:lnTo>
                    <a:pt x="167" y="977"/>
                  </a:lnTo>
                  <a:lnTo>
                    <a:pt x="166" y="977"/>
                  </a:lnTo>
                  <a:lnTo>
                    <a:pt x="165" y="977"/>
                  </a:lnTo>
                  <a:lnTo>
                    <a:pt x="165" y="977"/>
                  </a:lnTo>
                  <a:lnTo>
                    <a:pt x="165" y="977"/>
                  </a:lnTo>
                  <a:lnTo>
                    <a:pt x="164" y="977"/>
                  </a:lnTo>
                  <a:lnTo>
                    <a:pt x="164" y="977"/>
                  </a:lnTo>
                  <a:lnTo>
                    <a:pt x="163" y="977"/>
                  </a:lnTo>
                  <a:lnTo>
                    <a:pt x="163" y="977"/>
                  </a:lnTo>
                  <a:lnTo>
                    <a:pt x="163" y="977"/>
                  </a:lnTo>
                  <a:lnTo>
                    <a:pt x="163" y="977"/>
                  </a:lnTo>
                  <a:lnTo>
                    <a:pt x="162" y="976"/>
                  </a:lnTo>
                  <a:lnTo>
                    <a:pt x="163" y="976"/>
                  </a:lnTo>
                  <a:lnTo>
                    <a:pt x="163" y="976"/>
                  </a:lnTo>
                  <a:lnTo>
                    <a:pt x="163" y="976"/>
                  </a:lnTo>
                  <a:lnTo>
                    <a:pt x="163" y="975"/>
                  </a:lnTo>
                  <a:lnTo>
                    <a:pt x="164" y="974"/>
                  </a:lnTo>
                  <a:lnTo>
                    <a:pt x="163" y="974"/>
                  </a:lnTo>
                  <a:lnTo>
                    <a:pt x="163" y="973"/>
                  </a:lnTo>
                  <a:lnTo>
                    <a:pt x="163" y="972"/>
                  </a:lnTo>
                  <a:lnTo>
                    <a:pt x="163" y="972"/>
                  </a:lnTo>
                  <a:lnTo>
                    <a:pt x="163" y="972"/>
                  </a:lnTo>
                  <a:lnTo>
                    <a:pt x="163" y="972"/>
                  </a:lnTo>
                  <a:lnTo>
                    <a:pt x="163" y="972"/>
                  </a:lnTo>
                  <a:lnTo>
                    <a:pt x="162" y="975"/>
                  </a:lnTo>
                  <a:lnTo>
                    <a:pt x="162" y="975"/>
                  </a:lnTo>
                  <a:lnTo>
                    <a:pt x="161" y="974"/>
                  </a:lnTo>
                  <a:lnTo>
                    <a:pt x="161" y="974"/>
                  </a:lnTo>
                  <a:lnTo>
                    <a:pt x="161" y="974"/>
                  </a:lnTo>
                  <a:lnTo>
                    <a:pt x="160" y="973"/>
                  </a:lnTo>
                  <a:lnTo>
                    <a:pt x="161" y="972"/>
                  </a:lnTo>
                  <a:lnTo>
                    <a:pt x="161" y="972"/>
                  </a:lnTo>
                  <a:lnTo>
                    <a:pt x="161" y="972"/>
                  </a:lnTo>
                  <a:lnTo>
                    <a:pt x="160" y="971"/>
                  </a:lnTo>
                  <a:lnTo>
                    <a:pt x="160" y="971"/>
                  </a:lnTo>
                  <a:lnTo>
                    <a:pt x="160" y="971"/>
                  </a:lnTo>
                  <a:lnTo>
                    <a:pt x="160" y="971"/>
                  </a:lnTo>
                  <a:lnTo>
                    <a:pt x="159" y="970"/>
                  </a:lnTo>
                  <a:lnTo>
                    <a:pt x="160" y="970"/>
                  </a:lnTo>
                  <a:lnTo>
                    <a:pt x="161" y="970"/>
                  </a:lnTo>
                  <a:lnTo>
                    <a:pt x="162" y="971"/>
                  </a:lnTo>
                  <a:lnTo>
                    <a:pt x="162" y="970"/>
                  </a:lnTo>
                  <a:lnTo>
                    <a:pt x="162" y="970"/>
                  </a:lnTo>
                  <a:lnTo>
                    <a:pt x="162" y="969"/>
                  </a:lnTo>
                  <a:lnTo>
                    <a:pt x="162" y="970"/>
                  </a:lnTo>
                  <a:lnTo>
                    <a:pt x="161" y="969"/>
                  </a:lnTo>
                  <a:lnTo>
                    <a:pt x="161" y="969"/>
                  </a:lnTo>
                  <a:lnTo>
                    <a:pt x="161" y="968"/>
                  </a:lnTo>
                  <a:lnTo>
                    <a:pt x="162" y="968"/>
                  </a:lnTo>
                  <a:close/>
                  <a:moveTo>
                    <a:pt x="208" y="929"/>
                  </a:moveTo>
                  <a:lnTo>
                    <a:pt x="209" y="929"/>
                  </a:lnTo>
                  <a:lnTo>
                    <a:pt x="209" y="930"/>
                  </a:lnTo>
                  <a:lnTo>
                    <a:pt x="210" y="930"/>
                  </a:lnTo>
                  <a:lnTo>
                    <a:pt x="210" y="931"/>
                  </a:lnTo>
                  <a:lnTo>
                    <a:pt x="210" y="931"/>
                  </a:lnTo>
                  <a:lnTo>
                    <a:pt x="210" y="932"/>
                  </a:lnTo>
                  <a:lnTo>
                    <a:pt x="209" y="932"/>
                  </a:lnTo>
                  <a:lnTo>
                    <a:pt x="208" y="932"/>
                  </a:lnTo>
                  <a:lnTo>
                    <a:pt x="207" y="931"/>
                  </a:lnTo>
                  <a:lnTo>
                    <a:pt x="207" y="932"/>
                  </a:lnTo>
                  <a:lnTo>
                    <a:pt x="206" y="932"/>
                  </a:lnTo>
                  <a:lnTo>
                    <a:pt x="206" y="932"/>
                  </a:lnTo>
                  <a:lnTo>
                    <a:pt x="206" y="932"/>
                  </a:lnTo>
                  <a:lnTo>
                    <a:pt x="205" y="932"/>
                  </a:lnTo>
                  <a:lnTo>
                    <a:pt x="204" y="932"/>
                  </a:lnTo>
                  <a:lnTo>
                    <a:pt x="204" y="931"/>
                  </a:lnTo>
                  <a:lnTo>
                    <a:pt x="203" y="931"/>
                  </a:lnTo>
                  <a:lnTo>
                    <a:pt x="203" y="930"/>
                  </a:lnTo>
                  <a:lnTo>
                    <a:pt x="204" y="930"/>
                  </a:lnTo>
                  <a:lnTo>
                    <a:pt x="204" y="929"/>
                  </a:lnTo>
                  <a:lnTo>
                    <a:pt x="204" y="929"/>
                  </a:lnTo>
                  <a:lnTo>
                    <a:pt x="205" y="929"/>
                  </a:lnTo>
                  <a:lnTo>
                    <a:pt x="205" y="929"/>
                  </a:lnTo>
                  <a:lnTo>
                    <a:pt x="206" y="929"/>
                  </a:lnTo>
                  <a:lnTo>
                    <a:pt x="206" y="929"/>
                  </a:lnTo>
                  <a:lnTo>
                    <a:pt x="206" y="929"/>
                  </a:lnTo>
                  <a:lnTo>
                    <a:pt x="207" y="929"/>
                  </a:lnTo>
                  <a:lnTo>
                    <a:pt x="208" y="929"/>
                  </a:lnTo>
                  <a:lnTo>
                    <a:pt x="208" y="929"/>
                  </a:lnTo>
                  <a:lnTo>
                    <a:pt x="208" y="929"/>
                  </a:lnTo>
                  <a:close/>
                  <a:moveTo>
                    <a:pt x="158" y="929"/>
                  </a:moveTo>
                  <a:lnTo>
                    <a:pt x="159" y="929"/>
                  </a:lnTo>
                  <a:lnTo>
                    <a:pt x="159" y="932"/>
                  </a:lnTo>
                  <a:lnTo>
                    <a:pt x="159" y="932"/>
                  </a:lnTo>
                  <a:lnTo>
                    <a:pt x="159" y="933"/>
                  </a:lnTo>
                  <a:lnTo>
                    <a:pt x="159" y="933"/>
                  </a:lnTo>
                  <a:lnTo>
                    <a:pt x="159" y="933"/>
                  </a:lnTo>
                  <a:lnTo>
                    <a:pt x="159" y="935"/>
                  </a:lnTo>
                  <a:lnTo>
                    <a:pt x="159" y="935"/>
                  </a:lnTo>
                  <a:lnTo>
                    <a:pt x="158" y="936"/>
                  </a:lnTo>
                  <a:lnTo>
                    <a:pt x="158" y="936"/>
                  </a:lnTo>
                  <a:lnTo>
                    <a:pt x="157" y="935"/>
                  </a:lnTo>
                  <a:lnTo>
                    <a:pt x="157" y="933"/>
                  </a:lnTo>
                  <a:lnTo>
                    <a:pt x="155" y="932"/>
                  </a:lnTo>
                  <a:lnTo>
                    <a:pt x="155" y="931"/>
                  </a:lnTo>
                  <a:lnTo>
                    <a:pt x="155" y="930"/>
                  </a:lnTo>
                  <a:lnTo>
                    <a:pt x="155" y="930"/>
                  </a:lnTo>
                  <a:lnTo>
                    <a:pt x="156" y="929"/>
                  </a:lnTo>
                  <a:lnTo>
                    <a:pt x="157" y="929"/>
                  </a:lnTo>
                  <a:lnTo>
                    <a:pt x="158" y="929"/>
                  </a:lnTo>
                  <a:lnTo>
                    <a:pt x="158" y="929"/>
                  </a:lnTo>
                  <a:close/>
                  <a:moveTo>
                    <a:pt x="90" y="919"/>
                  </a:moveTo>
                  <a:lnTo>
                    <a:pt x="91" y="920"/>
                  </a:lnTo>
                  <a:lnTo>
                    <a:pt x="91" y="920"/>
                  </a:lnTo>
                  <a:lnTo>
                    <a:pt x="91" y="920"/>
                  </a:lnTo>
                  <a:lnTo>
                    <a:pt x="91" y="920"/>
                  </a:lnTo>
                  <a:lnTo>
                    <a:pt x="91" y="920"/>
                  </a:lnTo>
                  <a:lnTo>
                    <a:pt x="92" y="920"/>
                  </a:lnTo>
                  <a:lnTo>
                    <a:pt x="92" y="920"/>
                  </a:lnTo>
                  <a:lnTo>
                    <a:pt x="92" y="920"/>
                  </a:lnTo>
                  <a:lnTo>
                    <a:pt x="93" y="921"/>
                  </a:lnTo>
                  <a:lnTo>
                    <a:pt x="93" y="920"/>
                  </a:lnTo>
                  <a:lnTo>
                    <a:pt x="93" y="921"/>
                  </a:lnTo>
                  <a:lnTo>
                    <a:pt x="93" y="921"/>
                  </a:lnTo>
                  <a:lnTo>
                    <a:pt x="94" y="922"/>
                  </a:lnTo>
                  <a:lnTo>
                    <a:pt x="94" y="922"/>
                  </a:lnTo>
                  <a:lnTo>
                    <a:pt x="94" y="922"/>
                  </a:lnTo>
                  <a:lnTo>
                    <a:pt x="94" y="923"/>
                  </a:lnTo>
                  <a:lnTo>
                    <a:pt x="94" y="923"/>
                  </a:lnTo>
                  <a:lnTo>
                    <a:pt x="94" y="925"/>
                  </a:lnTo>
                  <a:lnTo>
                    <a:pt x="95" y="925"/>
                  </a:lnTo>
                  <a:lnTo>
                    <a:pt x="95" y="925"/>
                  </a:lnTo>
                  <a:lnTo>
                    <a:pt x="95" y="925"/>
                  </a:lnTo>
                  <a:lnTo>
                    <a:pt x="95" y="925"/>
                  </a:lnTo>
                  <a:lnTo>
                    <a:pt x="94" y="925"/>
                  </a:lnTo>
                  <a:lnTo>
                    <a:pt x="94" y="926"/>
                  </a:lnTo>
                  <a:lnTo>
                    <a:pt x="95" y="927"/>
                  </a:lnTo>
                  <a:lnTo>
                    <a:pt x="95" y="927"/>
                  </a:lnTo>
                  <a:lnTo>
                    <a:pt x="95" y="928"/>
                  </a:lnTo>
                  <a:lnTo>
                    <a:pt x="96" y="928"/>
                  </a:lnTo>
                  <a:lnTo>
                    <a:pt x="96" y="928"/>
                  </a:lnTo>
                  <a:lnTo>
                    <a:pt x="95" y="928"/>
                  </a:lnTo>
                  <a:lnTo>
                    <a:pt x="95" y="929"/>
                  </a:lnTo>
                  <a:lnTo>
                    <a:pt x="95" y="929"/>
                  </a:lnTo>
                  <a:lnTo>
                    <a:pt x="95" y="929"/>
                  </a:lnTo>
                  <a:lnTo>
                    <a:pt x="95" y="929"/>
                  </a:lnTo>
                  <a:lnTo>
                    <a:pt x="93" y="929"/>
                  </a:lnTo>
                  <a:lnTo>
                    <a:pt x="93" y="930"/>
                  </a:lnTo>
                  <a:lnTo>
                    <a:pt x="93" y="930"/>
                  </a:lnTo>
                  <a:lnTo>
                    <a:pt x="92" y="930"/>
                  </a:lnTo>
                  <a:lnTo>
                    <a:pt x="92" y="929"/>
                  </a:lnTo>
                  <a:lnTo>
                    <a:pt x="92" y="929"/>
                  </a:lnTo>
                  <a:lnTo>
                    <a:pt x="92" y="929"/>
                  </a:lnTo>
                  <a:lnTo>
                    <a:pt x="91" y="928"/>
                  </a:lnTo>
                  <a:lnTo>
                    <a:pt x="90" y="929"/>
                  </a:lnTo>
                  <a:lnTo>
                    <a:pt x="89" y="928"/>
                  </a:lnTo>
                  <a:lnTo>
                    <a:pt x="89" y="928"/>
                  </a:lnTo>
                  <a:lnTo>
                    <a:pt x="89" y="928"/>
                  </a:lnTo>
                  <a:lnTo>
                    <a:pt x="89" y="928"/>
                  </a:lnTo>
                  <a:lnTo>
                    <a:pt x="89" y="928"/>
                  </a:lnTo>
                  <a:lnTo>
                    <a:pt x="89" y="928"/>
                  </a:lnTo>
                  <a:lnTo>
                    <a:pt x="87" y="928"/>
                  </a:lnTo>
                  <a:lnTo>
                    <a:pt x="87" y="929"/>
                  </a:lnTo>
                  <a:lnTo>
                    <a:pt x="86" y="929"/>
                  </a:lnTo>
                  <a:lnTo>
                    <a:pt x="86" y="928"/>
                  </a:lnTo>
                  <a:lnTo>
                    <a:pt x="86" y="928"/>
                  </a:lnTo>
                  <a:lnTo>
                    <a:pt x="86" y="927"/>
                  </a:lnTo>
                  <a:lnTo>
                    <a:pt x="85" y="927"/>
                  </a:lnTo>
                  <a:lnTo>
                    <a:pt x="85" y="927"/>
                  </a:lnTo>
                  <a:lnTo>
                    <a:pt x="85" y="925"/>
                  </a:lnTo>
                  <a:lnTo>
                    <a:pt x="85" y="925"/>
                  </a:lnTo>
                  <a:lnTo>
                    <a:pt x="85" y="925"/>
                  </a:lnTo>
                  <a:lnTo>
                    <a:pt x="85" y="925"/>
                  </a:lnTo>
                  <a:lnTo>
                    <a:pt x="85" y="925"/>
                  </a:lnTo>
                  <a:lnTo>
                    <a:pt x="84" y="925"/>
                  </a:lnTo>
                  <a:lnTo>
                    <a:pt x="84" y="924"/>
                  </a:lnTo>
                  <a:lnTo>
                    <a:pt x="84" y="924"/>
                  </a:lnTo>
                  <a:lnTo>
                    <a:pt x="84" y="924"/>
                  </a:lnTo>
                  <a:lnTo>
                    <a:pt x="84" y="923"/>
                  </a:lnTo>
                  <a:lnTo>
                    <a:pt x="83" y="923"/>
                  </a:lnTo>
                  <a:lnTo>
                    <a:pt x="83" y="921"/>
                  </a:lnTo>
                  <a:lnTo>
                    <a:pt x="84" y="921"/>
                  </a:lnTo>
                  <a:lnTo>
                    <a:pt x="84" y="921"/>
                  </a:lnTo>
                  <a:lnTo>
                    <a:pt x="85" y="921"/>
                  </a:lnTo>
                  <a:lnTo>
                    <a:pt x="85" y="921"/>
                  </a:lnTo>
                  <a:lnTo>
                    <a:pt x="85" y="920"/>
                  </a:lnTo>
                  <a:lnTo>
                    <a:pt x="86" y="920"/>
                  </a:lnTo>
                  <a:lnTo>
                    <a:pt x="86" y="920"/>
                  </a:lnTo>
                  <a:lnTo>
                    <a:pt x="87" y="920"/>
                  </a:lnTo>
                  <a:lnTo>
                    <a:pt x="88" y="920"/>
                  </a:lnTo>
                  <a:lnTo>
                    <a:pt x="88" y="920"/>
                  </a:lnTo>
                  <a:lnTo>
                    <a:pt x="88" y="920"/>
                  </a:lnTo>
                  <a:lnTo>
                    <a:pt x="89" y="920"/>
                  </a:lnTo>
                  <a:lnTo>
                    <a:pt x="89" y="920"/>
                  </a:lnTo>
                  <a:lnTo>
                    <a:pt x="89" y="919"/>
                  </a:lnTo>
                  <a:lnTo>
                    <a:pt x="90" y="919"/>
                  </a:lnTo>
                  <a:close/>
                  <a:moveTo>
                    <a:pt x="215" y="900"/>
                  </a:moveTo>
                  <a:lnTo>
                    <a:pt x="216" y="901"/>
                  </a:lnTo>
                  <a:lnTo>
                    <a:pt x="216" y="900"/>
                  </a:lnTo>
                  <a:lnTo>
                    <a:pt x="216" y="903"/>
                  </a:lnTo>
                  <a:lnTo>
                    <a:pt x="216" y="903"/>
                  </a:lnTo>
                  <a:lnTo>
                    <a:pt x="216" y="902"/>
                  </a:lnTo>
                  <a:lnTo>
                    <a:pt x="215" y="902"/>
                  </a:lnTo>
                  <a:lnTo>
                    <a:pt x="215" y="901"/>
                  </a:lnTo>
                  <a:lnTo>
                    <a:pt x="215" y="901"/>
                  </a:lnTo>
                  <a:lnTo>
                    <a:pt x="215" y="901"/>
                  </a:lnTo>
                  <a:lnTo>
                    <a:pt x="215" y="900"/>
                  </a:lnTo>
                  <a:lnTo>
                    <a:pt x="215" y="900"/>
                  </a:lnTo>
                  <a:lnTo>
                    <a:pt x="215" y="900"/>
                  </a:lnTo>
                  <a:close/>
                  <a:moveTo>
                    <a:pt x="215" y="899"/>
                  </a:moveTo>
                  <a:lnTo>
                    <a:pt x="215" y="900"/>
                  </a:lnTo>
                  <a:lnTo>
                    <a:pt x="215" y="900"/>
                  </a:lnTo>
                  <a:lnTo>
                    <a:pt x="215" y="900"/>
                  </a:lnTo>
                  <a:lnTo>
                    <a:pt x="215" y="900"/>
                  </a:lnTo>
                  <a:lnTo>
                    <a:pt x="215" y="899"/>
                  </a:lnTo>
                  <a:close/>
                  <a:moveTo>
                    <a:pt x="199" y="899"/>
                  </a:moveTo>
                  <a:lnTo>
                    <a:pt x="199" y="899"/>
                  </a:lnTo>
                  <a:lnTo>
                    <a:pt x="200" y="899"/>
                  </a:lnTo>
                  <a:lnTo>
                    <a:pt x="200" y="899"/>
                  </a:lnTo>
                  <a:lnTo>
                    <a:pt x="200" y="899"/>
                  </a:lnTo>
                  <a:lnTo>
                    <a:pt x="200" y="899"/>
                  </a:lnTo>
                  <a:lnTo>
                    <a:pt x="199" y="899"/>
                  </a:lnTo>
                  <a:lnTo>
                    <a:pt x="199" y="899"/>
                  </a:lnTo>
                  <a:lnTo>
                    <a:pt x="198" y="899"/>
                  </a:lnTo>
                  <a:lnTo>
                    <a:pt x="199" y="899"/>
                  </a:lnTo>
                  <a:close/>
                  <a:moveTo>
                    <a:pt x="215" y="899"/>
                  </a:moveTo>
                  <a:lnTo>
                    <a:pt x="214" y="899"/>
                  </a:lnTo>
                  <a:lnTo>
                    <a:pt x="214" y="899"/>
                  </a:lnTo>
                  <a:lnTo>
                    <a:pt x="214" y="899"/>
                  </a:lnTo>
                  <a:lnTo>
                    <a:pt x="215" y="899"/>
                  </a:lnTo>
                  <a:lnTo>
                    <a:pt x="215" y="899"/>
                  </a:lnTo>
                  <a:lnTo>
                    <a:pt x="215" y="899"/>
                  </a:lnTo>
                  <a:close/>
                  <a:moveTo>
                    <a:pt x="207" y="896"/>
                  </a:moveTo>
                  <a:lnTo>
                    <a:pt x="207" y="897"/>
                  </a:lnTo>
                  <a:lnTo>
                    <a:pt x="207" y="897"/>
                  </a:lnTo>
                  <a:lnTo>
                    <a:pt x="206" y="898"/>
                  </a:lnTo>
                  <a:lnTo>
                    <a:pt x="206" y="899"/>
                  </a:lnTo>
                  <a:lnTo>
                    <a:pt x="206" y="899"/>
                  </a:lnTo>
                  <a:lnTo>
                    <a:pt x="205" y="900"/>
                  </a:lnTo>
                  <a:lnTo>
                    <a:pt x="204" y="900"/>
                  </a:lnTo>
                  <a:lnTo>
                    <a:pt x="204" y="899"/>
                  </a:lnTo>
                  <a:lnTo>
                    <a:pt x="203" y="900"/>
                  </a:lnTo>
                  <a:lnTo>
                    <a:pt x="203" y="899"/>
                  </a:lnTo>
                  <a:lnTo>
                    <a:pt x="203" y="899"/>
                  </a:lnTo>
                  <a:lnTo>
                    <a:pt x="204" y="899"/>
                  </a:lnTo>
                  <a:lnTo>
                    <a:pt x="204" y="898"/>
                  </a:lnTo>
                  <a:lnTo>
                    <a:pt x="205" y="897"/>
                  </a:lnTo>
                  <a:lnTo>
                    <a:pt x="205" y="897"/>
                  </a:lnTo>
                  <a:lnTo>
                    <a:pt x="205" y="897"/>
                  </a:lnTo>
                  <a:lnTo>
                    <a:pt x="206" y="897"/>
                  </a:lnTo>
                  <a:lnTo>
                    <a:pt x="206" y="897"/>
                  </a:lnTo>
                  <a:lnTo>
                    <a:pt x="206" y="897"/>
                  </a:lnTo>
                  <a:lnTo>
                    <a:pt x="207" y="897"/>
                  </a:lnTo>
                  <a:lnTo>
                    <a:pt x="206" y="896"/>
                  </a:lnTo>
                  <a:lnTo>
                    <a:pt x="207" y="896"/>
                  </a:lnTo>
                  <a:lnTo>
                    <a:pt x="207" y="896"/>
                  </a:lnTo>
                  <a:close/>
                  <a:moveTo>
                    <a:pt x="215" y="893"/>
                  </a:moveTo>
                  <a:lnTo>
                    <a:pt x="215" y="893"/>
                  </a:lnTo>
                  <a:lnTo>
                    <a:pt x="215" y="894"/>
                  </a:lnTo>
                  <a:lnTo>
                    <a:pt x="214" y="894"/>
                  </a:lnTo>
                  <a:lnTo>
                    <a:pt x="214" y="894"/>
                  </a:lnTo>
                  <a:lnTo>
                    <a:pt x="214" y="893"/>
                  </a:lnTo>
                  <a:lnTo>
                    <a:pt x="215" y="893"/>
                  </a:lnTo>
                  <a:close/>
                  <a:moveTo>
                    <a:pt x="215" y="893"/>
                  </a:moveTo>
                  <a:lnTo>
                    <a:pt x="216" y="893"/>
                  </a:lnTo>
                  <a:lnTo>
                    <a:pt x="216" y="894"/>
                  </a:lnTo>
                  <a:lnTo>
                    <a:pt x="215" y="894"/>
                  </a:lnTo>
                  <a:lnTo>
                    <a:pt x="215" y="894"/>
                  </a:lnTo>
                  <a:lnTo>
                    <a:pt x="215" y="893"/>
                  </a:lnTo>
                  <a:lnTo>
                    <a:pt x="215" y="893"/>
                  </a:lnTo>
                  <a:lnTo>
                    <a:pt x="215" y="893"/>
                  </a:lnTo>
                  <a:close/>
                  <a:moveTo>
                    <a:pt x="208" y="892"/>
                  </a:moveTo>
                  <a:lnTo>
                    <a:pt x="208" y="892"/>
                  </a:lnTo>
                  <a:lnTo>
                    <a:pt x="207" y="892"/>
                  </a:lnTo>
                  <a:lnTo>
                    <a:pt x="207" y="892"/>
                  </a:lnTo>
                  <a:lnTo>
                    <a:pt x="208" y="892"/>
                  </a:lnTo>
                  <a:close/>
                  <a:moveTo>
                    <a:pt x="211" y="891"/>
                  </a:moveTo>
                  <a:lnTo>
                    <a:pt x="211" y="892"/>
                  </a:lnTo>
                  <a:lnTo>
                    <a:pt x="210" y="892"/>
                  </a:lnTo>
                  <a:lnTo>
                    <a:pt x="210" y="893"/>
                  </a:lnTo>
                  <a:lnTo>
                    <a:pt x="209" y="893"/>
                  </a:lnTo>
                  <a:lnTo>
                    <a:pt x="209" y="893"/>
                  </a:lnTo>
                  <a:lnTo>
                    <a:pt x="209" y="892"/>
                  </a:lnTo>
                  <a:lnTo>
                    <a:pt x="209" y="892"/>
                  </a:lnTo>
                  <a:lnTo>
                    <a:pt x="209" y="891"/>
                  </a:lnTo>
                  <a:lnTo>
                    <a:pt x="210" y="891"/>
                  </a:lnTo>
                  <a:lnTo>
                    <a:pt x="211" y="891"/>
                  </a:lnTo>
                  <a:close/>
                  <a:moveTo>
                    <a:pt x="211" y="891"/>
                  </a:moveTo>
                  <a:lnTo>
                    <a:pt x="211" y="891"/>
                  </a:lnTo>
                  <a:lnTo>
                    <a:pt x="211" y="891"/>
                  </a:lnTo>
                  <a:lnTo>
                    <a:pt x="211" y="892"/>
                  </a:lnTo>
                  <a:lnTo>
                    <a:pt x="211" y="892"/>
                  </a:lnTo>
                  <a:lnTo>
                    <a:pt x="211" y="891"/>
                  </a:lnTo>
                  <a:lnTo>
                    <a:pt x="211" y="891"/>
                  </a:lnTo>
                  <a:close/>
                  <a:moveTo>
                    <a:pt x="245" y="871"/>
                  </a:moveTo>
                  <a:lnTo>
                    <a:pt x="245" y="872"/>
                  </a:lnTo>
                  <a:lnTo>
                    <a:pt x="245" y="872"/>
                  </a:lnTo>
                  <a:lnTo>
                    <a:pt x="245" y="871"/>
                  </a:lnTo>
                  <a:lnTo>
                    <a:pt x="245" y="871"/>
                  </a:lnTo>
                  <a:close/>
                  <a:moveTo>
                    <a:pt x="131" y="845"/>
                  </a:moveTo>
                  <a:lnTo>
                    <a:pt x="131" y="846"/>
                  </a:lnTo>
                  <a:lnTo>
                    <a:pt x="132" y="846"/>
                  </a:lnTo>
                  <a:lnTo>
                    <a:pt x="132" y="847"/>
                  </a:lnTo>
                  <a:lnTo>
                    <a:pt x="133" y="846"/>
                  </a:lnTo>
                  <a:lnTo>
                    <a:pt x="133" y="846"/>
                  </a:lnTo>
                  <a:lnTo>
                    <a:pt x="133" y="847"/>
                  </a:lnTo>
                  <a:lnTo>
                    <a:pt x="133" y="847"/>
                  </a:lnTo>
                  <a:lnTo>
                    <a:pt x="133" y="847"/>
                  </a:lnTo>
                  <a:lnTo>
                    <a:pt x="134" y="847"/>
                  </a:lnTo>
                  <a:lnTo>
                    <a:pt x="135" y="847"/>
                  </a:lnTo>
                  <a:lnTo>
                    <a:pt x="134" y="847"/>
                  </a:lnTo>
                  <a:lnTo>
                    <a:pt x="134" y="847"/>
                  </a:lnTo>
                  <a:lnTo>
                    <a:pt x="135" y="847"/>
                  </a:lnTo>
                  <a:lnTo>
                    <a:pt x="135" y="847"/>
                  </a:lnTo>
                  <a:lnTo>
                    <a:pt x="135" y="847"/>
                  </a:lnTo>
                  <a:lnTo>
                    <a:pt x="136" y="847"/>
                  </a:lnTo>
                  <a:lnTo>
                    <a:pt x="136" y="848"/>
                  </a:lnTo>
                  <a:lnTo>
                    <a:pt x="135" y="849"/>
                  </a:lnTo>
                  <a:lnTo>
                    <a:pt x="134" y="849"/>
                  </a:lnTo>
                  <a:lnTo>
                    <a:pt x="134" y="849"/>
                  </a:lnTo>
                  <a:lnTo>
                    <a:pt x="133" y="849"/>
                  </a:lnTo>
                  <a:lnTo>
                    <a:pt x="132" y="849"/>
                  </a:lnTo>
                  <a:lnTo>
                    <a:pt x="134" y="850"/>
                  </a:lnTo>
                  <a:lnTo>
                    <a:pt x="135" y="850"/>
                  </a:lnTo>
                  <a:lnTo>
                    <a:pt x="136" y="850"/>
                  </a:lnTo>
                  <a:lnTo>
                    <a:pt x="136" y="850"/>
                  </a:lnTo>
                  <a:lnTo>
                    <a:pt x="137" y="849"/>
                  </a:lnTo>
                  <a:lnTo>
                    <a:pt x="137" y="850"/>
                  </a:lnTo>
                  <a:lnTo>
                    <a:pt x="137" y="850"/>
                  </a:lnTo>
                  <a:lnTo>
                    <a:pt x="137" y="850"/>
                  </a:lnTo>
                  <a:lnTo>
                    <a:pt x="137" y="850"/>
                  </a:lnTo>
                  <a:lnTo>
                    <a:pt x="137" y="851"/>
                  </a:lnTo>
                  <a:lnTo>
                    <a:pt x="137" y="851"/>
                  </a:lnTo>
                  <a:lnTo>
                    <a:pt x="137" y="851"/>
                  </a:lnTo>
                  <a:lnTo>
                    <a:pt x="138" y="851"/>
                  </a:lnTo>
                  <a:lnTo>
                    <a:pt x="138" y="851"/>
                  </a:lnTo>
                  <a:lnTo>
                    <a:pt x="138" y="851"/>
                  </a:lnTo>
                  <a:lnTo>
                    <a:pt x="138" y="851"/>
                  </a:lnTo>
                  <a:lnTo>
                    <a:pt x="138" y="852"/>
                  </a:lnTo>
                  <a:lnTo>
                    <a:pt x="138" y="853"/>
                  </a:lnTo>
                  <a:lnTo>
                    <a:pt x="138" y="853"/>
                  </a:lnTo>
                  <a:lnTo>
                    <a:pt x="138" y="854"/>
                  </a:lnTo>
                  <a:lnTo>
                    <a:pt x="138" y="854"/>
                  </a:lnTo>
                  <a:lnTo>
                    <a:pt x="138" y="855"/>
                  </a:lnTo>
                  <a:lnTo>
                    <a:pt x="138" y="855"/>
                  </a:lnTo>
                  <a:lnTo>
                    <a:pt x="138" y="855"/>
                  </a:lnTo>
                  <a:lnTo>
                    <a:pt x="138" y="855"/>
                  </a:lnTo>
                  <a:lnTo>
                    <a:pt x="138" y="855"/>
                  </a:lnTo>
                  <a:lnTo>
                    <a:pt x="138" y="855"/>
                  </a:lnTo>
                  <a:lnTo>
                    <a:pt x="138" y="856"/>
                  </a:lnTo>
                  <a:lnTo>
                    <a:pt x="139" y="856"/>
                  </a:lnTo>
                  <a:lnTo>
                    <a:pt x="139" y="857"/>
                  </a:lnTo>
                  <a:lnTo>
                    <a:pt x="139" y="857"/>
                  </a:lnTo>
                  <a:lnTo>
                    <a:pt x="139" y="857"/>
                  </a:lnTo>
                  <a:lnTo>
                    <a:pt x="139" y="857"/>
                  </a:lnTo>
                  <a:lnTo>
                    <a:pt x="139" y="855"/>
                  </a:lnTo>
                  <a:lnTo>
                    <a:pt x="140" y="855"/>
                  </a:lnTo>
                  <a:lnTo>
                    <a:pt x="140" y="856"/>
                  </a:lnTo>
                  <a:lnTo>
                    <a:pt x="140" y="856"/>
                  </a:lnTo>
                  <a:lnTo>
                    <a:pt x="140" y="857"/>
                  </a:lnTo>
                  <a:lnTo>
                    <a:pt x="141" y="858"/>
                  </a:lnTo>
                  <a:lnTo>
                    <a:pt x="141" y="858"/>
                  </a:lnTo>
                  <a:lnTo>
                    <a:pt x="141" y="858"/>
                  </a:lnTo>
                  <a:lnTo>
                    <a:pt x="141" y="858"/>
                  </a:lnTo>
                  <a:lnTo>
                    <a:pt x="141" y="859"/>
                  </a:lnTo>
                  <a:lnTo>
                    <a:pt x="142" y="859"/>
                  </a:lnTo>
                  <a:lnTo>
                    <a:pt x="142" y="859"/>
                  </a:lnTo>
                  <a:lnTo>
                    <a:pt x="141" y="858"/>
                  </a:lnTo>
                  <a:lnTo>
                    <a:pt x="141" y="858"/>
                  </a:lnTo>
                  <a:lnTo>
                    <a:pt x="141" y="857"/>
                  </a:lnTo>
                  <a:lnTo>
                    <a:pt x="141" y="856"/>
                  </a:lnTo>
                  <a:lnTo>
                    <a:pt x="141" y="856"/>
                  </a:lnTo>
                  <a:lnTo>
                    <a:pt x="141" y="856"/>
                  </a:lnTo>
                  <a:lnTo>
                    <a:pt x="141" y="856"/>
                  </a:lnTo>
                  <a:lnTo>
                    <a:pt x="141" y="856"/>
                  </a:lnTo>
                  <a:lnTo>
                    <a:pt x="141" y="856"/>
                  </a:lnTo>
                  <a:lnTo>
                    <a:pt x="141" y="855"/>
                  </a:lnTo>
                  <a:lnTo>
                    <a:pt x="142" y="855"/>
                  </a:lnTo>
                  <a:lnTo>
                    <a:pt x="142" y="855"/>
                  </a:lnTo>
                  <a:lnTo>
                    <a:pt x="142" y="855"/>
                  </a:lnTo>
                  <a:lnTo>
                    <a:pt x="142" y="856"/>
                  </a:lnTo>
                  <a:lnTo>
                    <a:pt x="142" y="856"/>
                  </a:lnTo>
                  <a:lnTo>
                    <a:pt x="142" y="856"/>
                  </a:lnTo>
                  <a:lnTo>
                    <a:pt x="143" y="856"/>
                  </a:lnTo>
                  <a:lnTo>
                    <a:pt x="143" y="857"/>
                  </a:lnTo>
                  <a:lnTo>
                    <a:pt x="144" y="857"/>
                  </a:lnTo>
                  <a:lnTo>
                    <a:pt x="144" y="858"/>
                  </a:lnTo>
                  <a:lnTo>
                    <a:pt x="143" y="857"/>
                  </a:lnTo>
                  <a:lnTo>
                    <a:pt x="143" y="858"/>
                  </a:lnTo>
                  <a:lnTo>
                    <a:pt x="144" y="858"/>
                  </a:lnTo>
                  <a:lnTo>
                    <a:pt x="145" y="859"/>
                  </a:lnTo>
                  <a:lnTo>
                    <a:pt x="145" y="860"/>
                  </a:lnTo>
                  <a:lnTo>
                    <a:pt x="145" y="859"/>
                  </a:lnTo>
                  <a:lnTo>
                    <a:pt x="145" y="860"/>
                  </a:lnTo>
                  <a:lnTo>
                    <a:pt x="145" y="860"/>
                  </a:lnTo>
                  <a:lnTo>
                    <a:pt x="145" y="861"/>
                  </a:lnTo>
                  <a:lnTo>
                    <a:pt x="146" y="862"/>
                  </a:lnTo>
                  <a:lnTo>
                    <a:pt x="146" y="862"/>
                  </a:lnTo>
                  <a:lnTo>
                    <a:pt x="146" y="861"/>
                  </a:lnTo>
                  <a:lnTo>
                    <a:pt x="146" y="861"/>
                  </a:lnTo>
                  <a:lnTo>
                    <a:pt x="146" y="860"/>
                  </a:lnTo>
                  <a:lnTo>
                    <a:pt x="146" y="859"/>
                  </a:lnTo>
                  <a:lnTo>
                    <a:pt x="146" y="859"/>
                  </a:lnTo>
                  <a:lnTo>
                    <a:pt x="146" y="860"/>
                  </a:lnTo>
                  <a:lnTo>
                    <a:pt x="147" y="860"/>
                  </a:lnTo>
                  <a:lnTo>
                    <a:pt x="147" y="860"/>
                  </a:lnTo>
                  <a:lnTo>
                    <a:pt x="147" y="860"/>
                  </a:lnTo>
                  <a:lnTo>
                    <a:pt x="147" y="860"/>
                  </a:lnTo>
                  <a:lnTo>
                    <a:pt x="147" y="860"/>
                  </a:lnTo>
                  <a:lnTo>
                    <a:pt x="147" y="861"/>
                  </a:lnTo>
                  <a:lnTo>
                    <a:pt x="147" y="861"/>
                  </a:lnTo>
                  <a:lnTo>
                    <a:pt x="148" y="862"/>
                  </a:lnTo>
                  <a:lnTo>
                    <a:pt x="148" y="862"/>
                  </a:lnTo>
                  <a:lnTo>
                    <a:pt x="148" y="863"/>
                  </a:lnTo>
                  <a:lnTo>
                    <a:pt x="148" y="864"/>
                  </a:lnTo>
                  <a:lnTo>
                    <a:pt x="148" y="864"/>
                  </a:lnTo>
                  <a:lnTo>
                    <a:pt x="148" y="864"/>
                  </a:lnTo>
                  <a:lnTo>
                    <a:pt x="148" y="865"/>
                  </a:lnTo>
                  <a:lnTo>
                    <a:pt x="148" y="865"/>
                  </a:lnTo>
                  <a:lnTo>
                    <a:pt x="148" y="865"/>
                  </a:lnTo>
                  <a:lnTo>
                    <a:pt x="148" y="866"/>
                  </a:lnTo>
                  <a:lnTo>
                    <a:pt x="148" y="868"/>
                  </a:lnTo>
                  <a:lnTo>
                    <a:pt x="146" y="868"/>
                  </a:lnTo>
                  <a:lnTo>
                    <a:pt x="145" y="867"/>
                  </a:lnTo>
                  <a:lnTo>
                    <a:pt x="145" y="866"/>
                  </a:lnTo>
                  <a:lnTo>
                    <a:pt x="145" y="866"/>
                  </a:lnTo>
                  <a:lnTo>
                    <a:pt x="144" y="866"/>
                  </a:lnTo>
                  <a:lnTo>
                    <a:pt x="143" y="866"/>
                  </a:lnTo>
                  <a:lnTo>
                    <a:pt x="142" y="866"/>
                  </a:lnTo>
                  <a:lnTo>
                    <a:pt x="141" y="866"/>
                  </a:lnTo>
                  <a:lnTo>
                    <a:pt x="141" y="866"/>
                  </a:lnTo>
                  <a:lnTo>
                    <a:pt x="140" y="867"/>
                  </a:lnTo>
                  <a:lnTo>
                    <a:pt x="140" y="867"/>
                  </a:lnTo>
                  <a:lnTo>
                    <a:pt x="137" y="866"/>
                  </a:lnTo>
                  <a:lnTo>
                    <a:pt x="137" y="866"/>
                  </a:lnTo>
                  <a:lnTo>
                    <a:pt x="136" y="866"/>
                  </a:lnTo>
                  <a:lnTo>
                    <a:pt x="136" y="866"/>
                  </a:lnTo>
                  <a:lnTo>
                    <a:pt x="135" y="866"/>
                  </a:lnTo>
                  <a:lnTo>
                    <a:pt x="135" y="866"/>
                  </a:lnTo>
                  <a:lnTo>
                    <a:pt x="135" y="866"/>
                  </a:lnTo>
                  <a:lnTo>
                    <a:pt x="135" y="866"/>
                  </a:lnTo>
                  <a:lnTo>
                    <a:pt x="134" y="866"/>
                  </a:lnTo>
                  <a:lnTo>
                    <a:pt x="134" y="866"/>
                  </a:lnTo>
                  <a:lnTo>
                    <a:pt x="133" y="864"/>
                  </a:lnTo>
                  <a:lnTo>
                    <a:pt x="133" y="864"/>
                  </a:lnTo>
                  <a:lnTo>
                    <a:pt x="133" y="864"/>
                  </a:lnTo>
                  <a:lnTo>
                    <a:pt x="132" y="863"/>
                  </a:lnTo>
                  <a:lnTo>
                    <a:pt x="132" y="863"/>
                  </a:lnTo>
                  <a:lnTo>
                    <a:pt x="132" y="863"/>
                  </a:lnTo>
                  <a:lnTo>
                    <a:pt x="132" y="863"/>
                  </a:lnTo>
                  <a:lnTo>
                    <a:pt x="132" y="863"/>
                  </a:lnTo>
                  <a:lnTo>
                    <a:pt x="132" y="862"/>
                  </a:lnTo>
                  <a:lnTo>
                    <a:pt x="132" y="862"/>
                  </a:lnTo>
                  <a:lnTo>
                    <a:pt x="132" y="861"/>
                  </a:lnTo>
                  <a:lnTo>
                    <a:pt x="133" y="862"/>
                  </a:lnTo>
                  <a:lnTo>
                    <a:pt x="134" y="862"/>
                  </a:lnTo>
                  <a:lnTo>
                    <a:pt x="134" y="862"/>
                  </a:lnTo>
                  <a:lnTo>
                    <a:pt x="135" y="861"/>
                  </a:lnTo>
                  <a:lnTo>
                    <a:pt x="135" y="861"/>
                  </a:lnTo>
                  <a:lnTo>
                    <a:pt x="135" y="862"/>
                  </a:lnTo>
                  <a:lnTo>
                    <a:pt x="136" y="861"/>
                  </a:lnTo>
                  <a:lnTo>
                    <a:pt x="135" y="860"/>
                  </a:lnTo>
                  <a:lnTo>
                    <a:pt x="134" y="860"/>
                  </a:lnTo>
                  <a:lnTo>
                    <a:pt x="134" y="860"/>
                  </a:lnTo>
                  <a:lnTo>
                    <a:pt x="134" y="860"/>
                  </a:lnTo>
                  <a:lnTo>
                    <a:pt x="134" y="860"/>
                  </a:lnTo>
                  <a:lnTo>
                    <a:pt x="134" y="860"/>
                  </a:lnTo>
                  <a:lnTo>
                    <a:pt x="133" y="860"/>
                  </a:lnTo>
                  <a:lnTo>
                    <a:pt x="132" y="859"/>
                  </a:lnTo>
                  <a:lnTo>
                    <a:pt x="132" y="857"/>
                  </a:lnTo>
                  <a:lnTo>
                    <a:pt x="132" y="857"/>
                  </a:lnTo>
                  <a:lnTo>
                    <a:pt x="132" y="856"/>
                  </a:lnTo>
                  <a:lnTo>
                    <a:pt x="132" y="855"/>
                  </a:lnTo>
                  <a:lnTo>
                    <a:pt x="132" y="855"/>
                  </a:lnTo>
                  <a:lnTo>
                    <a:pt x="132" y="855"/>
                  </a:lnTo>
                  <a:lnTo>
                    <a:pt x="132" y="855"/>
                  </a:lnTo>
                  <a:lnTo>
                    <a:pt x="132" y="855"/>
                  </a:lnTo>
                  <a:lnTo>
                    <a:pt x="131" y="855"/>
                  </a:lnTo>
                  <a:lnTo>
                    <a:pt x="130" y="855"/>
                  </a:lnTo>
                  <a:lnTo>
                    <a:pt x="130" y="855"/>
                  </a:lnTo>
                  <a:lnTo>
                    <a:pt x="130" y="854"/>
                  </a:lnTo>
                  <a:lnTo>
                    <a:pt x="130" y="853"/>
                  </a:lnTo>
                  <a:lnTo>
                    <a:pt x="131" y="853"/>
                  </a:lnTo>
                  <a:lnTo>
                    <a:pt x="131" y="853"/>
                  </a:lnTo>
                  <a:lnTo>
                    <a:pt x="130" y="853"/>
                  </a:lnTo>
                  <a:lnTo>
                    <a:pt x="130" y="852"/>
                  </a:lnTo>
                  <a:lnTo>
                    <a:pt x="130" y="852"/>
                  </a:lnTo>
                  <a:lnTo>
                    <a:pt x="130" y="851"/>
                  </a:lnTo>
                  <a:lnTo>
                    <a:pt x="130" y="851"/>
                  </a:lnTo>
                  <a:lnTo>
                    <a:pt x="129" y="851"/>
                  </a:lnTo>
                  <a:lnTo>
                    <a:pt x="129" y="850"/>
                  </a:lnTo>
                  <a:lnTo>
                    <a:pt x="130" y="850"/>
                  </a:lnTo>
                  <a:lnTo>
                    <a:pt x="130" y="849"/>
                  </a:lnTo>
                  <a:lnTo>
                    <a:pt x="131" y="849"/>
                  </a:lnTo>
                  <a:lnTo>
                    <a:pt x="131" y="850"/>
                  </a:lnTo>
                  <a:lnTo>
                    <a:pt x="131" y="850"/>
                  </a:lnTo>
                  <a:lnTo>
                    <a:pt x="131" y="850"/>
                  </a:lnTo>
                  <a:lnTo>
                    <a:pt x="132" y="850"/>
                  </a:lnTo>
                  <a:lnTo>
                    <a:pt x="132" y="850"/>
                  </a:lnTo>
                  <a:lnTo>
                    <a:pt x="132" y="849"/>
                  </a:lnTo>
                  <a:lnTo>
                    <a:pt x="132" y="848"/>
                  </a:lnTo>
                  <a:lnTo>
                    <a:pt x="132" y="848"/>
                  </a:lnTo>
                  <a:lnTo>
                    <a:pt x="131" y="847"/>
                  </a:lnTo>
                  <a:lnTo>
                    <a:pt x="131" y="847"/>
                  </a:lnTo>
                  <a:lnTo>
                    <a:pt x="131" y="847"/>
                  </a:lnTo>
                  <a:lnTo>
                    <a:pt x="131" y="847"/>
                  </a:lnTo>
                  <a:lnTo>
                    <a:pt x="131" y="846"/>
                  </a:lnTo>
                  <a:lnTo>
                    <a:pt x="130" y="846"/>
                  </a:lnTo>
                  <a:lnTo>
                    <a:pt x="130" y="846"/>
                  </a:lnTo>
                  <a:lnTo>
                    <a:pt x="130" y="846"/>
                  </a:lnTo>
                  <a:lnTo>
                    <a:pt x="130" y="845"/>
                  </a:lnTo>
                  <a:lnTo>
                    <a:pt x="131" y="845"/>
                  </a:lnTo>
                  <a:lnTo>
                    <a:pt x="131" y="845"/>
                  </a:lnTo>
                  <a:close/>
                  <a:moveTo>
                    <a:pt x="236" y="842"/>
                  </a:moveTo>
                  <a:lnTo>
                    <a:pt x="235" y="842"/>
                  </a:lnTo>
                  <a:lnTo>
                    <a:pt x="235" y="842"/>
                  </a:lnTo>
                  <a:lnTo>
                    <a:pt x="234" y="842"/>
                  </a:lnTo>
                  <a:lnTo>
                    <a:pt x="234" y="842"/>
                  </a:lnTo>
                  <a:lnTo>
                    <a:pt x="236" y="841"/>
                  </a:lnTo>
                  <a:lnTo>
                    <a:pt x="236" y="842"/>
                  </a:lnTo>
                  <a:close/>
                  <a:moveTo>
                    <a:pt x="235" y="840"/>
                  </a:moveTo>
                  <a:lnTo>
                    <a:pt x="236" y="841"/>
                  </a:lnTo>
                  <a:lnTo>
                    <a:pt x="236" y="841"/>
                  </a:lnTo>
                  <a:lnTo>
                    <a:pt x="235" y="841"/>
                  </a:lnTo>
                  <a:lnTo>
                    <a:pt x="235" y="841"/>
                  </a:lnTo>
                  <a:lnTo>
                    <a:pt x="234" y="841"/>
                  </a:lnTo>
                  <a:lnTo>
                    <a:pt x="233" y="841"/>
                  </a:lnTo>
                  <a:lnTo>
                    <a:pt x="233" y="840"/>
                  </a:lnTo>
                  <a:lnTo>
                    <a:pt x="235" y="840"/>
                  </a:lnTo>
                  <a:close/>
                  <a:moveTo>
                    <a:pt x="235" y="767"/>
                  </a:moveTo>
                  <a:lnTo>
                    <a:pt x="235" y="768"/>
                  </a:lnTo>
                  <a:lnTo>
                    <a:pt x="236" y="768"/>
                  </a:lnTo>
                  <a:lnTo>
                    <a:pt x="237" y="769"/>
                  </a:lnTo>
                  <a:lnTo>
                    <a:pt x="237" y="769"/>
                  </a:lnTo>
                  <a:lnTo>
                    <a:pt x="237" y="770"/>
                  </a:lnTo>
                  <a:lnTo>
                    <a:pt x="237" y="770"/>
                  </a:lnTo>
                  <a:lnTo>
                    <a:pt x="237" y="770"/>
                  </a:lnTo>
                  <a:lnTo>
                    <a:pt x="237" y="770"/>
                  </a:lnTo>
                  <a:lnTo>
                    <a:pt x="238" y="771"/>
                  </a:lnTo>
                  <a:lnTo>
                    <a:pt x="239" y="771"/>
                  </a:lnTo>
                  <a:lnTo>
                    <a:pt x="240" y="771"/>
                  </a:lnTo>
                  <a:lnTo>
                    <a:pt x="240" y="772"/>
                  </a:lnTo>
                  <a:lnTo>
                    <a:pt x="241" y="773"/>
                  </a:lnTo>
                  <a:lnTo>
                    <a:pt x="241" y="773"/>
                  </a:lnTo>
                  <a:lnTo>
                    <a:pt x="241" y="773"/>
                  </a:lnTo>
                  <a:lnTo>
                    <a:pt x="241" y="773"/>
                  </a:lnTo>
                  <a:lnTo>
                    <a:pt x="241" y="773"/>
                  </a:lnTo>
                  <a:lnTo>
                    <a:pt x="241" y="773"/>
                  </a:lnTo>
                  <a:lnTo>
                    <a:pt x="241" y="774"/>
                  </a:lnTo>
                  <a:lnTo>
                    <a:pt x="242" y="774"/>
                  </a:lnTo>
                  <a:lnTo>
                    <a:pt x="242" y="775"/>
                  </a:lnTo>
                  <a:lnTo>
                    <a:pt x="241" y="775"/>
                  </a:lnTo>
                  <a:lnTo>
                    <a:pt x="241" y="776"/>
                  </a:lnTo>
                  <a:lnTo>
                    <a:pt x="241" y="776"/>
                  </a:lnTo>
                  <a:lnTo>
                    <a:pt x="241" y="776"/>
                  </a:lnTo>
                  <a:lnTo>
                    <a:pt x="241" y="777"/>
                  </a:lnTo>
                  <a:lnTo>
                    <a:pt x="241" y="777"/>
                  </a:lnTo>
                  <a:lnTo>
                    <a:pt x="242" y="777"/>
                  </a:lnTo>
                  <a:lnTo>
                    <a:pt x="242" y="777"/>
                  </a:lnTo>
                  <a:lnTo>
                    <a:pt x="242" y="777"/>
                  </a:lnTo>
                  <a:lnTo>
                    <a:pt x="242" y="777"/>
                  </a:lnTo>
                  <a:lnTo>
                    <a:pt x="242" y="778"/>
                  </a:lnTo>
                  <a:lnTo>
                    <a:pt x="243" y="778"/>
                  </a:lnTo>
                  <a:lnTo>
                    <a:pt x="244" y="778"/>
                  </a:lnTo>
                  <a:lnTo>
                    <a:pt x="245" y="778"/>
                  </a:lnTo>
                  <a:lnTo>
                    <a:pt x="245" y="778"/>
                  </a:lnTo>
                  <a:lnTo>
                    <a:pt x="244" y="779"/>
                  </a:lnTo>
                  <a:lnTo>
                    <a:pt x="245" y="780"/>
                  </a:lnTo>
                  <a:lnTo>
                    <a:pt x="246" y="781"/>
                  </a:lnTo>
                  <a:lnTo>
                    <a:pt x="247" y="782"/>
                  </a:lnTo>
                  <a:lnTo>
                    <a:pt x="249" y="782"/>
                  </a:lnTo>
                  <a:lnTo>
                    <a:pt x="248" y="783"/>
                  </a:lnTo>
                  <a:lnTo>
                    <a:pt x="249" y="783"/>
                  </a:lnTo>
                  <a:lnTo>
                    <a:pt x="248" y="785"/>
                  </a:lnTo>
                  <a:lnTo>
                    <a:pt x="247" y="786"/>
                  </a:lnTo>
                  <a:lnTo>
                    <a:pt x="246" y="786"/>
                  </a:lnTo>
                  <a:lnTo>
                    <a:pt x="246" y="787"/>
                  </a:lnTo>
                  <a:lnTo>
                    <a:pt x="246" y="787"/>
                  </a:lnTo>
                  <a:lnTo>
                    <a:pt x="246" y="787"/>
                  </a:lnTo>
                  <a:lnTo>
                    <a:pt x="246" y="787"/>
                  </a:lnTo>
                  <a:lnTo>
                    <a:pt x="246" y="788"/>
                  </a:lnTo>
                  <a:lnTo>
                    <a:pt x="247" y="789"/>
                  </a:lnTo>
                  <a:lnTo>
                    <a:pt x="247" y="789"/>
                  </a:lnTo>
                  <a:lnTo>
                    <a:pt x="246" y="790"/>
                  </a:lnTo>
                  <a:lnTo>
                    <a:pt x="246" y="790"/>
                  </a:lnTo>
                  <a:lnTo>
                    <a:pt x="246" y="790"/>
                  </a:lnTo>
                  <a:lnTo>
                    <a:pt x="247" y="791"/>
                  </a:lnTo>
                  <a:lnTo>
                    <a:pt x="248" y="791"/>
                  </a:lnTo>
                  <a:lnTo>
                    <a:pt x="248" y="791"/>
                  </a:lnTo>
                  <a:lnTo>
                    <a:pt x="248" y="791"/>
                  </a:lnTo>
                  <a:lnTo>
                    <a:pt x="248" y="791"/>
                  </a:lnTo>
                  <a:lnTo>
                    <a:pt x="248" y="791"/>
                  </a:lnTo>
                  <a:lnTo>
                    <a:pt x="248" y="792"/>
                  </a:lnTo>
                  <a:lnTo>
                    <a:pt x="249" y="792"/>
                  </a:lnTo>
                  <a:lnTo>
                    <a:pt x="249" y="793"/>
                  </a:lnTo>
                  <a:lnTo>
                    <a:pt x="249" y="793"/>
                  </a:lnTo>
                  <a:lnTo>
                    <a:pt x="249" y="794"/>
                  </a:lnTo>
                  <a:lnTo>
                    <a:pt x="250" y="794"/>
                  </a:lnTo>
                  <a:lnTo>
                    <a:pt x="250" y="794"/>
                  </a:lnTo>
                  <a:lnTo>
                    <a:pt x="250" y="794"/>
                  </a:lnTo>
                  <a:lnTo>
                    <a:pt x="250" y="794"/>
                  </a:lnTo>
                  <a:lnTo>
                    <a:pt x="250" y="794"/>
                  </a:lnTo>
                  <a:lnTo>
                    <a:pt x="250" y="794"/>
                  </a:lnTo>
                  <a:lnTo>
                    <a:pt x="250" y="795"/>
                  </a:lnTo>
                  <a:lnTo>
                    <a:pt x="250" y="795"/>
                  </a:lnTo>
                  <a:lnTo>
                    <a:pt x="250" y="795"/>
                  </a:lnTo>
                  <a:lnTo>
                    <a:pt x="250" y="795"/>
                  </a:lnTo>
                  <a:lnTo>
                    <a:pt x="251" y="795"/>
                  </a:lnTo>
                  <a:lnTo>
                    <a:pt x="251" y="795"/>
                  </a:lnTo>
                  <a:lnTo>
                    <a:pt x="250" y="796"/>
                  </a:lnTo>
                  <a:lnTo>
                    <a:pt x="250" y="799"/>
                  </a:lnTo>
                  <a:lnTo>
                    <a:pt x="249" y="800"/>
                  </a:lnTo>
                  <a:lnTo>
                    <a:pt x="248" y="801"/>
                  </a:lnTo>
                  <a:lnTo>
                    <a:pt x="247" y="802"/>
                  </a:lnTo>
                  <a:lnTo>
                    <a:pt x="246" y="805"/>
                  </a:lnTo>
                  <a:lnTo>
                    <a:pt x="246" y="806"/>
                  </a:lnTo>
                  <a:lnTo>
                    <a:pt x="245" y="806"/>
                  </a:lnTo>
                  <a:lnTo>
                    <a:pt x="245" y="807"/>
                  </a:lnTo>
                  <a:lnTo>
                    <a:pt x="245" y="807"/>
                  </a:lnTo>
                  <a:lnTo>
                    <a:pt x="245" y="808"/>
                  </a:lnTo>
                  <a:lnTo>
                    <a:pt x="245" y="808"/>
                  </a:lnTo>
                  <a:lnTo>
                    <a:pt x="245" y="809"/>
                  </a:lnTo>
                  <a:lnTo>
                    <a:pt x="244" y="809"/>
                  </a:lnTo>
                  <a:lnTo>
                    <a:pt x="244" y="810"/>
                  </a:lnTo>
                  <a:lnTo>
                    <a:pt x="245" y="810"/>
                  </a:lnTo>
                  <a:lnTo>
                    <a:pt x="244" y="811"/>
                  </a:lnTo>
                  <a:lnTo>
                    <a:pt x="244" y="811"/>
                  </a:lnTo>
                  <a:lnTo>
                    <a:pt x="244" y="811"/>
                  </a:lnTo>
                  <a:lnTo>
                    <a:pt x="244" y="812"/>
                  </a:lnTo>
                  <a:lnTo>
                    <a:pt x="244" y="812"/>
                  </a:lnTo>
                  <a:lnTo>
                    <a:pt x="244" y="812"/>
                  </a:lnTo>
                  <a:lnTo>
                    <a:pt x="244" y="812"/>
                  </a:lnTo>
                  <a:lnTo>
                    <a:pt x="244" y="812"/>
                  </a:lnTo>
                  <a:lnTo>
                    <a:pt x="244" y="813"/>
                  </a:lnTo>
                  <a:lnTo>
                    <a:pt x="243" y="814"/>
                  </a:lnTo>
                  <a:lnTo>
                    <a:pt x="243" y="814"/>
                  </a:lnTo>
                  <a:lnTo>
                    <a:pt x="242" y="815"/>
                  </a:lnTo>
                  <a:lnTo>
                    <a:pt x="243" y="816"/>
                  </a:lnTo>
                  <a:lnTo>
                    <a:pt x="244" y="816"/>
                  </a:lnTo>
                  <a:lnTo>
                    <a:pt x="243" y="816"/>
                  </a:lnTo>
                  <a:lnTo>
                    <a:pt x="245" y="818"/>
                  </a:lnTo>
                  <a:lnTo>
                    <a:pt x="245" y="820"/>
                  </a:lnTo>
                  <a:lnTo>
                    <a:pt x="246" y="820"/>
                  </a:lnTo>
                  <a:lnTo>
                    <a:pt x="246" y="821"/>
                  </a:lnTo>
                  <a:lnTo>
                    <a:pt x="248" y="821"/>
                  </a:lnTo>
                  <a:lnTo>
                    <a:pt x="248" y="821"/>
                  </a:lnTo>
                  <a:lnTo>
                    <a:pt x="249" y="821"/>
                  </a:lnTo>
                  <a:lnTo>
                    <a:pt x="250" y="822"/>
                  </a:lnTo>
                  <a:lnTo>
                    <a:pt x="250" y="821"/>
                  </a:lnTo>
                  <a:lnTo>
                    <a:pt x="251" y="821"/>
                  </a:lnTo>
                  <a:lnTo>
                    <a:pt x="251" y="822"/>
                  </a:lnTo>
                  <a:lnTo>
                    <a:pt x="251" y="822"/>
                  </a:lnTo>
                  <a:lnTo>
                    <a:pt x="251" y="823"/>
                  </a:lnTo>
                  <a:lnTo>
                    <a:pt x="251" y="823"/>
                  </a:lnTo>
                  <a:lnTo>
                    <a:pt x="250" y="823"/>
                  </a:lnTo>
                  <a:lnTo>
                    <a:pt x="250" y="824"/>
                  </a:lnTo>
                  <a:lnTo>
                    <a:pt x="249" y="824"/>
                  </a:lnTo>
                  <a:lnTo>
                    <a:pt x="249" y="824"/>
                  </a:lnTo>
                  <a:lnTo>
                    <a:pt x="248" y="824"/>
                  </a:lnTo>
                  <a:lnTo>
                    <a:pt x="248" y="824"/>
                  </a:lnTo>
                  <a:lnTo>
                    <a:pt x="246" y="824"/>
                  </a:lnTo>
                  <a:lnTo>
                    <a:pt x="245" y="825"/>
                  </a:lnTo>
                  <a:lnTo>
                    <a:pt x="245" y="825"/>
                  </a:lnTo>
                  <a:lnTo>
                    <a:pt x="245" y="825"/>
                  </a:lnTo>
                  <a:lnTo>
                    <a:pt x="245" y="825"/>
                  </a:lnTo>
                  <a:lnTo>
                    <a:pt x="245" y="825"/>
                  </a:lnTo>
                  <a:lnTo>
                    <a:pt x="245" y="826"/>
                  </a:lnTo>
                  <a:lnTo>
                    <a:pt x="245" y="827"/>
                  </a:lnTo>
                  <a:lnTo>
                    <a:pt x="244" y="827"/>
                  </a:lnTo>
                  <a:lnTo>
                    <a:pt x="244" y="828"/>
                  </a:lnTo>
                  <a:lnTo>
                    <a:pt x="242" y="829"/>
                  </a:lnTo>
                  <a:lnTo>
                    <a:pt x="241" y="831"/>
                  </a:lnTo>
                  <a:lnTo>
                    <a:pt x="241" y="831"/>
                  </a:lnTo>
                  <a:lnTo>
                    <a:pt x="241" y="831"/>
                  </a:lnTo>
                  <a:lnTo>
                    <a:pt x="240" y="831"/>
                  </a:lnTo>
                  <a:lnTo>
                    <a:pt x="240" y="832"/>
                  </a:lnTo>
                  <a:lnTo>
                    <a:pt x="239" y="833"/>
                  </a:lnTo>
                  <a:lnTo>
                    <a:pt x="239" y="834"/>
                  </a:lnTo>
                  <a:lnTo>
                    <a:pt x="238" y="834"/>
                  </a:lnTo>
                  <a:lnTo>
                    <a:pt x="237" y="834"/>
                  </a:lnTo>
                  <a:lnTo>
                    <a:pt x="237" y="834"/>
                  </a:lnTo>
                  <a:lnTo>
                    <a:pt x="238" y="834"/>
                  </a:lnTo>
                  <a:lnTo>
                    <a:pt x="239" y="835"/>
                  </a:lnTo>
                  <a:lnTo>
                    <a:pt x="239" y="835"/>
                  </a:lnTo>
                  <a:lnTo>
                    <a:pt x="239" y="835"/>
                  </a:lnTo>
                  <a:lnTo>
                    <a:pt x="239" y="837"/>
                  </a:lnTo>
                  <a:lnTo>
                    <a:pt x="238" y="838"/>
                  </a:lnTo>
                  <a:lnTo>
                    <a:pt x="237" y="838"/>
                  </a:lnTo>
                  <a:lnTo>
                    <a:pt x="236" y="838"/>
                  </a:lnTo>
                  <a:lnTo>
                    <a:pt x="236" y="838"/>
                  </a:lnTo>
                  <a:lnTo>
                    <a:pt x="236" y="838"/>
                  </a:lnTo>
                  <a:lnTo>
                    <a:pt x="235" y="838"/>
                  </a:lnTo>
                  <a:lnTo>
                    <a:pt x="234" y="839"/>
                  </a:lnTo>
                  <a:lnTo>
                    <a:pt x="233" y="839"/>
                  </a:lnTo>
                  <a:lnTo>
                    <a:pt x="233" y="838"/>
                  </a:lnTo>
                  <a:lnTo>
                    <a:pt x="232" y="838"/>
                  </a:lnTo>
                  <a:lnTo>
                    <a:pt x="232" y="839"/>
                  </a:lnTo>
                  <a:lnTo>
                    <a:pt x="232" y="840"/>
                  </a:lnTo>
                  <a:lnTo>
                    <a:pt x="232" y="841"/>
                  </a:lnTo>
                  <a:lnTo>
                    <a:pt x="232" y="842"/>
                  </a:lnTo>
                  <a:lnTo>
                    <a:pt x="232" y="842"/>
                  </a:lnTo>
                  <a:lnTo>
                    <a:pt x="232" y="842"/>
                  </a:lnTo>
                  <a:lnTo>
                    <a:pt x="232" y="843"/>
                  </a:lnTo>
                  <a:lnTo>
                    <a:pt x="232" y="843"/>
                  </a:lnTo>
                  <a:lnTo>
                    <a:pt x="232" y="844"/>
                  </a:lnTo>
                  <a:lnTo>
                    <a:pt x="232" y="844"/>
                  </a:lnTo>
                  <a:lnTo>
                    <a:pt x="232" y="844"/>
                  </a:lnTo>
                  <a:lnTo>
                    <a:pt x="232" y="844"/>
                  </a:lnTo>
                  <a:lnTo>
                    <a:pt x="232" y="844"/>
                  </a:lnTo>
                  <a:lnTo>
                    <a:pt x="232" y="845"/>
                  </a:lnTo>
                  <a:lnTo>
                    <a:pt x="232" y="845"/>
                  </a:lnTo>
                  <a:lnTo>
                    <a:pt x="232" y="845"/>
                  </a:lnTo>
                  <a:lnTo>
                    <a:pt x="232" y="846"/>
                  </a:lnTo>
                  <a:lnTo>
                    <a:pt x="232" y="846"/>
                  </a:lnTo>
                  <a:lnTo>
                    <a:pt x="232" y="846"/>
                  </a:lnTo>
                  <a:lnTo>
                    <a:pt x="232" y="847"/>
                  </a:lnTo>
                  <a:lnTo>
                    <a:pt x="231" y="847"/>
                  </a:lnTo>
                  <a:lnTo>
                    <a:pt x="230" y="847"/>
                  </a:lnTo>
                  <a:lnTo>
                    <a:pt x="229" y="847"/>
                  </a:lnTo>
                  <a:lnTo>
                    <a:pt x="228" y="847"/>
                  </a:lnTo>
                  <a:lnTo>
                    <a:pt x="226" y="847"/>
                  </a:lnTo>
                  <a:lnTo>
                    <a:pt x="225" y="847"/>
                  </a:lnTo>
                  <a:lnTo>
                    <a:pt x="224" y="847"/>
                  </a:lnTo>
                  <a:lnTo>
                    <a:pt x="224" y="850"/>
                  </a:lnTo>
                  <a:lnTo>
                    <a:pt x="224" y="851"/>
                  </a:lnTo>
                  <a:lnTo>
                    <a:pt x="224" y="852"/>
                  </a:lnTo>
                  <a:lnTo>
                    <a:pt x="226" y="852"/>
                  </a:lnTo>
                  <a:lnTo>
                    <a:pt x="226" y="854"/>
                  </a:lnTo>
                  <a:lnTo>
                    <a:pt x="225" y="855"/>
                  </a:lnTo>
                  <a:lnTo>
                    <a:pt x="226" y="855"/>
                  </a:lnTo>
                  <a:lnTo>
                    <a:pt x="224" y="855"/>
                  </a:lnTo>
                  <a:lnTo>
                    <a:pt x="224" y="855"/>
                  </a:lnTo>
                  <a:lnTo>
                    <a:pt x="225" y="855"/>
                  </a:lnTo>
                  <a:lnTo>
                    <a:pt x="225" y="856"/>
                  </a:lnTo>
                  <a:lnTo>
                    <a:pt x="224" y="856"/>
                  </a:lnTo>
                  <a:lnTo>
                    <a:pt x="224" y="856"/>
                  </a:lnTo>
                  <a:lnTo>
                    <a:pt x="224" y="856"/>
                  </a:lnTo>
                  <a:lnTo>
                    <a:pt x="223" y="856"/>
                  </a:lnTo>
                  <a:lnTo>
                    <a:pt x="222" y="856"/>
                  </a:lnTo>
                  <a:lnTo>
                    <a:pt x="221" y="856"/>
                  </a:lnTo>
                  <a:lnTo>
                    <a:pt x="221" y="857"/>
                  </a:lnTo>
                  <a:lnTo>
                    <a:pt x="222" y="857"/>
                  </a:lnTo>
                  <a:lnTo>
                    <a:pt x="222" y="858"/>
                  </a:lnTo>
                  <a:lnTo>
                    <a:pt x="221" y="859"/>
                  </a:lnTo>
                  <a:lnTo>
                    <a:pt x="221" y="860"/>
                  </a:lnTo>
                  <a:lnTo>
                    <a:pt x="221" y="860"/>
                  </a:lnTo>
                  <a:lnTo>
                    <a:pt x="221" y="860"/>
                  </a:lnTo>
                  <a:lnTo>
                    <a:pt x="222" y="860"/>
                  </a:lnTo>
                  <a:lnTo>
                    <a:pt x="223" y="860"/>
                  </a:lnTo>
                  <a:lnTo>
                    <a:pt x="224" y="860"/>
                  </a:lnTo>
                  <a:lnTo>
                    <a:pt x="224" y="860"/>
                  </a:lnTo>
                  <a:lnTo>
                    <a:pt x="224" y="861"/>
                  </a:lnTo>
                  <a:lnTo>
                    <a:pt x="225" y="863"/>
                  </a:lnTo>
                  <a:lnTo>
                    <a:pt x="226" y="863"/>
                  </a:lnTo>
                  <a:lnTo>
                    <a:pt x="227" y="863"/>
                  </a:lnTo>
                  <a:lnTo>
                    <a:pt x="227" y="863"/>
                  </a:lnTo>
                  <a:lnTo>
                    <a:pt x="228" y="864"/>
                  </a:lnTo>
                  <a:lnTo>
                    <a:pt x="228" y="865"/>
                  </a:lnTo>
                  <a:lnTo>
                    <a:pt x="228" y="865"/>
                  </a:lnTo>
                  <a:lnTo>
                    <a:pt x="229" y="865"/>
                  </a:lnTo>
                  <a:lnTo>
                    <a:pt x="230" y="866"/>
                  </a:lnTo>
                  <a:lnTo>
                    <a:pt x="230" y="866"/>
                  </a:lnTo>
                  <a:lnTo>
                    <a:pt x="230" y="866"/>
                  </a:lnTo>
                  <a:lnTo>
                    <a:pt x="232" y="866"/>
                  </a:lnTo>
                  <a:lnTo>
                    <a:pt x="232" y="865"/>
                  </a:lnTo>
                  <a:lnTo>
                    <a:pt x="232" y="864"/>
                  </a:lnTo>
                  <a:lnTo>
                    <a:pt x="232" y="864"/>
                  </a:lnTo>
                  <a:lnTo>
                    <a:pt x="233" y="864"/>
                  </a:lnTo>
                  <a:lnTo>
                    <a:pt x="234" y="864"/>
                  </a:lnTo>
                  <a:lnTo>
                    <a:pt x="236" y="861"/>
                  </a:lnTo>
                  <a:lnTo>
                    <a:pt x="237" y="860"/>
                  </a:lnTo>
                  <a:lnTo>
                    <a:pt x="239" y="860"/>
                  </a:lnTo>
                  <a:lnTo>
                    <a:pt x="240" y="860"/>
                  </a:lnTo>
                  <a:lnTo>
                    <a:pt x="241" y="860"/>
                  </a:lnTo>
                  <a:lnTo>
                    <a:pt x="241" y="860"/>
                  </a:lnTo>
                  <a:lnTo>
                    <a:pt x="241" y="859"/>
                  </a:lnTo>
                  <a:lnTo>
                    <a:pt x="242" y="859"/>
                  </a:lnTo>
                  <a:lnTo>
                    <a:pt x="242" y="858"/>
                  </a:lnTo>
                  <a:lnTo>
                    <a:pt x="242" y="856"/>
                  </a:lnTo>
                  <a:lnTo>
                    <a:pt x="243" y="856"/>
                  </a:lnTo>
                  <a:lnTo>
                    <a:pt x="243" y="856"/>
                  </a:lnTo>
                  <a:lnTo>
                    <a:pt x="244" y="856"/>
                  </a:lnTo>
                  <a:lnTo>
                    <a:pt x="245" y="855"/>
                  </a:lnTo>
                  <a:lnTo>
                    <a:pt x="245" y="854"/>
                  </a:lnTo>
                  <a:lnTo>
                    <a:pt x="245" y="854"/>
                  </a:lnTo>
                  <a:lnTo>
                    <a:pt x="245" y="853"/>
                  </a:lnTo>
                  <a:lnTo>
                    <a:pt x="245" y="853"/>
                  </a:lnTo>
                  <a:lnTo>
                    <a:pt x="246" y="853"/>
                  </a:lnTo>
                  <a:lnTo>
                    <a:pt x="248" y="851"/>
                  </a:lnTo>
                  <a:lnTo>
                    <a:pt x="250" y="851"/>
                  </a:lnTo>
                  <a:lnTo>
                    <a:pt x="250" y="851"/>
                  </a:lnTo>
                  <a:lnTo>
                    <a:pt x="250" y="851"/>
                  </a:lnTo>
                  <a:lnTo>
                    <a:pt x="250" y="851"/>
                  </a:lnTo>
                  <a:lnTo>
                    <a:pt x="250" y="851"/>
                  </a:lnTo>
                  <a:lnTo>
                    <a:pt x="251" y="851"/>
                  </a:lnTo>
                  <a:lnTo>
                    <a:pt x="251" y="850"/>
                  </a:lnTo>
                  <a:lnTo>
                    <a:pt x="251" y="850"/>
                  </a:lnTo>
                  <a:lnTo>
                    <a:pt x="251" y="850"/>
                  </a:lnTo>
                  <a:lnTo>
                    <a:pt x="251" y="849"/>
                  </a:lnTo>
                  <a:lnTo>
                    <a:pt x="251" y="849"/>
                  </a:lnTo>
                  <a:lnTo>
                    <a:pt x="251" y="848"/>
                  </a:lnTo>
                  <a:lnTo>
                    <a:pt x="251" y="848"/>
                  </a:lnTo>
                  <a:lnTo>
                    <a:pt x="252" y="848"/>
                  </a:lnTo>
                  <a:lnTo>
                    <a:pt x="253" y="848"/>
                  </a:lnTo>
                  <a:lnTo>
                    <a:pt x="253" y="848"/>
                  </a:lnTo>
                  <a:lnTo>
                    <a:pt x="254" y="849"/>
                  </a:lnTo>
                  <a:lnTo>
                    <a:pt x="254" y="849"/>
                  </a:lnTo>
                  <a:lnTo>
                    <a:pt x="254" y="849"/>
                  </a:lnTo>
                  <a:lnTo>
                    <a:pt x="254" y="849"/>
                  </a:lnTo>
                  <a:lnTo>
                    <a:pt x="254" y="848"/>
                  </a:lnTo>
                  <a:lnTo>
                    <a:pt x="255" y="848"/>
                  </a:lnTo>
                  <a:lnTo>
                    <a:pt x="255" y="849"/>
                  </a:lnTo>
                  <a:lnTo>
                    <a:pt x="256" y="849"/>
                  </a:lnTo>
                  <a:lnTo>
                    <a:pt x="256" y="849"/>
                  </a:lnTo>
                  <a:lnTo>
                    <a:pt x="256" y="849"/>
                  </a:lnTo>
                  <a:lnTo>
                    <a:pt x="256" y="850"/>
                  </a:lnTo>
                  <a:lnTo>
                    <a:pt x="256" y="850"/>
                  </a:lnTo>
                  <a:lnTo>
                    <a:pt x="256" y="850"/>
                  </a:lnTo>
                  <a:lnTo>
                    <a:pt x="256" y="851"/>
                  </a:lnTo>
                  <a:lnTo>
                    <a:pt x="256" y="851"/>
                  </a:lnTo>
                  <a:lnTo>
                    <a:pt x="255" y="851"/>
                  </a:lnTo>
                  <a:lnTo>
                    <a:pt x="255" y="852"/>
                  </a:lnTo>
                  <a:lnTo>
                    <a:pt x="254" y="852"/>
                  </a:lnTo>
                  <a:lnTo>
                    <a:pt x="253" y="854"/>
                  </a:lnTo>
                  <a:lnTo>
                    <a:pt x="253" y="855"/>
                  </a:lnTo>
                  <a:lnTo>
                    <a:pt x="254" y="855"/>
                  </a:lnTo>
                  <a:lnTo>
                    <a:pt x="254" y="855"/>
                  </a:lnTo>
                  <a:lnTo>
                    <a:pt x="254" y="855"/>
                  </a:lnTo>
                  <a:lnTo>
                    <a:pt x="254" y="855"/>
                  </a:lnTo>
                  <a:lnTo>
                    <a:pt x="254" y="855"/>
                  </a:lnTo>
                  <a:lnTo>
                    <a:pt x="254" y="856"/>
                  </a:lnTo>
                  <a:lnTo>
                    <a:pt x="253" y="856"/>
                  </a:lnTo>
                  <a:lnTo>
                    <a:pt x="253" y="856"/>
                  </a:lnTo>
                  <a:lnTo>
                    <a:pt x="253" y="856"/>
                  </a:lnTo>
                  <a:lnTo>
                    <a:pt x="253" y="857"/>
                  </a:lnTo>
                  <a:lnTo>
                    <a:pt x="253" y="858"/>
                  </a:lnTo>
                  <a:lnTo>
                    <a:pt x="253" y="858"/>
                  </a:lnTo>
                  <a:lnTo>
                    <a:pt x="253" y="858"/>
                  </a:lnTo>
                  <a:lnTo>
                    <a:pt x="252" y="858"/>
                  </a:lnTo>
                  <a:lnTo>
                    <a:pt x="251" y="859"/>
                  </a:lnTo>
                  <a:lnTo>
                    <a:pt x="251" y="860"/>
                  </a:lnTo>
                  <a:lnTo>
                    <a:pt x="252" y="860"/>
                  </a:lnTo>
                  <a:lnTo>
                    <a:pt x="252" y="860"/>
                  </a:lnTo>
                  <a:lnTo>
                    <a:pt x="254" y="861"/>
                  </a:lnTo>
                  <a:lnTo>
                    <a:pt x="254" y="861"/>
                  </a:lnTo>
                  <a:lnTo>
                    <a:pt x="253" y="862"/>
                  </a:lnTo>
                  <a:lnTo>
                    <a:pt x="253" y="862"/>
                  </a:lnTo>
                  <a:lnTo>
                    <a:pt x="253" y="862"/>
                  </a:lnTo>
                  <a:lnTo>
                    <a:pt x="253" y="862"/>
                  </a:lnTo>
                  <a:lnTo>
                    <a:pt x="252" y="862"/>
                  </a:lnTo>
                  <a:lnTo>
                    <a:pt x="252" y="862"/>
                  </a:lnTo>
                  <a:lnTo>
                    <a:pt x="251" y="862"/>
                  </a:lnTo>
                  <a:lnTo>
                    <a:pt x="251" y="863"/>
                  </a:lnTo>
                  <a:lnTo>
                    <a:pt x="252" y="863"/>
                  </a:lnTo>
                  <a:lnTo>
                    <a:pt x="252" y="864"/>
                  </a:lnTo>
                  <a:lnTo>
                    <a:pt x="252" y="864"/>
                  </a:lnTo>
                  <a:lnTo>
                    <a:pt x="252" y="864"/>
                  </a:lnTo>
                  <a:lnTo>
                    <a:pt x="252" y="864"/>
                  </a:lnTo>
                  <a:lnTo>
                    <a:pt x="251" y="864"/>
                  </a:lnTo>
                  <a:lnTo>
                    <a:pt x="251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6"/>
                  </a:lnTo>
                  <a:lnTo>
                    <a:pt x="250" y="866"/>
                  </a:lnTo>
                  <a:lnTo>
                    <a:pt x="250" y="867"/>
                  </a:lnTo>
                  <a:lnTo>
                    <a:pt x="249" y="867"/>
                  </a:lnTo>
                  <a:lnTo>
                    <a:pt x="250" y="867"/>
                  </a:lnTo>
                  <a:lnTo>
                    <a:pt x="249" y="867"/>
                  </a:lnTo>
                  <a:lnTo>
                    <a:pt x="248" y="867"/>
                  </a:lnTo>
                  <a:lnTo>
                    <a:pt x="248" y="868"/>
                  </a:lnTo>
                  <a:lnTo>
                    <a:pt x="246" y="868"/>
                  </a:lnTo>
                  <a:lnTo>
                    <a:pt x="246" y="868"/>
                  </a:lnTo>
                  <a:lnTo>
                    <a:pt x="246" y="868"/>
                  </a:lnTo>
                  <a:lnTo>
                    <a:pt x="246" y="868"/>
                  </a:lnTo>
                  <a:lnTo>
                    <a:pt x="246" y="868"/>
                  </a:lnTo>
                  <a:lnTo>
                    <a:pt x="245" y="868"/>
                  </a:lnTo>
                  <a:lnTo>
                    <a:pt x="245" y="868"/>
                  </a:lnTo>
                  <a:lnTo>
                    <a:pt x="245" y="868"/>
                  </a:lnTo>
                  <a:lnTo>
                    <a:pt x="245" y="868"/>
                  </a:lnTo>
                  <a:lnTo>
                    <a:pt x="244" y="868"/>
                  </a:lnTo>
                  <a:lnTo>
                    <a:pt x="244" y="868"/>
                  </a:lnTo>
                  <a:lnTo>
                    <a:pt x="244" y="869"/>
                  </a:lnTo>
                  <a:lnTo>
                    <a:pt x="244" y="869"/>
                  </a:lnTo>
                  <a:lnTo>
                    <a:pt x="244" y="870"/>
                  </a:lnTo>
                  <a:lnTo>
                    <a:pt x="244" y="870"/>
                  </a:lnTo>
                  <a:lnTo>
                    <a:pt x="244" y="871"/>
                  </a:lnTo>
                  <a:lnTo>
                    <a:pt x="245" y="871"/>
                  </a:lnTo>
                  <a:lnTo>
                    <a:pt x="245" y="872"/>
                  </a:lnTo>
                  <a:lnTo>
                    <a:pt x="244" y="872"/>
                  </a:lnTo>
                  <a:lnTo>
                    <a:pt x="243" y="872"/>
                  </a:lnTo>
                  <a:lnTo>
                    <a:pt x="243" y="872"/>
                  </a:lnTo>
                  <a:lnTo>
                    <a:pt x="243" y="872"/>
                  </a:lnTo>
                  <a:lnTo>
                    <a:pt x="243" y="873"/>
                  </a:lnTo>
                  <a:lnTo>
                    <a:pt x="241" y="873"/>
                  </a:lnTo>
                  <a:lnTo>
                    <a:pt x="241" y="874"/>
                  </a:lnTo>
                  <a:lnTo>
                    <a:pt x="240" y="874"/>
                  </a:lnTo>
                  <a:lnTo>
                    <a:pt x="240" y="874"/>
                  </a:lnTo>
                  <a:lnTo>
                    <a:pt x="239" y="874"/>
                  </a:lnTo>
                  <a:lnTo>
                    <a:pt x="237" y="874"/>
                  </a:lnTo>
                  <a:lnTo>
                    <a:pt x="237" y="874"/>
                  </a:lnTo>
                  <a:lnTo>
                    <a:pt x="236" y="874"/>
                  </a:lnTo>
                  <a:lnTo>
                    <a:pt x="236" y="873"/>
                  </a:lnTo>
                  <a:lnTo>
                    <a:pt x="236" y="873"/>
                  </a:lnTo>
                  <a:lnTo>
                    <a:pt x="236" y="873"/>
                  </a:lnTo>
                  <a:lnTo>
                    <a:pt x="235" y="873"/>
                  </a:lnTo>
                  <a:lnTo>
                    <a:pt x="235" y="873"/>
                  </a:lnTo>
                  <a:lnTo>
                    <a:pt x="235" y="872"/>
                  </a:lnTo>
                  <a:lnTo>
                    <a:pt x="233" y="872"/>
                  </a:lnTo>
                  <a:lnTo>
                    <a:pt x="232" y="870"/>
                  </a:lnTo>
                  <a:lnTo>
                    <a:pt x="232" y="869"/>
                  </a:lnTo>
                  <a:lnTo>
                    <a:pt x="232" y="869"/>
                  </a:lnTo>
                  <a:lnTo>
                    <a:pt x="232" y="868"/>
                  </a:lnTo>
                  <a:lnTo>
                    <a:pt x="232" y="868"/>
                  </a:lnTo>
                  <a:lnTo>
                    <a:pt x="232" y="868"/>
                  </a:lnTo>
                  <a:lnTo>
                    <a:pt x="231" y="867"/>
                  </a:lnTo>
                  <a:lnTo>
                    <a:pt x="231" y="867"/>
                  </a:lnTo>
                  <a:lnTo>
                    <a:pt x="231" y="866"/>
                  </a:lnTo>
                  <a:lnTo>
                    <a:pt x="228" y="866"/>
                  </a:lnTo>
                  <a:lnTo>
                    <a:pt x="227" y="867"/>
                  </a:lnTo>
                  <a:lnTo>
                    <a:pt x="227" y="867"/>
                  </a:lnTo>
                  <a:lnTo>
                    <a:pt x="226" y="867"/>
                  </a:lnTo>
                  <a:lnTo>
                    <a:pt x="226" y="867"/>
                  </a:lnTo>
                  <a:lnTo>
                    <a:pt x="226" y="868"/>
                  </a:lnTo>
                  <a:lnTo>
                    <a:pt x="226" y="868"/>
                  </a:lnTo>
                  <a:lnTo>
                    <a:pt x="226" y="868"/>
                  </a:lnTo>
                  <a:lnTo>
                    <a:pt x="226" y="868"/>
                  </a:lnTo>
                  <a:lnTo>
                    <a:pt x="225" y="868"/>
                  </a:lnTo>
                  <a:lnTo>
                    <a:pt x="225" y="868"/>
                  </a:lnTo>
                  <a:lnTo>
                    <a:pt x="225" y="868"/>
                  </a:lnTo>
                  <a:lnTo>
                    <a:pt x="225" y="868"/>
                  </a:lnTo>
                  <a:lnTo>
                    <a:pt x="224" y="868"/>
                  </a:lnTo>
                  <a:lnTo>
                    <a:pt x="224" y="868"/>
                  </a:lnTo>
                  <a:lnTo>
                    <a:pt x="225" y="869"/>
                  </a:lnTo>
                  <a:lnTo>
                    <a:pt x="226" y="869"/>
                  </a:lnTo>
                  <a:lnTo>
                    <a:pt x="225" y="869"/>
                  </a:lnTo>
                  <a:lnTo>
                    <a:pt x="226" y="869"/>
                  </a:lnTo>
                  <a:lnTo>
                    <a:pt x="225" y="870"/>
                  </a:lnTo>
                  <a:lnTo>
                    <a:pt x="225" y="870"/>
                  </a:lnTo>
                  <a:lnTo>
                    <a:pt x="225" y="871"/>
                  </a:lnTo>
                  <a:lnTo>
                    <a:pt x="225" y="872"/>
                  </a:lnTo>
                  <a:lnTo>
                    <a:pt x="224" y="871"/>
                  </a:lnTo>
                  <a:lnTo>
                    <a:pt x="224" y="871"/>
                  </a:lnTo>
                  <a:lnTo>
                    <a:pt x="225" y="871"/>
                  </a:lnTo>
                  <a:lnTo>
                    <a:pt x="225" y="871"/>
                  </a:lnTo>
                  <a:lnTo>
                    <a:pt x="224" y="871"/>
                  </a:lnTo>
                  <a:lnTo>
                    <a:pt x="224" y="871"/>
                  </a:lnTo>
                  <a:lnTo>
                    <a:pt x="224" y="871"/>
                  </a:lnTo>
                  <a:lnTo>
                    <a:pt x="224" y="871"/>
                  </a:lnTo>
                  <a:lnTo>
                    <a:pt x="224" y="871"/>
                  </a:lnTo>
                  <a:lnTo>
                    <a:pt x="224" y="872"/>
                  </a:lnTo>
                  <a:lnTo>
                    <a:pt x="223" y="872"/>
                  </a:lnTo>
                  <a:lnTo>
                    <a:pt x="223" y="871"/>
                  </a:lnTo>
                  <a:lnTo>
                    <a:pt x="223" y="871"/>
                  </a:lnTo>
                  <a:lnTo>
                    <a:pt x="223" y="872"/>
                  </a:lnTo>
                  <a:lnTo>
                    <a:pt x="223" y="873"/>
                  </a:lnTo>
                  <a:lnTo>
                    <a:pt x="221" y="873"/>
                  </a:lnTo>
                  <a:lnTo>
                    <a:pt x="221" y="872"/>
                  </a:lnTo>
                  <a:lnTo>
                    <a:pt x="221" y="872"/>
                  </a:lnTo>
                  <a:lnTo>
                    <a:pt x="221" y="872"/>
                  </a:lnTo>
                  <a:lnTo>
                    <a:pt x="220" y="872"/>
                  </a:lnTo>
                  <a:lnTo>
                    <a:pt x="219" y="872"/>
                  </a:lnTo>
                  <a:lnTo>
                    <a:pt x="219" y="872"/>
                  </a:lnTo>
                  <a:lnTo>
                    <a:pt x="219" y="871"/>
                  </a:lnTo>
                  <a:lnTo>
                    <a:pt x="219" y="870"/>
                  </a:lnTo>
                  <a:lnTo>
                    <a:pt x="219" y="870"/>
                  </a:lnTo>
                  <a:lnTo>
                    <a:pt x="219" y="870"/>
                  </a:lnTo>
                  <a:lnTo>
                    <a:pt x="219" y="870"/>
                  </a:lnTo>
                  <a:lnTo>
                    <a:pt x="219" y="870"/>
                  </a:lnTo>
                  <a:lnTo>
                    <a:pt x="219" y="868"/>
                  </a:lnTo>
                  <a:lnTo>
                    <a:pt x="219" y="868"/>
                  </a:lnTo>
                  <a:lnTo>
                    <a:pt x="218" y="868"/>
                  </a:lnTo>
                  <a:lnTo>
                    <a:pt x="219" y="868"/>
                  </a:lnTo>
                  <a:lnTo>
                    <a:pt x="219" y="867"/>
                  </a:lnTo>
                  <a:lnTo>
                    <a:pt x="218" y="867"/>
                  </a:lnTo>
                  <a:lnTo>
                    <a:pt x="217" y="868"/>
                  </a:lnTo>
                  <a:lnTo>
                    <a:pt x="217" y="868"/>
                  </a:lnTo>
                  <a:lnTo>
                    <a:pt x="218" y="868"/>
                  </a:lnTo>
                  <a:lnTo>
                    <a:pt x="218" y="868"/>
                  </a:lnTo>
                  <a:lnTo>
                    <a:pt x="217" y="868"/>
                  </a:lnTo>
                  <a:lnTo>
                    <a:pt x="216" y="868"/>
                  </a:lnTo>
                  <a:lnTo>
                    <a:pt x="216" y="867"/>
                  </a:lnTo>
                  <a:lnTo>
                    <a:pt x="215" y="868"/>
                  </a:lnTo>
                  <a:lnTo>
                    <a:pt x="215" y="868"/>
                  </a:lnTo>
                  <a:lnTo>
                    <a:pt x="215" y="868"/>
                  </a:lnTo>
                  <a:lnTo>
                    <a:pt x="215" y="867"/>
                  </a:lnTo>
                  <a:lnTo>
                    <a:pt x="215" y="867"/>
                  </a:lnTo>
                  <a:lnTo>
                    <a:pt x="215" y="867"/>
                  </a:lnTo>
                  <a:lnTo>
                    <a:pt x="215" y="867"/>
                  </a:lnTo>
                  <a:lnTo>
                    <a:pt x="214" y="867"/>
                  </a:lnTo>
                  <a:lnTo>
                    <a:pt x="213" y="865"/>
                  </a:lnTo>
                  <a:lnTo>
                    <a:pt x="213" y="865"/>
                  </a:lnTo>
                  <a:lnTo>
                    <a:pt x="212" y="866"/>
                  </a:lnTo>
                  <a:lnTo>
                    <a:pt x="213" y="867"/>
                  </a:lnTo>
                  <a:lnTo>
                    <a:pt x="213" y="868"/>
                  </a:lnTo>
                  <a:lnTo>
                    <a:pt x="214" y="868"/>
                  </a:lnTo>
                  <a:lnTo>
                    <a:pt x="214" y="868"/>
                  </a:lnTo>
                  <a:lnTo>
                    <a:pt x="214" y="868"/>
                  </a:lnTo>
                  <a:lnTo>
                    <a:pt x="214" y="869"/>
                  </a:lnTo>
                  <a:lnTo>
                    <a:pt x="214" y="869"/>
                  </a:lnTo>
                  <a:lnTo>
                    <a:pt x="215" y="870"/>
                  </a:lnTo>
                  <a:lnTo>
                    <a:pt x="215" y="872"/>
                  </a:lnTo>
                  <a:lnTo>
                    <a:pt x="215" y="871"/>
                  </a:lnTo>
                  <a:lnTo>
                    <a:pt x="215" y="872"/>
                  </a:lnTo>
                  <a:lnTo>
                    <a:pt x="215" y="872"/>
                  </a:lnTo>
                  <a:lnTo>
                    <a:pt x="215" y="871"/>
                  </a:lnTo>
                  <a:lnTo>
                    <a:pt x="215" y="872"/>
                  </a:lnTo>
                  <a:lnTo>
                    <a:pt x="215" y="871"/>
                  </a:lnTo>
                  <a:lnTo>
                    <a:pt x="215" y="871"/>
                  </a:lnTo>
                  <a:lnTo>
                    <a:pt x="215" y="871"/>
                  </a:lnTo>
                  <a:lnTo>
                    <a:pt x="215" y="871"/>
                  </a:lnTo>
                  <a:lnTo>
                    <a:pt x="216" y="870"/>
                  </a:lnTo>
                  <a:lnTo>
                    <a:pt x="217" y="870"/>
                  </a:lnTo>
                  <a:lnTo>
                    <a:pt x="217" y="871"/>
                  </a:lnTo>
                  <a:lnTo>
                    <a:pt x="217" y="871"/>
                  </a:lnTo>
                  <a:lnTo>
                    <a:pt x="217" y="872"/>
                  </a:lnTo>
                  <a:lnTo>
                    <a:pt x="217" y="873"/>
                  </a:lnTo>
                  <a:lnTo>
                    <a:pt x="216" y="873"/>
                  </a:lnTo>
                  <a:lnTo>
                    <a:pt x="215" y="873"/>
                  </a:lnTo>
                  <a:lnTo>
                    <a:pt x="215" y="873"/>
                  </a:lnTo>
                  <a:lnTo>
                    <a:pt x="215" y="873"/>
                  </a:lnTo>
                  <a:lnTo>
                    <a:pt x="215" y="874"/>
                  </a:lnTo>
                  <a:lnTo>
                    <a:pt x="215" y="874"/>
                  </a:lnTo>
                  <a:lnTo>
                    <a:pt x="215" y="874"/>
                  </a:lnTo>
                  <a:lnTo>
                    <a:pt x="215" y="875"/>
                  </a:lnTo>
                  <a:lnTo>
                    <a:pt x="216" y="876"/>
                  </a:lnTo>
                  <a:lnTo>
                    <a:pt x="216" y="876"/>
                  </a:lnTo>
                  <a:lnTo>
                    <a:pt x="215" y="876"/>
                  </a:lnTo>
                  <a:lnTo>
                    <a:pt x="215" y="876"/>
                  </a:lnTo>
                  <a:lnTo>
                    <a:pt x="215" y="877"/>
                  </a:lnTo>
                  <a:lnTo>
                    <a:pt x="216" y="877"/>
                  </a:lnTo>
                  <a:lnTo>
                    <a:pt x="216" y="877"/>
                  </a:lnTo>
                  <a:lnTo>
                    <a:pt x="216" y="879"/>
                  </a:lnTo>
                  <a:lnTo>
                    <a:pt x="217" y="880"/>
                  </a:lnTo>
                  <a:lnTo>
                    <a:pt x="217" y="880"/>
                  </a:lnTo>
                  <a:lnTo>
                    <a:pt x="217" y="881"/>
                  </a:lnTo>
                  <a:lnTo>
                    <a:pt x="217" y="881"/>
                  </a:lnTo>
                  <a:lnTo>
                    <a:pt x="218" y="882"/>
                  </a:lnTo>
                  <a:lnTo>
                    <a:pt x="218" y="883"/>
                  </a:lnTo>
                  <a:lnTo>
                    <a:pt x="217" y="884"/>
                  </a:lnTo>
                  <a:lnTo>
                    <a:pt x="216" y="884"/>
                  </a:lnTo>
                  <a:lnTo>
                    <a:pt x="216" y="885"/>
                  </a:lnTo>
                  <a:lnTo>
                    <a:pt x="215" y="885"/>
                  </a:lnTo>
                  <a:lnTo>
                    <a:pt x="215" y="885"/>
                  </a:lnTo>
                  <a:lnTo>
                    <a:pt x="213" y="885"/>
                  </a:lnTo>
                  <a:lnTo>
                    <a:pt x="213" y="886"/>
                  </a:lnTo>
                  <a:lnTo>
                    <a:pt x="212" y="886"/>
                  </a:lnTo>
                  <a:lnTo>
                    <a:pt x="211" y="886"/>
                  </a:lnTo>
                  <a:lnTo>
                    <a:pt x="211" y="886"/>
                  </a:lnTo>
                  <a:lnTo>
                    <a:pt x="211" y="886"/>
                  </a:lnTo>
                  <a:lnTo>
                    <a:pt x="209" y="886"/>
                  </a:lnTo>
                  <a:lnTo>
                    <a:pt x="209" y="886"/>
                  </a:lnTo>
                  <a:lnTo>
                    <a:pt x="209" y="886"/>
                  </a:lnTo>
                  <a:lnTo>
                    <a:pt x="210" y="886"/>
                  </a:lnTo>
                  <a:lnTo>
                    <a:pt x="210" y="887"/>
                  </a:lnTo>
                  <a:lnTo>
                    <a:pt x="209" y="887"/>
                  </a:lnTo>
                  <a:lnTo>
                    <a:pt x="209" y="888"/>
                  </a:lnTo>
                  <a:lnTo>
                    <a:pt x="210" y="888"/>
                  </a:lnTo>
                  <a:lnTo>
                    <a:pt x="211" y="886"/>
                  </a:lnTo>
                  <a:lnTo>
                    <a:pt x="211" y="886"/>
                  </a:lnTo>
                  <a:lnTo>
                    <a:pt x="212" y="886"/>
                  </a:lnTo>
                  <a:lnTo>
                    <a:pt x="213" y="886"/>
                  </a:lnTo>
                  <a:lnTo>
                    <a:pt x="215" y="886"/>
                  </a:lnTo>
                  <a:lnTo>
                    <a:pt x="215" y="886"/>
                  </a:lnTo>
                  <a:lnTo>
                    <a:pt x="215" y="886"/>
                  </a:lnTo>
                  <a:lnTo>
                    <a:pt x="216" y="886"/>
                  </a:lnTo>
                  <a:lnTo>
                    <a:pt x="217" y="886"/>
                  </a:lnTo>
                  <a:lnTo>
                    <a:pt x="218" y="887"/>
                  </a:lnTo>
                  <a:lnTo>
                    <a:pt x="217" y="888"/>
                  </a:lnTo>
                  <a:lnTo>
                    <a:pt x="217" y="888"/>
                  </a:lnTo>
                  <a:lnTo>
                    <a:pt x="217" y="889"/>
                  </a:lnTo>
                  <a:lnTo>
                    <a:pt x="217" y="889"/>
                  </a:lnTo>
                  <a:lnTo>
                    <a:pt x="217" y="890"/>
                  </a:lnTo>
                  <a:lnTo>
                    <a:pt x="217" y="890"/>
                  </a:lnTo>
                  <a:lnTo>
                    <a:pt x="216" y="890"/>
                  </a:lnTo>
                  <a:lnTo>
                    <a:pt x="216" y="890"/>
                  </a:lnTo>
                  <a:lnTo>
                    <a:pt x="215" y="890"/>
                  </a:lnTo>
                  <a:lnTo>
                    <a:pt x="215" y="890"/>
                  </a:lnTo>
                  <a:lnTo>
                    <a:pt x="215" y="890"/>
                  </a:lnTo>
                  <a:lnTo>
                    <a:pt x="214" y="890"/>
                  </a:lnTo>
                  <a:lnTo>
                    <a:pt x="213" y="889"/>
                  </a:lnTo>
                  <a:lnTo>
                    <a:pt x="211" y="889"/>
                  </a:lnTo>
                  <a:lnTo>
                    <a:pt x="211" y="889"/>
                  </a:lnTo>
                  <a:lnTo>
                    <a:pt x="211" y="889"/>
                  </a:lnTo>
                  <a:lnTo>
                    <a:pt x="211" y="890"/>
                  </a:lnTo>
                  <a:lnTo>
                    <a:pt x="211" y="890"/>
                  </a:lnTo>
                  <a:lnTo>
                    <a:pt x="211" y="890"/>
                  </a:lnTo>
                  <a:lnTo>
                    <a:pt x="211" y="890"/>
                  </a:lnTo>
                  <a:lnTo>
                    <a:pt x="211" y="890"/>
                  </a:lnTo>
                  <a:lnTo>
                    <a:pt x="211" y="890"/>
                  </a:lnTo>
                  <a:lnTo>
                    <a:pt x="210" y="890"/>
                  </a:lnTo>
                  <a:lnTo>
                    <a:pt x="209" y="890"/>
                  </a:lnTo>
                  <a:lnTo>
                    <a:pt x="208" y="890"/>
                  </a:lnTo>
                  <a:lnTo>
                    <a:pt x="207" y="890"/>
                  </a:lnTo>
                  <a:lnTo>
                    <a:pt x="206" y="890"/>
                  </a:lnTo>
                  <a:lnTo>
                    <a:pt x="206" y="890"/>
                  </a:lnTo>
                  <a:lnTo>
                    <a:pt x="206" y="890"/>
                  </a:lnTo>
                  <a:lnTo>
                    <a:pt x="204" y="890"/>
                  </a:lnTo>
                  <a:lnTo>
                    <a:pt x="204" y="889"/>
                  </a:lnTo>
                  <a:lnTo>
                    <a:pt x="203" y="889"/>
                  </a:lnTo>
                  <a:lnTo>
                    <a:pt x="202" y="889"/>
                  </a:lnTo>
                  <a:lnTo>
                    <a:pt x="202" y="889"/>
                  </a:lnTo>
                  <a:lnTo>
                    <a:pt x="202" y="888"/>
                  </a:lnTo>
                  <a:lnTo>
                    <a:pt x="201" y="887"/>
                  </a:lnTo>
                  <a:lnTo>
                    <a:pt x="199" y="887"/>
                  </a:lnTo>
                  <a:lnTo>
                    <a:pt x="199" y="887"/>
                  </a:lnTo>
                  <a:lnTo>
                    <a:pt x="198" y="887"/>
                  </a:lnTo>
                  <a:lnTo>
                    <a:pt x="198" y="886"/>
                  </a:lnTo>
                  <a:lnTo>
                    <a:pt x="198" y="886"/>
                  </a:lnTo>
                  <a:lnTo>
                    <a:pt x="198" y="887"/>
                  </a:lnTo>
                  <a:lnTo>
                    <a:pt x="198" y="887"/>
                  </a:lnTo>
                  <a:lnTo>
                    <a:pt x="198" y="887"/>
                  </a:lnTo>
                  <a:lnTo>
                    <a:pt x="198" y="887"/>
                  </a:lnTo>
                  <a:lnTo>
                    <a:pt x="198" y="888"/>
                  </a:lnTo>
                  <a:lnTo>
                    <a:pt x="198" y="888"/>
                  </a:lnTo>
                  <a:lnTo>
                    <a:pt x="198" y="888"/>
                  </a:lnTo>
                  <a:lnTo>
                    <a:pt x="199" y="888"/>
                  </a:lnTo>
                  <a:lnTo>
                    <a:pt x="199" y="888"/>
                  </a:lnTo>
                  <a:lnTo>
                    <a:pt x="199" y="888"/>
                  </a:lnTo>
                  <a:lnTo>
                    <a:pt x="199" y="888"/>
                  </a:lnTo>
                  <a:lnTo>
                    <a:pt x="200" y="888"/>
                  </a:lnTo>
                  <a:lnTo>
                    <a:pt x="201" y="889"/>
                  </a:lnTo>
                  <a:lnTo>
                    <a:pt x="201" y="889"/>
                  </a:lnTo>
                  <a:lnTo>
                    <a:pt x="202" y="889"/>
                  </a:lnTo>
                  <a:lnTo>
                    <a:pt x="201" y="890"/>
                  </a:lnTo>
                  <a:lnTo>
                    <a:pt x="202" y="890"/>
                  </a:lnTo>
                  <a:lnTo>
                    <a:pt x="202" y="890"/>
                  </a:lnTo>
                  <a:lnTo>
                    <a:pt x="202" y="890"/>
                  </a:lnTo>
                  <a:lnTo>
                    <a:pt x="203" y="890"/>
                  </a:lnTo>
                  <a:lnTo>
                    <a:pt x="203" y="891"/>
                  </a:lnTo>
                  <a:lnTo>
                    <a:pt x="204" y="891"/>
                  </a:lnTo>
                  <a:lnTo>
                    <a:pt x="204" y="892"/>
                  </a:lnTo>
                  <a:lnTo>
                    <a:pt x="204" y="891"/>
                  </a:lnTo>
                  <a:lnTo>
                    <a:pt x="203" y="890"/>
                  </a:lnTo>
                  <a:lnTo>
                    <a:pt x="203" y="890"/>
                  </a:lnTo>
                  <a:lnTo>
                    <a:pt x="204" y="890"/>
                  </a:lnTo>
                  <a:lnTo>
                    <a:pt x="205" y="890"/>
                  </a:lnTo>
                  <a:lnTo>
                    <a:pt x="204" y="890"/>
                  </a:lnTo>
                  <a:lnTo>
                    <a:pt x="205" y="890"/>
                  </a:lnTo>
                  <a:lnTo>
                    <a:pt x="206" y="890"/>
                  </a:lnTo>
                  <a:lnTo>
                    <a:pt x="206" y="890"/>
                  </a:lnTo>
                  <a:lnTo>
                    <a:pt x="206" y="890"/>
                  </a:lnTo>
                  <a:lnTo>
                    <a:pt x="206" y="891"/>
                  </a:lnTo>
                  <a:lnTo>
                    <a:pt x="207" y="891"/>
                  </a:lnTo>
                  <a:lnTo>
                    <a:pt x="207" y="893"/>
                  </a:lnTo>
                  <a:lnTo>
                    <a:pt x="207" y="893"/>
                  </a:lnTo>
                  <a:lnTo>
                    <a:pt x="207" y="893"/>
                  </a:lnTo>
                  <a:lnTo>
                    <a:pt x="207" y="893"/>
                  </a:lnTo>
                  <a:lnTo>
                    <a:pt x="206" y="894"/>
                  </a:lnTo>
                  <a:lnTo>
                    <a:pt x="206" y="894"/>
                  </a:lnTo>
                  <a:lnTo>
                    <a:pt x="206" y="893"/>
                  </a:lnTo>
                  <a:lnTo>
                    <a:pt x="206" y="894"/>
                  </a:lnTo>
                  <a:lnTo>
                    <a:pt x="205" y="894"/>
                  </a:lnTo>
                  <a:lnTo>
                    <a:pt x="204" y="895"/>
                  </a:lnTo>
                  <a:lnTo>
                    <a:pt x="203" y="895"/>
                  </a:lnTo>
                  <a:lnTo>
                    <a:pt x="203" y="896"/>
                  </a:lnTo>
                  <a:lnTo>
                    <a:pt x="203" y="897"/>
                  </a:lnTo>
                  <a:lnTo>
                    <a:pt x="202" y="898"/>
                  </a:lnTo>
                  <a:lnTo>
                    <a:pt x="202" y="898"/>
                  </a:lnTo>
                  <a:lnTo>
                    <a:pt x="202" y="899"/>
                  </a:lnTo>
                  <a:lnTo>
                    <a:pt x="201" y="899"/>
                  </a:lnTo>
                  <a:lnTo>
                    <a:pt x="200" y="899"/>
                  </a:lnTo>
                  <a:lnTo>
                    <a:pt x="198" y="899"/>
                  </a:lnTo>
                  <a:lnTo>
                    <a:pt x="198" y="899"/>
                  </a:lnTo>
                  <a:lnTo>
                    <a:pt x="198" y="899"/>
                  </a:lnTo>
                  <a:lnTo>
                    <a:pt x="197" y="900"/>
                  </a:lnTo>
                  <a:lnTo>
                    <a:pt x="196" y="899"/>
                  </a:lnTo>
                  <a:lnTo>
                    <a:pt x="196" y="899"/>
                  </a:lnTo>
                  <a:lnTo>
                    <a:pt x="195" y="899"/>
                  </a:lnTo>
                  <a:lnTo>
                    <a:pt x="196" y="899"/>
                  </a:lnTo>
                  <a:lnTo>
                    <a:pt x="195" y="899"/>
                  </a:lnTo>
                  <a:lnTo>
                    <a:pt x="195" y="899"/>
                  </a:lnTo>
                  <a:lnTo>
                    <a:pt x="195" y="899"/>
                  </a:lnTo>
                  <a:lnTo>
                    <a:pt x="195" y="899"/>
                  </a:lnTo>
                  <a:lnTo>
                    <a:pt x="194" y="899"/>
                  </a:lnTo>
                  <a:lnTo>
                    <a:pt x="193" y="899"/>
                  </a:lnTo>
                  <a:lnTo>
                    <a:pt x="194" y="899"/>
                  </a:lnTo>
                  <a:lnTo>
                    <a:pt x="193" y="900"/>
                  </a:lnTo>
                  <a:lnTo>
                    <a:pt x="193" y="900"/>
                  </a:lnTo>
                  <a:lnTo>
                    <a:pt x="193" y="900"/>
                  </a:lnTo>
                  <a:lnTo>
                    <a:pt x="193" y="901"/>
                  </a:lnTo>
                  <a:lnTo>
                    <a:pt x="192" y="901"/>
                  </a:lnTo>
                  <a:lnTo>
                    <a:pt x="192" y="901"/>
                  </a:lnTo>
                  <a:lnTo>
                    <a:pt x="191" y="900"/>
                  </a:lnTo>
                  <a:lnTo>
                    <a:pt x="192" y="900"/>
                  </a:lnTo>
                  <a:lnTo>
                    <a:pt x="190" y="900"/>
                  </a:lnTo>
                  <a:lnTo>
                    <a:pt x="190" y="899"/>
                  </a:lnTo>
                  <a:lnTo>
                    <a:pt x="190" y="899"/>
                  </a:lnTo>
                  <a:lnTo>
                    <a:pt x="190" y="900"/>
                  </a:lnTo>
                  <a:lnTo>
                    <a:pt x="190" y="900"/>
                  </a:lnTo>
                  <a:lnTo>
                    <a:pt x="190" y="901"/>
                  </a:lnTo>
                  <a:lnTo>
                    <a:pt x="189" y="901"/>
                  </a:lnTo>
                  <a:lnTo>
                    <a:pt x="189" y="902"/>
                  </a:lnTo>
                  <a:lnTo>
                    <a:pt x="186" y="902"/>
                  </a:lnTo>
                  <a:lnTo>
                    <a:pt x="185" y="902"/>
                  </a:lnTo>
                  <a:lnTo>
                    <a:pt x="185" y="902"/>
                  </a:lnTo>
                  <a:lnTo>
                    <a:pt x="183" y="903"/>
                  </a:lnTo>
                  <a:lnTo>
                    <a:pt x="183" y="903"/>
                  </a:lnTo>
                  <a:lnTo>
                    <a:pt x="182" y="903"/>
                  </a:lnTo>
                  <a:lnTo>
                    <a:pt x="182" y="903"/>
                  </a:lnTo>
                  <a:lnTo>
                    <a:pt x="180" y="903"/>
                  </a:lnTo>
                  <a:lnTo>
                    <a:pt x="180" y="903"/>
                  </a:lnTo>
                  <a:lnTo>
                    <a:pt x="179" y="903"/>
                  </a:lnTo>
                  <a:lnTo>
                    <a:pt x="178" y="903"/>
                  </a:lnTo>
                  <a:lnTo>
                    <a:pt x="176" y="903"/>
                  </a:lnTo>
                  <a:lnTo>
                    <a:pt x="176" y="904"/>
                  </a:lnTo>
                  <a:lnTo>
                    <a:pt x="175" y="904"/>
                  </a:lnTo>
                  <a:lnTo>
                    <a:pt x="173" y="904"/>
                  </a:lnTo>
                  <a:lnTo>
                    <a:pt x="173" y="905"/>
                  </a:lnTo>
                  <a:lnTo>
                    <a:pt x="174" y="905"/>
                  </a:lnTo>
                  <a:lnTo>
                    <a:pt x="174" y="906"/>
                  </a:lnTo>
                  <a:lnTo>
                    <a:pt x="175" y="906"/>
                  </a:lnTo>
                  <a:lnTo>
                    <a:pt x="175" y="905"/>
                  </a:lnTo>
                  <a:lnTo>
                    <a:pt x="175" y="905"/>
                  </a:lnTo>
                  <a:lnTo>
                    <a:pt x="175" y="905"/>
                  </a:lnTo>
                  <a:lnTo>
                    <a:pt x="177" y="904"/>
                  </a:lnTo>
                  <a:lnTo>
                    <a:pt x="177" y="904"/>
                  </a:lnTo>
                  <a:lnTo>
                    <a:pt x="177" y="905"/>
                  </a:lnTo>
                  <a:lnTo>
                    <a:pt x="177" y="905"/>
                  </a:lnTo>
                  <a:lnTo>
                    <a:pt x="177" y="905"/>
                  </a:lnTo>
                  <a:lnTo>
                    <a:pt x="178" y="903"/>
                  </a:lnTo>
                  <a:lnTo>
                    <a:pt x="178" y="903"/>
                  </a:lnTo>
                  <a:lnTo>
                    <a:pt x="179" y="903"/>
                  </a:lnTo>
                  <a:lnTo>
                    <a:pt x="180" y="903"/>
                  </a:lnTo>
                  <a:lnTo>
                    <a:pt x="180" y="903"/>
                  </a:lnTo>
                  <a:lnTo>
                    <a:pt x="180" y="903"/>
                  </a:lnTo>
                  <a:lnTo>
                    <a:pt x="181" y="903"/>
                  </a:lnTo>
                  <a:lnTo>
                    <a:pt x="182" y="903"/>
                  </a:lnTo>
                  <a:lnTo>
                    <a:pt x="183" y="903"/>
                  </a:lnTo>
                  <a:lnTo>
                    <a:pt x="184" y="904"/>
                  </a:lnTo>
                  <a:lnTo>
                    <a:pt x="184" y="904"/>
                  </a:lnTo>
                  <a:lnTo>
                    <a:pt x="185" y="905"/>
                  </a:lnTo>
                  <a:lnTo>
                    <a:pt x="185" y="904"/>
                  </a:lnTo>
                  <a:lnTo>
                    <a:pt x="185" y="904"/>
                  </a:lnTo>
                  <a:lnTo>
                    <a:pt x="185" y="903"/>
                  </a:lnTo>
                  <a:lnTo>
                    <a:pt x="185" y="903"/>
                  </a:lnTo>
                  <a:lnTo>
                    <a:pt x="185" y="903"/>
                  </a:lnTo>
                  <a:lnTo>
                    <a:pt x="186" y="903"/>
                  </a:lnTo>
                  <a:lnTo>
                    <a:pt x="186" y="903"/>
                  </a:lnTo>
                  <a:lnTo>
                    <a:pt x="186" y="903"/>
                  </a:lnTo>
                  <a:lnTo>
                    <a:pt x="187" y="903"/>
                  </a:lnTo>
                  <a:lnTo>
                    <a:pt x="187" y="903"/>
                  </a:lnTo>
                  <a:lnTo>
                    <a:pt x="188" y="903"/>
                  </a:lnTo>
                  <a:lnTo>
                    <a:pt x="189" y="903"/>
                  </a:lnTo>
                  <a:lnTo>
                    <a:pt x="189" y="903"/>
                  </a:lnTo>
                  <a:lnTo>
                    <a:pt x="189" y="904"/>
                  </a:lnTo>
                  <a:lnTo>
                    <a:pt x="189" y="903"/>
                  </a:lnTo>
                  <a:lnTo>
                    <a:pt x="189" y="903"/>
                  </a:lnTo>
                  <a:lnTo>
                    <a:pt x="189" y="903"/>
                  </a:lnTo>
                  <a:lnTo>
                    <a:pt x="190" y="903"/>
                  </a:lnTo>
                  <a:lnTo>
                    <a:pt x="191" y="903"/>
                  </a:lnTo>
                  <a:lnTo>
                    <a:pt x="191" y="903"/>
                  </a:lnTo>
                  <a:lnTo>
                    <a:pt x="191" y="903"/>
                  </a:lnTo>
                  <a:lnTo>
                    <a:pt x="192" y="903"/>
                  </a:lnTo>
                  <a:lnTo>
                    <a:pt x="193" y="902"/>
                  </a:lnTo>
                  <a:lnTo>
                    <a:pt x="195" y="902"/>
                  </a:lnTo>
                  <a:lnTo>
                    <a:pt x="198" y="901"/>
                  </a:lnTo>
                  <a:lnTo>
                    <a:pt x="198" y="902"/>
                  </a:lnTo>
                  <a:lnTo>
                    <a:pt x="199" y="902"/>
                  </a:lnTo>
                  <a:lnTo>
                    <a:pt x="199" y="902"/>
                  </a:lnTo>
                  <a:lnTo>
                    <a:pt x="200" y="901"/>
                  </a:lnTo>
                  <a:lnTo>
                    <a:pt x="200" y="901"/>
                  </a:lnTo>
                  <a:lnTo>
                    <a:pt x="202" y="900"/>
                  </a:lnTo>
                  <a:lnTo>
                    <a:pt x="202" y="901"/>
                  </a:lnTo>
                  <a:lnTo>
                    <a:pt x="203" y="901"/>
                  </a:lnTo>
                  <a:lnTo>
                    <a:pt x="203" y="901"/>
                  </a:lnTo>
                  <a:lnTo>
                    <a:pt x="203" y="901"/>
                  </a:lnTo>
                  <a:lnTo>
                    <a:pt x="204" y="901"/>
                  </a:lnTo>
                  <a:lnTo>
                    <a:pt x="205" y="901"/>
                  </a:lnTo>
                  <a:lnTo>
                    <a:pt x="205" y="901"/>
                  </a:lnTo>
                  <a:lnTo>
                    <a:pt x="206" y="902"/>
                  </a:lnTo>
                  <a:lnTo>
                    <a:pt x="206" y="902"/>
                  </a:lnTo>
                  <a:lnTo>
                    <a:pt x="206" y="902"/>
                  </a:lnTo>
                  <a:lnTo>
                    <a:pt x="207" y="902"/>
                  </a:lnTo>
                  <a:lnTo>
                    <a:pt x="207" y="902"/>
                  </a:lnTo>
                  <a:lnTo>
                    <a:pt x="207" y="902"/>
                  </a:lnTo>
                  <a:lnTo>
                    <a:pt x="207" y="900"/>
                  </a:lnTo>
                  <a:lnTo>
                    <a:pt x="208" y="900"/>
                  </a:lnTo>
                  <a:lnTo>
                    <a:pt x="208" y="900"/>
                  </a:lnTo>
                  <a:lnTo>
                    <a:pt x="208" y="900"/>
                  </a:lnTo>
                  <a:lnTo>
                    <a:pt x="207" y="900"/>
                  </a:lnTo>
                  <a:lnTo>
                    <a:pt x="206" y="900"/>
                  </a:lnTo>
                  <a:lnTo>
                    <a:pt x="206" y="900"/>
                  </a:lnTo>
                  <a:lnTo>
                    <a:pt x="206" y="900"/>
                  </a:lnTo>
                  <a:lnTo>
                    <a:pt x="206" y="900"/>
                  </a:lnTo>
                  <a:lnTo>
                    <a:pt x="206" y="899"/>
                  </a:lnTo>
                  <a:lnTo>
                    <a:pt x="207" y="899"/>
                  </a:lnTo>
                  <a:lnTo>
                    <a:pt x="207" y="899"/>
                  </a:lnTo>
                  <a:lnTo>
                    <a:pt x="207" y="898"/>
                  </a:lnTo>
                  <a:lnTo>
                    <a:pt x="209" y="898"/>
                  </a:lnTo>
                  <a:lnTo>
                    <a:pt x="209" y="898"/>
                  </a:lnTo>
                  <a:lnTo>
                    <a:pt x="209" y="898"/>
                  </a:lnTo>
                  <a:lnTo>
                    <a:pt x="209" y="899"/>
                  </a:lnTo>
                  <a:lnTo>
                    <a:pt x="209" y="899"/>
                  </a:lnTo>
                  <a:lnTo>
                    <a:pt x="210" y="899"/>
                  </a:lnTo>
                  <a:lnTo>
                    <a:pt x="210" y="898"/>
                  </a:lnTo>
                  <a:lnTo>
                    <a:pt x="209" y="897"/>
                  </a:lnTo>
                  <a:lnTo>
                    <a:pt x="210" y="897"/>
                  </a:lnTo>
                  <a:lnTo>
                    <a:pt x="210" y="897"/>
                  </a:lnTo>
                  <a:lnTo>
                    <a:pt x="211" y="897"/>
                  </a:lnTo>
                  <a:lnTo>
                    <a:pt x="211" y="896"/>
                  </a:lnTo>
                  <a:lnTo>
                    <a:pt x="212" y="896"/>
                  </a:lnTo>
                  <a:lnTo>
                    <a:pt x="212" y="896"/>
                  </a:lnTo>
                  <a:lnTo>
                    <a:pt x="212" y="897"/>
                  </a:lnTo>
                  <a:lnTo>
                    <a:pt x="212" y="899"/>
                  </a:lnTo>
                  <a:lnTo>
                    <a:pt x="213" y="899"/>
                  </a:lnTo>
                  <a:lnTo>
                    <a:pt x="212" y="898"/>
                  </a:lnTo>
                  <a:lnTo>
                    <a:pt x="212" y="897"/>
                  </a:lnTo>
                  <a:lnTo>
                    <a:pt x="213" y="897"/>
                  </a:lnTo>
                  <a:lnTo>
                    <a:pt x="214" y="897"/>
                  </a:lnTo>
                  <a:lnTo>
                    <a:pt x="213" y="898"/>
                  </a:lnTo>
                  <a:lnTo>
                    <a:pt x="213" y="898"/>
                  </a:lnTo>
                  <a:lnTo>
                    <a:pt x="214" y="898"/>
                  </a:lnTo>
                  <a:lnTo>
                    <a:pt x="215" y="898"/>
                  </a:lnTo>
                  <a:lnTo>
                    <a:pt x="214" y="899"/>
                  </a:lnTo>
                  <a:lnTo>
                    <a:pt x="214" y="899"/>
                  </a:lnTo>
                  <a:lnTo>
                    <a:pt x="213" y="899"/>
                  </a:lnTo>
                  <a:lnTo>
                    <a:pt x="212" y="899"/>
                  </a:lnTo>
                  <a:lnTo>
                    <a:pt x="213" y="899"/>
                  </a:lnTo>
                  <a:lnTo>
                    <a:pt x="212" y="899"/>
                  </a:lnTo>
                  <a:lnTo>
                    <a:pt x="212" y="900"/>
                  </a:lnTo>
                  <a:lnTo>
                    <a:pt x="211" y="900"/>
                  </a:lnTo>
                  <a:lnTo>
                    <a:pt x="211" y="901"/>
                  </a:lnTo>
                  <a:lnTo>
                    <a:pt x="212" y="901"/>
                  </a:lnTo>
                  <a:lnTo>
                    <a:pt x="214" y="900"/>
                  </a:lnTo>
                  <a:lnTo>
                    <a:pt x="214" y="901"/>
                  </a:lnTo>
                  <a:lnTo>
                    <a:pt x="215" y="902"/>
                  </a:lnTo>
                  <a:lnTo>
                    <a:pt x="214" y="902"/>
                  </a:lnTo>
                  <a:lnTo>
                    <a:pt x="213" y="902"/>
                  </a:lnTo>
                  <a:lnTo>
                    <a:pt x="213" y="903"/>
                  </a:lnTo>
                  <a:lnTo>
                    <a:pt x="213" y="903"/>
                  </a:lnTo>
                  <a:lnTo>
                    <a:pt x="212" y="902"/>
                  </a:lnTo>
                  <a:lnTo>
                    <a:pt x="212" y="902"/>
                  </a:lnTo>
                  <a:lnTo>
                    <a:pt x="212" y="902"/>
                  </a:lnTo>
                  <a:lnTo>
                    <a:pt x="212" y="903"/>
                  </a:lnTo>
                  <a:lnTo>
                    <a:pt x="212" y="903"/>
                  </a:lnTo>
                  <a:lnTo>
                    <a:pt x="212" y="903"/>
                  </a:lnTo>
                  <a:lnTo>
                    <a:pt x="212" y="904"/>
                  </a:lnTo>
                  <a:lnTo>
                    <a:pt x="213" y="904"/>
                  </a:lnTo>
                  <a:lnTo>
                    <a:pt x="214" y="903"/>
                  </a:lnTo>
                  <a:lnTo>
                    <a:pt x="214" y="903"/>
                  </a:lnTo>
                  <a:lnTo>
                    <a:pt x="215" y="903"/>
                  </a:lnTo>
                  <a:lnTo>
                    <a:pt x="215" y="902"/>
                  </a:lnTo>
                  <a:lnTo>
                    <a:pt x="215" y="902"/>
                  </a:lnTo>
                  <a:lnTo>
                    <a:pt x="215" y="902"/>
                  </a:lnTo>
                  <a:lnTo>
                    <a:pt x="215" y="903"/>
                  </a:lnTo>
                  <a:lnTo>
                    <a:pt x="215" y="903"/>
                  </a:lnTo>
                  <a:lnTo>
                    <a:pt x="215" y="903"/>
                  </a:lnTo>
                  <a:lnTo>
                    <a:pt x="215" y="903"/>
                  </a:lnTo>
                  <a:lnTo>
                    <a:pt x="215" y="904"/>
                  </a:lnTo>
                  <a:lnTo>
                    <a:pt x="215" y="905"/>
                  </a:lnTo>
                  <a:lnTo>
                    <a:pt x="215" y="905"/>
                  </a:lnTo>
                  <a:lnTo>
                    <a:pt x="215" y="906"/>
                  </a:lnTo>
                  <a:lnTo>
                    <a:pt x="215" y="906"/>
                  </a:lnTo>
                  <a:lnTo>
                    <a:pt x="215" y="906"/>
                  </a:lnTo>
                  <a:lnTo>
                    <a:pt x="215" y="906"/>
                  </a:lnTo>
                  <a:lnTo>
                    <a:pt x="216" y="906"/>
                  </a:lnTo>
                  <a:lnTo>
                    <a:pt x="217" y="907"/>
                  </a:lnTo>
                  <a:lnTo>
                    <a:pt x="217" y="907"/>
                  </a:lnTo>
                  <a:lnTo>
                    <a:pt x="215" y="910"/>
                  </a:lnTo>
                  <a:lnTo>
                    <a:pt x="215" y="910"/>
                  </a:lnTo>
                  <a:lnTo>
                    <a:pt x="217" y="911"/>
                  </a:lnTo>
                  <a:lnTo>
                    <a:pt x="217" y="912"/>
                  </a:lnTo>
                  <a:lnTo>
                    <a:pt x="217" y="912"/>
                  </a:lnTo>
                  <a:lnTo>
                    <a:pt x="217" y="913"/>
                  </a:lnTo>
                  <a:lnTo>
                    <a:pt x="217" y="913"/>
                  </a:lnTo>
                  <a:lnTo>
                    <a:pt x="216" y="914"/>
                  </a:lnTo>
                  <a:lnTo>
                    <a:pt x="216" y="914"/>
                  </a:lnTo>
                  <a:lnTo>
                    <a:pt x="216" y="915"/>
                  </a:lnTo>
                  <a:lnTo>
                    <a:pt x="217" y="915"/>
                  </a:lnTo>
                  <a:lnTo>
                    <a:pt x="217" y="916"/>
                  </a:lnTo>
                  <a:lnTo>
                    <a:pt x="216" y="916"/>
                  </a:lnTo>
                  <a:lnTo>
                    <a:pt x="216" y="916"/>
                  </a:lnTo>
                  <a:lnTo>
                    <a:pt x="215" y="916"/>
                  </a:lnTo>
                  <a:lnTo>
                    <a:pt x="214" y="916"/>
                  </a:lnTo>
                  <a:lnTo>
                    <a:pt x="214" y="916"/>
                  </a:lnTo>
                  <a:lnTo>
                    <a:pt x="213" y="916"/>
                  </a:lnTo>
                  <a:lnTo>
                    <a:pt x="213" y="916"/>
                  </a:lnTo>
                  <a:lnTo>
                    <a:pt x="209" y="916"/>
                  </a:lnTo>
                  <a:lnTo>
                    <a:pt x="208" y="916"/>
                  </a:lnTo>
                  <a:lnTo>
                    <a:pt x="206" y="916"/>
                  </a:lnTo>
                  <a:lnTo>
                    <a:pt x="206" y="916"/>
                  </a:lnTo>
                  <a:lnTo>
                    <a:pt x="206" y="916"/>
                  </a:lnTo>
                  <a:lnTo>
                    <a:pt x="208" y="916"/>
                  </a:lnTo>
                  <a:lnTo>
                    <a:pt x="208" y="916"/>
                  </a:lnTo>
                  <a:lnTo>
                    <a:pt x="208" y="916"/>
                  </a:lnTo>
                  <a:lnTo>
                    <a:pt x="208" y="916"/>
                  </a:lnTo>
                  <a:lnTo>
                    <a:pt x="209" y="916"/>
                  </a:lnTo>
                  <a:lnTo>
                    <a:pt x="209" y="916"/>
                  </a:lnTo>
                  <a:lnTo>
                    <a:pt x="210" y="916"/>
                  </a:lnTo>
                  <a:lnTo>
                    <a:pt x="210" y="916"/>
                  </a:lnTo>
                  <a:lnTo>
                    <a:pt x="211" y="916"/>
                  </a:lnTo>
                  <a:lnTo>
                    <a:pt x="211" y="917"/>
                  </a:lnTo>
                  <a:lnTo>
                    <a:pt x="211" y="917"/>
                  </a:lnTo>
                  <a:lnTo>
                    <a:pt x="211" y="917"/>
                  </a:lnTo>
                  <a:lnTo>
                    <a:pt x="211" y="917"/>
                  </a:lnTo>
                  <a:lnTo>
                    <a:pt x="211" y="918"/>
                  </a:lnTo>
                  <a:lnTo>
                    <a:pt x="212" y="918"/>
                  </a:lnTo>
                  <a:lnTo>
                    <a:pt x="212" y="918"/>
                  </a:lnTo>
                  <a:lnTo>
                    <a:pt x="212" y="918"/>
                  </a:lnTo>
                  <a:lnTo>
                    <a:pt x="215" y="918"/>
                  </a:lnTo>
                  <a:lnTo>
                    <a:pt x="215" y="917"/>
                  </a:lnTo>
                  <a:lnTo>
                    <a:pt x="215" y="917"/>
                  </a:lnTo>
                  <a:lnTo>
                    <a:pt x="217" y="918"/>
                  </a:lnTo>
                  <a:lnTo>
                    <a:pt x="218" y="918"/>
                  </a:lnTo>
                  <a:lnTo>
                    <a:pt x="219" y="918"/>
                  </a:lnTo>
                  <a:lnTo>
                    <a:pt x="219" y="922"/>
                  </a:lnTo>
                  <a:lnTo>
                    <a:pt x="219" y="922"/>
                  </a:lnTo>
                  <a:lnTo>
                    <a:pt x="218" y="922"/>
                  </a:lnTo>
                  <a:lnTo>
                    <a:pt x="218" y="923"/>
                  </a:lnTo>
                  <a:lnTo>
                    <a:pt x="218" y="925"/>
                  </a:lnTo>
                  <a:lnTo>
                    <a:pt x="217" y="925"/>
                  </a:lnTo>
                  <a:lnTo>
                    <a:pt x="215" y="926"/>
                  </a:lnTo>
                  <a:lnTo>
                    <a:pt x="215" y="927"/>
                  </a:lnTo>
                  <a:lnTo>
                    <a:pt x="215" y="928"/>
                  </a:lnTo>
                  <a:lnTo>
                    <a:pt x="215" y="928"/>
                  </a:lnTo>
                  <a:lnTo>
                    <a:pt x="215" y="929"/>
                  </a:lnTo>
                  <a:lnTo>
                    <a:pt x="214" y="929"/>
                  </a:lnTo>
                  <a:lnTo>
                    <a:pt x="214" y="929"/>
                  </a:lnTo>
                  <a:lnTo>
                    <a:pt x="214" y="931"/>
                  </a:lnTo>
                  <a:lnTo>
                    <a:pt x="214" y="931"/>
                  </a:lnTo>
                  <a:lnTo>
                    <a:pt x="213" y="931"/>
                  </a:lnTo>
                  <a:lnTo>
                    <a:pt x="212" y="931"/>
                  </a:lnTo>
                  <a:lnTo>
                    <a:pt x="212" y="931"/>
                  </a:lnTo>
                  <a:lnTo>
                    <a:pt x="211" y="930"/>
                  </a:lnTo>
                  <a:lnTo>
                    <a:pt x="211" y="929"/>
                  </a:lnTo>
                  <a:lnTo>
                    <a:pt x="211" y="929"/>
                  </a:lnTo>
                  <a:lnTo>
                    <a:pt x="211" y="928"/>
                  </a:lnTo>
                  <a:lnTo>
                    <a:pt x="210" y="928"/>
                  </a:lnTo>
                  <a:lnTo>
                    <a:pt x="209" y="927"/>
                  </a:lnTo>
                  <a:lnTo>
                    <a:pt x="209" y="927"/>
                  </a:lnTo>
                  <a:lnTo>
                    <a:pt x="208" y="928"/>
                  </a:lnTo>
                  <a:lnTo>
                    <a:pt x="207" y="928"/>
                  </a:lnTo>
                  <a:lnTo>
                    <a:pt x="206" y="927"/>
                  </a:lnTo>
                  <a:lnTo>
                    <a:pt x="206" y="927"/>
                  </a:lnTo>
                  <a:lnTo>
                    <a:pt x="206" y="926"/>
                  </a:lnTo>
                  <a:lnTo>
                    <a:pt x="206" y="926"/>
                  </a:lnTo>
                  <a:lnTo>
                    <a:pt x="206" y="927"/>
                  </a:lnTo>
                  <a:lnTo>
                    <a:pt x="206" y="927"/>
                  </a:lnTo>
                  <a:lnTo>
                    <a:pt x="206" y="927"/>
                  </a:lnTo>
                  <a:lnTo>
                    <a:pt x="206" y="928"/>
                  </a:lnTo>
                  <a:lnTo>
                    <a:pt x="206" y="928"/>
                  </a:lnTo>
                  <a:lnTo>
                    <a:pt x="205" y="928"/>
                  </a:lnTo>
                  <a:lnTo>
                    <a:pt x="205" y="928"/>
                  </a:lnTo>
                  <a:lnTo>
                    <a:pt x="205" y="929"/>
                  </a:lnTo>
                  <a:lnTo>
                    <a:pt x="203" y="929"/>
                  </a:lnTo>
                  <a:lnTo>
                    <a:pt x="202" y="927"/>
                  </a:lnTo>
                  <a:lnTo>
                    <a:pt x="202" y="927"/>
                  </a:lnTo>
                  <a:lnTo>
                    <a:pt x="202" y="927"/>
                  </a:lnTo>
                  <a:lnTo>
                    <a:pt x="201" y="925"/>
                  </a:lnTo>
                  <a:lnTo>
                    <a:pt x="201" y="925"/>
                  </a:lnTo>
                  <a:lnTo>
                    <a:pt x="201" y="926"/>
                  </a:lnTo>
                  <a:lnTo>
                    <a:pt x="201" y="926"/>
                  </a:lnTo>
                  <a:lnTo>
                    <a:pt x="201" y="927"/>
                  </a:lnTo>
                  <a:lnTo>
                    <a:pt x="201" y="928"/>
                  </a:lnTo>
                  <a:lnTo>
                    <a:pt x="200" y="928"/>
                  </a:lnTo>
                  <a:lnTo>
                    <a:pt x="199" y="928"/>
                  </a:lnTo>
                  <a:lnTo>
                    <a:pt x="199" y="928"/>
                  </a:lnTo>
                  <a:lnTo>
                    <a:pt x="198" y="928"/>
                  </a:lnTo>
                  <a:lnTo>
                    <a:pt x="198" y="928"/>
                  </a:lnTo>
                  <a:lnTo>
                    <a:pt x="197" y="928"/>
                  </a:lnTo>
                  <a:lnTo>
                    <a:pt x="197" y="927"/>
                  </a:lnTo>
                  <a:lnTo>
                    <a:pt x="197" y="927"/>
                  </a:lnTo>
                  <a:lnTo>
                    <a:pt x="197" y="927"/>
                  </a:lnTo>
                  <a:lnTo>
                    <a:pt x="197" y="927"/>
                  </a:lnTo>
                  <a:lnTo>
                    <a:pt x="197" y="928"/>
                  </a:lnTo>
                  <a:lnTo>
                    <a:pt x="197" y="928"/>
                  </a:lnTo>
                  <a:lnTo>
                    <a:pt x="197" y="928"/>
                  </a:lnTo>
                  <a:lnTo>
                    <a:pt x="197" y="929"/>
                  </a:lnTo>
                  <a:lnTo>
                    <a:pt x="196" y="929"/>
                  </a:lnTo>
                  <a:lnTo>
                    <a:pt x="195" y="929"/>
                  </a:lnTo>
                  <a:lnTo>
                    <a:pt x="195" y="929"/>
                  </a:lnTo>
                  <a:lnTo>
                    <a:pt x="194" y="929"/>
                  </a:lnTo>
                  <a:lnTo>
                    <a:pt x="193" y="929"/>
                  </a:lnTo>
                  <a:lnTo>
                    <a:pt x="192" y="928"/>
                  </a:lnTo>
                  <a:lnTo>
                    <a:pt x="191" y="927"/>
                  </a:lnTo>
                  <a:lnTo>
                    <a:pt x="191" y="926"/>
                  </a:lnTo>
                  <a:lnTo>
                    <a:pt x="191" y="927"/>
                  </a:lnTo>
                  <a:lnTo>
                    <a:pt x="191" y="928"/>
                  </a:lnTo>
                  <a:lnTo>
                    <a:pt x="190" y="929"/>
                  </a:lnTo>
                  <a:lnTo>
                    <a:pt x="191" y="929"/>
                  </a:lnTo>
                  <a:lnTo>
                    <a:pt x="191" y="929"/>
                  </a:lnTo>
                  <a:lnTo>
                    <a:pt x="189" y="929"/>
                  </a:lnTo>
                  <a:lnTo>
                    <a:pt x="189" y="929"/>
                  </a:lnTo>
                  <a:lnTo>
                    <a:pt x="188" y="929"/>
                  </a:lnTo>
                  <a:lnTo>
                    <a:pt x="187" y="929"/>
                  </a:lnTo>
                  <a:lnTo>
                    <a:pt x="186" y="929"/>
                  </a:lnTo>
                  <a:lnTo>
                    <a:pt x="185" y="929"/>
                  </a:lnTo>
                  <a:lnTo>
                    <a:pt x="183" y="929"/>
                  </a:lnTo>
                  <a:lnTo>
                    <a:pt x="183" y="929"/>
                  </a:lnTo>
                  <a:lnTo>
                    <a:pt x="184" y="930"/>
                  </a:lnTo>
                  <a:lnTo>
                    <a:pt x="185" y="930"/>
                  </a:lnTo>
                  <a:lnTo>
                    <a:pt x="185" y="930"/>
                  </a:lnTo>
                  <a:lnTo>
                    <a:pt x="187" y="929"/>
                  </a:lnTo>
                  <a:lnTo>
                    <a:pt x="188" y="930"/>
                  </a:lnTo>
                  <a:lnTo>
                    <a:pt x="188" y="930"/>
                  </a:lnTo>
                  <a:lnTo>
                    <a:pt x="189" y="931"/>
                  </a:lnTo>
                  <a:lnTo>
                    <a:pt x="189" y="931"/>
                  </a:lnTo>
                  <a:lnTo>
                    <a:pt x="192" y="931"/>
                  </a:lnTo>
                  <a:lnTo>
                    <a:pt x="192" y="931"/>
                  </a:lnTo>
                  <a:lnTo>
                    <a:pt x="194" y="931"/>
                  </a:lnTo>
                  <a:lnTo>
                    <a:pt x="195" y="930"/>
                  </a:lnTo>
                  <a:lnTo>
                    <a:pt x="198" y="930"/>
                  </a:lnTo>
                  <a:lnTo>
                    <a:pt x="198" y="930"/>
                  </a:lnTo>
                  <a:lnTo>
                    <a:pt x="198" y="930"/>
                  </a:lnTo>
                  <a:lnTo>
                    <a:pt x="198" y="930"/>
                  </a:lnTo>
                  <a:lnTo>
                    <a:pt x="200" y="930"/>
                  </a:lnTo>
                  <a:lnTo>
                    <a:pt x="201" y="931"/>
                  </a:lnTo>
                  <a:lnTo>
                    <a:pt x="201" y="931"/>
                  </a:lnTo>
                  <a:lnTo>
                    <a:pt x="202" y="932"/>
                  </a:lnTo>
                  <a:lnTo>
                    <a:pt x="202" y="932"/>
                  </a:lnTo>
                  <a:lnTo>
                    <a:pt x="202" y="933"/>
                  </a:lnTo>
                  <a:lnTo>
                    <a:pt x="202" y="933"/>
                  </a:lnTo>
                  <a:lnTo>
                    <a:pt x="203" y="933"/>
                  </a:lnTo>
                  <a:lnTo>
                    <a:pt x="203" y="934"/>
                  </a:lnTo>
                  <a:lnTo>
                    <a:pt x="204" y="934"/>
                  </a:lnTo>
                  <a:lnTo>
                    <a:pt x="203" y="934"/>
                  </a:lnTo>
                  <a:lnTo>
                    <a:pt x="203" y="934"/>
                  </a:lnTo>
                  <a:lnTo>
                    <a:pt x="203" y="935"/>
                  </a:lnTo>
                  <a:lnTo>
                    <a:pt x="202" y="935"/>
                  </a:lnTo>
                  <a:lnTo>
                    <a:pt x="202" y="936"/>
                  </a:lnTo>
                  <a:lnTo>
                    <a:pt x="203" y="936"/>
                  </a:lnTo>
                  <a:lnTo>
                    <a:pt x="203" y="937"/>
                  </a:lnTo>
                  <a:lnTo>
                    <a:pt x="204" y="937"/>
                  </a:lnTo>
                  <a:lnTo>
                    <a:pt x="204" y="938"/>
                  </a:lnTo>
                  <a:lnTo>
                    <a:pt x="204" y="938"/>
                  </a:lnTo>
                  <a:lnTo>
                    <a:pt x="204" y="938"/>
                  </a:lnTo>
                  <a:lnTo>
                    <a:pt x="204" y="938"/>
                  </a:lnTo>
                  <a:lnTo>
                    <a:pt x="204" y="939"/>
                  </a:lnTo>
                  <a:lnTo>
                    <a:pt x="203" y="939"/>
                  </a:lnTo>
                  <a:lnTo>
                    <a:pt x="204" y="939"/>
                  </a:lnTo>
                  <a:lnTo>
                    <a:pt x="203" y="939"/>
                  </a:lnTo>
                  <a:lnTo>
                    <a:pt x="203" y="940"/>
                  </a:lnTo>
                  <a:lnTo>
                    <a:pt x="203" y="940"/>
                  </a:lnTo>
                  <a:lnTo>
                    <a:pt x="203" y="941"/>
                  </a:lnTo>
                  <a:lnTo>
                    <a:pt x="204" y="941"/>
                  </a:lnTo>
                  <a:lnTo>
                    <a:pt x="203" y="941"/>
                  </a:lnTo>
                  <a:lnTo>
                    <a:pt x="204" y="941"/>
                  </a:lnTo>
                  <a:lnTo>
                    <a:pt x="204" y="942"/>
                  </a:lnTo>
                  <a:lnTo>
                    <a:pt x="203" y="942"/>
                  </a:lnTo>
                  <a:lnTo>
                    <a:pt x="203" y="942"/>
                  </a:lnTo>
                  <a:lnTo>
                    <a:pt x="202" y="943"/>
                  </a:lnTo>
                  <a:lnTo>
                    <a:pt x="202" y="943"/>
                  </a:lnTo>
                  <a:lnTo>
                    <a:pt x="202" y="943"/>
                  </a:lnTo>
                  <a:lnTo>
                    <a:pt x="201" y="943"/>
                  </a:lnTo>
                  <a:lnTo>
                    <a:pt x="201" y="944"/>
                  </a:lnTo>
                  <a:lnTo>
                    <a:pt x="201" y="945"/>
                  </a:lnTo>
                  <a:lnTo>
                    <a:pt x="202" y="945"/>
                  </a:lnTo>
                  <a:lnTo>
                    <a:pt x="201" y="947"/>
                  </a:lnTo>
                  <a:lnTo>
                    <a:pt x="201" y="948"/>
                  </a:lnTo>
                  <a:lnTo>
                    <a:pt x="201" y="949"/>
                  </a:lnTo>
                  <a:lnTo>
                    <a:pt x="201" y="949"/>
                  </a:lnTo>
                  <a:lnTo>
                    <a:pt x="201" y="950"/>
                  </a:lnTo>
                  <a:lnTo>
                    <a:pt x="201" y="950"/>
                  </a:lnTo>
                  <a:lnTo>
                    <a:pt x="200" y="950"/>
                  </a:lnTo>
                  <a:lnTo>
                    <a:pt x="200" y="951"/>
                  </a:lnTo>
                  <a:lnTo>
                    <a:pt x="199" y="951"/>
                  </a:lnTo>
                  <a:lnTo>
                    <a:pt x="198" y="950"/>
                  </a:lnTo>
                  <a:lnTo>
                    <a:pt x="198" y="951"/>
                  </a:lnTo>
                  <a:lnTo>
                    <a:pt x="198" y="951"/>
                  </a:lnTo>
                  <a:lnTo>
                    <a:pt x="197" y="951"/>
                  </a:lnTo>
                  <a:lnTo>
                    <a:pt x="196" y="950"/>
                  </a:lnTo>
                  <a:lnTo>
                    <a:pt x="195" y="950"/>
                  </a:lnTo>
                  <a:lnTo>
                    <a:pt x="195" y="950"/>
                  </a:lnTo>
                  <a:lnTo>
                    <a:pt x="195" y="950"/>
                  </a:lnTo>
                  <a:lnTo>
                    <a:pt x="195" y="951"/>
                  </a:lnTo>
                  <a:lnTo>
                    <a:pt x="194" y="951"/>
                  </a:lnTo>
                  <a:lnTo>
                    <a:pt x="195" y="951"/>
                  </a:lnTo>
                  <a:lnTo>
                    <a:pt x="194" y="951"/>
                  </a:lnTo>
                  <a:lnTo>
                    <a:pt x="194" y="951"/>
                  </a:lnTo>
                  <a:lnTo>
                    <a:pt x="194" y="951"/>
                  </a:lnTo>
                  <a:lnTo>
                    <a:pt x="194" y="952"/>
                  </a:lnTo>
                  <a:lnTo>
                    <a:pt x="193" y="953"/>
                  </a:lnTo>
                  <a:lnTo>
                    <a:pt x="193" y="953"/>
                  </a:lnTo>
                  <a:lnTo>
                    <a:pt x="193" y="953"/>
                  </a:lnTo>
                  <a:lnTo>
                    <a:pt x="193" y="954"/>
                  </a:lnTo>
                  <a:lnTo>
                    <a:pt x="192" y="954"/>
                  </a:lnTo>
                  <a:lnTo>
                    <a:pt x="191" y="952"/>
                  </a:lnTo>
                  <a:lnTo>
                    <a:pt x="191" y="951"/>
                  </a:lnTo>
                  <a:lnTo>
                    <a:pt x="191" y="951"/>
                  </a:lnTo>
                  <a:lnTo>
                    <a:pt x="191" y="951"/>
                  </a:lnTo>
                  <a:lnTo>
                    <a:pt x="190" y="951"/>
                  </a:lnTo>
                  <a:lnTo>
                    <a:pt x="190" y="951"/>
                  </a:lnTo>
                  <a:lnTo>
                    <a:pt x="191" y="951"/>
                  </a:lnTo>
                  <a:lnTo>
                    <a:pt x="191" y="951"/>
                  </a:lnTo>
                  <a:lnTo>
                    <a:pt x="191" y="951"/>
                  </a:lnTo>
                  <a:lnTo>
                    <a:pt x="190" y="950"/>
                  </a:lnTo>
                  <a:lnTo>
                    <a:pt x="189" y="950"/>
                  </a:lnTo>
                  <a:lnTo>
                    <a:pt x="189" y="949"/>
                  </a:lnTo>
                  <a:lnTo>
                    <a:pt x="189" y="950"/>
                  </a:lnTo>
                  <a:lnTo>
                    <a:pt x="189" y="949"/>
                  </a:lnTo>
                  <a:lnTo>
                    <a:pt x="189" y="948"/>
                  </a:lnTo>
                  <a:lnTo>
                    <a:pt x="189" y="948"/>
                  </a:lnTo>
                  <a:lnTo>
                    <a:pt x="188" y="947"/>
                  </a:lnTo>
                  <a:lnTo>
                    <a:pt x="188" y="947"/>
                  </a:lnTo>
                  <a:lnTo>
                    <a:pt x="188" y="946"/>
                  </a:lnTo>
                  <a:lnTo>
                    <a:pt x="188" y="946"/>
                  </a:lnTo>
                  <a:lnTo>
                    <a:pt x="188" y="945"/>
                  </a:lnTo>
                  <a:lnTo>
                    <a:pt x="188" y="944"/>
                  </a:lnTo>
                  <a:lnTo>
                    <a:pt x="187" y="945"/>
                  </a:lnTo>
                  <a:lnTo>
                    <a:pt x="187" y="946"/>
                  </a:lnTo>
                  <a:lnTo>
                    <a:pt x="187" y="946"/>
                  </a:lnTo>
                  <a:lnTo>
                    <a:pt x="188" y="946"/>
                  </a:lnTo>
                  <a:lnTo>
                    <a:pt x="188" y="947"/>
                  </a:lnTo>
                  <a:lnTo>
                    <a:pt x="188" y="947"/>
                  </a:lnTo>
                  <a:lnTo>
                    <a:pt x="188" y="948"/>
                  </a:lnTo>
                  <a:lnTo>
                    <a:pt x="188" y="948"/>
                  </a:lnTo>
                  <a:lnTo>
                    <a:pt x="188" y="949"/>
                  </a:lnTo>
                  <a:lnTo>
                    <a:pt x="188" y="949"/>
                  </a:lnTo>
                  <a:lnTo>
                    <a:pt x="188" y="950"/>
                  </a:lnTo>
                  <a:lnTo>
                    <a:pt x="187" y="950"/>
                  </a:lnTo>
                  <a:lnTo>
                    <a:pt x="187" y="950"/>
                  </a:lnTo>
                  <a:lnTo>
                    <a:pt x="188" y="951"/>
                  </a:lnTo>
                  <a:lnTo>
                    <a:pt x="188" y="951"/>
                  </a:lnTo>
                  <a:lnTo>
                    <a:pt x="188" y="951"/>
                  </a:lnTo>
                  <a:lnTo>
                    <a:pt x="188" y="951"/>
                  </a:lnTo>
                  <a:lnTo>
                    <a:pt x="188" y="951"/>
                  </a:lnTo>
                  <a:lnTo>
                    <a:pt x="189" y="952"/>
                  </a:lnTo>
                  <a:lnTo>
                    <a:pt x="189" y="952"/>
                  </a:lnTo>
                  <a:lnTo>
                    <a:pt x="189" y="952"/>
                  </a:lnTo>
                  <a:lnTo>
                    <a:pt x="189" y="953"/>
                  </a:lnTo>
                  <a:lnTo>
                    <a:pt x="189" y="954"/>
                  </a:lnTo>
                  <a:lnTo>
                    <a:pt x="189" y="955"/>
                  </a:lnTo>
                  <a:lnTo>
                    <a:pt x="189" y="955"/>
                  </a:lnTo>
                  <a:lnTo>
                    <a:pt x="189" y="955"/>
                  </a:lnTo>
                  <a:lnTo>
                    <a:pt x="189" y="956"/>
                  </a:lnTo>
                  <a:lnTo>
                    <a:pt x="189" y="957"/>
                  </a:lnTo>
                  <a:lnTo>
                    <a:pt x="188" y="957"/>
                  </a:lnTo>
                  <a:lnTo>
                    <a:pt x="187" y="957"/>
                  </a:lnTo>
                  <a:lnTo>
                    <a:pt x="187" y="957"/>
                  </a:lnTo>
                  <a:lnTo>
                    <a:pt x="186" y="957"/>
                  </a:lnTo>
                  <a:lnTo>
                    <a:pt x="186" y="957"/>
                  </a:lnTo>
                  <a:lnTo>
                    <a:pt x="186" y="958"/>
                  </a:lnTo>
                  <a:lnTo>
                    <a:pt x="185" y="958"/>
                  </a:lnTo>
                  <a:lnTo>
                    <a:pt x="185" y="957"/>
                  </a:lnTo>
                  <a:lnTo>
                    <a:pt x="185" y="958"/>
                  </a:lnTo>
                  <a:lnTo>
                    <a:pt x="185" y="958"/>
                  </a:lnTo>
                  <a:lnTo>
                    <a:pt x="185" y="958"/>
                  </a:lnTo>
                  <a:lnTo>
                    <a:pt x="185" y="957"/>
                  </a:lnTo>
                  <a:lnTo>
                    <a:pt x="184" y="956"/>
                  </a:lnTo>
                  <a:lnTo>
                    <a:pt x="184" y="955"/>
                  </a:lnTo>
                  <a:lnTo>
                    <a:pt x="184" y="955"/>
                  </a:lnTo>
                  <a:lnTo>
                    <a:pt x="185" y="955"/>
                  </a:lnTo>
                  <a:lnTo>
                    <a:pt x="185" y="955"/>
                  </a:lnTo>
                  <a:lnTo>
                    <a:pt x="184" y="955"/>
                  </a:lnTo>
                  <a:lnTo>
                    <a:pt x="183" y="955"/>
                  </a:lnTo>
                  <a:lnTo>
                    <a:pt x="183" y="955"/>
                  </a:lnTo>
                  <a:lnTo>
                    <a:pt x="183" y="956"/>
                  </a:lnTo>
                  <a:lnTo>
                    <a:pt x="184" y="956"/>
                  </a:lnTo>
                  <a:lnTo>
                    <a:pt x="184" y="957"/>
                  </a:lnTo>
                  <a:lnTo>
                    <a:pt x="184" y="957"/>
                  </a:lnTo>
                  <a:lnTo>
                    <a:pt x="184" y="957"/>
                  </a:lnTo>
                  <a:lnTo>
                    <a:pt x="184" y="957"/>
                  </a:lnTo>
                  <a:lnTo>
                    <a:pt x="184" y="958"/>
                  </a:lnTo>
                  <a:lnTo>
                    <a:pt x="184" y="958"/>
                  </a:lnTo>
                  <a:lnTo>
                    <a:pt x="184" y="959"/>
                  </a:lnTo>
                  <a:lnTo>
                    <a:pt x="183" y="959"/>
                  </a:lnTo>
                  <a:lnTo>
                    <a:pt x="183" y="959"/>
                  </a:lnTo>
                  <a:lnTo>
                    <a:pt x="183" y="959"/>
                  </a:lnTo>
                  <a:lnTo>
                    <a:pt x="182" y="959"/>
                  </a:lnTo>
                  <a:lnTo>
                    <a:pt x="182" y="958"/>
                  </a:lnTo>
                  <a:lnTo>
                    <a:pt x="183" y="957"/>
                  </a:lnTo>
                  <a:lnTo>
                    <a:pt x="182" y="957"/>
                  </a:lnTo>
                  <a:lnTo>
                    <a:pt x="181" y="958"/>
                  </a:lnTo>
                  <a:lnTo>
                    <a:pt x="181" y="958"/>
                  </a:lnTo>
                  <a:lnTo>
                    <a:pt x="180" y="956"/>
                  </a:lnTo>
                  <a:lnTo>
                    <a:pt x="180" y="955"/>
                  </a:lnTo>
                  <a:lnTo>
                    <a:pt x="180" y="955"/>
                  </a:lnTo>
                  <a:lnTo>
                    <a:pt x="179" y="955"/>
                  </a:lnTo>
                  <a:lnTo>
                    <a:pt x="180" y="955"/>
                  </a:lnTo>
                  <a:lnTo>
                    <a:pt x="179" y="955"/>
                  </a:lnTo>
                  <a:lnTo>
                    <a:pt x="178" y="954"/>
                  </a:lnTo>
                  <a:lnTo>
                    <a:pt x="179" y="954"/>
                  </a:lnTo>
                  <a:lnTo>
                    <a:pt x="179" y="954"/>
                  </a:lnTo>
                  <a:lnTo>
                    <a:pt x="180" y="955"/>
                  </a:lnTo>
                  <a:lnTo>
                    <a:pt x="180" y="955"/>
                  </a:lnTo>
                  <a:lnTo>
                    <a:pt x="178" y="953"/>
                  </a:lnTo>
                  <a:lnTo>
                    <a:pt x="178" y="951"/>
                  </a:lnTo>
                  <a:lnTo>
                    <a:pt x="176" y="950"/>
                  </a:lnTo>
                  <a:lnTo>
                    <a:pt x="177" y="949"/>
                  </a:lnTo>
                  <a:lnTo>
                    <a:pt x="176" y="948"/>
                  </a:lnTo>
                  <a:lnTo>
                    <a:pt x="176" y="948"/>
                  </a:lnTo>
                  <a:lnTo>
                    <a:pt x="176" y="948"/>
                  </a:lnTo>
                  <a:lnTo>
                    <a:pt x="177" y="947"/>
                  </a:lnTo>
                  <a:lnTo>
                    <a:pt x="176" y="946"/>
                  </a:lnTo>
                  <a:lnTo>
                    <a:pt x="176" y="946"/>
                  </a:lnTo>
                  <a:lnTo>
                    <a:pt x="176" y="946"/>
                  </a:lnTo>
                  <a:lnTo>
                    <a:pt x="176" y="946"/>
                  </a:lnTo>
                  <a:lnTo>
                    <a:pt x="176" y="947"/>
                  </a:lnTo>
                  <a:lnTo>
                    <a:pt x="176" y="947"/>
                  </a:lnTo>
                  <a:lnTo>
                    <a:pt x="176" y="947"/>
                  </a:lnTo>
                  <a:lnTo>
                    <a:pt x="174" y="946"/>
                  </a:lnTo>
                  <a:lnTo>
                    <a:pt x="174" y="946"/>
                  </a:lnTo>
                  <a:lnTo>
                    <a:pt x="173" y="946"/>
                  </a:lnTo>
                  <a:lnTo>
                    <a:pt x="173" y="945"/>
                  </a:lnTo>
                  <a:lnTo>
                    <a:pt x="173" y="945"/>
                  </a:lnTo>
                  <a:lnTo>
                    <a:pt x="173" y="944"/>
                  </a:lnTo>
                  <a:lnTo>
                    <a:pt x="172" y="944"/>
                  </a:lnTo>
                  <a:lnTo>
                    <a:pt x="172" y="943"/>
                  </a:lnTo>
                  <a:lnTo>
                    <a:pt x="172" y="942"/>
                  </a:lnTo>
                  <a:lnTo>
                    <a:pt x="172" y="943"/>
                  </a:lnTo>
                  <a:lnTo>
                    <a:pt x="172" y="944"/>
                  </a:lnTo>
                  <a:lnTo>
                    <a:pt x="172" y="944"/>
                  </a:lnTo>
                  <a:lnTo>
                    <a:pt x="172" y="945"/>
                  </a:lnTo>
                  <a:lnTo>
                    <a:pt x="173" y="946"/>
                  </a:lnTo>
                  <a:lnTo>
                    <a:pt x="174" y="947"/>
                  </a:lnTo>
                  <a:lnTo>
                    <a:pt x="174" y="948"/>
                  </a:lnTo>
                  <a:lnTo>
                    <a:pt x="174" y="948"/>
                  </a:lnTo>
                  <a:lnTo>
                    <a:pt x="175" y="950"/>
                  </a:lnTo>
                  <a:lnTo>
                    <a:pt x="175" y="950"/>
                  </a:lnTo>
                  <a:lnTo>
                    <a:pt x="175" y="951"/>
                  </a:lnTo>
                  <a:lnTo>
                    <a:pt x="175" y="951"/>
                  </a:lnTo>
                  <a:lnTo>
                    <a:pt x="175" y="951"/>
                  </a:lnTo>
                  <a:lnTo>
                    <a:pt x="175" y="951"/>
                  </a:lnTo>
                  <a:lnTo>
                    <a:pt x="175" y="951"/>
                  </a:lnTo>
                  <a:lnTo>
                    <a:pt x="175" y="951"/>
                  </a:lnTo>
                  <a:lnTo>
                    <a:pt x="175" y="952"/>
                  </a:lnTo>
                  <a:lnTo>
                    <a:pt x="175" y="952"/>
                  </a:lnTo>
                  <a:lnTo>
                    <a:pt x="175" y="952"/>
                  </a:lnTo>
                  <a:lnTo>
                    <a:pt x="176" y="952"/>
                  </a:lnTo>
                  <a:lnTo>
                    <a:pt x="176" y="954"/>
                  </a:lnTo>
                  <a:lnTo>
                    <a:pt x="176" y="954"/>
                  </a:lnTo>
                  <a:lnTo>
                    <a:pt x="176" y="955"/>
                  </a:lnTo>
                  <a:lnTo>
                    <a:pt x="177" y="956"/>
                  </a:lnTo>
                  <a:lnTo>
                    <a:pt x="178" y="956"/>
                  </a:lnTo>
                  <a:lnTo>
                    <a:pt x="178" y="957"/>
                  </a:lnTo>
                  <a:lnTo>
                    <a:pt x="177" y="958"/>
                  </a:lnTo>
                  <a:lnTo>
                    <a:pt x="176" y="958"/>
                  </a:lnTo>
                  <a:lnTo>
                    <a:pt x="176" y="957"/>
                  </a:lnTo>
                  <a:lnTo>
                    <a:pt x="176" y="958"/>
                  </a:lnTo>
                  <a:lnTo>
                    <a:pt x="176" y="957"/>
                  </a:lnTo>
                  <a:lnTo>
                    <a:pt x="175" y="957"/>
                  </a:lnTo>
                  <a:lnTo>
                    <a:pt x="175" y="957"/>
                  </a:lnTo>
                  <a:lnTo>
                    <a:pt x="175" y="956"/>
                  </a:lnTo>
                  <a:lnTo>
                    <a:pt x="174" y="956"/>
                  </a:lnTo>
                  <a:lnTo>
                    <a:pt x="174" y="955"/>
                  </a:lnTo>
                  <a:lnTo>
                    <a:pt x="174" y="955"/>
                  </a:lnTo>
                  <a:lnTo>
                    <a:pt x="174" y="955"/>
                  </a:lnTo>
                  <a:lnTo>
                    <a:pt x="173" y="955"/>
                  </a:lnTo>
                  <a:lnTo>
                    <a:pt x="174" y="955"/>
                  </a:lnTo>
                  <a:lnTo>
                    <a:pt x="174" y="955"/>
                  </a:lnTo>
                  <a:lnTo>
                    <a:pt x="173" y="955"/>
                  </a:lnTo>
                  <a:lnTo>
                    <a:pt x="172" y="955"/>
                  </a:lnTo>
                  <a:lnTo>
                    <a:pt x="172" y="955"/>
                  </a:lnTo>
                  <a:lnTo>
                    <a:pt x="172" y="955"/>
                  </a:lnTo>
                  <a:lnTo>
                    <a:pt x="172" y="955"/>
                  </a:lnTo>
                  <a:lnTo>
                    <a:pt x="172" y="956"/>
                  </a:lnTo>
                  <a:lnTo>
                    <a:pt x="172" y="957"/>
                  </a:lnTo>
                  <a:lnTo>
                    <a:pt x="170" y="956"/>
                  </a:lnTo>
                  <a:lnTo>
                    <a:pt x="170" y="956"/>
                  </a:lnTo>
                  <a:lnTo>
                    <a:pt x="169" y="955"/>
                  </a:lnTo>
                  <a:lnTo>
                    <a:pt x="169" y="955"/>
                  </a:lnTo>
                  <a:lnTo>
                    <a:pt x="168" y="955"/>
                  </a:lnTo>
                  <a:lnTo>
                    <a:pt x="167" y="953"/>
                  </a:lnTo>
                  <a:lnTo>
                    <a:pt x="167" y="953"/>
                  </a:lnTo>
                  <a:lnTo>
                    <a:pt x="167" y="951"/>
                  </a:lnTo>
                  <a:lnTo>
                    <a:pt x="166" y="949"/>
                  </a:lnTo>
                  <a:lnTo>
                    <a:pt x="165" y="947"/>
                  </a:lnTo>
                  <a:lnTo>
                    <a:pt x="164" y="946"/>
                  </a:lnTo>
                  <a:lnTo>
                    <a:pt x="164" y="946"/>
                  </a:lnTo>
                  <a:lnTo>
                    <a:pt x="163" y="946"/>
                  </a:lnTo>
                  <a:lnTo>
                    <a:pt x="163" y="945"/>
                  </a:lnTo>
                  <a:lnTo>
                    <a:pt x="163" y="944"/>
                  </a:lnTo>
                  <a:lnTo>
                    <a:pt x="163" y="943"/>
                  </a:lnTo>
                  <a:lnTo>
                    <a:pt x="163" y="943"/>
                  </a:lnTo>
                  <a:lnTo>
                    <a:pt x="163" y="943"/>
                  </a:lnTo>
                  <a:lnTo>
                    <a:pt x="163" y="944"/>
                  </a:lnTo>
                  <a:lnTo>
                    <a:pt x="162" y="944"/>
                  </a:lnTo>
                  <a:lnTo>
                    <a:pt x="162" y="943"/>
                  </a:lnTo>
                  <a:lnTo>
                    <a:pt x="162" y="942"/>
                  </a:lnTo>
                  <a:lnTo>
                    <a:pt x="162" y="942"/>
                  </a:lnTo>
                  <a:lnTo>
                    <a:pt x="162" y="942"/>
                  </a:lnTo>
                  <a:lnTo>
                    <a:pt x="161" y="942"/>
                  </a:lnTo>
                  <a:lnTo>
                    <a:pt x="161" y="942"/>
                  </a:lnTo>
                  <a:lnTo>
                    <a:pt x="161" y="938"/>
                  </a:lnTo>
                  <a:lnTo>
                    <a:pt x="160" y="938"/>
                  </a:lnTo>
                  <a:lnTo>
                    <a:pt x="160" y="937"/>
                  </a:lnTo>
                  <a:lnTo>
                    <a:pt x="160" y="937"/>
                  </a:lnTo>
                  <a:lnTo>
                    <a:pt x="160" y="935"/>
                  </a:lnTo>
                  <a:lnTo>
                    <a:pt x="161" y="934"/>
                  </a:lnTo>
                  <a:lnTo>
                    <a:pt x="160" y="934"/>
                  </a:lnTo>
                  <a:lnTo>
                    <a:pt x="161" y="934"/>
                  </a:lnTo>
                  <a:lnTo>
                    <a:pt x="161" y="933"/>
                  </a:lnTo>
                  <a:lnTo>
                    <a:pt x="161" y="933"/>
                  </a:lnTo>
                  <a:lnTo>
                    <a:pt x="161" y="933"/>
                  </a:lnTo>
                  <a:lnTo>
                    <a:pt x="161" y="931"/>
                  </a:lnTo>
                  <a:lnTo>
                    <a:pt x="160" y="930"/>
                  </a:lnTo>
                  <a:lnTo>
                    <a:pt x="160" y="929"/>
                  </a:lnTo>
                  <a:lnTo>
                    <a:pt x="160" y="929"/>
                  </a:lnTo>
                  <a:lnTo>
                    <a:pt x="160" y="928"/>
                  </a:lnTo>
                  <a:lnTo>
                    <a:pt x="160" y="927"/>
                  </a:lnTo>
                  <a:lnTo>
                    <a:pt x="160" y="926"/>
                  </a:lnTo>
                  <a:lnTo>
                    <a:pt x="162" y="925"/>
                  </a:lnTo>
                  <a:lnTo>
                    <a:pt x="162" y="925"/>
                  </a:lnTo>
                  <a:lnTo>
                    <a:pt x="162" y="924"/>
                  </a:lnTo>
                  <a:lnTo>
                    <a:pt x="163" y="922"/>
                  </a:lnTo>
                  <a:lnTo>
                    <a:pt x="164" y="920"/>
                  </a:lnTo>
                  <a:lnTo>
                    <a:pt x="165" y="919"/>
                  </a:lnTo>
                  <a:lnTo>
                    <a:pt x="167" y="920"/>
                  </a:lnTo>
                  <a:lnTo>
                    <a:pt x="167" y="919"/>
                  </a:lnTo>
                  <a:lnTo>
                    <a:pt x="167" y="917"/>
                  </a:lnTo>
                  <a:lnTo>
                    <a:pt x="167" y="916"/>
                  </a:lnTo>
                  <a:lnTo>
                    <a:pt x="167" y="915"/>
                  </a:lnTo>
                  <a:lnTo>
                    <a:pt x="168" y="914"/>
                  </a:lnTo>
                  <a:lnTo>
                    <a:pt x="169" y="913"/>
                  </a:lnTo>
                  <a:lnTo>
                    <a:pt x="172" y="913"/>
                  </a:lnTo>
                  <a:lnTo>
                    <a:pt x="172" y="914"/>
                  </a:lnTo>
                  <a:lnTo>
                    <a:pt x="173" y="914"/>
                  </a:lnTo>
                  <a:lnTo>
                    <a:pt x="173" y="914"/>
                  </a:lnTo>
                  <a:lnTo>
                    <a:pt x="174" y="914"/>
                  </a:lnTo>
                  <a:lnTo>
                    <a:pt x="175" y="915"/>
                  </a:lnTo>
                  <a:lnTo>
                    <a:pt x="175" y="916"/>
                  </a:lnTo>
                  <a:lnTo>
                    <a:pt x="175" y="916"/>
                  </a:lnTo>
                  <a:lnTo>
                    <a:pt x="175" y="916"/>
                  </a:lnTo>
                  <a:lnTo>
                    <a:pt x="176" y="916"/>
                  </a:lnTo>
                  <a:lnTo>
                    <a:pt x="176" y="915"/>
                  </a:lnTo>
                  <a:lnTo>
                    <a:pt x="178" y="915"/>
                  </a:lnTo>
                  <a:lnTo>
                    <a:pt x="179" y="915"/>
                  </a:lnTo>
                  <a:lnTo>
                    <a:pt x="179" y="915"/>
                  </a:lnTo>
                  <a:lnTo>
                    <a:pt x="178" y="915"/>
                  </a:lnTo>
                  <a:lnTo>
                    <a:pt x="177" y="914"/>
                  </a:lnTo>
                  <a:lnTo>
                    <a:pt x="175" y="914"/>
                  </a:lnTo>
                  <a:lnTo>
                    <a:pt x="175" y="914"/>
                  </a:lnTo>
                  <a:lnTo>
                    <a:pt x="174" y="914"/>
                  </a:lnTo>
                  <a:lnTo>
                    <a:pt x="172" y="913"/>
                  </a:lnTo>
                  <a:lnTo>
                    <a:pt x="171" y="913"/>
                  </a:lnTo>
                  <a:lnTo>
                    <a:pt x="170" y="913"/>
                  </a:lnTo>
                  <a:lnTo>
                    <a:pt x="170" y="913"/>
                  </a:lnTo>
                  <a:lnTo>
                    <a:pt x="166" y="913"/>
                  </a:lnTo>
                  <a:lnTo>
                    <a:pt x="166" y="913"/>
                  </a:lnTo>
                  <a:lnTo>
                    <a:pt x="164" y="913"/>
                  </a:lnTo>
                  <a:lnTo>
                    <a:pt x="164" y="913"/>
                  </a:lnTo>
                  <a:lnTo>
                    <a:pt x="164" y="913"/>
                  </a:lnTo>
                  <a:lnTo>
                    <a:pt x="164" y="914"/>
                  </a:lnTo>
                  <a:lnTo>
                    <a:pt x="165" y="913"/>
                  </a:lnTo>
                  <a:lnTo>
                    <a:pt x="167" y="914"/>
                  </a:lnTo>
                  <a:lnTo>
                    <a:pt x="167" y="915"/>
                  </a:lnTo>
                  <a:lnTo>
                    <a:pt x="167" y="916"/>
                  </a:lnTo>
                  <a:lnTo>
                    <a:pt x="167" y="916"/>
                  </a:lnTo>
                  <a:lnTo>
                    <a:pt x="167" y="917"/>
                  </a:lnTo>
                  <a:lnTo>
                    <a:pt x="165" y="919"/>
                  </a:lnTo>
                  <a:lnTo>
                    <a:pt x="164" y="919"/>
                  </a:lnTo>
                  <a:lnTo>
                    <a:pt x="163" y="920"/>
                  </a:lnTo>
                  <a:lnTo>
                    <a:pt x="162" y="921"/>
                  </a:lnTo>
                  <a:lnTo>
                    <a:pt x="162" y="923"/>
                  </a:lnTo>
                  <a:lnTo>
                    <a:pt x="161" y="924"/>
                  </a:lnTo>
                  <a:lnTo>
                    <a:pt x="161" y="924"/>
                  </a:lnTo>
                  <a:lnTo>
                    <a:pt x="159" y="925"/>
                  </a:lnTo>
                  <a:lnTo>
                    <a:pt x="159" y="925"/>
                  </a:lnTo>
                  <a:lnTo>
                    <a:pt x="159" y="926"/>
                  </a:lnTo>
                  <a:lnTo>
                    <a:pt x="159" y="927"/>
                  </a:lnTo>
                  <a:lnTo>
                    <a:pt x="154" y="929"/>
                  </a:lnTo>
                  <a:lnTo>
                    <a:pt x="153" y="929"/>
                  </a:lnTo>
                  <a:lnTo>
                    <a:pt x="153" y="930"/>
                  </a:lnTo>
                  <a:lnTo>
                    <a:pt x="154" y="931"/>
                  </a:lnTo>
                  <a:lnTo>
                    <a:pt x="154" y="931"/>
                  </a:lnTo>
                  <a:lnTo>
                    <a:pt x="154" y="931"/>
                  </a:lnTo>
                  <a:lnTo>
                    <a:pt x="154" y="932"/>
                  </a:lnTo>
                  <a:lnTo>
                    <a:pt x="154" y="932"/>
                  </a:lnTo>
                  <a:lnTo>
                    <a:pt x="153" y="933"/>
                  </a:lnTo>
                  <a:lnTo>
                    <a:pt x="153" y="933"/>
                  </a:lnTo>
                  <a:lnTo>
                    <a:pt x="154" y="933"/>
                  </a:lnTo>
                  <a:lnTo>
                    <a:pt x="154" y="933"/>
                  </a:lnTo>
                  <a:lnTo>
                    <a:pt x="154" y="933"/>
                  </a:lnTo>
                  <a:lnTo>
                    <a:pt x="155" y="933"/>
                  </a:lnTo>
                  <a:lnTo>
                    <a:pt x="156" y="934"/>
                  </a:lnTo>
                  <a:lnTo>
                    <a:pt x="156" y="935"/>
                  </a:lnTo>
                  <a:lnTo>
                    <a:pt x="156" y="935"/>
                  </a:lnTo>
                  <a:lnTo>
                    <a:pt x="156" y="936"/>
                  </a:lnTo>
                  <a:lnTo>
                    <a:pt x="157" y="937"/>
                  </a:lnTo>
                  <a:lnTo>
                    <a:pt x="157" y="938"/>
                  </a:lnTo>
                  <a:lnTo>
                    <a:pt x="157" y="938"/>
                  </a:lnTo>
                  <a:lnTo>
                    <a:pt x="157" y="938"/>
                  </a:lnTo>
                  <a:lnTo>
                    <a:pt x="158" y="938"/>
                  </a:lnTo>
                  <a:lnTo>
                    <a:pt x="157" y="938"/>
                  </a:lnTo>
                  <a:lnTo>
                    <a:pt x="158" y="938"/>
                  </a:lnTo>
                  <a:lnTo>
                    <a:pt x="158" y="939"/>
                  </a:lnTo>
                  <a:lnTo>
                    <a:pt x="158" y="940"/>
                  </a:lnTo>
                  <a:lnTo>
                    <a:pt x="158" y="941"/>
                  </a:lnTo>
                  <a:lnTo>
                    <a:pt x="158" y="941"/>
                  </a:lnTo>
                  <a:lnTo>
                    <a:pt x="158" y="942"/>
                  </a:lnTo>
                  <a:lnTo>
                    <a:pt x="159" y="942"/>
                  </a:lnTo>
                  <a:lnTo>
                    <a:pt x="159" y="943"/>
                  </a:lnTo>
                  <a:lnTo>
                    <a:pt x="158" y="944"/>
                  </a:lnTo>
                  <a:lnTo>
                    <a:pt x="158" y="945"/>
                  </a:lnTo>
                  <a:lnTo>
                    <a:pt x="158" y="946"/>
                  </a:lnTo>
                  <a:lnTo>
                    <a:pt x="158" y="946"/>
                  </a:lnTo>
                  <a:lnTo>
                    <a:pt x="157" y="946"/>
                  </a:lnTo>
                  <a:lnTo>
                    <a:pt x="157" y="946"/>
                  </a:lnTo>
                  <a:lnTo>
                    <a:pt x="156" y="946"/>
                  </a:lnTo>
                  <a:lnTo>
                    <a:pt x="155" y="946"/>
                  </a:lnTo>
                  <a:lnTo>
                    <a:pt x="154" y="946"/>
                  </a:lnTo>
                  <a:lnTo>
                    <a:pt x="156" y="946"/>
                  </a:lnTo>
                  <a:lnTo>
                    <a:pt x="157" y="946"/>
                  </a:lnTo>
                  <a:lnTo>
                    <a:pt x="159" y="946"/>
                  </a:lnTo>
                  <a:lnTo>
                    <a:pt x="159" y="946"/>
                  </a:lnTo>
                  <a:lnTo>
                    <a:pt x="159" y="945"/>
                  </a:lnTo>
                  <a:lnTo>
                    <a:pt x="161" y="945"/>
                  </a:lnTo>
                  <a:lnTo>
                    <a:pt x="161" y="946"/>
                  </a:lnTo>
                  <a:lnTo>
                    <a:pt x="161" y="947"/>
                  </a:lnTo>
                  <a:lnTo>
                    <a:pt x="162" y="948"/>
                  </a:lnTo>
                  <a:lnTo>
                    <a:pt x="163" y="949"/>
                  </a:lnTo>
                  <a:lnTo>
                    <a:pt x="163" y="949"/>
                  </a:lnTo>
                  <a:lnTo>
                    <a:pt x="163" y="950"/>
                  </a:lnTo>
                  <a:lnTo>
                    <a:pt x="163" y="950"/>
                  </a:lnTo>
                  <a:lnTo>
                    <a:pt x="163" y="951"/>
                  </a:lnTo>
                  <a:lnTo>
                    <a:pt x="163" y="951"/>
                  </a:lnTo>
                  <a:lnTo>
                    <a:pt x="163" y="951"/>
                  </a:lnTo>
                  <a:lnTo>
                    <a:pt x="165" y="952"/>
                  </a:lnTo>
                  <a:lnTo>
                    <a:pt x="165" y="955"/>
                  </a:lnTo>
                  <a:lnTo>
                    <a:pt x="166" y="955"/>
                  </a:lnTo>
                  <a:lnTo>
                    <a:pt x="167" y="955"/>
                  </a:lnTo>
                  <a:lnTo>
                    <a:pt x="167" y="955"/>
                  </a:lnTo>
                  <a:lnTo>
                    <a:pt x="166" y="955"/>
                  </a:lnTo>
                  <a:lnTo>
                    <a:pt x="166" y="956"/>
                  </a:lnTo>
                  <a:lnTo>
                    <a:pt x="167" y="957"/>
                  </a:lnTo>
                  <a:lnTo>
                    <a:pt x="167" y="957"/>
                  </a:lnTo>
                  <a:lnTo>
                    <a:pt x="166" y="957"/>
                  </a:lnTo>
                  <a:lnTo>
                    <a:pt x="166" y="957"/>
                  </a:lnTo>
                  <a:lnTo>
                    <a:pt x="166" y="957"/>
                  </a:lnTo>
                  <a:lnTo>
                    <a:pt x="165" y="957"/>
                  </a:lnTo>
                  <a:lnTo>
                    <a:pt x="165" y="957"/>
                  </a:lnTo>
                  <a:lnTo>
                    <a:pt x="164" y="957"/>
                  </a:lnTo>
                  <a:lnTo>
                    <a:pt x="163" y="957"/>
                  </a:lnTo>
                  <a:lnTo>
                    <a:pt x="163" y="957"/>
                  </a:lnTo>
                  <a:lnTo>
                    <a:pt x="162" y="957"/>
                  </a:lnTo>
                  <a:lnTo>
                    <a:pt x="162" y="957"/>
                  </a:lnTo>
                  <a:lnTo>
                    <a:pt x="162" y="958"/>
                  </a:lnTo>
                  <a:lnTo>
                    <a:pt x="160" y="958"/>
                  </a:lnTo>
                  <a:lnTo>
                    <a:pt x="160" y="958"/>
                  </a:lnTo>
                  <a:lnTo>
                    <a:pt x="160" y="958"/>
                  </a:lnTo>
                  <a:lnTo>
                    <a:pt x="161" y="959"/>
                  </a:lnTo>
                  <a:lnTo>
                    <a:pt x="162" y="959"/>
                  </a:lnTo>
                  <a:lnTo>
                    <a:pt x="163" y="959"/>
                  </a:lnTo>
                  <a:lnTo>
                    <a:pt x="164" y="960"/>
                  </a:lnTo>
                  <a:lnTo>
                    <a:pt x="165" y="960"/>
                  </a:lnTo>
                  <a:lnTo>
                    <a:pt x="165" y="960"/>
                  </a:lnTo>
                  <a:lnTo>
                    <a:pt x="165" y="961"/>
                  </a:lnTo>
                  <a:lnTo>
                    <a:pt x="166" y="961"/>
                  </a:lnTo>
                  <a:lnTo>
                    <a:pt x="167" y="962"/>
                  </a:lnTo>
                  <a:lnTo>
                    <a:pt x="167" y="964"/>
                  </a:lnTo>
                  <a:lnTo>
                    <a:pt x="167" y="964"/>
                  </a:lnTo>
                  <a:lnTo>
                    <a:pt x="167" y="964"/>
                  </a:lnTo>
                  <a:lnTo>
                    <a:pt x="167" y="964"/>
                  </a:lnTo>
                  <a:lnTo>
                    <a:pt x="167" y="964"/>
                  </a:lnTo>
                  <a:lnTo>
                    <a:pt x="167" y="965"/>
                  </a:lnTo>
                  <a:lnTo>
                    <a:pt x="168" y="966"/>
                  </a:lnTo>
                  <a:lnTo>
                    <a:pt x="167" y="968"/>
                  </a:lnTo>
                  <a:lnTo>
                    <a:pt x="167" y="968"/>
                  </a:lnTo>
                  <a:lnTo>
                    <a:pt x="165" y="968"/>
                  </a:lnTo>
                  <a:lnTo>
                    <a:pt x="165" y="968"/>
                  </a:lnTo>
                  <a:lnTo>
                    <a:pt x="164" y="968"/>
                  </a:lnTo>
                  <a:lnTo>
                    <a:pt x="163" y="968"/>
                  </a:lnTo>
                  <a:lnTo>
                    <a:pt x="163" y="968"/>
                  </a:lnTo>
                  <a:lnTo>
                    <a:pt x="163" y="968"/>
                  </a:lnTo>
                  <a:lnTo>
                    <a:pt x="162" y="968"/>
                  </a:lnTo>
                  <a:lnTo>
                    <a:pt x="162" y="968"/>
                  </a:lnTo>
                  <a:lnTo>
                    <a:pt x="161" y="968"/>
                  </a:lnTo>
                  <a:lnTo>
                    <a:pt x="160" y="968"/>
                  </a:lnTo>
                  <a:lnTo>
                    <a:pt x="159" y="968"/>
                  </a:lnTo>
                  <a:lnTo>
                    <a:pt x="159" y="967"/>
                  </a:lnTo>
                  <a:lnTo>
                    <a:pt x="159" y="967"/>
                  </a:lnTo>
                  <a:lnTo>
                    <a:pt x="158" y="968"/>
                  </a:lnTo>
                  <a:lnTo>
                    <a:pt x="157" y="968"/>
                  </a:lnTo>
                  <a:lnTo>
                    <a:pt x="156" y="967"/>
                  </a:lnTo>
                  <a:lnTo>
                    <a:pt x="156" y="966"/>
                  </a:lnTo>
                  <a:lnTo>
                    <a:pt x="155" y="967"/>
                  </a:lnTo>
                  <a:lnTo>
                    <a:pt x="155" y="967"/>
                  </a:lnTo>
                  <a:lnTo>
                    <a:pt x="155" y="967"/>
                  </a:lnTo>
                  <a:lnTo>
                    <a:pt x="154" y="967"/>
                  </a:lnTo>
                  <a:lnTo>
                    <a:pt x="154" y="967"/>
                  </a:lnTo>
                  <a:lnTo>
                    <a:pt x="154" y="966"/>
                  </a:lnTo>
                  <a:lnTo>
                    <a:pt x="153" y="966"/>
                  </a:lnTo>
                  <a:lnTo>
                    <a:pt x="153" y="966"/>
                  </a:lnTo>
                  <a:lnTo>
                    <a:pt x="152" y="964"/>
                  </a:lnTo>
                  <a:lnTo>
                    <a:pt x="152" y="964"/>
                  </a:lnTo>
                  <a:lnTo>
                    <a:pt x="152" y="964"/>
                  </a:lnTo>
                  <a:lnTo>
                    <a:pt x="151" y="964"/>
                  </a:lnTo>
                  <a:lnTo>
                    <a:pt x="151" y="964"/>
                  </a:lnTo>
                  <a:lnTo>
                    <a:pt x="150" y="964"/>
                  </a:lnTo>
                  <a:lnTo>
                    <a:pt x="150" y="964"/>
                  </a:lnTo>
                  <a:lnTo>
                    <a:pt x="150" y="963"/>
                  </a:lnTo>
                  <a:lnTo>
                    <a:pt x="149" y="963"/>
                  </a:lnTo>
                  <a:lnTo>
                    <a:pt x="149" y="963"/>
                  </a:lnTo>
                  <a:lnTo>
                    <a:pt x="149" y="964"/>
                  </a:lnTo>
                  <a:lnTo>
                    <a:pt x="148" y="963"/>
                  </a:lnTo>
                  <a:lnTo>
                    <a:pt x="148" y="964"/>
                  </a:lnTo>
                  <a:lnTo>
                    <a:pt x="147" y="964"/>
                  </a:lnTo>
                  <a:lnTo>
                    <a:pt x="146" y="964"/>
                  </a:lnTo>
                  <a:lnTo>
                    <a:pt x="145" y="964"/>
                  </a:lnTo>
                  <a:lnTo>
                    <a:pt x="145" y="963"/>
                  </a:lnTo>
                  <a:lnTo>
                    <a:pt x="145" y="964"/>
                  </a:lnTo>
                  <a:lnTo>
                    <a:pt x="145" y="964"/>
                  </a:lnTo>
                  <a:lnTo>
                    <a:pt x="146" y="964"/>
                  </a:lnTo>
                  <a:lnTo>
                    <a:pt x="146" y="965"/>
                  </a:lnTo>
                  <a:lnTo>
                    <a:pt x="147" y="966"/>
                  </a:lnTo>
                  <a:lnTo>
                    <a:pt x="146" y="967"/>
                  </a:lnTo>
                  <a:lnTo>
                    <a:pt x="146" y="967"/>
                  </a:lnTo>
                  <a:lnTo>
                    <a:pt x="147" y="967"/>
                  </a:lnTo>
                  <a:lnTo>
                    <a:pt x="147" y="968"/>
                  </a:lnTo>
                  <a:lnTo>
                    <a:pt x="147" y="968"/>
                  </a:lnTo>
                  <a:lnTo>
                    <a:pt x="147" y="968"/>
                  </a:lnTo>
                  <a:lnTo>
                    <a:pt x="146" y="968"/>
                  </a:lnTo>
                  <a:lnTo>
                    <a:pt x="145" y="968"/>
                  </a:lnTo>
                  <a:lnTo>
                    <a:pt x="145" y="968"/>
                  </a:lnTo>
                  <a:lnTo>
                    <a:pt x="145" y="967"/>
                  </a:lnTo>
                  <a:lnTo>
                    <a:pt x="145" y="968"/>
                  </a:lnTo>
                  <a:lnTo>
                    <a:pt x="145" y="968"/>
                  </a:lnTo>
                  <a:lnTo>
                    <a:pt x="144" y="968"/>
                  </a:lnTo>
                  <a:lnTo>
                    <a:pt x="144" y="968"/>
                  </a:lnTo>
                  <a:lnTo>
                    <a:pt x="144" y="968"/>
                  </a:lnTo>
                  <a:lnTo>
                    <a:pt x="144" y="968"/>
                  </a:lnTo>
                  <a:lnTo>
                    <a:pt x="143" y="968"/>
                  </a:lnTo>
                  <a:lnTo>
                    <a:pt x="143" y="968"/>
                  </a:lnTo>
                  <a:lnTo>
                    <a:pt x="144" y="968"/>
                  </a:lnTo>
                  <a:lnTo>
                    <a:pt x="144" y="969"/>
                  </a:lnTo>
                  <a:lnTo>
                    <a:pt x="144" y="970"/>
                  </a:lnTo>
                  <a:lnTo>
                    <a:pt x="145" y="972"/>
                  </a:lnTo>
                  <a:lnTo>
                    <a:pt x="145" y="972"/>
                  </a:lnTo>
                  <a:lnTo>
                    <a:pt x="145" y="972"/>
                  </a:lnTo>
                  <a:lnTo>
                    <a:pt x="145" y="972"/>
                  </a:lnTo>
                  <a:lnTo>
                    <a:pt x="145" y="972"/>
                  </a:lnTo>
                  <a:lnTo>
                    <a:pt x="146" y="972"/>
                  </a:lnTo>
                  <a:lnTo>
                    <a:pt x="146" y="972"/>
                  </a:lnTo>
                  <a:lnTo>
                    <a:pt x="146" y="972"/>
                  </a:lnTo>
                  <a:lnTo>
                    <a:pt x="147" y="972"/>
                  </a:lnTo>
                  <a:lnTo>
                    <a:pt x="148" y="972"/>
                  </a:lnTo>
                  <a:lnTo>
                    <a:pt x="149" y="972"/>
                  </a:lnTo>
                  <a:lnTo>
                    <a:pt x="149" y="972"/>
                  </a:lnTo>
                  <a:lnTo>
                    <a:pt x="150" y="972"/>
                  </a:lnTo>
                  <a:lnTo>
                    <a:pt x="150" y="973"/>
                  </a:lnTo>
                  <a:lnTo>
                    <a:pt x="150" y="973"/>
                  </a:lnTo>
                  <a:lnTo>
                    <a:pt x="150" y="974"/>
                  </a:lnTo>
                  <a:lnTo>
                    <a:pt x="150" y="974"/>
                  </a:lnTo>
                  <a:lnTo>
                    <a:pt x="150" y="974"/>
                  </a:lnTo>
                  <a:lnTo>
                    <a:pt x="151" y="974"/>
                  </a:lnTo>
                  <a:lnTo>
                    <a:pt x="151" y="974"/>
                  </a:lnTo>
                  <a:lnTo>
                    <a:pt x="151" y="975"/>
                  </a:lnTo>
                  <a:lnTo>
                    <a:pt x="151" y="976"/>
                  </a:lnTo>
                  <a:lnTo>
                    <a:pt x="151" y="977"/>
                  </a:lnTo>
                  <a:lnTo>
                    <a:pt x="151" y="976"/>
                  </a:lnTo>
                  <a:lnTo>
                    <a:pt x="151" y="977"/>
                  </a:lnTo>
                  <a:lnTo>
                    <a:pt x="150" y="977"/>
                  </a:lnTo>
                  <a:lnTo>
                    <a:pt x="150" y="977"/>
                  </a:lnTo>
                  <a:lnTo>
                    <a:pt x="151" y="977"/>
                  </a:lnTo>
                  <a:lnTo>
                    <a:pt x="151" y="977"/>
                  </a:lnTo>
                  <a:lnTo>
                    <a:pt x="151" y="977"/>
                  </a:lnTo>
                  <a:lnTo>
                    <a:pt x="151" y="977"/>
                  </a:lnTo>
                  <a:lnTo>
                    <a:pt x="152" y="978"/>
                  </a:lnTo>
                  <a:lnTo>
                    <a:pt x="152" y="979"/>
                  </a:lnTo>
                  <a:lnTo>
                    <a:pt x="153" y="979"/>
                  </a:lnTo>
                  <a:lnTo>
                    <a:pt x="153" y="980"/>
                  </a:lnTo>
                  <a:lnTo>
                    <a:pt x="153" y="980"/>
                  </a:lnTo>
                  <a:lnTo>
                    <a:pt x="153" y="981"/>
                  </a:lnTo>
                  <a:lnTo>
                    <a:pt x="153" y="981"/>
                  </a:lnTo>
                  <a:lnTo>
                    <a:pt x="154" y="980"/>
                  </a:lnTo>
                  <a:lnTo>
                    <a:pt x="154" y="980"/>
                  </a:lnTo>
                  <a:lnTo>
                    <a:pt x="155" y="981"/>
                  </a:lnTo>
                  <a:lnTo>
                    <a:pt x="155" y="981"/>
                  </a:lnTo>
                  <a:lnTo>
                    <a:pt x="154" y="981"/>
                  </a:lnTo>
                  <a:lnTo>
                    <a:pt x="154" y="981"/>
                  </a:lnTo>
                  <a:lnTo>
                    <a:pt x="154" y="981"/>
                  </a:lnTo>
                  <a:lnTo>
                    <a:pt x="155" y="982"/>
                  </a:lnTo>
                  <a:lnTo>
                    <a:pt x="155" y="982"/>
                  </a:lnTo>
                  <a:lnTo>
                    <a:pt x="155" y="983"/>
                  </a:lnTo>
                  <a:lnTo>
                    <a:pt x="155" y="984"/>
                  </a:lnTo>
                  <a:lnTo>
                    <a:pt x="155" y="984"/>
                  </a:lnTo>
                  <a:lnTo>
                    <a:pt x="155" y="984"/>
                  </a:lnTo>
                  <a:lnTo>
                    <a:pt x="155" y="984"/>
                  </a:lnTo>
                  <a:lnTo>
                    <a:pt x="155" y="985"/>
                  </a:lnTo>
                  <a:lnTo>
                    <a:pt x="156" y="985"/>
                  </a:lnTo>
                  <a:lnTo>
                    <a:pt x="155" y="985"/>
                  </a:lnTo>
                  <a:lnTo>
                    <a:pt x="155" y="985"/>
                  </a:lnTo>
                  <a:lnTo>
                    <a:pt x="155" y="986"/>
                  </a:lnTo>
                  <a:lnTo>
                    <a:pt x="154" y="986"/>
                  </a:lnTo>
                  <a:lnTo>
                    <a:pt x="154" y="986"/>
                  </a:lnTo>
                  <a:lnTo>
                    <a:pt x="154" y="987"/>
                  </a:lnTo>
                  <a:lnTo>
                    <a:pt x="154" y="987"/>
                  </a:lnTo>
                  <a:lnTo>
                    <a:pt x="153" y="986"/>
                  </a:lnTo>
                  <a:lnTo>
                    <a:pt x="153" y="985"/>
                  </a:lnTo>
                  <a:lnTo>
                    <a:pt x="153" y="985"/>
                  </a:lnTo>
                  <a:lnTo>
                    <a:pt x="152" y="985"/>
                  </a:lnTo>
                  <a:lnTo>
                    <a:pt x="152" y="986"/>
                  </a:lnTo>
                  <a:lnTo>
                    <a:pt x="152" y="987"/>
                  </a:lnTo>
                  <a:lnTo>
                    <a:pt x="151" y="987"/>
                  </a:lnTo>
                  <a:lnTo>
                    <a:pt x="151" y="987"/>
                  </a:lnTo>
                  <a:lnTo>
                    <a:pt x="150" y="986"/>
                  </a:lnTo>
                  <a:lnTo>
                    <a:pt x="150" y="986"/>
                  </a:lnTo>
                  <a:lnTo>
                    <a:pt x="150" y="986"/>
                  </a:lnTo>
                  <a:lnTo>
                    <a:pt x="150" y="985"/>
                  </a:lnTo>
                  <a:lnTo>
                    <a:pt x="150" y="985"/>
                  </a:lnTo>
                  <a:lnTo>
                    <a:pt x="150" y="985"/>
                  </a:lnTo>
                  <a:lnTo>
                    <a:pt x="150" y="986"/>
                  </a:lnTo>
                  <a:lnTo>
                    <a:pt x="149" y="985"/>
                  </a:lnTo>
                  <a:lnTo>
                    <a:pt x="148" y="985"/>
                  </a:lnTo>
                  <a:lnTo>
                    <a:pt x="148" y="985"/>
                  </a:lnTo>
                  <a:lnTo>
                    <a:pt x="147" y="985"/>
                  </a:lnTo>
                  <a:lnTo>
                    <a:pt x="147" y="984"/>
                  </a:lnTo>
                  <a:lnTo>
                    <a:pt x="146" y="984"/>
                  </a:lnTo>
                  <a:lnTo>
                    <a:pt x="146" y="983"/>
                  </a:lnTo>
                  <a:lnTo>
                    <a:pt x="146" y="983"/>
                  </a:lnTo>
                  <a:lnTo>
                    <a:pt x="145" y="984"/>
                  </a:lnTo>
                  <a:lnTo>
                    <a:pt x="145" y="984"/>
                  </a:lnTo>
                  <a:lnTo>
                    <a:pt x="146" y="985"/>
                  </a:lnTo>
                  <a:lnTo>
                    <a:pt x="146" y="985"/>
                  </a:lnTo>
                  <a:lnTo>
                    <a:pt x="146" y="985"/>
                  </a:lnTo>
                  <a:lnTo>
                    <a:pt x="147" y="985"/>
                  </a:lnTo>
                  <a:lnTo>
                    <a:pt x="147" y="988"/>
                  </a:lnTo>
                  <a:lnTo>
                    <a:pt x="146" y="988"/>
                  </a:lnTo>
                  <a:lnTo>
                    <a:pt x="146" y="987"/>
                  </a:lnTo>
                  <a:lnTo>
                    <a:pt x="145" y="987"/>
                  </a:lnTo>
                  <a:lnTo>
                    <a:pt x="146" y="988"/>
                  </a:lnTo>
                  <a:lnTo>
                    <a:pt x="147" y="988"/>
                  </a:lnTo>
                  <a:lnTo>
                    <a:pt x="147" y="989"/>
                  </a:lnTo>
                  <a:lnTo>
                    <a:pt x="147" y="989"/>
                  </a:lnTo>
                  <a:lnTo>
                    <a:pt x="147" y="990"/>
                  </a:lnTo>
                  <a:lnTo>
                    <a:pt x="148" y="990"/>
                  </a:lnTo>
                  <a:lnTo>
                    <a:pt x="148" y="990"/>
                  </a:lnTo>
                  <a:lnTo>
                    <a:pt x="147" y="990"/>
                  </a:lnTo>
                  <a:lnTo>
                    <a:pt x="147" y="991"/>
                  </a:lnTo>
                  <a:lnTo>
                    <a:pt x="147" y="991"/>
                  </a:lnTo>
                  <a:lnTo>
                    <a:pt x="147" y="992"/>
                  </a:lnTo>
                  <a:lnTo>
                    <a:pt x="147" y="992"/>
                  </a:lnTo>
                  <a:lnTo>
                    <a:pt x="146" y="992"/>
                  </a:lnTo>
                  <a:lnTo>
                    <a:pt x="145" y="992"/>
                  </a:lnTo>
                  <a:lnTo>
                    <a:pt x="145" y="991"/>
                  </a:lnTo>
                  <a:lnTo>
                    <a:pt x="145" y="990"/>
                  </a:lnTo>
                  <a:lnTo>
                    <a:pt x="145" y="990"/>
                  </a:lnTo>
                  <a:lnTo>
                    <a:pt x="145" y="990"/>
                  </a:lnTo>
                  <a:lnTo>
                    <a:pt x="145" y="990"/>
                  </a:lnTo>
                  <a:lnTo>
                    <a:pt x="145" y="990"/>
                  </a:lnTo>
                  <a:lnTo>
                    <a:pt x="144" y="990"/>
                  </a:lnTo>
                  <a:lnTo>
                    <a:pt x="144" y="989"/>
                  </a:lnTo>
                  <a:lnTo>
                    <a:pt x="144" y="989"/>
                  </a:lnTo>
                  <a:lnTo>
                    <a:pt x="144" y="989"/>
                  </a:lnTo>
                  <a:lnTo>
                    <a:pt x="144" y="990"/>
                  </a:lnTo>
                  <a:lnTo>
                    <a:pt x="143" y="990"/>
                  </a:lnTo>
                  <a:lnTo>
                    <a:pt x="143" y="990"/>
                  </a:lnTo>
                  <a:lnTo>
                    <a:pt x="144" y="990"/>
                  </a:lnTo>
                  <a:lnTo>
                    <a:pt x="144" y="990"/>
                  </a:lnTo>
                  <a:lnTo>
                    <a:pt x="143" y="990"/>
                  </a:lnTo>
                  <a:lnTo>
                    <a:pt x="142" y="990"/>
                  </a:lnTo>
                  <a:lnTo>
                    <a:pt x="141" y="990"/>
                  </a:lnTo>
                  <a:lnTo>
                    <a:pt x="141" y="990"/>
                  </a:lnTo>
                  <a:lnTo>
                    <a:pt x="143" y="991"/>
                  </a:lnTo>
                  <a:lnTo>
                    <a:pt x="144" y="992"/>
                  </a:lnTo>
                  <a:lnTo>
                    <a:pt x="144" y="992"/>
                  </a:lnTo>
                  <a:lnTo>
                    <a:pt x="144" y="993"/>
                  </a:lnTo>
                  <a:lnTo>
                    <a:pt x="143" y="992"/>
                  </a:lnTo>
                  <a:lnTo>
                    <a:pt x="143" y="993"/>
                  </a:lnTo>
                  <a:lnTo>
                    <a:pt x="141" y="992"/>
                  </a:lnTo>
                  <a:lnTo>
                    <a:pt x="141" y="992"/>
                  </a:lnTo>
                  <a:lnTo>
                    <a:pt x="141" y="993"/>
                  </a:lnTo>
                  <a:lnTo>
                    <a:pt x="141" y="993"/>
                  </a:lnTo>
                  <a:lnTo>
                    <a:pt x="141" y="993"/>
                  </a:lnTo>
                  <a:lnTo>
                    <a:pt x="141" y="993"/>
                  </a:lnTo>
                  <a:lnTo>
                    <a:pt x="141" y="992"/>
                  </a:lnTo>
                  <a:lnTo>
                    <a:pt x="141" y="992"/>
                  </a:lnTo>
                  <a:lnTo>
                    <a:pt x="141" y="992"/>
                  </a:lnTo>
                  <a:lnTo>
                    <a:pt x="141" y="991"/>
                  </a:lnTo>
                  <a:lnTo>
                    <a:pt x="141" y="992"/>
                  </a:lnTo>
                  <a:lnTo>
                    <a:pt x="141" y="991"/>
                  </a:lnTo>
                  <a:lnTo>
                    <a:pt x="141" y="990"/>
                  </a:lnTo>
                  <a:lnTo>
                    <a:pt x="140" y="990"/>
                  </a:lnTo>
                  <a:lnTo>
                    <a:pt x="141" y="990"/>
                  </a:lnTo>
                  <a:lnTo>
                    <a:pt x="141" y="990"/>
                  </a:lnTo>
                  <a:lnTo>
                    <a:pt x="141" y="989"/>
                  </a:lnTo>
                  <a:lnTo>
                    <a:pt x="140" y="988"/>
                  </a:lnTo>
                  <a:lnTo>
                    <a:pt x="138" y="985"/>
                  </a:lnTo>
                  <a:lnTo>
                    <a:pt x="138" y="985"/>
                  </a:lnTo>
                  <a:lnTo>
                    <a:pt x="138" y="984"/>
                  </a:lnTo>
                  <a:lnTo>
                    <a:pt x="137" y="984"/>
                  </a:lnTo>
                  <a:lnTo>
                    <a:pt x="137" y="985"/>
                  </a:lnTo>
                  <a:lnTo>
                    <a:pt x="137" y="985"/>
                  </a:lnTo>
                  <a:lnTo>
                    <a:pt x="136" y="984"/>
                  </a:lnTo>
                  <a:lnTo>
                    <a:pt x="137" y="985"/>
                  </a:lnTo>
                  <a:lnTo>
                    <a:pt x="137" y="986"/>
                  </a:lnTo>
                  <a:lnTo>
                    <a:pt x="138" y="987"/>
                  </a:lnTo>
                  <a:lnTo>
                    <a:pt x="138" y="987"/>
                  </a:lnTo>
                  <a:lnTo>
                    <a:pt x="138" y="987"/>
                  </a:lnTo>
                  <a:lnTo>
                    <a:pt x="138" y="988"/>
                  </a:lnTo>
                  <a:lnTo>
                    <a:pt x="139" y="988"/>
                  </a:lnTo>
                  <a:lnTo>
                    <a:pt x="140" y="989"/>
                  </a:lnTo>
                  <a:lnTo>
                    <a:pt x="139" y="989"/>
                  </a:lnTo>
                  <a:lnTo>
                    <a:pt x="138" y="990"/>
                  </a:lnTo>
                  <a:lnTo>
                    <a:pt x="138" y="990"/>
                  </a:lnTo>
                  <a:lnTo>
                    <a:pt x="138" y="991"/>
                  </a:lnTo>
                  <a:lnTo>
                    <a:pt x="138" y="991"/>
                  </a:lnTo>
                  <a:lnTo>
                    <a:pt x="138" y="992"/>
                  </a:lnTo>
                  <a:lnTo>
                    <a:pt x="138" y="993"/>
                  </a:lnTo>
                  <a:lnTo>
                    <a:pt x="137" y="993"/>
                  </a:lnTo>
                  <a:lnTo>
                    <a:pt x="137" y="993"/>
                  </a:lnTo>
                  <a:lnTo>
                    <a:pt x="137" y="992"/>
                  </a:lnTo>
                  <a:lnTo>
                    <a:pt x="137" y="992"/>
                  </a:lnTo>
                  <a:lnTo>
                    <a:pt x="137" y="991"/>
                  </a:lnTo>
                  <a:lnTo>
                    <a:pt x="137" y="990"/>
                  </a:lnTo>
                  <a:lnTo>
                    <a:pt x="137" y="990"/>
                  </a:lnTo>
                  <a:lnTo>
                    <a:pt x="136" y="990"/>
                  </a:lnTo>
                  <a:lnTo>
                    <a:pt x="136" y="990"/>
                  </a:lnTo>
                  <a:lnTo>
                    <a:pt x="136" y="990"/>
                  </a:lnTo>
                  <a:lnTo>
                    <a:pt x="136" y="991"/>
                  </a:lnTo>
                  <a:lnTo>
                    <a:pt x="136" y="991"/>
                  </a:lnTo>
                  <a:lnTo>
                    <a:pt x="135" y="990"/>
                  </a:lnTo>
                  <a:lnTo>
                    <a:pt x="135" y="990"/>
                  </a:lnTo>
                  <a:lnTo>
                    <a:pt x="135" y="990"/>
                  </a:lnTo>
                  <a:lnTo>
                    <a:pt x="135" y="991"/>
                  </a:lnTo>
                  <a:lnTo>
                    <a:pt x="136" y="992"/>
                  </a:lnTo>
                  <a:lnTo>
                    <a:pt x="136" y="992"/>
                  </a:lnTo>
                  <a:lnTo>
                    <a:pt x="135" y="992"/>
                  </a:lnTo>
                  <a:lnTo>
                    <a:pt x="135" y="992"/>
                  </a:lnTo>
                  <a:lnTo>
                    <a:pt x="135" y="992"/>
                  </a:lnTo>
                  <a:lnTo>
                    <a:pt x="135" y="993"/>
                  </a:lnTo>
                  <a:lnTo>
                    <a:pt x="136" y="993"/>
                  </a:lnTo>
                  <a:lnTo>
                    <a:pt x="136" y="994"/>
                  </a:lnTo>
                  <a:lnTo>
                    <a:pt x="136" y="994"/>
                  </a:lnTo>
                  <a:lnTo>
                    <a:pt x="136" y="994"/>
                  </a:lnTo>
                  <a:lnTo>
                    <a:pt x="136" y="994"/>
                  </a:lnTo>
                  <a:lnTo>
                    <a:pt x="136" y="994"/>
                  </a:lnTo>
                  <a:lnTo>
                    <a:pt x="135" y="994"/>
                  </a:lnTo>
                  <a:lnTo>
                    <a:pt x="135" y="994"/>
                  </a:lnTo>
                  <a:lnTo>
                    <a:pt x="136" y="995"/>
                  </a:lnTo>
                  <a:lnTo>
                    <a:pt x="136" y="996"/>
                  </a:lnTo>
                  <a:lnTo>
                    <a:pt x="136" y="996"/>
                  </a:lnTo>
                  <a:lnTo>
                    <a:pt x="136" y="997"/>
                  </a:lnTo>
                  <a:lnTo>
                    <a:pt x="136" y="997"/>
                  </a:lnTo>
                  <a:lnTo>
                    <a:pt x="134" y="997"/>
                  </a:lnTo>
                  <a:lnTo>
                    <a:pt x="133" y="996"/>
                  </a:lnTo>
                  <a:lnTo>
                    <a:pt x="133" y="995"/>
                  </a:lnTo>
                  <a:lnTo>
                    <a:pt x="132" y="995"/>
                  </a:lnTo>
                  <a:lnTo>
                    <a:pt x="132" y="994"/>
                  </a:lnTo>
                  <a:lnTo>
                    <a:pt x="132" y="994"/>
                  </a:lnTo>
                  <a:lnTo>
                    <a:pt x="132" y="995"/>
                  </a:lnTo>
                  <a:lnTo>
                    <a:pt x="132" y="996"/>
                  </a:lnTo>
                  <a:lnTo>
                    <a:pt x="132" y="996"/>
                  </a:lnTo>
                  <a:lnTo>
                    <a:pt x="132" y="996"/>
                  </a:lnTo>
                  <a:lnTo>
                    <a:pt x="131" y="996"/>
                  </a:lnTo>
                  <a:lnTo>
                    <a:pt x="131" y="996"/>
                  </a:lnTo>
                  <a:lnTo>
                    <a:pt x="131" y="997"/>
                  </a:lnTo>
                  <a:lnTo>
                    <a:pt x="132" y="997"/>
                  </a:lnTo>
                  <a:lnTo>
                    <a:pt x="132" y="998"/>
                  </a:lnTo>
                  <a:lnTo>
                    <a:pt x="132" y="999"/>
                  </a:lnTo>
                  <a:lnTo>
                    <a:pt x="132" y="999"/>
                  </a:lnTo>
                  <a:lnTo>
                    <a:pt x="132" y="1000"/>
                  </a:lnTo>
                  <a:lnTo>
                    <a:pt x="132" y="1000"/>
                  </a:lnTo>
                  <a:lnTo>
                    <a:pt x="133" y="1001"/>
                  </a:lnTo>
                  <a:lnTo>
                    <a:pt x="133" y="1002"/>
                  </a:lnTo>
                  <a:lnTo>
                    <a:pt x="132" y="1002"/>
                  </a:lnTo>
                  <a:lnTo>
                    <a:pt x="132" y="1002"/>
                  </a:lnTo>
                  <a:lnTo>
                    <a:pt x="132" y="1003"/>
                  </a:lnTo>
                  <a:lnTo>
                    <a:pt x="132" y="1003"/>
                  </a:lnTo>
                  <a:lnTo>
                    <a:pt x="131" y="1003"/>
                  </a:lnTo>
                  <a:lnTo>
                    <a:pt x="131" y="1003"/>
                  </a:lnTo>
                  <a:lnTo>
                    <a:pt x="131" y="1003"/>
                  </a:lnTo>
                  <a:lnTo>
                    <a:pt x="130" y="1002"/>
                  </a:lnTo>
                  <a:lnTo>
                    <a:pt x="129" y="1002"/>
                  </a:lnTo>
                  <a:lnTo>
                    <a:pt x="129" y="1002"/>
                  </a:lnTo>
                  <a:lnTo>
                    <a:pt x="128" y="1002"/>
                  </a:lnTo>
                  <a:lnTo>
                    <a:pt x="128" y="1001"/>
                  </a:lnTo>
                  <a:lnTo>
                    <a:pt x="128" y="1001"/>
                  </a:lnTo>
                  <a:lnTo>
                    <a:pt x="128" y="1000"/>
                  </a:lnTo>
                  <a:lnTo>
                    <a:pt x="128" y="999"/>
                  </a:lnTo>
                  <a:lnTo>
                    <a:pt x="126" y="999"/>
                  </a:lnTo>
                  <a:lnTo>
                    <a:pt x="126" y="1000"/>
                  </a:lnTo>
                  <a:lnTo>
                    <a:pt x="127" y="1000"/>
                  </a:lnTo>
                  <a:lnTo>
                    <a:pt x="128" y="1002"/>
                  </a:lnTo>
                  <a:lnTo>
                    <a:pt x="127" y="1002"/>
                  </a:lnTo>
                  <a:lnTo>
                    <a:pt x="127" y="1002"/>
                  </a:lnTo>
                  <a:lnTo>
                    <a:pt x="125" y="1001"/>
                  </a:lnTo>
                  <a:lnTo>
                    <a:pt x="125" y="1001"/>
                  </a:lnTo>
                  <a:lnTo>
                    <a:pt x="125" y="1001"/>
                  </a:lnTo>
                  <a:lnTo>
                    <a:pt x="125" y="1002"/>
                  </a:lnTo>
                  <a:lnTo>
                    <a:pt x="125" y="1002"/>
                  </a:lnTo>
                  <a:lnTo>
                    <a:pt x="126" y="1002"/>
                  </a:lnTo>
                  <a:lnTo>
                    <a:pt x="127" y="1003"/>
                  </a:lnTo>
                  <a:lnTo>
                    <a:pt x="128" y="1003"/>
                  </a:lnTo>
                  <a:lnTo>
                    <a:pt x="128" y="1003"/>
                  </a:lnTo>
                  <a:lnTo>
                    <a:pt x="128" y="1003"/>
                  </a:lnTo>
                  <a:lnTo>
                    <a:pt x="128" y="1003"/>
                  </a:lnTo>
                  <a:lnTo>
                    <a:pt x="127" y="1003"/>
                  </a:lnTo>
                  <a:lnTo>
                    <a:pt x="128" y="1003"/>
                  </a:lnTo>
                  <a:lnTo>
                    <a:pt x="128" y="1004"/>
                  </a:lnTo>
                  <a:lnTo>
                    <a:pt x="128" y="1003"/>
                  </a:lnTo>
                  <a:lnTo>
                    <a:pt x="128" y="1004"/>
                  </a:lnTo>
                  <a:lnTo>
                    <a:pt x="128" y="1005"/>
                  </a:lnTo>
                  <a:lnTo>
                    <a:pt x="128" y="1005"/>
                  </a:lnTo>
                  <a:lnTo>
                    <a:pt x="128" y="1005"/>
                  </a:lnTo>
                  <a:lnTo>
                    <a:pt x="127" y="1006"/>
                  </a:lnTo>
                  <a:lnTo>
                    <a:pt x="127" y="1006"/>
                  </a:lnTo>
                  <a:lnTo>
                    <a:pt x="126" y="1006"/>
                  </a:lnTo>
                  <a:lnTo>
                    <a:pt x="125" y="1007"/>
                  </a:lnTo>
                  <a:lnTo>
                    <a:pt x="125" y="1007"/>
                  </a:lnTo>
                  <a:lnTo>
                    <a:pt x="124" y="1007"/>
                  </a:lnTo>
                  <a:lnTo>
                    <a:pt x="124" y="1007"/>
                  </a:lnTo>
                  <a:lnTo>
                    <a:pt x="123" y="1007"/>
                  </a:lnTo>
                  <a:lnTo>
                    <a:pt x="123" y="1007"/>
                  </a:lnTo>
                  <a:lnTo>
                    <a:pt x="122" y="1007"/>
                  </a:lnTo>
                  <a:lnTo>
                    <a:pt x="122" y="1007"/>
                  </a:lnTo>
                  <a:lnTo>
                    <a:pt x="122" y="1007"/>
                  </a:lnTo>
                  <a:lnTo>
                    <a:pt x="122" y="1009"/>
                  </a:lnTo>
                  <a:lnTo>
                    <a:pt x="122" y="1009"/>
                  </a:lnTo>
                  <a:lnTo>
                    <a:pt x="122" y="1010"/>
                  </a:lnTo>
                  <a:lnTo>
                    <a:pt x="122" y="1010"/>
                  </a:lnTo>
                  <a:lnTo>
                    <a:pt x="122" y="1011"/>
                  </a:lnTo>
                  <a:lnTo>
                    <a:pt x="122" y="1011"/>
                  </a:lnTo>
                  <a:lnTo>
                    <a:pt x="121" y="1011"/>
                  </a:lnTo>
                  <a:lnTo>
                    <a:pt x="121" y="1012"/>
                  </a:lnTo>
                  <a:lnTo>
                    <a:pt x="122" y="1012"/>
                  </a:lnTo>
                  <a:lnTo>
                    <a:pt x="122" y="1012"/>
                  </a:lnTo>
                  <a:lnTo>
                    <a:pt x="121" y="1012"/>
                  </a:lnTo>
                  <a:lnTo>
                    <a:pt x="121" y="1013"/>
                  </a:lnTo>
                  <a:lnTo>
                    <a:pt x="121" y="1012"/>
                  </a:lnTo>
                  <a:lnTo>
                    <a:pt x="119" y="1012"/>
                  </a:lnTo>
                  <a:lnTo>
                    <a:pt x="119" y="1013"/>
                  </a:lnTo>
                  <a:lnTo>
                    <a:pt x="119" y="1014"/>
                  </a:lnTo>
                  <a:lnTo>
                    <a:pt x="119" y="1015"/>
                  </a:lnTo>
                  <a:lnTo>
                    <a:pt x="119" y="1014"/>
                  </a:lnTo>
                  <a:lnTo>
                    <a:pt x="119" y="1014"/>
                  </a:lnTo>
                  <a:lnTo>
                    <a:pt x="119" y="1013"/>
                  </a:lnTo>
                  <a:lnTo>
                    <a:pt x="119" y="1013"/>
                  </a:lnTo>
                  <a:lnTo>
                    <a:pt x="118" y="1013"/>
                  </a:lnTo>
                  <a:lnTo>
                    <a:pt x="119" y="1013"/>
                  </a:lnTo>
                  <a:lnTo>
                    <a:pt x="119" y="1014"/>
                  </a:lnTo>
                  <a:lnTo>
                    <a:pt x="118" y="1014"/>
                  </a:lnTo>
                  <a:lnTo>
                    <a:pt x="118" y="1013"/>
                  </a:lnTo>
                  <a:lnTo>
                    <a:pt x="117" y="1012"/>
                  </a:lnTo>
                  <a:lnTo>
                    <a:pt x="117" y="1012"/>
                  </a:lnTo>
                  <a:lnTo>
                    <a:pt x="115" y="1011"/>
                  </a:lnTo>
                  <a:lnTo>
                    <a:pt x="116" y="1012"/>
                  </a:lnTo>
                  <a:lnTo>
                    <a:pt x="116" y="1014"/>
                  </a:lnTo>
                  <a:lnTo>
                    <a:pt x="117" y="1014"/>
                  </a:lnTo>
                  <a:lnTo>
                    <a:pt x="117" y="1015"/>
                  </a:lnTo>
                  <a:lnTo>
                    <a:pt x="118" y="1016"/>
                  </a:lnTo>
                  <a:lnTo>
                    <a:pt x="118" y="1016"/>
                  </a:lnTo>
                  <a:lnTo>
                    <a:pt x="116" y="1016"/>
                  </a:lnTo>
                  <a:lnTo>
                    <a:pt x="115" y="1016"/>
                  </a:lnTo>
                  <a:lnTo>
                    <a:pt x="115" y="1015"/>
                  </a:lnTo>
                  <a:lnTo>
                    <a:pt x="115" y="1014"/>
                  </a:lnTo>
                  <a:lnTo>
                    <a:pt x="115" y="1014"/>
                  </a:lnTo>
                  <a:lnTo>
                    <a:pt x="115" y="1013"/>
                  </a:lnTo>
                  <a:lnTo>
                    <a:pt x="115" y="1012"/>
                  </a:lnTo>
                  <a:lnTo>
                    <a:pt x="114" y="1011"/>
                  </a:lnTo>
                  <a:lnTo>
                    <a:pt x="114" y="1011"/>
                  </a:lnTo>
                  <a:lnTo>
                    <a:pt x="113" y="1011"/>
                  </a:lnTo>
                  <a:lnTo>
                    <a:pt x="112" y="1009"/>
                  </a:lnTo>
                  <a:lnTo>
                    <a:pt x="112" y="1009"/>
                  </a:lnTo>
                  <a:lnTo>
                    <a:pt x="111" y="1009"/>
                  </a:lnTo>
                  <a:lnTo>
                    <a:pt x="111" y="1008"/>
                  </a:lnTo>
                  <a:lnTo>
                    <a:pt x="111" y="1008"/>
                  </a:lnTo>
                  <a:lnTo>
                    <a:pt x="111" y="1009"/>
                  </a:lnTo>
                  <a:lnTo>
                    <a:pt x="110" y="1008"/>
                  </a:lnTo>
                  <a:lnTo>
                    <a:pt x="110" y="1007"/>
                  </a:lnTo>
                  <a:lnTo>
                    <a:pt x="109" y="1007"/>
                  </a:lnTo>
                  <a:lnTo>
                    <a:pt x="109" y="1007"/>
                  </a:lnTo>
                  <a:lnTo>
                    <a:pt x="109" y="1007"/>
                  </a:lnTo>
                  <a:lnTo>
                    <a:pt x="108" y="1007"/>
                  </a:lnTo>
                  <a:lnTo>
                    <a:pt x="108" y="1006"/>
                  </a:lnTo>
                  <a:lnTo>
                    <a:pt x="108" y="1006"/>
                  </a:lnTo>
                  <a:lnTo>
                    <a:pt x="108" y="1005"/>
                  </a:lnTo>
                  <a:lnTo>
                    <a:pt x="108" y="1005"/>
                  </a:lnTo>
                  <a:lnTo>
                    <a:pt x="108" y="1004"/>
                  </a:lnTo>
                  <a:lnTo>
                    <a:pt x="108" y="1004"/>
                  </a:lnTo>
                  <a:lnTo>
                    <a:pt x="108" y="1004"/>
                  </a:lnTo>
                  <a:lnTo>
                    <a:pt x="108" y="1004"/>
                  </a:lnTo>
                  <a:lnTo>
                    <a:pt x="107" y="1004"/>
                  </a:lnTo>
                  <a:lnTo>
                    <a:pt x="107" y="1003"/>
                  </a:lnTo>
                  <a:lnTo>
                    <a:pt x="106" y="1003"/>
                  </a:lnTo>
                  <a:lnTo>
                    <a:pt x="106" y="1003"/>
                  </a:lnTo>
                  <a:lnTo>
                    <a:pt x="106" y="1003"/>
                  </a:lnTo>
                  <a:lnTo>
                    <a:pt x="106" y="1003"/>
                  </a:lnTo>
                  <a:lnTo>
                    <a:pt x="104" y="1002"/>
                  </a:lnTo>
                  <a:lnTo>
                    <a:pt x="104" y="1001"/>
                  </a:lnTo>
                  <a:lnTo>
                    <a:pt x="104" y="1001"/>
                  </a:lnTo>
                  <a:lnTo>
                    <a:pt x="103" y="1000"/>
                  </a:lnTo>
                  <a:lnTo>
                    <a:pt x="102" y="1000"/>
                  </a:lnTo>
                  <a:lnTo>
                    <a:pt x="102" y="1000"/>
                  </a:lnTo>
                  <a:lnTo>
                    <a:pt x="102" y="999"/>
                  </a:lnTo>
                  <a:lnTo>
                    <a:pt x="102" y="999"/>
                  </a:lnTo>
                  <a:lnTo>
                    <a:pt x="102" y="998"/>
                  </a:lnTo>
                  <a:lnTo>
                    <a:pt x="101" y="998"/>
                  </a:lnTo>
                  <a:lnTo>
                    <a:pt x="101" y="997"/>
                  </a:lnTo>
                  <a:lnTo>
                    <a:pt x="100" y="997"/>
                  </a:lnTo>
                  <a:lnTo>
                    <a:pt x="99" y="995"/>
                  </a:lnTo>
                  <a:lnTo>
                    <a:pt x="99" y="994"/>
                  </a:lnTo>
                  <a:lnTo>
                    <a:pt x="99" y="994"/>
                  </a:lnTo>
                  <a:lnTo>
                    <a:pt x="99" y="994"/>
                  </a:lnTo>
                  <a:lnTo>
                    <a:pt x="99" y="993"/>
                  </a:lnTo>
                  <a:lnTo>
                    <a:pt x="98" y="993"/>
                  </a:lnTo>
                  <a:lnTo>
                    <a:pt x="98" y="993"/>
                  </a:lnTo>
                  <a:lnTo>
                    <a:pt x="98" y="991"/>
                  </a:lnTo>
                  <a:lnTo>
                    <a:pt x="98" y="991"/>
                  </a:lnTo>
                  <a:lnTo>
                    <a:pt x="96" y="991"/>
                  </a:lnTo>
                  <a:lnTo>
                    <a:pt x="96" y="991"/>
                  </a:lnTo>
                  <a:lnTo>
                    <a:pt x="95" y="990"/>
                  </a:lnTo>
                  <a:lnTo>
                    <a:pt x="95" y="991"/>
                  </a:lnTo>
                  <a:lnTo>
                    <a:pt x="95" y="991"/>
                  </a:lnTo>
                  <a:lnTo>
                    <a:pt x="94" y="991"/>
                  </a:lnTo>
                  <a:lnTo>
                    <a:pt x="94" y="990"/>
                  </a:lnTo>
                  <a:lnTo>
                    <a:pt x="93" y="990"/>
                  </a:lnTo>
                  <a:lnTo>
                    <a:pt x="92" y="989"/>
                  </a:lnTo>
                  <a:lnTo>
                    <a:pt x="92" y="988"/>
                  </a:lnTo>
                  <a:lnTo>
                    <a:pt x="91" y="987"/>
                  </a:lnTo>
                  <a:lnTo>
                    <a:pt x="91" y="986"/>
                  </a:lnTo>
                  <a:lnTo>
                    <a:pt x="90" y="986"/>
                  </a:lnTo>
                  <a:lnTo>
                    <a:pt x="90" y="985"/>
                  </a:lnTo>
                  <a:lnTo>
                    <a:pt x="91" y="985"/>
                  </a:lnTo>
                  <a:lnTo>
                    <a:pt x="91" y="984"/>
                  </a:lnTo>
                  <a:lnTo>
                    <a:pt x="90" y="983"/>
                  </a:lnTo>
                  <a:lnTo>
                    <a:pt x="90" y="983"/>
                  </a:lnTo>
                  <a:lnTo>
                    <a:pt x="90" y="983"/>
                  </a:lnTo>
                  <a:lnTo>
                    <a:pt x="89" y="982"/>
                  </a:lnTo>
                  <a:lnTo>
                    <a:pt x="89" y="981"/>
                  </a:lnTo>
                  <a:lnTo>
                    <a:pt x="89" y="981"/>
                  </a:lnTo>
                  <a:lnTo>
                    <a:pt x="90" y="981"/>
                  </a:lnTo>
                  <a:lnTo>
                    <a:pt x="91" y="981"/>
                  </a:lnTo>
                  <a:lnTo>
                    <a:pt x="93" y="981"/>
                  </a:lnTo>
                  <a:lnTo>
                    <a:pt x="93" y="981"/>
                  </a:lnTo>
                  <a:lnTo>
                    <a:pt x="93" y="981"/>
                  </a:lnTo>
                  <a:lnTo>
                    <a:pt x="94" y="981"/>
                  </a:lnTo>
                  <a:lnTo>
                    <a:pt x="95" y="981"/>
                  </a:lnTo>
                  <a:lnTo>
                    <a:pt x="96" y="982"/>
                  </a:lnTo>
                  <a:lnTo>
                    <a:pt x="96" y="982"/>
                  </a:lnTo>
                  <a:lnTo>
                    <a:pt x="98" y="983"/>
                  </a:lnTo>
                  <a:lnTo>
                    <a:pt x="98" y="983"/>
                  </a:lnTo>
                  <a:lnTo>
                    <a:pt x="98" y="984"/>
                  </a:lnTo>
                  <a:lnTo>
                    <a:pt x="98" y="985"/>
                  </a:lnTo>
                  <a:lnTo>
                    <a:pt x="99" y="985"/>
                  </a:lnTo>
                  <a:lnTo>
                    <a:pt x="98" y="985"/>
                  </a:lnTo>
                  <a:lnTo>
                    <a:pt x="99" y="986"/>
                  </a:lnTo>
                  <a:lnTo>
                    <a:pt x="98" y="988"/>
                  </a:lnTo>
                  <a:lnTo>
                    <a:pt x="98" y="989"/>
                  </a:lnTo>
                  <a:lnTo>
                    <a:pt x="98" y="990"/>
                  </a:lnTo>
                  <a:lnTo>
                    <a:pt x="99" y="990"/>
                  </a:lnTo>
                  <a:lnTo>
                    <a:pt x="100" y="989"/>
                  </a:lnTo>
                  <a:lnTo>
                    <a:pt x="100" y="989"/>
                  </a:lnTo>
                  <a:lnTo>
                    <a:pt x="99" y="988"/>
                  </a:lnTo>
                  <a:lnTo>
                    <a:pt x="99" y="988"/>
                  </a:lnTo>
                  <a:lnTo>
                    <a:pt x="99" y="985"/>
                  </a:lnTo>
                  <a:lnTo>
                    <a:pt x="102" y="986"/>
                  </a:lnTo>
                  <a:lnTo>
                    <a:pt x="102" y="985"/>
                  </a:lnTo>
                  <a:lnTo>
                    <a:pt x="104" y="985"/>
                  </a:lnTo>
                  <a:lnTo>
                    <a:pt x="105" y="984"/>
                  </a:lnTo>
                  <a:lnTo>
                    <a:pt x="105" y="984"/>
                  </a:lnTo>
                  <a:lnTo>
                    <a:pt x="105" y="983"/>
                  </a:lnTo>
                  <a:lnTo>
                    <a:pt x="105" y="983"/>
                  </a:lnTo>
                  <a:lnTo>
                    <a:pt x="106" y="983"/>
                  </a:lnTo>
                  <a:lnTo>
                    <a:pt x="108" y="983"/>
                  </a:lnTo>
                  <a:lnTo>
                    <a:pt x="108" y="982"/>
                  </a:lnTo>
                  <a:lnTo>
                    <a:pt x="108" y="982"/>
                  </a:lnTo>
                  <a:lnTo>
                    <a:pt x="109" y="981"/>
                  </a:lnTo>
                  <a:lnTo>
                    <a:pt x="109" y="981"/>
                  </a:lnTo>
                  <a:lnTo>
                    <a:pt x="110" y="981"/>
                  </a:lnTo>
                  <a:lnTo>
                    <a:pt x="110" y="981"/>
                  </a:lnTo>
                  <a:lnTo>
                    <a:pt x="110" y="980"/>
                  </a:lnTo>
                  <a:lnTo>
                    <a:pt x="111" y="980"/>
                  </a:lnTo>
                  <a:lnTo>
                    <a:pt x="111" y="979"/>
                  </a:lnTo>
                  <a:lnTo>
                    <a:pt x="111" y="978"/>
                  </a:lnTo>
                  <a:lnTo>
                    <a:pt x="111" y="978"/>
                  </a:lnTo>
                  <a:lnTo>
                    <a:pt x="111" y="977"/>
                  </a:lnTo>
                  <a:lnTo>
                    <a:pt x="111" y="977"/>
                  </a:lnTo>
                  <a:lnTo>
                    <a:pt x="111" y="977"/>
                  </a:lnTo>
                  <a:lnTo>
                    <a:pt x="111" y="976"/>
                  </a:lnTo>
                  <a:lnTo>
                    <a:pt x="111" y="975"/>
                  </a:lnTo>
                  <a:lnTo>
                    <a:pt x="112" y="975"/>
                  </a:lnTo>
                  <a:lnTo>
                    <a:pt x="113" y="974"/>
                  </a:lnTo>
                  <a:lnTo>
                    <a:pt x="113" y="974"/>
                  </a:lnTo>
                  <a:lnTo>
                    <a:pt x="112" y="973"/>
                  </a:lnTo>
                  <a:lnTo>
                    <a:pt x="112" y="972"/>
                  </a:lnTo>
                  <a:lnTo>
                    <a:pt x="113" y="972"/>
                  </a:lnTo>
                  <a:lnTo>
                    <a:pt x="113" y="972"/>
                  </a:lnTo>
                  <a:lnTo>
                    <a:pt x="114" y="972"/>
                  </a:lnTo>
                  <a:lnTo>
                    <a:pt x="115" y="972"/>
                  </a:lnTo>
                  <a:lnTo>
                    <a:pt x="115" y="973"/>
                  </a:lnTo>
                  <a:lnTo>
                    <a:pt x="115" y="974"/>
                  </a:lnTo>
                  <a:lnTo>
                    <a:pt x="115" y="973"/>
                  </a:lnTo>
                  <a:lnTo>
                    <a:pt x="115" y="973"/>
                  </a:lnTo>
                  <a:lnTo>
                    <a:pt x="116" y="973"/>
                  </a:lnTo>
                  <a:lnTo>
                    <a:pt x="117" y="972"/>
                  </a:lnTo>
                  <a:lnTo>
                    <a:pt x="118" y="972"/>
                  </a:lnTo>
                  <a:lnTo>
                    <a:pt x="118" y="972"/>
                  </a:lnTo>
                  <a:lnTo>
                    <a:pt x="119" y="972"/>
                  </a:lnTo>
                  <a:lnTo>
                    <a:pt x="119" y="972"/>
                  </a:lnTo>
                  <a:lnTo>
                    <a:pt x="119" y="972"/>
                  </a:lnTo>
                  <a:lnTo>
                    <a:pt x="119" y="971"/>
                  </a:lnTo>
                  <a:lnTo>
                    <a:pt x="119" y="970"/>
                  </a:lnTo>
                  <a:lnTo>
                    <a:pt x="119" y="970"/>
                  </a:lnTo>
                  <a:lnTo>
                    <a:pt x="120" y="972"/>
                  </a:lnTo>
                  <a:lnTo>
                    <a:pt x="120" y="972"/>
                  </a:lnTo>
                  <a:lnTo>
                    <a:pt x="121" y="972"/>
                  </a:lnTo>
                  <a:lnTo>
                    <a:pt x="120" y="972"/>
                  </a:lnTo>
                  <a:lnTo>
                    <a:pt x="121" y="972"/>
                  </a:lnTo>
                  <a:lnTo>
                    <a:pt x="121" y="972"/>
                  </a:lnTo>
                  <a:lnTo>
                    <a:pt x="121" y="972"/>
                  </a:lnTo>
                  <a:lnTo>
                    <a:pt x="121" y="972"/>
                  </a:lnTo>
                  <a:lnTo>
                    <a:pt x="122" y="972"/>
                  </a:lnTo>
                  <a:lnTo>
                    <a:pt x="122" y="972"/>
                  </a:lnTo>
                  <a:lnTo>
                    <a:pt x="122" y="972"/>
                  </a:lnTo>
                  <a:lnTo>
                    <a:pt x="122" y="972"/>
                  </a:lnTo>
                  <a:lnTo>
                    <a:pt x="122" y="971"/>
                  </a:lnTo>
                  <a:lnTo>
                    <a:pt x="123" y="972"/>
                  </a:lnTo>
                  <a:lnTo>
                    <a:pt x="123" y="972"/>
                  </a:lnTo>
                  <a:lnTo>
                    <a:pt x="124" y="972"/>
                  </a:lnTo>
                  <a:lnTo>
                    <a:pt x="124" y="972"/>
                  </a:lnTo>
                  <a:lnTo>
                    <a:pt x="124" y="972"/>
                  </a:lnTo>
                  <a:lnTo>
                    <a:pt x="125" y="973"/>
                  </a:lnTo>
                  <a:lnTo>
                    <a:pt x="126" y="972"/>
                  </a:lnTo>
                  <a:lnTo>
                    <a:pt x="126" y="972"/>
                  </a:lnTo>
                  <a:lnTo>
                    <a:pt x="127" y="972"/>
                  </a:lnTo>
                  <a:lnTo>
                    <a:pt x="128" y="972"/>
                  </a:lnTo>
                  <a:lnTo>
                    <a:pt x="128" y="972"/>
                  </a:lnTo>
                  <a:lnTo>
                    <a:pt x="127" y="972"/>
                  </a:lnTo>
                  <a:lnTo>
                    <a:pt x="126" y="971"/>
                  </a:lnTo>
                  <a:lnTo>
                    <a:pt x="126" y="971"/>
                  </a:lnTo>
                  <a:lnTo>
                    <a:pt x="125" y="971"/>
                  </a:lnTo>
                  <a:lnTo>
                    <a:pt x="125" y="970"/>
                  </a:lnTo>
                  <a:lnTo>
                    <a:pt x="124" y="970"/>
                  </a:lnTo>
                  <a:lnTo>
                    <a:pt x="124" y="969"/>
                  </a:lnTo>
                  <a:lnTo>
                    <a:pt x="123" y="969"/>
                  </a:lnTo>
                  <a:lnTo>
                    <a:pt x="123" y="968"/>
                  </a:lnTo>
                  <a:lnTo>
                    <a:pt x="122" y="969"/>
                  </a:lnTo>
                  <a:lnTo>
                    <a:pt x="122" y="968"/>
                  </a:lnTo>
                  <a:lnTo>
                    <a:pt x="122" y="968"/>
                  </a:lnTo>
                  <a:lnTo>
                    <a:pt x="121" y="968"/>
                  </a:lnTo>
                  <a:lnTo>
                    <a:pt x="121" y="968"/>
                  </a:lnTo>
                  <a:lnTo>
                    <a:pt x="120" y="968"/>
                  </a:lnTo>
                  <a:lnTo>
                    <a:pt x="120" y="968"/>
                  </a:lnTo>
                  <a:lnTo>
                    <a:pt x="120" y="968"/>
                  </a:lnTo>
                  <a:lnTo>
                    <a:pt x="119" y="967"/>
                  </a:lnTo>
                  <a:lnTo>
                    <a:pt x="119" y="967"/>
                  </a:lnTo>
                  <a:lnTo>
                    <a:pt x="118" y="965"/>
                  </a:lnTo>
                  <a:lnTo>
                    <a:pt x="119" y="965"/>
                  </a:lnTo>
                  <a:lnTo>
                    <a:pt x="120" y="964"/>
                  </a:lnTo>
                  <a:lnTo>
                    <a:pt x="120" y="963"/>
                  </a:lnTo>
                  <a:lnTo>
                    <a:pt x="120" y="963"/>
                  </a:lnTo>
                  <a:lnTo>
                    <a:pt x="119" y="962"/>
                  </a:lnTo>
                  <a:lnTo>
                    <a:pt x="120" y="962"/>
                  </a:lnTo>
                  <a:lnTo>
                    <a:pt x="120" y="961"/>
                  </a:lnTo>
                  <a:lnTo>
                    <a:pt x="120" y="961"/>
                  </a:lnTo>
                  <a:lnTo>
                    <a:pt x="120" y="961"/>
                  </a:lnTo>
                  <a:lnTo>
                    <a:pt x="122" y="962"/>
                  </a:lnTo>
                  <a:lnTo>
                    <a:pt x="123" y="960"/>
                  </a:lnTo>
                  <a:lnTo>
                    <a:pt x="124" y="960"/>
                  </a:lnTo>
                  <a:lnTo>
                    <a:pt x="124" y="959"/>
                  </a:lnTo>
                  <a:lnTo>
                    <a:pt x="125" y="959"/>
                  </a:lnTo>
                  <a:lnTo>
                    <a:pt x="126" y="959"/>
                  </a:lnTo>
                  <a:lnTo>
                    <a:pt x="126" y="959"/>
                  </a:lnTo>
                  <a:lnTo>
                    <a:pt x="127" y="959"/>
                  </a:lnTo>
                  <a:lnTo>
                    <a:pt x="127" y="959"/>
                  </a:lnTo>
                  <a:lnTo>
                    <a:pt x="128" y="959"/>
                  </a:lnTo>
                  <a:lnTo>
                    <a:pt x="128" y="960"/>
                  </a:lnTo>
                  <a:lnTo>
                    <a:pt x="129" y="960"/>
                  </a:lnTo>
                  <a:lnTo>
                    <a:pt x="129" y="960"/>
                  </a:lnTo>
                  <a:lnTo>
                    <a:pt x="130" y="960"/>
                  </a:lnTo>
                  <a:lnTo>
                    <a:pt x="130" y="960"/>
                  </a:lnTo>
                  <a:lnTo>
                    <a:pt x="131" y="960"/>
                  </a:lnTo>
                  <a:lnTo>
                    <a:pt x="131" y="960"/>
                  </a:lnTo>
                  <a:lnTo>
                    <a:pt x="132" y="960"/>
                  </a:lnTo>
                  <a:lnTo>
                    <a:pt x="132" y="961"/>
                  </a:lnTo>
                  <a:lnTo>
                    <a:pt x="132" y="961"/>
                  </a:lnTo>
                  <a:lnTo>
                    <a:pt x="132" y="962"/>
                  </a:lnTo>
                  <a:lnTo>
                    <a:pt x="132" y="962"/>
                  </a:lnTo>
                  <a:lnTo>
                    <a:pt x="133" y="962"/>
                  </a:lnTo>
                  <a:lnTo>
                    <a:pt x="134" y="961"/>
                  </a:lnTo>
                  <a:lnTo>
                    <a:pt x="134" y="961"/>
                  </a:lnTo>
                  <a:lnTo>
                    <a:pt x="137" y="963"/>
                  </a:lnTo>
                  <a:lnTo>
                    <a:pt x="137" y="962"/>
                  </a:lnTo>
                  <a:lnTo>
                    <a:pt x="137" y="962"/>
                  </a:lnTo>
                  <a:lnTo>
                    <a:pt x="137" y="961"/>
                  </a:lnTo>
                  <a:lnTo>
                    <a:pt x="137" y="961"/>
                  </a:lnTo>
                  <a:lnTo>
                    <a:pt x="137" y="960"/>
                  </a:lnTo>
                  <a:lnTo>
                    <a:pt x="139" y="961"/>
                  </a:lnTo>
                  <a:lnTo>
                    <a:pt x="141" y="962"/>
                  </a:lnTo>
                  <a:lnTo>
                    <a:pt x="141" y="962"/>
                  </a:lnTo>
                  <a:lnTo>
                    <a:pt x="142" y="962"/>
                  </a:lnTo>
                  <a:lnTo>
                    <a:pt x="143" y="962"/>
                  </a:lnTo>
                  <a:lnTo>
                    <a:pt x="142" y="962"/>
                  </a:lnTo>
                  <a:lnTo>
                    <a:pt x="141" y="961"/>
                  </a:lnTo>
                  <a:lnTo>
                    <a:pt x="141" y="961"/>
                  </a:lnTo>
                  <a:lnTo>
                    <a:pt x="141" y="961"/>
                  </a:lnTo>
                  <a:lnTo>
                    <a:pt x="140" y="960"/>
                  </a:lnTo>
                  <a:lnTo>
                    <a:pt x="139" y="959"/>
                  </a:lnTo>
                  <a:lnTo>
                    <a:pt x="138" y="959"/>
                  </a:lnTo>
                  <a:lnTo>
                    <a:pt x="137" y="959"/>
                  </a:lnTo>
                  <a:lnTo>
                    <a:pt x="137" y="958"/>
                  </a:lnTo>
                  <a:lnTo>
                    <a:pt x="137" y="958"/>
                  </a:lnTo>
                  <a:lnTo>
                    <a:pt x="136" y="957"/>
                  </a:lnTo>
                  <a:lnTo>
                    <a:pt x="136" y="957"/>
                  </a:lnTo>
                  <a:lnTo>
                    <a:pt x="135" y="957"/>
                  </a:lnTo>
                  <a:lnTo>
                    <a:pt x="135" y="956"/>
                  </a:lnTo>
                  <a:lnTo>
                    <a:pt x="135" y="955"/>
                  </a:lnTo>
                  <a:lnTo>
                    <a:pt x="135" y="955"/>
                  </a:lnTo>
                  <a:lnTo>
                    <a:pt x="134" y="955"/>
                  </a:lnTo>
                  <a:lnTo>
                    <a:pt x="134" y="955"/>
                  </a:lnTo>
                  <a:lnTo>
                    <a:pt x="134" y="955"/>
                  </a:lnTo>
                  <a:lnTo>
                    <a:pt x="134" y="955"/>
                  </a:lnTo>
                  <a:lnTo>
                    <a:pt x="135" y="955"/>
                  </a:lnTo>
                  <a:lnTo>
                    <a:pt x="135" y="955"/>
                  </a:lnTo>
                  <a:lnTo>
                    <a:pt x="135" y="954"/>
                  </a:lnTo>
                  <a:lnTo>
                    <a:pt x="136" y="954"/>
                  </a:lnTo>
                  <a:lnTo>
                    <a:pt x="137" y="955"/>
                  </a:lnTo>
                  <a:lnTo>
                    <a:pt x="137" y="955"/>
                  </a:lnTo>
                  <a:lnTo>
                    <a:pt x="137" y="954"/>
                  </a:lnTo>
                  <a:lnTo>
                    <a:pt x="138" y="954"/>
                  </a:lnTo>
                  <a:lnTo>
                    <a:pt x="138" y="953"/>
                  </a:lnTo>
                  <a:lnTo>
                    <a:pt x="137" y="953"/>
                  </a:lnTo>
                  <a:lnTo>
                    <a:pt x="137" y="953"/>
                  </a:lnTo>
                  <a:lnTo>
                    <a:pt x="137" y="952"/>
                  </a:lnTo>
                  <a:lnTo>
                    <a:pt x="137" y="952"/>
                  </a:lnTo>
                  <a:lnTo>
                    <a:pt x="136" y="953"/>
                  </a:lnTo>
                  <a:lnTo>
                    <a:pt x="135" y="953"/>
                  </a:lnTo>
                  <a:lnTo>
                    <a:pt x="135" y="953"/>
                  </a:lnTo>
                  <a:lnTo>
                    <a:pt x="134" y="953"/>
                  </a:lnTo>
                  <a:lnTo>
                    <a:pt x="134" y="952"/>
                  </a:lnTo>
                  <a:lnTo>
                    <a:pt x="134" y="952"/>
                  </a:lnTo>
                  <a:lnTo>
                    <a:pt x="133" y="952"/>
                  </a:lnTo>
                  <a:lnTo>
                    <a:pt x="133" y="953"/>
                  </a:lnTo>
                  <a:lnTo>
                    <a:pt x="132" y="953"/>
                  </a:lnTo>
                  <a:lnTo>
                    <a:pt x="132" y="953"/>
                  </a:lnTo>
                  <a:lnTo>
                    <a:pt x="132" y="953"/>
                  </a:lnTo>
                  <a:lnTo>
                    <a:pt x="132" y="953"/>
                  </a:lnTo>
                  <a:lnTo>
                    <a:pt x="131" y="952"/>
                  </a:lnTo>
                  <a:lnTo>
                    <a:pt x="132" y="951"/>
                  </a:lnTo>
                  <a:lnTo>
                    <a:pt x="131" y="951"/>
                  </a:lnTo>
                  <a:lnTo>
                    <a:pt x="129" y="951"/>
                  </a:lnTo>
                  <a:lnTo>
                    <a:pt x="129" y="951"/>
                  </a:lnTo>
                  <a:lnTo>
                    <a:pt x="128" y="951"/>
                  </a:lnTo>
                  <a:lnTo>
                    <a:pt x="127" y="951"/>
                  </a:lnTo>
                  <a:lnTo>
                    <a:pt x="126" y="951"/>
                  </a:lnTo>
                  <a:lnTo>
                    <a:pt x="126" y="950"/>
                  </a:lnTo>
                  <a:lnTo>
                    <a:pt x="128" y="948"/>
                  </a:lnTo>
                  <a:lnTo>
                    <a:pt x="128" y="948"/>
                  </a:lnTo>
                  <a:lnTo>
                    <a:pt x="128" y="947"/>
                  </a:lnTo>
                  <a:lnTo>
                    <a:pt x="128" y="946"/>
                  </a:lnTo>
                  <a:lnTo>
                    <a:pt x="128" y="946"/>
                  </a:lnTo>
                  <a:lnTo>
                    <a:pt x="128" y="947"/>
                  </a:lnTo>
                  <a:lnTo>
                    <a:pt x="127" y="949"/>
                  </a:lnTo>
                  <a:lnTo>
                    <a:pt x="125" y="950"/>
                  </a:lnTo>
                  <a:lnTo>
                    <a:pt x="125" y="950"/>
                  </a:lnTo>
                  <a:lnTo>
                    <a:pt x="125" y="950"/>
                  </a:lnTo>
                  <a:lnTo>
                    <a:pt x="124" y="950"/>
                  </a:lnTo>
                  <a:lnTo>
                    <a:pt x="124" y="949"/>
                  </a:lnTo>
                  <a:lnTo>
                    <a:pt x="124" y="948"/>
                  </a:lnTo>
                  <a:lnTo>
                    <a:pt x="124" y="948"/>
                  </a:lnTo>
                  <a:lnTo>
                    <a:pt x="123" y="948"/>
                  </a:lnTo>
                  <a:lnTo>
                    <a:pt x="123" y="948"/>
                  </a:lnTo>
                  <a:lnTo>
                    <a:pt x="121" y="947"/>
                  </a:lnTo>
                  <a:lnTo>
                    <a:pt x="121" y="946"/>
                  </a:lnTo>
                  <a:lnTo>
                    <a:pt x="121" y="946"/>
                  </a:lnTo>
                  <a:lnTo>
                    <a:pt x="119" y="947"/>
                  </a:lnTo>
                  <a:lnTo>
                    <a:pt x="119" y="947"/>
                  </a:lnTo>
                  <a:lnTo>
                    <a:pt x="119" y="947"/>
                  </a:lnTo>
                  <a:lnTo>
                    <a:pt x="119" y="946"/>
                  </a:lnTo>
                  <a:lnTo>
                    <a:pt x="119" y="946"/>
                  </a:lnTo>
                  <a:lnTo>
                    <a:pt x="119" y="946"/>
                  </a:lnTo>
                  <a:lnTo>
                    <a:pt x="119" y="946"/>
                  </a:lnTo>
                  <a:lnTo>
                    <a:pt x="118" y="946"/>
                  </a:lnTo>
                  <a:lnTo>
                    <a:pt x="117" y="946"/>
                  </a:lnTo>
                  <a:lnTo>
                    <a:pt x="116" y="946"/>
                  </a:lnTo>
                  <a:lnTo>
                    <a:pt x="116" y="946"/>
                  </a:lnTo>
                  <a:lnTo>
                    <a:pt x="116" y="946"/>
                  </a:lnTo>
                  <a:lnTo>
                    <a:pt x="116" y="946"/>
                  </a:lnTo>
                  <a:lnTo>
                    <a:pt x="115" y="946"/>
                  </a:lnTo>
                  <a:lnTo>
                    <a:pt x="114" y="945"/>
                  </a:lnTo>
                  <a:lnTo>
                    <a:pt x="114" y="944"/>
                  </a:lnTo>
                  <a:lnTo>
                    <a:pt x="114" y="944"/>
                  </a:lnTo>
                  <a:lnTo>
                    <a:pt x="113" y="943"/>
                  </a:lnTo>
                  <a:lnTo>
                    <a:pt x="112" y="942"/>
                  </a:lnTo>
                  <a:lnTo>
                    <a:pt x="112" y="942"/>
                  </a:lnTo>
                  <a:lnTo>
                    <a:pt x="112" y="942"/>
                  </a:lnTo>
                  <a:lnTo>
                    <a:pt x="112" y="942"/>
                  </a:lnTo>
                  <a:lnTo>
                    <a:pt x="111" y="942"/>
                  </a:lnTo>
                  <a:lnTo>
                    <a:pt x="111" y="942"/>
                  </a:lnTo>
                  <a:lnTo>
                    <a:pt x="111" y="942"/>
                  </a:lnTo>
                  <a:lnTo>
                    <a:pt x="112" y="943"/>
                  </a:lnTo>
                  <a:lnTo>
                    <a:pt x="112" y="943"/>
                  </a:lnTo>
                  <a:lnTo>
                    <a:pt x="112" y="943"/>
                  </a:lnTo>
                  <a:lnTo>
                    <a:pt x="113" y="944"/>
                  </a:lnTo>
                  <a:lnTo>
                    <a:pt x="112" y="944"/>
                  </a:lnTo>
                  <a:lnTo>
                    <a:pt x="112" y="944"/>
                  </a:lnTo>
                  <a:lnTo>
                    <a:pt x="113" y="945"/>
                  </a:lnTo>
                  <a:lnTo>
                    <a:pt x="113" y="945"/>
                  </a:lnTo>
                  <a:lnTo>
                    <a:pt x="111" y="946"/>
                  </a:lnTo>
                  <a:lnTo>
                    <a:pt x="111" y="946"/>
                  </a:lnTo>
                  <a:lnTo>
                    <a:pt x="111" y="946"/>
                  </a:lnTo>
                  <a:lnTo>
                    <a:pt x="111" y="946"/>
                  </a:lnTo>
                  <a:lnTo>
                    <a:pt x="111" y="946"/>
                  </a:lnTo>
                  <a:lnTo>
                    <a:pt x="111" y="946"/>
                  </a:lnTo>
                  <a:lnTo>
                    <a:pt x="110" y="946"/>
                  </a:lnTo>
                  <a:lnTo>
                    <a:pt x="110" y="945"/>
                  </a:lnTo>
                  <a:lnTo>
                    <a:pt x="110" y="945"/>
                  </a:lnTo>
                  <a:lnTo>
                    <a:pt x="109" y="946"/>
                  </a:lnTo>
                  <a:lnTo>
                    <a:pt x="108" y="946"/>
                  </a:lnTo>
                  <a:lnTo>
                    <a:pt x="107" y="946"/>
                  </a:lnTo>
                  <a:lnTo>
                    <a:pt x="106" y="946"/>
                  </a:lnTo>
                  <a:lnTo>
                    <a:pt x="106" y="945"/>
                  </a:lnTo>
                  <a:lnTo>
                    <a:pt x="105" y="945"/>
                  </a:lnTo>
                  <a:lnTo>
                    <a:pt x="105" y="944"/>
                  </a:lnTo>
                  <a:lnTo>
                    <a:pt x="104" y="944"/>
                  </a:lnTo>
                  <a:lnTo>
                    <a:pt x="104" y="944"/>
                  </a:lnTo>
                  <a:lnTo>
                    <a:pt x="104" y="944"/>
                  </a:lnTo>
                  <a:lnTo>
                    <a:pt x="103" y="944"/>
                  </a:lnTo>
                  <a:lnTo>
                    <a:pt x="103" y="943"/>
                  </a:lnTo>
                  <a:lnTo>
                    <a:pt x="102" y="943"/>
                  </a:lnTo>
                  <a:lnTo>
                    <a:pt x="102" y="943"/>
                  </a:lnTo>
                  <a:lnTo>
                    <a:pt x="102" y="942"/>
                  </a:lnTo>
                  <a:lnTo>
                    <a:pt x="102" y="942"/>
                  </a:lnTo>
                  <a:lnTo>
                    <a:pt x="102" y="942"/>
                  </a:lnTo>
                  <a:lnTo>
                    <a:pt x="102" y="942"/>
                  </a:lnTo>
                  <a:lnTo>
                    <a:pt x="102" y="941"/>
                  </a:lnTo>
                  <a:lnTo>
                    <a:pt x="102" y="941"/>
                  </a:lnTo>
                  <a:lnTo>
                    <a:pt x="101" y="941"/>
                  </a:lnTo>
                  <a:lnTo>
                    <a:pt x="101" y="942"/>
                  </a:lnTo>
                  <a:lnTo>
                    <a:pt x="102" y="942"/>
                  </a:lnTo>
                  <a:lnTo>
                    <a:pt x="101" y="942"/>
                  </a:lnTo>
                  <a:lnTo>
                    <a:pt x="100" y="942"/>
                  </a:lnTo>
                  <a:lnTo>
                    <a:pt x="100" y="942"/>
                  </a:lnTo>
                  <a:lnTo>
                    <a:pt x="98" y="942"/>
                  </a:lnTo>
                  <a:lnTo>
                    <a:pt x="98" y="941"/>
                  </a:lnTo>
                  <a:lnTo>
                    <a:pt x="98" y="941"/>
                  </a:lnTo>
                  <a:lnTo>
                    <a:pt x="98" y="941"/>
                  </a:lnTo>
                  <a:lnTo>
                    <a:pt x="98" y="940"/>
                  </a:lnTo>
                  <a:lnTo>
                    <a:pt x="98" y="940"/>
                  </a:lnTo>
                  <a:lnTo>
                    <a:pt x="98" y="939"/>
                  </a:lnTo>
                  <a:lnTo>
                    <a:pt x="98" y="938"/>
                  </a:lnTo>
                  <a:lnTo>
                    <a:pt x="98" y="938"/>
                  </a:lnTo>
                  <a:lnTo>
                    <a:pt x="98" y="938"/>
                  </a:lnTo>
                  <a:lnTo>
                    <a:pt x="98" y="936"/>
                  </a:lnTo>
                  <a:lnTo>
                    <a:pt x="98" y="936"/>
                  </a:lnTo>
                  <a:lnTo>
                    <a:pt x="98" y="935"/>
                  </a:lnTo>
                  <a:lnTo>
                    <a:pt x="98" y="935"/>
                  </a:lnTo>
                  <a:lnTo>
                    <a:pt x="98" y="935"/>
                  </a:lnTo>
                  <a:lnTo>
                    <a:pt x="98" y="934"/>
                  </a:lnTo>
                  <a:lnTo>
                    <a:pt x="98" y="933"/>
                  </a:lnTo>
                  <a:lnTo>
                    <a:pt x="97" y="933"/>
                  </a:lnTo>
                  <a:lnTo>
                    <a:pt x="97" y="933"/>
                  </a:lnTo>
                  <a:lnTo>
                    <a:pt x="96" y="933"/>
                  </a:lnTo>
                  <a:lnTo>
                    <a:pt x="96" y="933"/>
                  </a:lnTo>
                  <a:lnTo>
                    <a:pt x="96" y="933"/>
                  </a:lnTo>
                  <a:lnTo>
                    <a:pt x="95" y="933"/>
                  </a:lnTo>
                  <a:lnTo>
                    <a:pt x="95" y="933"/>
                  </a:lnTo>
                  <a:lnTo>
                    <a:pt x="95" y="934"/>
                  </a:lnTo>
                  <a:lnTo>
                    <a:pt x="95" y="934"/>
                  </a:lnTo>
                  <a:lnTo>
                    <a:pt x="95" y="934"/>
                  </a:lnTo>
                  <a:lnTo>
                    <a:pt x="95" y="935"/>
                  </a:lnTo>
                  <a:lnTo>
                    <a:pt x="95" y="935"/>
                  </a:lnTo>
                  <a:lnTo>
                    <a:pt x="94" y="935"/>
                  </a:lnTo>
                  <a:lnTo>
                    <a:pt x="94" y="935"/>
                  </a:lnTo>
                  <a:lnTo>
                    <a:pt x="93" y="936"/>
                  </a:lnTo>
                  <a:lnTo>
                    <a:pt x="93" y="935"/>
                  </a:lnTo>
                  <a:lnTo>
                    <a:pt x="93" y="935"/>
                  </a:lnTo>
                  <a:lnTo>
                    <a:pt x="93" y="934"/>
                  </a:lnTo>
                  <a:lnTo>
                    <a:pt x="93" y="933"/>
                  </a:lnTo>
                  <a:lnTo>
                    <a:pt x="93" y="933"/>
                  </a:lnTo>
                  <a:lnTo>
                    <a:pt x="93" y="933"/>
                  </a:lnTo>
                  <a:lnTo>
                    <a:pt x="93" y="933"/>
                  </a:lnTo>
                  <a:lnTo>
                    <a:pt x="93" y="932"/>
                  </a:lnTo>
                  <a:lnTo>
                    <a:pt x="94" y="932"/>
                  </a:lnTo>
                  <a:lnTo>
                    <a:pt x="95" y="931"/>
                  </a:lnTo>
                  <a:lnTo>
                    <a:pt x="96" y="931"/>
                  </a:lnTo>
                  <a:lnTo>
                    <a:pt x="96" y="931"/>
                  </a:lnTo>
                  <a:lnTo>
                    <a:pt x="97" y="930"/>
                  </a:lnTo>
                  <a:lnTo>
                    <a:pt x="97" y="929"/>
                  </a:lnTo>
                  <a:lnTo>
                    <a:pt x="97" y="929"/>
                  </a:lnTo>
                  <a:lnTo>
                    <a:pt x="96" y="929"/>
                  </a:lnTo>
                  <a:lnTo>
                    <a:pt x="96" y="928"/>
                  </a:lnTo>
                  <a:lnTo>
                    <a:pt x="97" y="927"/>
                  </a:lnTo>
                  <a:lnTo>
                    <a:pt x="98" y="925"/>
                  </a:lnTo>
                  <a:lnTo>
                    <a:pt x="98" y="925"/>
                  </a:lnTo>
                  <a:lnTo>
                    <a:pt x="98" y="925"/>
                  </a:lnTo>
                  <a:lnTo>
                    <a:pt x="98" y="925"/>
                  </a:lnTo>
                  <a:lnTo>
                    <a:pt x="98" y="925"/>
                  </a:lnTo>
                  <a:lnTo>
                    <a:pt x="98" y="925"/>
                  </a:lnTo>
                  <a:lnTo>
                    <a:pt x="99" y="925"/>
                  </a:lnTo>
                  <a:lnTo>
                    <a:pt x="99" y="925"/>
                  </a:lnTo>
                  <a:lnTo>
                    <a:pt x="100" y="925"/>
                  </a:lnTo>
                  <a:lnTo>
                    <a:pt x="100" y="926"/>
                  </a:lnTo>
                  <a:lnTo>
                    <a:pt x="101" y="926"/>
                  </a:lnTo>
                  <a:lnTo>
                    <a:pt x="101" y="927"/>
                  </a:lnTo>
                  <a:lnTo>
                    <a:pt x="101" y="928"/>
                  </a:lnTo>
                  <a:lnTo>
                    <a:pt x="102" y="928"/>
                  </a:lnTo>
                  <a:lnTo>
                    <a:pt x="102" y="928"/>
                  </a:lnTo>
                  <a:lnTo>
                    <a:pt x="102" y="928"/>
                  </a:lnTo>
                  <a:lnTo>
                    <a:pt x="102" y="928"/>
                  </a:lnTo>
                  <a:lnTo>
                    <a:pt x="103" y="928"/>
                  </a:lnTo>
                  <a:lnTo>
                    <a:pt x="102" y="926"/>
                  </a:lnTo>
                  <a:lnTo>
                    <a:pt x="103" y="926"/>
                  </a:lnTo>
                  <a:lnTo>
                    <a:pt x="103" y="925"/>
                  </a:lnTo>
                  <a:lnTo>
                    <a:pt x="104" y="925"/>
                  </a:lnTo>
                  <a:lnTo>
                    <a:pt x="104" y="924"/>
                  </a:lnTo>
                  <a:lnTo>
                    <a:pt x="104" y="924"/>
                  </a:lnTo>
                  <a:lnTo>
                    <a:pt x="104" y="923"/>
                  </a:lnTo>
                  <a:lnTo>
                    <a:pt x="105" y="923"/>
                  </a:lnTo>
                  <a:lnTo>
                    <a:pt x="106" y="923"/>
                  </a:lnTo>
                  <a:lnTo>
                    <a:pt x="106" y="922"/>
                  </a:lnTo>
                  <a:lnTo>
                    <a:pt x="107" y="921"/>
                  </a:lnTo>
                  <a:lnTo>
                    <a:pt x="109" y="920"/>
                  </a:lnTo>
                  <a:lnTo>
                    <a:pt x="109" y="920"/>
                  </a:lnTo>
                  <a:lnTo>
                    <a:pt x="110" y="920"/>
                  </a:lnTo>
                  <a:lnTo>
                    <a:pt x="111" y="920"/>
                  </a:lnTo>
                  <a:lnTo>
                    <a:pt x="111" y="919"/>
                  </a:lnTo>
                  <a:lnTo>
                    <a:pt x="112" y="919"/>
                  </a:lnTo>
                  <a:lnTo>
                    <a:pt x="112" y="919"/>
                  </a:lnTo>
                  <a:lnTo>
                    <a:pt x="112" y="919"/>
                  </a:lnTo>
                  <a:lnTo>
                    <a:pt x="113" y="918"/>
                  </a:lnTo>
                  <a:lnTo>
                    <a:pt x="114" y="918"/>
                  </a:lnTo>
                  <a:lnTo>
                    <a:pt x="115" y="918"/>
                  </a:lnTo>
                  <a:lnTo>
                    <a:pt x="116" y="918"/>
                  </a:lnTo>
                  <a:lnTo>
                    <a:pt x="117" y="918"/>
                  </a:lnTo>
                  <a:lnTo>
                    <a:pt x="118" y="918"/>
                  </a:lnTo>
                  <a:lnTo>
                    <a:pt x="118" y="917"/>
                  </a:lnTo>
                  <a:lnTo>
                    <a:pt x="119" y="917"/>
                  </a:lnTo>
                  <a:lnTo>
                    <a:pt x="119" y="916"/>
                  </a:lnTo>
                  <a:lnTo>
                    <a:pt x="120" y="916"/>
                  </a:lnTo>
                  <a:lnTo>
                    <a:pt x="121" y="916"/>
                  </a:lnTo>
                  <a:lnTo>
                    <a:pt x="122" y="916"/>
                  </a:lnTo>
                  <a:lnTo>
                    <a:pt x="124" y="916"/>
                  </a:lnTo>
                  <a:lnTo>
                    <a:pt x="124" y="915"/>
                  </a:lnTo>
                  <a:lnTo>
                    <a:pt x="126" y="915"/>
                  </a:lnTo>
                  <a:lnTo>
                    <a:pt x="127" y="916"/>
                  </a:lnTo>
                  <a:lnTo>
                    <a:pt x="128" y="916"/>
                  </a:lnTo>
                  <a:lnTo>
                    <a:pt x="126" y="915"/>
                  </a:lnTo>
                  <a:lnTo>
                    <a:pt x="125" y="915"/>
                  </a:lnTo>
                  <a:lnTo>
                    <a:pt x="124" y="915"/>
                  </a:lnTo>
                  <a:lnTo>
                    <a:pt x="124" y="915"/>
                  </a:lnTo>
                  <a:lnTo>
                    <a:pt x="124" y="915"/>
                  </a:lnTo>
                  <a:lnTo>
                    <a:pt x="124" y="915"/>
                  </a:lnTo>
                  <a:lnTo>
                    <a:pt x="123" y="916"/>
                  </a:lnTo>
                  <a:lnTo>
                    <a:pt x="122" y="916"/>
                  </a:lnTo>
                  <a:lnTo>
                    <a:pt x="121" y="916"/>
                  </a:lnTo>
                  <a:lnTo>
                    <a:pt x="119" y="916"/>
                  </a:lnTo>
                  <a:lnTo>
                    <a:pt x="117" y="916"/>
                  </a:lnTo>
                  <a:lnTo>
                    <a:pt x="115" y="916"/>
                  </a:lnTo>
                  <a:lnTo>
                    <a:pt x="115" y="916"/>
                  </a:lnTo>
                  <a:lnTo>
                    <a:pt x="115" y="917"/>
                  </a:lnTo>
                  <a:lnTo>
                    <a:pt x="114" y="916"/>
                  </a:lnTo>
                  <a:lnTo>
                    <a:pt x="112" y="917"/>
                  </a:lnTo>
                  <a:lnTo>
                    <a:pt x="112" y="918"/>
                  </a:lnTo>
                  <a:lnTo>
                    <a:pt x="111" y="918"/>
                  </a:lnTo>
                  <a:lnTo>
                    <a:pt x="111" y="918"/>
                  </a:lnTo>
                  <a:lnTo>
                    <a:pt x="111" y="918"/>
                  </a:lnTo>
                  <a:lnTo>
                    <a:pt x="111" y="918"/>
                  </a:lnTo>
                  <a:lnTo>
                    <a:pt x="109" y="918"/>
                  </a:lnTo>
                  <a:lnTo>
                    <a:pt x="109" y="919"/>
                  </a:lnTo>
                  <a:lnTo>
                    <a:pt x="108" y="920"/>
                  </a:lnTo>
                  <a:lnTo>
                    <a:pt x="107" y="920"/>
                  </a:lnTo>
                  <a:lnTo>
                    <a:pt x="106" y="920"/>
                  </a:lnTo>
                  <a:lnTo>
                    <a:pt x="106" y="920"/>
                  </a:lnTo>
                  <a:lnTo>
                    <a:pt x="106" y="920"/>
                  </a:lnTo>
                  <a:lnTo>
                    <a:pt x="106" y="920"/>
                  </a:lnTo>
                  <a:lnTo>
                    <a:pt x="105" y="920"/>
                  </a:lnTo>
                  <a:lnTo>
                    <a:pt x="105" y="920"/>
                  </a:lnTo>
                  <a:lnTo>
                    <a:pt x="105" y="920"/>
                  </a:lnTo>
                  <a:lnTo>
                    <a:pt x="104" y="920"/>
                  </a:lnTo>
                  <a:lnTo>
                    <a:pt x="104" y="920"/>
                  </a:lnTo>
                  <a:lnTo>
                    <a:pt x="103" y="920"/>
                  </a:lnTo>
                  <a:lnTo>
                    <a:pt x="103" y="918"/>
                  </a:lnTo>
                  <a:lnTo>
                    <a:pt x="102" y="918"/>
                  </a:lnTo>
                  <a:lnTo>
                    <a:pt x="102" y="918"/>
                  </a:lnTo>
                  <a:lnTo>
                    <a:pt x="102" y="918"/>
                  </a:lnTo>
                  <a:lnTo>
                    <a:pt x="101" y="917"/>
                  </a:lnTo>
                  <a:lnTo>
                    <a:pt x="102" y="916"/>
                  </a:lnTo>
                  <a:lnTo>
                    <a:pt x="102" y="916"/>
                  </a:lnTo>
                  <a:lnTo>
                    <a:pt x="103" y="916"/>
                  </a:lnTo>
                  <a:lnTo>
                    <a:pt x="104" y="916"/>
                  </a:lnTo>
                  <a:lnTo>
                    <a:pt x="104" y="916"/>
                  </a:lnTo>
                  <a:lnTo>
                    <a:pt x="104" y="915"/>
                  </a:lnTo>
                  <a:lnTo>
                    <a:pt x="105" y="915"/>
                  </a:lnTo>
                  <a:lnTo>
                    <a:pt x="106" y="916"/>
                  </a:lnTo>
                  <a:lnTo>
                    <a:pt x="106" y="916"/>
                  </a:lnTo>
                  <a:lnTo>
                    <a:pt x="107" y="915"/>
                  </a:lnTo>
                  <a:lnTo>
                    <a:pt x="108" y="915"/>
                  </a:lnTo>
                  <a:lnTo>
                    <a:pt x="108" y="914"/>
                  </a:lnTo>
                  <a:lnTo>
                    <a:pt x="107" y="913"/>
                  </a:lnTo>
                  <a:lnTo>
                    <a:pt x="106" y="913"/>
                  </a:lnTo>
                  <a:lnTo>
                    <a:pt x="106" y="914"/>
                  </a:lnTo>
                  <a:lnTo>
                    <a:pt x="104" y="914"/>
                  </a:lnTo>
                  <a:lnTo>
                    <a:pt x="103" y="915"/>
                  </a:lnTo>
                  <a:lnTo>
                    <a:pt x="102" y="915"/>
                  </a:lnTo>
                  <a:lnTo>
                    <a:pt x="102" y="914"/>
                  </a:lnTo>
                  <a:lnTo>
                    <a:pt x="102" y="913"/>
                  </a:lnTo>
                  <a:lnTo>
                    <a:pt x="102" y="912"/>
                  </a:lnTo>
                  <a:lnTo>
                    <a:pt x="102" y="912"/>
                  </a:lnTo>
                  <a:lnTo>
                    <a:pt x="102" y="912"/>
                  </a:lnTo>
                  <a:lnTo>
                    <a:pt x="103" y="911"/>
                  </a:lnTo>
                  <a:lnTo>
                    <a:pt x="104" y="911"/>
                  </a:lnTo>
                  <a:lnTo>
                    <a:pt x="105" y="911"/>
                  </a:lnTo>
                  <a:lnTo>
                    <a:pt x="106" y="911"/>
                  </a:lnTo>
                  <a:lnTo>
                    <a:pt x="105" y="911"/>
                  </a:lnTo>
                  <a:lnTo>
                    <a:pt x="105" y="910"/>
                  </a:lnTo>
                  <a:lnTo>
                    <a:pt x="106" y="910"/>
                  </a:lnTo>
                  <a:lnTo>
                    <a:pt x="106" y="910"/>
                  </a:lnTo>
                  <a:lnTo>
                    <a:pt x="106" y="910"/>
                  </a:lnTo>
                  <a:lnTo>
                    <a:pt x="106" y="910"/>
                  </a:lnTo>
                  <a:lnTo>
                    <a:pt x="107" y="909"/>
                  </a:lnTo>
                  <a:lnTo>
                    <a:pt x="108" y="909"/>
                  </a:lnTo>
                  <a:lnTo>
                    <a:pt x="108" y="908"/>
                  </a:lnTo>
                  <a:lnTo>
                    <a:pt x="107" y="908"/>
                  </a:lnTo>
                  <a:lnTo>
                    <a:pt x="107" y="906"/>
                  </a:lnTo>
                  <a:lnTo>
                    <a:pt x="107" y="906"/>
                  </a:lnTo>
                  <a:lnTo>
                    <a:pt x="106" y="906"/>
                  </a:lnTo>
                  <a:lnTo>
                    <a:pt x="106" y="907"/>
                  </a:lnTo>
                  <a:lnTo>
                    <a:pt x="106" y="908"/>
                  </a:lnTo>
                  <a:lnTo>
                    <a:pt x="105" y="908"/>
                  </a:lnTo>
                  <a:lnTo>
                    <a:pt x="104" y="908"/>
                  </a:lnTo>
                  <a:lnTo>
                    <a:pt x="103" y="909"/>
                  </a:lnTo>
                  <a:lnTo>
                    <a:pt x="102" y="910"/>
                  </a:lnTo>
                  <a:lnTo>
                    <a:pt x="102" y="910"/>
                  </a:lnTo>
                  <a:lnTo>
                    <a:pt x="102" y="910"/>
                  </a:lnTo>
                  <a:lnTo>
                    <a:pt x="102" y="910"/>
                  </a:lnTo>
                  <a:lnTo>
                    <a:pt x="102" y="910"/>
                  </a:lnTo>
                  <a:lnTo>
                    <a:pt x="101" y="911"/>
                  </a:lnTo>
                  <a:lnTo>
                    <a:pt x="102" y="911"/>
                  </a:lnTo>
                  <a:lnTo>
                    <a:pt x="102" y="911"/>
                  </a:lnTo>
                  <a:lnTo>
                    <a:pt x="102" y="912"/>
                  </a:lnTo>
                  <a:lnTo>
                    <a:pt x="101" y="912"/>
                  </a:lnTo>
                  <a:lnTo>
                    <a:pt x="101" y="912"/>
                  </a:lnTo>
                  <a:lnTo>
                    <a:pt x="100" y="912"/>
                  </a:lnTo>
                  <a:lnTo>
                    <a:pt x="100" y="912"/>
                  </a:lnTo>
                  <a:lnTo>
                    <a:pt x="99" y="912"/>
                  </a:lnTo>
                  <a:lnTo>
                    <a:pt x="99" y="911"/>
                  </a:lnTo>
                  <a:lnTo>
                    <a:pt x="98" y="912"/>
                  </a:lnTo>
                  <a:lnTo>
                    <a:pt x="98" y="912"/>
                  </a:lnTo>
                  <a:lnTo>
                    <a:pt x="98" y="912"/>
                  </a:lnTo>
                  <a:lnTo>
                    <a:pt x="98" y="912"/>
                  </a:lnTo>
                  <a:lnTo>
                    <a:pt x="98" y="911"/>
                  </a:lnTo>
                  <a:lnTo>
                    <a:pt x="98" y="911"/>
                  </a:lnTo>
                  <a:lnTo>
                    <a:pt x="98" y="911"/>
                  </a:lnTo>
                  <a:lnTo>
                    <a:pt x="97" y="911"/>
                  </a:lnTo>
                  <a:lnTo>
                    <a:pt x="97" y="911"/>
                  </a:lnTo>
                  <a:lnTo>
                    <a:pt x="98" y="910"/>
                  </a:lnTo>
                  <a:lnTo>
                    <a:pt x="98" y="910"/>
                  </a:lnTo>
                  <a:lnTo>
                    <a:pt x="98" y="910"/>
                  </a:lnTo>
                  <a:lnTo>
                    <a:pt x="97" y="910"/>
                  </a:lnTo>
                  <a:lnTo>
                    <a:pt x="96" y="909"/>
                  </a:lnTo>
                  <a:lnTo>
                    <a:pt x="95" y="910"/>
                  </a:lnTo>
                  <a:lnTo>
                    <a:pt x="95" y="909"/>
                  </a:lnTo>
                  <a:lnTo>
                    <a:pt x="95" y="908"/>
                  </a:lnTo>
                  <a:lnTo>
                    <a:pt x="95" y="908"/>
                  </a:lnTo>
                  <a:lnTo>
                    <a:pt x="94" y="907"/>
                  </a:lnTo>
                  <a:lnTo>
                    <a:pt x="95" y="907"/>
                  </a:lnTo>
                  <a:lnTo>
                    <a:pt x="95" y="907"/>
                  </a:lnTo>
                  <a:lnTo>
                    <a:pt x="95" y="907"/>
                  </a:lnTo>
                  <a:lnTo>
                    <a:pt x="95" y="907"/>
                  </a:lnTo>
                  <a:lnTo>
                    <a:pt x="95" y="907"/>
                  </a:lnTo>
                  <a:lnTo>
                    <a:pt x="94" y="905"/>
                  </a:lnTo>
                  <a:lnTo>
                    <a:pt x="94" y="904"/>
                  </a:lnTo>
                  <a:lnTo>
                    <a:pt x="95" y="903"/>
                  </a:lnTo>
                  <a:lnTo>
                    <a:pt x="94" y="903"/>
                  </a:lnTo>
                  <a:lnTo>
                    <a:pt x="95" y="903"/>
                  </a:lnTo>
                  <a:lnTo>
                    <a:pt x="94" y="902"/>
                  </a:lnTo>
                  <a:lnTo>
                    <a:pt x="94" y="901"/>
                  </a:lnTo>
                  <a:lnTo>
                    <a:pt x="94" y="901"/>
                  </a:lnTo>
                  <a:lnTo>
                    <a:pt x="93" y="901"/>
                  </a:lnTo>
                  <a:lnTo>
                    <a:pt x="93" y="901"/>
                  </a:lnTo>
                  <a:lnTo>
                    <a:pt x="93" y="901"/>
                  </a:lnTo>
                  <a:lnTo>
                    <a:pt x="94" y="900"/>
                  </a:lnTo>
                  <a:lnTo>
                    <a:pt x="94" y="900"/>
                  </a:lnTo>
                  <a:lnTo>
                    <a:pt x="93" y="900"/>
                  </a:lnTo>
                  <a:lnTo>
                    <a:pt x="93" y="899"/>
                  </a:lnTo>
                  <a:lnTo>
                    <a:pt x="93" y="899"/>
                  </a:lnTo>
                  <a:lnTo>
                    <a:pt x="93" y="899"/>
                  </a:lnTo>
                  <a:lnTo>
                    <a:pt x="93" y="899"/>
                  </a:lnTo>
                  <a:lnTo>
                    <a:pt x="93" y="899"/>
                  </a:lnTo>
                  <a:lnTo>
                    <a:pt x="93" y="899"/>
                  </a:lnTo>
                  <a:lnTo>
                    <a:pt x="93" y="898"/>
                  </a:lnTo>
                  <a:lnTo>
                    <a:pt x="93" y="898"/>
                  </a:lnTo>
                  <a:lnTo>
                    <a:pt x="93" y="897"/>
                  </a:lnTo>
                  <a:lnTo>
                    <a:pt x="93" y="896"/>
                  </a:lnTo>
                  <a:lnTo>
                    <a:pt x="93" y="896"/>
                  </a:lnTo>
                  <a:lnTo>
                    <a:pt x="93" y="896"/>
                  </a:lnTo>
                  <a:lnTo>
                    <a:pt x="93" y="895"/>
                  </a:lnTo>
                  <a:lnTo>
                    <a:pt x="93" y="895"/>
                  </a:lnTo>
                  <a:lnTo>
                    <a:pt x="92" y="895"/>
                  </a:lnTo>
                  <a:lnTo>
                    <a:pt x="92" y="895"/>
                  </a:lnTo>
                  <a:lnTo>
                    <a:pt x="92" y="895"/>
                  </a:lnTo>
                  <a:lnTo>
                    <a:pt x="91" y="895"/>
                  </a:lnTo>
                  <a:lnTo>
                    <a:pt x="91" y="895"/>
                  </a:lnTo>
                  <a:lnTo>
                    <a:pt x="91" y="894"/>
                  </a:lnTo>
                  <a:lnTo>
                    <a:pt x="91" y="894"/>
                  </a:lnTo>
                  <a:lnTo>
                    <a:pt x="90" y="894"/>
                  </a:lnTo>
                  <a:lnTo>
                    <a:pt x="90" y="894"/>
                  </a:lnTo>
                  <a:lnTo>
                    <a:pt x="90" y="894"/>
                  </a:lnTo>
                  <a:lnTo>
                    <a:pt x="90" y="894"/>
                  </a:lnTo>
                  <a:lnTo>
                    <a:pt x="89" y="893"/>
                  </a:lnTo>
                  <a:lnTo>
                    <a:pt x="89" y="893"/>
                  </a:lnTo>
                  <a:lnTo>
                    <a:pt x="89" y="892"/>
                  </a:lnTo>
                  <a:lnTo>
                    <a:pt x="90" y="892"/>
                  </a:lnTo>
                  <a:lnTo>
                    <a:pt x="90" y="892"/>
                  </a:lnTo>
                  <a:lnTo>
                    <a:pt x="89" y="892"/>
                  </a:lnTo>
                  <a:lnTo>
                    <a:pt x="89" y="891"/>
                  </a:lnTo>
                  <a:lnTo>
                    <a:pt x="89" y="891"/>
                  </a:lnTo>
                  <a:lnTo>
                    <a:pt x="89" y="890"/>
                  </a:lnTo>
                  <a:lnTo>
                    <a:pt x="89" y="890"/>
                  </a:lnTo>
                  <a:lnTo>
                    <a:pt x="89" y="890"/>
                  </a:lnTo>
                  <a:lnTo>
                    <a:pt x="90" y="890"/>
                  </a:lnTo>
                  <a:lnTo>
                    <a:pt x="90" y="888"/>
                  </a:lnTo>
                  <a:lnTo>
                    <a:pt x="90" y="887"/>
                  </a:lnTo>
                  <a:lnTo>
                    <a:pt x="91" y="887"/>
                  </a:lnTo>
                  <a:lnTo>
                    <a:pt x="92" y="887"/>
                  </a:lnTo>
                  <a:lnTo>
                    <a:pt x="92" y="888"/>
                  </a:lnTo>
                  <a:lnTo>
                    <a:pt x="93" y="888"/>
                  </a:lnTo>
                  <a:lnTo>
                    <a:pt x="93" y="887"/>
                  </a:lnTo>
                  <a:lnTo>
                    <a:pt x="93" y="886"/>
                  </a:lnTo>
                  <a:lnTo>
                    <a:pt x="93" y="886"/>
                  </a:lnTo>
                  <a:lnTo>
                    <a:pt x="93" y="886"/>
                  </a:lnTo>
                  <a:lnTo>
                    <a:pt x="93" y="886"/>
                  </a:lnTo>
                  <a:lnTo>
                    <a:pt x="93" y="886"/>
                  </a:lnTo>
                  <a:lnTo>
                    <a:pt x="93" y="886"/>
                  </a:lnTo>
                  <a:lnTo>
                    <a:pt x="93" y="885"/>
                  </a:lnTo>
                  <a:lnTo>
                    <a:pt x="93" y="885"/>
                  </a:lnTo>
                  <a:lnTo>
                    <a:pt x="93" y="885"/>
                  </a:lnTo>
                  <a:lnTo>
                    <a:pt x="93" y="884"/>
                  </a:lnTo>
                  <a:lnTo>
                    <a:pt x="93" y="884"/>
                  </a:lnTo>
                  <a:lnTo>
                    <a:pt x="93" y="884"/>
                  </a:lnTo>
                  <a:lnTo>
                    <a:pt x="93" y="884"/>
                  </a:lnTo>
                  <a:lnTo>
                    <a:pt x="94" y="884"/>
                  </a:lnTo>
                  <a:lnTo>
                    <a:pt x="95" y="883"/>
                  </a:lnTo>
                  <a:lnTo>
                    <a:pt x="95" y="883"/>
                  </a:lnTo>
                  <a:lnTo>
                    <a:pt x="95" y="883"/>
                  </a:lnTo>
                  <a:lnTo>
                    <a:pt x="95" y="883"/>
                  </a:lnTo>
                  <a:lnTo>
                    <a:pt x="95" y="882"/>
                  </a:lnTo>
                  <a:lnTo>
                    <a:pt x="96" y="881"/>
                  </a:lnTo>
                  <a:lnTo>
                    <a:pt x="96" y="881"/>
                  </a:lnTo>
                  <a:lnTo>
                    <a:pt x="96" y="881"/>
                  </a:lnTo>
                  <a:lnTo>
                    <a:pt x="96" y="881"/>
                  </a:lnTo>
                  <a:lnTo>
                    <a:pt x="96" y="881"/>
                  </a:lnTo>
                  <a:lnTo>
                    <a:pt x="97" y="880"/>
                  </a:lnTo>
                  <a:lnTo>
                    <a:pt x="97" y="880"/>
                  </a:lnTo>
                  <a:lnTo>
                    <a:pt x="97" y="880"/>
                  </a:lnTo>
                  <a:lnTo>
                    <a:pt x="97" y="880"/>
                  </a:lnTo>
                  <a:lnTo>
                    <a:pt x="96" y="879"/>
                  </a:lnTo>
                  <a:lnTo>
                    <a:pt x="96" y="879"/>
                  </a:lnTo>
                  <a:lnTo>
                    <a:pt x="96" y="879"/>
                  </a:lnTo>
                  <a:lnTo>
                    <a:pt x="95" y="878"/>
                  </a:lnTo>
                  <a:lnTo>
                    <a:pt x="95" y="878"/>
                  </a:lnTo>
                  <a:lnTo>
                    <a:pt x="95" y="878"/>
                  </a:lnTo>
                  <a:lnTo>
                    <a:pt x="95" y="877"/>
                  </a:lnTo>
                  <a:lnTo>
                    <a:pt x="95" y="877"/>
                  </a:lnTo>
                  <a:lnTo>
                    <a:pt x="94" y="876"/>
                  </a:lnTo>
                  <a:lnTo>
                    <a:pt x="94" y="876"/>
                  </a:lnTo>
                  <a:lnTo>
                    <a:pt x="93" y="876"/>
                  </a:lnTo>
                  <a:lnTo>
                    <a:pt x="93" y="875"/>
                  </a:lnTo>
                  <a:lnTo>
                    <a:pt x="94" y="874"/>
                  </a:lnTo>
                  <a:lnTo>
                    <a:pt x="94" y="873"/>
                  </a:lnTo>
                  <a:lnTo>
                    <a:pt x="95" y="873"/>
                  </a:lnTo>
                  <a:lnTo>
                    <a:pt x="95" y="873"/>
                  </a:lnTo>
                  <a:lnTo>
                    <a:pt x="95" y="873"/>
                  </a:lnTo>
                  <a:lnTo>
                    <a:pt x="95" y="873"/>
                  </a:lnTo>
                  <a:lnTo>
                    <a:pt x="96" y="873"/>
                  </a:lnTo>
                  <a:lnTo>
                    <a:pt x="96" y="872"/>
                  </a:lnTo>
                  <a:lnTo>
                    <a:pt x="97" y="873"/>
                  </a:lnTo>
                  <a:lnTo>
                    <a:pt x="97" y="872"/>
                  </a:lnTo>
                  <a:lnTo>
                    <a:pt x="98" y="872"/>
                  </a:lnTo>
                  <a:lnTo>
                    <a:pt x="98" y="871"/>
                  </a:lnTo>
                  <a:lnTo>
                    <a:pt x="98" y="871"/>
                  </a:lnTo>
                  <a:lnTo>
                    <a:pt x="98" y="871"/>
                  </a:lnTo>
                  <a:lnTo>
                    <a:pt x="98" y="873"/>
                  </a:lnTo>
                  <a:lnTo>
                    <a:pt x="98" y="873"/>
                  </a:lnTo>
                  <a:lnTo>
                    <a:pt x="98" y="873"/>
                  </a:lnTo>
                  <a:lnTo>
                    <a:pt x="99" y="873"/>
                  </a:lnTo>
                  <a:lnTo>
                    <a:pt x="99" y="873"/>
                  </a:lnTo>
                  <a:lnTo>
                    <a:pt x="99" y="873"/>
                  </a:lnTo>
                  <a:lnTo>
                    <a:pt x="100" y="873"/>
                  </a:lnTo>
                  <a:lnTo>
                    <a:pt x="101" y="873"/>
                  </a:lnTo>
                  <a:lnTo>
                    <a:pt x="102" y="873"/>
                  </a:lnTo>
                  <a:lnTo>
                    <a:pt x="102" y="873"/>
                  </a:lnTo>
                  <a:lnTo>
                    <a:pt x="102" y="874"/>
                  </a:lnTo>
                  <a:lnTo>
                    <a:pt x="102" y="874"/>
                  </a:lnTo>
                  <a:lnTo>
                    <a:pt x="102" y="874"/>
                  </a:lnTo>
                  <a:lnTo>
                    <a:pt x="102" y="874"/>
                  </a:lnTo>
                  <a:lnTo>
                    <a:pt x="102" y="874"/>
                  </a:lnTo>
                  <a:lnTo>
                    <a:pt x="103" y="874"/>
                  </a:lnTo>
                  <a:lnTo>
                    <a:pt x="102" y="874"/>
                  </a:lnTo>
                  <a:lnTo>
                    <a:pt x="102" y="873"/>
                  </a:lnTo>
                  <a:lnTo>
                    <a:pt x="103" y="873"/>
                  </a:lnTo>
                  <a:lnTo>
                    <a:pt x="102" y="873"/>
                  </a:lnTo>
                  <a:lnTo>
                    <a:pt x="102" y="873"/>
                  </a:lnTo>
                  <a:lnTo>
                    <a:pt x="102" y="873"/>
                  </a:lnTo>
                  <a:lnTo>
                    <a:pt x="103" y="873"/>
                  </a:lnTo>
                  <a:lnTo>
                    <a:pt x="103" y="873"/>
                  </a:lnTo>
                  <a:lnTo>
                    <a:pt x="104" y="873"/>
                  </a:lnTo>
                  <a:lnTo>
                    <a:pt x="104" y="874"/>
                  </a:lnTo>
                  <a:lnTo>
                    <a:pt x="104" y="875"/>
                  </a:lnTo>
                  <a:lnTo>
                    <a:pt x="103" y="875"/>
                  </a:lnTo>
                  <a:lnTo>
                    <a:pt x="103" y="876"/>
                  </a:lnTo>
                  <a:lnTo>
                    <a:pt x="104" y="876"/>
                  </a:lnTo>
                  <a:lnTo>
                    <a:pt x="104" y="876"/>
                  </a:lnTo>
                  <a:lnTo>
                    <a:pt x="106" y="875"/>
                  </a:lnTo>
                  <a:lnTo>
                    <a:pt x="106" y="874"/>
                  </a:lnTo>
                  <a:lnTo>
                    <a:pt x="106" y="874"/>
                  </a:lnTo>
                  <a:lnTo>
                    <a:pt x="106" y="873"/>
                  </a:lnTo>
                  <a:lnTo>
                    <a:pt x="106" y="873"/>
                  </a:lnTo>
                  <a:lnTo>
                    <a:pt x="106" y="873"/>
                  </a:lnTo>
                  <a:lnTo>
                    <a:pt x="107" y="873"/>
                  </a:lnTo>
                  <a:lnTo>
                    <a:pt x="109" y="873"/>
                  </a:lnTo>
                  <a:lnTo>
                    <a:pt x="109" y="873"/>
                  </a:lnTo>
                  <a:lnTo>
                    <a:pt x="109" y="873"/>
                  </a:lnTo>
                  <a:lnTo>
                    <a:pt x="110" y="873"/>
                  </a:lnTo>
                  <a:lnTo>
                    <a:pt x="109" y="873"/>
                  </a:lnTo>
                  <a:lnTo>
                    <a:pt x="110" y="873"/>
                  </a:lnTo>
                  <a:lnTo>
                    <a:pt x="109" y="871"/>
                  </a:lnTo>
                  <a:lnTo>
                    <a:pt x="109" y="871"/>
                  </a:lnTo>
                  <a:lnTo>
                    <a:pt x="109" y="872"/>
                  </a:lnTo>
                  <a:lnTo>
                    <a:pt x="108" y="872"/>
                  </a:lnTo>
                  <a:lnTo>
                    <a:pt x="108" y="872"/>
                  </a:lnTo>
                  <a:lnTo>
                    <a:pt x="108" y="870"/>
                  </a:lnTo>
                  <a:lnTo>
                    <a:pt x="107" y="870"/>
                  </a:lnTo>
                  <a:lnTo>
                    <a:pt x="107" y="870"/>
                  </a:lnTo>
                  <a:lnTo>
                    <a:pt x="107" y="871"/>
                  </a:lnTo>
                  <a:lnTo>
                    <a:pt x="107" y="871"/>
                  </a:lnTo>
                  <a:lnTo>
                    <a:pt x="106" y="871"/>
                  </a:lnTo>
                  <a:lnTo>
                    <a:pt x="106" y="870"/>
                  </a:lnTo>
                  <a:lnTo>
                    <a:pt x="107" y="870"/>
                  </a:lnTo>
                  <a:lnTo>
                    <a:pt x="106" y="868"/>
                  </a:lnTo>
                  <a:lnTo>
                    <a:pt x="106" y="868"/>
                  </a:lnTo>
                  <a:lnTo>
                    <a:pt x="106" y="869"/>
                  </a:lnTo>
                  <a:lnTo>
                    <a:pt x="106" y="870"/>
                  </a:lnTo>
                  <a:lnTo>
                    <a:pt x="106" y="871"/>
                  </a:lnTo>
                  <a:lnTo>
                    <a:pt x="106" y="872"/>
                  </a:lnTo>
                  <a:lnTo>
                    <a:pt x="106" y="872"/>
                  </a:lnTo>
                  <a:lnTo>
                    <a:pt x="105" y="873"/>
                  </a:lnTo>
                  <a:lnTo>
                    <a:pt x="105" y="873"/>
                  </a:lnTo>
                  <a:lnTo>
                    <a:pt x="104" y="872"/>
                  </a:lnTo>
                  <a:lnTo>
                    <a:pt x="104" y="872"/>
                  </a:lnTo>
                  <a:lnTo>
                    <a:pt x="103" y="872"/>
                  </a:lnTo>
                  <a:lnTo>
                    <a:pt x="103" y="872"/>
                  </a:lnTo>
                  <a:lnTo>
                    <a:pt x="104" y="872"/>
                  </a:lnTo>
                  <a:lnTo>
                    <a:pt x="104" y="871"/>
                  </a:lnTo>
                  <a:lnTo>
                    <a:pt x="104" y="871"/>
                  </a:lnTo>
                  <a:lnTo>
                    <a:pt x="104" y="871"/>
                  </a:lnTo>
                  <a:lnTo>
                    <a:pt x="104" y="870"/>
                  </a:lnTo>
                  <a:lnTo>
                    <a:pt x="103" y="870"/>
                  </a:lnTo>
                  <a:lnTo>
                    <a:pt x="103" y="870"/>
                  </a:lnTo>
                  <a:lnTo>
                    <a:pt x="102" y="870"/>
                  </a:lnTo>
                  <a:lnTo>
                    <a:pt x="102" y="870"/>
                  </a:lnTo>
                  <a:lnTo>
                    <a:pt x="101" y="870"/>
                  </a:lnTo>
                  <a:lnTo>
                    <a:pt x="101" y="870"/>
                  </a:lnTo>
                  <a:lnTo>
                    <a:pt x="101" y="870"/>
                  </a:lnTo>
                  <a:lnTo>
                    <a:pt x="101" y="870"/>
                  </a:lnTo>
                  <a:lnTo>
                    <a:pt x="101" y="869"/>
                  </a:lnTo>
                  <a:lnTo>
                    <a:pt x="101" y="869"/>
                  </a:lnTo>
                  <a:lnTo>
                    <a:pt x="101" y="869"/>
                  </a:lnTo>
                  <a:lnTo>
                    <a:pt x="102" y="869"/>
                  </a:lnTo>
                  <a:lnTo>
                    <a:pt x="102" y="869"/>
                  </a:lnTo>
                  <a:lnTo>
                    <a:pt x="101" y="869"/>
                  </a:lnTo>
                  <a:lnTo>
                    <a:pt x="102" y="868"/>
                  </a:lnTo>
                  <a:lnTo>
                    <a:pt x="102" y="868"/>
                  </a:lnTo>
                  <a:lnTo>
                    <a:pt x="102" y="867"/>
                  </a:lnTo>
                  <a:lnTo>
                    <a:pt x="102" y="867"/>
                  </a:lnTo>
                  <a:lnTo>
                    <a:pt x="102" y="867"/>
                  </a:lnTo>
                  <a:lnTo>
                    <a:pt x="102" y="866"/>
                  </a:lnTo>
                  <a:lnTo>
                    <a:pt x="102" y="866"/>
                  </a:lnTo>
                  <a:lnTo>
                    <a:pt x="103" y="866"/>
                  </a:lnTo>
                  <a:lnTo>
                    <a:pt x="103" y="865"/>
                  </a:lnTo>
                  <a:lnTo>
                    <a:pt x="102" y="865"/>
                  </a:lnTo>
                  <a:lnTo>
                    <a:pt x="102" y="865"/>
                  </a:lnTo>
                  <a:lnTo>
                    <a:pt x="102" y="864"/>
                  </a:lnTo>
                  <a:lnTo>
                    <a:pt x="102" y="864"/>
                  </a:lnTo>
                  <a:lnTo>
                    <a:pt x="102" y="864"/>
                  </a:lnTo>
                  <a:lnTo>
                    <a:pt x="103" y="863"/>
                  </a:lnTo>
                  <a:lnTo>
                    <a:pt x="103" y="863"/>
                  </a:lnTo>
                  <a:lnTo>
                    <a:pt x="102" y="862"/>
                  </a:lnTo>
                  <a:lnTo>
                    <a:pt x="102" y="861"/>
                  </a:lnTo>
                  <a:lnTo>
                    <a:pt x="103" y="860"/>
                  </a:lnTo>
                  <a:lnTo>
                    <a:pt x="103" y="860"/>
                  </a:lnTo>
                  <a:lnTo>
                    <a:pt x="104" y="860"/>
                  </a:lnTo>
                  <a:lnTo>
                    <a:pt x="103" y="859"/>
                  </a:lnTo>
                  <a:lnTo>
                    <a:pt x="104" y="858"/>
                  </a:lnTo>
                  <a:lnTo>
                    <a:pt x="105" y="858"/>
                  </a:lnTo>
                  <a:lnTo>
                    <a:pt x="106" y="858"/>
                  </a:lnTo>
                  <a:lnTo>
                    <a:pt x="106" y="858"/>
                  </a:lnTo>
                  <a:lnTo>
                    <a:pt x="105" y="857"/>
                  </a:lnTo>
                  <a:lnTo>
                    <a:pt x="106" y="856"/>
                  </a:lnTo>
                  <a:lnTo>
                    <a:pt x="106" y="856"/>
                  </a:lnTo>
                  <a:lnTo>
                    <a:pt x="106" y="855"/>
                  </a:lnTo>
                  <a:lnTo>
                    <a:pt x="106" y="855"/>
                  </a:lnTo>
                  <a:lnTo>
                    <a:pt x="106" y="855"/>
                  </a:lnTo>
                  <a:lnTo>
                    <a:pt x="107" y="855"/>
                  </a:lnTo>
                  <a:lnTo>
                    <a:pt x="107" y="855"/>
                  </a:lnTo>
                  <a:lnTo>
                    <a:pt x="108" y="855"/>
                  </a:lnTo>
                  <a:lnTo>
                    <a:pt x="108" y="855"/>
                  </a:lnTo>
                  <a:lnTo>
                    <a:pt x="108" y="855"/>
                  </a:lnTo>
                  <a:lnTo>
                    <a:pt x="108" y="855"/>
                  </a:lnTo>
                  <a:lnTo>
                    <a:pt x="108" y="855"/>
                  </a:lnTo>
                  <a:lnTo>
                    <a:pt x="107" y="857"/>
                  </a:lnTo>
                  <a:lnTo>
                    <a:pt x="107" y="858"/>
                  </a:lnTo>
                  <a:lnTo>
                    <a:pt x="107" y="858"/>
                  </a:lnTo>
                  <a:lnTo>
                    <a:pt x="107" y="858"/>
                  </a:lnTo>
                  <a:lnTo>
                    <a:pt x="109" y="858"/>
                  </a:lnTo>
                  <a:lnTo>
                    <a:pt x="109" y="857"/>
                  </a:lnTo>
                  <a:lnTo>
                    <a:pt x="110" y="858"/>
                  </a:lnTo>
                  <a:lnTo>
                    <a:pt x="112" y="858"/>
                  </a:lnTo>
                  <a:lnTo>
                    <a:pt x="112" y="858"/>
                  </a:lnTo>
                  <a:lnTo>
                    <a:pt x="113" y="858"/>
                  </a:lnTo>
                  <a:lnTo>
                    <a:pt x="113" y="859"/>
                  </a:lnTo>
                  <a:lnTo>
                    <a:pt x="113" y="859"/>
                  </a:lnTo>
                  <a:lnTo>
                    <a:pt x="112" y="859"/>
                  </a:lnTo>
                  <a:lnTo>
                    <a:pt x="113" y="860"/>
                  </a:lnTo>
                  <a:lnTo>
                    <a:pt x="113" y="860"/>
                  </a:lnTo>
                  <a:lnTo>
                    <a:pt x="113" y="860"/>
                  </a:lnTo>
                  <a:lnTo>
                    <a:pt x="113" y="860"/>
                  </a:lnTo>
                  <a:lnTo>
                    <a:pt x="114" y="860"/>
                  </a:lnTo>
                  <a:lnTo>
                    <a:pt x="115" y="860"/>
                  </a:lnTo>
                  <a:lnTo>
                    <a:pt x="115" y="860"/>
                  </a:lnTo>
                  <a:lnTo>
                    <a:pt x="115" y="861"/>
                  </a:lnTo>
                  <a:lnTo>
                    <a:pt x="115" y="861"/>
                  </a:lnTo>
                  <a:lnTo>
                    <a:pt x="115" y="862"/>
                  </a:lnTo>
                  <a:lnTo>
                    <a:pt x="117" y="863"/>
                  </a:lnTo>
                  <a:lnTo>
                    <a:pt x="118" y="862"/>
                  </a:lnTo>
                  <a:lnTo>
                    <a:pt x="118" y="861"/>
                  </a:lnTo>
                  <a:lnTo>
                    <a:pt x="118" y="861"/>
                  </a:lnTo>
                  <a:lnTo>
                    <a:pt x="117" y="860"/>
                  </a:lnTo>
                  <a:lnTo>
                    <a:pt x="118" y="860"/>
                  </a:lnTo>
                  <a:lnTo>
                    <a:pt x="117" y="860"/>
                  </a:lnTo>
                  <a:lnTo>
                    <a:pt x="117" y="859"/>
                  </a:lnTo>
                  <a:lnTo>
                    <a:pt x="117" y="859"/>
                  </a:lnTo>
                  <a:lnTo>
                    <a:pt x="117" y="858"/>
                  </a:lnTo>
                  <a:lnTo>
                    <a:pt x="118" y="859"/>
                  </a:lnTo>
                  <a:lnTo>
                    <a:pt x="118" y="858"/>
                  </a:lnTo>
                  <a:lnTo>
                    <a:pt x="118" y="857"/>
                  </a:lnTo>
                  <a:lnTo>
                    <a:pt x="119" y="857"/>
                  </a:lnTo>
                  <a:lnTo>
                    <a:pt x="119" y="858"/>
                  </a:lnTo>
                  <a:lnTo>
                    <a:pt x="119" y="858"/>
                  </a:lnTo>
                  <a:lnTo>
                    <a:pt x="119" y="859"/>
                  </a:lnTo>
                  <a:lnTo>
                    <a:pt x="119" y="859"/>
                  </a:lnTo>
                  <a:lnTo>
                    <a:pt x="119" y="859"/>
                  </a:lnTo>
                  <a:lnTo>
                    <a:pt x="120" y="859"/>
                  </a:lnTo>
                  <a:lnTo>
                    <a:pt x="119" y="860"/>
                  </a:lnTo>
                  <a:lnTo>
                    <a:pt x="120" y="860"/>
                  </a:lnTo>
                  <a:lnTo>
                    <a:pt x="120" y="860"/>
                  </a:lnTo>
                  <a:lnTo>
                    <a:pt x="120" y="860"/>
                  </a:lnTo>
                  <a:lnTo>
                    <a:pt x="120" y="861"/>
                  </a:lnTo>
                  <a:lnTo>
                    <a:pt x="121" y="861"/>
                  </a:lnTo>
                  <a:lnTo>
                    <a:pt x="121" y="861"/>
                  </a:lnTo>
                  <a:lnTo>
                    <a:pt x="122" y="861"/>
                  </a:lnTo>
                  <a:lnTo>
                    <a:pt x="122" y="862"/>
                  </a:lnTo>
                  <a:lnTo>
                    <a:pt x="122" y="862"/>
                  </a:lnTo>
                  <a:lnTo>
                    <a:pt x="121" y="863"/>
                  </a:lnTo>
                  <a:lnTo>
                    <a:pt x="122" y="864"/>
                  </a:lnTo>
                  <a:lnTo>
                    <a:pt x="124" y="864"/>
                  </a:lnTo>
                  <a:lnTo>
                    <a:pt x="125" y="864"/>
                  </a:lnTo>
                  <a:lnTo>
                    <a:pt x="125" y="863"/>
                  </a:lnTo>
                  <a:lnTo>
                    <a:pt x="126" y="863"/>
                  </a:lnTo>
                  <a:lnTo>
                    <a:pt x="126" y="864"/>
                  </a:lnTo>
                  <a:lnTo>
                    <a:pt x="127" y="864"/>
                  </a:lnTo>
                  <a:lnTo>
                    <a:pt x="127" y="864"/>
                  </a:lnTo>
                  <a:lnTo>
                    <a:pt x="127" y="864"/>
                  </a:lnTo>
                  <a:lnTo>
                    <a:pt x="127" y="864"/>
                  </a:lnTo>
                  <a:lnTo>
                    <a:pt x="128" y="864"/>
                  </a:lnTo>
                  <a:lnTo>
                    <a:pt x="127" y="865"/>
                  </a:lnTo>
                  <a:lnTo>
                    <a:pt x="126" y="865"/>
                  </a:lnTo>
                  <a:lnTo>
                    <a:pt x="127" y="867"/>
                  </a:lnTo>
                  <a:lnTo>
                    <a:pt x="127" y="868"/>
                  </a:lnTo>
                  <a:lnTo>
                    <a:pt x="124" y="868"/>
                  </a:lnTo>
                  <a:lnTo>
                    <a:pt x="124" y="868"/>
                  </a:lnTo>
                  <a:lnTo>
                    <a:pt x="123" y="868"/>
                  </a:lnTo>
                  <a:lnTo>
                    <a:pt x="123" y="868"/>
                  </a:lnTo>
                  <a:lnTo>
                    <a:pt x="123" y="868"/>
                  </a:lnTo>
                  <a:lnTo>
                    <a:pt x="121" y="868"/>
                  </a:lnTo>
                  <a:lnTo>
                    <a:pt x="121" y="868"/>
                  </a:lnTo>
                  <a:lnTo>
                    <a:pt x="121" y="869"/>
                  </a:lnTo>
                  <a:lnTo>
                    <a:pt x="120" y="868"/>
                  </a:lnTo>
                  <a:lnTo>
                    <a:pt x="119" y="868"/>
                  </a:lnTo>
                  <a:lnTo>
                    <a:pt x="119" y="868"/>
                  </a:lnTo>
                  <a:lnTo>
                    <a:pt x="119" y="867"/>
                  </a:lnTo>
                  <a:lnTo>
                    <a:pt x="118" y="867"/>
                  </a:lnTo>
                  <a:lnTo>
                    <a:pt x="118" y="868"/>
                  </a:lnTo>
                  <a:lnTo>
                    <a:pt x="120" y="868"/>
                  </a:lnTo>
                  <a:lnTo>
                    <a:pt x="120" y="869"/>
                  </a:lnTo>
                  <a:lnTo>
                    <a:pt x="120" y="869"/>
                  </a:lnTo>
                  <a:lnTo>
                    <a:pt x="120" y="869"/>
                  </a:lnTo>
                  <a:lnTo>
                    <a:pt x="121" y="870"/>
                  </a:lnTo>
                  <a:lnTo>
                    <a:pt x="121" y="870"/>
                  </a:lnTo>
                  <a:lnTo>
                    <a:pt x="121" y="870"/>
                  </a:lnTo>
                  <a:lnTo>
                    <a:pt x="122" y="870"/>
                  </a:lnTo>
                  <a:lnTo>
                    <a:pt x="122" y="871"/>
                  </a:lnTo>
                  <a:lnTo>
                    <a:pt x="122" y="871"/>
                  </a:lnTo>
                  <a:lnTo>
                    <a:pt x="122" y="871"/>
                  </a:lnTo>
                  <a:lnTo>
                    <a:pt x="123" y="872"/>
                  </a:lnTo>
                  <a:lnTo>
                    <a:pt x="125" y="872"/>
                  </a:lnTo>
                  <a:lnTo>
                    <a:pt x="125" y="873"/>
                  </a:lnTo>
                  <a:lnTo>
                    <a:pt x="125" y="873"/>
                  </a:lnTo>
                  <a:lnTo>
                    <a:pt x="125" y="873"/>
                  </a:lnTo>
                  <a:lnTo>
                    <a:pt x="125" y="873"/>
                  </a:lnTo>
                  <a:lnTo>
                    <a:pt x="126" y="873"/>
                  </a:lnTo>
                  <a:lnTo>
                    <a:pt x="126" y="873"/>
                  </a:lnTo>
                  <a:lnTo>
                    <a:pt x="126" y="873"/>
                  </a:lnTo>
                  <a:lnTo>
                    <a:pt x="127" y="873"/>
                  </a:lnTo>
                  <a:lnTo>
                    <a:pt x="127" y="873"/>
                  </a:lnTo>
                  <a:lnTo>
                    <a:pt x="128" y="873"/>
                  </a:lnTo>
                  <a:lnTo>
                    <a:pt x="128" y="873"/>
                  </a:lnTo>
                  <a:lnTo>
                    <a:pt x="129" y="873"/>
                  </a:lnTo>
                  <a:lnTo>
                    <a:pt x="130" y="873"/>
                  </a:lnTo>
                  <a:lnTo>
                    <a:pt x="130" y="874"/>
                  </a:lnTo>
                  <a:lnTo>
                    <a:pt x="131" y="876"/>
                  </a:lnTo>
                  <a:lnTo>
                    <a:pt x="131" y="877"/>
                  </a:lnTo>
                  <a:lnTo>
                    <a:pt x="131" y="878"/>
                  </a:lnTo>
                  <a:lnTo>
                    <a:pt x="130" y="881"/>
                  </a:lnTo>
                  <a:lnTo>
                    <a:pt x="131" y="885"/>
                  </a:lnTo>
                  <a:lnTo>
                    <a:pt x="132" y="888"/>
                  </a:lnTo>
                  <a:lnTo>
                    <a:pt x="132" y="890"/>
                  </a:lnTo>
                  <a:lnTo>
                    <a:pt x="132" y="891"/>
                  </a:lnTo>
                  <a:lnTo>
                    <a:pt x="133" y="893"/>
                  </a:lnTo>
                  <a:lnTo>
                    <a:pt x="134" y="893"/>
                  </a:lnTo>
                  <a:lnTo>
                    <a:pt x="135" y="895"/>
                  </a:lnTo>
                  <a:lnTo>
                    <a:pt x="135" y="895"/>
                  </a:lnTo>
                  <a:lnTo>
                    <a:pt x="135" y="894"/>
                  </a:lnTo>
                  <a:lnTo>
                    <a:pt x="133" y="891"/>
                  </a:lnTo>
                  <a:lnTo>
                    <a:pt x="134" y="890"/>
                  </a:lnTo>
                  <a:lnTo>
                    <a:pt x="134" y="890"/>
                  </a:lnTo>
                  <a:lnTo>
                    <a:pt x="134" y="890"/>
                  </a:lnTo>
                  <a:lnTo>
                    <a:pt x="134" y="890"/>
                  </a:lnTo>
                  <a:lnTo>
                    <a:pt x="133" y="889"/>
                  </a:lnTo>
                  <a:lnTo>
                    <a:pt x="133" y="887"/>
                  </a:lnTo>
                  <a:lnTo>
                    <a:pt x="132" y="887"/>
                  </a:lnTo>
                  <a:lnTo>
                    <a:pt x="132" y="886"/>
                  </a:lnTo>
                  <a:lnTo>
                    <a:pt x="132" y="886"/>
                  </a:lnTo>
                  <a:lnTo>
                    <a:pt x="131" y="883"/>
                  </a:lnTo>
                  <a:lnTo>
                    <a:pt x="131" y="881"/>
                  </a:lnTo>
                  <a:lnTo>
                    <a:pt x="132" y="881"/>
                  </a:lnTo>
                  <a:lnTo>
                    <a:pt x="132" y="880"/>
                  </a:lnTo>
                  <a:lnTo>
                    <a:pt x="132" y="880"/>
                  </a:lnTo>
                  <a:lnTo>
                    <a:pt x="131" y="881"/>
                  </a:lnTo>
                  <a:lnTo>
                    <a:pt x="131" y="881"/>
                  </a:lnTo>
                  <a:lnTo>
                    <a:pt x="131" y="880"/>
                  </a:lnTo>
                  <a:lnTo>
                    <a:pt x="132" y="877"/>
                  </a:lnTo>
                  <a:lnTo>
                    <a:pt x="132" y="877"/>
                  </a:lnTo>
                  <a:lnTo>
                    <a:pt x="132" y="877"/>
                  </a:lnTo>
                  <a:lnTo>
                    <a:pt x="132" y="877"/>
                  </a:lnTo>
                  <a:lnTo>
                    <a:pt x="132" y="877"/>
                  </a:lnTo>
                  <a:lnTo>
                    <a:pt x="132" y="877"/>
                  </a:lnTo>
                  <a:lnTo>
                    <a:pt x="133" y="877"/>
                  </a:lnTo>
                  <a:lnTo>
                    <a:pt x="133" y="877"/>
                  </a:lnTo>
                  <a:lnTo>
                    <a:pt x="133" y="877"/>
                  </a:lnTo>
                  <a:lnTo>
                    <a:pt x="132" y="876"/>
                  </a:lnTo>
                  <a:lnTo>
                    <a:pt x="132" y="874"/>
                  </a:lnTo>
                  <a:lnTo>
                    <a:pt x="132" y="873"/>
                  </a:lnTo>
                  <a:lnTo>
                    <a:pt x="132" y="873"/>
                  </a:lnTo>
                  <a:lnTo>
                    <a:pt x="132" y="872"/>
                  </a:lnTo>
                  <a:lnTo>
                    <a:pt x="132" y="872"/>
                  </a:lnTo>
                  <a:lnTo>
                    <a:pt x="132" y="872"/>
                  </a:lnTo>
                  <a:lnTo>
                    <a:pt x="133" y="873"/>
                  </a:lnTo>
                  <a:lnTo>
                    <a:pt x="133" y="873"/>
                  </a:lnTo>
                  <a:lnTo>
                    <a:pt x="132" y="873"/>
                  </a:lnTo>
                  <a:lnTo>
                    <a:pt x="133" y="873"/>
                  </a:lnTo>
                  <a:lnTo>
                    <a:pt x="135" y="874"/>
                  </a:lnTo>
                  <a:lnTo>
                    <a:pt x="135" y="874"/>
                  </a:lnTo>
                  <a:lnTo>
                    <a:pt x="135" y="874"/>
                  </a:lnTo>
                  <a:lnTo>
                    <a:pt x="135" y="873"/>
                  </a:lnTo>
                  <a:lnTo>
                    <a:pt x="135" y="873"/>
                  </a:lnTo>
                  <a:lnTo>
                    <a:pt x="134" y="873"/>
                  </a:lnTo>
                  <a:lnTo>
                    <a:pt x="134" y="872"/>
                  </a:lnTo>
                  <a:lnTo>
                    <a:pt x="134" y="871"/>
                  </a:lnTo>
                  <a:lnTo>
                    <a:pt x="135" y="872"/>
                  </a:lnTo>
                  <a:lnTo>
                    <a:pt x="135" y="873"/>
                  </a:lnTo>
                  <a:lnTo>
                    <a:pt x="135" y="873"/>
                  </a:lnTo>
                  <a:lnTo>
                    <a:pt x="135" y="872"/>
                  </a:lnTo>
                  <a:lnTo>
                    <a:pt x="135" y="872"/>
                  </a:lnTo>
                  <a:lnTo>
                    <a:pt x="135" y="871"/>
                  </a:lnTo>
                  <a:lnTo>
                    <a:pt x="135" y="871"/>
                  </a:lnTo>
                  <a:lnTo>
                    <a:pt x="135" y="871"/>
                  </a:lnTo>
                  <a:lnTo>
                    <a:pt x="135" y="871"/>
                  </a:lnTo>
                  <a:lnTo>
                    <a:pt x="136" y="871"/>
                  </a:lnTo>
                  <a:lnTo>
                    <a:pt x="136" y="871"/>
                  </a:lnTo>
                  <a:lnTo>
                    <a:pt x="136" y="870"/>
                  </a:lnTo>
                  <a:lnTo>
                    <a:pt x="137" y="870"/>
                  </a:lnTo>
                  <a:lnTo>
                    <a:pt x="137" y="869"/>
                  </a:lnTo>
                  <a:lnTo>
                    <a:pt x="137" y="868"/>
                  </a:lnTo>
                  <a:lnTo>
                    <a:pt x="137" y="868"/>
                  </a:lnTo>
                  <a:lnTo>
                    <a:pt x="137" y="868"/>
                  </a:lnTo>
                  <a:lnTo>
                    <a:pt x="138" y="869"/>
                  </a:lnTo>
                  <a:lnTo>
                    <a:pt x="137" y="869"/>
                  </a:lnTo>
                  <a:lnTo>
                    <a:pt x="138" y="869"/>
                  </a:lnTo>
                  <a:lnTo>
                    <a:pt x="139" y="868"/>
                  </a:lnTo>
                  <a:lnTo>
                    <a:pt x="138" y="868"/>
                  </a:lnTo>
                  <a:lnTo>
                    <a:pt x="139" y="868"/>
                  </a:lnTo>
                  <a:lnTo>
                    <a:pt x="139" y="868"/>
                  </a:lnTo>
                  <a:lnTo>
                    <a:pt x="139" y="868"/>
                  </a:lnTo>
                  <a:lnTo>
                    <a:pt x="140" y="868"/>
                  </a:lnTo>
                  <a:lnTo>
                    <a:pt x="141" y="868"/>
                  </a:lnTo>
                  <a:lnTo>
                    <a:pt x="141" y="867"/>
                  </a:lnTo>
                  <a:lnTo>
                    <a:pt x="141" y="867"/>
                  </a:lnTo>
                  <a:lnTo>
                    <a:pt x="141" y="868"/>
                  </a:lnTo>
                  <a:lnTo>
                    <a:pt x="141" y="868"/>
                  </a:lnTo>
                  <a:lnTo>
                    <a:pt x="141" y="868"/>
                  </a:lnTo>
                  <a:lnTo>
                    <a:pt x="142" y="868"/>
                  </a:lnTo>
                  <a:lnTo>
                    <a:pt x="142" y="868"/>
                  </a:lnTo>
                  <a:lnTo>
                    <a:pt x="143" y="868"/>
                  </a:lnTo>
                  <a:lnTo>
                    <a:pt x="143" y="868"/>
                  </a:lnTo>
                  <a:lnTo>
                    <a:pt x="144" y="868"/>
                  </a:lnTo>
                  <a:lnTo>
                    <a:pt x="144" y="868"/>
                  </a:lnTo>
                  <a:lnTo>
                    <a:pt x="144" y="868"/>
                  </a:lnTo>
                  <a:lnTo>
                    <a:pt x="144" y="868"/>
                  </a:lnTo>
                  <a:lnTo>
                    <a:pt x="144" y="868"/>
                  </a:lnTo>
                  <a:lnTo>
                    <a:pt x="145" y="868"/>
                  </a:lnTo>
                  <a:lnTo>
                    <a:pt x="145" y="868"/>
                  </a:lnTo>
                  <a:lnTo>
                    <a:pt x="145" y="868"/>
                  </a:lnTo>
                  <a:lnTo>
                    <a:pt x="145" y="868"/>
                  </a:lnTo>
                  <a:lnTo>
                    <a:pt x="146" y="868"/>
                  </a:lnTo>
                  <a:lnTo>
                    <a:pt x="146" y="868"/>
                  </a:lnTo>
                  <a:lnTo>
                    <a:pt x="146" y="868"/>
                  </a:lnTo>
                  <a:lnTo>
                    <a:pt x="147" y="869"/>
                  </a:lnTo>
                  <a:lnTo>
                    <a:pt x="147" y="870"/>
                  </a:lnTo>
                  <a:lnTo>
                    <a:pt x="147" y="870"/>
                  </a:lnTo>
                  <a:lnTo>
                    <a:pt x="148" y="870"/>
                  </a:lnTo>
                  <a:lnTo>
                    <a:pt x="148" y="869"/>
                  </a:lnTo>
                  <a:lnTo>
                    <a:pt x="149" y="870"/>
                  </a:lnTo>
                  <a:lnTo>
                    <a:pt x="149" y="871"/>
                  </a:lnTo>
                  <a:lnTo>
                    <a:pt x="148" y="871"/>
                  </a:lnTo>
                  <a:lnTo>
                    <a:pt x="149" y="871"/>
                  </a:lnTo>
                  <a:lnTo>
                    <a:pt x="149" y="870"/>
                  </a:lnTo>
                  <a:lnTo>
                    <a:pt x="149" y="870"/>
                  </a:lnTo>
                  <a:lnTo>
                    <a:pt x="149" y="870"/>
                  </a:lnTo>
                  <a:lnTo>
                    <a:pt x="149" y="870"/>
                  </a:lnTo>
                  <a:lnTo>
                    <a:pt x="149" y="870"/>
                  </a:lnTo>
                  <a:lnTo>
                    <a:pt x="150" y="870"/>
                  </a:lnTo>
                  <a:lnTo>
                    <a:pt x="150" y="870"/>
                  </a:lnTo>
                  <a:lnTo>
                    <a:pt x="150" y="871"/>
                  </a:lnTo>
                  <a:lnTo>
                    <a:pt x="150" y="871"/>
                  </a:lnTo>
                  <a:lnTo>
                    <a:pt x="150" y="871"/>
                  </a:lnTo>
                  <a:lnTo>
                    <a:pt x="151" y="871"/>
                  </a:lnTo>
                  <a:lnTo>
                    <a:pt x="152" y="872"/>
                  </a:lnTo>
                  <a:lnTo>
                    <a:pt x="152" y="872"/>
                  </a:lnTo>
                  <a:lnTo>
                    <a:pt x="152" y="872"/>
                  </a:lnTo>
                  <a:lnTo>
                    <a:pt x="153" y="871"/>
                  </a:lnTo>
                  <a:lnTo>
                    <a:pt x="153" y="871"/>
                  </a:lnTo>
                  <a:lnTo>
                    <a:pt x="153" y="871"/>
                  </a:lnTo>
                  <a:lnTo>
                    <a:pt x="154" y="871"/>
                  </a:lnTo>
                  <a:lnTo>
                    <a:pt x="154" y="870"/>
                  </a:lnTo>
                  <a:lnTo>
                    <a:pt x="154" y="870"/>
                  </a:lnTo>
                  <a:lnTo>
                    <a:pt x="154" y="871"/>
                  </a:lnTo>
                  <a:lnTo>
                    <a:pt x="154" y="872"/>
                  </a:lnTo>
                  <a:lnTo>
                    <a:pt x="154" y="872"/>
                  </a:lnTo>
                  <a:lnTo>
                    <a:pt x="154" y="872"/>
                  </a:lnTo>
                  <a:lnTo>
                    <a:pt x="154" y="873"/>
                  </a:lnTo>
                  <a:lnTo>
                    <a:pt x="154" y="873"/>
                  </a:lnTo>
                  <a:lnTo>
                    <a:pt x="154" y="873"/>
                  </a:lnTo>
                  <a:lnTo>
                    <a:pt x="155" y="873"/>
                  </a:lnTo>
                  <a:lnTo>
                    <a:pt x="155" y="875"/>
                  </a:lnTo>
                  <a:lnTo>
                    <a:pt x="156" y="875"/>
                  </a:lnTo>
                  <a:lnTo>
                    <a:pt x="156" y="876"/>
                  </a:lnTo>
                  <a:lnTo>
                    <a:pt x="156" y="877"/>
                  </a:lnTo>
                  <a:lnTo>
                    <a:pt x="156" y="877"/>
                  </a:lnTo>
                  <a:lnTo>
                    <a:pt x="157" y="877"/>
                  </a:lnTo>
                  <a:lnTo>
                    <a:pt x="156" y="877"/>
                  </a:lnTo>
                  <a:lnTo>
                    <a:pt x="156" y="878"/>
                  </a:lnTo>
                  <a:lnTo>
                    <a:pt x="156" y="878"/>
                  </a:lnTo>
                  <a:lnTo>
                    <a:pt x="157" y="877"/>
                  </a:lnTo>
                  <a:lnTo>
                    <a:pt x="157" y="877"/>
                  </a:lnTo>
                  <a:lnTo>
                    <a:pt x="156" y="876"/>
                  </a:lnTo>
                  <a:lnTo>
                    <a:pt x="157" y="876"/>
                  </a:lnTo>
                  <a:lnTo>
                    <a:pt x="157" y="876"/>
                  </a:lnTo>
                  <a:lnTo>
                    <a:pt x="158" y="876"/>
                  </a:lnTo>
                  <a:lnTo>
                    <a:pt x="158" y="877"/>
                  </a:lnTo>
                  <a:lnTo>
                    <a:pt x="158" y="877"/>
                  </a:lnTo>
                  <a:lnTo>
                    <a:pt x="158" y="877"/>
                  </a:lnTo>
                  <a:lnTo>
                    <a:pt x="159" y="877"/>
                  </a:lnTo>
                  <a:lnTo>
                    <a:pt x="159" y="877"/>
                  </a:lnTo>
                  <a:lnTo>
                    <a:pt x="159" y="877"/>
                  </a:lnTo>
                  <a:lnTo>
                    <a:pt x="159" y="877"/>
                  </a:lnTo>
                  <a:lnTo>
                    <a:pt x="159" y="877"/>
                  </a:lnTo>
                  <a:lnTo>
                    <a:pt x="159" y="877"/>
                  </a:lnTo>
                  <a:lnTo>
                    <a:pt x="159" y="877"/>
                  </a:lnTo>
                  <a:lnTo>
                    <a:pt x="159" y="877"/>
                  </a:lnTo>
                  <a:lnTo>
                    <a:pt x="159" y="877"/>
                  </a:lnTo>
                  <a:lnTo>
                    <a:pt x="159" y="876"/>
                  </a:lnTo>
                  <a:lnTo>
                    <a:pt x="159" y="875"/>
                  </a:lnTo>
                  <a:lnTo>
                    <a:pt x="158" y="875"/>
                  </a:lnTo>
                  <a:lnTo>
                    <a:pt x="158" y="875"/>
                  </a:lnTo>
                  <a:lnTo>
                    <a:pt x="158" y="875"/>
                  </a:lnTo>
                  <a:lnTo>
                    <a:pt x="158" y="873"/>
                  </a:lnTo>
                  <a:lnTo>
                    <a:pt x="158" y="873"/>
                  </a:lnTo>
                  <a:lnTo>
                    <a:pt x="159" y="873"/>
                  </a:lnTo>
                  <a:lnTo>
                    <a:pt x="159" y="873"/>
                  </a:lnTo>
                  <a:lnTo>
                    <a:pt x="160" y="873"/>
                  </a:lnTo>
                  <a:lnTo>
                    <a:pt x="160" y="873"/>
                  </a:lnTo>
                  <a:lnTo>
                    <a:pt x="159" y="873"/>
                  </a:lnTo>
                  <a:lnTo>
                    <a:pt x="159" y="872"/>
                  </a:lnTo>
                  <a:lnTo>
                    <a:pt x="159" y="872"/>
                  </a:lnTo>
                  <a:lnTo>
                    <a:pt x="158" y="871"/>
                  </a:lnTo>
                  <a:lnTo>
                    <a:pt x="157" y="870"/>
                  </a:lnTo>
                  <a:lnTo>
                    <a:pt x="157" y="869"/>
                  </a:lnTo>
                  <a:lnTo>
                    <a:pt x="157" y="869"/>
                  </a:lnTo>
                  <a:lnTo>
                    <a:pt x="156" y="868"/>
                  </a:lnTo>
                  <a:lnTo>
                    <a:pt x="156" y="868"/>
                  </a:lnTo>
                  <a:lnTo>
                    <a:pt x="156" y="869"/>
                  </a:lnTo>
                  <a:lnTo>
                    <a:pt x="157" y="869"/>
                  </a:lnTo>
                  <a:lnTo>
                    <a:pt x="156" y="871"/>
                  </a:lnTo>
                  <a:lnTo>
                    <a:pt x="157" y="871"/>
                  </a:lnTo>
                  <a:lnTo>
                    <a:pt x="157" y="871"/>
                  </a:lnTo>
                  <a:lnTo>
                    <a:pt x="157" y="872"/>
                  </a:lnTo>
                  <a:lnTo>
                    <a:pt x="157" y="872"/>
                  </a:lnTo>
                  <a:lnTo>
                    <a:pt x="156" y="872"/>
                  </a:lnTo>
                  <a:lnTo>
                    <a:pt x="156" y="873"/>
                  </a:lnTo>
                  <a:lnTo>
                    <a:pt x="156" y="873"/>
                  </a:lnTo>
                  <a:lnTo>
                    <a:pt x="155" y="873"/>
                  </a:lnTo>
                  <a:lnTo>
                    <a:pt x="155" y="873"/>
                  </a:lnTo>
                  <a:lnTo>
                    <a:pt x="155" y="871"/>
                  </a:lnTo>
                  <a:lnTo>
                    <a:pt x="155" y="871"/>
                  </a:lnTo>
                  <a:lnTo>
                    <a:pt x="156" y="871"/>
                  </a:lnTo>
                  <a:lnTo>
                    <a:pt x="156" y="871"/>
                  </a:lnTo>
                  <a:lnTo>
                    <a:pt x="156" y="871"/>
                  </a:lnTo>
                  <a:lnTo>
                    <a:pt x="155" y="870"/>
                  </a:lnTo>
                  <a:lnTo>
                    <a:pt x="156" y="869"/>
                  </a:lnTo>
                  <a:lnTo>
                    <a:pt x="155" y="868"/>
                  </a:lnTo>
                  <a:lnTo>
                    <a:pt x="155" y="868"/>
                  </a:lnTo>
                  <a:lnTo>
                    <a:pt x="155" y="869"/>
                  </a:lnTo>
                  <a:lnTo>
                    <a:pt x="154" y="870"/>
                  </a:lnTo>
                  <a:lnTo>
                    <a:pt x="154" y="869"/>
                  </a:lnTo>
                  <a:lnTo>
                    <a:pt x="154" y="869"/>
                  </a:lnTo>
                  <a:lnTo>
                    <a:pt x="154" y="869"/>
                  </a:lnTo>
                  <a:lnTo>
                    <a:pt x="153" y="868"/>
                  </a:lnTo>
                  <a:lnTo>
                    <a:pt x="153" y="868"/>
                  </a:lnTo>
                  <a:lnTo>
                    <a:pt x="154" y="869"/>
                  </a:lnTo>
                  <a:lnTo>
                    <a:pt x="153" y="870"/>
                  </a:lnTo>
                  <a:lnTo>
                    <a:pt x="153" y="869"/>
                  </a:lnTo>
                  <a:lnTo>
                    <a:pt x="153" y="869"/>
                  </a:lnTo>
                  <a:lnTo>
                    <a:pt x="153" y="868"/>
                  </a:lnTo>
                  <a:lnTo>
                    <a:pt x="152" y="868"/>
                  </a:lnTo>
                  <a:lnTo>
                    <a:pt x="152" y="868"/>
                  </a:lnTo>
                  <a:lnTo>
                    <a:pt x="151" y="868"/>
                  </a:lnTo>
                  <a:lnTo>
                    <a:pt x="151" y="867"/>
                  </a:lnTo>
                  <a:lnTo>
                    <a:pt x="152" y="867"/>
                  </a:lnTo>
                  <a:lnTo>
                    <a:pt x="152" y="866"/>
                  </a:lnTo>
                  <a:lnTo>
                    <a:pt x="152" y="865"/>
                  </a:lnTo>
                  <a:lnTo>
                    <a:pt x="152" y="864"/>
                  </a:lnTo>
                  <a:lnTo>
                    <a:pt x="154" y="864"/>
                  </a:lnTo>
                  <a:lnTo>
                    <a:pt x="154" y="865"/>
                  </a:lnTo>
                  <a:lnTo>
                    <a:pt x="154" y="864"/>
                  </a:lnTo>
                  <a:lnTo>
                    <a:pt x="154" y="864"/>
                  </a:lnTo>
                  <a:lnTo>
                    <a:pt x="154" y="864"/>
                  </a:lnTo>
                  <a:lnTo>
                    <a:pt x="154" y="863"/>
                  </a:lnTo>
                  <a:lnTo>
                    <a:pt x="153" y="863"/>
                  </a:lnTo>
                  <a:lnTo>
                    <a:pt x="152" y="863"/>
                  </a:lnTo>
                  <a:lnTo>
                    <a:pt x="152" y="862"/>
                  </a:lnTo>
                  <a:lnTo>
                    <a:pt x="151" y="861"/>
                  </a:lnTo>
                  <a:lnTo>
                    <a:pt x="151" y="860"/>
                  </a:lnTo>
                  <a:lnTo>
                    <a:pt x="151" y="860"/>
                  </a:lnTo>
                  <a:lnTo>
                    <a:pt x="151" y="860"/>
                  </a:lnTo>
                  <a:lnTo>
                    <a:pt x="151" y="860"/>
                  </a:lnTo>
                  <a:lnTo>
                    <a:pt x="151" y="859"/>
                  </a:lnTo>
                  <a:lnTo>
                    <a:pt x="150" y="859"/>
                  </a:lnTo>
                  <a:lnTo>
                    <a:pt x="150" y="859"/>
                  </a:lnTo>
                  <a:lnTo>
                    <a:pt x="150" y="858"/>
                  </a:lnTo>
                  <a:lnTo>
                    <a:pt x="150" y="858"/>
                  </a:lnTo>
                  <a:lnTo>
                    <a:pt x="150" y="857"/>
                  </a:lnTo>
                  <a:lnTo>
                    <a:pt x="150" y="856"/>
                  </a:lnTo>
                  <a:lnTo>
                    <a:pt x="150" y="856"/>
                  </a:lnTo>
                  <a:lnTo>
                    <a:pt x="150" y="857"/>
                  </a:lnTo>
                  <a:lnTo>
                    <a:pt x="149" y="857"/>
                  </a:lnTo>
                  <a:lnTo>
                    <a:pt x="150" y="857"/>
                  </a:lnTo>
                  <a:lnTo>
                    <a:pt x="149" y="858"/>
                  </a:lnTo>
                  <a:lnTo>
                    <a:pt x="149" y="857"/>
                  </a:lnTo>
                  <a:lnTo>
                    <a:pt x="148" y="856"/>
                  </a:lnTo>
                  <a:lnTo>
                    <a:pt x="148" y="856"/>
                  </a:lnTo>
                  <a:lnTo>
                    <a:pt x="147" y="856"/>
                  </a:lnTo>
                  <a:lnTo>
                    <a:pt x="147" y="857"/>
                  </a:lnTo>
                  <a:lnTo>
                    <a:pt x="147" y="857"/>
                  </a:lnTo>
                  <a:lnTo>
                    <a:pt x="147" y="856"/>
                  </a:lnTo>
                  <a:lnTo>
                    <a:pt x="147" y="855"/>
                  </a:lnTo>
                  <a:lnTo>
                    <a:pt x="147" y="855"/>
                  </a:lnTo>
                  <a:lnTo>
                    <a:pt x="147" y="855"/>
                  </a:lnTo>
                  <a:lnTo>
                    <a:pt x="146" y="855"/>
                  </a:lnTo>
                  <a:lnTo>
                    <a:pt x="146" y="855"/>
                  </a:lnTo>
                  <a:lnTo>
                    <a:pt x="146" y="855"/>
                  </a:lnTo>
                  <a:lnTo>
                    <a:pt x="146" y="855"/>
                  </a:lnTo>
                  <a:lnTo>
                    <a:pt x="146" y="855"/>
                  </a:lnTo>
                  <a:lnTo>
                    <a:pt x="145" y="854"/>
                  </a:lnTo>
                  <a:lnTo>
                    <a:pt x="145" y="854"/>
                  </a:lnTo>
                  <a:lnTo>
                    <a:pt x="145" y="853"/>
                  </a:lnTo>
                  <a:lnTo>
                    <a:pt x="145" y="853"/>
                  </a:lnTo>
                  <a:lnTo>
                    <a:pt x="145" y="852"/>
                  </a:lnTo>
                  <a:lnTo>
                    <a:pt x="145" y="852"/>
                  </a:lnTo>
                  <a:lnTo>
                    <a:pt x="145" y="851"/>
                  </a:lnTo>
                  <a:lnTo>
                    <a:pt x="144" y="851"/>
                  </a:lnTo>
                  <a:lnTo>
                    <a:pt x="144" y="851"/>
                  </a:lnTo>
                  <a:lnTo>
                    <a:pt x="144" y="850"/>
                  </a:lnTo>
                  <a:lnTo>
                    <a:pt x="144" y="849"/>
                  </a:lnTo>
                  <a:lnTo>
                    <a:pt x="144" y="849"/>
                  </a:lnTo>
                  <a:lnTo>
                    <a:pt x="144" y="848"/>
                  </a:lnTo>
                  <a:lnTo>
                    <a:pt x="143" y="848"/>
                  </a:lnTo>
                  <a:lnTo>
                    <a:pt x="143" y="847"/>
                  </a:lnTo>
                  <a:lnTo>
                    <a:pt x="143" y="847"/>
                  </a:lnTo>
                  <a:lnTo>
                    <a:pt x="143" y="847"/>
                  </a:lnTo>
                  <a:lnTo>
                    <a:pt x="143" y="847"/>
                  </a:lnTo>
                  <a:lnTo>
                    <a:pt x="143" y="847"/>
                  </a:lnTo>
                  <a:lnTo>
                    <a:pt x="143" y="847"/>
                  </a:lnTo>
                  <a:lnTo>
                    <a:pt x="142" y="846"/>
                  </a:lnTo>
                  <a:lnTo>
                    <a:pt x="142" y="846"/>
                  </a:lnTo>
                  <a:lnTo>
                    <a:pt x="142" y="845"/>
                  </a:lnTo>
                  <a:lnTo>
                    <a:pt x="142" y="845"/>
                  </a:lnTo>
                  <a:lnTo>
                    <a:pt x="142" y="844"/>
                  </a:lnTo>
                  <a:lnTo>
                    <a:pt x="144" y="845"/>
                  </a:lnTo>
                  <a:lnTo>
                    <a:pt x="144" y="844"/>
                  </a:lnTo>
                  <a:lnTo>
                    <a:pt x="144" y="845"/>
                  </a:lnTo>
                  <a:lnTo>
                    <a:pt x="145" y="844"/>
                  </a:lnTo>
                  <a:lnTo>
                    <a:pt x="145" y="844"/>
                  </a:lnTo>
                  <a:lnTo>
                    <a:pt x="145" y="844"/>
                  </a:lnTo>
                  <a:lnTo>
                    <a:pt x="145" y="844"/>
                  </a:lnTo>
                  <a:lnTo>
                    <a:pt x="145" y="844"/>
                  </a:lnTo>
                  <a:lnTo>
                    <a:pt x="146" y="844"/>
                  </a:lnTo>
                  <a:lnTo>
                    <a:pt x="147" y="844"/>
                  </a:lnTo>
                  <a:lnTo>
                    <a:pt x="147" y="843"/>
                  </a:lnTo>
                  <a:lnTo>
                    <a:pt x="147" y="843"/>
                  </a:lnTo>
                  <a:lnTo>
                    <a:pt x="147" y="843"/>
                  </a:lnTo>
                  <a:lnTo>
                    <a:pt x="146" y="843"/>
                  </a:lnTo>
                  <a:lnTo>
                    <a:pt x="146" y="843"/>
                  </a:lnTo>
                  <a:lnTo>
                    <a:pt x="145" y="843"/>
                  </a:lnTo>
                  <a:lnTo>
                    <a:pt x="145" y="843"/>
                  </a:lnTo>
                  <a:lnTo>
                    <a:pt x="145" y="842"/>
                  </a:lnTo>
                  <a:lnTo>
                    <a:pt x="145" y="842"/>
                  </a:lnTo>
                  <a:lnTo>
                    <a:pt x="144" y="843"/>
                  </a:lnTo>
                  <a:lnTo>
                    <a:pt x="142" y="843"/>
                  </a:lnTo>
                  <a:lnTo>
                    <a:pt x="141" y="842"/>
                  </a:lnTo>
                  <a:lnTo>
                    <a:pt x="141" y="842"/>
                  </a:lnTo>
                  <a:lnTo>
                    <a:pt x="141" y="842"/>
                  </a:lnTo>
                  <a:lnTo>
                    <a:pt x="141" y="842"/>
                  </a:lnTo>
                  <a:lnTo>
                    <a:pt x="141" y="842"/>
                  </a:lnTo>
                  <a:lnTo>
                    <a:pt x="141" y="841"/>
                  </a:lnTo>
                  <a:lnTo>
                    <a:pt x="141" y="841"/>
                  </a:lnTo>
                  <a:lnTo>
                    <a:pt x="141" y="841"/>
                  </a:lnTo>
                  <a:lnTo>
                    <a:pt x="141" y="841"/>
                  </a:lnTo>
                  <a:lnTo>
                    <a:pt x="141" y="840"/>
                  </a:lnTo>
                  <a:lnTo>
                    <a:pt x="142" y="840"/>
                  </a:lnTo>
                  <a:lnTo>
                    <a:pt x="142" y="840"/>
                  </a:lnTo>
                  <a:lnTo>
                    <a:pt x="142" y="840"/>
                  </a:lnTo>
                  <a:lnTo>
                    <a:pt x="143" y="839"/>
                  </a:lnTo>
                  <a:lnTo>
                    <a:pt x="143" y="839"/>
                  </a:lnTo>
                  <a:lnTo>
                    <a:pt x="143" y="839"/>
                  </a:lnTo>
                  <a:lnTo>
                    <a:pt x="144" y="839"/>
                  </a:lnTo>
                  <a:lnTo>
                    <a:pt x="144" y="839"/>
                  </a:lnTo>
                  <a:lnTo>
                    <a:pt x="145" y="838"/>
                  </a:lnTo>
                  <a:lnTo>
                    <a:pt x="144" y="838"/>
                  </a:lnTo>
                  <a:lnTo>
                    <a:pt x="145" y="838"/>
                  </a:lnTo>
                  <a:lnTo>
                    <a:pt x="145" y="838"/>
                  </a:lnTo>
                  <a:lnTo>
                    <a:pt x="144" y="838"/>
                  </a:lnTo>
                  <a:lnTo>
                    <a:pt x="144" y="837"/>
                  </a:lnTo>
                  <a:lnTo>
                    <a:pt x="145" y="837"/>
                  </a:lnTo>
                  <a:lnTo>
                    <a:pt x="145" y="837"/>
                  </a:lnTo>
                  <a:lnTo>
                    <a:pt x="145" y="837"/>
                  </a:lnTo>
                  <a:lnTo>
                    <a:pt x="145" y="837"/>
                  </a:lnTo>
                  <a:lnTo>
                    <a:pt x="145" y="837"/>
                  </a:lnTo>
                  <a:lnTo>
                    <a:pt x="145" y="836"/>
                  </a:lnTo>
                  <a:lnTo>
                    <a:pt x="145" y="836"/>
                  </a:lnTo>
                  <a:lnTo>
                    <a:pt x="144" y="835"/>
                  </a:lnTo>
                  <a:lnTo>
                    <a:pt x="145" y="835"/>
                  </a:lnTo>
                  <a:lnTo>
                    <a:pt x="145" y="835"/>
                  </a:lnTo>
                  <a:lnTo>
                    <a:pt x="145" y="834"/>
                  </a:lnTo>
                  <a:lnTo>
                    <a:pt x="146" y="834"/>
                  </a:lnTo>
                  <a:lnTo>
                    <a:pt x="146" y="834"/>
                  </a:lnTo>
                  <a:lnTo>
                    <a:pt x="147" y="834"/>
                  </a:lnTo>
                  <a:lnTo>
                    <a:pt x="147" y="834"/>
                  </a:lnTo>
                  <a:lnTo>
                    <a:pt x="148" y="834"/>
                  </a:lnTo>
                  <a:lnTo>
                    <a:pt x="148" y="834"/>
                  </a:lnTo>
                  <a:lnTo>
                    <a:pt x="149" y="834"/>
                  </a:lnTo>
                  <a:lnTo>
                    <a:pt x="149" y="834"/>
                  </a:lnTo>
                  <a:lnTo>
                    <a:pt x="150" y="834"/>
                  </a:lnTo>
                  <a:lnTo>
                    <a:pt x="150" y="834"/>
                  </a:lnTo>
                  <a:lnTo>
                    <a:pt x="150" y="834"/>
                  </a:lnTo>
                  <a:lnTo>
                    <a:pt x="150" y="834"/>
                  </a:lnTo>
                  <a:lnTo>
                    <a:pt x="151" y="834"/>
                  </a:lnTo>
                  <a:lnTo>
                    <a:pt x="151" y="834"/>
                  </a:lnTo>
                  <a:lnTo>
                    <a:pt x="151" y="834"/>
                  </a:lnTo>
                  <a:lnTo>
                    <a:pt x="152" y="834"/>
                  </a:lnTo>
                  <a:lnTo>
                    <a:pt x="151" y="834"/>
                  </a:lnTo>
                  <a:lnTo>
                    <a:pt x="152" y="834"/>
                  </a:lnTo>
                  <a:lnTo>
                    <a:pt x="153" y="834"/>
                  </a:lnTo>
                  <a:lnTo>
                    <a:pt x="153" y="834"/>
                  </a:lnTo>
                  <a:lnTo>
                    <a:pt x="153" y="834"/>
                  </a:lnTo>
                  <a:lnTo>
                    <a:pt x="153" y="833"/>
                  </a:lnTo>
                  <a:lnTo>
                    <a:pt x="153" y="833"/>
                  </a:lnTo>
                  <a:lnTo>
                    <a:pt x="153" y="833"/>
                  </a:lnTo>
                  <a:lnTo>
                    <a:pt x="153" y="832"/>
                  </a:lnTo>
                  <a:lnTo>
                    <a:pt x="154" y="832"/>
                  </a:lnTo>
                  <a:lnTo>
                    <a:pt x="155" y="832"/>
                  </a:lnTo>
                  <a:lnTo>
                    <a:pt x="155" y="832"/>
                  </a:lnTo>
                  <a:lnTo>
                    <a:pt x="155" y="832"/>
                  </a:lnTo>
                  <a:lnTo>
                    <a:pt x="155" y="832"/>
                  </a:lnTo>
                  <a:lnTo>
                    <a:pt x="155" y="832"/>
                  </a:lnTo>
                  <a:lnTo>
                    <a:pt x="155" y="831"/>
                  </a:lnTo>
                  <a:lnTo>
                    <a:pt x="155" y="831"/>
                  </a:lnTo>
                  <a:lnTo>
                    <a:pt x="154" y="830"/>
                  </a:lnTo>
                  <a:lnTo>
                    <a:pt x="155" y="830"/>
                  </a:lnTo>
                  <a:lnTo>
                    <a:pt x="155" y="830"/>
                  </a:lnTo>
                  <a:lnTo>
                    <a:pt x="155" y="829"/>
                  </a:lnTo>
                  <a:lnTo>
                    <a:pt x="156" y="830"/>
                  </a:lnTo>
                  <a:lnTo>
                    <a:pt x="157" y="829"/>
                  </a:lnTo>
                  <a:lnTo>
                    <a:pt x="157" y="829"/>
                  </a:lnTo>
                  <a:lnTo>
                    <a:pt x="158" y="828"/>
                  </a:lnTo>
                  <a:lnTo>
                    <a:pt x="158" y="827"/>
                  </a:lnTo>
                  <a:lnTo>
                    <a:pt x="159" y="827"/>
                  </a:lnTo>
                  <a:lnTo>
                    <a:pt x="159" y="826"/>
                  </a:lnTo>
                  <a:lnTo>
                    <a:pt x="160" y="826"/>
                  </a:lnTo>
                  <a:lnTo>
                    <a:pt x="160" y="825"/>
                  </a:lnTo>
                  <a:lnTo>
                    <a:pt x="160" y="825"/>
                  </a:lnTo>
                  <a:lnTo>
                    <a:pt x="160" y="825"/>
                  </a:lnTo>
                  <a:lnTo>
                    <a:pt x="161" y="825"/>
                  </a:lnTo>
                  <a:lnTo>
                    <a:pt x="161" y="825"/>
                  </a:lnTo>
                  <a:lnTo>
                    <a:pt x="161" y="825"/>
                  </a:lnTo>
                  <a:lnTo>
                    <a:pt x="161" y="825"/>
                  </a:lnTo>
                  <a:lnTo>
                    <a:pt x="162" y="825"/>
                  </a:lnTo>
                  <a:lnTo>
                    <a:pt x="162" y="825"/>
                  </a:lnTo>
                  <a:lnTo>
                    <a:pt x="162" y="825"/>
                  </a:lnTo>
                  <a:lnTo>
                    <a:pt x="163" y="825"/>
                  </a:lnTo>
                  <a:lnTo>
                    <a:pt x="163" y="826"/>
                  </a:lnTo>
                  <a:lnTo>
                    <a:pt x="163" y="826"/>
                  </a:lnTo>
                  <a:lnTo>
                    <a:pt x="163" y="826"/>
                  </a:lnTo>
                  <a:lnTo>
                    <a:pt x="163" y="826"/>
                  </a:lnTo>
                  <a:lnTo>
                    <a:pt x="164" y="826"/>
                  </a:lnTo>
                  <a:lnTo>
                    <a:pt x="164" y="825"/>
                  </a:lnTo>
                  <a:lnTo>
                    <a:pt x="163" y="825"/>
                  </a:lnTo>
                  <a:lnTo>
                    <a:pt x="164" y="825"/>
                  </a:lnTo>
                  <a:lnTo>
                    <a:pt x="166" y="824"/>
                  </a:lnTo>
                  <a:lnTo>
                    <a:pt x="166" y="823"/>
                  </a:lnTo>
                  <a:lnTo>
                    <a:pt x="167" y="823"/>
                  </a:lnTo>
                  <a:lnTo>
                    <a:pt x="166" y="822"/>
                  </a:lnTo>
                  <a:lnTo>
                    <a:pt x="167" y="822"/>
                  </a:lnTo>
                  <a:lnTo>
                    <a:pt x="167" y="821"/>
                  </a:lnTo>
                  <a:lnTo>
                    <a:pt x="167" y="821"/>
                  </a:lnTo>
                  <a:lnTo>
                    <a:pt x="167" y="821"/>
                  </a:lnTo>
                  <a:lnTo>
                    <a:pt x="167" y="820"/>
                  </a:lnTo>
                  <a:lnTo>
                    <a:pt x="168" y="821"/>
                  </a:lnTo>
                  <a:lnTo>
                    <a:pt x="169" y="820"/>
                  </a:lnTo>
                  <a:lnTo>
                    <a:pt x="169" y="820"/>
                  </a:lnTo>
                  <a:lnTo>
                    <a:pt x="169" y="820"/>
                  </a:lnTo>
                  <a:lnTo>
                    <a:pt x="170" y="820"/>
                  </a:lnTo>
                  <a:lnTo>
                    <a:pt x="170" y="820"/>
                  </a:lnTo>
                  <a:lnTo>
                    <a:pt x="170" y="819"/>
                  </a:lnTo>
                  <a:lnTo>
                    <a:pt x="171" y="819"/>
                  </a:lnTo>
                  <a:lnTo>
                    <a:pt x="171" y="820"/>
                  </a:lnTo>
                  <a:lnTo>
                    <a:pt x="172" y="821"/>
                  </a:lnTo>
                  <a:lnTo>
                    <a:pt x="172" y="821"/>
                  </a:lnTo>
                  <a:lnTo>
                    <a:pt x="172" y="822"/>
                  </a:lnTo>
                  <a:lnTo>
                    <a:pt x="172" y="822"/>
                  </a:lnTo>
                  <a:lnTo>
                    <a:pt x="172" y="821"/>
                  </a:lnTo>
                  <a:lnTo>
                    <a:pt x="173" y="821"/>
                  </a:lnTo>
                  <a:lnTo>
                    <a:pt x="173" y="821"/>
                  </a:lnTo>
                  <a:lnTo>
                    <a:pt x="174" y="821"/>
                  </a:lnTo>
                  <a:lnTo>
                    <a:pt x="174" y="821"/>
                  </a:lnTo>
                  <a:lnTo>
                    <a:pt x="175" y="821"/>
                  </a:lnTo>
                  <a:lnTo>
                    <a:pt x="175" y="821"/>
                  </a:lnTo>
                  <a:lnTo>
                    <a:pt x="176" y="821"/>
                  </a:lnTo>
                  <a:lnTo>
                    <a:pt x="176" y="821"/>
                  </a:lnTo>
                  <a:lnTo>
                    <a:pt x="176" y="821"/>
                  </a:lnTo>
                  <a:lnTo>
                    <a:pt x="175" y="820"/>
                  </a:lnTo>
                  <a:lnTo>
                    <a:pt x="175" y="820"/>
                  </a:lnTo>
                  <a:lnTo>
                    <a:pt x="176" y="820"/>
                  </a:lnTo>
                  <a:lnTo>
                    <a:pt x="177" y="820"/>
                  </a:lnTo>
                  <a:lnTo>
                    <a:pt x="177" y="820"/>
                  </a:lnTo>
                  <a:lnTo>
                    <a:pt x="178" y="819"/>
                  </a:lnTo>
                  <a:lnTo>
                    <a:pt x="179" y="818"/>
                  </a:lnTo>
                  <a:lnTo>
                    <a:pt x="179" y="818"/>
                  </a:lnTo>
                  <a:lnTo>
                    <a:pt x="180" y="817"/>
                  </a:lnTo>
                  <a:lnTo>
                    <a:pt x="180" y="816"/>
                  </a:lnTo>
                  <a:lnTo>
                    <a:pt x="180" y="817"/>
                  </a:lnTo>
                  <a:lnTo>
                    <a:pt x="181" y="817"/>
                  </a:lnTo>
                  <a:lnTo>
                    <a:pt x="181" y="816"/>
                  </a:lnTo>
                  <a:lnTo>
                    <a:pt x="181" y="816"/>
                  </a:lnTo>
                  <a:lnTo>
                    <a:pt x="181" y="816"/>
                  </a:lnTo>
                  <a:lnTo>
                    <a:pt x="182" y="816"/>
                  </a:lnTo>
                  <a:lnTo>
                    <a:pt x="185" y="816"/>
                  </a:lnTo>
                  <a:lnTo>
                    <a:pt x="185" y="816"/>
                  </a:lnTo>
                  <a:lnTo>
                    <a:pt x="185" y="815"/>
                  </a:lnTo>
                  <a:lnTo>
                    <a:pt x="186" y="815"/>
                  </a:lnTo>
                  <a:lnTo>
                    <a:pt x="187" y="816"/>
                  </a:lnTo>
                  <a:lnTo>
                    <a:pt x="187" y="816"/>
                  </a:lnTo>
                  <a:lnTo>
                    <a:pt x="187" y="815"/>
                  </a:lnTo>
                  <a:lnTo>
                    <a:pt x="187" y="814"/>
                  </a:lnTo>
                  <a:lnTo>
                    <a:pt x="187" y="813"/>
                  </a:lnTo>
                  <a:lnTo>
                    <a:pt x="188" y="812"/>
                  </a:lnTo>
                  <a:lnTo>
                    <a:pt x="188" y="812"/>
                  </a:lnTo>
                  <a:lnTo>
                    <a:pt x="189" y="812"/>
                  </a:lnTo>
                  <a:lnTo>
                    <a:pt x="189" y="811"/>
                  </a:lnTo>
                  <a:lnTo>
                    <a:pt x="189" y="811"/>
                  </a:lnTo>
                  <a:lnTo>
                    <a:pt x="189" y="811"/>
                  </a:lnTo>
                  <a:lnTo>
                    <a:pt x="189" y="809"/>
                  </a:lnTo>
                  <a:lnTo>
                    <a:pt x="190" y="809"/>
                  </a:lnTo>
                  <a:lnTo>
                    <a:pt x="190" y="809"/>
                  </a:lnTo>
                  <a:lnTo>
                    <a:pt x="190" y="808"/>
                  </a:lnTo>
                  <a:lnTo>
                    <a:pt x="191" y="808"/>
                  </a:lnTo>
                  <a:lnTo>
                    <a:pt x="191" y="808"/>
                  </a:lnTo>
                  <a:lnTo>
                    <a:pt x="191" y="807"/>
                  </a:lnTo>
                  <a:lnTo>
                    <a:pt x="191" y="806"/>
                  </a:lnTo>
                  <a:lnTo>
                    <a:pt x="192" y="806"/>
                  </a:lnTo>
                  <a:lnTo>
                    <a:pt x="192" y="805"/>
                  </a:lnTo>
                  <a:lnTo>
                    <a:pt x="193" y="805"/>
                  </a:lnTo>
                  <a:lnTo>
                    <a:pt x="193" y="805"/>
                  </a:lnTo>
                  <a:lnTo>
                    <a:pt x="195" y="805"/>
                  </a:lnTo>
                  <a:lnTo>
                    <a:pt x="196" y="804"/>
                  </a:lnTo>
                  <a:lnTo>
                    <a:pt x="196" y="803"/>
                  </a:lnTo>
                  <a:lnTo>
                    <a:pt x="197" y="803"/>
                  </a:lnTo>
                  <a:lnTo>
                    <a:pt x="197" y="802"/>
                  </a:lnTo>
                  <a:lnTo>
                    <a:pt x="197" y="802"/>
                  </a:lnTo>
                  <a:lnTo>
                    <a:pt x="198" y="801"/>
                  </a:lnTo>
                  <a:lnTo>
                    <a:pt x="199" y="801"/>
                  </a:lnTo>
                  <a:lnTo>
                    <a:pt x="199" y="800"/>
                  </a:lnTo>
                  <a:lnTo>
                    <a:pt x="201" y="799"/>
                  </a:lnTo>
                  <a:lnTo>
                    <a:pt x="201" y="799"/>
                  </a:lnTo>
                  <a:lnTo>
                    <a:pt x="202" y="799"/>
                  </a:lnTo>
                  <a:lnTo>
                    <a:pt x="202" y="799"/>
                  </a:lnTo>
                  <a:lnTo>
                    <a:pt x="202" y="799"/>
                  </a:lnTo>
                  <a:lnTo>
                    <a:pt x="202" y="798"/>
                  </a:lnTo>
                  <a:lnTo>
                    <a:pt x="202" y="798"/>
                  </a:lnTo>
                  <a:lnTo>
                    <a:pt x="203" y="797"/>
                  </a:lnTo>
                  <a:lnTo>
                    <a:pt x="203" y="797"/>
                  </a:lnTo>
                  <a:lnTo>
                    <a:pt x="204" y="796"/>
                  </a:lnTo>
                  <a:lnTo>
                    <a:pt x="204" y="796"/>
                  </a:lnTo>
                  <a:lnTo>
                    <a:pt x="204" y="796"/>
                  </a:lnTo>
                  <a:lnTo>
                    <a:pt x="204" y="795"/>
                  </a:lnTo>
                  <a:lnTo>
                    <a:pt x="204" y="795"/>
                  </a:lnTo>
                  <a:lnTo>
                    <a:pt x="204" y="795"/>
                  </a:lnTo>
                  <a:lnTo>
                    <a:pt x="205" y="795"/>
                  </a:lnTo>
                  <a:lnTo>
                    <a:pt x="205" y="795"/>
                  </a:lnTo>
                  <a:lnTo>
                    <a:pt x="205" y="795"/>
                  </a:lnTo>
                  <a:lnTo>
                    <a:pt x="206" y="794"/>
                  </a:lnTo>
                  <a:lnTo>
                    <a:pt x="206" y="794"/>
                  </a:lnTo>
                  <a:lnTo>
                    <a:pt x="206" y="794"/>
                  </a:lnTo>
                  <a:lnTo>
                    <a:pt x="206" y="793"/>
                  </a:lnTo>
                  <a:lnTo>
                    <a:pt x="207" y="793"/>
                  </a:lnTo>
                  <a:lnTo>
                    <a:pt x="209" y="791"/>
                  </a:lnTo>
                  <a:lnTo>
                    <a:pt x="210" y="790"/>
                  </a:lnTo>
                  <a:lnTo>
                    <a:pt x="212" y="789"/>
                  </a:lnTo>
                  <a:lnTo>
                    <a:pt x="214" y="789"/>
                  </a:lnTo>
                  <a:lnTo>
                    <a:pt x="214" y="789"/>
                  </a:lnTo>
                  <a:lnTo>
                    <a:pt x="215" y="789"/>
                  </a:lnTo>
                  <a:lnTo>
                    <a:pt x="215" y="788"/>
                  </a:lnTo>
                  <a:lnTo>
                    <a:pt x="215" y="788"/>
                  </a:lnTo>
                  <a:lnTo>
                    <a:pt x="215" y="788"/>
                  </a:lnTo>
                  <a:lnTo>
                    <a:pt x="216" y="787"/>
                  </a:lnTo>
                  <a:lnTo>
                    <a:pt x="217" y="786"/>
                  </a:lnTo>
                  <a:lnTo>
                    <a:pt x="218" y="786"/>
                  </a:lnTo>
                  <a:lnTo>
                    <a:pt x="218" y="786"/>
                  </a:lnTo>
                  <a:lnTo>
                    <a:pt x="218" y="786"/>
                  </a:lnTo>
                  <a:lnTo>
                    <a:pt x="219" y="786"/>
                  </a:lnTo>
                  <a:lnTo>
                    <a:pt x="219" y="786"/>
                  </a:lnTo>
                  <a:lnTo>
                    <a:pt x="220" y="784"/>
                  </a:lnTo>
                  <a:lnTo>
                    <a:pt x="221" y="783"/>
                  </a:lnTo>
                  <a:lnTo>
                    <a:pt x="221" y="782"/>
                  </a:lnTo>
                  <a:lnTo>
                    <a:pt x="222" y="782"/>
                  </a:lnTo>
                  <a:lnTo>
                    <a:pt x="222" y="781"/>
                  </a:lnTo>
                  <a:lnTo>
                    <a:pt x="223" y="780"/>
                  </a:lnTo>
                  <a:lnTo>
                    <a:pt x="223" y="780"/>
                  </a:lnTo>
                  <a:lnTo>
                    <a:pt x="223" y="780"/>
                  </a:lnTo>
                  <a:lnTo>
                    <a:pt x="223" y="779"/>
                  </a:lnTo>
                  <a:lnTo>
                    <a:pt x="226" y="780"/>
                  </a:lnTo>
                  <a:lnTo>
                    <a:pt x="227" y="780"/>
                  </a:lnTo>
                  <a:lnTo>
                    <a:pt x="227" y="779"/>
                  </a:lnTo>
                  <a:lnTo>
                    <a:pt x="227" y="779"/>
                  </a:lnTo>
                  <a:lnTo>
                    <a:pt x="227" y="779"/>
                  </a:lnTo>
                  <a:lnTo>
                    <a:pt x="228" y="779"/>
                  </a:lnTo>
                  <a:lnTo>
                    <a:pt x="228" y="778"/>
                  </a:lnTo>
                  <a:lnTo>
                    <a:pt x="229" y="777"/>
                  </a:lnTo>
                  <a:lnTo>
                    <a:pt x="229" y="777"/>
                  </a:lnTo>
                  <a:lnTo>
                    <a:pt x="230" y="776"/>
                  </a:lnTo>
                  <a:lnTo>
                    <a:pt x="231" y="776"/>
                  </a:lnTo>
                  <a:lnTo>
                    <a:pt x="231" y="775"/>
                  </a:lnTo>
                  <a:lnTo>
                    <a:pt x="232" y="775"/>
                  </a:lnTo>
                  <a:lnTo>
                    <a:pt x="232" y="774"/>
                  </a:lnTo>
                  <a:lnTo>
                    <a:pt x="232" y="774"/>
                  </a:lnTo>
                  <a:lnTo>
                    <a:pt x="233" y="774"/>
                  </a:lnTo>
                  <a:lnTo>
                    <a:pt x="233" y="773"/>
                  </a:lnTo>
                  <a:lnTo>
                    <a:pt x="232" y="773"/>
                  </a:lnTo>
                  <a:lnTo>
                    <a:pt x="232" y="772"/>
                  </a:lnTo>
                  <a:lnTo>
                    <a:pt x="232" y="772"/>
                  </a:lnTo>
                  <a:lnTo>
                    <a:pt x="232" y="772"/>
                  </a:lnTo>
                  <a:lnTo>
                    <a:pt x="232" y="772"/>
                  </a:lnTo>
                  <a:lnTo>
                    <a:pt x="233" y="771"/>
                  </a:lnTo>
                  <a:lnTo>
                    <a:pt x="232" y="770"/>
                  </a:lnTo>
                  <a:lnTo>
                    <a:pt x="231" y="771"/>
                  </a:lnTo>
                  <a:lnTo>
                    <a:pt x="231" y="770"/>
                  </a:lnTo>
                  <a:lnTo>
                    <a:pt x="231" y="769"/>
                  </a:lnTo>
                  <a:lnTo>
                    <a:pt x="232" y="769"/>
                  </a:lnTo>
                  <a:lnTo>
                    <a:pt x="232" y="769"/>
                  </a:lnTo>
                  <a:lnTo>
                    <a:pt x="232" y="769"/>
                  </a:lnTo>
                  <a:lnTo>
                    <a:pt x="232" y="769"/>
                  </a:lnTo>
                  <a:lnTo>
                    <a:pt x="232" y="769"/>
                  </a:lnTo>
                  <a:lnTo>
                    <a:pt x="232" y="769"/>
                  </a:lnTo>
                  <a:lnTo>
                    <a:pt x="233" y="769"/>
                  </a:lnTo>
                  <a:lnTo>
                    <a:pt x="233" y="769"/>
                  </a:lnTo>
                  <a:lnTo>
                    <a:pt x="235" y="768"/>
                  </a:lnTo>
                  <a:lnTo>
                    <a:pt x="235" y="768"/>
                  </a:lnTo>
                  <a:lnTo>
                    <a:pt x="235" y="767"/>
                  </a:lnTo>
                  <a:lnTo>
                    <a:pt x="235" y="767"/>
                  </a:lnTo>
                  <a:lnTo>
                    <a:pt x="235" y="767"/>
                  </a:lnTo>
                  <a:lnTo>
                    <a:pt x="235" y="767"/>
                  </a:lnTo>
                  <a:lnTo>
                    <a:pt x="235" y="767"/>
                  </a:lnTo>
                  <a:close/>
                  <a:moveTo>
                    <a:pt x="464" y="1622"/>
                  </a:moveTo>
                  <a:lnTo>
                    <a:pt x="465" y="1622"/>
                  </a:lnTo>
                  <a:lnTo>
                    <a:pt x="466" y="1622"/>
                  </a:lnTo>
                  <a:lnTo>
                    <a:pt x="466" y="1621"/>
                  </a:lnTo>
                  <a:lnTo>
                    <a:pt x="466" y="1620"/>
                  </a:lnTo>
                  <a:lnTo>
                    <a:pt x="467" y="1618"/>
                  </a:lnTo>
                  <a:lnTo>
                    <a:pt x="467" y="1618"/>
                  </a:lnTo>
                  <a:lnTo>
                    <a:pt x="465" y="1615"/>
                  </a:lnTo>
                  <a:lnTo>
                    <a:pt x="465" y="1615"/>
                  </a:lnTo>
                  <a:lnTo>
                    <a:pt x="466" y="1614"/>
                  </a:lnTo>
                  <a:lnTo>
                    <a:pt x="466" y="1613"/>
                  </a:lnTo>
                  <a:lnTo>
                    <a:pt x="466" y="1614"/>
                  </a:lnTo>
                  <a:lnTo>
                    <a:pt x="466" y="1614"/>
                  </a:lnTo>
                  <a:lnTo>
                    <a:pt x="466" y="1615"/>
                  </a:lnTo>
                  <a:lnTo>
                    <a:pt x="466" y="1615"/>
                  </a:lnTo>
                  <a:lnTo>
                    <a:pt x="467" y="1616"/>
                  </a:lnTo>
                  <a:lnTo>
                    <a:pt x="467" y="1616"/>
                  </a:lnTo>
                  <a:lnTo>
                    <a:pt x="467" y="1616"/>
                  </a:lnTo>
                  <a:lnTo>
                    <a:pt x="467" y="1617"/>
                  </a:lnTo>
                  <a:lnTo>
                    <a:pt x="467" y="1617"/>
                  </a:lnTo>
                  <a:lnTo>
                    <a:pt x="467" y="1617"/>
                  </a:lnTo>
                  <a:lnTo>
                    <a:pt x="467" y="1617"/>
                  </a:lnTo>
                  <a:lnTo>
                    <a:pt x="468" y="1617"/>
                  </a:lnTo>
                  <a:lnTo>
                    <a:pt x="467" y="1616"/>
                  </a:lnTo>
                  <a:lnTo>
                    <a:pt x="468" y="1616"/>
                  </a:lnTo>
                  <a:lnTo>
                    <a:pt x="468" y="1616"/>
                  </a:lnTo>
                  <a:lnTo>
                    <a:pt x="469" y="1616"/>
                  </a:lnTo>
                  <a:lnTo>
                    <a:pt x="469" y="1615"/>
                  </a:lnTo>
                  <a:lnTo>
                    <a:pt x="468" y="1615"/>
                  </a:lnTo>
                  <a:lnTo>
                    <a:pt x="468" y="1614"/>
                  </a:lnTo>
                  <a:lnTo>
                    <a:pt x="468" y="1614"/>
                  </a:lnTo>
                  <a:lnTo>
                    <a:pt x="469" y="1613"/>
                  </a:lnTo>
                  <a:lnTo>
                    <a:pt x="469" y="1612"/>
                  </a:lnTo>
                  <a:lnTo>
                    <a:pt x="468" y="1612"/>
                  </a:lnTo>
                  <a:lnTo>
                    <a:pt x="468" y="1611"/>
                  </a:lnTo>
                  <a:lnTo>
                    <a:pt x="469" y="1610"/>
                  </a:lnTo>
                  <a:lnTo>
                    <a:pt x="469" y="1610"/>
                  </a:lnTo>
                  <a:lnTo>
                    <a:pt x="469" y="1609"/>
                  </a:lnTo>
                  <a:lnTo>
                    <a:pt x="469" y="1609"/>
                  </a:lnTo>
                  <a:lnTo>
                    <a:pt x="468" y="1609"/>
                  </a:lnTo>
                  <a:lnTo>
                    <a:pt x="468" y="1609"/>
                  </a:lnTo>
                  <a:lnTo>
                    <a:pt x="468" y="1608"/>
                  </a:lnTo>
                  <a:lnTo>
                    <a:pt x="469" y="1607"/>
                  </a:lnTo>
                  <a:lnTo>
                    <a:pt x="468" y="1606"/>
                  </a:lnTo>
                  <a:lnTo>
                    <a:pt x="468" y="1606"/>
                  </a:lnTo>
                  <a:lnTo>
                    <a:pt x="467" y="1605"/>
                  </a:lnTo>
                  <a:lnTo>
                    <a:pt x="467" y="1605"/>
                  </a:lnTo>
                  <a:lnTo>
                    <a:pt x="467" y="1604"/>
                  </a:lnTo>
                  <a:lnTo>
                    <a:pt x="467" y="1604"/>
                  </a:lnTo>
                  <a:lnTo>
                    <a:pt x="467" y="1603"/>
                  </a:lnTo>
                  <a:lnTo>
                    <a:pt x="467" y="1602"/>
                  </a:lnTo>
                  <a:lnTo>
                    <a:pt x="467" y="1601"/>
                  </a:lnTo>
                  <a:lnTo>
                    <a:pt x="467" y="1601"/>
                  </a:lnTo>
                  <a:lnTo>
                    <a:pt x="467" y="1600"/>
                  </a:lnTo>
                  <a:lnTo>
                    <a:pt x="467" y="1600"/>
                  </a:lnTo>
                  <a:lnTo>
                    <a:pt x="466" y="1600"/>
                  </a:lnTo>
                  <a:lnTo>
                    <a:pt x="466" y="1600"/>
                  </a:lnTo>
                  <a:lnTo>
                    <a:pt x="465" y="1598"/>
                  </a:lnTo>
                  <a:lnTo>
                    <a:pt x="464" y="1598"/>
                  </a:lnTo>
                  <a:lnTo>
                    <a:pt x="464" y="1596"/>
                  </a:lnTo>
                  <a:lnTo>
                    <a:pt x="463" y="1596"/>
                  </a:lnTo>
                  <a:lnTo>
                    <a:pt x="464" y="1596"/>
                  </a:lnTo>
                  <a:lnTo>
                    <a:pt x="463" y="1594"/>
                  </a:lnTo>
                  <a:lnTo>
                    <a:pt x="463" y="1591"/>
                  </a:lnTo>
                  <a:lnTo>
                    <a:pt x="463" y="1589"/>
                  </a:lnTo>
                  <a:lnTo>
                    <a:pt x="463" y="1588"/>
                  </a:lnTo>
                  <a:lnTo>
                    <a:pt x="463" y="1587"/>
                  </a:lnTo>
                  <a:lnTo>
                    <a:pt x="463" y="1584"/>
                  </a:lnTo>
                  <a:lnTo>
                    <a:pt x="463" y="1580"/>
                  </a:lnTo>
                  <a:lnTo>
                    <a:pt x="463" y="1579"/>
                  </a:lnTo>
                  <a:lnTo>
                    <a:pt x="463" y="1577"/>
                  </a:lnTo>
                  <a:lnTo>
                    <a:pt x="463" y="1576"/>
                  </a:lnTo>
                  <a:lnTo>
                    <a:pt x="463" y="1575"/>
                  </a:lnTo>
                  <a:lnTo>
                    <a:pt x="462" y="1574"/>
                  </a:lnTo>
                  <a:lnTo>
                    <a:pt x="462" y="1574"/>
                  </a:lnTo>
                  <a:lnTo>
                    <a:pt x="463" y="1572"/>
                  </a:lnTo>
                  <a:lnTo>
                    <a:pt x="462" y="1572"/>
                  </a:lnTo>
                  <a:lnTo>
                    <a:pt x="463" y="1571"/>
                  </a:lnTo>
                  <a:lnTo>
                    <a:pt x="463" y="1572"/>
                  </a:lnTo>
                  <a:lnTo>
                    <a:pt x="463" y="1572"/>
                  </a:lnTo>
                  <a:lnTo>
                    <a:pt x="464" y="1570"/>
                  </a:lnTo>
                  <a:lnTo>
                    <a:pt x="464" y="1570"/>
                  </a:lnTo>
                  <a:lnTo>
                    <a:pt x="465" y="1570"/>
                  </a:lnTo>
                  <a:lnTo>
                    <a:pt x="465" y="1569"/>
                  </a:lnTo>
                  <a:lnTo>
                    <a:pt x="466" y="1568"/>
                  </a:lnTo>
                  <a:lnTo>
                    <a:pt x="465" y="1568"/>
                  </a:lnTo>
                  <a:lnTo>
                    <a:pt x="465" y="1567"/>
                  </a:lnTo>
                  <a:lnTo>
                    <a:pt x="464" y="1566"/>
                  </a:lnTo>
                  <a:lnTo>
                    <a:pt x="465" y="1565"/>
                  </a:lnTo>
                  <a:lnTo>
                    <a:pt x="466" y="1565"/>
                  </a:lnTo>
                  <a:lnTo>
                    <a:pt x="466" y="1562"/>
                  </a:lnTo>
                  <a:lnTo>
                    <a:pt x="466" y="1561"/>
                  </a:lnTo>
                  <a:lnTo>
                    <a:pt x="465" y="1561"/>
                  </a:lnTo>
                  <a:lnTo>
                    <a:pt x="465" y="1561"/>
                  </a:lnTo>
                  <a:lnTo>
                    <a:pt x="465" y="1560"/>
                  </a:lnTo>
                  <a:lnTo>
                    <a:pt x="465" y="1558"/>
                  </a:lnTo>
                  <a:lnTo>
                    <a:pt x="467" y="1557"/>
                  </a:lnTo>
                  <a:lnTo>
                    <a:pt x="467" y="1557"/>
                  </a:lnTo>
                  <a:lnTo>
                    <a:pt x="469" y="1556"/>
                  </a:lnTo>
                  <a:lnTo>
                    <a:pt x="469" y="1556"/>
                  </a:lnTo>
                  <a:lnTo>
                    <a:pt x="470" y="1556"/>
                  </a:lnTo>
                  <a:lnTo>
                    <a:pt x="473" y="1554"/>
                  </a:lnTo>
                  <a:lnTo>
                    <a:pt x="474" y="1553"/>
                  </a:lnTo>
                  <a:lnTo>
                    <a:pt x="475" y="1553"/>
                  </a:lnTo>
                  <a:lnTo>
                    <a:pt x="476" y="1552"/>
                  </a:lnTo>
                  <a:lnTo>
                    <a:pt x="476" y="1553"/>
                  </a:lnTo>
                  <a:lnTo>
                    <a:pt x="476" y="1553"/>
                  </a:lnTo>
                  <a:lnTo>
                    <a:pt x="478" y="1554"/>
                  </a:lnTo>
                  <a:lnTo>
                    <a:pt x="478" y="1553"/>
                  </a:lnTo>
                  <a:lnTo>
                    <a:pt x="480" y="1553"/>
                  </a:lnTo>
                  <a:lnTo>
                    <a:pt x="480" y="1552"/>
                  </a:lnTo>
                  <a:lnTo>
                    <a:pt x="482" y="1553"/>
                  </a:lnTo>
                  <a:lnTo>
                    <a:pt x="484" y="1553"/>
                  </a:lnTo>
                  <a:lnTo>
                    <a:pt x="484" y="1554"/>
                  </a:lnTo>
                  <a:lnTo>
                    <a:pt x="486" y="1556"/>
                  </a:lnTo>
                  <a:lnTo>
                    <a:pt x="487" y="1557"/>
                  </a:lnTo>
                  <a:lnTo>
                    <a:pt x="489" y="1557"/>
                  </a:lnTo>
                  <a:lnTo>
                    <a:pt x="489" y="1557"/>
                  </a:lnTo>
                  <a:lnTo>
                    <a:pt x="489" y="1557"/>
                  </a:lnTo>
                  <a:lnTo>
                    <a:pt x="489" y="1557"/>
                  </a:lnTo>
                  <a:lnTo>
                    <a:pt x="489" y="1557"/>
                  </a:lnTo>
                  <a:lnTo>
                    <a:pt x="491" y="1557"/>
                  </a:lnTo>
                  <a:lnTo>
                    <a:pt x="493" y="1557"/>
                  </a:lnTo>
                  <a:lnTo>
                    <a:pt x="493" y="1558"/>
                  </a:lnTo>
                  <a:lnTo>
                    <a:pt x="492" y="1558"/>
                  </a:lnTo>
                  <a:lnTo>
                    <a:pt x="492" y="1557"/>
                  </a:lnTo>
                  <a:lnTo>
                    <a:pt x="491" y="1557"/>
                  </a:lnTo>
                  <a:lnTo>
                    <a:pt x="491" y="1558"/>
                  </a:lnTo>
                  <a:lnTo>
                    <a:pt x="492" y="1558"/>
                  </a:lnTo>
                  <a:lnTo>
                    <a:pt x="492" y="1558"/>
                  </a:lnTo>
                  <a:lnTo>
                    <a:pt x="493" y="1558"/>
                  </a:lnTo>
                  <a:lnTo>
                    <a:pt x="497" y="1560"/>
                  </a:lnTo>
                  <a:lnTo>
                    <a:pt x="497" y="1560"/>
                  </a:lnTo>
                  <a:lnTo>
                    <a:pt x="497" y="1560"/>
                  </a:lnTo>
                  <a:lnTo>
                    <a:pt x="498" y="1560"/>
                  </a:lnTo>
                  <a:lnTo>
                    <a:pt x="500" y="1561"/>
                  </a:lnTo>
                  <a:lnTo>
                    <a:pt x="502" y="1561"/>
                  </a:lnTo>
                  <a:lnTo>
                    <a:pt x="503" y="1561"/>
                  </a:lnTo>
                  <a:lnTo>
                    <a:pt x="504" y="1561"/>
                  </a:lnTo>
                  <a:lnTo>
                    <a:pt x="505" y="1561"/>
                  </a:lnTo>
                  <a:lnTo>
                    <a:pt x="506" y="1561"/>
                  </a:lnTo>
                  <a:lnTo>
                    <a:pt x="507" y="1561"/>
                  </a:lnTo>
                  <a:lnTo>
                    <a:pt x="507" y="1561"/>
                  </a:lnTo>
                  <a:lnTo>
                    <a:pt x="508" y="1561"/>
                  </a:lnTo>
                  <a:lnTo>
                    <a:pt x="508" y="1561"/>
                  </a:lnTo>
                  <a:lnTo>
                    <a:pt x="510" y="1561"/>
                  </a:lnTo>
                  <a:lnTo>
                    <a:pt x="510" y="1562"/>
                  </a:lnTo>
                  <a:lnTo>
                    <a:pt x="513" y="1563"/>
                  </a:lnTo>
                  <a:lnTo>
                    <a:pt x="515" y="1564"/>
                  </a:lnTo>
                  <a:lnTo>
                    <a:pt x="517" y="1564"/>
                  </a:lnTo>
                  <a:lnTo>
                    <a:pt x="520" y="1564"/>
                  </a:lnTo>
                  <a:lnTo>
                    <a:pt x="523" y="1564"/>
                  </a:lnTo>
                  <a:lnTo>
                    <a:pt x="524" y="1564"/>
                  </a:lnTo>
                  <a:lnTo>
                    <a:pt x="526" y="1563"/>
                  </a:lnTo>
                  <a:lnTo>
                    <a:pt x="526" y="1561"/>
                  </a:lnTo>
                  <a:lnTo>
                    <a:pt x="525" y="1561"/>
                  </a:lnTo>
                  <a:lnTo>
                    <a:pt x="523" y="1561"/>
                  </a:lnTo>
                  <a:lnTo>
                    <a:pt x="522" y="1561"/>
                  </a:lnTo>
                  <a:lnTo>
                    <a:pt x="520" y="1561"/>
                  </a:lnTo>
                  <a:lnTo>
                    <a:pt x="519" y="1560"/>
                  </a:lnTo>
                  <a:lnTo>
                    <a:pt x="519" y="1561"/>
                  </a:lnTo>
                  <a:lnTo>
                    <a:pt x="518" y="1561"/>
                  </a:lnTo>
                  <a:lnTo>
                    <a:pt x="518" y="1560"/>
                  </a:lnTo>
                  <a:lnTo>
                    <a:pt x="518" y="1560"/>
                  </a:lnTo>
                  <a:lnTo>
                    <a:pt x="518" y="1559"/>
                  </a:lnTo>
                  <a:lnTo>
                    <a:pt x="518" y="1558"/>
                  </a:lnTo>
                  <a:lnTo>
                    <a:pt x="518" y="1559"/>
                  </a:lnTo>
                  <a:lnTo>
                    <a:pt x="515" y="1560"/>
                  </a:lnTo>
                  <a:lnTo>
                    <a:pt x="515" y="1560"/>
                  </a:lnTo>
                  <a:lnTo>
                    <a:pt x="514" y="1559"/>
                  </a:lnTo>
                  <a:lnTo>
                    <a:pt x="513" y="1558"/>
                  </a:lnTo>
                  <a:lnTo>
                    <a:pt x="510" y="1557"/>
                  </a:lnTo>
                  <a:lnTo>
                    <a:pt x="510" y="1557"/>
                  </a:lnTo>
                  <a:lnTo>
                    <a:pt x="508" y="1556"/>
                  </a:lnTo>
                  <a:lnTo>
                    <a:pt x="508" y="1556"/>
                  </a:lnTo>
                  <a:lnTo>
                    <a:pt x="506" y="1556"/>
                  </a:lnTo>
                  <a:lnTo>
                    <a:pt x="506" y="1555"/>
                  </a:lnTo>
                  <a:lnTo>
                    <a:pt x="504" y="1554"/>
                  </a:lnTo>
                  <a:lnTo>
                    <a:pt x="504" y="1554"/>
                  </a:lnTo>
                  <a:lnTo>
                    <a:pt x="503" y="1553"/>
                  </a:lnTo>
                  <a:lnTo>
                    <a:pt x="502" y="1553"/>
                  </a:lnTo>
                  <a:lnTo>
                    <a:pt x="502" y="1553"/>
                  </a:lnTo>
                  <a:lnTo>
                    <a:pt x="502" y="1553"/>
                  </a:lnTo>
                  <a:lnTo>
                    <a:pt x="502" y="1554"/>
                  </a:lnTo>
                  <a:lnTo>
                    <a:pt x="500" y="1553"/>
                  </a:lnTo>
                  <a:lnTo>
                    <a:pt x="500" y="1553"/>
                  </a:lnTo>
                  <a:lnTo>
                    <a:pt x="499" y="1553"/>
                  </a:lnTo>
                  <a:lnTo>
                    <a:pt x="499" y="1551"/>
                  </a:lnTo>
                  <a:lnTo>
                    <a:pt x="498" y="1550"/>
                  </a:lnTo>
                  <a:lnTo>
                    <a:pt x="497" y="1550"/>
                  </a:lnTo>
                  <a:lnTo>
                    <a:pt x="497" y="1551"/>
                  </a:lnTo>
                  <a:lnTo>
                    <a:pt x="497" y="1551"/>
                  </a:lnTo>
                  <a:lnTo>
                    <a:pt x="497" y="1551"/>
                  </a:lnTo>
                  <a:lnTo>
                    <a:pt x="495" y="1551"/>
                  </a:lnTo>
                  <a:lnTo>
                    <a:pt x="494" y="1550"/>
                  </a:lnTo>
                  <a:lnTo>
                    <a:pt x="494" y="1549"/>
                  </a:lnTo>
                  <a:lnTo>
                    <a:pt x="494" y="1548"/>
                  </a:lnTo>
                  <a:lnTo>
                    <a:pt x="495" y="1548"/>
                  </a:lnTo>
                  <a:lnTo>
                    <a:pt x="495" y="1548"/>
                  </a:lnTo>
                  <a:lnTo>
                    <a:pt x="497" y="1549"/>
                  </a:lnTo>
                  <a:lnTo>
                    <a:pt x="497" y="1548"/>
                  </a:lnTo>
                  <a:lnTo>
                    <a:pt x="497" y="1548"/>
                  </a:lnTo>
                  <a:lnTo>
                    <a:pt x="497" y="1548"/>
                  </a:lnTo>
                  <a:lnTo>
                    <a:pt x="496" y="1548"/>
                  </a:lnTo>
                  <a:lnTo>
                    <a:pt x="496" y="1547"/>
                  </a:lnTo>
                  <a:lnTo>
                    <a:pt x="496" y="1547"/>
                  </a:lnTo>
                  <a:lnTo>
                    <a:pt x="496" y="1545"/>
                  </a:lnTo>
                  <a:lnTo>
                    <a:pt x="496" y="1545"/>
                  </a:lnTo>
                  <a:lnTo>
                    <a:pt x="496" y="1544"/>
                  </a:lnTo>
                  <a:lnTo>
                    <a:pt x="495" y="1544"/>
                  </a:lnTo>
                  <a:lnTo>
                    <a:pt x="493" y="1544"/>
                  </a:lnTo>
                  <a:lnTo>
                    <a:pt x="493" y="1543"/>
                  </a:lnTo>
                  <a:lnTo>
                    <a:pt x="493" y="1543"/>
                  </a:lnTo>
                  <a:lnTo>
                    <a:pt x="492" y="1542"/>
                  </a:lnTo>
                  <a:lnTo>
                    <a:pt x="491" y="1541"/>
                  </a:lnTo>
                  <a:lnTo>
                    <a:pt x="489" y="1541"/>
                  </a:lnTo>
                  <a:lnTo>
                    <a:pt x="489" y="1540"/>
                  </a:lnTo>
                  <a:lnTo>
                    <a:pt x="486" y="1540"/>
                  </a:lnTo>
                  <a:lnTo>
                    <a:pt x="484" y="1540"/>
                  </a:lnTo>
                  <a:lnTo>
                    <a:pt x="484" y="1539"/>
                  </a:lnTo>
                  <a:lnTo>
                    <a:pt x="484" y="1538"/>
                  </a:lnTo>
                  <a:lnTo>
                    <a:pt x="483" y="1537"/>
                  </a:lnTo>
                  <a:lnTo>
                    <a:pt x="483" y="1538"/>
                  </a:lnTo>
                  <a:lnTo>
                    <a:pt x="483" y="1538"/>
                  </a:lnTo>
                  <a:lnTo>
                    <a:pt x="482" y="1537"/>
                  </a:lnTo>
                  <a:lnTo>
                    <a:pt x="482" y="1537"/>
                  </a:lnTo>
                  <a:lnTo>
                    <a:pt x="481" y="1537"/>
                  </a:lnTo>
                  <a:lnTo>
                    <a:pt x="480" y="1537"/>
                  </a:lnTo>
                  <a:lnTo>
                    <a:pt x="480" y="1537"/>
                  </a:lnTo>
                  <a:lnTo>
                    <a:pt x="480" y="1536"/>
                  </a:lnTo>
                  <a:lnTo>
                    <a:pt x="480" y="1534"/>
                  </a:lnTo>
                  <a:lnTo>
                    <a:pt x="480" y="1534"/>
                  </a:lnTo>
                  <a:lnTo>
                    <a:pt x="480" y="1533"/>
                  </a:lnTo>
                  <a:lnTo>
                    <a:pt x="480" y="1533"/>
                  </a:lnTo>
                  <a:lnTo>
                    <a:pt x="479" y="1532"/>
                  </a:lnTo>
                  <a:lnTo>
                    <a:pt x="479" y="1532"/>
                  </a:lnTo>
                  <a:lnTo>
                    <a:pt x="479" y="1531"/>
                  </a:lnTo>
                  <a:lnTo>
                    <a:pt x="477" y="1528"/>
                  </a:lnTo>
                  <a:lnTo>
                    <a:pt x="476" y="1527"/>
                  </a:lnTo>
                  <a:lnTo>
                    <a:pt x="476" y="1527"/>
                  </a:lnTo>
                  <a:lnTo>
                    <a:pt x="476" y="1526"/>
                  </a:lnTo>
                  <a:lnTo>
                    <a:pt x="475" y="1526"/>
                  </a:lnTo>
                  <a:lnTo>
                    <a:pt x="475" y="1525"/>
                  </a:lnTo>
                  <a:lnTo>
                    <a:pt x="475" y="1522"/>
                  </a:lnTo>
                  <a:lnTo>
                    <a:pt x="476" y="1522"/>
                  </a:lnTo>
                  <a:lnTo>
                    <a:pt x="476" y="1522"/>
                  </a:lnTo>
                  <a:lnTo>
                    <a:pt x="475" y="1522"/>
                  </a:lnTo>
                  <a:lnTo>
                    <a:pt x="474" y="1521"/>
                  </a:lnTo>
                  <a:lnTo>
                    <a:pt x="474" y="1519"/>
                  </a:lnTo>
                  <a:lnTo>
                    <a:pt x="474" y="1518"/>
                  </a:lnTo>
                  <a:lnTo>
                    <a:pt x="473" y="1518"/>
                  </a:lnTo>
                  <a:lnTo>
                    <a:pt x="472" y="1518"/>
                  </a:lnTo>
                  <a:lnTo>
                    <a:pt x="471" y="1524"/>
                  </a:lnTo>
                  <a:lnTo>
                    <a:pt x="472" y="1527"/>
                  </a:lnTo>
                  <a:lnTo>
                    <a:pt x="473" y="1527"/>
                  </a:lnTo>
                  <a:lnTo>
                    <a:pt x="475" y="1531"/>
                  </a:lnTo>
                  <a:lnTo>
                    <a:pt x="475" y="1532"/>
                  </a:lnTo>
                  <a:lnTo>
                    <a:pt x="475" y="1533"/>
                  </a:lnTo>
                  <a:lnTo>
                    <a:pt x="476" y="1534"/>
                  </a:lnTo>
                  <a:lnTo>
                    <a:pt x="476" y="1534"/>
                  </a:lnTo>
                  <a:lnTo>
                    <a:pt x="476" y="1535"/>
                  </a:lnTo>
                  <a:lnTo>
                    <a:pt x="476" y="1535"/>
                  </a:lnTo>
                  <a:lnTo>
                    <a:pt x="477" y="1537"/>
                  </a:lnTo>
                  <a:lnTo>
                    <a:pt x="477" y="1537"/>
                  </a:lnTo>
                  <a:lnTo>
                    <a:pt x="478" y="1537"/>
                  </a:lnTo>
                  <a:lnTo>
                    <a:pt x="478" y="1537"/>
                  </a:lnTo>
                  <a:lnTo>
                    <a:pt x="479" y="1537"/>
                  </a:lnTo>
                  <a:lnTo>
                    <a:pt x="480" y="1538"/>
                  </a:lnTo>
                  <a:lnTo>
                    <a:pt x="480" y="1539"/>
                  </a:lnTo>
                  <a:lnTo>
                    <a:pt x="480" y="1539"/>
                  </a:lnTo>
                  <a:lnTo>
                    <a:pt x="480" y="1540"/>
                  </a:lnTo>
                  <a:lnTo>
                    <a:pt x="480" y="1540"/>
                  </a:lnTo>
                  <a:lnTo>
                    <a:pt x="481" y="1541"/>
                  </a:lnTo>
                  <a:lnTo>
                    <a:pt x="483" y="1540"/>
                  </a:lnTo>
                  <a:lnTo>
                    <a:pt x="483" y="1540"/>
                  </a:lnTo>
                  <a:lnTo>
                    <a:pt x="484" y="1541"/>
                  </a:lnTo>
                  <a:lnTo>
                    <a:pt x="484" y="1542"/>
                  </a:lnTo>
                  <a:lnTo>
                    <a:pt x="484" y="1543"/>
                  </a:lnTo>
                  <a:lnTo>
                    <a:pt x="484" y="1543"/>
                  </a:lnTo>
                  <a:lnTo>
                    <a:pt x="484" y="1543"/>
                  </a:lnTo>
                  <a:lnTo>
                    <a:pt x="484" y="1544"/>
                  </a:lnTo>
                  <a:lnTo>
                    <a:pt x="484" y="1545"/>
                  </a:lnTo>
                  <a:lnTo>
                    <a:pt x="483" y="1545"/>
                  </a:lnTo>
                  <a:lnTo>
                    <a:pt x="483" y="1545"/>
                  </a:lnTo>
                  <a:lnTo>
                    <a:pt x="482" y="1545"/>
                  </a:lnTo>
                  <a:lnTo>
                    <a:pt x="480" y="1546"/>
                  </a:lnTo>
                  <a:lnTo>
                    <a:pt x="479" y="1546"/>
                  </a:lnTo>
                  <a:lnTo>
                    <a:pt x="478" y="1547"/>
                  </a:lnTo>
                  <a:lnTo>
                    <a:pt x="477" y="1547"/>
                  </a:lnTo>
                  <a:lnTo>
                    <a:pt x="476" y="1546"/>
                  </a:lnTo>
                  <a:lnTo>
                    <a:pt x="476" y="1546"/>
                  </a:lnTo>
                  <a:lnTo>
                    <a:pt x="474" y="1546"/>
                  </a:lnTo>
                  <a:lnTo>
                    <a:pt x="472" y="1546"/>
                  </a:lnTo>
                  <a:lnTo>
                    <a:pt x="471" y="1545"/>
                  </a:lnTo>
                  <a:lnTo>
                    <a:pt x="470" y="1544"/>
                  </a:lnTo>
                  <a:lnTo>
                    <a:pt x="469" y="1543"/>
                  </a:lnTo>
                  <a:lnTo>
                    <a:pt x="470" y="1541"/>
                  </a:lnTo>
                  <a:lnTo>
                    <a:pt x="469" y="1540"/>
                  </a:lnTo>
                  <a:lnTo>
                    <a:pt x="467" y="1538"/>
                  </a:lnTo>
                  <a:lnTo>
                    <a:pt x="467" y="1537"/>
                  </a:lnTo>
                  <a:lnTo>
                    <a:pt x="467" y="1535"/>
                  </a:lnTo>
                  <a:lnTo>
                    <a:pt x="467" y="1532"/>
                  </a:lnTo>
                  <a:lnTo>
                    <a:pt x="467" y="1531"/>
                  </a:lnTo>
                  <a:lnTo>
                    <a:pt x="467" y="1530"/>
                  </a:lnTo>
                  <a:lnTo>
                    <a:pt x="467" y="1529"/>
                  </a:lnTo>
                  <a:lnTo>
                    <a:pt x="466" y="1528"/>
                  </a:lnTo>
                  <a:lnTo>
                    <a:pt x="465" y="1527"/>
                  </a:lnTo>
                  <a:lnTo>
                    <a:pt x="465" y="1526"/>
                  </a:lnTo>
                  <a:lnTo>
                    <a:pt x="465" y="1524"/>
                  </a:lnTo>
                  <a:lnTo>
                    <a:pt x="465" y="1523"/>
                  </a:lnTo>
                  <a:lnTo>
                    <a:pt x="466" y="1522"/>
                  </a:lnTo>
                  <a:lnTo>
                    <a:pt x="466" y="1522"/>
                  </a:lnTo>
                  <a:lnTo>
                    <a:pt x="467" y="1521"/>
                  </a:lnTo>
                  <a:lnTo>
                    <a:pt x="467" y="1521"/>
                  </a:lnTo>
                  <a:lnTo>
                    <a:pt x="468" y="1516"/>
                  </a:lnTo>
                  <a:lnTo>
                    <a:pt x="469" y="1514"/>
                  </a:lnTo>
                  <a:lnTo>
                    <a:pt x="470" y="1512"/>
                  </a:lnTo>
                  <a:lnTo>
                    <a:pt x="470" y="1512"/>
                  </a:lnTo>
                  <a:lnTo>
                    <a:pt x="471" y="1511"/>
                  </a:lnTo>
                  <a:lnTo>
                    <a:pt x="471" y="1509"/>
                  </a:lnTo>
                  <a:lnTo>
                    <a:pt x="471" y="1508"/>
                  </a:lnTo>
                  <a:lnTo>
                    <a:pt x="471" y="1508"/>
                  </a:lnTo>
                  <a:lnTo>
                    <a:pt x="471" y="1508"/>
                  </a:lnTo>
                  <a:lnTo>
                    <a:pt x="472" y="1506"/>
                  </a:lnTo>
                  <a:lnTo>
                    <a:pt x="473" y="1506"/>
                  </a:lnTo>
                  <a:lnTo>
                    <a:pt x="475" y="1505"/>
                  </a:lnTo>
                  <a:lnTo>
                    <a:pt x="476" y="1503"/>
                  </a:lnTo>
                  <a:lnTo>
                    <a:pt x="476" y="1502"/>
                  </a:lnTo>
                  <a:lnTo>
                    <a:pt x="476" y="1499"/>
                  </a:lnTo>
                  <a:lnTo>
                    <a:pt x="477" y="1498"/>
                  </a:lnTo>
                  <a:lnTo>
                    <a:pt x="477" y="1496"/>
                  </a:lnTo>
                  <a:lnTo>
                    <a:pt x="478" y="1496"/>
                  </a:lnTo>
                  <a:lnTo>
                    <a:pt x="479" y="1494"/>
                  </a:lnTo>
                  <a:lnTo>
                    <a:pt x="481" y="1491"/>
                  </a:lnTo>
                  <a:lnTo>
                    <a:pt x="481" y="1490"/>
                  </a:lnTo>
                  <a:lnTo>
                    <a:pt x="481" y="1489"/>
                  </a:lnTo>
                  <a:lnTo>
                    <a:pt x="482" y="1488"/>
                  </a:lnTo>
                  <a:lnTo>
                    <a:pt x="484" y="1486"/>
                  </a:lnTo>
                  <a:lnTo>
                    <a:pt x="485" y="1485"/>
                  </a:lnTo>
                  <a:lnTo>
                    <a:pt x="486" y="1483"/>
                  </a:lnTo>
                  <a:lnTo>
                    <a:pt x="487" y="1483"/>
                  </a:lnTo>
                  <a:lnTo>
                    <a:pt x="487" y="1482"/>
                  </a:lnTo>
                  <a:lnTo>
                    <a:pt x="487" y="1481"/>
                  </a:lnTo>
                  <a:lnTo>
                    <a:pt x="488" y="1481"/>
                  </a:lnTo>
                  <a:lnTo>
                    <a:pt x="486" y="1480"/>
                  </a:lnTo>
                  <a:lnTo>
                    <a:pt x="486" y="1481"/>
                  </a:lnTo>
                  <a:lnTo>
                    <a:pt x="485" y="1483"/>
                  </a:lnTo>
                  <a:lnTo>
                    <a:pt x="484" y="1483"/>
                  </a:lnTo>
                  <a:lnTo>
                    <a:pt x="483" y="1483"/>
                  </a:lnTo>
                  <a:lnTo>
                    <a:pt x="482" y="1484"/>
                  </a:lnTo>
                  <a:lnTo>
                    <a:pt x="482" y="1485"/>
                  </a:lnTo>
                  <a:lnTo>
                    <a:pt x="482" y="1486"/>
                  </a:lnTo>
                  <a:lnTo>
                    <a:pt x="481" y="1486"/>
                  </a:lnTo>
                  <a:lnTo>
                    <a:pt x="480" y="1488"/>
                  </a:lnTo>
                  <a:lnTo>
                    <a:pt x="480" y="1489"/>
                  </a:lnTo>
                  <a:lnTo>
                    <a:pt x="479" y="1490"/>
                  </a:lnTo>
                  <a:lnTo>
                    <a:pt x="479" y="1492"/>
                  </a:lnTo>
                  <a:lnTo>
                    <a:pt x="478" y="1492"/>
                  </a:lnTo>
                  <a:lnTo>
                    <a:pt x="478" y="1493"/>
                  </a:lnTo>
                  <a:lnTo>
                    <a:pt x="477" y="1493"/>
                  </a:lnTo>
                  <a:lnTo>
                    <a:pt x="477" y="1494"/>
                  </a:lnTo>
                  <a:lnTo>
                    <a:pt x="476" y="1496"/>
                  </a:lnTo>
                  <a:lnTo>
                    <a:pt x="476" y="1496"/>
                  </a:lnTo>
                  <a:lnTo>
                    <a:pt x="476" y="1497"/>
                  </a:lnTo>
                  <a:lnTo>
                    <a:pt x="475" y="1498"/>
                  </a:lnTo>
                  <a:lnTo>
                    <a:pt x="475" y="1499"/>
                  </a:lnTo>
                  <a:lnTo>
                    <a:pt x="474" y="1501"/>
                  </a:lnTo>
                  <a:lnTo>
                    <a:pt x="474" y="1504"/>
                  </a:lnTo>
                  <a:lnTo>
                    <a:pt x="473" y="1504"/>
                  </a:lnTo>
                  <a:lnTo>
                    <a:pt x="473" y="1505"/>
                  </a:lnTo>
                  <a:lnTo>
                    <a:pt x="473" y="1505"/>
                  </a:lnTo>
                  <a:lnTo>
                    <a:pt x="472" y="1505"/>
                  </a:lnTo>
                  <a:lnTo>
                    <a:pt x="472" y="1505"/>
                  </a:lnTo>
                  <a:lnTo>
                    <a:pt x="471" y="1505"/>
                  </a:lnTo>
                  <a:lnTo>
                    <a:pt x="471" y="1505"/>
                  </a:lnTo>
                  <a:lnTo>
                    <a:pt x="471" y="1506"/>
                  </a:lnTo>
                  <a:lnTo>
                    <a:pt x="470" y="1507"/>
                  </a:lnTo>
                  <a:lnTo>
                    <a:pt x="470" y="1508"/>
                  </a:lnTo>
                  <a:lnTo>
                    <a:pt x="469" y="1509"/>
                  </a:lnTo>
                  <a:lnTo>
                    <a:pt x="469" y="1510"/>
                  </a:lnTo>
                  <a:lnTo>
                    <a:pt x="468" y="1512"/>
                  </a:lnTo>
                  <a:lnTo>
                    <a:pt x="467" y="1512"/>
                  </a:lnTo>
                  <a:lnTo>
                    <a:pt x="467" y="1510"/>
                  </a:lnTo>
                  <a:lnTo>
                    <a:pt x="466" y="1510"/>
                  </a:lnTo>
                  <a:lnTo>
                    <a:pt x="465" y="1510"/>
                  </a:lnTo>
                  <a:lnTo>
                    <a:pt x="464" y="1510"/>
                  </a:lnTo>
                  <a:lnTo>
                    <a:pt x="463" y="1506"/>
                  </a:lnTo>
                  <a:lnTo>
                    <a:pt x="463" y="1504"/>
                  </a:lnTo>
                  <a:lnTo>
                    <a:pt x="463" y="1503"/>
                  </a:lnTo>
                  <a:lnTo>
                    <a:pt x="464" y="1501"/>
                  </a:lnTo>
                  <a:lnTo>
                    <a:pt x="464" y="1499"/>
                  </a:lnTo>
                  <a:lnTo>
                    <a:pt x="464" y="1497"/>
                  </a:lnTo>
                  <a:lnTo>
                    <a:pt x="464" y="1496"/>
                  </a:lnTo>
                  <a:lnTo>
                    <a:pt x="463" y="1496"/>
                  </a:lnTo>
                  <a:lnTo>
                    <a:pt x="463" y="1496"/>
                  </a:lnTo>
                  <a:lnTo>
                    <a:pt x="463" y="1496"/>
                  </a:lnTo>
                  <a:lnTo>
                    <a:pt x="463" y="1495"/>
                  </a:lnTo>
                  <a:lnTo>
                    <a:pt x="463" y="1494"/>
                  </a:lnTo>
                  <a:lnTo>
                    <a:pt x="462" y="1493"/>
                  </a:lnTo>
                  <a:lnTo>
                    <a:pt x="462" y="1492"/>
                  </a:lnTo>
                  <a:lnTo>
                    <a:pt x="462" y="1491"/>
                  </a:lnTo>
                  <a:lnTo>
                    <a:pt x="461" y="1491"/>
                  </a:lnTo>
                  <a:lnTo>
                    <a:pt x="460" y="1491"/>
                  </a:lnTo>
                  <a:lnTo>
                    <a:pt x="459" y="1492"/>
                  </a:lnTo>
                  <a:lnTo>
                    <a:pt x="459" y="1492"/>
                  </a:lnTo>
                  <a:lnTo>
                    <a:pt x="459" y="1493"/>
                  </a:lnTo>
                  <a:lnTo>
                    <a:pt x="460" y="1495"/>
                  </a:lnTo>
                  <a:lnTo>
                    <a:pt x="462" y="1497"/>
                  </a:lnTo>
                  <a:lnTo>
                    <a:pt x="462" y="1498"/>
                  </a:lnTo>
                  <a:lnTo>
                    <a:pt x="462" y="1502"/>
                  </a:lnTo>
                  <a:lnTo>
                    <a:pt x="461" y="1502"/>
                  </a:lnTo>
                  <a:lnTo>
                    <a:pt x="460" y="1504"/>
                  </a:lnTo>
                  <a:lnTo>
                    <a:pt x="461" y="1505"/>
                  </a:lnTo>
                  <a:lnTo>
                    <a:pt x="460" y="1505"/>
                  </a:lnTo>
                  <a:lnTo>
                    <a:pt x="460" y="1506"/>
                  </a:lnTo>
                  <a:lnTo>
                    <a:pt x="460" y="1506"/>
                  </a:lnTo>
                  <a:lnTo>
                    <a:pt x="460" y="1507"/>
                  </a:lnTo>
                  <a:lnTo>
                    <a:pt x="460" y="1508"/>
                  </a:lnTo>
                  <a:lnTo>
                    <a:pt x="462" y="1509"/>
                  </a:lnTo>
                  <a:lnTo>
                    <a:pt x="462" y="1510"/>
                  </a:lnTo>
                  <a:lnTo>
                    <a:pt x="462" y="1510"/>
                  </a:lnTo>
                  <a:lnTo>
                    <a:pt x="463" y="1510"/>
                  </a:lnTo>
                  <a:lnTo>
                    <a:pt x="463" y="1511"/>
                  </a:lnTo>
                  <a:lnTo>
                    <a:pt x="463" y="1512"/>
                  </a:lnTo>
                  <a:lnTo>
                    <a:pt x="464" y="1513"/>
                  </a:lnTo>
                  <a:lnTo>
                    <a:pt x="464" y="1513"/>
                  </a:lnTo>
                  <a:lnTo>
                    <a:pt x="466" y="1514"/>
                  </a:lnTo>
                  <a:lnTo>
                    <a:pt x="466" y="1515"/>
                  </a:lnTo>
                  <a:lnTo>
                    <a:pt x="466" y="1517"/>
                  </a:lnTo>
                  <a:lnTo>
                    <a:pt x="466" y="1517"/>
                  </a:lnTo>
                  <a:lnTo>
                    <a:pt x="465" y="1518"/>
                  </a:lnTo>
                  <a:lnTo>
                    <a:pt x="465" y="1519"/>
                  </a:lnTo>
                  <a:lnTo>
                    <a:pt x="464" y="1519"/>
                  </a:lnTo>
                  <a:lnTo>
                    <a:pt x="464" y="1519"/>
                  </a:lnTo>
                  <a:lnTo>
                    <a:pt x="463" y="1522"/>
                  </a:lnTo>
                  <a:lnTo>
                    <a:pt x="463" y="1523"/>
                  </a:lnTo>
                  <a:lnTo>
                    <a:pt x="462" y="1524"/>
                  </a:lnTo>
                  <a:lnTo>
                    <a:pt x="461" y="1525"/>
                  </a:lnTo>
                  <a:lnTo>
                    <a:pt x="461" y="1525"/>
                  </a:lnTo>
                  <a:lnTo>
                    <a:pt x="461" y="1526"/>
                  </a:lnTo>
                  <a:lnTo>
                    <a:pt x="460" y="1527"/>
                  </a:lnTo>
                  <a:lnTo>
                    <a:pt x="460" y="1527"/>
                  </a:lnTo>
                  <a:lnTo>
                    <a:pt x="460" y="1527"/>
                  </a:lnTo>
                  <a:lnTo>
                    <a:pt x="461" y="1528"/>
                  </a:lnTo>
                  <a:lnTo>
                    <a:pt x="461" y="1531"/>
                  </a:lnTo>
                  <a:lnTo>
                    <a:pt x="461" y="1531"/>
                  </a:lnTo>
                  <a:lnTo>
                    <a:pt x="461" y="1531"/>
                  </a:lnTo>
                  <a:lnTo>
                    <a:pt x="461" y="1532"/>
                  </a:lnTo>
                  <a:lnTo>
                    <a:pt x="461" y="1534"/>
                  </a:lnTo>
                  <a:lnTo>
                    <a:pt x="462" y="1535"/>
                  </a:lnTo>
                  <a:lnTo>
                    <a:pt x="462" y="1535"/>
                  </a:lnTo>
                  <a:lnTo>
                    <a:pt x="462" y="1535"/>
                  </a:lnTo>
                  <a:lnTo>
                    <a:pt x="462" y="1536"/>
                  </a:lnTo>
                  <a:lnTo>
                    <a:pt x="461" y="1538"/>
                  </a:lnTo>
                  <a:lnTo>
                    <a:pt x="462" y="1540"/>
                  </a:lnTo>
                  <a:lnTo>
                    <a:pt x="463" y="1542"/>
                  </a:lnTo>
                  <a:lnTo>
                    <a:pt x="463" y="1544"/>
                  </a:lnTo>
                  <a:lnTo>
                    <a:pt x="463" y="1545"/>
                  </a:lnTo>
                  <a:lnTo>
                    <a:pt x="463" y="1546"/>
                  </a:lnTo>
                  <a:lnTo>
                    <a:pt x="461" y="1546"/>
                  </a:lnTo>
                  <a:lnTo>
                    <a:pt x="458" y="1545"/>
                  </a:lnTo>
                  <a:lnTo>
                    <a:pt x="457" y="1544"/>
                  </a:lnTo>
                  <a:lnTo>
                    <a:pt x="457" y="1544"/>
                  </a:lnTo>
                  <a:lnTo>
                    <a:pt x="457" y="1544"/>
                  </a:lnTo>
                  <a:lnTo>
                    <a:pt x="457" y="1544"/>
                  </a:lnTo>
                  <a:lnTo>
                    <a:pt x="455" y="1543"/>
                  </a:lnTo>
                  <a:lnTo>
                    <a:pt x="455" y="1543"/>
                  </a:lnTo>
                  <a:lnTo>
                    <a:pt x="454" y="1544"/>
                  </a:lnTo>
                  <a:lnTo>
                    <a:pt x="454" y="1543"/>
                  </a:lnTo>
                  <a:lnTo>
                    <a:pt x="453" y="1542"/>
                  </a:lnTo>
                  <a:lnTo>
                    <a:pt x="453" y="1542"/>
                  </a:lnTo>
                  <a:lnTo>
                    <a:pt x="453" y="1541"/>
                  </a:lnTo>
                  <a:lnTo>
                    <a:pt x="452" y="1542"/>
                  </a:lnTo>
                  <a:lnTo>
                    <a:pt x="453" y="1544"/>
                  </a:lnTo>
                  <a:lnTo>
                    <a:pt x="453" y="1544"/>
                  </a:lnTo>
                  <a:lnTo>
                    <a:pt x="452" y="1544"/>
                  </a:lnTo>
                  <a:lnTo>
                    <a:pt x="452" y="1544"/>
                  </a:lnTo>
                  <a:lnTo>
                    <a:pt x="452" y="1544"/>
                  </a:lnTo>
                  <a:lnTo>
                    <a:pt x="451" y="1544"/>
                  </a:lnTo>
                  <a:lnTo>
                    <a:pt x="452" y="1544"/>
                  </a:lnTo>
                  <a:lnTo>
                    <a:pt x="453" y="1545"/>
                  </a:lnTo>
                  <a:lnTo>
                    <a:pt x="453" y="1546"/>
                  </a:lnTo>
                  <a:lnTo>
                    <a:pt x="454" y="1546"/>
                  </a:lnTo>
                  <a:lnTo>
                    <a:pt x="454" y="1547"/>
                  </a:lnTo>
                  <a:lnTo>
                    <a:pt x="455" y="1547"/>
                  </a:lnTo>
                  <a:lnTo>
                    <a:pt x="456" y="1547"/>
                  </a:lnTo>
                  <a:lnTo>
                    <a:pt x="457" y="1547"/>
                  </a:lnTo>
                  <a:lnTo>
                    <a:pt x="457" y="1547"/>
                  </a:lnTo>
                  <a:lnTo>
                    <a:pt x="458" y="1548"/>
                  </a:lnTo>
                  <a:lnTo>
                    <a:pt x="459" y="1548"/>
                  </a:lnTo>
                  <a:lnTo>
                    <a:pt x="460" y="1550"/>
                  </a:lnTo>
                  <a:lnTo>
                    <a:pt x="460" y="1552"/>
                  </a:lnTo>
                  <a:lnTo>
                    <a:pt x="460" y="1553"/>
                  </a:lnTo>
                  <a:lnTo>
                    <a:pt x="460" y="1553"/>
                  </a:lnTo>
                  <a:lnTo>
                    <a:pt x="459" y="1554"/>
                  </a:lnTo>
                  <a:lnTo>
                    <a:pt x="459" y="1555"/>
                  </a:lnTo>
                  <a:lnTo>
                    <a:pt x="458" y="1555"/>
                  </a:lnTo>
                  <a:lnTo>
                    <a:pt x="458" y="1556"/>
                  </a:lnTo>
                  <a:lnTo>
                    <a:pt x="458" y="1556"/>
                  </a:lnTo>
                  <a:lnTo>
                    <a:pt x="458" y="1556"/>
                  </a:lnTo>
                  <a:lnTo>
                    <a:pt x="458" y="1557"/>
                  </a:lnTo>
                  <a:lnTo>
                    <a:pt x="458" y="1557"/>
                  </a:lnTo>
                  <a:lnTo>
                    <a:pt x="458" y="1557"/>
                  </a:lnTo>
                  <a:lnTo>
                    <a:pt x="458" y="1557"/>
                  </a:lnTo>
                  <a:lnTo>
                    <a:pt x="457" y="1558"/>
                  </a:lnTo>
                  <a:lnTo>
                    <a:pt x="455" y="1562"/>
                  </a:lnTo>
                  <a:lnTo>
                    <a:pt x="456" y="1562"/>
                  </a:lnTo>
                  <a:lnTo>
                    <a:pt x="455" y="1563"/>
                  </a:lnTo>
                  <a:lnTo>
                    <a:pt x="455" y="1564"/>
                  </a:lnTo>
                  <a:lnTo>
                    <a:pt x="454" y="1567"/>
                  </a:lnTo>
                  <a:lnTo>
                    <a:pt x="454" y="1567"/>
                  </a:lnTo>
                  <a:lnTo>
                    <a:pt x="454" y="1567"/>
                  </a:lnTo>
                  <a:lnTo>
                    <a:pt x="454" y="1570"/>
                  </a:lnTo>
                  <a:lnTo>
                    <a:pt x="454" y="1570"/>
                  </a:lnTo>
                  <a:lnTo>
                    <a:pt x="454" y="1570"/>
                  </a:lnTo>
                  <a:lnTo>
                    <a:pt x="454" y="1572"/>
                  </a:lnTo>
                  <a:lnTo>
                    <a:pt x="453" y="1574"/>
                  </a:lnTo>
                  <a:lnTo>
                    <a:pt x="452" y="1574"/>
                  </a:lnTo>
                  <a:lnTo>
                    <a:pt x="452" y="1574"/>
                  </a:lnTo>
                  <a:lnTo>
                    <a:pt x="451" y="1575"/>
                  </a:lnTo>
                  <a:lnTo>
                    <a:pt x="451" y="1576"/>
                  </a:lnTo>
                  <a:lnTo>
                    <a:pt x="450" y="1576"/>
                  </a:lnTo>
                  <a:lnTo>
                    <a:pt x="450" y="1577"/>
                  </a:lnTo>
                  <a:lnTo>
                    <a:pt x="449" y="1577"/>
                  </a:lnTo>
                  <a:lnTo>
                    <a:pt x="449" y="1579"/>
                  </a:lnTo>
                  <a:lnTo>
                    <a:pt x="449" y="1580"/>
                  </a:lnTo>
                  <a:lnTo>
                    <a:pt x="449" y="1580"/>
                  </a:lnTo>
                  <a:lnTo>
                    <a:pt x="449" y="1582"/>
                  </a:lnTo>
                  <a:lnTo>
                    <a:pt x="449" y="1583"/>
                  </a:lnTo>
                  <a:lnTo>
                    <a:pt x="449" y="1583"/>
                  </a:lnTo>
                  <a:lnTo>
                    <a:pt x="448" y="1583"/>
                  </a:lnTo>
                  <a:lnTo>
                    <a:pt x="448" y="1583"/>
                  </a:lnTo>
                  <a:lnTo>
                    <a:pt x="447" y="1583"/>
                  </a:lnTo>
                  <a:lnTo>
                    <a:pt x="447" y="1582"/>
                  </a:lnTo>
                  <a:lnTo>
                    <a:pt x="445" y="1582"/>
                  </a:lnTo>
                  <a:lnTo>
                    <a:pt x="445" y="1582"/>
                  </a:lnTo>
                  <a:lnTo>
                    <a:pt x="442" y="1581"/>
                  </a:lnTo>
                  <a:lnTo>
                    <a:pt x="441" y="1582"/>
                  </a:lnTo>
                  <a:lnTo>
                    <a:pt x="441" y="1581"/>
                  </a:lnTo>
                  <a:lnTo>
                    <a:pt x="441" y="1581"/>
                  </a:lnTo>
                  <a:lnTo>
                    <a:pt x="441" y="1580"/>
                  </a:lnTo>
                  <a:lnTo>
                    <a:pt x="439" y="1581"/>
                  </a:lnTo>
                  <a:lnTo>
                    <a:pt x="438" y="1580"/>
                  </a:lnTo>
                  <a:lnTo>
                    <a:pt x="439" y="1580"/>
                  </a:lnTo>
                  <a:lnTo>
                    <a:pt x="438" y="1580"/>
                  </a:lnTo>
                  <a:lnTo>
                    <a:pt x="438" y="1580"/>
                  </a:lnTo>
                  <a:lnTo>
                    <a:pt x="438" y="1579"/>
                  </a:lnTo>
                  <a:lnTo>
                    <a:pt x="437" y="1580"/>
                  </a:lnTo>
                  <a:lnTo>
                    <a:pt x="437" y="1579"/>
                  </a:lnTo>
                  <a:lnTo>
                    <a:pt x="438" y="1578"/>
                  </a:lnTo>
                  <a:lnTo>
                    <a:pt x="438" y="1576"/>
                  </a:lnTo>
                  <a:lnTo>
                    <a:pt x="437" y="1574"/>
                  </a:lnTo>
                  <a:lnTo>
                    <a:pt x="437" y="1573"/>
                  </a:lnTo>
                  <a:lnTo>
                    <a:pt x="436" y="1573"/>
                  </a:lnTo>
                  <a:lnTo>
                    <a:pt x="437" y="1572"/>
                  </a:lnTo>
                  <a:lnTo>
                    <a:pt x="436" y="1570"/>
                  </a:lnTo>
                  <a:lnTo>
                    <a:pt x="436" y="1565"/>
                  </a:lnTo>
                  <a:lnTo>
                    <a:pt x="436" y="1563"/>
                  </a:lnTo>
                  <a:lnTo>
                    <a:pt x="435" y="1562"/>
                  </a:lnTo>
                  <a:lnTo>
                    <a:pt x="435" y="1561"/>
                  </a:lnTo>
                  <a:lnTo>
                    <a:pt x="435" y="1561"/>
                  </a:lnTo>
                  <a:lnTo>
                    <a:pt x="435" y="1561"/>
                  </a:lnTo>
                  <a:lnTo>
                    <a:pt x="434" y="1557"/>
                  </a:lnTo>
                  <a:lnTo>
                    <a:pt x="433" y="1556"/>
                  </a:lnTo>
                  <a:lnTo>
                    <a:pt x="432" y="1555"/>
                  </a:lnTo>
                  <a:lnTo>
                    <a:pt x="432" y="1553"/>
                  </a:lnTo>
                  <a:lnTo>
                    <a:pt x="430" y="1553"/>
                  </a:lnTo>
                  <a:lnTo>
                    <a:pt x="429" y="1552"/>
                  </a:lnTo>
                  <a:lnTo>
                    <a:pt x="428" y="1550"/>
                  </a:lnTo>
                  <a:lnTo>
                    <a:pt x="428" y="1549"/>
                  </a:lnTo>
                  <a:lnTo>
                    <a:pt x="427" y="1545"/>
                  </a:lnTo>
                  <a:lnTo>
                    <a:pt x="426" y="1544"/>
                  </a:lnTo>
                  <a:lnTo>
                    <a:pt x="426" y="1544"/>
                  </a:lnTo>
                  <a:lnTo>
                    <a:pt x="426" y="1543"/>
                  </a:lnTo>
                  <a:lnTo>
                    <a:pt x="425" y="1543"/>
                  </a:lnTo>
                  <a:lnTo>
                    <a:pt x="425" y="1542"/>
                  </a:lnTo>
                  <a:lnTo>
                    <a:pt x="424" y="1541"/>
                  </a:lnTo>
                  <a:lnTo>
                    <a:pt x="425" y="1541"/>
                  </a:lnTo>
                  <a:lnTo>
                    <a:pt x="425" y="1541"/>
                  </a:lnTo>
                  <a:lnTo>
                    <a:pt x="425" y="1541"/>
                  </a:lnTo>
                  <a:lnTo>
                    <a:pt x="424" y="1540"/>
                  </a:lnTo>
                  <a:lnTo>
                    <a:pt x="424" y="1540"/>
                  </a:lnTo>
                  <a:lnTo>
                    <a:pt x="423" y="1540"/>
                  </a:lnTo>
                  <a:lnTo>
                    <a:pt x="424" y="1540"/>
                  </a:lnTo>
                  <a:lnTo>
                    <a:pt x="423" y="1543"/>
                  </a:lnTo>
                  <a:lnTo>
                    <a:pt x="423" y="1543"/>
                  </a:lnTo>
                  <a:lnTo>
                    <a:pt x="425" y="1547"/>
                  </a:lnTo>
                  <a:lnTo>
                    <a:pt x="425" y="1550"/>
                  </a:lnTo>
                  <a:lnTo>
                    <a:pt x="426" y="1550"/>
                  </a:lnTo>
                  <a:lnTo>
                    <a:pt x="426" y="1551"/>
                  </a:lnTo>
                  <a:lnTo>
                    <a:pt x="427" y="1552"/>
                  </a:lnTo>
                  <a:lnTo>
                    <a:pt x="428" y="1552"/>
                  </a:lnTo>
                  <a:lnTo>
                    <a:pt x="428" y="1553"/>
                  </a:lnTo>
                  <a:lnTo>
                    <a:pt x="428" y="1554"/>
                  </a:lnTo>
                  <a:lnTo>
                    <a:pt x="429" y="1555"/>
                  </a:lnTo>
                  <a:lnTo>
                    <a:pt x="430" y="1557"/>
                  </a:lnTo>
                  <a:lnTo>
                    <a:pt x="432" y="1560"/>
                  </a:lnTo>
                  <a:lnTo>
                    <a:pt x="432" y="1563"/>
                  </a:lnTo>
                  <a:lnTo>
                    <a:pt x="432" y="1565"/>
                  </a:lnTo>
                  <a:lnTo>
                    <a:pt x="432" y="1570"/>
                  </a:lnTo>
                  <a:lnTo>
                    <a:pt x="432" y="1571"/>
                  </a:lnTo>
                  <a:lnTo>
                    <a:pt x="432" y="1572"/>
                  </a:lnTo>
                  <a:lnTo>
                    <a:pt x="430" y="1572"/>
                  </a:lnTo>
                  <a:lnTo>
                    <a:pt x="430" y="1571"/>
                  </a:lnTo>
                  <a:lnTo>
                    <a:pt x="428" y="1571"/>
                  </a:lnTo>
                  <a:lnTo>
                    <a:pt x="428" y="1571"/>
                  </a:lnTo>
                  <a:lnTo>
                    <a:pt x="428" y="1571"/>
                  </a:lnTo>
                  <a:lnTo>
                    <a:pt x="427" y="1571"/>
                  </a:lnTo>
                  <a:lnTo>
                    <a:pt x="426" y="1570"/>
                  </a:lnTo>
                  <a:lnTo>
                    <a:pt x="425" y="1570"/>
                  </a:lnTo>
                  <a:lnTo>
                    <a:pt x="424" y="1568"/>
                  </a:lnTo>
                  <a:lnTo>
                    <a:pt x="423" y="1567"/>
                  </a:lnTo>
                  <a:lnTo>
                    <a:pt x="422" y="1566"/>
                  </a:lnTo>
                  <a:lnTo>
                    <a:pt x="422" y="1566"/>
                  </a:lnTo>
                  <a:lnTo>
                    <a:pt x="421" y="1565"/>
                  </a:lnTo>
                  <a:lnTo>
                    <a:pt x="419" y="1565"/>
                  </a:lnTo>
                  <a:lnTo>
                    <a:pt x="419" y="1564"/>
                  </a:lnTo>
                  <a:lnTo>
                    <a:pt x="419" y="1563"/>
                  </a:lnTo>
                  <a:lnTo>
                    <a:pt x="419" y="1563"/>
                  </a:lnTo>
                  <a:lnTo>
                    <a:pt x="418" y="1562"/>
                  </a:lnTo>
                  <a:lnTo>
                    <a:pt x="418" y="1562"/>
                  </a:lnTo>
                  <a:lnTo>
                    <a:pt x="416" y="1561"/>
                  </a:lnTo>
                  <a:lnTo>
                    <a:pt x="416" y="1561"/>
                  </a:lnTo>
                  <a:lnTo>
                    <a:pt x="415" y="1561"/>
                  </a:lnTo>
                  <a:lnTo>
                    <a:pt x="415" y="1561"/>
                  </a:lnTo>
                  <a:lnTo>
                    <a:pt x="415" y="1560"/>
                  </a:lnTo>
                  <a:lnTo>
                    <a:pt x="415" y="1559"/>
                  </a:lnTo>
                  <a:lnTo>
                    <a:pt x="415" y="1559"/>
                  </a:lnTo>
                  <a:lnTo>
                    <a:pt x="415" y="1560"/>
                  </a:lnTo>
                  <a:lnTo>
                    <a:pt x="415" y="1560"/>
                  </a:lnTo>
                  <a:lnTo>
                    <a:pt x="414" y="1558"/>
                  </a:lnTo>
                  <a:lnTo>
                    <a:pt x="414" y="1557"/>
                  </a:lnTo>
                  <a:lnTo>
                    <a:pt x="414" y="1557"/>
                  </a:lnTo>
                  <a:lnTo>
                    <a:pt x="414" y="1555"/>
                  </a:lnTo>
                  <a:lnTo>
                    <a:pt x="414" y="1555"/>
                  </a:lnTo>
                  <a:lnTo>
                    <a:pt x="414" y="1553"/>
                  </a:lnTo>
                  <a:lnTo>
                    <a:pt x="414" y="1552"/>
                  </a:lnTo>
                  <a:lnTo>
                    <a:pt x="414" y="1551"/>
                  </a:lnTo>
                  <a:lnTo>
                    <a:pt x="414" y="1551"/>
                  </a:lnTo>
                  <a:lnTo>
                    <a:pt x="415" y="1549"/>
                  </a:lnTo>
                  <a:lnTo>
                    <a:pt x="414" y="1549"/>
                  </a:lnTo>
                  <a:lnTo>
                    <a:pt x="414" y="1548"/>
                  </a:lnTo>
                  <a:lnTo>
                    <a:pt x="414" y="1548"/>
                  </a:lnTo>
                  <a:lnTo>
                    <a:pt x="414" y="1548"/>
                  </a:lnTo>
                  <a:lnTo>
                    <a:pt x="413" y="1548"/>
                  </a:lnTo>
                  <a:lnTo>
                    <a:pt x="412" y="1549"/>
                  </a:lnTo>
                  <a:lnTo>
                    <a:pt x="412" y="1550"/>
                  </a:lnTo>
                  <a:lnTo>
                    <a:pt x="412" y="1551"/>
                  </a:lnTo>
                  <a:lnTo>
                    <a:pt x="412" y="1552"/>
                  </a:lnTo>
                  <a:lnTo>
                    <a:pt x="412" y="1554"/>
                  </a:lnTo>
                  <a:lnTo>
                    <a:pt x="412" y="1554"/>
                  </a:lnTo>
                  <a:lnTo>
                    <a:pt x="412" y="1555"/>
                  </a:lnTo>
                  <a:lnTo>
                    <a:pt x="412" y="1556"/>
                  </a:lnTo>
                  <a:lnTo>
                    <a:pt x="411" y="1557"/>
                  </a:lnTo>
                  <a:lnTo>
                    <a:pt x="411" y="1559"/>
                  </a:lnTo>
                  <a:lnTo>
                    <a:pt x="413" y="1560"/>
                  </a:lnTo>
                  <a:lnTo>
                    <a:pt x="413" y="1561"/>
                  </a:lnTo>
                  <a:lnTo>
                    <a:pt x="412" y="1561"/>
                  </a:lnTo>
                  <a:lnTo>
                    <a:pt x="412" y="1561"/>
                  </a:lnTo>
                  <a:lnTo>
                    <a:pt x="412" y="1561"/>
                  </a:lnTo>
                  <a:lnTo>
                    <a:pt x="412" y="1561"/>
                  </a:lnTo>
                  <a:lnTo>
                    <a:pt x="411" y="1562"/>
                  </a:lnTo>
                  <a:lnTo>
                    <a:pt x="410" y="1565"/>
                  </a:lnTo>
                  <a:lnTo>
                    <a:pt x="410" y="1566"/>
                  </a:lnTo>
                  <a:lnTo>
                    <a:pt x="409" y="1566"/>
                  </a:lnTo>
                  <a:lnTo>
                    <a:pt x="407" y="1569"/>
                  </a:lnTo>
                  <a:lnTo>
                    <a:pt x="406" y="1569"/>
                  </a:lnTo>
                  <a:lnTo>
                    <a:pt x="406" y="1570"/>
                  </a:lnTo>
                  <a:lnTo>
                    <a:pt x="406" y="1570"/>
                  </a:lnTo>
                  <a:lnTo>
                    <a:pt x="405" y="1570"/>
                  </a:lnTo>
                  <a:lnTo>
                    <a:pt x="405" y="1573"/>
                  </a:lnTo>
                  <a:lnTo>
                    <a:pt x="405" y="1574"/>
                  </a:lnTo>
                  <a:lnTo>
                    <a:pt x="406" y="1576"/>
                  </a:lnTo>
                  <a:lnTo>
                    <a:pt x="407" y="1578"/>
                  </a:lnTo>
                  <a:lnTo>
                    <a:pt x="408" y="1581"/>
                  </a:lnTo>
                  <a:lnTo>
                    <a:pt x="409" y="1581"/>
                  </a:lnTo>
                  <a:lnTo>
                    <a:pt x="409" y="1581"/>
                  </a:lnTo>
                  <a:lnTo>
                    <a:pt x="409" y="1582"/>
                  </a:lnTo>
                  <a:lnTo>
                    <a:pt x="410" y="1583"/>
                  </a:lnTo>
                  <a:lnTo>
                    <a:pt x="410" y="1583"/>
                  </a:lnTo>
                  <a:lnTo>
                    <a:pt x="410" y="1583"/>
                  </a:lnTo>
                  <a:lnTo>
                    <a:pt x="410" y="1584"/>
                  </a:lnTo>
                  <a:lnTo>
                    <a:pt x="410" y="1584"/>
                  </a:lnTo>
                  <a:lnTo>
                    <a:pt x="410" y="1585"/>
                  </a:lnTo>
                  <a:lnTo>
                    <a:pt x="410" y="1587"/>
                  </a:lnTo>
                  <a:lnTo>
                    <a:pt x="410" y="1588"/>
                  </a:lnTo>
                  <a:lnTo>
                    <a:pt x="410" y="1588"/>
                  </a:lnTo>
                  <a:lnTo>
                    <a:pt x="411" y="1588"/>
                  </a:lnTo>
                  <a:lnTo>
                    <a:pt x="411" y="1592"/>
                  </a:lnTo>
                  <a:lnTo>
                    <a:pt x="411" y="1592"/>
                  </a:lnTo>
                  <a:lnTo>
                    <a:pt x="411" y="1592"/>
                  </a:lnTo>
                  <a:lnTo>
                    <a:pt x="411" y="1593"/>
                  </a:lnTo>
                  <a:lnTo>
                    <a:pt x="410" y="1593"/>
                  </a:lnTo>
                  <a:lnTo>
                    <a:pt x="410" y="1592"/>
                  </a:lnTo>
                  <a:lnTo>
                    <a:pt x="410" y="1592"/>
                  </a:lnTo>
                  <a:lnTo>
                    <a:pt x="410" y="1593"/>
                  </a:lnTo>
                  <a:lnTo>
                    <a:pt x="409" y="1593"/>
                  </a:lnTo>
                  <a:lnTo>
                    <a:pt x="408" y="1592"/>
                  </a:lnTo>
                  <a:lnTo>
                    <a:pt x="407" y="1591"/>
                  </a:lnTo>
                  <a:lnTo>
                    <a:pt x="407" y="1590"/>
                  </a:lnTo>
                  <a:lnTo>
                    <a:pt x="406" y="1589"/>
                  </a:lnTo>
                  <a:lnTo>
                    <a:pt x="406" y="1589"/>
                  </a:lnTo>
                  <a:lnTo>
                    <a:pt x="403" y="1589"/>
                  </a:lnTo>
                  <a:lnTo>
                    <a:pt x="403" y="1588"/>
                  </a:lnTo>
                  <a:lnTo>
                    <a:pt x="403" y="1587"/>
                  </a:lnTo>
                  <a:lnTo>
                    <a:pt x="402" y="1586"/>
                  </a:lnTo>
                  <a:lnTo>
                    <a:pt x="402" y="1586"/>
                  </a:lnTo>
                  <a:lnTo>
                    <a:pt x="402" y="1585"/>
                  </a:lnTo>
                  <a:lnTo>
                    <a:pt x="401" y="1585"/>
                  </a:lnTo>
                  <a:lnTo>
                    <a:pt x="401" y="1586"/>
                  </a:lnTo>
                  <a:lnTo>
                    <a:pt x="401" y="1587"/>
                  </a:lnTo>
                  <a:lnTo>
                    <a:pt x="400" y="1587"/>
                  </a:lnTo>
                  <a:lnTo>
                    <a:pt x="400" y="1587"/>
                  </a:lnTo>
                  <a:lnTo>
                    <a:pt x="399" y="1587"/>
                  </a:lnTo>
                  <a:lnTo>
                    <a:pt x="399" y="1587"/>
                  </a:lnTo>
                  <a:lnTo>
                    <a:pt x="399" y="1587"/>
                  </a:lnTo>
                  <a:lnTo>
                    <a:pt x="398" y="1587"/>
                  </a:lnTo>
                  <a:lnTo>
                    <a:pt x="398" y="1587"/>
                  </a:lnTo>
                  <a:lnTo>
                    <a:pt x="397" y="1586"/>
                  </a:lnTo>
                  <a:lnTo>
                    <a:pt x="397" y="1587"/>
                  </a:lnTo>
                  <a:lnTo>
                    <a:pt x="397" y="1586"/>
                  </a:lnTo>
                  <a:lnTo>
                    <a:pt x="397" y="1584"/>
                  </a:lnTo>
                  <a:lnTo>
                    <a:pt x="397" y="1584"/>
                  </a:lnTo>
                  <a:lnTo>
                    <a:pt x="396" y="1583"/>
                  </a:lnTo>
                  <a:lnTo>
                    <a:pt x="396" y="1584"/>
                  </a:lnTo>
                  <a:lnTo>
                    <a:pt x="395" y="1584"/>
                  </a:lnTo>
                  <a:lnTo>
                    <a:pt x="395" y="1585"/>
                  </a:lnTo>
                  <a:lnTo>
                    <a:pt x="395" y="1585"/>
                  </a:lnTo>
                  <a:lnTo>
                    <a:pt x="394" y="1585"/>
                  </a:lnTo>
                  <a:lnTo>
                    <a:pt x="394" y="1586"/>
                  </a:lnTo>
                  <a:lnTo>
                    <a:pt x="393" y="1585"/>
                  </a:lnTo>
                  <a:lnTo>
                    <a:pt x="393" y="1585"/>
                  </a:lnTo>
                  <a:lnTo>
                    <a:pt x="394" y="1584"/>
                  </a:lnTo>
                  <a:lnTo>
                    <a:pt x="392" y="1584"/>
                  </a:lnTo>
                  <a:lnTo>
                    <a:pt x="393" y="1582"/>
                  </a:lnTo>
                  <a:lnTo>
                    <a:pt x="393" y="1580"/>
                  </a:lnTo>
                  <a:lnTo>
                    <a:pt x="393" y="1580"/>
                  </a:lnTo>
                  <a:lnTo>
                    <a:pt x="393" y="1580"/>
                  </a:lnTo>
                  <a:lnTo>
                    <a:pt x="392" y="1579"/>
                  </a:lnTo>
                  <a:lnTo>
                    <a:pt x="392" y="1579"/>
                  </a:lnTo>
                  <a:lnTo>
                    <a:pt x="393" y="1578"/>
                  </a:lnTo>
                  <a:lnTo>
                    <a:pt x="392" y="1578"/>
                  </a:lnTo>
                  <a:lnTo>
                    <a:pt x="391" y="1577"/>
                  </a:lnTo>
                  <a:lnTo>
                    <a:pt x="391" y="1578"/>
                  </a:lnTo>
                  <a:lnTo>
                    <a:pt x="390" y="1578"/>
                  </a:lnTo>
                  <a:lnTo>
                    <a:pt x="390" y="1578"/>
                  </a:lnTo>
                  <a:lnTo>
                    <a:pt x="391" y="1577"/>
                  </a:lnTo>
                  <a:lnTo>
                    <a:pt x="391" y="1577"/>
                  </a:lnTo>
                  <a:lnTo>
                    <a:pt x="391" y="1576"/>
                  </a:lnTo>
                  <a:lnTo>
                    <a:pt x="391" y="1576"/>
                  </a:lnTo>
                  <a:lnTo>
                    <a:pt x="390" y="1576"/>
                  </a:lnTo>
                  <a:lnTo>
                    <a:pt x="390" y="1575"/>
                  </a:lnTo>
                  <a:lnTo>
                    <a:pt x="390" y="1575"/>
                  </a:lnTo>
                  <a:lnTo>
                    <a:pt x="390" y="1575"/>
                  </a:lnTo>
                  <a:lnTo>
                    <a:pt x="390" y="1575"/>
                  </a:lnTo>
                  <a:lnTo>
                    <a:pt x="389" y="1575"/>
                  </a:lnTo>
                  <a:lnTo>
                    <a:pt x="389" y="1576"/>
                  </a:lnTo>
                  <a:lnTo>
                    <a:pt x="389" y="1575"/>
                  </a:lnTo>
                  <a:lnTo>
                    <a:pt x="389" y="1575"/>
                  </a:lnTo>
                  <a:lnTo>
                    <a:pt x="389" y="1574"/>
                  </a:lnTo>
                  <a:lnTo>
                    <a:pt x="388" y="1575"/>
                  </a:lnTo>
                  <a:lnTo>
                    <a:pt x="387" y="1575"/>
                  </a:lnTo>
                  <a:lnTo>
                    <a:pt x="387" y="1574"/>
                  </a:lnTo>
                  <a:lnTo>
                    <a:pt x="388" y="1573"/>
                  </a:lnTo>
                  <a:lnTo>
                    <a:pt x="387" y="1572"/>
                  </a:lnTo>
                  <a:lnTo>
                    <a:pt x="387" y="1572"/>
                  </a:lnTo>
                  <a:lnTo>
                    <a:pt x="386" y="1573"/>
                  </a:lnTo>
                  <a:lnTo>
                    <a:pt x="386" y="1573"/>
                  </a:lnTo>
                  <a:lnTo>
                    <a:pt x="386" y="1572"/>
                  </a:lnTo>
                  <a:lnTo>
                    <a:pt x="386" y="1571"/>
                  </a:lnTo>
                  <a:lnTo>
                    <a:pt x="386" y="1570"/>
                  </a:lnTo>
                  <a:lnTo>
                    <a:pt x="387" y="1570"/>
                  </a:lnTo>
                  <a:lnTo>
                    <a:pt x="387" y="1570"/>
                  </a:lnTo>
                  <a:lnTo>
                    <a:pt x="388" y="1570"/>
                  </a:lnTo>
                  <a:lnTo>
                    <a:pt x="388" y="1570"/>
                  </a:lnTo>
                  <a:lnTo>
                    <a:pt x="387" y="1570"/>
                  </a:lnTo>
                  <a:lnTo>
                    <a:pt x="387" y="1570"/>
                  </a:lnTo>
                  <a:lnTo>
                    <a:pt x="386" y="1569"/>
                  </a:lnTo>
                  <a:lnTo>
                    <a:pt x="387" y="1566"/>
                  </a:lnTo>
                  <a:lnTo>
                    <a:pt x="387" y="1566"/>
                  </a:lnTo>
                  <a:lnTo>
                    <a:pt x="388" y="1566"/>
                  </a:lnTo>
                  <a:lnTo>
                    <a:pt x="388" y="1566"/>
                  </a:lnTo>
                  <a:lnTo>
                    <a:pt x="387" y="1565"/>
                  </a:lnTo>
                  <a:lnTo>
                    <a:pt x="387" y="1563"/>
                  </a:lnTo>
                  <a:lnTo>
                    <a:pt x="387" y="1562"/>
                  </a:lnTo>
                  <a:lnTo>
                    <a:pt x="388" y="1561"/>
                  </a:lnTo>
                  <a:lnTo>
                    <a:pt x="388" y="1559"/>
                  </a:lnTo>
                  <a:lnTo>
                    <a:pt x="389" y="1557"/>
                  </a:lnTo>
                  <a:lnTo>
                    <a:pt x="390" y="1553"/>
                  </a:lnTo>
                  <a:lnTo>
                    <a:pt x="389" y="1553"/>
                  </a:lnTo>
                  <a:lnTo>
                    <a:pt x="389" y="1553"/>
                  </a:lnTo>
                  <a:lnTo>
                    <a:pt x="389" y="1553"/>
                  </a:lnTo>
                  <a:lnTo>
                    <a:pt x="389" y="1553"/>
                  </a:lnTo>
                  <a:lnTo>
                    <a:pt x="389" y="1553"/>
                  </a:lnTo>
                  <a:lnTo>
                    <a:pt x="388" y="1553"/>
                  </a:lnTo>
                  <a:lnTo>
                    <a:pt x="388" y="1552"/>
                  </a:lnTo>
                  <a:lnTo>
                    <a:pt x="388" y="1552"/>
                  </a:lnTo>
                  <a:lnTo>
                    <a:pt x="387" y="1551"/>
                  </a:lnTo>
                  <a:lnTo>
                    <a:pt x="388" y="1551"/>
                  </a:lnTo>
                  <a:lnTo>
                    <a:pt x="387" y="1549"/>
                  </a:lnTo>
                  <a:lnTo>
                    <a:pt x="388" y="1548"/>
                  </a:lnTo>
                  <a:lnTo>
                    <a:pt x="388" y="1548"/>
                  </a:lnTo>
                  <a:lnTo>
                    <a:pt x="389" y="1548"/>
                  </a:lnTo>
                  <a:lnTo>
                    <a:pt x="389" y="1546"/>
                  </a:lnTo>
                  <a:lnTo>
                    <a:pt x="389" y="1545"/>
                  </a:lnTo>
                  <a:lnTo>
                    <a:pt x="388" y="1544"/>
                  </a:lnTo>
                  <a:lnTo>
                    <a:pt x="388" y="1543"/>
                  </a:lnTo>
                  <a:lnTo>
                    <a:pt x="389" y="1542"/>
                  </a:lnTo>
                  <a:lnTo>
                    <a:pt x="389" y="1542"/>
                  </a:lnTo>
                  <a:lnTo>
                    <a:pt x="389" y="1541"/>
                  </a:lnTo>
                  <a:lnTo>
                    <a:pt x="389" y="1541"/>
                  </a:lnTo>
                  <a:lnTo>
                    <a:pt x="389" y="1540"/>
                  </a:lnTo>
                  <a:lnTo>
                    <a:pt x="390" y="1540"/>
                  </a:lnTo>
                  <a:lnTo>
                    <a:pt x="390" y="1540"/>
                  </a:lnTo>
                  <a:lnTo>
                    <a:pt x="390" y="1539"/>
                  </a:lnTo>
                  <a:lnTo>
                    <a:pt x="391" y="1539"/>
                  </a:lnTo>
                  <a:lnTo>
                    <a:pt x="392" y="1539"/>
                  </a:lnTo>
                  <a:lnTo>
                    <a:pt x="392" y="1538"/>
                  </a:lnTo>
                  <a:lnTo>
                    <a:pt x="393" y="1538"/>
                  </a:lnTo>
                  <a:lnTo>
                    <a:pt x="393" y="1535"/>
                  </a:lnTo>
                  <a:lnTo>
                    <a:pt x="394" y="1535"/>
                  </a:lnTo>
                  <a:lnTo>
                    <a:pt x="394" y="1535"/>
                  </a:lnTo>
                  <a:lnTo>
                    <a:pt x="394" y="1535"/>
                  </a:lnTo>
                  <a:lnTo>
                    <a:pt x="395" y="1534"/>
                  </a:lnTo>
                  <a:lnTo>
                    <a:pt x="395" y="1533"/>
                  </a:lnTo>
                  <a:lnTo>
                    <a:pt x="395" y="1531"/>
                  </a:lnTo>
                  <a:lnTo>
                    <a:pt x="396" y="1531"/>
                  </a:lnTo>
                  <a:lnTo>
                    <a:pt x="396" y="1530"/>
                  </a:lnTo>
                  <a:lnTo>
                    <a:pt x="396" y="1529"/>
                  </a:lnTo>
                  <a:lnTo>
                    <a:pt x="396" y="1528"/>
                  </a:lnTo>
                  <a:lnTo>
                    <a:pt x="397" y="1527"/>
                  </a:lnTo>
                  <a:lnTo>
                    <a:pt x="398" y="1525"/>
                  </a:lnTo>
                  <a:lnTo>
                    <a:pt x="399" y="1524"/>
                  </a:lnTo>
                  <a:lnTo>
                    <a:pt x="399" y="1523"/>
                  </a:lnTo>
                  <a:lnTo>
                    <a:pt x="400" y="1522"/>
                  </a:lnTo>
                  <a:lnTo>
                    <a:pt x="400" y="1522"/>
                  </a:lnTo>
                  <a:lnTo>
                    <a:pt x="400" y="1522"/>
                  </a:lnTo>
                  <a:lnTo>
                    <a:pt x="401" y="1522"/>
                  </a:lnTo>
                  <a:lnTo>
                    <a:pt x="401" y="1521"/>
                  </a:lnTo>
                  <a:lnTo>
                    <a:pt x="401" y="1520"/>
                  </a:lnTo>
                  <a:lnTo>
                    <a:pt x="402" y="1518"/>
                  </a:lnTo>
                  <a:lnTo>
                    <a:pt x="404" y="1518"/>
                  </a:lnTo>
                  <a:lnTo>
                    <a:pt x="404" y="1518"/>
                  </a:lnTo>
                  <a:lnTo>
                    <a:pt x="404" y="1517"/>
                  </a:lnTo>
                  <a:lnTo>
                    <a:pt x="405" y="1516"/>
                  </a:lnTo>
                  <a:lnTo>
                    <a:pt x="406" y="1514"/>
                  </a:lnTo>
                  <a:lnTo>
                    <a:pt x="406" y="1514"/>
                  </a:lnTo>
                  <a:lnTo>
                    <a:pt x="408" y="1513"/>
                  </a:lnTo>
                  <a:lnTo>
                    <a:pt x="409" y="1513"/>
                  </a:lnTo>
                  <a:lnTo>
                    <a:pt x="409" y="1511"/>
                  </a:lnTo>
                  <a:lnTo>
                    <a:pt x="410" y="1509"/>
                  </a:lnTo>
                  <a:lnTo>
                    <a:pt x="410" y="1509"/>
                  </a:lnTo>
                  <a:lnTo>
                    <a:pt x="410" y="1508"/>
                  </a:lnTo>
                  <a:lnTo>
                    <a:pt x="410" y="1507"/>
                  </a:lnTo>
                  <a:lnTo>
                    <a:pt x="410" y="1507"/>
                  </a:lnTo>
                  <a:lnTo>
                    <a:pt x="410" y="1506"/>
                  </a:lnTo>
                  <a:lnTo>
                    <a:pt x="410" y="1506"/>
                  </a:lnTo>
                  <a:lnTo>
                    <a:pt x="410" y="1505"/>
                  </a:lnTo>
                  <a:lnTo>
                    <a:pt x="410" y="1505"/>
                  </a:lnTo>
                  <a:lnTo>
                    <a:pt x="411" y="1504"/>
                  </a:lnTo>
                  <a:lnTo>
                    <a:pt x="411" y="1503"/>
                  </a:lnTo>
                  <a:lnTo>
                    <a:pt x="415" y="1501"/>
                  </a:lnTo>
                  <a:lnTo>
                    <a:pt x="415" y="1501"/>
                  </a:lnTo>
                  <a:lnTo>
                    <a:pt x="416" y="1501"/>
                  </a:lnTo>
                  <a:lnTo>
                    <a:pt x="417" y="1500"/>
                  </a:lnTo>
                  <a:lnTo>
                    <a:pt x="417" y="1500"/>
                  </a:lnTo>
                  <a:lnTo>
                    <a:pt x="418" y="1500"/>
                  </a:lnTo>
                  <a:lnTo>
                    <a:pt x="418" y="1500"/>
                  </a:lnTo>
                  <a:lnTo>
                    <a:pt x="420" y="1500"/>
                  </a:lnTo>
                  <a:lnTo>
                    <a:pt x="421" y="1500"/>
                  </a:lnTo>
                  <a:lnTo>
                    <a:pt x="423" y="1499"/>
                  </a:lnTo>
                  <a:lnTo>
                    <a:pt x="424" y="1497"/>
                  </a:lnTo>
                  <a:lnTo>
                    <a:pt x="426" y="1496"/>
                  </a:lnTo>
                  <a:lnTo>
                    <a:pt x="426" y="1496"/>
                  </a:lnTo>
                  <a:lnTo>
                    <a:pt x="428" y="1495"/>
                  </a:lnTo>
                  <a:lnTo>
                    <a:pt x="429" y="1494"/>
                  </a:lnTo>
                  <a:lnTo>
                    <a:pt x="429" y="1493"/>
                  </a:lnTo>
                  <a:lnTo>
                    <a:pt x="429" y="1493"/>
                  </a:lnTo>
                  <a:lnTo>
                    <a:pt x="430" y="1493"/>
                  </a:lnTo>
                  <a:lnTo>
                    <a:pt x="430" y="1493"/>
                  </a:lnTo>
                  <a:lnTo>
                    <a:pt x="431" y="1492"/>
                  </a:lnTo>
                  <a:lnTo>
                    <a:pt x="432" y="1492"/>
                  </a:lnTo>
                  <a:lnTo>
                    <a:pt x="432" y="1491"/>
                  </a:lnTo>
                  <a:lnTo>
                    <a:pt x="431" y="1489"/>
                  </a:lnTo>
                  <a:lnTo>
                    <a:pt x="432" y="1486"/>
                  </a:lnTo>
                  <a:lnTo>
                    <a:pt x="432" y="1484"/>
                  </a:lnTo>
                  <a:lnTo>
                    <a:pt x="432" y="1483"/>
                  </a:lnTo>
                  <a:lnTo>
                    <a:pt x="433" y="1483"/>
                  </a:lnTo>
                  <a:lnTo>
                    <a:pt x="433" y="1483"/>
                  </a:lnTo>
                  <a:lnTo>
                    <a:pt x="434" y="1481"/>
                  </a:lnTo>
                  <a:lnTo>
                    <a:pt x="435" y="1481"/>
                  </a:lnTo>
                  <a:lnTo>
                    <a:pt x="435" y="1479"/>
                  </a:lnTo>
                  <a:lnTo>
                    <a:pt x="436" y="1479"/>
                  </a:lnTo>
                  <a:lnTo>
                    <a:pt x="436" y="1478"/>
                  </a:lnTo>
                  <a:lnTo>
                    <a:pt x="437" y="1477"/>
                  </a:lnTo>
                  <a:lnTo>
                    <a:pt x="438" y="1476"/>
                  </a:lnTo>
                  <a:lnTo>
                    <a:pt x="439" y="1476"/>
                  </a:lnTo>
                  <a:lnTo>
                    <a:pt x="439" y="1475"/>
                  </a:lnTo>
                  <a:lnTo>
                    <a:pt x="440" y="1475"/>
                  </a:lnTo>
                  <a:lnTo>
                    <a:pt x="440" y="1475"/>
                  </a:lnTo>
                  <a:lnTo>
                    <a:pt x="444" y="1473"/>
                  </a:lnTo>
                  <a:lnTo>
                    <a:pt x="444" y="1472"/>
                  </a:lnTo>
                  <a:lnTo>
                    <a:pt x="445" y="1472"/>
                  </a:lnTo>
                  <a:lnTo>
                    <a:pt x="446" y="1471"/>
                  </a:lnTo>
                  <a:lnTo>
                    <a:pt x="446" y="1471"/>
                  </a:lnTo>
                  <a:lnTo>
                    <a:pt x="448" y="1471"/>
                  </a:lnTo>
                  <a:lnTo>
                    <a:pt x="449" y="1470"/>
                  </a:lnTo>
                  <a:lnTo>
                    <a:pt x="450" y="1468"/>
                  </a:lnTo>
                  <a:lnTo>
                    <a:pt x="451" y="1468"/>
                  </a:lnTo>
                  <a:lnTo>
                    <a:pt x="452" y="1467"/>
                  </a:lnTo>
                  <a:lnTo>
                    <a:pt x="453" y="1467"/>
                  </a:lnTo>
                  <a:lnTo>
                    <a:pt x="454" y="1466"/>
                  </a:lnTo>
                  <a:lnTo>
                    <a:pt x="454" y="1465"/>
                  </a:lnTo>
                  <a:lnTo>
                    <a:pt x="455" y="1464"/>
                  </a:lnTo>
                  <a:lnTo>
                    <a:pt x="456" y="1464"/>
                  </a:lnTo>
                  <a:lnTo>
                    <a:pt x="456" y="1463"/>
                  </a:lnTo>
                  <a:lnTo>
                    <a:pt x="458" y="1462"/>
                  </a:lnTo>
                  <a:lnTo>
                    <a:pt x="456" y="1461"/>
                  </a:lnTo>
                  <a:lnTo>
                    <a:pt x="454" y="1464"/>
                  </a:lnTo>
                  <a:lnTo>
                    <a:pt x="452" y="1465"/>
                  </a:lnTo>
                  <a:lnTo>
                    <a:pt x="449" y="1466"/>
                  </a:lnTo>
                  <a:lnTo>
                    <a:pt x="447" y="1468"/>
                  </a:lnTo>
                  <a:lnTo>
                    <a:pt x="445" y="1469"/>
                  </a:lnTo>
                  <a:lnTo>
                    <a:pt x="444" y="1469"/>
                  </a:lnTo>
                  <a:lnTo>
                    <a:pt x="441" y="1470"/>
                  </a:lnTo>
                  <a:lnTo>
                    <a:pt x="438" y="1471"/>
                  </a:lnTo>
                  <a:lnTo>
                    <a:pt x="437" y="1471"/>
                  </a:lnTo>
                  <a:lnTo>
                    <a:pt x="437" y="1471"/>
                  </a:lnTo>
                  <a:lnTo>
                    <a:pt x="437" y="1468"/>
                  </a:lnTo>
                  <a:lnTo>
                    <a:pt x="436" y="1468"/>
                  </a:lnTo>
                  <a:lnTo>
                    <a:pt x="436" y="1468"/>
                  </a:lnTo>
                  <a:lnTo>
                    <a:pt x="434" y="1470"/>
                  </a:lnTo>
                  <a:lnTo>
                    <a:pt x="433" y="1471"/>
                  </a:lnTo>
                  <a:lnTo>
                    <a:pt x="432" y="1472"/>
                  </a:lnTo>
                  <a:lnTo>
                    <a:pt x="433" y="1472"/>
                  </a:lnTo>
                  <a:lnTo>
                    <a:pt x="433" y="1473"/>
                  </a:lnTo>
                  <a:lnTo>
                    <a:pt x="432" y="1473"/>
                  </a:lnTo>
                  <a:lnTo>
                    <a:pt x="432" y="1475"/>
                  </a:lnTo>
                  <a:lnTo>
                    <a:pt x="432" y="1475"/>
                  </a:lnTo>
                  <a:lnTo>
                    <a:pt x="431" y="1476"/>
                  </a:lnTo>
                  <a:lnTo>
                    <a:pt x="430" y="1476"/>
                  </a:lnTo>
                  <a:lnTo>
                    <a:pt x="430" y="1476"/>
                  </a:lnTo>
                  <a:lnTo>
                    <a:pt x="429" y="1479"/>
                  </a:lnTo>
                  <a:lnTo>
                    <a:pt x="429" y="1480"/>
                  </a:lnTo>
                  <a:lnTo>
                    <a:pt x="428" y="1480"/>
                  </a:lnTo>
                  <a:lnTo>
                    <a:pt x="428" y="1480"/>
                  </a:lnTo>
                  <a:lnTo>
                    <a:pt x="428" y="1481"/>
                  </a:lnTo>
                  <a:lnTo>
                    <a:pt x="428" y="1483"/>
                  </a:lnTo>
                  <a:lnTo>
                    <a:pt x="427" y="1483"/>
                  </a:lnTo>
                  <a:lnTo>
                    <a:pt x="427" y="1483"/>
                  </a:lnTo>
                  <a:lnTo>
                    <a:pt x="428" y="1483"/>
                  </a:lnTo>
                  <a:lnTo>
                    <a:pt x="428" y="1484"/>
                  </a:lnTo>
                  <a:lnTo>
                    <a:pt x="428" y="1487"/>
                  </a:lnTo>
                  <a:lnTo>
                    <a:pt x="427" y="1488"/>
                  </a:lnTo>
                  <a:lnTo>
                    <a:pt x="426" y="1488"/>
                  </a:lnTo>
                  <a:lnTo>
                    <a:pt x="426" y="1489"/>
                  </a:lnTo>
                  <a:lnTo>
                    <a:pt x="425" y="1490"/>
                  </a:lnTo>
                  <a:lnTo>
                    <a:pt x="425" y="1491"/>
                  </a:lnTo>
                  <a:lnTo>
                    <a:pt x="425" y="1492"/>
                  </a:lnTo>
                  <a:lnTo>
                    <a:pt x="424" y="1492"/>
                  </a:lnTo>
                  <a:lnTo>
                    <a:pt x="423" y="1493"/>
                  </a:lnTo>
                  <a:lnTo>
                    <a:pt x="422" y="1494"/>
                  </a:lnTo>
                  <a:lnTo>
                    <a:pt x="420" y="1495"/>
                  </a:lnTo>
                  <a:lnTo>
                    <a:pt x="419" y="1494"/>
                  </a:lnTo>
                  <a:lnTo>
                    <a:pt x="418" y="1495"/>
                  </a:lnTo>
                  <a:lnTo>
                    <a:pt x="418" y="1495"/>
                  </a:lnTo>
                  <a:lnTo>
                    <a:pt x="417" y="1495"/>
                  </a:lnTo>
                  <a:lnTo>
                    <a:pt x="417" y="1496"/>
                  </a:lnTo>
                  <a:lnTo>
                    <a:pt x="416" y="1496"/>
                  </a:lnTo>
                  <a:lnTo>
                    <a:pt x="415" y="1496"/>
                  </a:lnTo>
                  <a:lnTo>
                    <a:pt x="413" y="1496"/>
                  </a:lnTo>
                  <a:lnTo>
                    <a:pt x="411" y="1498"/>
                  </a:lnTo>
                  <a:lnTo>
                    <a:pt x="411" y="1498"/>
                  </a:lnTo>
                  <a:lnTo>
                    <a:pt x="410" y="1499"/>
                  </a:lnTo>
                  <a:lnTo>
                    <a:pt x="410" y="1500"/>
                  </a:lnTo>
                  <a:lnTo>
                    <a:pt x="409" y="1501"/>
                  </a:lnTo>
                  <a:lnTo>
                    <a:pt x="408" y="1501"/>
                  </a:lnTo>
                  <a:lnTo>
                    <a:pt x="406" y="1502"/>
                  </a:lnTo>
                  <a:lnTo>
                    <a:pt x="406" y="1502"/>
                  </a:lnTo>
                  <a:lnTo>
                    <a:pt x="406" y="1503"/>
                  </a:lnTo>
                  <a:lnTo>
                    <a:pt x="406" y="1505"/>
                  </a:lnTo>
                  <a:lnTo>
                    <a:pt x="404" y="1505"/>
                  </a:lnTo>
                  <a:lnTo>
                    <a:pt x="404" y="1505"/>
                  </a:lnTo>
                  <a:lnTo>
                    <a:pt x="403" y="1506"/>
                  </a:lnTo>
                  <a:lnTo>
                    <a:pt x="403" y="1507"/>
                  </a:lnTo>
                  <a:lnTo>
                    <a:pt x="402" y="1508"/>
                  </a:lnTo>
                  <a:lnTo>
                    <a:pt x="402" y="1509"/>
                  </a:lnTo>
                  <a:lnTo>
                    <a:pt x="402" y="1509"/>
                  </a:lnTo>
                  <a:lnTo>
                    <a:pt x="402" y="1510"/>
                  </a:lnTo>
                  <a:lnTo>
                    <a:pt x="402" y="1511"/>
                  </a:lnTo>
                  <a:lnTo>
                    <a:pt x="402" y="1511"/>
                  </a:lnTo>
                  <a:lnTo>
                    <a:pt x="402" y="1513"/>
                  </a:lnTo>
                  <a:lnTo>
                    <a:pt x="402" y="1513"/>
                  </a:lnTo>
                  <a:lnTo>
                    <a:pt x="402" y="1513"/>
                  </a:lnTo>
                  <a:lnTo>
                    <a:pt x="400" y="1514"/>
                  </a:lnTo>
                  <a:lnTo>
                    <a:pt x="400" y="1514"/>
                  </a:lnTo>
                  <a:lnTo>
                    <a:pt x="397" y="1515"/>
                  </a:lnTo>
                  <a:lnTo>
                    <a:pt x="397" y="1516"/>
                  </a:lnTo>
                  <a:lnTo>
                    <a:pt x="397" y="1516"/>
                  </a:lnTo>
                  <a:lnTo>
                    <a:pt x="397" y="1517"/>
                  </a:lnTo>
                  <a:lnTo>
                    <a:pt x="397" y="1518"/>
                  </a:lnTo>
                  <a:lnTo>
                    <a:pt x="396" y="1519"/>
                  </a:lnTo>
                  <a:lnTo>
                    <a:pt x="396" y="1521"/>
                  </a:lnTo>
                  <a:lnTo>
                    <a:pt x="396" y="1521"/>
                  </a:lnTo>
                  <a:lnTo>
                    <a:pt x="395" y="1522"/>
                  </a:lnTo>
                  <a:lnTo>
                    <a:pt x="394" y="1522"/>
                  </a:lnTo>
                  <a:lnTo>
                    <a:pt x="394" y="1522"/>
                  </a:lnTo>
                  <a:lnTo>
                    <a:pt x="393" y="1523"/>
                  </a:lnTo>
                  <a:lnTo>
                    <a:pt x="393" y="1523"/>
                  </a:lnTo>
                  <a:lnTo>
                    <a:pt x="393" y="1524"/>
                  </a:lnTo>
                  <a:lnTo>
                    <a:pt x="393" y="1524"/>
                  </a:lnTo>
                  <a:lnTo>
                    <a:pt x="393" y="1524"/>
                  </a:lnTo>
                  <a:lnTo>
                    <a:pt x="392" y="1524"/>
                  </a:lnTo>
                  <a:lnTo>
                    <a:pt x="392" y="1524"/>
                  </a:lnTo>
                  <a:lnTo>
                    <a:pt x="391" y="1523"/>
                  </a:lnTo>
                  <a:lnTo>
                    <a:pt x="391" y="1523"/>
                  </a:lnTo>
                  <a:lnTo>
                    <a:pt x="391" y="1522"/>
                  </a:lnTo>
                  <a:lnTo>
                    <a:pt x="391" y="1522"/>
                  </a:lnTo>
                  <a:lnTo>
                    <a:pt x="391" y="1522"/>
                  </a:lnTo>
                  <a:lnTo>
                    <a:pt x="391" y="1521"/>
                  </a:lnTo>
                  <a:lnTo>
                    <a:pt x="390" y="1521"/>
                  </a:lnTo>
                  <a:lnTo>
                    <a:pt x="389" y="1521"/>
                  </a:lnTo>
                  <a:lnTo>
                    <a:pt x="389" y="1522"/>
                  </a:lnTo>
                  <a:lnTo>
                    <a:pt x="389" y="1522"/>
                  </a:lnTo>
                  <a:lnTo>
                    <a:pt x="389" y="1523"/>
                  </a:lnTo>
                  <a:lnTo>
                    <a:pt x="390" y="1524"/>
                  </a:lnTo>
                  <a:lnTo>
                    <a:pt x="391" y="1524"/>
                  </a:lnTo>
                  <a:lnTo>
                    <a:pt x="390" y="1525"/>
                  </a:lnTo>
                  <a:lnTo>
                    <a:pt x="389" y="1525"/>
                  </a:lnTo>
                  <a:lnTo>
                    <a:pt x="389" y="1526"/>
                  </a:lnTo>
                  <a:lnTo>
                    <a:pt x="389" y="1526"/>
                  </a:lnTo>
                  <a:lnTo>
                    <a:pt x="389" y="1527"/>
                  </a:lnTo>
                  <a:lnTo>
                    <a:pt x="388" y="1527"/>
                  </a:lnTo>
                  <a:lnTo>
                    <a:pt x="389" y="1527"/>
                  </a:lnTo>
                  <a:lnTo>
                    <a:pt x="389" y="1529"/>
                  </a:lnTo>
                  <a:lnTo>
                    <a:pt x="389" y="1530"/>
                  </a:lnTo>
                  <a:lnTo>
                    <a:pt x="389" y="1530"/>
                  </a:lnTo>
                  <a:lnTo>
                    <a:pt x="389" y="1532"/>
                  </a:lnTo>
                  <a:lnTo>
                    <a:pt x="388" y="1534"/>
                  </a:lnTo>
                  <a:lnTo>
                    <a:pt x="388" y="1535"/>
                  </a:lnTo>
                  <a:lnTo>
                    <a:pt x="387" y="1535"/>
                  </a:lnTo>
                  <a:lnTo>
                    <a:pt x="386" y="1535"/>
                  </a:lnTo>
                  <a:lnTo>
                    <a:pt x="386" y="1535"/>
                  </a:lnTo>
                  <a:lnTo>
                    <a:pt x="385" y="1534"/>
                  </a:lnTo>
                  <a:lnTo>
                    <a:pt x="385" y="1535"/>
                  </a:lnTo>
                  <a:lnTo>
                    <a:pt x="384" y="1535"/>
                  </a:lnTo>
                  <a:lnTo>
                    <a:pt x="384" y="1535"/>
                  </a:lnTo>
                  <a:lnTo>
                    <a:pt x="384" y="1537"/>
                  </a:lnTo>
                  <a:lnTo>
                    <a:pt x="383" y="1537"/>
                  </a:lnTo>
                  <a:lnTo>
                    <a:pt x="381" y="1540"/>
                  </a:lnTo>
                  <a:lnTo>
                    <a:pt x="380" y="1540"/>
                  </a:lnTo>
                  <a:lnTo>
                    <a:pt x="380" y="1540"/>
                  </a:lnTo>
                  <a:lnTo>
                    <a:pt x="380" y="1540"/>
                  </a:lnTo>
                  <a:lnTo>
                    <a:pt x="380" y="1540"/>
                  </a:lnTo>
                  <a:lnTo>
                    <a:pt x="380" y="1540"/>
                  </a:lnTo>
                  <a:lnTo>
                    <a:pt x="380" y="1540"/>
                  </a:lnTo>
                  <a:lnTo>
                    <a:pt x="380" y="1540"/>
                  </a:lnTo>
                  <a:lnTo>
                    <a:pt x="380" y="1540"/>
                  </a:lnTo>
                  <a:lnTo>
                    <a:pt x="379" y="1540"/>
                  </a:lnTo>
                  <a:lnTo>
                    <a:pt x="378" y="1540"/>
                  </a:lnTo>
                  <a:lnTo>
                    <a:pt x="377" y="1541"/>
                  </a:lnTo>
                  <a:lnTo>
                    <a:pt x="377" y="1540"/>
                  </a:lnTo>
                  <a:lnTo>
                    <a:pt x="376" y="1540"/>
                  </a:lnTo>
                  <a:lnTo>
                    <a:pt x="376" y="1540"/>
                  </a:lnTo>
                  <a:lnTo>
                    <a:pt x="376" y="1540"/>
                  </a:lnTo>
                  <a:lnTo>
                    <a:pt x="376" y="1539"/>
                  </a:lnTo>
                  <a:lnTo>
                    <a:pt x="376" y="1540"/>
                  </a:lnTo>
                  <a:lnTo>
                    <a:pt x="375" y="1539"/>
                  </a:lnTo>
                  <a:lnTo>
                    <a:pt x="374" y="1538"/>
                  </a:lnTo>
                  <a:lnTo>
                    <a:pt x="374" y="1538"/>
                  </a:lnTo>
                  <a:lnTo>
                    <a:pt x="374" y="1538"/>
                  </a:lnTo>
                  <a:lnTo>
                    <a:pt x="373" y="1536"/>
                  </a:lnTo>
                  <a:lnTo>
                    <a:pt x="374" y="1535"/>
                  </a:lnTo>
                  <a:lnTo>
                    <a:pt x="373" y="1534"/>
                  </a:lnTo>
                  <a:lnTo>
                    <a:pt x="373" y="1533"/>
                  </a:lnTo>
                  <a:lnTo>
                    <a:pt x="373" y="1531"/>
                  </a:lnTo>
                  <a:lnTo>
                    <a:pt x="372" y="1531"/>
                  </a:lnTo>
                  <a:lnTo>
                    <a:pt x="371" y="1531"/>
                  </a:lnTo>
                  <a:lnTo>
                    <a:pt x="371" y="1531"/>
                  </a:lnTo>
                  <a:lnTo>
                    <a:pt x="371" y="1532"/>
                  </a:lnTo>
                  <a:lnTo>
                    <a:pt x="371" y="1533"/>
                  </a:lnTo>
                  <a:lnTo>
                    <a:pt x="371" y="1533"/>
                  </a:lnTo>
                  <a:lnTo>
                    <a:pt x="371" y="1535"/>
                  </a:lnTo>
                  <a:lnTo>
                    <a:pt x="371" y="1536"/>
                  </a:lnTo>
                  <a:lnTo>
                    <a:pt x="371" y="1537"/>
                  </a:lnTo>
                  <a:lnTo>
                    <a:pt x="371" y="1537"/>
                  </a:lnTo>
                  <a:lnTo>
                    <a:pt x="371" y="1538"/>
                  </a:lnTo>
                  <a:lnTo>
                    <a:pt x="370" y="1539"/>
                  </a:lnTo>
                  <a:lnTo>
                    <a:pt x="370" y="1540"/>
                  </a:lnTo>
                  <a:lnTo>
                    <a:pt x="371" y="1541"/>
                  </a:lnTo>
                  <a:lnTo>
                    <a:pt x="371" y="1542"/>
                  </a:lnTo>
                  <a:lnTo>
                    <a:pt x="371" y="1544"/>
                  </a:lnTo>
                  <a:lnTo>
                    <a:pt x="371" y="1544"/>
                  </a:lnTo>
                  <a:lnTo>
                    <a:pt x="371" y="1544"/>
                  </a:lnTo>
                  <a:lnTo>
                    <a:pt x="371" y="1546"/>
                  </a:lnTo>
                  <a:lnTo>
                    <a:pt x="371" y="1547"/>
                  </a:lnTo>
                  <a:lnTo>
                    <a:pt x="371" y="1548"/>
                  </a:lnTo>
                  <a:lnTo>
                    <a:pt x="371" y="1548"/>
                  </a:lnTo>
                  <a:lnTo>
                    <a:pt x="371" y="1549"/>
                  </a:lnTo>
                  <a:lnTo>
                    <a:pt x="371" y="1549"/>
                  </a:lnTo>
                  <a:lnTo>
                    <a:pt x="371" y="1549"/>
                  </a:lnTo>
                  <a:lnTo>
                    <a:pt x="370" y="1549"/>
                  </a:lnTo>
                  <a:lnTo>
                    <a:pt x="370" y="1550"/>
                  </a:lnTo>
                  <a:lnTo>
                    <a:pt x="371" y="1552"/>
                  </a:lnTo>
                  <a:lnTo>
                    <a:pt x="371" y="1552"/>
                  </a:lnTo>
                  <a:lnTo>
                    <a:pt x="371" y="1553"/>
                  </a:lnTo>
                  <a:lnTo>
                    <a:pt x="371" y="1554"/>
                  </a:lnTo>
                  <a:lnTo>
                    <a:pt x="373" y="1555"/>
                  </a:lnTo>
                  <a:lnTo>
                    <a:pt x="374" y="1557"/>
                  </a:lnTo>
                  <a:lnTo>
                    <a:pt x="374" y="1561"/>
                  </a:lnTo>
                  <a:lnTo>
                    <a:pt x="374" y="1561"/>
                  </a:lnTo>
                  <a:lnTo>
                    <a:pt x="375" y="1566"/>
                  </a:lnTo>
                  <a:lnTo>
                    <a:pt x="375" y="1567"/>
                  </a:lnTo>
                  <a:lnTo>
                    <a:pt x="375" y="1569"/>
                  </a:lnTo>
                  <a:lnTo>
                    <a:pt x="376" y="1569"/>
                  </a:lnTo>
                  <a:lnTo>
                    <a:pt x="376" y="1570"/>
                  </a:lnTo>
                  <a:lnTo>
                    <a:pt x="376" y="1570"/>
                  </a:lnTo>
                  <a:lnTo>
                    <a:pt x="376" y="1572"/>
                  </a:lnTo>
                  <a:lnTo>
                    <a:pt x="376" y="1573"/>
                  </a:lnTo>
                  <a:lnTo>
                    <a:pt x="376" y="1574"/>
                  </a:lnTo>
                  <a:lnTo>
                    <a:pt x="376" y="1574"/>
                  </a:lnTo>
                  <a:lnTo>
                    <a:pt x="376" y="1574"/>
                  </a:lnTo>
                  <a:lnTo>
                    <a:pt x="377" y="1573"/>
                  </a:lnTo>
                  <a:lnTo>
                    <a:pt x="378" y="1574"/>
                  </a:lnTo>
                  <a:lnTo>
                    <a:pt x="378" y="1575"/>
                  </a:lnTo>
                  <a:lnTo>
                    <a:pt x="377" y="1575"/>
                  </a:lnTo>
                  <a:lnTo>
                    <a:pt x="376" y="1574"/>
                  </a:lnTo>
                  <a:lnTo>
                    <a:pt x="377" y="1577"/>
                  </a:lnTo>
                  <a:lnTo>
                    <a:pt x="378" y="1579"/>
                  </a:lnTo>
                  <a:lnTo>
                    <a:pt x="379" y="1580"/>
                  </a:lnTo>
                  <a:lnTo>
                    <a:pt x="379" y="1580"/>
                  </a:lnTo>
                  <a:lnTo>
                    <a:pt x="379" y="1580"/>
                  </a:lnTo>
                  <a:lnTo>
                    <a:pt x="378" y="1581"/>
                  </a:lnTo>
                  <a:lnTo>
                    <a:pt x="377" y="1581"/>
                  </a:lnTo>
                  <a:lnTo>
                    <a:pt x="377" y="1580"/>
                  </a:lnTo>
                  <a:lnTo>
                    <a:pt x="376" y="1582"/>
                  </a:lnTo>
                  <a:lnTo>
                    <a:pt x="378" y="1581"/>
                  </a:lnTo>
                  <a:lnTo>
                    <a:pt x="379" y="1581"/>
                  </a:lnTo>
                  <a:lnTo>
                    <a:pt x="380" y="1582"/>
                  </a:lnTo>
                  <a:lnTo>
                    <a:pt x="381" y="1582"/>
                  </a:lnTo>
                  <a:lnTo>
                    <a:pt x="381" y="1583"/>
                  </a:lnTo>
                  <a:lnTo>
                    <a:pt x="382" y="1585"/>
                  </a:lnTo>
                  <a:lnTo>
                    <a:pt x="384" y="1586"/>
                  </a:lnTo>
                  <a:lnTo>
                    <a:pt x="384" y="1587"/>
                  </a:lnTo>
                  <a:lnTo>
                    <a:pt x="384" y="1588"/>
                  </a:lnTo>
                  <a:lnTo>
                    <a:pt x="385" y="1591"/>
                  </a:lnTo>
                  <a:lnTo>
                    <a:pt x="388" y="1592"/>
                  </a:lnTo>
                  <a:lnTo>
                    <a:pt x="389" y="1592"/>
                  </a:lnTo>
                  <a:lnTo>
                    <a:pt x="389" y="1594"/>
                  </a:lnTo>
                  <a:lnTo>
                    <a:pt x="389" y="1595"/>
                  </a:lnTo>
                  <a:lnTo>
                    <a:pt x="389" y="1596"/>
                  </a:lnTo>
                  <a:lnTo>
                    <a:pt x="390" y="1598"/>
                  </a:lnTo>
                  <a:lnTo>
                    <a:pt x="391" y="1598"/>
                  </a:lnTo>
                  <a:lnTo>
                    <a:pt x="391" y="1600"/>
                  </a:lnTo>
                  <a:lnTo>
                    <a:pt x="391" y="1600"/>
                  </a:lnTo>
                  <a:lnTo>
                    <a:pt x="392" y="1601"/>
                  </a:lnTo>
                  <a:lnTo>
                    <a:pt x="392" y="1602"/>
                  </a:lnTo>
                  <a:lnTo>
                    <a:pt x="392" y="1603"/>
                  </a:lnTo>
                  <a:lnTo>
                    <a:pt x="392" y="1604"/>
                  </a:lnTo>
                  <a:lnTo>
                    <a:pt x="393" y="1605"/>
                  </a:lnTo>
                  <a:lnTo>
                    <a:pt x="393" y="1605"/>
                  </a:lnTo>
                  <a:lnTo>
                    <a:pt x="392" y="1607"/>
                  </a:lnTo>
                  <a:lnTo>
                    <a:pt x="393" y="1608"/>
                  </a:lnTo>
                  <a:lnTo>
                    <a:pt x="392" y="1609"/>
                  </a:lnTo>
                  <a:lnTo>
                    <a:pt x="392" y="1609"/>
                  </a:lnTo>
                  <a:lnTo>
                    <a:pt x="392" y="1610"/>
                  </a:lnTo>
                  <a:lnTo>
                    <a:pt x="390" y="1611"/>
                  </a:lnTo>
                  <a:lnTo>
                    <a:pt x="390" y="1612"/>
                  </a:lnTo>
                  <a:lnTo>
                    <a:pt x="389" y="1611"/>
                  </a:lnTo>
                  <a:lnTo>
                    <a:pt x="386" y="1611"/>
                  </a:lnTo>
                  <a:lnTo>
                    <a:pt x="386" y="1612"/>
                  </a:lnTo>
                  <a:lnTo>
                    <a:pt x="384" y="1613"/>
                  </a:lnTo>
                  <a:lnTo>
                    <a:pt x="383" y="1614"/>
                  </a:lnTo>
                  <a:lnTo>
                    <a:pt x="382" y="1614"/>
                  </a:lnTo>
                  <a:lnTo>
                    <a:pt x="382" y="1614"/>
                  </a:lnTo>
                  <a:lnTo>
                    <a:pt x="380" y="1615"/>
                  </a:lnTo>
                  <a:lnTo>
                    <a:pt x="379" y="1615"/>
                  </a:lnTo>
                  <a:lnTo>
                    <a:pt x="379" y="1616"/>
                  </a:lnTo>
                  <a:lnTo>
                    <a:pt x="378" y="1617"/>
                  </a:lnTo>
                  <a:lnTo>
                    <a:pt x="377" y="1618"/>
                  </a:lnTo>
                  <a:lnTo>
                    <a:pt x="376" y="1619"/>
                  </a:lnTo>
                  <a:lnTo>
                    <a:pt x="376" y="1620"/>
                  </a:lnTo>
                  <a:lnTo>
                    <a:pt x="376" y="1620"/>
                  </a:lnTo>
                  <a:lnTo>
                    <a:pt x="375" y="1621"/>
                  </a:lnTo>
                  <a:lnTo>
                    <a:pt x="374" y="1622"/>
                  </a:lnTo>
                  <a:lnTo>
                    <a:pt x="374" y="1622"/>
                  </a:lnTo>
                  <a:lnTo>
                    <a:pt x="373" y="1623"/>
                  </a:lnTo>
                  <a:lnTo>
                    <a:pt x="372" y="1624"/>
                  </a:lnTo>
                  <a:lnTo>
                    <a:pt x="372" y="1625"/>
                  </a:lnTo>
                  <a:lnTo>
                    <a:pt x="371" y="1626"/>
                  </a:lnTo>
                  <a:lnTo>
                    <a:pt x="371" y="1626"/>
                  </a:lnTo>
                  <a:lnTo>
                    <a:pt x="371" y="1626"/>
                  </a:lnTo>
                  <a:lnTo>
                    <a:pt x="371" y="1627"/>
                  </a:lnTo>
                  <a:lnTo>
                    <a:pt x="371" y="1627"/>
                  </a:lnTo>
                  <a:lnTo>
                    <a:pt x="370" y="1629"/>
                  </a:lnTo>
                  <a:lnTo>
                    <a:pt x="371" y="1629"/>
                  </a:lnTo>
                  <a:lnTo>
                    <a:pt x="371" y="1630"/>
                  </a:lnTo>
                  <a:lnTo>
                    <a:pt x="371" y="1630"/>
                  </a:lnTo>
                  <a:lnTo>
                    <a:pt x="371" y="1631"/>
                  </a:lnTo>
                  <a:lnTo>
                    <a:pt x="371" y="1631"/>
                  </a:lnTo>
                  <a:lnTo>
                    <a:pt x="371" y="1633"/>
                  </a:lnTo>
                  <a:lnTo>
                    <a:pt x="370" y="1635"/>
                  </a:lnTo>
                  <a:lnTo>
                    <a:pt x="369" y="1635"/>
                  </a:lnTo>
                  <a:lnTo>
                    <a:pt x="368" y="1635"/>
                  </a:lnTo>
                  <a:lnTo>
                    <a:pt x="368" y="1635"/>
                  </a:lnTo>
                  <a:lnTo>
                    <a:pt x="369" y="1635"/>
                  </a:lnTo>
                  <a:lnTo>
                    <a:pt x="369" y="1637"/>
                  </a:lnTo>
                  <a:lnTo>
                    <a:pt x="368" y="1638"/>
                  </a:lnTo>
                  <a:lnTo>
                    <a:pt x="368" y="1640"/>
                  </a:lnTo>
                  <a:lnTo>
                    <a:pt x="367" y="1644"/>
                  </a:lnTo>
                  <a:lnTo>
                    <a:pt x="367" y="1644"/>
                  </a:lnTo>
                  <a:lnTo>
                    <a:pt x="367" y="1645"/>
                  </a:lnTo>
                  <a:lnTo>
                    <a:pt x="365" y="1646"/>
                  </a:lnTo>
                  <a:lnTo>
                    <a:pt x="365" y="1646"/>
                  </a:lnTo>
                  <a:lnTo>
                    <a:pt x="364" y="1647"/>
                  </a:lnTo>
                  <a:lnTo>
                    <a:pt x="365" y="1648"/>
                  </a:lnTo>
                  <a:lnTo>
                    <a:pt x="365" y="1648"/>
                  </a:lnTo>
                  <a:lnTo>
                    <a:pt x="365" y="1649"/>
                  </a:lnTo>
                  <a:lnTo>
                    <a:pt x="366" y="1650"/>
                  </a:lnTo>
                  <a:lnTo>
                    <a:pt x="366" y="1652"/>
                  </a:lnTo>
                  <a:lnTo>
                    <a:pt x="366" y="1653"/>
                  </a:lnTo>
                  <a:lnTo>
                    <a:pt x="365" y="1654"/>
                  </a:lnTo>
                  <a:lnTo>
                    <a:pt x="366" y="1657"/>
                  </a:lnTo>
                  <a:lnTo>
                    <a:pt x="366" y="1658"/>
                  </a:lnTo>
                  <a:lnTo>
                    <a:pt x="367" y="1661"/>
                  </a:lnTo>
                  <a:lnTo>
                    <a:pt x="368" y="1661"/>
                  </a:lnTo>
                  <a:lnTo>
                    <a:pt x="368" y="1662"/>
                  </a:lnTo>
                  <a:lnTo>
                    <a:pt x="368" y="1663"/>
                  </a:lnTo>
                  <a:lnTo>
                    <a:pt x="368" y="1664"/>
                  </a:lnTo>
                  <a:lnTo>
                    <a:pt x="367" y="1664"/>
                  </a:lnTo>
                  <a:lnTo>
                    <a:pt x="368" y="1665"/>
                  </a:lnTo>
                  <a:lnTo>
                    <a:pt x="368" y="1666"/>
                  </a:lnTo>
                  <a:lnTo>
                    <a:pt x="368" y="1666"/>
                  </a:lnTo>
                  <a:lnTo>
                    <a:pt x="368" y="1667"/>
                  </a:lnTo>
                  <a:lnTo>
                    <a:pt x="368" y="1667"/>
                  </a:lnTo>
                  <a:lnTo>
                    <a:pt x="367" y="1667"/>
                  </a:lnTo>
                  <a:lnTo>
                    <a:pt x="367" y="1669"/>
                  </a:lnTo>
                  <a:lnTo>
                    <a:pt x="367" y="1669"/>
                  </a:lnTo>
                  <a:lnTo>
                    <a:pt x="367" y="1668"/>
                  </a:lnTo>
                  <a:lnTo>
                    <a:pt x="367" y="1667"/>
                  </a:lnTo>
                  <a:lnTo>
                    <a:pt x="367" y="1665"/>
                  </a:lnTo>
                  <a:lnTo>
                    <a:pt x="367" y="1665"/>
                  </a:lnTo>
                  <a:lnTo>
                    <a:pt x="367" y="1665"/>
                  </a:lnTo>
                  <a:lnTo>
                    <a:pt x="365" y="1665"/>
                  </a:lnTo>
                  <a:lnTo>
                    <a:pt x="364" y="1666"/>
                  </a:lnTo>
                  <a:lnTo>
                    <a:pt x="363" y="1666"/>
                  </a:lnTo>
                  <a:lnTo>
                    <a:pt x="364" y="1667"/>
                  </a:lnTo>
                  <a:lnTo>
                    <a:pt x="364" y="1668"/>
                  </a:lnTo>
                  <a:lnTo>
                    <a:pt x="363" y="1668"/>
                  </a:lnTo>
                  <a:lnTo>
                    <a:pt x="363" y="1669"/>
                  </a:lnTo>
                  <a:lnTo>
                    <a:pt x="363" y="1670"/>
                  </a:lnTo>
                  <a:lnTo>
                    <a:pt x="363" y="1670"/>
                  </a:lnTo>
                  <a:lnTo>
                    <a:pt x="363" y="1670"/>
                  </a:lnTo>
                  <a:lnTo>
                    <a:pt x="363" y="1672"/>
                  </a:lnTo>
                  <a:lnTo>
                    <a:pt x="363" y="1674"/>
                  </a:lnTo>
                  <a:lnTo>
                    <a:pt x="363" y="1674"/>
                  </a:lnTo>
                  <a:lnTo>
                    <a:pt x="363" y="1674"/>
                  </a:lnTo>
                  <a:lnTo>
                    <a:pt x="363" y="1674"/>
                  </a:lnTo>
                  <a:lnTo>
                    <a:pt x="363" y="1675"/>
                  </a:lnTo>
                  <a:lnTo>
                    <a:pt x="363" y="1675"/>
                  </a:lnTo>
                  <a:lnTo>
                    <a:pt x="363" y="1677"/>
                  </a:lnTo>
                  <a:lnTo>
                    <a:pt x="363" y="1678"/>
                  </a:lnTo>
                  <a:lnTo>
                    <a:pt x="363" y="1678"/>
                  </a:lnTo>
                  <a:lnTo>
                    <a:pt x="364" y="1678"/>
                  </a:lnTo>
                  <a:lnTo>
                    <a:pt x="363" y="1678"/>
                  </a:lnTo>
                  <a:lnTo>
                    <a:pt x="363" y="1680"/>
                  </a:lnTo>
                  <a:lnTo>
                    <a:pt x="363" y="1680"/>
                  </a:lnTo>
                  <a:lnTo>
                    <a:pt x="363" y="1681"/>
                  </a:lnTo>
                  <a:lnTo>
                    <a:pt x="363" y="1681"/>
                  </a:lnTo>
                  <a:lnTo>
                    <a:pt x="363" y="1681"/>
                  </a:lnTo>
                  <a:lnTo>
                    <a:pt x="363" y="1681"/>
                  </a:lnTo>
                  <a:lnTo>
                    <a:pt x="362" y="1681"/>
                  </a:lnTo>
                  <a:lnTo>
                    <a:pt x="361" y="1685"/>
                  </a:lnTo>
                  <a:lnTo>
                    <a:pt x="361" y="1685"/>
                  </a:lnTo>
                  <a:lnTo>
                    <a:pt x="361" y="1686"/>
                  </a:lnTo>
                  <a:lnTo>
                    <a:pt x="360" y="1687"/>
                  </a:lnTo>
                  <a:lnTo>
                    <a:pt x="360" y="1688"/>
                  </a:lnTo>
                  <a:lnTo>
                    <a:pt x="360" y="1688"/>
                  </a:lnTo>
                  <a:lnTo>
                    <a:pt x="360" y="1689"/>
                  </a:lnTo>
                  <a:lnTo>
                    <a:pt x="360" y="1690"/>
                  </a:lnTo>
                  <a:lnTo>
                    <a:pt x="360" y="1690"/>
                  </a:lnTo>
                  <a:lnTo>
                    <a:pt x="359" y="1690"/>
                  </a:lnTo>
                  <a:lnTo>
                    <a:pt x="359" y="1690"/>
                  </a:lnTo>
                  <a:lnTo>
                    <a:pt x="359" y="1691"/>
                  </a:lnTo>
                  <a:lnTo>
                    <a:pt x="359" y="1692"/>
                  </a:lnTo>
                  <a:lnTo>
                    <a:pt x="360" y="1692"/>
                  </a:lnTo>
                  <a:lnTo>
                    <a:pt x="360" y="1692"/>
                  </a:lnTo>
                  <a:lnTo>
                    <a:pt x="360" y="1693"/>
                  </a:lnTo>
                  <a:lnTo>
                    <a:pt x="360" y="1693"/>
                  </a:lnTo>
                  <a:lnTo>
                    <a:pt x="359" y="1693"/>
                  </a:lnTo>
                  <a:lnTo>
                    <a:pt x="358" y="1694"/>
                  </a:lnTo>
                  <a:lnTo>
                    <a:pt x="358" y="1694"/>
                  </a:lnTo>
                  <a:lnTo>
                    <a:pt x="358" y="1695"/>
                  </a:lnTo>
                  <a:lnTo>
                    <a:pt x="358" y="1696"/>
                  </a:lnTo>
                  <a:lnTo>
                    <a:pt x="357" y="1696"/>
                  </a:lnTo>
                  <a:lnTo>
                    <a:pt x="357" y="1696"/>
                  </a:lnTo>
                  <a:lnTo>
                    <a:pt x="356" y="1697"/>
                  </a:lnTo>
                  <a:lnTo>
                    <a:pt x="357" y="1697"/>
                  </a:lnTo>
                  <a:lnTo>
                    <a:pt x="355" y="1697"/>
                  </a:lnTo>
                  <a:lnTo>
                    <a:pt x="354" y="1698"/>
                  </a:lnTo>
                  <a:lnTo>
                    <a:pt x="354" y="1698"/>
                  </a:lnTo>
                  <a:lnTo>
                    <a:pt x="354" y="1699"/>
                  </a:lnTo>
                  <a:lnTo>
                    <a:pt x="355" y="1700"/>
                  </a:lnTo>
                  <a:lnTo>
                    <a:pt x="354" y="1700"/>
                  </a:lnTo>
                  <a:lnTo>
                    <a:pt x="354" y="1702"/>
                  </a:lnTo>
                  <a:lnTo>
                    <a:pt x="354" y="1703"/>
                  </a:lnTo>
                  <a:lnTo>
                    <a:pt x="354" y="1704"/>
                  </a:lnTo>
                  <a:lnTo>
                    <a:pt x="354" y="1705"/>
                  </a:lnTo>
                  <a:lnTo>
                    <a:pt x="354" y="1706"/>
                  </a:lnTo>
                  <a:lnTo>
                    <a:pt x="354" y="1706"/>
                  </a:lnTo>
                  <a:lnTo>
                    <a:pt x="353" y="1706"/>
                  </a:lnTo>
                  <a:lnTo>
                    <a:pt x="353" y="1707"/>
                  </a:lnTo>
                  <a:lnTo>
                    <a:pt x="353" y="1708"/>
                  </a:lnTo>
                  <a:lnTo>
                    <a:pt x="354" y="1709"/>
                  </a:lnTo>
                  <a:lnTo>
                    <a:pt x="353" y="1709"/>
                  </a:lnTo>
                  <a:lnTo>
                    <a:pt x="353" y="1709"/>
                  </a:lnTo>
                  <a:lnTo>
                    <a:pt x="351" y="1709"/>
                  </a:lnTo>
                  <a:lnTo>
                    <a:pt x="350" y="1710"/>
                  </a:lnTo>
                  <a:lnTo>
                    <a:pt x="350" y="1711"/>
                  </a:lnTo>
                  <a:lnTo>
                    <a:pt x="350" y="1711"/>
                  </a:lnTo>
                  <a:lnTo>
                    <a:pt x="349" y="1711"/>
                  </a:lnTo>
                  <a:lnTo>
                    <a:pt x="349" y="1711"/>
                  </a:lnTo>
                  <a:lnTo>
                    <a:pt x="348" y="1712"/>
                  </a:lnTo>
                  <a:lnTo>
                    <a:pt x="348" y="1711"/>
                  </a:lnTo>
                  <a:lnTo>
                    <a:pt x="347" y="1710"/>
                  </a:lnTo>
                  <a:lnTo>
                    <a:pt x="345" y="1710"/>
                  </a:lnTo>
                  <a:lnTo>
                    <a:pt x="345" y="1710"/>
                  </a:lnTo>
                  <a:lnTo>
                    <a:pt x="345" y="1711"/>
                  </a:lnTo>
                  <a:lnTo>
                    <a:pt x="345" y="1711"/>
                  </a:lnTo>
                  <a:lnTo>
                    <a:pt x="345" y="1712"/>
                  </a:lnTo>
                  <a:lnTo>
                    <a:pt x="345" y="1712"/>
                  </a:lnTo>
                  <a:lnTo>
                    <a:pt x="345" y="1713"/>
                  </a:lnTo>
                  <a:lnTo>
                    <a:pt x="347" y="1713"/>
                  </a:lnTo>
                  <a:lnTo>
                    <a:pt x="347" y="1714"/>
                  </a:lnTo>
                  <a:lnTo>
                    <a:pt x="348" y="1714"/>
                  </a:lnTo>
                  <a:lnTo>
                    <a:pt x="349" y="1714"/>
                  </a:lnTo>
                  <a:lnTo>
                    <a:pt x="350" y="1714"/>
                  </a:lnTo>
                  <a:lnTo>
                    <a:pt x="350" y="1714"/>
                  </a:lnTo>
                  <a:lnTo>
                    <a:pt x="350" y="1714"/>
                  </a:lnTo>
                  <a:lnTo>
                    <a:pt x="351" y="1714"/>
                  </a:lnTo>
                  <a:lnTo>
                    <a:pt x="351" y="1713"/>
                  </a:lnTo>
                  <a:lnTo>
                    <a:pt x="351" y="1712"/>
                  </a:lnTo>
                  <a:lnTo>
                    <a:pt x="351" y="1712"/>
                  </a:lnTo>
                  <a:lnTo>
                    <a:pt x="351" y="1713"/>
                  </a:lnTo>
                  <a:lnTo>
                    <a:pt x="354" y="1713"/>
                  </a:lnTo>
                  <a:lnTo>
                    <a:pt x="354" y="1717"/>
                  </a:lnTo>
                  <a:lnTo>
                    <a:pt x="355" y="1717"/>
                  </a:lnTo>
                  <a:lnTo>
                    <a:pt x="355" y="1717"/>
                  </a:lnTo>
                  <a:lnTo>
                    <a:pt x="357" y="1719"/>
                  </a:lnTo>
                  <a:lnTo>
                    <a:pt x="357" y="1721"/>
                  </a:lnTo>
                  <a:lnTo>
                    <a:pt x="358" y="1721"/>
                  </a:lnTo>
                  <a:lnTo>
                    <a:pt x="358" y="1724"/>
                  </a:lnTo>
                  <a:lnTo>
                    <a:pt x="359" y="1727"/>
                  </a:lnTo>
                  <a:lnTo>
                    <a:pt x="358" y="1730"/>
                  </a:lnTo>
                  <a:lnTo>
                    <a:pt x="358" y="1730"/>
                  </a:lnTo>
                  <a:lnTo>
                    <a:pt x="356" y="1734"/>
                  </a:lnTo>
                  <a:lnTo>
                    <a:pt x="355" y="1735"/>
                  </a:lnTo>
                  <a:lnTo>
                    <a:pt x="355" y="1735"/>
                  </a:lnTo>
                  <a:lnTo>
                    <a:pt x="354" y="1735"/>
                  </a:lnTo>
                  <a:lnTo>
                    <a:pt x="354" y="1738"/>
                  </a:lnTo>
                  <a:lnTo>
                    <a:pt x="352" y="1739"/>
                  </a:lnTo>
                  <a:lnTo>
                    <a:pt x="351" y="1739"/>
                  </a:lnTo>
                  <a:lnTo>
                    <a:pt x="351" y="1741"/>
                  </a:lnTo>
                  <a:lnTo>
                    <a:pt x="351" y="1741"/>
                  </a:lnTo>
                  <a:lnTo>
                    <a:pt x="350" y="1742"/>
                  </a:lnTo>
                  <a:lnTo>
                    <a:pt x="349" y="1742"/>
                  </a:lnTo>
                  <a:lnTo>
                    <a:pt x="348" y="1743"/>
                  </a:lnTo>
                  <a:lnTo>
                    <a:pt x="346" y="1744"/>
                  </a:lnTo>
                  <a:lnTo>
                    <a:pt x="345" y="1745"/>
                  </a:lnTo>
                  <a:lnTo>
                    <a:pt x="341" y="1746"/>
                  </a:lnTo>
                  <a:lnTo>
                    <a:pt x="340" y="1745"/>
                  </a:lnTo>
                  <a:lnTo>
                    <a:pt x="339" y="1745"/>
                  </a:lnTo>
                  <a:lnTo>
                    <a:pt x="338" y="1746"/>
                  </a:lnTo>
                  <a:lnTo>
                    <a:pt x="337" y="1746"/>
                  </a:lnTo>
                  <a:lnTo>
                    <a:pt x="337" y="1745"/>
                  </a:lnTo>
                  <a:lnTo>
                    <a:pt x="337" y="1745"/>
                  </a:lnTo>
                  <a:lnTo>
                    <a:pt x="337" y="1745"/>
                  </a:lnTo>
                  <a:lnTo>
                    <a:pt x="336" y="1745"/>
                  </a:lnTo>
                  <a:lnTo>
                    <a:pt x="335" y="1745"/>
                  </a:lnTo>
                  <a:lnTo>
                    <a:pt x="333" y="1746"/>
                  </a:lnTo>
                  <a:lnTo>
                    <a:pt x="333" y="1746"/>
                  </a:lnTo>
                  <a:lnTo>
                    <a:pt x="333" y="1745"/>
                  </a:lnTo>
                  <a:lnTo>
                    <a:pt x="331" y="1745"/>
                  </a:lnTo>
                  <a:lnTo>
                    <a:pt x="331" y="1746"/>
                  </a:lnTo>
                  <a:lnTo>
                    <a:pt x="330" y="1746"/>
                  </a:lnTo>
                  <a:lnTo>
                    <a:pt x="330" y="1747"/>
                  </a:lnTo>
                  <a:lnTo>
                    <a:pt x="330" y="1747"/>
                  </a:lnTo>
                  <a:lnTo>
                    <a:pt x="329" y="1747"/>
                  </a:lnTo>
                  <a:lnTo>
                    <a:pt x="328" y="1747"/>
                  </a:lnTo>
                  <a:lnTo>
                    <a:pt x="328" y="1748"/>
                  </a:lnTo>
                  <a:lnTo>
                    <a:pt x="328" y="1748"/>
                  </a:lnTo>
                  <a:lnTo>
                    <a:pt x="327" y="1748"/>
                  </a:lnTo>
                  <a:lnTo>
                    <a:pt x="326" y="1749"/>
                  </a:lnTo>
                  <a:lnTo>
                    <a:pt x="325" y="1750"/>
                  </a:lnTo>
                  <a:lnTo>
                    <a:pt x="320" y="1751"/>
                  </a:lnTo>
                  <a:lnTo>
                    <a:pt x="318" y="1751"/>
                  </a:lnTo>
                  <a:lnTo>
                    <a:pt x="312" y="1748"/>
                  </a:lnTo>
                  <a:lnTo>
                    <a:pt x="311" y="1746"/>
                  </a:lnTo>
                  <a:lnTo>
                    <a:pt x="311" y="1744"/>
                  </a:lnTo>
                  <a:lnTo>
                    <a:pt x="312" y="1742"/>
                  </a:lnTo>
                  <a:lnTo>
                    <a:pt x="311" y="1739"/>
                  </a:lnTo>
                  <a:lnTo>
                    <a:pt x="312" y="1739"/>
                  </a:lnTo>
                  <a:lnTo>
                    <a:pt x="312" y="1737"/>
                  </a:lnTo>
                  <a:lnTo>
                    <a:pt x="312" y="1735"/>
                  </a:lnTo>
                  <a:lnTo>
                    <a:pt x="311" y="1734"/>
                  </a:lnTo>
                  <a:lnTo>
                    <a:pt x="311" y="1731"/>
                  </a:lnTo>
                  <a:lnTo>
                    <a:pt x="311" y="1730"/>
                  </a:lnTo>
                  <a:lnTo>
                    <a:pt x="311" y="1730"/>
                  </a:lnTo>
                  <a:lnTo>
                    <a:pt x="311" y="1729"/>
                  </a:lnTo>
                  <a:lnTo>
                    <a:pt x="311" y="1729"/>
                  </a:lnTo>
                  <a:lnTo>
                    <a:pt x="311" y="1728"/>
                  </a:lnTo>
                  <a:lnTo>
                    <a:pt x="312" y="1728"/>
                  </a:lnTo>
                  <a:lnTo>
                    <a:pt x="312" y="1726"/>
                  </a:lnTo>
                  <a:lnTo>
                    <a:pt x="312" y="1726"/>
                  </a:lnTo>
                  <a:lnTo>
                    <a:pt x="313" y="1724"/>
                  </a:lnTo>
                  <a:lnTo>
                    <a:pt x="312" y="1721"/>
                  </a:lnTo>
                  <a:lnTo>
                    <a:pt x="313" y="1720"/>
                  </a:lnTo>
                  <a:lnTo>
                    <a:pt x="313" y="1720"/>
                  </a:lnTo>
                  <a:lnTo>
                    <a:pt x="313" y="1720"/>
                  </a:lnTo>
                  <a:lnTo>
                    <a:pt x="315" y="1719"/>
                  </a:lnTo>
                  <a:lnTo>
                    <a:pt x="315" y="1718"/>
                  </a:lnTo>
                  <a:lnTo>
                    <a:pt x="315" y="1717"/>
                  </a:lnTo>
                  <a:lnTo>
                    <a:pt x="316" y="1717"/>
                  </a:lnTo>
                  <a:lnTo>
                    <a:pt x="316" y="1716"/>
                  </a:lnTo>
                  <a:lnTo>
                    <a:pt x="317" y="1716"/>
                  </a:lnTo>
                  <a:lnTo>
                    <a:pt x="318" y="1715"/>
                  </a:lnTo>
                  <a:lnTo>
                    <a:pt x="319" y="1714"/>
                  </a:lnTo>
                  <a:lnTo>
                    <a:pt x="319" y="1713"/>
                  </a:lnTo>
                  <a:lnTo>
                    <a:pt x="319" y="1713"/>
                  </a:lnTo>
                  <a:lnTo>
                    <a:pt x="319" y="1712"/>
                  </a:lnTo>
                  <a:lnTo>
                    <a:pt x="319" y="1712"/>
                  </a:lnTo>
                  <a:lnTo>
                    <a:pt x="320" y="1712"/>
                  </a:lnTo>
                  <a:lnTo>
                    <a:pt x="320" y="1711"/>
                  </a:lnTo>
                  <a:lnTo>
                    <a:pt x="319" y="1711"/>
                  </a:lnTo>
                  <a:lnTo>
                    <a:pt x="319" y="1711"/>
                  </a:lnTo>
                  <a:lnTo>
                    <a:pt x="320" y="1711"/>
                  </a:lnTo>
                  <a:lnTo>
                    <a:pt x="321" y="1712"/>
                  </a:lnTo>
                  <a:lnTo>
                    <a:pt x="321" y="1712"/>
                  </a:lnTo>
                  <a:lnTo>
                    <a:pt x="322" y="1711"/>
                  </a:lnTo>
                  <a:lnTo>
                    <a:pt x="322" y="1712"/>
                  </a:lnTo>
                  <a:lnTo>
                    <a:pt x="323" y="1712"/>
                  </a:lnTo>
                  <a:lnTo>
                    <a:pt x="323" y="1711"/>
                  </a:lnTo>
                  <a:lnTo>
                    <a:pt x="324" y="1711"/>
                  </a:lnTo>
                  <a:lnTo>
                    <a:pt x="325" y="1709"/>
                  </a:lnTo>
                  <a:lnTo>
                    <a:pt x="325" y="1709"/>
                  </a:lnTo>
                  <a:lnTo>
                    <a:pt x="326" y="1704"/>
                  </a:lnTo>
                  <a:lnTo>
                    <a:pt x="326" y="1697"/>
                  </a:lnTo>
                  <a:lnTo>
                    <a:pt x="326" y="1692"/>
                  </a:lnTo>
                  <a:lnTo>
                    <a:pt x="327" y="1690"/>
                  </a:lnTo>
                  <a:lnTo>
                    <a:pt x="327" y="1687"/>
                  </a:lnTo>
                  <a:lnTo>
                    <a:pt x="326" y="1686"/>
                  </a:lnTo>
                  <a:lnTo>
                    <a:pt x="326" y="1683"/>
                  </a:lnTo>
                  <a:lnTo>
                    <a:pt x="326" y="1683"/>
                  </a:lnTo>
                  <a:lnTo>
                    <a:pt x="327" y="1681"/>
                  </a:lnTo>
                  <a:lnTo>
                    <a:pt x="328" y="1681"/>
                  </a:lnTo>
                  <a:lnTo>
                    <a:pt x="328" y="1676"/>
                  </a:lnTo>
                  <a:lnTo>
                    <a:pt x="328" y="1674"/>
                  </a:lnTo>
                  <a:lnTo>
                    <a:pt x="327" y="1672"/>
                  </a:lnTo>
                  <a:lnTo>
                    <a:pt x="326" y="1670"/>
                  </a:lnTo>
                  <a:lnTo>
                    <a:pt x="326" y="1670"/>
                  </a:lnTo>
                  <a:lnTo>
                    <a:pt x="326" y="1666"/>
                  </a:lnTo>
                  <a:lnTo>
                    <a:pt x="326" y="1665"/>
                  </a:lnTo>
                  <a:lnTo>
                    <a:pt x="329" y="1664"/>
                  </a:lnTo>
                  <a:lnTo>
                    <a:pt x="329" y="1664"/>
                  </a:lnTo>
                  <a:lnTo>
                    <a:pt x="330" y="1661"/>
                  </a:lnTo>
                  <a:lnTo>
                    <a:pt x="331" y="1661"/>
                  </a:lnTo>
                  <a:lnTo>
                    <a:pt x="331" y="1660"/>
                  </a:lnTo>
                  <a:lnTo>
                    <a:pt x="332" y="1656"/>
                  </a:lnTo>
                  <a:lnTo>
                    <a:pt x="331" y="1656"/>
                  </a:lnTo>
                  <a:lnTo>
                    <a:pt x="332" y="1655"/>
                  </a:lnTo>
                  <a:lnTo>
                    <a:pt x="332" y="1655"/>
                  </a:lnTo>
                  <a:lnTo>
                    <a:pt x="332" y="1652"/>
                  </a:lnTo>
                  <a:lnTo>
                    <a:pt x="332" y="1651"/>
                  </a:lnTo>
                  <a:lnTo>
                    <a:pt x="332" y="1651"/>
                  </a:lnTo>
                  <a:lnTo>
                    <a:pt x="333" y="1649"/>
                  </a:lnTo>
                  <a:lnTo>
                    <a:pt x="332" y="1648"/>
                  </a:lnTo>
                  <a:lnTo>
                    <a:pt x="333" y="1646"/>
                  </a:lnTo>
                  <a:lnTo>
                    <a:pt x="332" y="1646"/>
                  </a:lnTo>
                  <a:lnTo>
                    <a:pt x="333" y="1645"/>
                  </a:lnTo>
                  <a:lnTo>
                    <a:pt x="333" y="1644"/>
                  </a:lnTo>
                  <a:lnTo>
                    <a:pt x="333" y="1644"/>
                  </a:lnTo>
                  <a:lnTo>
                    <a:pt x="334" y="1642"/>
                  </a:lnTo>
                  <a:lnTo>
                    <a:pt x="333" y="1641"/>
                  </a:lnTo>
                  <a:lnTo>
                    <a:pt x="334" y="1640"/>
                  </a:lnTo>
                  <a:lnTo>
                    <a:pt x="335" y="1639"/>
                  </a:lnTo>
                  <a:lnTo>
                    <a:pt x="334" y="1638"/>
                  </a:lnTo>
                  <a:lnTo>
                    <a:pt x="332" y="1636"/>
                  </a:lnTo>
                  <a:lnTo>
                    <a:pt x="332" y="1635"/>
                  </a:lnTo>
                  <a:lnTo>
                    <a:pt x="333" y="1635"/>
                  </a:lnTo>
                  <a:lnTo>
                    <a:pt x="334" y="1635"/>
                  </a:lnTo>
                  <a:lnTo>
                    <a:pt x="339" y="1631"/>
                  </a:lnTo>
                  <a:lnTo>
                    <a:pt x="340" y="1631"/>
                  </a:lnTo>
                  <a:lnTo>
                    <a:pt x="341" y="1628"/>
                  </a:lnTo>
                  <a:lnTo>
                    <a:pt x="341" y="1627"/>
                  </a:lnTo>
                  <a:lnTo>
                    <a:pt x="342" y="1626"/>
                  </a:lnTo>
                  <a:lnTo>
                    <a:pt x="344" y="1622"/>
                  </a:lnTo>
                  <a:lnTo>
                    <a:pt x="345" y="1622"/>
                  </a:lnTo>
                  <a:lnTo>
                    <a:pt x="345" y="1620"/>
                  </a:lnTo>
                  <a:lnTo>
                    <a:pt x="345" y="1619"/>
                  </a:lnTo>
                  <a:lnTo>
                    <a:pt x="345" y="1619"/>
                  </a:lnTo>
                  <a:lnTo>
                    <a:pt x="345" y="1618"/>
                  </a:lnTo>
                  <a:lnTo>
                    <a:pt x="345" y="1618"/>
                  </a:lnTo>
                  <a:lnTo>
                    <a:pt x="346" y="1618"/>
                  </a:lnTo>
                  <a:lnTo>
                    <a:pt x="346" y="1618"/>
                  </a:lnTo>
                  <a:lnTo>
                    <a:pt x="346" y="1618"/>
                  </a:lnTo>
                  <a:lnTo>
                    <a:pt x="347" y="1617"/>
                  </a:lnTo>
                  <a:lnTo>
                    <a:pt x="347" y="1617"/>
                  </a:lnTo>
                  <a:lnTo>
                    <a:pt x="347" y="1616"/>
                  </a:lnTo>
                  <a:lnTo>
                    <a:pt x="348" y="1616"/>
                  </a:lnTo>
                  <a:lnTo>
                    <a:pt x="348" y="1615"/>
                  </a:lnTo>
                  <a:lnTo>
                    <a:pt x="348" y="1614"/>
                  </a:lnTo>
                  <a:lnTo>
                    <a:pt x="348" y="1613"/>
                  </a:lnTo>
                  <a:lnTo>
                    <a:pt x="348" y="1613"/>
                  </a:lnTo>
                  <a:lnTo>
                    <a:pt x="349" y="1612"/>
                  </a:lnTo>
                  <a:lnTo>
                    <a:pt x="350" y="1611"/>
                  </a:lnTo>
                  <a:lnTo>
                    <a:pt x="350" y="1610"/>
                  </a:lnTo>
                  <a:lnTo>
                    <a:pt x="351" y="1610"/>
                  </a:lnTo>
                  <a:lnTo>
                    <a:pt x="351" y="1610"/>
                  </a:lnTo>
                  <a:lnTo>
                    <a:pt x="352" y="1610"/>
                  </a:lnTo>
                  <a:lnTo>
                    <a:pt x="353" y="1610"/>
                  </a:lnTo>
                  <a:lnTo>
                    <a:pt x="354" y="1609"/>
                  </a:lnTo>
                  <a:lnTo>
                    <a:pt x="354" y="1609"/>
                  </a:lnTo>
                  <a:lnTo>
                    <a:pt x="356" y="1608"/>
                  </a:lnTo>
                  <a:lnTo>
                    <a:pt x="357" y="1606"/>
                  </a:lnTo>
                  <a:lnTo>
                    <a:pt x="358" y="1605"/>
                  </a:lnTo>
                  <a:lnTo>
                    <a:pt x="358" y="1605"/>
                  </a:lnTo>
                  <a:lnTo>
                    <a:pt x="359" y="1605"/>
                  </a:lnTo>
                  <a:lnTo>
                    <a:pt x="359" y="1604"/>
                  </a:lnTo>
                  <a:lnTo>
                    <a:pt x="360" y="1603"/>
                  </a:lnTo>
                  <a:lnTo>
                    <a:pt x="360" y="1602"/>
                  </a:lnTo>
                  <a:lnTo>
                    <a:pt x="362" y="1602"/>
                  </a:lnTo>
                  <a:lnTo>
                    <a:pt x="362" y="1601"/>
                  </a:lnTo>
                  <a:lnTo>
                    <a:pt x="363" y="1601"/>
                  </a:lnTo>
                  <a:lnTo>
                    <a:pt x="363" y="1600"/>
                  </a:lnTo>
                  <a:lnTo>
                    <a:pt x="363" y="1600"/>
                  </a:lnTo>
                  <a:lnTo>
                    <a:pt x="364" y="1600"/>
                  </a:lnTo>
                  <a:lnTo>
                    <a:pt x="364" y="1600"/>
                  </a:lnTo>
                  <a:lnTo>
                    <a:pt x="365" y="1600"/>
                  </a:lnTo>
                  <a:lnTo>
                    <a:pt x="365" y="1600"/>
                  </a:lnTo>
                  <a:lnTo>
                    <a:pt x="365" y="1598"/>
                  </a:lnTo>
                  <a:lnTo>
                    <a:pt x="365" y="1598"/>
                  </a:lnTo>
                  <a:lnTo>
                    <a:pt x="366" y="1597"/>
                  </a:lnTo>
                  <a:lnTo>
                    <a:pt x="367" y="1597"/>
                  </a:lnTo>
                  <a:lnTo>
                    <a:pt x="367" y="1596"/>
                  </a:lnTo>
                  <a:lnTo>
                    <a:pt x="367" y="1596"/>
                  </a:lnTo>
                  <a:lnTo>
                    <a:pt x="367" y="1596"/>
                  </a:lnTo>
                  <a:lnTo>
                    <a:pt x="367" y="1596"/>
                  </a:lnTo>
                  <a:lnTo>
                    <a:pt x="367" y="1596"/>
                  </a:lnTo>
                  <a:lnTo>
                    <a:pt x="367" y="1595"/>
                  </a:lnTo>
                  <a:lnTo>
                    <a:pt x="367" y="1593"/>
                  </a:lnTo>
                  <a:lnTo>
                    <a:pt x="367" y="1592"/>
                  </a:lnTo>
                  <a:lnTo>
                    <a:pt x="368" y="1592"/>
                  </a:lnTo>
                  <a:lnTo>
                    <a:pt x="368" y="1592"/>
                  </a:lnTo>
                  <a:lnTo>
                    <a:pt x="369" y="1591"/>
                  </a:lnTo>
                  <a:lnTo>
                    <a:pt x="369" y="1591"/>
                  </a:lnTo>
                  <a:lnTo>
                    <a:pt x="369" y="1590"/>
                  </a:lnTo>
                  <a:lnTo>
                    <a:pt x="370" y="1590"/>
                  </a:lnTo>
                  <a:lnTo>
                    <a:pt x="370" y="1590"/>
                  </a:lnTo>
                  <a:lnTo>
                    <a:pt x="371" y="1588"/>
                  </a:lnTo>
                  <a:lnTo>
                    <a:pt x="371" y="1588"/>
                  </a:lnTo>
                  <a:lnTo>
                    <a:pt x="371" y="1587"/>
                  </a:lnTo>
                  <a:lnTo>
                    <a:pt x="370" y="1588"/>
                  </a:lnTo>
                  <a:lnTo>
                    <a:pt x="370" y="1587"/>
                  </a:lnTo>
                  <a:lnTo>
                    <a:pt x="370" y="1587"/>
                  </a:lnTo>
                  <a:lnTo>
                    <a:pt x="371" y="1584"/>
                  </a:lnTo>
                  <a:lnTo>
                    <a:pt x="371" y="1584"/>
                  </a:lnTo>
                  <a:lnTo>
                    <a:pt x="372" y="1583"/>
                  </a:lnTo>
                  <a:lnTo>
                    <a:pt x="371" y="1583"/>
                  </a:lnTo>
                  <a:lnTo>
                    <a:pt x="371" y="1583"/>
                  </a:lnTo>
                  <a:lnTo>
                    <a:pt x="371" y="1583"/>
                  </a:lnTo>
                  <a:lnTo>
                    <a:pt x="370" y="1584"/>
                  </a:lnTo>
                  <a:lnTo>
                    <a:pt x="370" y="1586"/>
                  </a:lnTo>
                  <a:lnTo>
                    <a:pt x="369" y="1587"/>
                  </a:lnTo>
                  <a:lnTo>
                    <a:pt x="369" y="1588"/>
                  </a:lnTo>
                  <a:lnTo>
                    <a:pt x="368" y="1589"/>
                  </a:lnTo>
                  <a:lnTo>
                    <a:pt x="368" y="1590"/>
                  </a:lnTo>
                  <a:lnTo>
                    <a:pt x="367" y="1591"/>
                  </a:lnTo>
                  <a:lnTo>
                    <a:pt x="367" y="1590"/>
                  </a:lnTo>
                  <a:lnTo>
                    <a:pt x="367" y="1590"/>
                  </a:lnTo>
                  <a:lnTo>
                    <a:pt x="366" y="1591"/>
                  </a:lnTo>
                  <a:lnTo>
                    <a:pt x="366" y="1592"/>
                  </a:lnTo>
                  <a:lnTo>
                    <a:pt x="366" y="1593"/>
                  </a:lnTo>
                  <a:lnTo>
                    <a:pt x="365" y="1594"/>
                  </a:lnTo>
                  <a:lnTo>
                    <a:pt x="364" y="1595"/>
                  </a:lnTo>
                  <a:lnTo>
                    <a:pt x="363" y="1596"/>
                  </a:lnTo>
                  <a:lnTo>
                    <a:pt x="363" y="1596"/>
                  </a:lnTo>
                  <a:lnTo>
                    <a:pt x="361" y="1597"/>
                  </a:lnTo>
                  <a:lnTo>
                    <a:pt x="360" y="1599"/>
                  </a:lnTo>
                  <a:lnTo>
                    <a:pt x="359" y="1600"/>
                  </a:lnTo>
                  <a:lnTo>
                    <a:pt x="358" y="1601"/>
                  </a:lnTo>
                  <a:lnTo>
                    <a:pt x="358" y="1602"/>
                  </a:lnTo>
                  <a:lnTo>
                    <a:pt x="357" y="1603"/>
                  </a:lnTo>
                  <a:lnTo>
                    <a:pt x="355" y="1605"/>
                  </a:lnTo>
                  <a:lnTo>
                    <a:pt x="355" y="1605"/>
                  </a:lnTo>
                  <a:lnTo>
                    <a:pt x="354" y="1605"/>
                  </a:lnTo>
                  <a:lnTo>
                    <a:pt x="353" y="1605"/>
                  </a:lnTo>
                  <a:lnTo>
                    <a:pt x="353" y="1607"/>
                  </a:lnTo>
                  <a:lnTo>
                    <a:pt x="350" y="1608"/>
                  </a:lnTo>
                  <a:lnTo>
                    <a:pt x="350" y="1609"/>
                  </a:lnTo>
                  <a:lnTo>
                    <a:pt x="349" y="1608"/>
                  </a:lnTo>
                  <a:lnTo>
                    <a:pt x="350" y="1607"/>
                  </a:lnTo>
                  <a:lnTo>
                    <a:pt x="350" y="1607"/>
                  </a:lnTo>
                  <a:lnTo>
                    <a:pt x="349" y="1607"/>
                  </a:lnTo>
                  <a:lnTo>
                    <a:pt x="349" y="1607"/>
                  </a:lnTo>
                  <a:lnTo>
                    <a:pt x="348" y="1609"/>
                  </a:lnTo>
                  <a:lnTo>
                    <a:pt x="348" y="1609"/>
                  </a:lnTo>
                  <a:lnTo>
                    <a:pt x="346" y="1610"/>
                  </a:lnTo>
                  <a:lnTo>
                    <a:pt x="345" y="1611"/>
                  </a:lnTo>
                  <a:lnTo>
                    <a:pt x="345" y="1611"/>
                  </a:lnTo>
                  <a:lnTo>
                    <a:pt x="345" y="1611"/>
                  </a:lnTo>
                  <a:lnTo>
                    <a:pt x="345" y="1612"/>
                  </a:lnTo>
                  <a:lnTo>
                    <a:pt x="344" y="1612"/>
                  </a:lnTo>
                  <a:lnTo>
                    <a:pt x="342" y="1613"/>
                  </a:lnTo>
                  <a:lnTo>
                    <a:pt x="342" y="1613"/>
                  </a:lnTo>
                  <a:lnTo>
                    <a:pt x="342" y="1612"/>
                  </a:lnTo>
                  <a:lnTo>
                    <a:pt x="342" y="1611"/>
                  </a:lnTo>
                  <a:lnTo>
                    <a:pt x="342" y="1610"/>
                  </a:lnTo>
                  <a:lnTo>
                    <a:pt x="342" y="1609"/>
                  </a:lnTo>
                  <a:lnTo>
                    <a:pt x="342" y="1609"/>
                  </a:lnTo>
                  <a:lnTo>
                    <a:pt x="342" y="1609"/>
                  </a:lnTo>
                  <a:lnTo>
                    <a:pt x="343" y="1609"/>
                  </a:lnTo>
                  <a:lnTo>
                    <a:pt x="343" y="1608"/>
                  </a:lnTo>
                  <a:lnTo>
                    <a:pt x="345" y="1608"/>
                  </a:lnTo>
                  <a:lnTo>
                    <a:pt x="343" y="1608"/>
                  </a:lnTo>
                  <a:lnTo>
                    <a:pt x="343" y="1608"/>
                  </a:lnTo>
                  <a:lnTo>
                    <a:pt x="342" y="1607"/>
                  </a:lnTo>
                  <a:lnTo>
                    <a:pt x="342" y="1607"/>
                  </a:lnTo>
                  <a:lnTo>
                    <a:pt x="342" y="1606"/>
                  </a:lnTo>
                  <a:lnTo>
                    <a:pt x="341" y="1606"/>
                  </a:lnTo>
                  <a:lnTo>
                    <a:pt x="341" y="1605"/>
                  </a:lnTo>
                  <a:lnTo>
                    <a:pt x="343" y="1604"/>
                  </a:lnTo>
                  <a:lnTo>
                    <a:pt x="344" y="1604"/>
                  </a:lnTo>
                  <a:lnTo>
                    <a:pt x="344" y="1603"/>
                  </a:lnTo>
                  <a:lnTo>
                    <a:pt x="343" y="1602"/>
                  </a:lnTo>
                  <a:lnTo>
                    <a:pt x="342" y="1603"/>
                  </a:lnTo>
                  <a:lnTo>
                    <a:pt x="342" y="1603"/>
                  </a:lnTo>
                  <a:lnTo>
                    <a:pt x="341" y="1604"/>
                  </a:lnTo>
                  <a:lnTo>
                    <a:pt x="341" y="1604"/>
                  </a:lnTo>
                  <a:lnTo>
                    <a:pt x="341" y="1605"/>
                  </a:lnTo>
                  <a:lnTo>
                    <a:pt x="338" y="1605"/>
                  </a:lnTo>
                  <a:lnTo>
                    <a:pt x="337" y="1604"/>
                  </a:lnTo>
                  <a:lnTo>
                    <a:pt x="337" y="1603"/>
                  </a:lnTo>
                  <a:lnTo>
                    <a:pt x="336" y="1603"/>
                  </a:lnTo>
                  <a:lnTo>
                    <a:pt x="336" y="1602"/>
                  </a:lnTo>
                  <a:lnTo>
                    <a:pt x="335" y="1601"/>
                  </a:lnTo>
                  <a:lnTo>
                    <a:pt x="335" y="1601"/>
                  </a:lnTo>
                  <a:lnTo>
                    <a:pt x="334" y="1601"/>
                  </a:lnTo>
                  <a:lnTo>
                    <a:pt x="334" y="1600"/>
                  </a:lnTo>
                  <a:lnTo>
                    <a:pt x="334" y="1600"/>
                  </a:lnTo>
                  <a:lnTo>
                    <a:pt x="333" y="1598"/>
                  </a:lnTo>
                  <a:lnTo>
                    <a:pt x="334" y="1598"/>
                  </a:lnTo>
                  <a:lnTo>
                    <a:pt x="334" y="1597"/>
                  </a:lnTo>
                  <a:lnTo>
                    <a:pt x="334" y="1597"/>
                  </a:lnTo>
                  <a:lnTo>
                    <a:pt x="333" y="1597"/>
                  </a:lnTo>
                  <a:lnTo>
                    <a:pt x="333" y="1596"/>
                  </a:lnTo>
                  <a:lnTo>
                    <a:pt x="334" y="1593"/>
                  </a:lnTo>
                  <a:lnTo>
                    <a:pt x="334" y="1592"/>
                  </a:lnTo>
                  <a:lnTo>
                    <a:pt x="335" y="1590"/>
                  </a:lnTo>
                  <a:lnTo>
                    <a:pt x="334" y="1588"/>
                  </a:lnTo>
                  <a:lnTo>
                    <a:pt x="334" y="1587"/>
                  </a:lnTo>
                  <a:lnTo>
                    <a:pt x="334" y="1587"/>
                  </a:lnTo>
                  <a:lnTo>
                    <a:pt x="335" y="1585"/>
                  </a:lnTo>
                  <a:lnTo>
                    <a:pt x="336" y="1585"/>
                  </a:lnTo>
                  <a:lnTo>
                    <a:pt x="336" y="1584"/>
                  </a:lnTo>
                  <a:lnTo>
                    <a:pt x="336" y="1584"/>
                  </a:lnTo>
                  <a:lnTo>
                    <a:pt x="337" y="1582"/>
                  </a:lnTo>
                  <a:lnTo>
                    <a:pt x="337" y="1581"/>
                  </a:lnTo>
                  <a:lnTo>
                    <a:pt x="337" y="1580"/>
                  </a:lnTo>
                  <a:lnTo>
                    <a:pt x="341" y="1576"/>
                  </a:lnTo>
                  <a:lnTo>
                    <a:pt x="341" y="1575"/>
                  </a:lnTo>
                  <a:lnTo>
                    <a:pt x="341" y="1575"/>
                  </a:lnTo>
                  <a:lnTo>
                    <a:pt x="341" y="1575"/>
                  </a:lnTo>
                  <a:lnTo>
                    <a:pt x="341" y="1574"/>
                  </a:lnTo>
                  <a:lnTo>
                    <a:pt x="341" y="1574"/>
                  </a:lnTo>
                  <a:lnTo>
                    <a:pt x="341" y="1574"/>
                  </a:lnTo>
                  <a:lnTo>
                    <a:pt x="340" y="1575"/>
                  </a:lnTo>
                  <a:lnTo>
                    <a:pt x="340" y="1574"/>
                  </a:lnTo>
                  <a:lnTo>
                    <a:pt x="341" y="1574"/>
                  </a:lnTo>
                  <a:lnTo>
                    <a:pt x="341" y="1574"/>
                  </a:lnTo>
                  <a:lnTo>
                    <a:pt x="341" y="1573"/>
                  </a:lnTo>
                  <a:lnTo>
                    <a:pt x="341" y="1573"/>
                  </a:lnTo>
                  <a:lnTo>
                    <a:pt x="341" y="1573"/>
                  </a:lnTo>
                  <a:lnTo>
                    <a:pt x="341" y="1572"/>
                  </a:lnTo>
                  <a:lnTo>
                    <a:pt x="341" y="1571"/>
                  </a:lnTo>
                  <a:lnTo>
                    <a:pt x="342" y="1570"/>
                  </a:lnTo>
                  <a:lnTo>
                    <a:pt x="343" y="1569"/>
                  </a:lnTo>
                  <a:lnTo>
                    <a:pt x="344" y="1567"/>
                  </a:lnTo>
                  <a:lnTo>
                    <a:pt x="344" y="1566"/>
                  </a:lnTo>
                  <a:lnTo>
                    <a:pt x="345" y="1566"/>
                  </a:lnTo>
                  <a:lnTo>
                    <a:pt x="346" y="1566"/>
                  </a:lnTo>
                  <a:lnTo>
                    <a:pt x="347" y="1566"/>
                  </a:lnTo>
                  <a:lnTo>
                    <a:pt x="348" y="1564"/>
                  </a:lnTo>
                  <a:lnTo>
                    <a:pt x="348" y="1563"/>
                  </a:lnTo>
                  <a:lnTo>
                    <a:pt x="348" y="1562"/>
                  </a:lnTo>
                  <a:lnTo>
                    <a:pt x="349" y="1561"/>
                  </a:lnTo>
                  <a:lnTo>
                    <a:pt x="350" y="1561"/>
                  </a:lnTo>
                  <a:lnTo>
                    <a:pt x="349" y="1560"/>
                  </a:lnTo>
                  <a:lnTo>
                    <a:pt x="349" y="1560"/>
                  </a:lnTo>
                  <a:lnTo>
                    <a:pt x="348" y="1560"/>
                  </a:lnTo>
                  <a:lnTo>
                    <a:pt x="348" y="1560"/>
                  </a:lnTo>
                  <a:lnTo>
                    <a:pt x="345" y="1562"/>
                  </a:lnTo>
                  <a:lnTo>
                    <a:pt x="345" y="1562"/>
                  </a:lnTo>
                  <a:lnTo>
                    <a:pt x="345" y="1562"/>
                  </a:lnTo>
                  <a:lnTo>
                    <a:pt x="344" y="1562"/>
                  </a:lnTo>
                  <a:lnTo>
                    <a:pt x="344" y="1562"/>
                  </a:lnTo>
                  <a:lnTo>
                    <a:pt x="342" y="1564"/>
                  </a:lnTo>
                  <a:lnTo>
                    <a:pt x="341" y="1564"/>
                  </a:lnTo>
                  <a:lnTo>
                    <a:pt x="341" y="1566"/>
                  </a:lnTo>
                  <a:lnTo>
                    <a:pt x="340" y="1566"/>
                  </a:lnTo>
                  <a:lnTo>
                    <a:pt x="340" y="1567"/>
                  </a:lnTo>
                  <a:lnTo>
                    <a:pt x="339" y="1568"/>
                  </a:lnTo>
                  <a:lnTo>
                    <a:pt x="338" y="1568"/>
                  </a:lnTo>
                  <a:lnTo>
                    <a:pt x="338" y="1569"/>
                  </a:lnTo>
                  <a:lnTo>
                    <a:pt x="337" y="1570"/>
                  </a:lnTo>
                  <a:lnTo>
                    <a:pt x="337" y="1571"/>
                  </a:lnTo>
                  <a:lnTo>
                    <a:pt x="337" y="1570"/>
                  </a:lnTo>
                  <a:lnTo>
                    <a:pt x="337" y="1570"/>
                  </a:lnTo>
                  <a:lnTo>
                    <a:pt x="337" y="1570"/>
                  </a:lnTo>
                  <a:lnTo>
                    <a:pt x="336" y="1570"/>
                  </a:lnTo>
                  <a:lnTo>
                    <a:pt x="336" y="1570"/>
                  </a:lnTo>
                  <a:lnTo>
                    <a:pt x="335" y="1570"/>
                  </a:lnTo>
                  <a:lnTo>
                    <a:pt x="333" y="1574"/>
                  </a:lnTo>
                  <a:lnTo>
                    <a:pt x="332" y="1574"/>
                  </a:lnTo>
                  <a:lnTo>
                    <a:pt x="332" y="1574"/>
                  </a:lnTo>
                  <a:lnTo>
                    <a:pt x="331" y="1575"/>
                  </a:lnTo>
                  <a:lnTo>
                    <a:pt x="331" y="1575"/>
                  </a:lnTo>
                  <a:lnTo>
                    <a:pt x="331" y="1574"/>
                  </a:lnTo>
                  <a:lnTo>
                    <a:pt x="331" y="1573"/>
                  </a:lnTo>
                  <a:lnTo>
                    <a:pt x="331" y="1573"/>
                  </a:lnTo>
                  <a:lnTo>
                    <a:pt x="330" y="1573"/>
                  </a:lnTo>
                  <a:lnTo>
                    <a:pt x="330" y="1571"/>
                  </a:lnTo>
                  <a:lnTo>
                    <a:pt x="331" y="1570"/>
                  </a:lnTo>
                  <a:lnTo>
                    <a:pt x="332" y="1569"/>
                  </a:lnTo>
                  <a:lnTo>
                    <a:pt x="331" y="1568"/>
                  </a:lnTo>
                  <a:lnTo>
                    <a:pt x="331" y="1568"/>
                  </a:lnTo>
                  <a:lnTo>
                    <a:pt x="331" y="1568"/>
                  </a:lnTo>
                  <a:lnTo>
                    <a:pt x="330" y="1569"/>
                  </a:lnTo>
                  <a:lnTo>
                    <a:pt x="330" y="1568"/>
                  </a:lnTo>
                  <a:lnTo>
                    <a:pt x="330" y="1568"/>
                  </a:lnTo>
                  <a:lnTo>
                    <a:pt x="330" y="1568"/>
                  </a:lnTo>
                  <a:lnTo>
                    <a:pt x="331" y="1566"/>
                  </a:lnTo>
                  <a:lnTo>
                    <a:pt x="332" y="1564"/>
                  </a:lnTo>
                  <a:lnTo>
                    <a:pt x="332" y="1564"/>
                  </a:lnTo>
                  <a:lnTo>
                    <a:pt x="331" y="1563"/>
                  </a:lnTo>
                  <a:lnTo>
                    <a:pt x="332" y="1561"/>
                  </a:lnTo>
                  <a:lnTo>
                    <a:pt x="333" y="1559"/>
                  </a:lnTo>
                  <a:lnTo>
                    <a:pt x="334" y="1557"/>
                  </a:lnTo>
                  <a:lnTo>
                    <a:pt x="334" y="1557"/>
                  </a:lnTo>
                  <a:lnTo>
                    <a:pt x="334" y="1556"/>
                  </a:lnTo>
                  <a:lnTo>
                    <a:pt x="335" y="1556"/>
                  </a:lnTo>
                  <a:lnTo>
                    <a:pt x="335" y="1555"/>
                  </a:lnTo>
                  <a:lnTo>
                    <a:pt x="336" y="1554"/>
                  </a:lnTo>
                  <a:lnTo>
                    <a:pt x="338" y="1551"/>
                  </a:lnTo>
                  <a:lnTo>
                    <a:pt x="339" y="1549"/>
                  </a:lnTo>
                  <a:lnTo>
                    <a:pt x="340" y="1548"/>
                  </a:lnTo>
                  <a:lnTo>
                    <a:pt x="341" y="1548"/>
                  </a:lnTo>
                  <a:lnTo>
                    <a:pt x="341" y="1547"/>
                  </a:lnTo>
                  <a:lnTo>
                    <a:pt x="341" y="1545"/>
                  </a:lnTo>
                  <a:lnTo>
                    <a:pt x="342" y="1544"/>
                  </a:lnTo>
                  <a:lnTo>
                    <a:pt x="343" y="1542"/>
                  </a:lnTo>
                  <a:lnTo>
                    <a:pt x="344" y="1541"/>
                  </a:lnTo>
                  <a:lnTo>
                    <a:pt x="345" y="1540"/>
                  </a:lnTo>
                  <a:lnTo>
                    <a:pt x="345" y="1539"/>
                  </a:lnTo>
                  <a:lnTo>
                    <a:pt x="346" y="1539"/>
                  </a:lnTo>
                  <a:lnTo>
                    <a:pt x="347" y="1538"/>
                  </a:lnTo>
                  <a:lnTo>
                    <a:pt x="349" y="1538"/>
                  </a:lnTo>
                  <a:lnTo>
                    <a:pt x="349" y="1537"/>
                  </a:lnTo>
                  <a:lnTo>
                    <a:pt x="350" y="1536"/>
                  </a:lnTo>
                  <a:lnTo>
                    <a:pt x="350" y="1535"/>
                  </a:lnTo>
                  <a:lnTo>
                    <a:pt x="350" y="1535"/>
                  </a:lnTo>
                  <a:lnTo>
                    <a:pt x="350" y="1534"/>
                  </a:lnTo>
                  <a:lnTo>
                    <a:pt x="350" y="1534"/>
                  </a:lnTo>
                  <a:lnTo>
                    <a:pt x="351" y="1533"/>
                  </a:lnTo>
                  <a:lnTo>
                    <a:pt x="351" y="1532"/>
                  </a:lnTo>
                  <a:lnTo>
                    <a:pt x="351" y="1532"/>
                  </a:lnTo>
                  <a:lnTo>
                    <a:pt x="350" y="1532"/>
                  </a:lnTo>
                  <a:lnTo>
                    <a:pt x="350" y="1534"/>
                  </a:lnTo>
                  <a:lnTo>
                    <a:pt x="350" y="1534"/>
                  </a:lnTo>
                  <a:lnTo>
                    <a:pt x="349" y="1535"/>
                  </a:lnTo>
                  <a:lnTo>
                    <a:pt x="349" y="1535"/>
                  </a:lnTo>
                  <a:lnTo>
                    <a:pt x="349" y="1535"/>
                  </a:lnTo>
                  <a:lnTo>
                    <a:pt x="348" y="1535"/>
                  </a:lnTo>
                  <a:lnTo>
                    <a:pt x="347" y="1536"/>
                  </a:lnTo>
                  <a:lnTo>
                    <a:pt x="346" y="1537"/>
                  </a:lnTo>
                  <a:lnTo>
                    <a:pt x="345" y="1536"/>
                  </a:lnTo>
                  <a:lnTo>
                    <a:pt x="346" y="1536"/>
                  </a:lnTo>
                  <a:lnTo>
                    <a:pt x="345" y="1536"/>
                  </a:lnTo>
                  <a:lnTo>
                    <a:pt x="345" y="1536"/>
                  </a:lnTo>
                  <a:lnTo>
                    <a:pt x="345" y="1536"/>
                  </a:lnTo>
                  <a:lnTo>
                    <a:pt x="346" y="1535"/>
                  </a:lnTo>
                  <a:lnTo>
                    <a:pt x="348" y="1533"/>
                  </a:lnTo>
                  <a:lnTo>
                    <a:pt x="349" y="1532"/>
                  </a:lnTo>
                  <a:lnTo>
                    <a:pt x="349" y="1531"/>
                  </a:lnTo>
                  <a:lnTo>
                    <a:pt x="350" y="1531"/>
                  </a:lnTo>
                  <a:lnTo>
                    <a:pt x="350" y="1529"/>
                  </a:lnTo>
                  <a:lnTo>
                    <a:pt x="350" y="1529"/>
                  </a:lnTo>
                  <a:lnTo>
                    <a:pt x="350" y="1530"/>
                  </a:lnTo>
                  <a:lnTo>
                    <a:pt x="349" y="1531"/>
                  </a:lnTo>
                  <a:lnTo>
                    <a:pt x="348" y="1531"/>
                  </a:lnTo>
                  <a:lnTo>
                    <a:pt x="347" y="1532"/>
                  </a:lnTo>
                  <a:lnTo>
                    <a:pt x="346" y="1532"/>
                  </a:lnTo>
                  <a:lnTo>
                    <a:pt x="346" y="1531"/>
                  </a:lnTo>
                  <a:lnTo>
                    <a:pt x="348" y="1530"/>
                  </a:lnTo>
                  <a:lnTo>
                    <a:pt x="348" y="1530"/>
                  </a:lnTo>
                  <a:lnTo>
                    <a:pt x="347" y="1530"/>
                  </a:lnTo>
                  <a:lnTo>
                    <a:pt x="347" y="1530"/>
                  </a:lnTo>
                  <a:lnTo>
                    <a:pt x="347" y="1530"/>
                  </a:lnTo>
                  <a:lnTo>
                    <a:pt x="346" y="1531"/>
                  </a:lnTo>
                  <a:lnTo>
                    <a:pt x="346" y="1532"/>
                  </a:lnTo>
                  <a:lnTo>
                    <a:pt x="345" y="1532"/>
                  </a:lnTo>
                  <a:lnTo>
                    <a:pt x="345" y="1534"/>
                  </a:lnTo>
                  <a:lnTo>
                    <a:pt x="345" y="1534"/>
                  </a:lnTo>
                  <a:lnTo>
                    <a:pt x="344" y="1534"/>
                  </a:lnTo>
                  <a:lnTo>
                    <a:pt x="344" y="1534"/>
                  </a:lnTo>
                  <a:lnTo>
                    <a:pt x="344" y="1534"/>
                  </a:lnTo>
                  <a:lnTo>
                    <a:pt x="343" y="1534"/>
                  </a:lnTo>
                  <a:lnTo>
                    <a:pt x="344" y="1533"/>
                  </a:lnTo>
                  <a:lnTo>
                    <a:pt x="344" y="1532"/>
                  </a:lnTo>
                  <a:lnTo>
                    <a:pt x="343" y="1534"/>
                  </a:lnTo>
                  <a:lnTo>
                    <a:pt x="342" y="1534"/>
                  </a:lnTo>
                  <a:lnTo>
                    <a:pt x="342" y="1535"/>
                  </a:lnTo>
                  <a:lnTo>
                    <a:pt x="341" y="1534"/>
                  </a:lnTo>
                  <a:lnTo>
                    <a:pt x="341" y="1534"/>
                  </a:lnTo>
                  <a:lnTo>
                    <a:pt x="341" y="1535"/>
                  </a:lnTo>
                  <a:lnTo>
                    <a:pt x="341" y="1535"/>
                  </a:lnTo>
                  <a:lnTo>
                    <a:pt x="341" y="1535"/>
                  </a:lnTo>
                  <a:lnTo>
                    <a:pt x="341" y="1535"/>
                  </a:lnTo>
                  <a:lnTo>
                    <a:pt x="342" y="1535"/>
                  </a:lnTo>
                  <a:lnTo>
                    <a:pt x="343" y="1536"/>
                  </a:lnTo>
                  <a:lnTo>
                    <a:pt x="341" y="1540"/>
                  </a:lnTo>
                  <a:lnTo>
                    <a:pt x="341" y="1540"/>
                  </a:lnTo>
                  <a:lnTo>
                    <a:pt x="341" y="1540"/>
                  </a:lnTo>
                  <a:lnTo>
                    <a:pt x="340" y="1540"/>
                  </a:lnTo>
                  <a:lnTo>
                    <a:pt x="339" y="1544"/>
                  </a:lnTo>
                  <a:lnTo>
                    <a:pt x="337" y="1546"/>
                  </a:lnTo>
                  <a:lnTo>
                    <a:pt x="337" y="1547"/>
                  </a:lnTo>
                  <a:lnTo>
                    <a:pt x="335" y="1546"/>
                  </a:lnTo>
                  <a:lnTo>
                    <a:pt x="337" y="1544"/>
                  </a:lnTo>
                  <a:lnTo>
                    <a:pt x="337" y="1544"/>
                  </a:lnTo>
                  <a:lnTo>
                    <a:pt x="337" y="1543"/>
                  </a:lnTo>
                  <a:lnTo>
                    <a:pt x="337" y="1541"/>
                  </a:lnTo>
                  <a:lnTo>
                    <a:pt x="338" y="1540"/>
                  </a:lnTo>
                  <a:lnTo>
                    <a:pt x="338" y="1539"/>
                  </a:lnTo>
                  <a:lnTo>
                    <a:pt x="339" y="1537"/>
                  </a:lnTo>
                  <a:lnTo>
                    <a:pt x="338" y="1538"/>
                  </a:lnTo>
                  <a:lnTo>
                    <a:pt x="337" y="1540"/>
                  </a:lnTo>
                  <a:lnTo>
                    <a:pt x="337" y="1540"/>
                  </a:lnTo>
                  <a:lnTo>
                    <a:pt x="337" y="1540"/>
                  </a:lnTo>
                  <a:lnTo>
                    <a:pt x="337" y="1540"/>
                  </a:lnTo>
                  <a:lnTo>
                    <a:pt x="337" y="1540"/>
                  </a:lnTo>
                  <a:lnTo>
                    <a:pt x="337" y="1541"/>
                  </a:lnTo>
                  <a:lnTo>
                    <a:pt x="337" y="1540"/>
                  </a:lnTo>
                  <a:lnTo>
                    <a:pt x="337" y="1541"/>
                  </a:lnTo>
                  <a:lnTo>
                    <a:pt x="336" y="1543"/>
                  </a:lnTo>
                  <a:lnTo>
                    <a:pt x="336" y="1543"/>
                  </a:lnTo>
                  <a:lnTo>
                    <a:pt x="336" y="1543"/>
                  </a:lnTo>
                  <a:lnTo>
                    <a:pt x="336" y="1544"/>
                  </a:lnTo>
                  <a:lnTo>
                    <a:pt x="336" y="1544"/>
                  </a:lnTo>
                  <a:lnTo>
                    <a:pt x="335" y="1544"/>
                  </a:lnTo>
                  <a:lnTo>
                    <a:pt x="335" y="1545"/>
                  </a:lnTo>
                  <a:lnTo>
                    <a:pt x="335" y="1545"/>
                  </a:lnTo>
                  <a:lnTo>
                    <a:pt x="334" y="1546"/>
                  </a:lnTo>
                  <a:lnTo>
                    <a:pt x="334" y="1547"/>
                  </a:lnTo>
                  <a:lnTo>
                    <a:pt x="334" y="1548"/>
                  </a:lnTo>
                  <a:lnTo>
                    <a:pt x="334" y="1548"/>
                  </a:lnTo>
                  <a:lnTo>
                    <a:pt x="333" y="1548"/>
                  </a:lnTo>
                  <a:lnTo>
                    <a:pt x="333" y="1548"/>
                  </a:lnTo>
                  <a:lnTo>
                    <a:pt x="333" y="1548"/>
                  </a:lnTo>
                  <a:lnTo>
                    <a:pt x="332" y="1548"/>
                  </a:lnTo>
                  <a:lnTo>
                    <a:pt x="332" y="1548"/>
                  </a:lnTo>
                  <a:lnTo>
                    <a:pt x="333" y="1548"/>
                  </a:lnTo>
                  <a:lnTo>
                    <a:pt x="333" y="1549"/>
                  </a:lnTo>
                  <a:lnTo>
                    <a:pt x="333" y="1549"/>
                  </a:lnTo>
                  <a:lnTo>
                    <a:pt x="333" y="1549"/>
                  </a:lnTo>
                  <a:lnTo>
                    <a:pt x="334" y="1548"/>
                  </a:lnTo>
                  <a:lnTo>
                    <a:pt x="335" y="1548"/>
                  </a:lnTo>
                  <a:lnTo>
                    <a:pt x="336" y="1547"/>
                  </a:lnTo>
                  <a:lnTo>
                    <a:pt x="336" y="1547"/>
                  </a:lnTo>
                  <a:lnTo>
                    <a:pt x="336" y="1547"/>
                  </a:lnTo>
                  <a:lnTo>
                    <a:pt x="337" y="1547"/>
                  </a:lnTo>
                  <a:lnTo>
                    <a:pt x="337" y="1547"/>
                  </a:lnTo>
                  <a:lnTo>
                    <a:pt x="337" y="1548"/>
                  </a:lnTo>
                  <a:lnTo>
                    <a:pt x="336" y="1548"/>
                  </a:lnTo>
                  <a:lnTo>
                    <a:pt x="336" y="1548"/>
                  </a:lnTo>
                  <a:lnTo>
                    <a:pt x="336" y="1548"/>
                  </a:lnTo>
                  <a:lnTo>
                    <a:pt x="334" y="1552"/>
                  </a:lnTo>
                  <a:lnTo>
                    <a:pt x="333" y="1552"/>
                  </a:lnTo>
                  <a:lnTo>
                    <a:pt x="333" y="1552"/>
                  </a:lnTo>
                  <a:lnTo>
                    <a:pt x="333" y="1553"/>
                  </a:lnTo>
                  <a:lnTo>
                    <a:pt x="333" y="1553"/>
                  </a:lnTo>
                  <a:lnTo>
                    <a:pt x="332" y="1553"/>
                  </a:lnTo>
                  <a:lnTo>
                    <a:pt x="332" y="1553"/>
                  </a:lnTo>
                  <a:lnTo>
                    <a:pt x="332" y="1554"/>
                  </a:lnTo>
                  <a:lnTo>
                    <a:pt x="332" y="1554"/>
                  </a:lnTo>
                  <a:lnTo>
                    <a:pt x="332" y="1555"/>
                  </a:lnTo>
                  <a:lnTo>
                    <a:pt x="331" y="1555"/>
                  </a:lnTo>
                  <a:lnTo>
                    <a:pt x="332" y="1556"/>
                  </a:lnTo>
                  <a:lnTo>
                    <a:pt x="333" y="1553"/>
                  </a:lnTo>
                  <a:lnTo>
                    <a:pt x="334" y="1553"/>
                  </a:lnTo>
                  <a:lnTo>
                    <a:pt x="334" y="1553"/>
                  </a:lnTo>
                  <a:lnTo>
                    <a:pt x="332" y="1555"/>
                  </a:lnTo>
                  <a:lnTo>
                    <a:pt x="332" y="1556"/>
                  </a:lnTo>
                  <a:lnTo>
                    <a:pt x="332" y="1557"/>
                  </a:lnTo>
                  <a:lnTo>
                    <a:pt x="331" y="1559"/>
                  </a:lnTo>
                  <a:lnTo>
                    <a:pt x="330" y="1561"/>
                  </a:lnTo>
                  <a:lnTo>
                    <a:pt x="329" y="1562"/>
                  </a:lnTo>
                  <a:lnTo>
                    <a:pt x="329" y="1561"/>
                  </a:lnTo>
                  <a:lnTo>
                    <a:pt x="328" y="1561"/>
                  </a:lnTo>
                  <a:lnTo>
                    <a:pt x="328" y="1561"/>
                  </a:lnTo>
                  <a:lnTo>
                    <a:pt x="328" y="1561"/>
                  </a:lnTo>
                  <a:lnTo>
                    <a:pt x="328" y="1561"/>
                  </a:lnTo>
                  <a:lnTo>
                    <a:pt x="328" y="1561"/>
                  </a:lnTo>
                  <a:lnTo>
                    <a:pt x="328" y="1561"/>
                  </a:lnTo>
                  <a:lnTo>
                    <a:pt x="328" y="1560"/>
                  </a:lnTo>
                  <a:lnTo>
                    <a:pt x="328" y="1560"/>
                  </a:lnTo>
                  <a:lnTo>
                    <a:pt x="327" y="1561"/>
                  </a:lnTo>
                  <a:lnTo>
                    <a:pt x="327" y="1561"/>
                  </a:lnTo>
                  <a:lnTo>
                    <a:pt x="328" y="1559"/>
                  </a:lnTo>
                  <a:lnTo>
                    <a:pt x="328" y="1558"/>
                  </a:lnTo>
                  <a:lnTo>
                    <a:pt x="328" y="1557"/>
                  </a:lnTo>
                  <a:lnTo>
                    <a:pt x="328" y="1556"/>
                  </a:lnTo>
                  <a:lnTo>
                    <a:pt x="328" y="1556"/>
                  </a:lnTo>
                  <a:lnTo>
                    <a:pt x="328" y="1555"/>
                  </a:lnTo>
                  <a:lnTo>
                    <a:pt x="328" y="1555"/>
                  </a:lnTo>
                  <a:lnTo>
                    <a:pt x="329" y="1555"/>
                  </a:lnTo>
                  <a:lnTo>
                    <a:pt x="329" y="1554"/>
                  </a:lnTo>
                  <a:lnTo>
                    <a:pt x="330" y="1554"/>
                  </a:lnTo>
                  <a:lnTo>
                    <a:pt x="331" y="1552"/>
                  </a:lnTo>
                  <a:lnTo>
                    <a:pt x="331" y="1552"/>
                  </a:lnTo>
                  <a:lnTo>
                    <a:pt x="330" y="1552"/>
                  </a:lnTo>
                  <a:lnTo>
                    <a:pt x="330" y="1553"/>
                  </a:lnTo>
                  <a:lnTo>
                    <a:pt x="329" y="1553"/>
                  </a:lnTo>
                  <a:lnTo>
                    <a:pt x="329" y="1553"/>
                  </a:lnTo>
                  <a:lnTo>
                    <a:pt x="328" y="1553"/>
                  </a:lnTo>
                  <a:lnTo>
                    <a:pt x="328" y="1553"/>
                  </a:lnTo>
                  <a:lnTo>
                    <a:pt x="328" y="1554"/>
                  </a:lnTo>
                  <a:lnTo>
                    <a:pt x="327" y="1555"/>
                  </a:lnTo>
                  <a:lnTo>
                    <a:pt x="326" y="1557"/>
                  </a:lnTo>
                  <a:lnTo>
                    <a:pt x="326" y="1557"/>
                  </a:lnTo>
                  <a:lnTo>
                    <a:pt x="326" y="1556"/>
                  </a:lnTo>
                  <a:lnTo>
                    <a:pt x="327" y="1555"/>
                  </a:lnTo>
                  <a:lnTo>
                    <a:pt x="328" y="1553"/>
                  </a:lnTo>
                  <a:lnTo>
                    <a:pt x="327" y="1552"/>
                  </a:lnTo>
                  <a:lnTo>
                    <a:pt x="328" y="1551"/>
                  </a:lnTo>
                  <a:lnTo>
                    <a:pt x="328" y="1550"/>
                  </a:lnTo>
                  <a:lnTo>
                    <a:pt x="328" y="1549"/>
                  </a:lnTo>
                  <a:lnTo>
                    <a:pt x="328" y="1548"/>
                  </a:lnTo>
                  <a:lnTo>
                    <a:pt x="331" y="1546"/>
                  </a:lnTo>
                  <a:lnTo>
                    <a:pt x="332" y="1544"/>
                  </a:lnTo>
                  <a:lnTo>
                    <a:pt x="330" y="1546"/>
                  </a:lnTo>
                  <a:lnTo>
                    <a:pt x="331" y="1544"/>
                  </a:lnTo>
                  <a:lnTo>
                    <a:pt x="332" y="1542"/>
                  </a:lnTo>
                  <a:lnTo>
                    <a:pt x="334" y="1538"/>
                  </a:lnTo>
                  <a:lnTo>
                    <a:pt x="335" y="1537"/>
                  </a:lnTo>
                  <a:lnTo>
                    <a:pt x="335" y="1537"/>
                  </a:lnTo>
                  <a:lnTo>
                    <a:pt x="335" y="1537"/>
                  </a:lnTo>
                  <a:lnTo>
                    <a:pt x="336" y="1535"/>
                  </a:lnTo>
                  <a:lnTo>
                    <a:pt x="335" y="1535"/>
                  </a:lnTo>
                  <a:lnTo>
                    <a:pt x="335" y="1535"/>
                  </a:lnTo>
                  <a:lnTo>
                    <a:pt x="334" y="1535"/>
                  </a:lnTo>
                  <a:lnTo>
                    <a:pt x="334" y="1535"/>
                  </a:lnTo>
                  <a:lnTo>
                    <a:pt x="334" y="1534"/>
                  </a:lnTo>
                  <a:lnTo>
                    <a:pt x="335" y="1533"/>
                  </a:lnTo>
                  <a:lnTo>
                    <a:pt x="335" y="1534"/>
                  </a:lnTo>
                  <a:lnTo>
                    <a:pt x="336" y="1534"/>
                  </a:lnTo>
                  <a:lnTo>
                    <a:pt x="336" y="1534"/>
                  </a:lnTo>
                  <a:lnTo>
                    <a:pt x="337" y="1532"/>
                  </a:lnTo>
                  <a:lnTo>
                    <a:pt x="337" y="1533"/>
                  </a:lnTo>
                  <a:lnTo>
                    <a:pt x="337" y="1533"/>
                  </a:lnTo>
                  <a:lnTo>
                    <a:pt x="337" y="1532"/>
                  </a:lnTo>
                  <a:lnTo>
                    <a:pt x="339" y="1533"/>
                  </a:lnTo>
                  <a:lnTo>
                    <a:pt x="339" y="1532"/>
                  </a:lnTo>
                  <a:lnTo>
                    <a:pt x="339" y="1531"/>
                  </a:lnTo>
                  <a:lnTo>
                    <a:pt x="338" y="1531"/>
                  </a:lnTo>
                  <a:lnTo>
                    <a:pt x="338" y="1531"/>
                  </a:lnTo>
                  <a:lnTo>
                    <a:pt x="339" y="1530"/>
                  </a:lnTo>
                  <a:lnTo>
                    <a:pt x="339" y="1529"/>
                  </a:lnTo>
                  <a:lnTo>
                    <a:pt x="338" y="1529"/>
                  </a:lnTo>
                  <a:lnTo>
                    <a:pt x="338" y="1530"/>
                  </a:lnTo>
                  <a:lnTo>
                    <a:pt x="337" y="1531"/>
                  </a:lnTo>
                  <a:lnTo>
                    <a:pt x="337" y="1530"/>
                  </a:lnTo>
                  <a:lnTo>
                    <a:pt x="337" y="1529"/>
                  </a:lnTo>
                  <a:lnTo>
                    <a:pt x="338" y="1529"/>
                  </a:lnTo>
                  <a:lnTo>
                    <a:pt x="338" y="1528"/>
                  </a:lnTo>
                  <a:lnTo>
                    <a:pt x="339" y="1528"/>
                  </a:lnTo>
                  <a:lnTo>
                    <a:pt x="339" y="1528"/>
                  </a:lnTo>
                  <a:lnTo>
                    <a:pt x="339" y="1527"/>
                  </a:lnTo>
                  <a:lnTo>
                    <a:pt x="340" y="1526"/>
                  </a:lnTo>
                  <a:lnTo>
                    <a:pt x="341" y="1524"/>
                  </a:lnTo>
                  <a:lnTo>
                    <a:pt x="341" y="1523"/>
                  </a:lnTo>
                  <a:lnTo>
                    <a:pt x="342" y="1522"/>
                  </a:lnTo>
                  <a:lnTo>
                    <a:pt x="342" y="1523"/>
                  </a:lnTo>
                  <a:lnTo>
                    <a:pt x="342" y="1523"/>
                  </a:lnTo>
                  <a:lnTo>
                    <a:pt x="343" y="1522"/>
                  </a:lnTo>
                  <a:lnTo>
                    <a:pt x="344" y="1521"/>
                  </a:lnTo>
                  <a:lnTo>
                    <a:pt x="344" y="1520"/>
                  </a:lnTo>
                  <a:lnTo>
                    <a:pt x="345" y="1518"/>
                  </a:lnTo>
                  <a:lnTo>
                    <a:pt x="345" y="1518"/>
                  </a:lnTo>
                  <a:lnTo>
                    <a:pt x="345" y="1518"/>
                  </a:lnTo>
                  <a:lnTo>
                    <a:pt x="345" y="1518"/>
                  </a:lnTo>
                  <a:lnTo>
                    <a:pt x="345" y="1517"/>
                  </a:lnTo>
                  <a:lnTo>
                    <a:pt x="346" y="1516"/>
                  </a:lnTo>
                  <a:lnTo>
                    <a:pt x="347" y="1516"/>
                  </a:lnTo>
                  <a:lnTo>
                    <a:pt x="347" y="1514"/>
                  </a:lnTo>
                  <a:lnTo>
                    <a:pt x="347" y="1514"/>
                  </a:lnTo>
                  <a:lnTo>
                    <a:pt x="347" y="1514"/>
                  </a:lnTo>
                  <a:lnTo>
                    <a:pt x="348" y="1514"/>
                  </a:lnTo>
                  <a:lnTo>
                    <a:pt x="349" y="1514"/>
                  </a:lnTo>
                  <a:lnTo>
                    <a:pt x="350" y="1515"/>
                  </a:lnTo>
                  <a:lnTo>
                    <a:pt x="350" y="1515"/>
                  </a:lnTo>
                  <a:lnTo>
                    <a:pt x="352" y="1514"/>
                  </a:lnTo>
                  <a:lnTo>
                    <a:pt x="353" y="1514"/>
                  </a:lnTo>
                  <a:lnTo>
                    <a:pt x="354" y="1515"/>
                  </a:lnTo>
                  <a:lnTo>
                    <a:pt x="354" y="1516"/>
                  </a:lnTo>
                  <a:lnTo>
                    <a:pt x="354" y="1516"/>
                  </a:lnTo>
                  <a:lnTo>
                    <a:pt x="353" y="1518"/>
                  </a:lnTo>
                  <a:lnTo>
                    <a:pt x="354" y="1518"/>
                  </a:lnTo>
                  <a:lnTo>
                    <a:pt x="354" y="1518"/>
                  </a:lnTo>
                  <a:lnTo>
                    <a:pt x="355" y="1518"/>
                  </a:lnTo>
                  <a:lnTo>
                    <a:pt x="357" y="1519"/>
                  </a:lnTo>
                  <a:lnTo>
                    <a:pt x="356" y="1518"/>
                  </a:lnTo>
                  <a:lnTo>
                    <a:pt x="356" y="1518"/>
                  </a:lnTo>
                  <a:lnTo>
                    <a:pt x="356" y="1517"/>
                  </a:lnTo>
                  <a:lnTo>
                    <a:pt x="356" y="1517"/>
                  </a:lnTo>
                  <a:lnTo>
                    <a:pt x="356" y="1517"/>
                  </a:lnTo>
                  <a:lnTo>
                    <a:pt x="357" y="1516"/>
                  </a:lnTo>
                  <a:lnTo>
                    <a:pt x="355" y="1516"/>
                  </a:lnTo>
                  <a:lnTo>
                    <a:pt x="354" y="1516"/>
                  </a:lnTo>
                  <a:lnTo>
                    <a:pt x="354" y="1516"/>
                  </a:lnTo>
                  <a:lnTo>
                    <a:pt x="354" y="1516"/>
                  </a:lnTo>
                  <a:lnTo>
                    <a:pt x="354" y="1515"/>
                  </a:lnTo>
                  <a:lnTo>
                    <a:pt x="354" y="1515"/>
                  </a:lnTo>
                  <a:lnTo>
                    <a:pt x="356" y="1514"/>
                  </a:lnTo>
                  <a:lnTo>
                    <a:pt x="356" y="1513"/>
                  </a:lnTo>
                  <a:lnTo>
                    <a:pt x="357" y="1513"/>
                  </a:lnTo>
                  <a:lnTo>
                    <a:pt x="357" y="1512"/>
                  </a:lnTo>
                  <a:lnTo>
                    <a:pt x="356" y="1511"/>
                  </a:lnTo>
                  <a:lnTo>
                    <a:pt x="356" y="1511"/>
                  </a:lnTo>
                  <a:lnTo>
                    <a:pt x="355" y="1511"/>
                  </a:lnTo>
                  <a:lnTo>
                    <a:pt x="355" y="1511"/>
                  </a:lnTo>
                  <a:lnTo>
                    <a:pt x="355" y="1510"/>
                  </a:lnTo>
                  <a:lnTo>
                    <a:pt x="355" y="1510"/>
                  </a:lnTo>
                  <a:lnTo>
                    <a:pt x="354" y="1510"/>
                  </a:lnTo>
                  <a:lnTo>
                    <a:pt x="354" y="1511"/>
                  </a:lnTo>
                  <a:lnTo>
                    <a:pt x="353" y="1511"/>
                  </a:lnTo>
                  <a:lnTo>
                    <a:pt x="353" y="1511"/>
                  </a:lnTo>
                  <a:lnTo>
                    <a:pt x="352" y="1511"/>
                  </a:lnTo>
                  <a:lnTo>
                    <a:pt x="353" y="1509"/>
                  </a:lnTo>
                  <a:lnTo>
                    <a:pt x="353" y="1509"/>
                  </a:lnTo>
                  <a:lnTo>
                    <a:pt x="354" y="1509"/>
                  </a:lnTo>
                  <a:lnTo>
                    <a:pt x="353" y="1509"/>
                  </a:lnTo>
                  <a:lnTo>
                    <a:pt x="353" y="1509"/>
                  </a:lnTo>
                  <a:lnTo>
                    <a:pt x="353" y="1508"/>
                  </a:lnTo>
                  <a:lnTo>
                    <a:pt x="353" y="1509"/>
                  </a:lnTo>
                  <a:lnTo>
                    <a:pt x="352" y="1509"/>
                  </a:lnTo>
                  <a:lnTo>
                    <a:pt x="351" y="1509"/>
                  </a:lnTo>
                  <a:lnTo>
                    <a:pt x="351" y="1509"/>
                  </a:lnTo>
                  <a:lnTo>
                    <a:pt x="351" y="1509"/>
                  </a:lnTo>
                  <a:lnTo>
                    <a:pt x="350" y="1509"/>
                  </a:lnTo>
                  <a:lnTo>
                    <a:pt x="350" y="1507"/>
                  </a:lnTo>
                  <a:lnTo>
                    <a:pt x="351" y="1505"/>
                  </a:lnTo>
                  <a:lnTo>
                    <a:pt x="351" y="1505"/>
                  </a:lnTo>
                  <a:lnTo>
                    <a:pt x="352" y="1504"/>
                  </a:lnTo>
                  <a:lnTo>
                    <a:pt x="352" y="1502"/>
                  </a:lnTo>
                  <a:lnTo>
                    <a:pt x="353" y="1501"/>
                  </a:lnTo>
                  <a:lnTo>
                    <a:pt x="353" y="1501"/>
                  </a:lnTo>
                  <a:lnTo>
                    <a:pt x="354" y="1501"/>
                  </a:lnTo>
                  <a:lnTo>
                    <a:pt x="354" y="1499"/>
                  </a:lnTo>
                  <a:lnTo>
                    <a:pt x="354" y="1498"/>
                  </a:lnTo>
                  <a:lnTo>
                    <a:pt x="354" y="1497"/>
                  </a:lnTo>
                  <a:lnTo>
                    <a:pt x="355" y="1496"/>
                  </a:lnTo>
                  <a:lnTo>
                    <a:pt x="355" y="1496"/>
                  </a:lnTo>
                  <a:lnTo>
                    <a:pt x="356" y="1495"/>
                  </a:lnTo>
                  <a:lnTo>
                    <a:pt x="356" y="1494"/>
                  </a:lnTo>
                  <a:lnTo>
                    <a:pt x="358" y="1493"/>
                  </a:lnTo>
                  <a:lnTo>
                    <a:pt x="358" y="1493"/>
                  </a:lnTo>
                  <a:lnTo>
                    <a:pt x="358" y="1492"/>
                  </a:lnTo>
                  <a:lnTo>
                    <a:pt x="358" y="1491"/>
                  </a:lnTo>
                  <a:lnTo>
                    <a:pt x="358" y="1489"/>
                  </a:lnTo>
                  <a:lnTo>
                    <a:pt x="359" y="1488"/>
                  </a:lnTo>
                  <a:lnTo>
                    <a:pt x="359" y="1488"/>
                  </a:lnTo>
                  <a:lnTo>
                    <a:pt x="360" y="1488"/>
                  </a:lnTo>
                  <a:lnTo>
                    <a:pt x="361" y="1487"/>
                  </a:lnTo>
                  <a:lnTo>
                    <a:pt x="361" y="1486"/>
                  </a:lnTo>
                  <a:lnTo>
                    <a:pt x="362" y="1486"/>
                  </a:lnTo>
                  <a:lnTo>
                    <a:pt x="361" y="1485"/>
                  </a:lnTo>
                  <a:lnTo>
                    <a:pt x="359" y="1484"/>
                  </a:lnTo>
                  <a:lnTo>
                    <a:pt x="358" y="1485"/>
                  </a:lnTo>
                  <a:lnTo>
                    <a:pt x="357" y="1486"/>
                  </a:lnTo>
                  <a:lnTo>
                    <a:pt x="357" y="1487"/>
                  </a:lnTo>
                  <a:lnTo>
                    <a:pt x="357" y="1487"/>
                  </a:lnTo>
                  <a:lnTo>
                    <a:pt x="357" y="1488"/>
                  </a:lnTo>
                  <a:lnTo>
                    <a:pt x="356" y="1488"/>
                  </a:lnTo>
                  <a:lnTo>
                    <a:pt x="356" y="1488"/>
                  </a:lnTo>
                  <a:lnTo>
                    <a:pt x="354" y="1489"/>
                  </a:lnTo>
                  <a:lnTo>
                    <a:pt x="354" y="1490"/>
                  </a:lnTo>
                  <a:lnTo>
                    <a:pt x="354" y="1491"/>
                  </a:lnTo>
                  <a:lnTo>
                    <a:pt x="353" y="1491"/>
                  </a:lnTo>
                  <a:lnTo>
                    <a:pt x="352" y="1492"/>
                  </a:lnTo>
                  <a:lnTo>
                    <a:pt x="352" y="1492"/>
                  </a:lnTo>
                  <a:lnTo>
                    <a:pt x="351" y="1492"/>
                  </a:lnTo>
                  <a:lnTo>
                    <a:pt x="350" y="1494"/>
                  </a:lnTo>
                  <a:lnTo>
                    <a:pt x="349" y="1495"/>
                  </a:lnTo>
                  <a:lnTo>
                    <a:pt x="349" y="1496"/>
                  </a:lnTo>
                  <a:lnTo>
                    <a:pt x="349" y="1496"/>
                  </a:lnTo>
                  <a:lnTo>
                    <a:pt x="349" y="1496"/>
                  </a:lnTo>
                  <a:lnTo>
                    <a:pt x="348" y="1497"/>
                  </a:lnTo>
                  <a:lnTo>
                    <a:pt x="348" y="1498"/>
                  </a:lnTo>
                  <a:lnTo>
                    <a:pt x="346" y="1499"/>
                  </a:lnTo>
                  <a:lnTo>
                    <a:pt x="346" y="1500"/>
                  </a:lnTo>
                  <a:lnTo>
                    <a:pt x="346" y="1501"/>
                  </a:lnTo>
                  <a:lnTo>
                    <a:pt x="345" y="1501"/>
                  </a:lnTo>
                  <a:lnTo>
                    <a:pt x="344" y="1503"/>
                  </a:lnTo>
                  <a:lnTo>
                    <a:pt x="344" y="1502"/>
                  </a:lnTo>
                  <a:lnTo>
                    <a:pt x="342" y="1502"/>
                  </a:lnTo>
                  <a:lnTo>
                    <a:pt x="345" y="1499"/>
                  </a:lnTo>
                  <a:lnTo>
                    <a:pt x="345" y="1498"/>
                  </a:lnTo>
                  <a:lnTo>
                    <a:pt x="345" y="1497"/>
                  </a:lnTo>
                  <a:lnTo>
                    <a:pt x="346" y="1497"/>
                  </a:lnTo>
                  <a:lnTo>
                    <a:pt x="346" y="1496"/>
                  </a:lnTo>
                  <a:lnTo>
                    <a:pt x="347" y="1496"/>
                  </a:lnTo>
                  <a:lnTo>
                    <a:pt x="346" y="1496"/>
                  </a:lnTo>
                  <a:lnTo>
                    <a:pt x="345" y="1497"/>
                  </a:lnTo>
                  <a:lnTo>
                    <a:pt x="345" y="1497"/>
                  </a:lnTo>
                  <a:lnTo>
                    <a:pt x="345" y="1497"/>
                  </a:lnTo>
                  <a:lnTo>
                    <a:pt x="345" y="1496"/>
                  </a:lnTo>
                  <a:lnTo>
                    <a:pt x="345" y="1495"/>
                  </a:lnTo>
                  <a:lnTo>
                    <a:pt x="345" y="1494"/>
                  </a:lnTo>
                  <a:lnTo>
                    <a:pt x="345" y="1493"/>
                  </a:lnTo>
                  <a:lnTo>
                    <a:pt x="345" y="1493"/>
                  </a:lnTo>
                  <a:lnTo>
                    <a:pt x="345" y="1493"/>
                  </a:lnTo>
                  <a:lnTo>
                    <a:pt x="345" y="1493"/>
                  </a:lnTo>
                  <a:lnTo>
                    <a:pt x="345" y="1493"/>
                  </a:lnTo>
                  <a:lnTo>
                    <a:pt x="345" y="1493"/>
                  </a:lnTo>
                  <a:lnTo>
                    <a:pt x="345" y="1492"/>
                  </a:lnTo>
                  <a:lnTo>
                    <a:pt x="346" y="1492"/>
                  </a:lnTo>
                  <a:lnTo>
                    <a:pt x="346" y="1491"/>
                  </a:lnTo>
                  <a:lnTo>
                    <a:pt x="347" y="1492"/>
                  </a:lnTo>
                  <a:lnTo>
                    <a:pt x="347" y="1491"/>
                  </a:lnTo>
                  <a:lnTo>
                    <a:pt x="347" y="1490"/>
                  </a:lnTo>
                  <a:lnTo>
                    <a:pt x="347" y="1490"/>
                  </a:lnTo>
                  <a:lnTo>
                    <a:pt x="347" y="1490"/>
                  </a:lnTo>
                  <a:lnTo>
                    <a:pt x="347" y="1489"/>
                  </a:lnTo>
                  <a:lnTo>
                    <a:pt x="347" y="1488"/>
                  </a:lnTo>
                  <a:lnTo>
                    <a:pt x="348" y="1488"/>
                  </a:lnTo>
                  <a:lnTo>
                    <a:pt x="347" y="1488"/>
                  </a:lnTo>
                  <a:lnTo>
                    <a:pt x="348" y="1488"/>
                  </a:lnTo>
                  <a:lnTo>
                    <a:pt x="349" y="1488"/>
                  </a:lnTo>
                  <a:lnTo>
                    <a:pt x="349" y="1487"/>
                  </a:lnTo>
                  <a:lnTo>
                    <a:pt x="349" y="1486"/>
                  </a:lnTo>
                  <a:lnTo>
                    <a:pt x="349" y="1486"/>
                  </a:lnTo>
                  <a:lnTo>
                    <a:pt x="350" y="1485"/>
                  </a:lnTo>
                  <a:lnTo>
                    <a:pt x="350" y="1483"/>
                  </a:lnTo>
                  <a:lnTo>
                    <a:pt x="351" y="1482"/>
                  </a:lnTo>
                  <a:lnTo>
                    <a:pt x="351" y="1481"/>
                  </a:lnTo>
                  <a:lnTo>
                    <a:pt x="352" y="1481"/>
                  </a:lnTo>
                  <a:lnTo>
                    <a:pt x="352" y="1480"/>
                  </a:lnTo>
                  <a:lnTo>
                    <a:pt x="352" y="1479"/>
                  </a:lnTo>
                  <a:lnTo>
                    <a:pt x="352" y="1479"/>
                  </a:lnTo>
                  <a:lnTo>
                    <a:pt x="351" y="1479"/>
                  </a:lnTo>
                  <a:lnTo>
                    <a:pt x="352" y="1479"/>
                  </a:lnTo>
                  <a:lnTo>
                    <a:pt x="352" y="1479"/>
                  </a:lnTo>
                  <a:lnTo>
                    <a:pt x="352" y="1479"/>
                  </a:lnTo>
                  <a:lnTo>
                    <a:pt x="352" y="1478"/>
                  </a:lnTo>
                  <a:lnTo>
                    <a:pt x="353" y="1477"/>
                  </a:lnTo>
                  <a:lnTo>
                    <a:pt x="353" y="1478"/>
                  </a:lnTo>
                  <a:lnTo>
                    <a:pt x="353" y="1478"/>
                  </a:lnTo>
                  <a:lnTo>
                    <a:pt x="353" y="1478"/>
                  </a:lnTo>
                  <a:lnTo>
                    <a:pt x="354" y="1478"/>
                  </a:lnTo>
                  <a:lnTo>
                    <a:pt x="354" y="1477"/>
                  </a:lnTo>
                  <a:lnTo>
                    <a:pt x="354" y="1477"/>
                  </a:lnTo>
                  <a:lnTo>
                    <a:pt x="354" y="1476"/>
                  </a:lnTo>
                  <a:lnTo>
                    <a:pt x="354" y="1476"/>
                  </a:lnTo>
                  <a:lnTo>
                    <a:pt x="354" y="1475"/>
                  </a:lnTo>
                  <a:lnTo>
                    <a:pt x="354" y="1473"/>
                  </a:lnTo>
                  <a:lnTo>
                    <a:pt x="352" y="1472"/>
                  </a:lnTo>
                  <a:lnTo>
                    <a:pt x="351" y="1472"/>
                  </a:lnTo>
                  <a:lnTo>
                    <a:pt x="351" y="1472"/>
                  </a:lnTo>
                  <a:lnTo>
                    <a:pt x="350" y="1471"/>
                  </a:lnTo>
                  <a:lnTo>
                    <a:pt x="350" y="1470"/>
                  </a:lnTo>
                  <a:lnTo>
                    <a:pt x="350" y="1470"/>
                  </a:lnTo>
                  <a:lnTo>
                    <a:pt x="352" y="1470"/>
                  </a:lnTo>
                  <a:lnTo>
                    <a:pt x="352" y="1470"/>
                  </a:lnTo>
                  <a:lnTo>
                    <a:pt x="352" y="1470"/>
                  </a:lnTo>
                  <a:lnTo>
                    <a:pt x="354" y="1470"/>
                  </a:lnTo>
                  <a:lnTo>
                    <a:pt x="354" y="1470"/>
                  </a:lnTo>
                  <a:lnTo>
                    <a:pt x="355" y="1470"/>
                  </a:lnTo>
                  <a:lnTo>
                    <a:pt x="355" y="1469"/>
                  </a:lnTo>
                  <a:lnTo>
                    <a:pt x="355" y="1468"/>
                  </a:lnTo>
                  <a:lnTo>
                    <a:pt x="356" y="1469"/>
                  </a:lnTo>
                  <a:lnTo>
                    <a:pt x="357" y="1468"/>
                  </a:lnTo>
                  <a:lnTo>
                    <a:pt x="357" y="1468"/>
                  </a:lnTo>
                  <a:lnTo>
                    <a:pt x="357" y="1467"/>
                  </a:lnTo>
                  <a:lnTo>
                    <a:pt x="358" y="1467"/>
                  </a:lnTo>
                  <a:lnTo>
                    <a:pt x="358" y="1467"/>
                  </a:lnTo>
                  <a:lnTo>
                    <a:pt x="358" y="1467"/>
                  </a:lnTo>
                  <a:lnTo>
                    <a:pt x="358" y="1468"/>
                  </a:lnTo>
                  <a:lnTo>
                    <a:pt x="358" y="1468"/>
                  </a:lnTo>
                  <a:lnTo>
                    <a:pt x="358" y="1468"/>
                  </a:lnTo>
                  <a:lnTo>
                    <a:pt x="359" y="1468"/>
                  </a:lnTo>
                  <a:lnTo>
                    <a:pt x="359" y="1468"/>
                  </a:lnTo>
                  <a:lnTo>
                    <a:pt x="360" y="1468"/>
                  </a:lnTo>
                  <a:lnTo>
                    <a:pt x="360" y="1466"/>
                  </a:lnTo>
                  <a:lnTo>
                    <a:pt x="360" y="1466"/>
                  </a:lnTo>
                  <a:lnTo>
                    <a:pt x="362" y="1465"/>
                  </a:lnTo>
                  <a:lnTo>
                    <a:pt x="362" y="1465"/>
                  </a:lnTo>
                  <a:lnTo>
                    <a:pt x="362" y="1465"/>
                  </a:lnTo>
                  <a:lnTo>
                    <a:pt x="364" y="1466"/>
                  </a:lnTo>
                  <a:lnTo>
                    <a:pt x="364" y="1465"/>
                  </a:lnTo>
                  <a:lnTo>
                    <a:pt x="364" y="1465"/>
                  </a:lnTo>
                  <a:lnTo>
                    <a:pt x="363" y="1465"/>
                  </a:lnTo>
                  <a:lnTo>
                    <a:pt x="363" y="1464"/>
                  </a:lnTo>
                  <a:lnTo>
                    <a:pt x="363" y="1463"/>
                  </a:lnTo>
                  <a:lnTo>
                    <a:pt x="362" y="1462"/>
                  </a:lnTo>
                  <a:lnTo>
                    <a:pt x="363" y="1462"/>
                  </a:lnTo>
                  <a:lnTo>
                    <a:pt x="363" y="1461"/>
                  </a:lnTo>
                  <a:lnTo>
                    <a:pt x="361" y="1461"/>
                  </a:lnTo>
                  <a:lnTo>
                    <a:pt x="360" y="1462"/>
                  </a:lnTo>
                  <a:lnTo>
                    <a:pt x="360" y="1462"/>
                  </a:lnTo>
                  <a:lnTo>
                    <a:pt x="360" y="1462"/>
                  </a:lnTo>
                  <a:lnTo>
                    <a:pt x="359" y="1463"/>
                  </a:lnTo>
                  <a:lnTo>
                    <a:pt x="358" y="1464"/>
                  </a:lnTo>
                  <a:lnTo>
                    <a:pt x="358" y="1463"/>
                  </a:lnTo>
                  <a:lnTo>
                    <a:pt x="358" y="1463"/>
                  </a:lnTo>
                  <a:lnTo>
                    <a:pt x="356" y="1464"/>
                  </a:lnTo>
                  <a:lnTo>
                    <a:pt x="356" y="1464"/>
                  </a:lnTo>
                  <a:lnTo>
                    <a:pt x="356" y="1465"/>
                  </a:lnTo>
                  <a:lnTo>
                    <a:pt x="354" y="1464"/>
                  </a:lnTo>
                  <a:lnTo>
                    <a:pt x="354" y="1464"/>
                  </a:lnTo>
                  <a:lnTo>
                    <a:pt x="351" y="1464"/>
                  </a:lnTo>
                  <a:lnTo>
                    <a:pt x="349" y="1466"/>
                  </a:lnTo>
                  <a:lnTo>
                    <a:pt x="349" y="1466"/>
                  </a:lnTo>
                  <a:lnTo>
                    <a:pt x="348" y="1467"/>
                  </a:lnTo>
                  <a:lnTo>
                    <a:pt x="348" y="1467"/>
                  </a:lnTo>
                  <a:lnTo>
                    <a:pt x="346" y="1466"/>
                  </a:lnTo>
                  <a:lnTo>
                    <a:pt x="345" y="1467"/>
                  </a:lnTo>
                  <a:lnTo>
                    <a:pt x="345" y="1466"/>
                  </a:lnTo>
                  <a:lnTo>
                    <a:pt x="345" y="1465"/>
                  </a:lnTo>
                  <a:lnTo>
                    <a:pt x="346" y="1463"/>
                  </a:lnTo>
                  <a:lnTo>
                    <a:pt x="346" y="1463"/>
                  </a:lnTo>
                  <a:lnTo>
                    <a:pt x="346" y="1462"/>
                  </a:lnTo>
                  <a:lnTo>
                    <a:pt x="347" y="1459"/>
                  </a:lnTo>
                  <a:lnTo>
                    <a:pt x="348" y="1458"/>
                  </a:lnTo>
                  <a:lnTo>
                    <a:pt x="348" y="1457"/>
                  </a:lnTo>
                  <a:lnTo>
                    <a:pt x="348" y="1457"/>
                  </a:lnTo>
                  <a:lnTo>
                    <a:pt x="349" y="1457"/>
                  </a:lnTo>
                  <a:lnTo>
                    <a:pt x="347" y="1456"/>
                  </a:lnTo>
                  <a:lnTo>
                    <a:pt x="347" y="1457"/>
                  </a:lnTo>
                  <a:lnTo>
                    <a:pt x="346" y="1457"/>
                  </a:lnTo>
                  <a:lnTo>
                    <a:pt x="346" y="1457"/>
                  </a:lnTo>
                  <a:lnTo>
                    <a:pt x="347" y="1452"/>
                  </a:lnTo>
                  <a:lnTo>
                    <a:pt x="347" y="1450"/>
                  </a:lnTo>
                  <a:lnTo>
                    <a:pt x="347" y="1450"/>
                  </a:lnTo>
                  <a:lnTo>
                    <a:pt x="348" y="1448"/>
                  </a:lnTo>
                  <a:lnTo>
                    <a:pt x="348" y="1448"/>
                  </a:lnTo>
                  <a:lnTo>
                    <a:pt x="348" y="1448"/>
                  </a:lnTo>
                  <a:lnTo>
                    <a:pt x="348" y="1447"/>
                  </a:lnTo>
                  <a:lnTo>
                    <a:pt x="348" y="1447"/>
                  </a:lnTo>
                  <a:lnTo>
                    <a:pt x="348" y="1447"/>
                  </a:lnTo>
                  <a:lnTo>
                    <a:pt x="347" y="1448"/>
                  </a:lnTo>
                  <a:lnTo>
                    <a:pt x="347" y="1448"/>
                  </a:lnTo>
                  <a:lnTo>
                    <a:pt x="346" y="1450"/>
                  </a:lnTo>
                  <a:lnTo>
                    <a:pt x="346" y="1451"/>
                  </a:lnTo>
                  <a:lnTo>
                    <a:pt x="345" y="1452"/>
                  </a:lnTo>
                  <a:lnTo>
                    <a:pt x="345" y="1452"/>
                  </a:lnTo>
                  <a:lnTo>
                    <a:pt x="344" y="1453"/>
                  </a:lnTo>
                  <a:lnTo>
                    <a:pt x="344" y="1454"/>
                  </a:lnTo>
                  <a:lnTo>
                    <a:pt x="345" y="1454"/>
                  </a:lnTo>
                  <a:lnTo>
                    <a:pt x="345" y="1455"/>
                  </a:lnTo>
                  <a:lnTo>
                    <a:pt x="345" y="1456"/>
                  </a:lnTo>
                  <a:lnTo>
                    <a:pt x="345" y="1457"/>
                  </a:lnTo>
                  <a:lnTo>
                    <a:pt x="345" y="1458"/>
                  </a:lnTo>
                  <a:lnTo>
                    <a:pt x="345" y="1458"/>
                  </a:lnTo>
                  <a:lnTo>
                    <a:pt x="344" y="1458"/>
                  </a:lnTo>
                  <a:lnTo>
                    <a:pt x="344" y="1458"/>
                  </a:lnTo>
                  <a:lnTo>
                    <a:pt x="344" y="1458"/>
                  </a:lnTo>
                  <a:lnTo>
                    <a:pt x="343" y="1459"/>
                  </a:lnTo>
                  <a:lnTo>
                    <a:pt x="343" y="1460"/>
                  </a:lnTo>
                  <a:lnTo>
                    <a:pt x="342" y="1461"/>
                  </a:lnTo>
                  <a:lnTo>
                    <a:pt x="342" y="1462"/>
                  </a:lnTo>
                  <a:lnTo>
                    <a:pt x="342" y="1462"/>
                  </a:lnTo>
                  <a:lnTo>
                    <a:pt x="341" y="1462"/>
                  </a:lnTo>
                  <a:lnTo>
                    <a:pt x="341" y="1462"/>
                  </a:lnTo>
                  <a:lnTo>
                    <a:pt x="341" y="1462"/>
                  </a:lnTo>
                  <a:lnTo>
                    <a:pt x="340" y="1462"/>
                  </a:lnTo>
                  <a:lnTo>
                    <a:pt x="340" y="1461"/>
                  </a:lnTo>
                  <a:lnTo>
                    <a:pt x="340" y="1461"/>
                  </a:lnTo>
                  <a:lnTo>
                    <a:pt x="339" y="1460"/>
                  </a:lnTo>
                  <a:lnTo>
                    <a:pt x="339" y="1459"/>
                  </a:lnTo>
                  <a:lnTo>
                    <a:pt x="339" y="1459"/>
                  </a:lnTo>
                  <a:lnTo>
                    <a:pt x="339" y="1458"/>
                  </a:lnTo>
                  <a:lnTo>
                    <a:pt x="339" y="1457"/>
                  </a:lnTo>
                  <a:lnTo>
                    <a:pt x="339" y="1457"/>
                  </a:lnTo>
                  <a:lnTo>
                    <a:pt x="339" y="1456"/>
                  </a:lnTo>
                  <a:lnTo>
                    <a:pt x="340" y="1455"/>
                  </a:lnTo>
                  <a:lnTo>
                    <a:pt x="340" y="1455"/>
                  </a:lnTo>
                  <a:lnTo>
                    <a:pt x="337" y="1453"/>
                  </a:lnTo>
                  <a:lnTo>
                    <a:pt x="337" y="1454"/>
                  </a:lnTo>
                  <a:lnTo>
                    <a:pt x="337" y="1453"/>
                  </a:lnTo>
                  <a:lnTo>
                    <a:pt x="337" y="1453"/>
                  </a:lnTo>
                  <a:lnTo>
                    <a:pt x="336" y="1453"/>
                  </a:lnTo>
                  <a:lnTo>
                    <a:pt x="336" y="1453"/>
                  </a:lnTo>
                  <a:lnTo>
                    <a:pt x="337" y="1453"/>
                  </a:lnTo>
                  <a:lnTo>
                    <a:pt x="337" y="1453"/>
                  </a:lnTo>
                  <a:lnTo>
                    <a:pt x="337" y="1453"/>
                  </a:lnTo>
                  <a:lnTo>
                    <a:pt x="337" y="1452"/>
                  </a:lnTo>
                  <a:lnTo>
                    <a:pt x="337" y="1451"/>
                  </a:lnTo>
                  <a:lnTo>
                    <a:pt x="337" y="1451"/>
                  </a:lnTo>
                  <a:lnTo>
                    <a:pt x="337" y="1450"/>
                  </a:lnTo>
                  <a:lnTo>
                    <a:pt x="338" y="1449"/>
                  </a:lnTo>
                  <a:lnTo>
                    <a:pt x="338" y="1449"/>
                  </a:lnTo>
                  <a:lnTo>
                    <a:pt x="339" y="1448"/>
                  </a:lnTo>
                  <a:lnTo>
                    <a:pt x="340" y="1447"/>
                  </a:lnTo>
                  <a:lnTo>
                    <a:pt x="341" y="1447"/>
                  </a:lnTo>
                  <a:lnTo>
                    <a:pt x="341" y="1447"/>
                  </a:lnTo>
                  <a:lnTo>
                    <a:pt x="341" y="1446"/>
                  </a:lnTo>
                  <a:lnTo>
                    <a:pt x="341" y="1445"/>
                  </a:lnTo>
                  <a:lnTo>
                    <a:pt x="342" y="1445"/>
                  </a:lnTo>
                  <a:lnTo>
                    <a:pt x="342" y="1446"/>
                  </a:lnTo>
                  <a:lnTo>
                    <a:pt x="343" y="1446"/>
                  </a:lnTo>
                  <a:lnTo>
                    <a:pt x="344" y="1446"/>
                  </a:lnTo>
                  <a:lnTo>
                    <a:pt x="344" y="1446"/>
                  </a:lnTo>
                  <a:lnTo>
                    <a:pt x="344" y="1446"/>
                  </a:lnTo>
                  <a:lnTo>
                    <a:pt x="343" y="1447"/>
                  </a:lnTo>
                  <a:lnTo>
                    <a:pt x="343" y="1446"/>
                  </a:lnTo>
                  <a:lnTo>
                    <a:pt x="343" y="1447"/>
                  </a:lnTo>
                  <a:lnTo>
                    <a:pt x="344" y="1447"/>
                  </a:lnTo>
                  <a:lnTo>
                    <a:pt x="344" y="1447"/>
                  </a:lnTo>
                  <a:lnTo>
                    <a:pt x="345" y="1446"/>
                  </a:lnTo>
                  <a:lnTo>
                    <a:pt x="345" y="1447"/>
                  </a:lnTo>
                  <a:lnTo>
                    <a:pt x="343" y="1449"/>
                  </a:lnTo>
                  <a:lnTo>
                    <a:pt x="343" y="1449"/>
                  </a:lnTo>
                  <a:lnTo>
                    <a:pt x="342" y="1450"/>
                  </a:lnTo>
                  <a:lnTo>
                    <a:pt x="343" y="1451"/>
                  </a:lnTo>
                  <a:lnTo>
                    <a:pt x="343" y="1449"/>
                  </a:lnTo>
                  <a:lnTo>
                    <a:pt x="343" y="1449"/>
                  </a:lnTo>
                  <a:lnTo>
                    <a:pt x="344" y="1448"/>
                  </a:lnTo>
                  <a:lnTo>
                    <a:pt x="345" y="1448"/>
                  </a:lnTo>
                  <a:lnTo>
                    <a:pt x="345" y="1448"/>
                  </a:lnTo>
                  <a:lnTo>
                    <a:pt x="345" y="1447"/>
                  </a:lnTo>
                  <a:lnTo>
                    <a:pt x="345" y="1447"/>
                  </a:lnTo>
                  <a:lnTo>
                    <a:pt x="345" y="1446"/>
                  </a:lnTo>
                  <a:lnTo>
                    <a:pt x="345" y="1445"/>
                  </a:lnTo>
                  <a:lnTo>
                    <a:pt x="345" y="1444"/>
                  </a:lnTo>
                  <a:lnTo>
                    <a:pt x="346" y="1444"/>
                  </a:lnTo>
                  <a:lnTo>
                    <a:pt x="346" y="1444"/>
                  </a:lnTo>
                  <a:lnTo>
                    <a:pt x="346" y="1444"/>
                  </a:lnTo>
                  <a:lnTo>
                    <a:pt x="346" y="1444"/>
                  </a:lnTo>
                  <a:lnTo>
                    <a:pt x="347" y="1444"/>
                  </a:lnTo>
                  <a:lnTo>
                    <a:pt x="346" y="1444"/>
                  </a:lnTo>
                  <a:lnTo>
                    <a:pt x="347" y="1443"/>
                  </a:lnTo>
                  <a:lnTo>
                    <a:pt x="348" y="1443"/>
                  </a:lnTo>
                  <a:lnTo>
                    <a:pt x="347" y="1444"/>
                  </a:lnTo>
                  <a:lnTo>
                    <a:pt x="347" y="1444"/>
                  </a:lnTo>
                  <a:lnTo>
                    <a:pt x="346" y="1445"/>
                  </a:lnTo>
                  <a:lnTo>
                    <a:pt x="346" y="1445"/>
                  </a:lnTo>
                  <a:lnTo>
                    <a:pt x="346" y="1446"/>
                  </a:lnTo>
                  <a:lnTo>
                    <a:pt x="347" y="1444"/>
                  </a:lnTo>
                  <a:lnTo>
                    <a:pt x="348" y="1444"/>
                  </a:lnTo>
                  <a:lnTo>
                    <a:pt x="349" y="1443"/>
                  </a:lnTo>
                  <a:lnTo>
                    <a:pt x="349" y="1442"/>
                  </a:lnTo>
                  <a:lnTo>
                    <a:pt x="350" y="1441"/>
                  </a:lnTo>
                  <a:lnTo>
                    <a:pt x="350" y="1440"/>
                  </a:lnTo>
                  <a:lnTo>
                    <a:pt x="350" y="1440"/>
                  </a:lnTo>
                  <a:lnTo>
                    <a:pt x="351" y="1439"/>
                  </a:lnTo>
                  <a:lnTo>
                    <a:pt x="352" y="1438"/>
                  </a:lnTo>
                  <a:lnTo>
                    <a:pt x="353" y="1438"/>
                  </a:lnTo>
                  <a:lnTo>
                    <a:pt x="354" y="1437"/>
                  </a:lnTo>
                  <a:lnTo>
                    <a:pt x="354" y="1437"/>
                  </a:lnTo>
                  <a:lnTo>
                    <a:pt x="354" y="1438"/>
                  </a:lnTo>
                  <a:lnTo>
                    <a:pt x="354" y="1439"/>
                  </a:lnTo>
                  <a:lnTo>
                    <a:pt x="354" y="1437"/>
                  </a:lnTo>
                  <a:lnTo>
                    <a:pt x="355" y="1437"/>
                  </a:lnTo>
                  <a:lnTo>
                    <a:pt x="355" y="1437"/>
                  </a:lnTo>
                  <a:lnTo>
                    <a:pt x="356" y="1437"/>
                  </a:lnTo>
                  <a:lnTo>
                    <a:pt x="356" y="1437"/>
                  </a:lnTo>
                  <a:lnTo>
                    <a:pt x="356" y="1437"/>
                  </a:lnTo>
                  <a:lnTo>
                    <a:pt x="357" y="1438"/>
                  </a:lnTo>
                  <a:lnTo>
                    <a:pt x="357" y="1439"/>
                  </a:lnTo>
                  <a:lnTo>
                    <a:pt x="358" y="1439"/>
                  </a:lnTo>
                  <a:lnTo>
                    <a:pt x="358" y="1439"/>
                  </a:lnTo>
                  <a:lnTo>
                    <a:pt x="359" y="1439"/>
                  </a:lnTo>
                  <a:lnTo>
                    <a:pt x="360" y="1438"/>
                  </a:lnTo>
                  <a:lnTo>
                    <a:pt x="361" y="1437"/>
                  </a:lnTo>
                  <a:lnTo>
                    <a:pt x="362" y="1436"/>
                  </a:lnTo>
                  <a:lnTo>
                    <a:pt x="363" y="1436"/>
                  </a:lnTo>
                  <a:lnTo>
                    <a:pt x="364" y="1436"/>
                  </a:lnTo>
                  <a:lnTo>
                    <a:pt x="366" y="1436"/>
                  </a:lnTo>
                  <a:lnTo>
                    <a:pt x="367" y="1436"/>
                  </a:lnTo>
                  <a:lnTo>
                    <a:pt x="367" y="1436"/>
                  </a:lnTo>
                  <a:lnTo>
                    <a:pt x="368" y="1435"/>
                  </a:lnTo>
                  <a:lnTo>
                    <a:pt x="369" y="1434"/>
                  </a:lnTo>
                  <a:lnTo>
                    <a:pt x="371" y="1433"/>
                  </a:lnTo>
                  <a:lnTo>
                    <a:pt x="371" y="1433"/>
                  </a:lnTo>
                  <a:lnTo>
                    <a:pt x="371" y="1433"/>
                  </a:lnTo>
                  <a:lnTo>
                    <a:pt x="370" y="1431"/>
                  </a:lnTo>
                  <a:lnTo>
                    <a:pt x="370" y="1431"/>
                  </a:lnTo>
                  <a:lnTo>
                    <a:pt x="369" y="1431"/>
                  </a:lnTo>
                  <a:lnTo>
                    <a:pt x="367" y="1433"/>
                  </a:lnTo>
                  <a:lnTo>
                    <a:pt x="367" y="1434"/>
                  </a:lnTo>
                  <a:lnTo>
                    <a:pt x="366" y="1435"/>
                  </a:lnTo>
                  <a:lnTo>
                    <a:pt x="366" y="1435"/>
                  </a:lnTo>
                  <a:lnTo>
                    <a:pt x="365" y="1436"/>
                  </a:lnTo>
                  <a:lnTo>
                    <a:pt x="364" y="1436"/>
                  </a:lnTo>
                  <a:lnTo>
                    <a:pt x="364" y="1435"/>
                  </a:lnTo>
                  <a:lnTo>
                    <a:pt x="363" y="1435"/>
                  </a:lnTo>
                  <a:lnTo>
                    <a:pt x="363" y="1435"/>
                  </a:lnTo>
                  <a:lnTo>
                    <a:pt x="362" y="1435"/>
                  </a:lnTo>
                  <a:lnTo>
                    <a:pt x="361" y="1436"/>
                  </a:lnTo>
                  <a:lnTo>
                    <a:pt x="361" y="1436"/>
                  </a:lnTo>
                  <a:lnTo>
                    <a:pt x="360" y="1436"/>
                  </a:lnTo>
                  <a:lnTo>
                    <a:pt x="359" y="1438"/>
                  </a:lnTo>
                  <a:lnTo>
                    <a:pt x="358" y="1438"/>
                  </a:lnTo>
                  <a:lnTo>
                    <a:pt x="358" y="1438"/>
                  </a:lnTo>
                  <a:lnTo>
                    <a:pt x="358" y="1437"/>
                  </a:lnTo>
                  <a:lnTo>
                    <a:pt x="358" y="1436"/>
                  </a:lnTo>
                  <a:lnTo>
                    <a:pt x="357" y="1436"/>
                  </a:lnTo>
                  <a:lnTo>
                    <a:pt x="357" y="1436"/>
                  </a:lnTo>
                  <a:lnTo>
                    <a:pt x="357" y="1436"/>
                  </a:lnTo>
                  <a:lnTo>
                    <a:pt x="356" y="1436"/>
                  </a:lnTo>
                  <a:lnTo>
                    <a:pt x="355" y="1433"/>
                  </a:lnTo>
                  <a:lnTo>
                    <a:pt x="356" y="1431"/>
                  </a:lnTo>
                  <a:lnTo>
                    <a:pt x="357" y="1431"/>
                  </a:lnTo>
                  <a:lnTo>
                    <a:pt x="356" y="1431"/>
                  </a:lnTo>
                  <a:lnTo>
                    <a:pt x="356" y="1430"/>
                  </a:lnTo>
                  <a:lnTo>
                    <a:pt x="357" y="1429"/>
                  </a:lnTo>
                  <a:lnTo>
                    <a:pt x="357" y="1429"/>
                  </a:lnTo>
                  <a:lnTo>
                    <a:pt x="358" y="1429"/>
                  </a:lnTo>
                  <a:lnTo>
                    <a:pt x="358" y="1428"/>
                  </a:lnTo>
                  <a:lnTo>
                    <a:pt x="358" y="1428"/>
                  </a:lnTo>
                  <a:lnTo>
                    <a:pt x="357" y="1428"/>
                  </a:lnTo>
                  <a:lnTo>
                    <a:pt x="357" y="1428"/>
                  </a:lnTo>
                  <a:lnTo>
                    <a:pt x="358" y="1427"/>
                  </a:lnTo>
                  <a:lnTo>
                    <a:pt x="358" y="1426"/>
                  </a:lnTo>
                  <a:lnTo>
                    <a:pt x="358" y="1426"/>
                  </a:lnTo>
                  <a:lnTo>
                    <a:pt x="358" y="1425"/>
                  </a:lnTo>
                  <a:lnTo>
                    <a:pt x="358" y="1425"/>
                  </a:lnTo>
                  <a:lnTo>
                    <a:pt x="359" y="1424"/>
                  </a:lnTo>
                  <a:lnTo>
                    <a:pt x="359" y="1423"/>
                  </a:lnTo>
                  <a:lnTo>
                    <a:pt x="361" y="1423"/>
                  </a:lnTo>
                  <a:lnTo>
                    <a:pt x="361" y="1422"/>
                  </a:lnTo>
                  <a:lnTo>
                    <a:pt x="361" y="1421"/>
                  </a:lnTo>
                  <a:lnTo>
                    <a:pt x="363" y="1420"/>
                  </a:lnTo>
                  <a:lnTo>
                    <a:pt x="363" y="1419"/>
                  </a:lnTo>
                  <a:lnTo>
                    <a:pt x="363" y="1419"/>
                  </a:lnTo>
                  <a:lnTo>
                    <a:pt x="363" y="1418"/>
                  </a:lnTo>
                  <a:lnTo>
                    <a:pt x="365" y="1418"/>
                  </a:lnTo>
                  <a:lnTo>
                    <a:pt x="365" y="1418"/>
                  </a:lnTo>
                  <a:lnTo>
                    <a:pt x="365" y="1418"/>
                  </a:lnTo>
                  <a:lnTo>
                    <a:pt x="366" y="1418"/>
                  </a:lnTo>
                  <a:lnTo>
                    <a:pt x="366" y="1417"/>
                  </a:lnTo>
                  <a:lnTo>
                    <a:pt x="365" y="1416"/>
                  </a:lnTo>
                  <a:lnTo>
                    <a:pt x="364" y="1415"/>
                  </a:lnTo>
                  <a:lnTo>
                    <a:pt x="364" y="1414"/>
                  </a:lnTo>
                  <a:lnTo>
                    <a:pt x="364" y="1414"/>
                  </a:lnTo>
                  <a:lnTo>
                    <a:pt x="364" y="1413"/>
                  </a:lnTo>
                  <a:lnTo>
                    <a:pt x="364" y="1412"/>
                  </a:lnTo>
                  <a:lnTo>
                    <a:pt x="364" y="1412"/>
                  </a:lnTo>
                  <a:lnTo>
                    <a:pt x="364" y="1410"/>
                  </a:lnTo>
                  <a:lnTo>
                    <a:pt x="365" y="1410"/>
                  </a:lnTo>
                  <a:lnTo>
                    <a:pt x="365" y="1411"/>
                  </a:lnTo>
                  <a:lnTo>
                    <a:pt x="365" y="1411"/>
                  </a:lnTo>
                  <a:lnTo>
                    <a:pt x="367" y="1410"/>
                  </a:lnTo>
                  <a:lnTo>
                    <a:pt x="367" y="1409"/>
                  </a:lnTo>
                  <a:lnTo>
                    <a:pt x="367" y="1408"/>
                  </a:lnTo>
                  <a:lnTo>
                    <a:pt x="368" y="1408"/>
                  </a:lnTo>
                  <a:lnTo>
                    <a:pt x="369" y="1407"/>
                  </a:lnTo>
                  <a:lnTo>
                    <a:pt x="370" y="1407"/>
                  </a:lnTo>
                  <a:lnTo>
                    <a:pt x="370" y="1406"/>
                  </a:lnTo>
                  <a:lnTo>
                    <a:pt x="371" y="1406"/>
                  </a:lnTo>
                  <a:lnTo>
                    <a:pt x="371" y="1406"/>
                  </a:lnTo>
                  <a:lnTo>
                    <a:pt x="371" y="1406"/>
                  </a:lnTo>
                  <a:lnTo>
                    <a:pt x="371" y="1405"/>
                  </a:lnTo>
                  <a:lnTo>
                    <a:pt x="372" y="1405"/>
                  </a:lnTo>
                  <a:lnTo>
                    <a:pt x="372" y="1405"/>
                  </a:lnTo>
                  <a:lnTo>
                    <a:pt x="372" y="1406"/>
                  </a:lnTo>
                  <a:lnTo>
                    <a:pt x="372" y="1406"/>
                  </a:lnTo>
                  <a:lnTo>
                    <a:pt x="371" y="1407"/>
                  </a:lnTo>
                  <a:lnTo>
                    <a:pt x="371" y="1407"/>
                  </a:lnTo>
                  <a:lnTo>
                    <a:pt x="372" y="1408"/>
                  </a:lnTo>
                  <a:lnTo>
                    <a:pt x="373" y="1407"/>
                  </a:lnTo>
                  <a:lnTo>
                    <a:pt x="374" y="1407"/>
                  </a:lnTo>
                  <a:lnTo>
                    <a:pt x="376" y="1405"/>
                  </a:lnTo>
                  <a:lnTo>
                    <a:pt x="376" y="1405"/>
                  </a:lnTo>
                  <a:lnTo>
                    <a:pt x="376" y="1406"/>
                  </a:lnTo>
                  <a:lnTo>
                    <a:pt x="376" y="1407"/>
                  </a:lnTo>
                  <a:lnTo>
                    <a:pt x="377" y="1407"/>
                  </a:lnTo>
                  <a:lnTo>
                    <a:pt x="377" y="1406"/>
                  </a:lnTo>
                  <a:lnTo>
                    <a:pt x="377" y="1406"/>
                  </a:lnTo>
                  <a:lnTo>
                    <a:pt x="378" y="1406"/>
                  </a:lnTo>
                  <a:lnTo>
                    <a:pt x="379" y="1406"/>
                  </a:lnTo>
                  <a:lnTo>
                    <a:pt x="380" y="1405"/>
                  </a:lnTo>
                  <a:lnTo>
                    <a:pt x="380" y="1405"/>
                  </a:lnTo>
                  <a:lnTo>
                    <a:pt x="383" y="1405"/>
                  </a:lnTo>
                  <a:lnTo>
                    <a:pt x="384" y="1405"/>
                  </a:lnTo>
                  <a:lnTo>
                    <a:pt x="384" y="1405"/>
                  </a:lnTo>
                  <a:lnTo>
                    <a:pt x="384" y="1405"/>
                  </a:lnTo>
                  <a:lnTo>
                    <a:pt x="386" y="1405"/>
                  </a:lnTo>
                  <a:lnTo>
                    <a:pt x="386" y="1404"/>
                  </a:lnTo>
                  <a:lnTo>
                    <a:pt x="387" y="1404"/>
                  </a:lnTo>
                  <a:lnTo>
                    <a:pt x="388" y="1405"/>
                  </a:lnTo>
                  <a:lnTo>
                    <a:pt x="389" y="1405"/>
                  </a:lnTo>
                  <a:lnTo>
                    <a:pt x="389" y="1406"/>
                  </a:lnTo>
                  <a:lnTo>
                    <a:pt x="389" y="1406"/>
                  </a:lnTo>
                  <a:lnTo>
                    <a:pt x="389" y="1405"/>
                  </a:lnTo>
                  <a:lnTo>
                    <a:pt x="390" y="1407"/>
                  </a:lnTo>
                  <a:lnTo>
                    <a:pt x="391" y="1406"/>
                  </a:lnTo>
                  <a:lnTo>
                    <a:pt x="392" y="1405"/>
                  </a:lnTo>
                  <a:lnTo>
                    <a:pt x="392" y="1405"/>
                  </a:lnTo>
                  <a:lnTo>
                    <a:pt x="392" y="1405"/>
                  </a:lnTo>
                  <a:lnTo>
                    <a:pt x="393" y="1405"/>
                  </a:lnTo>
                  <a:lnTo>
                    <a:pt x="393" y="1405"/>
                  </a:lnTo>
                  <a:lnTo>
                    <a:pt x="393" y="1405"/>
                  </a:lnTo>
                  <a:lnTo>
                    <a:pt x="394" y="1405"/>
                  </a:lnTo>
                  <a:lnTo>
                    <a:pt x="395" y="1405"/>
                  </a:lnTo>
                  <a:lnTo>
                    <a:pt x="396" y="1405"/>
                  </a:lnTo>
                  <a:lnTo>
                    <a:pt x="396" y="1405"/>
                  </a:lnTo>
                  <a:lnTo>
                    <a:pt x="396" y="1406"/>
                  </a:lnTo>
                  <a:lnTo>
                    <a:pt x="397" y="1406"/>
                  </a:lnTo>
                  <a:lnTo>
                    <a:pt x="397" y="1406"/>
                  </a:lnTo>
                  <a:lnTo>
                    <a:pt x="397" y="1407"/>
                  </a:lnTo>
                  <a:lnTo>
                    <a:pt x="398" y="1406"/>
                  </a:lnTo>
                  <a:lnTo>
                    <a:pt x="399" y="1406"/>
                  </a:lnTo>
                  <a:lnTo>
                    <a:pt x="399" y="1405"/>
                  </a:lnTo>
                  <a:lnTo>
                    <a:pt x="400" y="1406"/>
                  </a:lnTo>
                  <a:lnTo>
                    <a:pt x="400" y="1405"/>
                  </a:lnTo>
                  <a:lnTo>
                    <a:pt x="400" y="1405"/>
                  </a:lnTo>
                  <a:lnTo>
                    <a:pt x="401" y="1405"/>
                  </a:lnTo>
                  <a:lnTo>
                    <a:pt x="402" y="1406"/>
                  </a:lnTo>
                  <a:lnTo>
                    <a:pt x="402" y="1407"/>
                  </a:lnTo>
                  <a:lnTo>
                    <a:pt x="402" y="1408"/>
                  </a:lnTo>
                  <a:lnTo>
                    <a:pt x="403" y="1409"/>
                  </a:lnTo>
                  <a:lnTo>
                    <a:pt x="403" y="1410"/>
                  </a:lnTo>
                  <a:lnTo>
                    <a:pt x="404" y="1410"/>
                  </a:lnTo>
                  <a:lnTo>
                    <a:pt x="405" y="1411"/>
                  </a:lnTo>
                  <a:lnTo>
                    <a:pt x="406" y="1410"/>
                  </a:lnTo>
                  <a:lnTo>
                    <a:pt x="406" y="1409"/>
                  </a:lnTo>
                  <a:lnTo>
                    <a:pt x="406" y="1409"/>
                  </a:lnTo>
                  <a:lnTo>
                    <a:pt x="407" y="1409"/>
                  </a:lnTo>
                  <a:lnTo>
                    <a:pt x="409" y="1409"/>
                  </a:lnTo>
                  <a:lnTo>
                    <a:pt x="410" y="1409"/>
                  </a:lnTo>
                  <a:lnTo>
                    <a:pt x="410" y="1408"/>
                  </a:lnTo>
                  <a:lnTo>
                    <a:pt x="411" y="1407"/>
                  </a:lnTo>
                  <a:lnTo>
                    <a:pt x="412" y="1408"/>
                  </a:lnTo>
                  <a:lnTo>
                    <a:pt x="414" y="1407"/>
                  </a:lnTo>
                  <a:lnTo>
                    <a:pt x="415" y="1406"/>
                  </a:lnTo>
                  <a:lnTo>
                    <a:pt x="415" y="1405"/>
                  </a:lnTo>
                  <a:lnTo>
                    <a:pt x="415" y="1405"/>
                  </a:lnTo>
                  <a:lnTo>
                    <a:pt x="416" y="1405"/>
                  </a:lnTo>
                  <a:lnTo>
                    <a:pt x="417" y="1404"/>
                  </a:lnTo>
                  <a:lnTo>
                    <a:pt x="418" y="1403"/>
                  </a:lnTo>
                  <a:lnTo>
                    <a:pt x="418" y="1403"/>
                  </a:lnTo>
                  <a:lnTo>
                    <a:pt x="418" y="1402"/>
                  </a:lnTo>
                  <a:lnTo>
                    <a:pt x="418" y="1402"/>
                  </a:lnTo>
                  <a:lnTo>
                    <a:pt x="418" y="1402"/>
                  </a:lnTo>
                  <a:lnTo>
                    <a:pt x="418" y="1401"/>
                  </a:lnTo>
                  <a:lnTo>
                    <a:pt x="419" y="1401"/>
                  </a:lnTo>
                  <a:lnTo>
                    <a:pt x="419" y="1401"/>
                  </a:lnTo>
                  <a:lnTo>
                    <a:pt x="420" y="1400"/>
                  </a:lnTo>
                  <a:lnTo>
                    <a:pt x="422" y="1399"/>
                  </a:lnTo>
                  <a:lnTo>
                    <a:pt x="423" y="1399"/>
                  </a:lnTo>
                  <a:lnTo>
                    <a:pt x="421" y="1398"/>
                  </a:lnTo>
                  <a:lnTo>
                    <a:pt x="421" y="1397"/>
                  </a:lnTo>
                  <a:lnTo>
                    <a:pt x="421" y="1397"/>
                  </a:lnTo>
                  <a:lnTo>
                    <a:pt x="421" y="1397"/>
                  </a:lnTo>
                  <a:lnTo>
                    <a:pt x="422" y="1396"/>
                  </a:lnTo>
                  <a:lnTo>
                    <a:pt x="422" y="1395"/>
                  </a:lnTo>
                  <a:lnTo>
                    <a:pt x="423" y="1395"/>
                  </a:lnTo>
                  <a:lnTo>
                    <a:pt x="423" y="1395"/>
                  </a:lnTo>
                  <a:lnTo>
                    <a:pt x="424" y="1394"/>
                  </a:lnTo>
                  <a:lnTo>
                    <a:pt x="424" y="1393"/>
                  </a:lnTo>
                  <a:lnTo>
                    <a:pt x="424" y="1393"/>
                  </a:lnTo>
                  <a:lnTo>
                    <a:pt x="425" y="1392"/>
                  </a:lnTo>
                  <a:lnTo>
                    <a:pt x="425" y="1392"/>
                  </a:lnTo>
                  <a:lnTo>
                    <a:pt x="425" y="1391"/>
                  </a:lnTo>
                  <a:lnTo>
                    <a:pt x="426" y="1390"/>
                  </a:lnTo>
                  <a:lnTo>
                    <a:pt x="427" y="1390"/>
                  </a:lnTo>
                  <a:lnTo>
                    <a:pt x="428" y="1388"/>
                  </a:lnTo>
                  <a:lnTo>
                    <a:pt x="428" y="1388"/>
                  </a:lnTo>
                  <a:lnTo>
                    <a:pt x="428" y="1387"/>
                  </a:lnTo>
                  <a:lnTo>
                    <a:pt x="428" y="1386"/>
                  </a:lnTo>
                  <a:lnTo>
                    <a:pt x="429" y="1383"/>
                  </a:lnTo>
                  <a:lnTo>
                    <a:pt x="429" y="1382"/>
                  </a:lnTo>
                  <a:lnTo>
                    <a:pt x="430" y="1382"/>
                  </a:lnTo>
                  <a:lnTo>
                    <a:pt x="431" y="1381"/>
                  </a:lnTo>
                  <a:lnTo>
                    <a:pt x="431" y="1380"/>
                  </a:lnTo>
                  <a:lnTo>
                    <a:pt x="431" y="1380"/>
                  </a:lnTo>
                  <a:lnTo>
                    <a:pt x="432" y="1379"/>
                  </a:lnTo>
                  <a:lnTo>
                    <a:pt x="432" y="1378"/>
                  </a:lnTo>
                  <a:lnTo>
                    <a:pt x="432" y="1378"/>
                  </a:lnTo>
                  <a:lnTo>
                    <a:pt x="432" y="1376"/>
                  </a:lnTo>
                  <a:lnTo>
                    <a:pt x="433" y="1375"/>
                  </a:lnTo>
                  <a:lnTo>
                    <a:pt x="434" y="1375"/>
                  </a:lnTo>
                  <a:lnTo>
                    <a:pt x="434" y="1375"/>
                  </a:lnTo>
                  <a:lnTo>
                    <a:pt x="433" y="1374"/>
                  </a:lnTo>
                  <a:lnTo>
                    <a:pt x="432" y="1374"/>
                  </a:lnTo>
                  <a:lnTo>
                    <a:pt x="432" y="1374"/>
                  </a:lnTo>
                  <a:lnTo>
                    <a:pt x="432" y="1375"/>
                  </a:lnTo>
                  <a:lnTo>
                    <a:pt x="432" y="1376"/>
                  </a:lnTo>
                  <a:lnTo>
                    <a:pt x="430" y="1379"/>
                  </a:lnTo>
                  <a:lnTo>
                    <a:pt x="430" y="1379"/>
                  </a:lnTo>
                  <a:lnTo>
                    <a:pt x="429" y="1380"/>
                  </a:lnTo>
                  <a:lnTo>
                    <a:pt x="429" y="1381"/>
                  </a:lnTo>
                  <a:lnTo>
                    <a:pt x="428" y="1383"/>
                  </a:lnTo>
                  <a:lnTo>
                    <a:pt x="428" y="1385"/>
                  </a:lnTo>
                  <a:lnTo>
                    <a:pt x="427" y="1386"/>
                  </a:lnTo>
                  <a:lnTo>
                    <a:pt x="426" y="1387"/>
                  </a:lnTo>
                  <a:lnTo>
                    <a:pt x="425" y="1388"/>
                  </a:lnTo>
                  <a:lnTo>
                    <a:pt x="425" y="1388"/>
                  </a:lnTo>
                  <a:lnTo>
                    <a:pt x="424" y="1388"/>
                  </a:lnTo>
                  <a:lnTo>
                    <a:pt x="423" y="1389"/>
                  </a:lnTo>
                  <a:lnTo>
                    <a:pt x="423" y="1391"/>
                  </a:lnTo>
                  <a:lnTo>
                    <a:pt x="423" y="1391"/>
                  </a:lnTo>
                  <a:lnTo>
                    <a:pt x="422" y="1391"/>
                  </a:lnTo>
                  <a:lnTo>
                    <a:pt x="422" y="1391"/>
                  </a:lnTo>
                  <a:lnTo>
                    <a:pt x="422" y="1391"/>
                  </a:lnTo>
                  <a:lnTo>
                    <a:pt x="421" y="1391"/>
                  </a:lnTo>
                  <a:lnTo>
                    <a:pt x="420" y="1391"/>
                  </a:lnTo>
                  <a:lnTo>
                    <a:pt x="420" y="1391"/>
                  </a:lnTo>
                  <a:lnTo>
                    <a:pt x="419" y="1392"/>
                  </a:lnTo>
                  <a:lnTo>
                    <a:pt x="419" y="1394"/>
                  </a:lnTo>
                  <a:lnTo>
                    <a:pt x="419" y="1395"/>
                  </a:lnTo>
                  <a:lnTo>
                    <a:pt x="418" y="1397"/>
                  </a:lnTo>
                  <a:lnTo>
                    <a:pt x="417" y="1397"/>
                  </a:lnTo>
                  <a:lnTo>
                    <a:pt x="417" y="1397"/>
                  </a:lnTo>
                  <a:lnTo>
                    <a:pt x="416" y="1397"/>
                  </a:lnTo>
                  <a:lnTo>
                    <a:pt x="416" y="1397"/>
                  </a:lnTo>
                  <a:lnTo>
                    <a:pt x="416" y="1399"/>
                  </a:lnTo>
                  <a:lnTo>
                    <a:pt x="416" y="1401"/>
                  </a:lnTo>
                  <a:lnTo>
                    <a:pt x="415" y="1401"/>
                  </a:lnTo>
                  <a:lnTo>
                    <a:pt x="415" y="1401"/>
                  </a:lnTo>
                  <a:lnTo>
                    <a:pt x="415" y="1401"/>
                  </a:lnTo>
                  <a:lnTo>
                    <a:pt x="415" y="1403"/>
                  </a:lnTo>
                  <a:lnTo>
                    <a:pt x="415" y="1404"/>
                  </a:lnTo>
                  <a:lnTo>
                    <a:pt x="415" y="1404"/>
                  </a:lnTo>
                  <a:lnTo>
                    <a:pt x="413" y="1405"/>
                  </a:lnTo>
                  <a:lnTo>
                    <a:pt x="413" y="1405"/>
                  </a:lnTo>
                  <a:lnTo>
                    <a:pt x="411" y="1405"/>
                  </a:lnTo>
                  <a:lnTo>
                    <a:pt x="411" y="1405"/>
                  </a:lnTo>
                  <a:lnTo>
                    <a:pt x="411" y="1405"/>
                  </a:lnTo>
                  <a:lnTo>
                    <a:pt x="411" y="1405"/>
                  </a:lnTo>
                  <a:lnTo>
                    <a:pt x="410" y="1406"/>
                  </a:lnTo>
                  <a:lnTo>
                    <a:pt x="410" y="1406"/>
                  </a:lnTo>
                  <a:lnTo>
                    <a:pt x="410" y="1406"/>
                  </a:lnTo>
                  <a:lnTo>
                    <a:pt x="409" y="1406"/>
                  </a:lnTo>
                  <a:lnTo>
                    <a:pt x="409" y="1406"/>
                  </a:lnTo>
                  <a:lnTo>
                    <a:pt x="408" y="1407"/>
                  </a:lnTo>
                  <a:lnTo>
                    <a:pt x="407" y="1408"/>
                  </a:lnTo>
                  <a:lnTo>
                    <a:pt x="406" y="1408"/>
                  </a:lnTo>
                  <a:lnTo>
                    <a:pt x="406" y="1408"/>
                  </a:lnTo>
                  <a:lnTo>
                    <a:pt x="406" y="1407"/>
                  </a:lnTo>
                  <a:lnTo>
                    <a:pt x="406" y="1406"/>
                  </a:lnTo>
                  <a:lnTo>
                    <a:pt x="405" y="1405"/>
                  </a:lnTo>
                  <a:lnTo>
                    <a:pt x="405" y="1405"/>
                  </a:lnTo>
                  <a:lnTo>
                    <a:pt x="403" y="1405"/>
                  </a:lnTo>
                  <a:lnTo>
                    <a:pt x="403" y="1404"/>
                  </a:lnTo>
                  <a:lnTo>
                    <a:pt x="402" y="1403"/>
                  </a:lnTo>
                  <a:lnTo>
                    <a:pt x="402" y="1403"/>
                  </a:lnTo>
                  <a:lnTo>
                    <a:pt x="402" y="1403"/>
                  </a:lnTo>
                  <a:lnTo>
                    <a:pt x="401" y="1403"/>
                  </a:lnTo>
                  <a:lnTo>
                    <a:pt x="399" y="1403"/>
                  </a:lnTo>
                  <a:lnTo>
                    <a:pt x="398" y="1403"/>
                  </a:lnTo>
                  <a:lnTo>
                    <a:pt x="398" y="1404"/>
                  </a:lnTo>
                  <a:lnTo>
                    <a:pt x="397" y="1404"/>
                  </a:lnTo>
                  <a:lnTo>
                    <a:pt x="397" y="1403"/>
                  </a:lnTo>
                  <a:lnTo>
                    <a:pt x="396" y="1403"/>
                  </a:lnTo>
                  <a:lnTo>
                    <a:pt x="396" y="1403"/>
                  </a:lnTo>
                  <a:lnTo>
                    <a:pt x="394" y="1403"/>
                  </a:lnTo>
                  <a:lnTo>
                    <a:pt x="393" y="1403"/>
                  </a:lnTo>
                  <a:lnTo>
                    <a:pt x="393" y="1403"/>
                  </a:lnTo>
                  <a:lnTo>
                    <a:pt x="392" y="1403"/>
                  </a:lnTo>
                  <a:lnTo>
                    <a:pt x="391" y="1402"/>
                  </a:lnTo>
                  <a:lnTo>
                    <a:pt x="391" y="1402"/>
                  </a:lnTo>
                  <a:lnTo>
                    <a:pt x="391" y="1402"/>
                  </a:lnTo>
                  <a:lnTo>
                    <a:pt x="390" y="1402"/>
                  </a:lnTo>
                  <a:lnTo>
                    <a:pt x="390" y="1402"/>
                  </a:lnTo>
                  <a:lnTo>
                    <a:pt x="389" y="1401"/>
                  </a:lnTo>
                  <a:lnTo>
                    <a:pt x="389" y="1401"/>
                  </a:lnTo>
                  <a:lnTo>
                    <a:pt x="387" y="1401"/>
                  </a:lnTo>
                  <a:lnTo>
                    <a:pt x="387" y="1401"/>
                  </a:lnTo>
                  <a:lnTo>
                    <a:pt x="386" y="1401"/>
                  </a:lnTo>
                  <a:lnTo>
                    <a:pt x="385" y="1401"/>
                  </a:lnTo>
                  <a:lnTo>
                    <a:pt x="384" y="1401"/>
                  </a:lnTo>
                  <a:lnTo>
                    <a:pt x="384" y="1401"/>
                  </a:lnTo>
                  <a:lnTo>
                    <a:pt x="384" y="1403"/>
                  </a:lnTo>
                  <a:lnTo>
                    <a:pt x="384" y="1404"/>
                  </a:lnTo>
                  <a:lnTo>
                    <a:pt x="384" y="1404"/>
                  </a:lnTo>
                  <a:lnTo>
                    <a:pt x="382" y="1405"/>
                  </a:lnTo>
                  <a:lnTo>
                    <a:pt x="380" y="1404"/>
                  </a:lnTo>
                  <a:lnTo>
                    <a:pt x="380" y="1405"/>
                  </a:lnTo>
                  <a:lnTo>
                    <a:pt x="378" y="1405"/>
                  </a:lnTo>
                  <a:lnTo>
                    <a:pt x="376" y="1405"/>
                  </a:lnTo>
                  <a:lnTo>
                    <a:pt x="377" y="1404"/>
                  </a:lnTo>
                  <a:lnTo>
                    <a:pt x="378" y="1403"/>
                  </a:lnTo>
                  <a:lnTo>
                    <a:pt x="378" y="1401"/>
                  </a:lnTo>
                  <a:lnTo>
                    <a:pt x="378" y="1400"/>
                  </a:lnTo>
                  <a:lnTo>
                    <a:pt x="378" y="1400"/>
                  </a:lnTo>
                  <a:lnTo>
                    <a:pt x="377" y="1397"/>
                  </a:lnTo>
                  <a:lnTo>
                    <a:pt x="376" y="1396"/>
                  </a:lnTo>
                  <a:lnTo>
                    <a:pt x="376" y="1395"/>
                  </a:lnTo>
                  <a:lnTo>
                    <a:pt x="376" y="1394"/>
                  </a:lnTo>
                  <a:lnTo>
                    <a:pt x="376" y="1393"/>
                  </a:lnTo>
                  <a:lnTo>
                    <a:pt x="375" y="1393"/>
                  </a:lnTo>
                  <a:lnTo>
                    <a:pt x="374" y="1393"/>
                  </a:lnTo>
                  <a:lnTo>
                    <a:pt x="374" y="1393"/>
                  </a:lnTo>
                  <a:lnTo>
                    <a:pt x="374" y="1393"/>
                  </a:lnTo>
                  <a:lnTo>
                    <a:pt x="375" y="1392"/>
                  </a:lnTo>
                  <a:lnTo>
                    <a:pt x="374" y="1392"/>
                  </a:lnTo>
                  <a:lnTo>
                    <a:pt x="374" y="1392"/>
                  </a:lnTo>
                  <a:lnTo>
                    <a:pt x="375" y="1392"/>
                  </a:lnTo>
                  <a:lnTo>
                    <a:pt x="374" y="1392"/>
                  </a:lnTo>
                  <a:lnTo>
                    <a:pt x="373" y="1393"/>
                  </a:lnTo>
                  <a:lnTo>
                    <a:pt x="372" y="1394"/>
                  </a:lnTo>
                  <a:lnTo>
                    <a:pt x="372" y="1395"/>
                  </a:lnTo>
                  <a:lnTo>
                    <a:pt x="371" y="1396"/>
                  </a:lnTo>
                  <a:lnTo>
                    <a:pt x="371" y="1397"/>
                  </a:lnTo>
                  <a:lnTo>
                    <a:pt x="371" y="1398"/>
                  </a:lnTo>
                  <a:lnTo>
                    <a:pt x="370" y="1398"/>
                  </a:lnTo>
                  <a:lnTo>
                    <a:pt x="369" y="1399"/>
                  </a:lnTo>
                  <a:lnTo>
                    <a:pt x="368" y="1400"/>
                  </a:lnTo>
                  <a:lnTo>
                    <a:pt x="368" y="1399"/>
                  </a:lnTo>
                  <a:lnTo>
                    <a:pt x="369" y="1398"/>
                  </a:lnTo>
                  <a:lnTo>
                    <a:pt x="370" y="1397"/>
                  </a:lnTo>
                  <a:lnTo>
                    <a:pt x="370" y="1396"/>
                  </a:lnTo>
                  <a:lnTo>
                    <a:pt x="370" y="1396"/>
                  </a:lnTo>
                  <a:lnTo>
                    <a:pt x="369" y="1396"/>
                  </a:lnTo>
                  <a:lnTo>
                    <a:pt x="368" y="1397"/>
                  </a:lnTo>
                  <a:lnTo>
                    <a:pt x="367" y="1397"/>
                  </a:lnTo>
                  <a:lnTo>
                    <a:pt x="367" y="1398"/>
                  </a:lnTo>
                  <a:lnTo>
                    <a:pt x="366" y="1397"/>
                  </a:lnTo>
                  <a:lnTo>
                    <a:pt x="366" y="1397"/>
                  </a:lnTo>
                  <a:lnTo>
                    <a:pt x="367" y="1395"/>
                  </a:lnTo>
                  <a:lnTo>
                    <a:pt x="367" y="1395"/>
                  </a:lnTo>
                  <a:lnTo>
                    <a:pt x="368" y="1394"/>
                  </a:lnTo>
                  <a:lnTo>
                    <a:pt x="369" y="1394"/>
                  </a:lnTo>
                  <a:lnTo>
                    <a:pt x="369" y="1393"/>
                  </a:lnTo>
                  <a:lnTo>
                    <a:pt x="370" y="1393"/>
                  </a:lnTo>
                  <a:lnTo>
                    <a:pt x="369" y="1392"/>
                  </a:lnTo>
                  <a:lnTo>
                    <a:pt x="369" y="1392"/>
                  </a:lnTo>
                  <a:lnTo>
                    <a:pt x="369" y="1392"/>
                  </a:lnTo>
                  <a:lnTo>
                    <a:pt x="371" y="1392"/>
                  </a:lnTo>
                  <a:lnTo>
                    <a:pt x="371" y="1391"/>
                  </a:lnTo>
                  <a:lnTo>
                    <a:pt x="370" y="1391"/>
                  </a:lnTo>
                  <a:lnTo>
                    <a:pt x="370" y="1392"/>
                  </a:lnTo>
                  <a:lnTo>
                    <a:pt x="370" y="1390"/>
                  </a:lnTo>
                  <a:lnTo>
                    <a:pt x="371" y="1388"/>
                  </a:lnTo>
                  <a:lnTo>
                    <a:pt x="371" y="1388"/>
                  </a:lnTo>
                  <a:lnTo>
                    <a:pt x="371" y="1387"/>
                  </a:lnTo>
                  <a:lnTo>
                    <a:pt x="371" y="1386"/>
                  </a:lnTo>
                  <a:lnTo>
                    <a:pt x="372" y="1386"/>
                  </a:lnTo>
                  <a:lnTo>
                    <a:pt x="373" y="1385"/>
                  </a:lnTo>
                  <a:lnTo>
                    <a:pt x="373" y="1386"/>
                  </a:lnTo>
                  <a:lnTo>
                    <a:pt x="374" y="1387"/>
                  </a:lnTo>
                  <a:lnTo>
                    <a:pt x="374" y="1386"/>
                  </a:lnTo>
                  <a:lnTo>
                    <a:pt x="375" y="1386"/>
                  </a:lnTo>
                  <a:lnTo>
                    <a:pt x="375" y="1384"/>
                  </a:lnTo>
                  <a:lnTo>
                    <a:pt x="376" y="1384"/>
                  </a:lnTo>
                  <a:lnTo>
                    <a:pt x="376" y="1384"/>
                  </a:lnTo>
                  <a:lnTo>
                    <a:pt x="376" y="1385"/>
                  </a:lnTo>
                  <a:lnTo>
                    <a:pt x="377" y="1385"/>
                  </a:lnTo>
                  <a:lnTo>
                    <a:pt x="378" y="1384"/>
                  </a:lnTo>
                  <a:lnTo>
                    <a:pt x="378" y="1384"/>
                  </a:lnTo>
                  <a:lnTo>
                    <a:pt x="379" y="1385"/>
                  </a:lnTo>
                  <a:lnTo>
                    <a:pt x="378" y="1386"/>
                  </a:lnTo>
                  <a:lnTo>
                    <a:pt x="378" y="1387"/>
                  </a:lnTo>
                  <a:lnTo>
                    <a:pt x="380" y="1388"/>
                  </a:lnTo>
                  <a:lnTo>
                    <a:pt x="380" y="1388"/>
                  </a:lnTo>
                  <a:lnTo>
                    <a:pt x="381" y="1389"/>
                  </a:lnTo>
                  <a:lnTo>
                    <a:pt x="383" y="1388"/>
                  </a:lnTo>
                  <a:lnTo>
                    <a:pt x="384" y="1388"/>
                  </a:lnTo>
                  <a:lnTo>
                    <a:pt x="384" y="1387"/>
                  </a:lnTo>
                  <a:lnTo>
                    <a:pt x="384" y="1387"/>
                  </a:lnTo>
                  <a:lnTo>
                    <a:pt x="384" y="1388"/>
                  </a:lnTo>
                  <a:lnTo>
                    <a:pt x="385" y="1388"/>
                  </a:lnTo>
                  <a:lnTo>
                    <a:pt x="385" y="1388"/>
                  </a:lnTo>
                  <a:lnTo>
                    <a:pt x="386" y="1387"/>
                  </a:lnTo>
                  <a:lnTo>
                    <a:pt x="385" y="1387"/>
                  </a:lnTo>
                  <a:lnTo>
                    <a:pt x="385" y="1387"/>
                  </a:lnTo>
                  <a:lnTo>
                    <a:pt x="385" y="1387"/>
                  </a:lnTo>
                  <a:lnTo>
                    <a:pt x="386" y="1386"/>
                  </a:lnTo>
                  <a:lnTo>
                    <a:pt x="386" y="1386"/>
                  </a:lnTo>
                  <a:lnTo>
                    <a:pt x="387" y="1386"/>
                  </a:lnTo>
                  <a:lnTo>
                    <a:pt x="389" y="1386"/>
                  </a:lnTo>
                  <a:lnTo>
                    <a:pt x="389" y="1386"/>
                  </a:lnTo>
                  <a:lnTo>
                    <a:pt x="390" y="1384"/>
                  </a:lnTo>
                  <a:lnTo>
                    <a:pt x="391" y="1384"/>
                  </a:lnTo>
                  <a:lnTo>
                    <a:pt x="390" y="1384"/>
                  </a:lnTo>
                  <a:lnTo>
                    <a:pt x="393" y="1383"/>
                  </a:lnTo>
                  <a:lnTo>
                    <a:pt x="393" y="1383"/>
                  </a:lnTo>
                  <a:lnTo>
                    <a:pt x="393" y="1382"/>
                  </a:lnTo>
                  <a:lnTo>
                    <a:pt x="394" y="1380"/>
                  </a:lnTo>
                  <a:lnTo>
                    <a:pt x="394" y="1380"/>
                  </a:lnTo>
                  <a:lnTo>
                    <a:pt x="394" y="1379"/>
                  </a:lnTo>
                  <a:lnTo>
                    <a:pt x="395" y="1379"/>
                  </a:lnTo>
                  <a:lnTo>
                    <a:pt x="395" y="1379"/>
                  </a:lnTo>
                  <a:lnTo>
                    <a:pt x="396" y="1379"/>
                  </a:lnTo>
                  <a:lnTo>
                    <a:pt x="396" y="1379"/>
                  </a:lnTo>
                  <a:lnTo>
                    <a:pt x="396" y="1378"/>
                  </a:lnTo>
                  <a:lnTo>
                    <a:pt x="397" y="1378"/>
                  </a:lnTo>
                  <a:lnTo>
                    <a:pt x="397" y="1378"/>
                  </a:lnTo>
                  <a:lnTo>
                    <a:pt x="399" y="1379"/>
                  </a:lnTo>
                  <a:lnTo>
                    <a:pt x="401" y="1378"/>
                  </a:lnTo>
                  <a:lnTo>
                    <a:pt x="403" y="1378"/>
                  </a:lnTo>
                  <a:lnTo>
                    <a:pt x="403" y="1377"/>
                  </a:lnTo>
                  <a:lnTo>
                    <a:pt x="404" y="1376"/>
                  </a:lnTo>
                  <a:lnTo>
                    <a:pt x="403" y="1375"/>
                  </a:lnTo>
                  <a:lnTo>
                    <a:pt x="403" y="1375"/>
                  </a:lnTo>
                  <a:lnTo>
                    <a:pt x="402" y="1375"/>
                  </a:lnTo>
                  <a:lnTo>
                    <a:pt x="402" y="1375"/>
                  </a:lnTo>
                  <a:lnTo>
                    <a:pt x="397" y="1378"/>
                  </a:lnTo>
                  <a:lnTo>
                    <a:pt x="395" y="1377"/>
                  </a:lnTo>
                  <a:lnTo>
                    <a:pt x="395" y="1377"/>
                  </a:lnTo>
                  <a:lnTo>
                    <a:pt x="394" y="1377"/>
                  </a:lnTo>
                  <a:lnTo>
                    <a:pt x="393" y="1377"/>
                  </a:lnTo>
                  <a:lnTo>
                    <a:pt x="391" y="1378"/>
                  </a:lnTo>
                  <a:lnTo>
                    <a:pt x="391" y="1378"/>
                  </a:lnTo>
                  <a:lnTo>
                    <a:pt x="390" y="1379"/>
                  </a:lnTo>
                  <a:lnTo>
                    <a:pt x="390" y="1379"/>
                  </a:lnTo>
                  <a:lnTo>
                    <a:pt x="389" y="1380"/>
                  </a:lnTo>
                  <a:lnTo>
                    <a:pt x="389" y="1380"/>
                  </a:lnTo>
                  <a:lnTo>
                    <a:pt x="389" y="1381"/>
                  </a:lnTo>
                  <a:lnTo>
                    <a:pt x="388" y="1382"/>
                  </a:lnTo>
                  <a:lnTo>
                    <a:pt x="388" y="1382"/>
                  </a:lnTo>
                  <a:lnTo>
                    <a:pt x="385" y="1384"/>
                  </a:lnTo>
                  <a:lnTo>
                    <a:pt x="384" y="1384"/>
                  </a:lnTo>
                  <a:lnTo>
                    <a:pt x="384" y="1384"/>
                  </a:lnTo>
                  <a:lnTo>
                    <a:pt x="384" y="1385"/>
                  </a:lnTo>
                  <a:lnTo>
                    <a:pt x="384" y="1384"/>
                  </a:lnTo>
                  <a:lnTo>
                    <a:pt x="384" y="1384"/>
                  </a:lnTo>
                  <a:lnTo>
                    <a:pt x="383" y="1384"/>
                  </a:lnTo>
                  <a:lnTo>
                    <a:pt x="383" y="1384"/>
                  </a:lnTo>
                  <a:lnTo>
                    <a:pt x="382" y="1384"/>
                  </a:lnTo>
                  <a:lnTo>
                    <a:pt x="381" y="1385"/>
                  </a:lnTo>
                  <a:lnTo>
                    <a:pt x="381" y="1384"/>
                  </a:lnTo>
                  <a:lnTo>
                    <a:pt x="380" y="1384"/>
                  </a:lnTo>
                  <a:lnTo>
                    <a:pt x="380" y="1382"/>
                  </a:lnTo>
                  <a:lnTo>
                    <a:pt x="380" y="1382"/>
                  </a:lnTo>
                  <a:lnTo>
                    <a:pt x="380" y="1382"/>
                  </a:lnTo>
                  <a:lnTo>
                    <a:pt x="380" y="1382"/>
                  </a:lnTo>
                  <a:lnTo>
                    <a:pt x="379" y="1380"/>
                  </a:lnTo>
                  <a:lnTo>
                    <a:pt x="380" y="1379"/>
                  </a:lnTo>
                  <a:lnTo>
                    <a:pt x="379" y="1379"/>
                  </a:lnTo>
                  <a:lnTo>
                    <a:pt x="377" y="1379"/>
                  </a:lnTo>
                  <a:lnTo>
                    <a:pt x="376" y="1380"/>
                  </a:lnTo>
                  <a:lnTo>
                    <a:pt x="376" y="1379"/>
                  </a:lnTo>
                  <a:lnTo>
                    <a:pt x="376" y="1379"/>
                  </a:lnTo>
                  <a:lnTo>
                    <a:pt x="376" y="1379"/>
                  </a:lnTo>
                  <a:lnTo>
                    <a:pt x="377" y="1377"/>
                  </a:lnTo>
                  <a:lnTo>
                    <a:pt x="377" y="1377"/>
                  </a:lnTo>
                  <a:lnTo>
                    <a:pt x="376" y="1377"/>
                  </a:lnTo>
                  <a:lnTo>
                    <a:pt x="376" y="1378"/>
                  </a:lnTo>
                  <a:lnTo>
                    <a:pt x="375" y="1378"/>
                  </a:lnTo>
                  <a:lnTo>
                    <a:pt x="375" y="1378"/>
                  </a:lnTo>
                  <a:lnTo>
                    <a:pt x="376" y="1376"/>
                  </a:lnTo>
                  <a:lnTo>
                    <a:pt x="376" y="1375"/>
                  </a:lnTo>
                  <a:lnTo>
                    <a:pt x="376" y="1375"/>
                  </a:lnTo>
                  <a:lnTo>
                    <a:pt x="377" y="1375"/>
                  </a:lnTo>
                  <a:lnTo>
                    <a:pt x="377" y="1375"/>
                  </a:lnTo>
                  <a:lnTo>
                    <a:pt x="377" y="1374"/>
                  </a:lnTo>
                  <a:lnTo>
                    <a:pt x="377" y="1374"/>
                  </a:lnTo>
                  <a:lnTo>
                    <a:pt x="378" y="1373"/>
                  </a:lnTo>
                  <a:lnTo>
                    <a:pt x="379" y="1372"/>
                  </a:lnTo>
                  <a:lnTo>
                    <a:pt x="380" y="1371"/>
                  </a:lnTo>
                  <a:lnTo>
                    <a:pt x="380" y="1371"/>
                  </a:lnTo>
                  <a:lnTo>
                    <a:pt x="380" y="1371"/>
                  </a:lnTo>
                  <a:lnTo>
                    <a:pt x="380" y="1372"/>
                  </a:lnTo>
                  <a:lnTo>
                    <a:pt x="380" y="1373"/>
                  </a:lnTo>
                  <a:lnTo>
                    <a:pt x="380" y="1373"/>
                  </a:lnTo>
                  <a:lnTo>
                    <a:pt x="380" y="1374"/>
                  </a:lnTo>
                  <a:lnTo>
                    <a:pt x="380" y="1373"/>
                  </a:lnTo>
                  <a:lnTo>
                    <a:pt x="380" y="1374"/>
                  </a:lnTo>
                  <a:lnTo>
                    <a:pt x="380" y="1374"/>
                  </a:lnTo>
                  <a:lnTo>
                    <a:pt x="380" y="1374"/>
                  </a:lnTo>
                  <a:lnTo>
                    <a:pt x="380" y="1373"/>
                  </a:lnTo>
                  <a:lnTo>
                    <a:pt x="381" y="1373"/>
                  </a:lnTo>
                  <a:lnTo>
                    <a:pt x="382" y="1372"/>
                  </a:lnTo>
                  <a:lnTo>
                    <a:pt x="382" y="1371"/>
                  </a:lnTo>
                  <a:lnTo>
                    <a:pt x="382" y="1371"/>
                  </a:lnTo>
                  <a:lnTo>
                    <a:pt x="381" y="1371"/>
                  </a:lnTo>
                  <a:lnTo>
                    <a:pt x="381" y="1371"/>
                  </a:lnTo>
                  <a:lnTo>
                    <a:pt x="381" y="1369"/>
                  </a:lnTo>
                  <a:lnTo>
                    <a:pt x="380" y="1370"/>
                  </a:lnTo>
                  <a:lnTo>
                    <a:pt x="380" y="1369"/>
                  </a:lnTo>
                  <a:lnTo>
                    <a:pt x="380" y="1367"/>
                  </a:lnTo>
                  <a:lnTo>
                    <a:pt x="381" y="1367"/>
                  </a:lnTo>
                  <a:lnTo>
                    <a:pt x="381" y="1368"/>
                  </a:lnTo>
                  <a:lnTo>
                    <a:pt x="381" y="1368"/>
                  </a:lnTo>
                  <a:lnTo>
                    <a:pt x="382" y="1367"/>
                  </a:lnTo>
                  <a:lnTo>
                    <a:pt x="382" y="1366"/>
                  </a:lnTo>
                  <a:lnTo>
                    <a:pt x="383" y="1365"/>
                  </a:lnTo>
                  <a:lnTo>
                    <a:pt x="383" y="1364"/>
                  </a:lnTo>
                  <a:lnTo>
                    <a:pt x="384" y="1363"/>
                  </a:lnTo>
                  <a:lnTo>
                    <a:pt x="384" y="1362"/>
                  </a:lnTo>
                  <a:lnTo>
                    <a:pt x="384" y="1362"/>
                  </a:lnTo>
                  <a:lnTo>
                    <a:pt x="384" y="1361"/>
                  </a:lnTo>
                  <a:lnTo>
                    <a:pt x="384" y="1361"/>
                  </a:lnTo>
                  <a:lnTo>
                    <a:pt x="385" y="1360"/>
                  </a:lnTo>
                  <a:lnTo>
                    <a:pt x="386" y="1359"/>
                  </a:lnTo>
                  <a:lnTo>
                    <a:pt x="386" y="1359"/>
                  </a:lnTo>
                  <a:lnTo>
                    <a:pt x="387" y="1358"/>
                  </a:lnTo>
                  <a:lnTo>
                    <a:pt x="389" y="1357"/>
                  </a:lnTo>
                  <a:lnTo>
                    <a:pt x="390" y="1356"/>
                  </a:lnTo>
                  <a:lnTo>
                    <a:pt x="390" y="1356"/>
                  </a:lnTo>
                  <a:lnTo>
                    <a:pt x="392" y="1355"/>
                  </a:lnTo>
                  <a:lnTo>
                    <a:pt x="392" y="1354"/>
                  </a:lnTo>
                  <a:lnTo>
                    <a:pt x="392" y="1353"/>
                  </a:lnTo>
                  <a:lnTo>
                    <a:pt x="393" y="1353"/>
                  </a:lnTo>
                  <a:lnTo>
                    <a:pt x="393" y="1352"/>
                  </a:lnTo>
                  <a:lnTo>
                    <a:pt x="395" y="1351"/>
                  </a:lnTo>
                  <a:lnTo>
                    <a:pt x="395" y="1349"/>
                  </a:lnTo>
                  <a:lnTo>
                    <a:pt x="396" y="1349"/>
                  </a:lnTo>
                  <a:lnTo>
                    <a:pt x="395" y="1348"/>
                  </a:lnTo>
                  <a:lnTo>
                    <a:pt x="394" y="1348"/>
                  </a:lnTo>
                  <a:lnTo>
                    <a:pt x="393" y="1348"/>
                  </a:lnTo>
                  <a:lnTo>
                    <a:pt x="393" y="1348"/>
                  </a:lnTo>
                  <a:lnTo>
                    <a:pt x="393" y="1348"/>
                  </a:lnTo>
                  <a:lnTo>
                    <a:pt x="393" y="1347"/>
                  </a:lnTo>
                  <a:lnTo>
                    <a:pt x="392" y="1347"/>
                  </a:lnTo>
                  <a:lnTo>
                    <a:pt x="390" y="1348"/>
                  </a:lnTo>
                  <a:lnTo>
                    <a:pt x="392" y="1346"/>
                  </a:lnTo>
                  <a:lnTo>
                    <a:pt x="393" y="1345"/>
                  </a:lnTo>
                  <a:lnTo>
                    <a:pt x="393" y="1344"/>
                  </a:lnTo>
                  <a:lnTo>
                    <a:pt x="395" y="1343"/>
                  </a:lnTo>
                  <a:lnTo>
                    <a:pt x="396" y="1343"/>
                  </a:lnTo>
                  <a:lnTo>
                    <a:pt x="397" y="1343"/>
                  </a:lnTo>
                  <a:lnTo>
                    <a:pt x="397" y="1342"/>
                  </a:lnTo>
                  <a:lnTo>
                    <a:pt x="397" y="1342"/>
                  </a:lnTo>
                  <a:lnTo>
                    <a:pt x="397" y="1342"/>
                  </a:lnTo>
                  <a:lnTo>
                    <a:pt x="397" y="1341"/>
                  </a:lnTo>
                  <a:lnTo>
                    <a:pt x="397" y="1341"/>
                  </a:lnTo>
                  <a:lnTo>
                    <a:pt x="399" y="1340"/>
                  </a:lnTo>
                  <a:lnTo>
                    <a:pt x="400" y="1341"/>
                  </a:lnTo>
                  <a:lnTo>
                    <a:pt x="400" y="1340"/>
                  </a:lnTo>
                  <a:lnTo>
                    <a:pt x="401" y="1340"/>
                  </a:lnTo>
                  <a:lnTo>
                    <a:pt x="401" y="1340"/>
                  </a:lnTo>
                  <a:lnTo>
                    <a:pt x="401" y="1340"/>
                  </a:lnTo>
                  <a:lnTo>
                    <a:pt x="402" y="1340"/>
                  </a:lnTo>
                  <a:lnTo>
                    <a:pt x="402" y="1340"/>
                  </a:lnTo>
                  <a:lnTo>
                    <a:pt x="402" y="1341"/>
                  </a:lnTo>
                  <a:lnTo>
                    <a:pt x="403" y="1341"/>
                  </a:lnTo>
                  <a:lnTo>
                    <a:pt x="403" y="1340"/>
                  </a:lnTo>
                  <a:lnTo>
                    <a:pt x="404" y="1339"/>
                  </a:lnTo>
                  <a:lnTo>
                    <a:pt x="405" y="1338"/>
                  </a:lnTo>
                  <a:lnTo>
                    <a:pt x="406" y="1337"/>
                  </a:lnTo>
                  <a:lnTo>
                    <a:pt x="407" y="1336"/>
                  </a:lnTo>
                  <a:lnTo>
                    <a:pt x="408" y="1336"/>
                  </a:lnTo>
                  <a:lnTo>
                    <a:pt x="410" y="1336"/>
                  </a:lnTo>
                  <a:lnTo>
                    <a:pt x="412" y="1336"/>
                  </a:lnTo>
                  <a:lnTo>
                    <a:pt x="412" y="1336"/>
                  </a:lnTo>
                  <a:lnTo>
                    <a:pt x="413" y="1336"/>
                  </a:lnTo>
                  <a:lnTo>
                    <a:pt x="414" y="1335"/>
                  </a:lnTo>
                  <a:lnTo>
                    <a:pt x="417" y="1336"/>
                  </a:lnTo>
                  <a:lnTo>
                    <a:pt x="417" y="1336"/>
                  </a:lnTo>
                  <a:lnTo>
                    <a:pt x="419" y="1337"/>
                  </a:lnTo>
                  <a:lnTo>
                    <a:pt x="419" y="1338"/>
                  </a:lnTo>
                  <a:lnTo>
                    <a:pt x="419" y="1339"/>
                  </a:lnTo>
                  <a:lnTo>
                    <a:pt x="420" y="1339"/>
                  </a:lnTo>
                  <a:lnTo>
                    <a:pt x="422" y="1338"/>
                  </a:lnTo>
                  <a:lnTo>
                    <a:pt x="422" y="1338"/>
                  </a:lnTo>
                  <a:lnTo>
                    <a:pt x="423" y="1338"/>
                  </a:lnTo>
                  <a:lnTo>
                    <a:pt x="423" y="1337"/>
                  </a:lnTo>
                  <a:lnTo>
                    <a:pt x="423" y="1337"/>
                  </a:lnTo>
                  <a:lnTo>
                    <a:pt x="423" y="1337"/>
                  </a:lnTo>
                  <a:lnTo>
                    <a:pt x="423" y="1337"/>
                  </a:lnTo>
                  <a:lnTo>
                    <a:pt x="426" y="1337"/>
                  </a:lnTo>
                  <a:lnTo>
                    <a:pt x="426" y="1337"/>
                  </a:lnTo>
                  <a:lnTo>
                    <a:pt x="427" y="1336"/>
                  </a:lnTo>
                  <a:lnTo>
                    <a:pt x="427" y="1336"/>
                  </a:lnTo>
                  <a:lnTo>
                    <a:pt x="427" y="1336"/>
                  </a:lnTo>
                  <a:lnTo>
                    <a:pt x="427" y="1336"/>
                  </a:lnTo>
                  <a:lnTo>
                    <a:pt x="427" y="1334"/>
                  </a:lnTo>
                  <a:lnTo>
                    <a:pt x="428" y="1333"/>
                  </a:lnTo>
                  <a:lnTo>
                    <a:pt x="430" y="1333"/>
                  </a:lnTo>
                  <a:lnTo>
                    <a:pt x="430" y="1333"/>
                  </a:lnTo>
                  <a:lnTo>
                    <a:pt x="432" y="1332"/>
                  </a:lnTo>
                  <a:lnTo>
                    <a:pt x="432" y="1332"/>
                  </a:lnTo>
                  <a:lnTo>
                    <a:pt x="435" y="1332"/>
                  </a:lnTo>
                  <a:lnTo>
                    <a:pt x="436" y="1332"/>
                  </a:lnTo>
                  <a:lnTo>
                    <a:pt x="436" y="1331"/>
                  </a:lnTo>
                  <a:lnTo>
                    <a:pt x="436" y="1330"/>
                  </a:lnTo>
                  <a:lnTo>
                    <a:pt x="436" y="1330"/>
                  </a:lnTo>
                  <a:lnTo>
                    <a:pt x="435" y="1330"/>
                  </a:lnTo>
                  <a:lnTo>
                    <a:pt x="434" y="1331"/>
                  </a:lnTo>
                  <a:lnTo>
                    <a:pt x="434" y="1331"/>
                  </a:lnTo>
                  <a:lnTo>
                    <a:pt x="433" y="1331"/>
                  </a:lnTo>
                  <a:lnTo>
                    <a:pt x="433" y="1331"/>
                  </a:lnTo>
                  <a:lnTo>
                    <a:pt x="432" y="1331"/>
                  </a:lnTo>
                  <a:lnTo>
                    <a:pt x="431" y="1332"/>
                  </a:lnTo>
                  <a:lnTo>
                    <a:pt x="430" y="1332"/>
                  </a:lnTo>
                  <a:lnTo>
                    <a:pt x="428" y="1332"/>
                  </a:lnTo>
                  <a:lnTo>
                    <a:pt x="428" y="1332"/>
                  </a:lnTo>
                  <a:lnTo>
                    <a:pt x="427" y="1333"/>
                  </a:lnTo>
                  <a:lnTo>
                    <a:pt x="426" y="1333"/>
                  </a:lnTo>
                  <a:lnTo>
                    <a:pt x="424" y="1333"/>
                  </a:lnTo>
                  <a:lnTo>
                    <a:pt x="423" y="1333"/>
                  </a:lnTo>
                  <a:lnTo>
                    <a:pt x="423" y="1334"/>
                  </a:lnTo>
                  <a:lnTo>
                    <a:pt x="423" y="1334"/>
                  </a:lnTo>
                  <a:lnTo>
                    <a:pt x="423" y="1335"/>
                  </a:lnTo>
                  <a:lnTo>
                    <a:pt x="421" y="1335"/>
                  </a:lnTo>
                  <a:lnTo>
                    <a:pt x="421" y="1336"/>
                  </a:lnTo>
                  <a:lnTo>
                    <a:pt x="420" y="1336"/>
                  </a:lnTo>
                  <a:lnTo>
                    <a:pt x="420" y="1336"/>
                  </a:lnTo>
                  <a:lnTo>
                    <a:pt x="419" y="1336"/>
                  </a:lnTo>
                  <a:lnTo>
                    <a:pt x="419" y="1336"/>
                  </a:lnTo>
                  <a:lnTo>
                    <a:pt x="419" y="1336"/>
                  </a:lnTo>
                  <a:lnTo>
                    <a:pt x="418" y="1336"/>
                  </a:lnTo>
                  <a:lnTo>
                    <a:pt x="418" y="1335"/>
                  </a:lnTo>
                  <a:lnTo>
                    <a:pt x="417" y="1335"/>
                  </a:lnTo>
                  <a:lnTo>
                    <a:pt x="417" y="1334"/>
                  </a:lnTo>
                  <a:lnTo>
                    <a:pt x="417" y="1334"/>
                  </a:lnTo>
                  <a:lnTo>
                    <a:pt x="417" y="1335"/>
                  </a:lnTo>
                  <a:lnTo>
                    <a:pt x="417" y="1334"/>
                  </a:lnTo>
                  <a:lnTo>
                    <a:pt x="416" y="1334"/>
                  </a:lnTo>
                  <a:lnTo>
                    <a:pt x="416" y="1334"/>
                  </a:lnTo>
                  <a:lnTo>
                    <a:pt x="415" y="1335"/>
                  </a:lnTo>
                  <a:lnTo>
                    <a:pt x="415" y="1335"/>
                  </a:lnTo>
                  <a:lnTo>
                    <a:pt x="415" y="1335"/>
                  </a:lnTo>
                  <a:lnTo>
                    <a:pt x="414" y="1335"/>
                  </a:lnTo>
                  <a:lnTo>
                    <a:pt x="414" y="1333"/>
                  </a:lnTo>
                  <a:lnTo>
                    <a:pt x="415" y="1333"/>
                  </a:lnTo>
                  <a:lnTo>
                    <a:pt x="415" y="1332"/>
                  </a:lnTo>
                  <a:lnTo>
                    <a:pt x="414" y="1332"/>
                  </a:lnTo>
                  <a:lnTo>
                    <a:pt x="414" y="1332"/>
                  </a:lnTo>
                  <a:lnTo>
                    <a:pt x="412" y="1332"/>
                  </a:lnTo>
                  <a:lnTo>
                    <a:pt x="410" y="1331"/>
                  </a:lnTo>
                  <a:lnTo>
                    <a:pt x="409" y="1332"/>
                  </a:lnTo>
                  <a:lnTo>
                    <a:pt x="408" y="1331"/>
                  </a:lnTo>
                  <a:lnTo>
                    <a:pt x="408" y="1332"/>
                  </a:lnTo>
                  <a:lnTo>
                    <a:pt x="407" y="1332"/>
                  </a:lnTo>
                  <a:lnTo>
                    <a:pt x="406" y="1332"/>
                  </a:lnTo>
                  <a:lnTo>
                    <a:pt x="406" y="1331"/>
                  </a:lnTo>
                  <a:lnTo>
                    <a:pt x="405" y="1331"/>
                  </a:lnTo>
                  <a:lnTo>
                    <a:pt x="404" y="1331"/>
                  </a:lnTo>
                  <a:lnTo>
                    <a:pt x="404" y="1331"/>
                  </a:lnTo>
                  <a:lnTo>
                    <a:pt x="404" y="1330"/>
                  </a:lnTo>
                  <a:lnTo>
                    <a:pt x="405" y="1328"/>
                  </a:lnTo>
                  <a:lnTo>
                    <a:pt x="405" y="1327"/>
                  </a:lnTo>
                  <a:lnTo>
                    <a:pt x="405" y="1327"/>
                  </a:lnTo>
                  <a:lnTo>
                    <a:pt x="406" y="1325"/>
                  </a:lnTo>
                  <a:lnTo>
                    <a:pt x="406" y="1325"/>
                  </a:lnTo>
                  <a:lnTo>
                    <a:pt x="406" y="1325"/>
                  </a:lnTo>
                  <a:lnTo>
                    <a:pt x="406" y="1323"/>
                  </a:lnTo>
                  <a:lnTo>
                    <a:pt x="408" y="1322"/>
                  </a:lnTo>
                  <a:lnTo>
                    <a:pt x="409" y="1321"/>
                  </a:lnTo>
                  <a:lnTo>
                    <a:pt x="410" y="1319"/>
                  </a:lnTo>
                  <a:lnTo>
                    <a:pt x="410" y="1319"/>
                  </a:lnTo>
                  <a:lnTo>
                    <a:pt x="410" y="1319"/>
                  </a:lnTo>
                  <a:lnTo>
                    <a:pt x="411" y="1318"/>
                  </a:lnTo>
                  <a:lnTo>
                    <a:pt x="411" y="1318"/>
                  </a:lnTo>
                  <a:lnTo>
                    <a:pt x="412" y="1317"/>
                  </a:lnTo>
                  <a:lnTo>
                    <a:pt x="413" y="1316"/>
                  </a:lnTo>
                  <a:lnTo>
                    <a:pt x="413" y="1314"/>
                  </a:lnTo>
                  <a:lnTo>
                    <a:pt x="415" y="1313"/>
                  </a:lnTo>
                  <a:lnTo>
                    <a:pt x="415" y="1313"/>
                  </a:lnTo>
                  <a:lnTo>
                    <a:pt x="415" y="1312"/>
                  </a:lnTo>
                  <a:lnTo>
                    <a:pt x="415" y="1311"/>
                  </a:lnTo>
                  <a:lnTo>
                    <a:pt x="416" y="1310"/>
                  </a:lnTo>
                  <a:lnTo>
                    <a:pt x="418" y="1307"/>
                  </a:lnTo>
                  <a:lnTo>
                    <a:pt x="419" y="1306"/>
                  </a:lnTo>
                  <a:lnTo>
                    <a:pt x="419" y="1304"/>
                  </a:lnTo>
                  <a:lnTo>
                    <a:pt x="421" y="1303"/>
                  </a:lnTo>
                  <a:lnTo>
                    <a:pt x="422" y="1301"/>
                  </a:lnTo>
                  <a:lnTo>
                    <a:pt x="424" y="1298"/>
                  </a:lnTo>
                  <a:lnTo>
                    <a:pt x="425" y="1297"/>
                  </a:lnTo>
                  <a:lnTo>
                    <a:pt x="425" y="1297"/>
                  </a:lnTo>
                  <a:lnTo>
                    <a:pt x="425" y="1297"/>
                  </a:lnTo>
                  <a:lnTo>
                    <a:pt x="427" y="1296"/>
                  </a:lnTo>
                  <a:lnTo>
                    <a:pt x="427" y="1295"/>
                  </a:lnTo>
                  <a:lnTo>
                    <a:pt x="427" y="1295"/>
                  </a:lnTo>
                  <a:lnTo>
                    <a:pt x="426" y="1295"/>
                  </a:lnTo>
                  <a:lnTo>
                    <a:pt x="426" y="1296"/>
                  </a:lnTo>
                  <a:lnTo>
                    <a:pt x="426" y="1296"/>
                  </a:lnTo>
                  <a:lnTo>
                    <a:pt x="426" y="1295"/>
                  </a:lnTo>
                  <a:lnTo>
                    <a:pt x="426" y="1295"/>
                  </a:lnTo>
                  <a:lnTo>
                    <a:pt x="427" y="1294"/>
                  </a:lnTo>
                  <a:lnTo>
                    <a:pt x="428" y="1294"/>
                  </a:lnTo>
                  <a:lnTo>
                    <a:pt x="428" y="1293"/>
                  </a:lnTo>
                  <a:lnTo>
                    <a:pt x="428" y="1293"/>
                  </a:lnTo>
                  <a:lnTo>
                    <a:pt x="428" y="1293"/>
                  </a:lnTo>
                  <a:lnTo>
                    <a:pt x="428" y="1293"/>
                  </a:lnTo>
                  <a:lnTo>
                    <a:pt x="428" y="1293"/>
                  </a:lnTo>
                  <a:lnTo>
                    <a:pt x="428" y="1293"/>
                  </a:lnTo>
                  <a:lnTo>
                    <a:pt x="427" y="1293"/>
                  </a:lnTo>
                  <a:lnTo>
                    <a:pt x="427" y="1292"/>
                  </a:lnTo>
                  <a:lnTo>
                    <a:pt x="427" y="1292"/>
                  </a:lnTo>
                  <a:lnTo>
                    <a:pt x="428" y="1292"/>
                  </a:lnTo>
                  <a:lnTo>
                    <a:pt x="428" y="1291"/>
                  </a:lnTo>
                  <a:lnTo>
                    <a:pt x="426" y="1289"/>
                  </a:lnTo>
                  <a:lnTo>
                    <a:pt x="424" y="1289"/>
                  </a:lnTo>
                  <a:lnTo>
                    <a:pt x="424" y="1289"/>
                  </a:lnTo>
                  <a:lnTo>
                    <a:pt x="424" y="1288"/>
                  </a:lnTo>
                  <a:lnTo>
                    <a:pt x="423" y="1288"/>
                  </a:lnTo>
                  <a:lnTo>
                    <a:pt x="423" y="1289"/>
                  </a:lnTo>
                  <a:lnTo>
                    <a:pt x="422" y="1289"/>
                  </a:lnTo>
                  <a:lnTo>
                    <a:pt x="422" y="1289"/>
                  </a:lnTo>
                  <a:lnTo>
                    <a:pt x="420" y="1290"/>
                  </a:lnTo>
                  <a:lnTo>
                    <a:pt x="420" y="1290"/>
                  </a:lnTo>
                  <a:lnTo>
                    <a:pt x="417" y="1288"/>
                  </a:lnTo>
                  <a:lnTo>
                    <a:pt x="418" y="1287"/>
                  </a:lnTo>
                  <a:lnTo>
                    <a:pt x="417" y="1287"/>
                  </a:lnTo>
                  <a:lnTo>
                    <a:pt x="416" y="1286"/>
                  </a:lnTo>
                  <a:lnTo>
                    <a:pt x="416" y="1286"/>
                  </a:lnTo>
                  <a:lnTo>
                    <a:pt x="415" y="1285"/>
                  </a:lnTo>
                  <a:lnTo>
                    <a:pt x="413" y="1285"/>
                  </a:lnTo>
                  <a:lnTo>
                    <a:pt x="414" y="1285"/>
                  </a:lnTo>
                  <a:lnTo>
                    <a:pt x="410" y="1284"/>
                  </a:lnTo>
                  <a:lnTo>
                    <a:pt x="409" y="1284"/>
                  </a:lnTo>
                  <a:lnTo>
                    <a:pt x="405" y="1285"/>
                  </a:lnTo>
                  <a:lnTo>
                    <a:pt x="405" y="1285"/>
                  </a:lnTo>
                  <a:lnTo>
                    <a:pt x="404" y="1285"/>
                  </a:lnTo>
                  <a:lnTo>
                    <a:pt x="403" y="1285"/>
                  </a:lnTo>
                  <a:lnTo>
                    <a:pt x="403" y="1285"/>
                  </a:lnTo>
                  <a:lnTo>
                    <a:pt x="402" y="1285"/>
                  </a:lnTo>
                  <a:lnTo>
                    <a:pt x="402" y="1285"/>
                  </a:lnTo>
                  <a:lnTo>
                    <a:pt x="402" y="1285"/>
                  </a:lnTo>
                  <a:lnTo>
                    <a:pt x="402" y="1285"/>
                  </a:lnTo>
                  <a:lnTo>
                    <a:pt x="401" y="1285"/>
                  </a:lnTo>
                  <a:lnTo>
                    <a:pt x="401" y="1285"/>
                  </a:lnTo>
                  <a:lnTo>
                    <a:pt x="399" y="1285"/>
                  </a:lnTo>
                  <a:lnTo>
                    <a:pt x="399" y="1284"/>
                  </a:lnTo>
                  <a:lnTo>
                    <a:pt x="398" y="1285"/>
                  </a:lnTo>
                  <a:lnTo>
                    <a:pt x="398" y="1284"/>
                  </a:lnTo>
                  <a:lnTo>
                    <a:pt x="397" y="1284"/>
                  </a:lnTo>
                  <a:lnTo>
                    <a:pt x="396" y="1284"/>
                  </a:lnTo>
                  <a:lnTo>
                    <a:pt x="395" y="1284"/>
                  </a:lnTo>
                  <a:lnTo>
                    <a:pt x="394" y="1284"/>
                  </a:lnTo>
                  <a:lnTo>
                    <a:pt x="393" y="1284"/>
                  </a:lnTo>
                  <a:lnTo>
                    <a:pt x="392" y="1284"/>
                  </a:lnTo>
                  <a:lnTo>
                    <a:pt x="389" y="1284"/>
                  </a:lnTo>
                  <a:lnTo>
                    <a:pt x="389" y="1284"/>
                  </a:lnTo>
                  <a:lnTo>
                    <a:pt x="389" y="1284"/>
                  </a:lnTo>
                  <a:lnTo>
                    <a:pt x="390" y="1285"/>
                  </a:lnTo>
                  <a:lnTo>
                    <a:pt x="390" y="1286"/>
                  </a:lnTo>
                  <a:lnTo>
                    <a:pt x="392" y="1286"/>
                  </a:lnTo>
                  <a:lnTo>
                    <a:pt x="392" y="1286"/>
                  </a:lnTo>
                  <a:lnTo>
                    <a:pt x="394" y="1287"/>
                  </a:lnTo>
                  <a:lnTo>
                    <a:pt x="395" y="1287"/>
                  </a:lnTo>
                  <a:lnTo>
                    <a:pt x="395" y="1287"/>
                  </a:lnTo>
                  <a:lnTo>
                    <a:pt x="396" y="1287"/>
                  </a:lnTo>
                  <a:lnTo>
                    <a:pt x="396" y="1287"/>
                  </a:lnTo>
                  <a:lnTo>
                    <a:pt x="397" y="1287"/>
                  </a:lnTo>
                  <a:lnTo>
                    <a:pt x="397" y="1287"/>
                  </a:lnTo>
                  <a:lnTo>
                    <a:pt x="398" y="1288"/>
                  </a:lnTo>
                  <a:lnTo>
                    <a:pt x="399" y="1288"/>
                  </a:lnTo>
                  <a:lnTo>
                    <a:pt x="400" y="1288"/>
                  </a:lnTo>
                  <a:lnTo>
                    <a:pt x="402" y="1288"/>
                  </a:lnTo>
                  <a:lnTo>
                    <a:pt x="402" y="1288"/>
                  </a:lnTo>
                  <a:lnTo>
                    <a:pt x="402" y="1288"/>
                  </a:lnTo>
                  <a:lnTo>
                    <a:pt x="404" y="1288"/>
                  </a:lnTo>
                  <a:lnTo>
                    <a:pt x="406" y="1288"/>
                  </a:lnTo>
                  <a:lnTo>
                    <a:pt x="410" y="1288"/>
                  </a:lnTo>
                  <a:lnTo>
                    <a:pt x="411" y="1288"/>
                  </a:lnTo>
                  <a:lnTo>
                    <a:pt x="414" y="1288"/>
                  </a:lnTo>
                  <a:lnTo>
                    <a:pt x="415" y="1288"/>
                  </a:lnTo>
                  <a:lnTo>
                    <a:pt x="415" y="1288"/>
                  </a:lnTo>
                  <a:lnTo>
                    <a:pt x="416" y="1288"/>
                  </a:lnTo>
                  <a:lnTo>
                    <a:pt x="416" y="1288"/>
                  </a:lnTo>
                  <a:lnTo>
                    <a:pt x="417" y="1288"/>
                  </a:lnTo>
                  <a:lnTo>
                    <a:pt x="419" y="1290"/>
                  </a:lnTo>
                  <a:lnTo>
                    <a:pt x="419" y="1290"/>
                  </a:lnTo>
                  <a:lnTo>
                    <a:pt x="421" y="1290"/>
                  </a:lnTo>
                  <a:lnTo>
                    <a:pt x="424" y="1291"/>
                  </a:lnTo>
                  <a:lnTo>
                    <a:pt x="425" y="1291"/>
                  </a:lnTo>
                  <a:lnTo>
                    <a:pt x="425" y="1291"/>
                  </a:lnTo>
                  <a:lnTo>
                    <a:pt x="424" y="1292"/>
                  </a:lnTo>
                  <a:lnTo>
                    <a:pt x="424" y="1293"/>
                  </a:lnTo>
                  <a:lnTo>
                    <a:pt x="424" y="1293"/>
                  </a:lnTo>
                  <a:lnTo>
                    <a:pt x="424" y="1294"/>
                  </a:lnTo>
                  <a:lnTo>
                    <a:pt x="423" y="1295"/>
                  </a:lnTo>
                  <a:lnTo>
                    <a:pt x="423" y="1296"/>
                  </a:lnTo>
                  <a:lnTo>
                    <a:pt x="423" y="1296"/>
                  </a:lnTo>
                  <a:lnTo>
                    <a:pt x="422" y="1296"/>
                  </a:lnTo>
                  <a:lnTo>
                    <a:pt x="422" y="1297"/>
                  </a:lnTo>
                  <a:lnTo>
                    <a:pt x="419" y="1300"/>
                  </a:lnTo>
                  <a:lnTo>
                    <a:pt x="419" y="1301"/>
                  </a:lnTo>
                  <a:lnTo>
                    <a:pt x="419" y="1301"/>
                  </a:lnTo>
                  <a:lnTo>
                    <a:pt x="417" y="1302"/>
                  </a:lnTo>
                  <a:lnTo>
                    <a:pt x="417" y="1303"/>
                  </a:lnTo>
                  <a:lnTo>
                    <a:pt x="416" y="1303"/>
                  </a:lnTo>
                  <a:lnTo>
                    <a:pt x="416" y="1304"/>
                  </a:lnTo>
                  <a:lnTo>
                    <a:pt x="413" y="1306"/>
                  </a:lnTo>
                  <a:lnTo>
                    <a:pt x="411" y="1309"/>
                  </a:lnTo>
                  <a:lnTo>
                    <a:pt x="410" y="1310"/>
                  </a:lnTo>
                  <a:lnTo>
                    <a:pt x="410" y="1310"/>
                  </a:lnTo>
                  <a:lnTo>
                    <a:pt x="410" y="1311"/>
                  </a:lnTo>
                  <a:lnTo>
                    <a:pt x="409" y="1311"/>
                  </a:lnTo>
                  <a:lnTo>
                    <a:pt x="408" y="1312"/>
                  </a:lnTo>
                  <a:lnTo>
                    <a:pt x="408" y="1312"/>
                  </a:lnTo>
                  <a:lnTo>
                    <a:pt x="408" y="1311"/>
                  </a:lnTo>
                  <a:lnTo>
                    <a:pt x="407" y="1311"/>
                  </a:lnTo>
                  <a:lnTo>
                    <a:pt x="406" y="1311"/>
                  </a:lnTo>
                  <a:lnTo>
                    <a:pt x="406" y="1313"/>
                  </a:lnTo>
                  <a:lnTo>
                    <a:pt x="406" y="1313"/>
                  </a:lnTo>
                  <a:lnTo>
                    <a:pt x="406" y="1313"/>
                  </a:lnTo>
                  <a:lnTo>
                    <a:pt x="406" y="1313"/>
                  </a:lnTo>
                  <a:lnTo>
                    <a:pt x="406" y="1314"/>
                  </a:lnTo>
                  <a:lnTo>
                    <a:pt x="406" y="1314"/>
                  </a:lnTo>
                  <a:lnTo>
                    <a:pt x="406" y="1315"/>
                  </a:lnTo>
                  <a:lnTo>
                    <a:pt x="406" y="1315"/>
                  </a:lnTo>
                  <a:lnTo>
                    <a:pt x="406" y="1316"/>
                  </a:lnTo>
                  <a:lnTo>
                    <a:pt x="404" y="1319"/>
                  </a:lnTo>
                  <a:lnTo>
                    <a:pt x="403" y="1320"/>
                  </a:lnTo>
                  <a:lnTo>
                    <a:pt x="402" y="1320"/>
                  </a:lnTo>
                  <a:lnTo>
                    <a:pt x="402" y="1322"/>
                  </a:lnTo>
                  <a:lnTo>
                    <a:pt x="402" y="1322"/>
                  </a:lnTo>
                  <a:lnTo>
                    <a:pt x="402" y="1323"/>
                  </a:lnTo>
                  <a:lnTo>
                    <a:pt x="402" y="1323"/>
                  </a:lnTo>
                  <a:lnTo>
                    <a:pt x="402" y="1323"/>
                  </a:lnTo>
                  <a:lnTo>
                    <a:pt x="404" y="1325"/>
                  </a:lnTo>
                  <a:lnTo>
                    <a:pt x="404" y="1326"/>
                  </a:lnTo>
                  <a:lnTo>
                    <a:pt x="401" y="1327"/>
                  </a:lnTo>
                  <a:lnTo>
                    <a:pt x="399" y="1328"/>
                  </a:lnTo>
                  <a:lnTo>
                    <a:pt x="399" y="1328"/>
                  </a:lnTo>
                  <a:lnTo>
                    <a:pt x="398" y="1329"/>
                  </a:lnTo>
                  <a:lnTo>
                    <a:pt x="398" y="1330"/>
                  </a:lnTo>
                  <a:lnTo>
                    <a:pt x="398" y="1331"/>
                  </a:lnTo>
                  <a:lnTo>
                    <a:pt x="397" y="1331"/>
                  </a:lnTo>
                  <a:lnTo>
                    <a:pt x="397" y="1332"/>
                  </a:lnTo>
                  <a:lnTo>
                    <a:pt x="397" y="1332"/>
                  </a:lnTo>
                  <a:lnTo>
                    <a:pt x="397" y="1332"/>
                  </a:lnTo>
                  <a:lnTo>
                    <a:pt x="397" y="1331"/>
                  </a:lnTo>
                  <a:lnTo>
                    <a:pt x="397" y="1331"/>
                  </a:lnTo>
                  <a:lnTo>
                    <a:pt x="397" y="1330"/>
                  </a:lnTo>
                  <a:lnTo>
                    <a:pt x="397" y="1330"/>
                  </a:lnTo>
                  <a:lnTo>
                    <a:pt x="397" y="1329"/>
                  </a:lnTo>
                  <a:lnTo>
                    <a:pt x="397" y="1328"/>
                  </a:lnTo>
                  <a:lnTo>
                    <a:pt x="395" y="1328"/>
                  </a:lnTo>
                  <a:lnTo>
                    <a:pt x="394" y="1328"/>
                  </a:lnTo>
                  <a:lnTo>
                    <a:pt x="393" y="1330"/>
                  </a:lnTo>
                  <a:lnTo>
                    <a:pt x="393" y="1330"/>
                  </a:lnTo>
                  <a:lnTo>
                    <a:pt x="393" y="1331"/>
                  </a:lnTo>
                  <a:lnTo>
                    <a:pt x="392" y="1331"/>
                  </a:lnTo>
                  <a:lnTo>
                    <a:pt x="392" y="1332"/>
                  </a:lnTo>
                  <a:lnTo>
                    <a:pt x="389" y="1335"/>
                  </a:lnTo>
                  <a:lnTo>
                    <a:pt x="389" y="1335"/>
                  </a:lnTo>
                  <a:lnTo>
                    <a:pt x="389" y="1336"/>
                  </a:lnTo>
                  <a:lnTo>
                    <a:pt x="388" y="1336"/>
                  </a:lnTo>
                  <a:lnTo>
                    <a:pt x="386" y="1336"/>
                  </a:lnTo>
                  <a:lnTo>
                    <a:pt x="385" y="1338"/>
                  </a:lnTo>
                  <a:lnTo>
                    <a:pt x="386" y="1339"/>
                  </a:lnTo>
                  <a:lnTo>
                    <a:pt x="385" y="1340"/>
                  </a:lnTo>
                  <a:lnTo>
                    <a:pt x="384" y="1340"/>
                  </a:lnTo>
                  <a:lnTo>
                    <a:pt x="384" y="1341"/>
                  </a:lnTo>
                  <a:lnTo>
                    <a:pt x="384" y="1342"/>
                  </a:lnTo>
                  <a:lnTo>
                    <a:pt x="383" y="1343"/>
                  </a:lnTo>
                  <a:lnTo>
                    <a:pt x="381" y="1345"/>
                  </a:lnTo>
                  <a:lnTo>
                    <a:pt x="381" y="1345"/>
                  </a:lnTo>
                  <a:lnTo>
                    <a:pt x="380" y="1345"/>
                  </a:lnTo>
                  <a:lnTo>
                    <a:pt x="380" y="1345"/>
                  </a:lnTo>
                  <a:lnTo>
                    <a:pt x="380" y="1345"/>
                  </a:lnTo>
                  <a:lnTo>
                    <a:pt x="379" y="1348"/>
                  </a:lnTo>
                  <a:lnTo>
                    <a:pt x="377" y="1349"/>
                  </a:lnTo>
                  <a:lnTo>
                    <a:pt x="377" y="1349"/>
                  </a:lnTo>
                  <a:lnTo>
                    <a:pt x="376" y="1349"/>
                  </a:lnTo>
                  <a:lnTo>
                    <a:pt x="376" y="1348"/>
                  </a:lnTo>
                  <a:lnTo>
                    <a:pt x="375" y="1348"/>
                  </a:lnTo>
                  <a:lnTo>
                    <a:pt x="373" y="1349"/>
                  </a:lnTo>
                  <a:lnTo>
                    <a:pt x="372" y="1349"/>
                  </a:lnTo>
                  <a:lnTo>
                    <a:pt x="372" y="1350"/>
                  </a:lnTo>
                  <a:lnTo>
                    <a:pt x="371" y="1351"/>
                  </a:lnTo>
                  <a:lnTo>
                    <a:pt x="371" y="1353"/>
                  </a:lnTo>
                  <a:lnTo>
                    <a:pt x="370" y="1353"/>
                  </a:lnTo>
                  <a:lnTo>
                    <a:pt x="370" y="1354"/>
                  </a:lnTo>
                  <a:lnTo>
                    <a:pt x="368" y="1355"/>
                  </a:lnTo>
                  <a:lnTo>
                    <a:pt x="368" y="1356"/>
                  </a:lnTo>
                  <a:lnTo>
                    <a:pt x="367" y="1356"/>
                  </a:lnTo>
                  <a:lnTo>
                    <a:pt x="367" y="1357"/>
                  </a:lnTo>
                  <a:lnTo>
                    <a:pt x="367" y="1358"/>
                  </a:lnTo>
                  <a:lnTo>
                    <a:pt x="367" y="1358"/>
                  </a:lnTo>
                  <a:lnTo>
                    <a:pt x="366" y="1358"/>
                  </a:lnTo>
                  <a:lnTo>
                    <a:pt x="365" y="1358"/>
                  </a:lnTo>
                  <a:lnTo>
                    <a:pt x="363" y="1358"/>
                  </a:lnTo>
                  <a:lnTo>
                    <a:pt x="364" y="1358"/>
                  </a:lnTo>
                  <a:lnTo>
                    <a:pt x="363" y="1359"/>
                  </a:lnTo>
                  <a:lnTo>
                    <a:pt x="363" y="1359"/>
                  </a:lnTo>
                  <a:lnTo>
                    <a:pt x="363" y="1358"/>
                  </a:lnTo>
                  <a:lnTo>
                    <a:pt x="362" y="1358"/>
                  </a:lnTo>
                  <a:lnTo>
                    <a:pt x="360" y="1357"/>
                  </a:lnTo>
                  <a:lnTo>
                    <a:pt x="358" y="1357"/>
                  </a:lnTo>
                  <a:lnTo>
                    <a:pt x="358" y="1358"/>
                  </a:lnTo>
                  <a:lnTo>
                    <a:pt x="358" y="1358"/>
                  </a:lnTo>
                  <a:lnTo>
                    <a:pt x="358" y="1358"/>
                  </a:lnTo>
                  <a:lnTo>
                    <a:pt x="360" y="1359"/>
                  </a:lnTo>
                  <a:lnTo>
                    <a:pt x="362" y="1360"/>
                  </a:lnTo>
                  <a:lnTo>
                    <a:pt x="363" y="1360"/>
                  </a:lnTo>
                  <a:lnTo>
                    <a:pt x="363" y="1361"/>
                  </a:lnTo>
                  <a:lnTo>
                    <a:pt x="363" y="1362"/>
                  </a:lnTo>
                  <a:lnTo>
                    <a:pt x="362" y="1362"/>
                  </a:lnTo>
                  <a:lnTo>
                    <a:pt x="362" y="1363"/>
                  </a:lnTo>
                  <a:lnTo>
                    <a:pt x="360" y="1365"/>
                  </a:lnTo>
                  <a:lnTo>
                    <a:pt x="360" y="1366"/>
                  </a:lnTo>
                  <a:lnTo>
                    <a:pt x="359" y="1366"/>
                  </a:lnTo>
                  <a:lnTo>
                    <a:pt x="358" y="1366"/>
                  </a:lnTo>
                  <a:lnTo>
                    <a:pt x="358" y="1368"/>
                  </a:lnTo>
                  <a:lnTo>
                    <a:pt x="358" y="1370"/>
                  </a:lnTo>
                  <a:lnTo>
                    <a:pt x="357" y="1371"/>
                  </a:lnTo>
                  <a:lnTo>
                    <a:pt x="357" y="1371"/>
                  </a:lnTo>
                  <a:lnTo>
                    <a:pt x="355" y="1372"/>
                  </a:lnTo>
                  <a:lnTo>
                    <a:pt x="355" y="1373"/>
                  </a:lnTo>
                  <a:lnTo>
                    <a:pt x="354" y="1374"/>
                  </a:lnTo>
                  <a:lnTo>
                    <a:pt x="354" y="1375"/>
                  </a:lnTo>
                  <a:lnTo>
                    <a:pt x="354" y="1375"/>
                  </a:lnTo>
                  <a:lnTo>
                    <a:pt x="354" y="1376"/>
                  </a:lnTo>
                  <a:lnTo>
                    <a:pt x="354" y="1376"/>
                  </a:lnTo>
                  <a:lnTo>
                    <a:pt x="353" y="1377"/>
                  </a:lnTo>
                  <a:lnTo>
                    <a:pt x="352" y="1377"/>
                  </a:lnTo>
                  <a:lnTo>
                    <a:pt x="351" y="1378"/>
                  </a:lnTo>
                  <a:lnTo>
                    <a:pt x="352" y="1379"/>
                  </a:lnTo>
                  <a:lnTo>
                    <a:pt x="350" y="1379"/>
                  </a:lnTo>
                  <a:lnTo>
                    <a:pt x="350" y="1380"/>
                  </a:lnTo>
                  <a:lnTo>
                    <a:pt x="350" y="1380"/>
                  </a:lnTo>
                  <a:lnTo>
                    <a:pt x="349" y="1381"/>
                  </a:lnTo>
                  <a:lnTo>
                    <a:pt x="347" y="1382"/>
                  </a:lnTo>
                  <a:lnTo>
                    <a:pt x="346" y="1384"/>
                  </a:lnTo>
                  <a:lnTo>
                    <a:pt x="345" y="1384"/>
                  </a:lnTo>
                  <a:lnTo>
                    <a:pt x="345" y="1385"/>
                  </a:lnTo>
                  <a:lnTo>
                    <a:pt x="345" y="1385"/>
                  </a:lnTo>
                  <a:lnTo>
                    <a:pt x="343" y="1386"/>
                  </a:lnTo>
                  <a:lnTo>
                    <a:pt x="341" y="1387"/>
                  </a:lnTo>
                  <a:lnTo>
                    <a:pt x="341" y="1388"/>
                  </a:lnTo>
                  <a:lnTo>
                    <a:pt x="340" y="1388"/>
                  </a:lnTo>
                  <a:lnTo>
                    <a:pt x="339" y="1388"/>
                  </a:lnTo>
                  <a:lnTo>
                    <a:pt x="337" y="1390"/>
                  </a:lnTo>
                  <a:lnTo>
                    <a:pt x="337" y="1390"/>
                  </a:lnTo>
                  <a:lnTo>
                    <a:pt x="332" y="1392"/>
                  </a:lnTo>
                  <a:lnTo>
                    <a:pt x="332" y="1392"/>
                  </a:lnTo>
                  <a:lnTo>
                    <a:pt x="331" y="1393"/>
                  </a:lnTo>
                  <a:lnTo>
                    <a:pt x="331" y="1393"/>
                  </a:lnTo>
                  <a:lnTo>
                    <a:pt x="330" y="1392"/>
                  </a:lnTo>
                  <a:lnTo>
                    <a:pt x="329" y="1392"/>
                  </a:lnTo>
                  <a:lnTo>
                    <a:pt x="330" y="1391"/>
                  </a:lnTo>
                  <a:lnTo>
                    <a:pt x="329" y="1389"/>
                  </a:lnTo>
                  <a:lnTo>
                    <a:pt x="327" y="1388"/>
                  </a:lnTo>
                  <a:lnTo>
                    <a:pt x="323" y="1388"/>
                  </a:lnTo>
                  <a:lnTo>
                    <a:pt x="323" y="1387"/>
                  </a:lnTo>
                  <a:lnTo>
                    <a:pt x="322" y="1387"/>
                  </a:lnTo>
                  <a:lnTo>
                    <a:pt x="322" y="1386"/>
                  </a:lnTo>
                  <a:lnTo>
                    <a:pt x="322" y="1386"/>
                  </a:lnTo>
                  <a:lnTo>
                    <a:pt x="321" y="1385"/>
                  </a:lnTo>
                  <a:lnTo>
                    <a:pt x="320" y="1385"/>
                  </a:lnTo>
                  <a:lnTo>
                    <a:pt x="320" y="1385"/>
                  </a:lnTo>
                  <a:lnTo>
                    <a:pt x="319" y="1386"/>
                  </a:lnTo>
                  <a:lnTo>
                    <a:pt x="319" y="1387"/>
                  </a:lnTo>
                  <a:lnTo>
                    <a:pt x="319" y="1387"/>
                  </a:lnTo>
                  <a:lnTo>
                    <a:pt x="319" y="1387"/>
                  </a:lnTo>
                  <a:lnTo>
                    <a:pt x="319" y="1386"/>
                  </a:lnTo>
                  <a:lnTo>
                    <a:pt x="318" y="1385"/>
                  </a:lnTo>
                  <a:lnTo>
                    <a:pt x="318" y="1384"/>
                  </a:lnTo>
                  <a:lnTo>
                    <a:pt x="316" y="1383"/>
                  </a:lnTo>
                  <a:lnTo>
                    <a:pt x="316" y="1381"/>
                  </a:lnTo>
                  <a:lnTo>
                    <a:pt x="315" y="1381"/>
                  </a:lnTo>
                  <a:lnTo>
                    <a:pt x="315" y="1382"/>
                  </a:lnTo>
                  <a:lnTo>
                    <a:pt x="314" y="1383"/>
                  </a:lnTo>
                  <a:lnTo>
                    <a:pt x="313" y="1383"/>
                  </a:lnTo>
                  <a:lnTo>
                    <a:pt x="311" y="1383"/>
                  </a:lnTo>
                  <a:lnTo>
                    <a:pt x="308" y="1381"/>
                  </a:lnTo>
                  <a:lnTo>
                    <a:pt x="306" y="1381"/>
                  </a:lnTo>
                  <a:lnTo>
                    <a:pt x="304" y="1379"/>
                  </a:lnTo>
                  <a:lnTo>
                    <a:pt x="304" y="1379"/>
                  </a:lnTo>
                  <a:lnTo>
                    <a:pt x="303" y="1379"/>
                  </a:lnTo>
                  <a:lnTo>
                    <a:pt x="301" y="1379"/>
                  </a:lnTo>
                  <a:lnTo>
                    <a:pt x="301" y="1379"/>
                  </a:lnTo>
                  <a:lnTo>
                    <a:pt x="301" y="1378"/>
                  </a:lnTo>
                  <a:lnTo>
                    <a:pt x="299" y="1378"/>
                  </a:lnTo>
                  <a:lnTo>
                    <a:pt x="299" y="1378"/>
                  </a:lnTo>
                  <a:lnTo>
                    <a:pt x="299" y="1378"/>
                  </a:lnTo>
                  <a:lnTo>
                    <a:pt x="300" y="1378"/>
                  </a:lnTo>
                  <a:lnTo>
                    <a:pt x="300" y="1377"/>
                  </a:lnTo>
                  <a:lnTo>
                    <a:pt x="298" y="1377"/>
                  </a:lnTo>
                  <a:lnTo>
                    <a:pt x="298" y="1376"/>
                  </a:lnTo>
                  <a:lnTo>
                    <a:pt x="297" y="1376"/>
                  </a:lnTo>
                  <a:lnTo>
                    <a:pt x="297" y="1377"/>
                  </a:lnTo>
                  <a:lnTo>
                    <a:pt x="294" y="1376"/>
                  </a:lnTo>
                  <a:lnTo>
                    <a:pt x="294" y="1375"/>
                  </a:lnTo>
                  <a:lnTo>
                    <a:pt x="292" y="1374"/>
                  </a:lnTo>
                  <a:lnTo>
                    <a:pt x="291" y="1373"/>
                  </a:lnTo>
                  <a:lnTo>
                    <a:pt x="290" y="1371"/>
                  </a:lnTo>
                  <a:lnTo>
                    <a:pt x="289" y="1371"/>
                  </a:lnTo>
                  <a:lnTo>
                    <a:pt x="289" y="1371"/>
                  </a:lnTo>
                  <a:lnTo>
                    <a:pt x="288" y="1370"/>
                  </a:lnTo>
                  <a:lnTo>
                    <a:pt x="288" y="1368"/>
                  </a:lnTo>
                  <a:lnTo>
                    <a:pt x="287" y="1368"/>
                  </a:lnTo>
                  <a:lnTo>
                    <a:pt x="285" y="1367"/>
                  </a:lnTo>
                  <a:lnTo>
                    <a:pt x="285" y="1366"/>
                  </a:lnTo>
                  <a:lnTo>
                    <a:pt x="284" y="1365"/>
                  </a:lnTo>
                  <a:lnTo>
                    <a:pt x="284" y="1364"/>
                  </a:lnTo>
                  <a:lnTo>
                    <a:pt x="284" y="1363"/>
                  </a:lnTo>
                  <a:lnTo>
                    <a:pt x="283" y="1363"/>
                  </a:lnTo>
                  <a:lnTo>
                    <a:pt x="282" y="1358"/>
                  </a:lnTo>
                  <a:lnTo>
                    <a:pt x="281" y="1358"/>
                  </a:lnTo>
                  <a:lnTo>
                    <a:pt x="281" y="1358"/>
                  </a:lnTo>
                  <a:lnTo>
                    <a:pt x="280" y="1358"/>
                  </a:lnTo>
                  <a:lnTo>
                    <a:pt x="279" y="1356"/>
                  </a:lnTo>
                  <a:lnTo>
                    <a:pt x="278" y="1356"/>
                  </a:lnTo>
                  <a:lnTo>
                    <a:pt x="278" y="1355"/>
                  </a:lnTo>
                  <a:lnTo>
                    <a:pt x="277" y="1354"/>
                  </a:lnTo>
                  <a:lnTo>
                    <a:pt x="278" y="1353"/>
                  </a:lnTo>
                  <a:lnTo>
                    <a:pt x="277" y="1353"/>
                  </a:lnTo>
                  <a:lnTo>
                    <a:pt x="278" y="1353"/>
                  </a:lnTo>
                  <a:lnTo>
                    <a:pt x="278" y="1351"/>
                  </a:lnTo>
                  <a:lnTo>
                    <a:pt x="278" y="1350"/>
                  </a:lnTo>
                  <a:lnTo>
                    <a:pt x="277" y="1348"/>
                  </a:lnTo>
                  <a:lnTo>
                    <a:pt x="278" y="1348"/>
                  </a:lnTo>
                  <a:lnTo>
                    <a:pt x="278" y="1347"/>
                  </a:lnTo>
                  <a:lnTo>
                    <a:pt x="280" y="1346"/>
                  </a:lnTo>
                  <a:lnTo>
                    <a:pt x="280" y="1347"/>
                  </a:lnTo>
                  <a:lnTo>
                    <a:pt x="283" y="1347"/>
                  </a:lnTo>
                  <a:lnTo>
                    <a:pt x="284" y="1347"/>
                  </a:lnTo>
                  <a:lnTo>
                    <a:pt x="284" y="1346"/>
                  </a:lnTo>
                  <a:lnTo>
                    <a:pt x="284" y="1346"/>
                  </a:lnTo>
                  <a:lnTo>
                    <a:pt x="286" y="1345"/>
                  </a:lnTo>
                  <a:lnTo>
                    <a:pt x="286" y="1345"/>
                  </a:lnTo>
                  <a:lnTo>
                    <a:pt x="286" y="1345"/>
                  </a:lnTo>
                  <a:lnTo>
                    <a:pt x="287" y="1345"/>
                  </a:lnTo>
                  <a:lnTo>
                    <a:pt x="288" y="1345"/>
                  </a:lnTo>
                  <a:lnTo>
                    <a:pt x="289" y="1345"/>
                  </a:lnTo>
                  <a:lnTo>
                    <a:pt x="289" y="1346"/>
                  </a:lnTo>
                  <a:lnTo>
                    <a:pt x="290" y="1346"/>
                  </a:lnTo>
                  <a:lnTo>
                    <a:pt x="292" y="1346"/>
                  </a:lnTo>
                  <a:lnTo>
                    <a:pt x="292" y="1345"/>
                  </a:lnTo>
                  <a:lnTo>
                    <a:pt x="292" y="1345"/>
                  </a:lnTo>
                  <a:lnTo>
                    <a:pt x="293" y="1345"/>
                  </a:lnTo>
                  <a:lnTo>
                    <a:pt x="293" y="1345"/>
                  </a:lnTo>
                  <a:lnTo>
                    <a:pt x="292" y="1344"/>
                  </a:lnTo>
                  <a:lnTo>
                    <a:pt x="291" y="1345"/>
                  </a:lnTo>
                  <a:lnTo>
                    <a:pt x="291" y="1345"/>
                  </a:lnTo>
                  <a:lnTo>
                    <a:pt x="290" y="1344"/>
                  </a:lnTo>
                  <a:lnTo>
                    <a:pt x="289" y="1345"/>
                  </a:lnTo>
                  <a:lnTo>
                    <a:pt x="289" y="1345"/>
                  </a:lnTo>
                  <a:lnTo>
                    <a:pt x="288" y="1345"/>
                  </a:lnTo>
                  <a:lnTo>
                    <a:pt x="287" y="1345"/>
                  </a:lnTo>
                  <a:lnTo>
                    <a:pt x="287" y="1344"/>
                  </a:lnTo>
                  <a:lnTo>
                    <a:pt x="287" y="1344"/>
                  </a:lnTo>
                  <a:lnTo>
                    <a:pt x="287" y="1343"/>
                  </a:lnTo>
                  <a:lnTo>
                    <a:pt x="288" y="1343"/>
                  </a:lnTo>
                  <a:lnTo>
                    <a:pt x="288" y="1342"/>
                  </a:lnTo>
                  <a:lnTo>
                    <a:pt x="288" y="1340"/>
                  </a:lnTo>
                  <a:lnTo>
                    <a:pt x="289" y="1340"/>
                  </a:lnTo>
                  <a:lnTo>
                    <a:pt x="289" y="1341"/>
                  </a:lnTo>
                  <a:lnTo>
                    <a:pt x="289" y="1342"/>
                  </a:lnTo>
                  <a:lnTo>
                    <a:pt x="289" y="1341"/>
                  </a:lnTo>
                  <a:lnTo>
                    <a:pt x="289" y="1340"/>
                  </a:lnTo>
                  <a:lnTo>
                    <a:pt x="290" y="1341"/>
                  </a:lnTo>
                  <a:lnTo>
                    <a:pt x="290" y="1341"/>
                  </a:lnTo>
                  <a:lnTo>
                    <a:pt x="290" y="1341"/>
                  </a:lnTo>
                  <a:lnTo>
                    <a:pt x="290" y="1340"/>
                  </a:lnTo>
                  <a:lnTo>
                    <a:pt x="291" y="1340"/>
                  </a:lnTo>
                  <a:lnTo>
                    <a:pt x="291" y="1340"/>
                  </a:lnTo>
                  <a:lnTo>
                    <a:pt x="292" y="1342"/>
                  </a:lnTo>
                  <a:lnTo>
                    <a:pt x="292" y="1343"/>
                  </a:lnTo>
                  <a:lnTo>
                    <a:pt x="293" y="1342"/>
                  </a:lnTo>
                  <a:lnTo>
                    <a:pt x="294" y="1343"/>
                  </a:lnTo>
                  <a:lnTo>
                    <a:pt x="294" y="1344"/>
                  </a:lnTo>
                  <a:lnTo>
                    <a:pt x="294" y="1344"/>
                  </a:lnTo>
                  <a:lnTo>
                    <a:pt x="295" y="1345"/>
                  </a:lnTo>
                  <a:lnTo>
                    <a:pt x="296" y="1345"/>
                  </a:lnTo>
                  <a:lnTo>
                    <a:pt x="295" y="1345"/>
                  </a:lnTo>
                  <a:lnTo>
                    <a:pt x="296" y="1345"/>
                  </a:lnTo>
                  <a:lnTo>
                    <a:pt x="296" y="1345"/>
                  </a:lnTo>
                  <a:lnTo>
                    <a:pt x="296" y="1345"/>
                  </a:lnTo>
                  <a:lnTo>
                    <a:pt x="296" y="1345"/>
                  </a:lnTo>
                  <a:lnTo>
                    <a:pt x="296" y="1344"/>
                  </a:lnTo>
                  <a:lnTo>
                    <a:pt x="296" y="1343"/>
                  </a:lnTo>
                  <a:lnTo>
                    <a:pt x="297" y="1341"/>
                  </a:lnTo>
                  <a:lnTo>
                    <a:pt x="297" y="1340"/>
                  </a:lnTo>
                  <a:lnTo>
                    <a:pt x="298" y="1340"/>
                  </a:lnTo>
                  <a:lnTo>
                    <a:pt x="299" y="1340"/>
                  </a:lnTo>
                  <a:lnTo>
                    <a:pt x="299" y="1341"/>
                  </a:lnTo>
                  <a:lnTo>
                    <a:pt x="300" y="1341"/>
                  </a:lnTo>
                  <a:lnTo>
                    <a:pt x="300" y="1342"/>
                  </a:lnTo>
                  <a:lnTo>
                    <a:pt x="300" y="1343"/>
                  </a:lnTo>
                  <a:lnTo>
                    <a:pt x="300" y="1343"/>
                  </a:lnTo>
                  <a:lnTo>
                    <a:pt x="299" y="1344"/>
                  </a:lnTo>
                  <a:lnTo>
                    <a:pt x="298" y="1345"/>
                  </a:lnTo>
                  <a:lnTo>
                    <a:pt x="298" y="1345"/>
                  </a:lnTo>
                  <a:lnTo>
                    <a:pt x="297" y="1345"/>
                  </a:lnTo>
                  <a:lnTo>
                    <a:pt x="297" y="1346"/>
                  </a:lnTo>
                  <a:lnTo>
                    <a:pt x="296" y="1346"/>
                  </a:lnTo>
                  <a:lnTo>
                    <a:pt x="297" y="1347"/>
                  </a:lnTo>
                  <a:lnTo>
                    <a:pt x="297" y="1349"/>
                  </a:lnTo>
                  <a:lnTo>
                    <a:pt x="297" y="1349"/>
                  </a:lnTo>
                  <a:lnTo>
                    <a:pt x="297" y="1349"/>
                  </a:lnTo>
                  <a:lnTo>
                    <a:pt x="298" y="1349"/>
                  </a:lnTo>
                  <a:lnTo>
                    <a:pt x="299" y="1349"/>
                  </a:lnTo>
                  <a:lnTo>
                    <a:pt x="299" y="1349"/>
                  </a:lnTo>
                  <a:lnTo>
                    <a:pt x="300" y="1350"/>
                  </a:lnTo>
                  <a:lnTo>
                    <a:pt x="300" y="1349"/>
                  </a:lnTo>
                  <a:lnTo>
                    <a:pt x="301" y="1350"/>
                  </a:lnTo>
                  <a:lnTo>
                    <a:pt x="302" y="1350"/>
                  </a:lnTo>
                  <a:lnTo>
                    <a:pt x="302" y="1351"/>
                  </a:lnTo>
                  <a:lnTo>
                    <a:pt x="302" y="1352"/>
                  </a:lnTo>
                  <a:lnTo>
                    <a:pt x="302" y="1352"/>
                  </a:lnTo>
                  <a:lnTo>
                    <a:pt x="303" y="1353"/>
                  </a:lnTo>
                  <a:lnTo>
                    <a:pt x="305" y="1353"/>
                  </a:lnTo>
                  <a:lnTo>
                    <a:pt x="305" y="1353"/>
                  </a:lnTo>
                  <a:lnTo>
                    <a:pt x="306" y="1354"/>
                  </a:lnTo>
                  <a:lnTo>
                    <a:pt x="306" y="1355"/>
                  </a:lnTo>
                  <a:lnTo>
                    <a:pt x="307" y="1354"/>
                  </a:lnTo>
                  <a:lnTo>
                    <a:pt x="307" y="1353"/>
                  </a:lnTo>
                  <a:lnTo>
                    <a:pt x="306" y="1353"/>
                  </a:lnTo>
                  <a:lnTo>
                    <a:pt x="306" y="1352"/>
                  </a:lnTo>
                  <a:lnTo>
                    <a:pt x="304" y="1351"/>
                  </a:lnTo>
                  <a:lnTo>
                    <a:pt x="303" y="1350"/>
                  </a:lnTo>
                  <a:lnTo>
                    <a:pt x="302" y="1350"/>
                  </a:lnTo>
                  <a:lnTo>
                    <a:pt x="301" y="1350"/>
                  </a:lnTo>
                  <a:lnTo>
                    <a:pt x="301" y="1349"/>
                  </a:lnTo>
                  <a:lnTo>
                    <a:pt x="299" y="1349"/>
                  </a:lnTo>
                  <a:lnTo>
                    <a:pt x="299" y="1348"/>
                  </a:lnTo>
                  <a:lnTo>
                    <a:pt x="298" y="1346"/>
                  </a:lnTo>
                  <a:lnTo>
                    <a:pt x="298" y="1345"/>
                  </a:lnTo>
                  <a:lnTo>
                    <a:pt x="299" y="1345"/>
                  </a:lnTo>
                  <a:lnTo>
                    <a:pt x="299" y="1345"/>
                  </a:lnTo>
                  <a:lnTo>
                    <a:pt x="301" y="1344"/>
                  </a:lnTo>
                  <a:lnTo>
                    <a:pt x="301" y="1344"/>
                  </a:lnTo>
                  <a:lnTo>
                    <a:pt x="302" y="1344"/>
                  </a:lnTo>
                  <a:lnTo>
                    <a:pt x="302" y="1343"/>
                  </a:lnTo>
                  <a:lnTo>
                    <a:pt x="303" y="1343"/>
                  </a:lnTo>
                  <a:lnTo>
                    <a:pt x="305" y="1344"/>
                  </a:lnTo>
                  <a:lnTo>
                    <a:pt x="306" y="1343"/>
                  </a:lnTo>
                  <a:lnTo>
                    <a:pt x="306" y="1343"/>
                  </a:lnTo>
                  <a:lnTo>
                    <a:pt x="306" y="1342"/>
                  </a:lnTo>
                  <a:lnTo>
                    <a:pt x="308" y="1341"/>
                  </a:lnTo>
                  <a:lnTo>
                    <a:pt x="308" y="1341"/>
                  </a:lnTo>
                  <a:lnTo>
                    <a:pt x="308" y="1340"/>
                  </a:lnTo>
                  <a:lnTo>
                    <a:pt x="309" y="1340"/>
                  </a:lnTo>
                  <a:lnTo>
                    <a:pt x="310" y="1340"/>
                  </a:lnTo>
                  <a:lnTo>
                    <a:pt x="311" y="1339"/>
                  </a:lnTo>
                  <a:lnTo>
                    <a:pt x="311" y="1339"/>
                  </a:lnTo>
                  <a:lnTo>
                    <a:pt x="312" y="1339"/>
                  </a:lnTo>
                  <a:lnTo>
                    <a:pt x="312" y="1338"/>
                  </a:lnTo>
                  <a:lnTo>
                    <a:pt x="313" y="1338"/>
                  </a:lnTo>
                  <a:lnTo>
                    <a:pt x="314" y="1337"/>
                  </a:lnTo>
                  <a:lnTo>
                    <a:pt x="315" y="1335"/>
                  </a:lnTo>
                  <a:lnTo>
                    <a:pt x="315" y="1334"/>
                  </a:lnTo>
                  <a:lnTo>
                    <a:pt x="317" y="1334"/>
                  </a:lnTo>
                  <a:lnTo>
                    <a:pt x="318" y="1333"/>
                  </a:lnTo>
                  <a:lnTo>
                    <a:pt x="319" y="1332"/>
                  </a:lnTo>
                  <a:lnTo>
                    <a:pt x="319" y="1332"/>
                  </a:lnTo>
                  <a:lnTo>
                    <a:pt x="320" y="1332"/>
                  </a:lnTo>
                  <a:lnTo>
                    <a:pt x="320" y="1332"/>
                  </a:lnTo>
                  <a:lnTo>
                    <a:pt x="321" y="1331"/>
                  </a:lnTo>
                  <a:lnTo>
                    <a:pt x="322" y="1332"/>
                  </a:lnTo>
                  <a:lnTo>
                    <a:pt x="323" y="1332"/>
                  </a:lnTo>
                  <a:lnTo>
                    <a:pt x="324" y="1332"/>
                  </a:lnTo>
                  <a:lnTo>
                    <a:pt x="324" y="1332"/>
                  </a:lnTo>
                  <a:lnTo>
                    <a:pt x="325" y="1332"/>
                  </a:lnTo>
                  <a:lnTo>
                    <a:pt x="326" y="1333"/>
                  </a:lnTo>
                  <a:lnTo>
                    <a:pt x="328" y="1336"/>
                  </a:lnTo>
                  <a:lnTo>
                    <a:pt x="328" y="1336"/>
                  </a:lnTo>
                  <a:lnTo>
                    <a:pt x="328" y="1336"/>
                  </a:lnTo>
                  <a:lnTo>
                    <a:pt x="328" y="1336"/>
                  </a:lnTo>
                  <a:lnTo>
                    <a:pt x="329" y="1336"/>
                  </a:lnTo>
                  <a:lnTo>
                    <a:pt x="332" y="1336"/>
                  </a:lnTo>
                  <a:lnTo>
                    <a:pt x="332" y="1336"/>
                  </a:lnTo>
                  <a:lnTo>
                    <a:pt x="332" y="1337"/>
                  </a:lnTo>
                  <a:lnTo>
                    <a:pt x="333" y="1338"/>
                  </a:lnTo>
                  <a:lnTo>
                    <a:pt x="334" y="1338"/>
                  </a:lnTo>
                  <a:lnTo>
                    <a:pt x="336" y="1339"/>
                  </a:lnTo>
                  <a:lnTo>
                    <a:pt x="338" y="1338"/>
                  </a:lnTo>
                  <a:lnTo>
                    <a:pt x="338" y="1338"/>
                  </a:lnTo>
                  <a:lnTo>
                    <a:pt x="339" y="1338"/>
                  </a:lnTo>
                  <a:lnTo>
                    <a:pt x="341" y="1339"/>
                  </a:lnTo>
                  <a:lnTo>
                    <a:pt x="342" y="1338"/>
                  </a:lnTo>
                  <a:lnTo>
                    <a:pt x="344" y="1338"/>
                  </a:lnTo>
                  <a:lnTo>
                    <a:pt x="345" y="1337"/>
                  </a:lnTo>
                  <a:lnTo>
                    <a:pt x="345" y="1337"/>
                  </a:lnTo>
                  <a:lnTo>
                    <a:pt x="345" y="1336"/>
                  </a:lnTo>
                  <a:lnTo>
                    <a:pt x="347" y="1337"/>
                  </a:lnTo>
                  <a:lnTo>
                    <a:pt x="351" y="1336"/>
                  </a:lnTo>
                  <a:lnTo>
                    <a:pt x="354" y="1336"/>
                  </a:lnTo>
                  <a:lnTo>
                    <a:pt x="354" y="1336"/>
                  </a:lnTo>
                  <a:lnTo>
                    <a:pt x="355" y="1336"/>
                  </a:lnTo>
                  <a:lnTo>
                    <a:pt x="355" y="1336"/>
                  </a:lnTo>
                  <a:lnTo>
                    <a:pt x="355" y="1336"/>
                  </a:lnTo>
                  <a:lnTo>
                    <a:pt x="355" y="1336"/>
                  </a:lnTo>
                  <a:lnTo>
                    <a:pt x="354" y="1335"/>
                  </a:lnTo>
                  <a:lnTo>
                    <a:pt x="352" y="1336"/>
                  </a:lnTo>
                  <a:lnTo>
                    <a:pt x="350" y="1334"/>
                  </a:lnTo>
                  <a:lnTo>
                    <a:pt x="350" y="1334"/>
                  </a:lnTo>
                  <a:lnTo>
                    <a:pt x="350" y="1334"/>
                  </a:lnTo>
                  <a:lnTo>
                    <a:pt x="349" y="1334"/>
                  </a:lnTo>
                  <a:lnTo>
                    <a:pt x="348" y="1335"/>
                  </a:lnTo>
                  <a:lnTo>
                    <a:pt x="347" y="1335"/>
                  </a:lnTo>
                  <a:lnTo>
                    <a:pt x="346" y="1336"/>
                  </a:lnTo>
                  <a:lnTo>
                    <a:pt x="346" y="1335"/>
                  </a:lnTo>
                  <a:lnTo>
                    <a:pt x="345" y="1334"/>
                  </a:lnTo>
                  <a:lnTo>
                    <a:pt x="344" y="1335"/>
                  </a:lnTo>
                  <a:lnTo>
                    <a:pt x="342" y="1335"/>
                  </a:lnTo>
                  <a:lnTo>
                    <a:pt x="340" y="1336"/>
                  </a:lnTo>
                  <a:lnTo>
                    <a:pt x="338" y="1336"/>
                  </a:lnTo>
                  <a:lnTo>
                    <a:pt x="338" y="1336"/>
                  </a:lnTo>
                  <a:lnTo>
                    <a:pt x="337" y="1336"/>
                  </a:lnTo>
                  <a:lnTo>
                    <a:pt x="335" y="1337"/>
                  </a:lnTo>
                  <a:lnTo>
                    <a:pt x="334" y="1337"/>
                  </a:lnTo>
                  <a:lnTo>
                    <a:pt x="334" y="1336"/>
                  </a:lnTo>
                  <a:lnTo>
                    <a:pt x="335" y="1336"/>
                  </a:lnTo>
                  <a:lnTo>
                    <a:pt x="335" y="1336"/>
                  </a:lnTo>
                  <a:lnTo>
                    <a:pt x="334" y="1336"/>
                  </a:lnTo>
                  <a:lnTo>
                    <a:pt x="333" y="1335"/>
                  </a:lnTo>
                  <a:lnTo>
                    <a:pt x="332" y="1335"/>
                  </a:lnTo>
                  <a:lnTo>
                    <a:pt x="332" y="1335"/>
                  </a:lnTo>
                  <a:lnTo>
                    <a:pt x="331" y="1335"/>
                  </a:lnTo>
                  <a:lnTo>
                    <a:pt x="331" y="1334"/>
                  </a:lnTo>
                  <a:lnTo>
                    <a:pt x="332" y="1334"/>
                  </a:lnTo>
                  <a:lnTo>
                    <a:pt x="332" y="1334"/>
                  </a:lnTo>
                  <a:lnTo>
                    <a:pt x="331" y="1333"/>
                  </a:lnTo>
                  <a:lnTo>
                    <a:pt x="330" y="1333"/>
                  </a:lnTo>
                  <a:lnTo>
                    <a:pt x="330" y="1333"/>
                  </a:lnTo>
                  <a:lnTo>
                    <a:pt x="330" y="1333"/>
                  </a:lnTo>
                  <a:lnTo>
                    <a:pt x="330" y="1332"/>
                  </a:lnTo>
                  <a:lnTo>
                    <a:pt x="330" y="1332"/>
                  </a:lnTo>
                  <a:lnTo>
                    <a:pt x="330" y="1332"/>
                  </a:lnTo>
                  <a:lnTo>
                    <a:pt x="330" y="1332"/>
                  </a:lnTo>
                  <a:lnTo>
                    <a:pt x="328" y="1332"/>
                  </a:lnTo>
                  <a:lnTo>
                    <a:pt x="328" y="1331"/>
                  </a:lnTo>
                  <a:lnTo>
                    <a:pt x="327" y="1330"/>
                  </a:lnTo>
                  <a:lnTo>
                    <a:pt x="326" y="1329"/>
                  </a:lnTo>
                  <a:lnTo>
                    <a:pt x="326" y="1328"/>
                  </a:lnTo>
                  <a:lnTo>
                    <a:pt x="325" y="1328"/>
                  </a:lnTo>
                  <a:lnTo>
                    <a:pt x="324" y="1328"/>
                  </a:lnTo>
                  <a:lnTo>
                    <a:pt x="323" y="1328"/>
                  </a:lnTo>
                  <a:lnTo>
                    <a:pt x="321" y="1328"/>
                  </a:lnTo>
                  <a:lnTo>
                    <a:pt x="319" y="1329"/>
                  </a:lnTo>
                  <a:lnTo>
                    <a:pt x="319" y="1329"/>
                  </a:lnTo>
                  <a:lnTo>
                    <a:pt x="319" y="1329"/>
                  </a:lnTo>
                  <a:lnTo>
                    <a:pt x="319" y="1329"/>
                  </a:lnTo>
                  <a:lnTo>
                    <a:pt x="319" y="1328"/>
                  </a:lnTo>
                  <a:lnTo>
                    <a:pt x="318" y="1328"/>
                  </a:lnTo>
                  <a:lnTo>
                    <a:pt x="317" y="1329"/>
                  </a:lnTo>
                  <a:lnTo>
                    <a:pt x="316" y="1328"/>
                  </a:lnTo>
                  <a:lnTo>
                    <a:pt x="316" y="1327"/>
                  </a:lnTo>
                  <a:lnTo>
                    <a:pt x="315" y="1327"/>
                  </a:lnTo>
                  <a:lnTo>
                    <a:pt x="315" y="1327"/>
                  </a:lnTo>
                  <a:lnTo>
                    <a:pt x="316" y="1327"/>
                  </a:lnTo>
                  <a:lnTo>
                    <a:pt x="316" y="1327"/>
                  </a:lnTo>
                  <a:lnTo>
                    <a:pt x="315" y="1330"/>
                  </a:lnTo>
                  <a:lnTo>
                    <a:pt x="315" y="1330"/>
                  </a:lnTo>
                  <a:lnTo>
                    <a:pt x="315" y="1330"/>
                  </a:lnTo>
                  <a:lnTo>
                    <a:pt x="314" y="1331"/>
                  </a:lnTo>
                  <a:lnTo>
                    <a:pt x="313" y="1332"/>
                  </a:lnTo>
                  <a:lnTo>
                    <a:pt x="312" y="1333"/>
                  </a:lnTo>
                  <a:lnTo>
                    <a:pt x="312" y="1333"/>
                  </a:lnTo>
                  <a:lnTo>
                    <a:pt x="311" y="1333"/>
                  </a:lnTo>
                  <a:lnTo>
                    <a:pt x="311" y="1335"/>
                  </a:lnTo>
                  <a:lnTo>
                    <a:pt x="310" y="1336"/>
                  </a:lnTo>
                  <a:lnTo>
                    <a:pt x="310" y="1336"/>
                  </a:lnTo>
                  <a:lnTo>
                    <a:pt x="309" y="1336"/>
                  </a:lnTo>
                  <a:lnTo>
                    <a:pt x="309" y="1336"/>
                  </a:lnTo>
                  <a:lnTo>
                    <a:pt x="308" y="1336"/>
                  </a:lnTo>
                  <a:lnTo>
                    <a:pt x="306" y="1338"/>
                  </a:lnTo>
                  <a:lnTo>
                    <a:pt x="306" y="1339"/>
                  </a:lnTo>
                  <a:lnTo>
                    <a:pt x="306" y="1340"/>
                  </a:lnTo>
                  <a:lnTo>
                    <a:pt x="306" y="1340"/>
                  </a:lnTo>
                  <a:lnTo>
                    <a:pt x="305" y="1340"/>
                  </a:lnTo>
                  <a:lnTo>
                    <a:pt x="305" y="1340"/>
                  </a:lnTo>
                  <a:lnTo>
                    <a:pt x="305" y="1340"/>
                  </a:lnTo>
                  <a:lnTo>
                    <a:pt x="304" y="1340"/>
                  </a:lnTo>
                  <a:lnTo>
                    <a:pt x="304" y="1340"/>
                  </a:lnTo>
                  <a:lnTo>
                    <a:pt x="302" y="1338"/>
                  </a:lnTo>
                  <a:lnTo>
                    <a:pt x="302" y="1338"/>
                  </a:lnTo>
                  <a:lnTo>
                    <a:pt x="302" y="1337"/>
                  </a:lnTo>
                  <a:lnTo>
                    <a:pt x="302" y="1337"/>
                  </a:lnTo>
                  <a:lnTo>
                    <a:pt x="302" y="1337"/>
                  </a:lnTo>
                  <a:lnTo>
                    <a:pt x="301" y="1337"/>
                  </a:lnTo>
                  <a:lnTo>
                    <a:pt x="301" y="1337"/>
                  </a:lnTo>
                  <a:lnTo>
                    <a:pt x="300" y="1338"/>
                  </a:lnTo>
                  <a:lnTo>
                    <a:pt x="299" y="1338"/>
                  </a:lnTo>
                  <a:lnTo>
                    <a:pt x="297" y="1339"/>
                  </a:lnTo>
                  <a:lnTo>
                    <a:pt x="297" y="1339"/>
                  </a:lnTo>
                  <a:lnTo>
                    <a:pt x="297" y="1339"/>
                  </a:lnTo>
                  <a:lnTo>
                    <a:pt x="297" y="1339"/>
                  </a:lnTo>
                  <a:lnTo>
                    <a:pt x="297" y="1339"/>
                  </a:lnTo>
                  <a:lnTo>
                    <a:pt x="296" y="1340"/>
                  </a:lnTo>
                  <a:lnTo>
                    <a:pt x="296" y="1340"/>
                  </a:lnTo>
                  <a:lnTo>
                    <a:pt x="295" y="1339"/>
                  </a:lnTo>
                  <a:lnTo>
                    <a:pt x="295" y="1340"/>
                  </a:lnTo>
                  <a:lnTo>
                    <a:pt x="294" y="1339"/>
                  </a:lnTo>
                  <a:lnTo>
                    <a:pt x="294" y="1338"/>
                  </a:lnTo>
                  <a:lnTo>
                    <a:pt x="294" y="1338"/>
                  </a:lnTo>
                  <a:lnTo>
                    <a:pt x="294" y="1339"/>
                  </a:lnTo>
                  <a:lnTo>
                    <a:pt x="293" y="1339"/>
                  </a:lnTo>
                  <a:lnTo>
                    <a:pt x="293" y="1339"/>
                  </a:lnTo>
                  <a:lnTo>
                    <a:pt x="292" y="1338"/>
                  </a:lnTo>
                  <a:lnTo>
                    <a:pt x="292" y="1339"/>
                  </a:lnTo>
                  <a:lnTo>
                    <a:pt x="291" y="1339"/>
                  </a:lnTo>
                  <a:lnTo>
                    <a:pt x="290" y="1338"/>
                  </a:lnTo>
                  <a:lnTo>
                    <a:pt x="290" y="1336"/>
                  </a:lnTo>
                  <a:lnTo>
                    <a:pt x="290" y="1336"/>
                  </a:lnTo>
                  <a:lnTo>
                    <a:pt x="289" y="1336"/>
                  </a:lnTo>
                  <a:lnTo>
                    <a:pt x="289" y="1336"/>
                  </a:lnTo>
                  <a:lnTo>
                    <a:pt x="289" y="1336"/>
                  </a:lnTo>
                  <a:lnTo>
                    <a:pt x="289" y="1335"/>
                  </a:lnTo>
                  <a:lnTo>
                    <a:pt x="289" y="1336"/>
                  </a:lnTo>
                  <a:lnTo>
                    <a:pt x="289" y="1337"/>
                  </a:lnTo>
                  <a:lnTo>
                    <a:pt x="288" y="1338"/>
                  </a:lnTo>
                  <a:lnTo>
                    <a:pt x="287" y="1337"/>
                  </a:lnTo>
                  <a:lnTo>
                    <a:pt x="288" y="1336"/>
                  </a:lnTo>
                  <a:lnTo>
                    <a:pt x="288" y="1336"/>
                  </a:lnTo>
                  <a:lnTo>
                    <a:pt x="288" y="1336"/>
                  </a:lnTo>
                  <a:lnTo>
                    <a:pt x="287" y="1336"/>
                  </a:lnTo>
                  <a:lnTo>
                    <a:pt x="287" y="1336"/>
                  </a:lnTo>
                  <a:lnTo>
                    <a:pt x="287" y="1336"/>
                  </a:lnTo>
                  <a:lnTo>
                    <a:pt x="286" y="1336"/>
                  </a:lnTo>
                  <a:lnTo>
                    <a:pt x="285" y="1336"/>
                  </a:lnTo>
                  <a:lnTo>
                    <a:pt x="285" y="1336"/>
                  </a:lnTo>
                  <a:lnTo>
                    <a:pt x="285" y="1336"/>
                  </a:lnTo>
                  <a:lnTo>
                    <a:pt x="284" y="1337"/>
                  </a:lnTo>
                  <a:lnTo>
                    <a:pt x="284" y="1337"/>
                  </a:lnTo>
                  <a:lnTo>
                    <a:pt x="283" y="1337"/>
                  </a:lnTo>
                  <a:lnTo>
                    <a:pt x="284" y="1338"/>
                  </a:lnTo>
                  <a:lnTo>
                    <a:pt x="284" y="1340"/>
                  </a:lnTo>
                  <a:lnTo>
                    <a:pt x="283" y="1340"/>
                  </a:lnTo>
                  <a:lnTo>
                    <a:pt x="282" y="1340"/>
                  </a:lnTo>
                  <a:lnTo>
                    <a:pt x="280" y="1338"/>
                  </a:lnTo>
                  <a:lnTo>
                    <a:pt x="280" y="1337"/>
                  </a:lnTo>
                  <a:lnTo>
                    <a:pt x="281" y="1336"/>
                  </a:lnTo>
                  <a:lnTo>
                    <a:pt x="280" y="1336"/>
                  </a:lnTo>
                  <a:lnTo>
                    <a:pt x="280" y="1336"/>
                  </a:lnTo>
                  <a:lnTo>
                    <a:pt x="280" y="1337"/>
                  </a:lnTo>
                  <a:lnTo>
                    <a:pt x="279" y="1336"/>
                  </a:lnTo>
                  <a:lnTo>
                    <a:pt x="278" y="1336"/>
                  </a:lnTo>
                  <a:lnTo>
                    <a:pt x="276" y="1336"/>
                  </a:lnTo>
                  <a:lnTo>
                    <a:pt x="276" y="1336"/>
                  </a:lnTo>
                  <a:lnTo>
                    <a:pt x="273" y="1337"/>
                  </a:lnTo>
                  <a:lnTo>
                    <a:pt x="273" y="1337"/>
                  </a:lnTo>
                  <a:lnTo>
                    <a:pt x="271" y="1336"/>
                  </a:lnTo>
                  <a:lnTo>
                    <a:pt x="271" y="1335"/>
                  </a:lnTo>
                  <a:lnTo>
                    <a:pt x="271" y="1335"/>
                  </a:lnTo>
                  <a:lnTo>
                    <a:pt x="270" y="1334"/>
                  </a:lnTo>
                  <a:lnTo>
                    <a:pt x="270" y="1333"/>
                  </a:lnTo>
                  <a:lnTo>
                    <a:pt x="270" y="1333"/>
                  </a:lnTo>
                  <a:lnTo>
                    <a:pt x="267" y="1333"/>
                  </a:lnTo>
                  <a:lnTo>
                    <a:pt x="267" y="1333"/>
                  </a:lnTo>
                  <a:lnTo>
                    <a:pt x="267" y="1334"/>
                  </a:lnTo>
                  <a:lnTo>
                    <a:pt x="267" y="1334"/>
                  </a:lnTo>
                  <a:lnTo>
                    <a:pt x="266" y="1334"/>
                  </a:lnTo>
                  <a:lnTo>
                    <a:pt x="266" y="1334"/>
                  </a:lnTo>
                  <a:lnTo>
                    <a:pt x="266" y="1334"/>
                  </a:lnTo>
                  <a:lnTo>
                    <a:pt x="265" y="1334"/>
                  </a:lnTo>
                  <a:lnTo>
                    <a:pt x="264" y="1333"/>
                  </a:lnTo>
                  <a:lnTo>
                    <a:pt x="264" y="1334"/>
                  </a:lnTo>
                  <a:lnTo>
                    <a:pt x="263" y="1334"/>
                  </a:lnTo>
                  <a:lnTo>
                    <a:pt x="263" y="1335"/>
                  </a:lnTo>
                  <a:lnTo>
                    <a:pt x="263" y="1335"/>
                  </a:lnTo>
                  <a:lnTo>
                    <a:pt x="263" y="1335"/>
                  </a:lnTo>
                  <a:lnTo>
                    <a:pt x="263" y="1336"/>
                  </a:lnTo>
                  <a:lnTo>
                    <a:pt x="262" y="1335"/>
                  </a:lnTo>
                  <a:lnTo>
                    <a:pt x="262" y="1335"/>
                  </a:lnTo>
                  <a:lnTo>
                    <a:pt x="262" y="1334"/>
                  </a:lnTo>
                  <a:lnTo>
                    <a:pt x="260" y="1334"/>
                  </a:lnTo>
                  <a:lnTo>
                    <a:pt x="260" y="1335"/>
                  </a:lnTo>
                  <a:lnTo>
                    <a:pt x="259" y="1335"/>
                  </a:lnTo>
                  <a:lnTo>
                    <a:pt x="259" y="1334"/>
                  </a:lnTo>
                  <a:lnTo>
                    <a:pt x="259" y="1334"/>
                  </a:lnTo>
                  <a:lnTo>
                    <a:pt x="259" y="1334"/>
                  </a:lnTo>
                  <a:lnTo>
                    <a:pt x="259" y="1334"/>
                  </a:lnTo>
                  <a:lnTo>
                    <a:pt x="260" y="1333"/>
                  </a:lnTo>
                  <a:lnTo>
                    <a:pt x="260" y="1333"/>
                  </a:lnTo>
                  <a:lnTo>
                    <a:pt x="260" y="1333"/>
                  </a:lnTo>
                  <a:lnTo>
                    <a:pt x="259" y="1333"/>
                  </a:lnTo>
                  <a:lnTo>
                    <a:pt x="259" y="1333"/>
                  </a:lnTo>
                  <a:lnTo>
                    <a:pt x="259" y="1332"/>
                  </a:lnTo>
                  <a:lnTo>
                    <a:pt x="259" y="1332"/>
                  </a:lnTo>
                  <a:lnTo>
                    <a:pt x="258" y="1333"/>
                  </a:lnTo>
                  <a:lnTo>
                    <a:pt x="257" y="1334"/>
                  </a:lnTo>
                  <a:lnTo>
                    <a:pt x="257" y="1335"/>
                  </a:lnTo>
                  <a:lnTo>
                    <a:pt x="256" y="1336"/>
                  </a:lnTo>
                  <a:lnTo>
                    <a:pt x="254" y="1336"/>
                  </a:lnTo>
                  <a:lnTo>
                    <a:pt x="254" y="1336"/>
                  </a:lnTo>
                  <a:lnTo>
                    <a:pt x="251" y="1336"/>
                  </a:lnTo>
                  <a:lnTo>
                    <a:pt x="251" y="1336"/>
                  </a:lnTo>
                  <a:lnTo>
                    <a:pt x="251" y="1336"/>
                  </a:lnTo>
                  <a:lnTo>
                    <a:pt x="247" y="1336"/>
                  </a:lnTo>
                  <a:lnTo>
                    <a:pt x="247" y="1335"/>
                  </a:lnTo>
                  <a:lnTo>
                    <a:pt x="247" y="1334"/>
                  </a:lnTo>
                  <a:lnTo>
                    <a:pt x="246" y="1334"/>
                  </a:lnTo>
                  <a:lnTo>
                    <a:pt x="246" y="1334"/>
                  </a:lnTo>
                  <a:lnTo>
                    <a:pt x="245" y="1333"/>
                  </a:lnTo>
                  <a:lnTo>
                    <a:pt x="244" y="1332"/>
                  </a:lnTo>
                  <a:lnTo>
                    <a:pt x="244" y="1332"/>
                  </a:lnTo>
                  <a:lnTo>
                    <a:pt x="243" y="1332"/>
                  </a:lnTo>
                  <a:lnTo>
                    <a:pt x="243" y="1331"/>
                  </a:lnTo>
                  <a:lnTo>
                    <a:pt x="242" y="1331"/>
                  </a:lnTo>
                  <a:lnTo>
                    <a:pt x="242" y="1331"/>
                  </a:lnTo>
                  <a:lnTo>
                    <a:pt x="242" y="1331"/>
                  </a:lnTo>
                  <a:lnTo>
                    <a:pt x="241" y="1329"/>
                  </a:lnTo>
                  <a:lnTo>
                    <a:pt x="241" y="1328"/>
                  </a:lnTo>
                  <a:lnTo>
                    <a:pt x="241" y="1328"/>
                  </a:lnTo>
                  <a:lnTo>
                    <a:pt x="241" y="1327"/>
                  </a:lnTo>
                  <a:lnTo>
                    <a:pt x="241" y="1327"/>
                  </a:lnTo>
                  <a:lnTo>
                    <a:pt x="241" y="1326"/>
                  </a:lnTo>
                  <a:lnTo>
                    <a:pt x="241" y="1325"/>
                  </a:lnTo>
                  <a:lnTo>
                    <a:pt x="241" y="1325"/>
                  </a:lnTo>
                  <a:lnTo>
                    <a:pt x="241" y="1324"/>
                  </a:lnTo>
                  <a:lnTo>
                    <a:pt x="241" y="1323"/>
                  </a:lnTo>
                  <a:lnTo>
                    <a:pt x="241" y="1323"/>
                  </a:lnTo>
                  <a:lnTo>
                    <a:pt x="243" y="1323"/>
                  </a:lnTo>
                  <a:lnTo>
                    <a:pt x="244" y="1322"/>
                  </a:lnTo>
                  <a:lnTo>
                    <a:pt x="243" y="1322"/>
                  </a:lnTo>
                  <a:lnTo>
                    <a:pt x="243" y="1322"/>
                  </a:lnTo>
                  <a:lnTo>
                    <a:pt x="243" y="1321"/>
                  </a:lnTo>
                  <a:lnTo>
                    <a:pt x="244" y="1320"/>
                  </a:lnTo>
                  <a:lnTo>
                    <a:pt x="245" y="1320"/>
                  </a:lnTo>
                  <a:lnTo>
                    <a:pt x="245" y="1319"/>
                  </a:lnTo>
                  <a:lnTo>
                    <a:pt x="245" y="1319"/>
                  </a:lnTo>
                  <a:lnTo>
                    <a:pt x="247" y="1320"/>
                  </a:lnTo>
                  <a:lnTo>
                    <a:pt x="248" y="1319"/>
                  </a:lnTo>
                  <a:lnTo>
                    <a:pt x="248" y="1319"/>
                  </a:lnTo>
                  <a:lnTo>
                    <a:pt x="247" y="1319"/>
                  </a:lnTo>
                  <a:lnTo>
                    <a:pt x="247" y="1319"/>
                  </a:lnTo>
                  <a:lnTo>
                    <a:pt x="248" y="1319"/>
                  </a:lnTo>
                  <a:lnTo>
                    <a:pt x="248" y="1318"/>
                  </a:lnTo>
                  <a:lnTo>
                    <a:pt x="247" y="1318"/>
                  </a:lnTo>
                  <a:lnTo>
                    <a:pt x="247" y="1318"/>
                  </a:lnTo>
                  <a:lnTo>
                    <a:pt x="247" y="1317"/>
                  </a:lnTo>
                  <a:lnTo>
                    <a:pt x="248" y="1317"/>
                  </a:lnTo>
                  <a:lnTo>
                    <a:pt x="248" y="1317"/>
                  </a:lnTo>
                  <a:lnTo>
                    <a:pt x="247" y="1316"/>
                  </a:lnTo>
                  <a:lnTo>
                    <a:pt x="246" y="1315"/>
                  </a:lnTo>
                  <a:lnTo>
                    <a:pt x="247" y="1314"/>
                  </a:lnTo>
                  <a:lnTo>
                    <a:pt x="249" y="1314"/>
                  </a:lnTo>
                  <a:lnTo>
                    <a:pt x="250" y="1314"/>
                  </a:lnTo>
                  <a:lnTo>
                    <a:pt x="250" y="1314"/>
                  </a:lnTo>
                  <a:lnTo>
                    <a:pt x="250" y="1315"/>
                  </a:lnTo>
                  <a:lnTo>
                    <a:pt x="250" y="1315"/>
                  </a:lnTo>
                  <a:lnTo>
                    <a:pt x="251" y="1315"/>
                  </a:lnTo>
                  <a:lnTo>
                    <a:pt x="252" y="1314"/>
                  </a:lnTo>
                  <a:lnTo>
                    <a:pt x="252" y="1314"/>
                  </a:lnTo>
                  <a:lnTo>
                    <a:pt x="253" y="1314"/>
                  </a:lnTo>
                  <a:lnTo>
                    <a:pt x="252" y="1314"/>
                  </a:lnTo>
                  <a:lnTo>
                    <a:pt x="253" y="1314"/>
                  </a:lnTo>
                  <a:lnTo>
                    <a:pt x="254" y="1313"/>
                  </a:lnTo>
                  <a:lnTo>
                    <a:pt x="254" y="1313"/>
                  </a:lnTo>
                  <a:lnTo>
                    <a:pt x="254" y="1313"/>
                  </a:lnTo>
                  <a:lnTo>
                    <a:pt x="256" y="1313"/>
                  </a:lnTo>
                  <a:lnTo>
                    <a:pt x="256" y="1312"/>
                  </a:lnTo>
                  <a:lnTo>
                    <a:pt x="257" y="1312"/>
                  </a:lnTo>
                  <a:lnTo>
                    <a:pt x="257" y="1312"/>
                  </a:lnTo>
                  <a:lnTo>
                    <a:pt x="258" y="1312"/>
                  </a:lnTo>
                  <a:lnTo>
                    <a:pt x="259" y="1311"/>
                  </a:lnTo>
                  <a:lnTo>
                    <a:pt x="259" y="1311"/>
                  </a:lnTo>
                  <a:lnTo>
                    <a:pt x="262" y="1311"/>
                  </a:lnTo>
                  <a:lnTo>
                    <a:pt x="263" y="1312"/>
                  </a:lnTo>
                  <a:lnTo>
                    <a:pt x="263" y="1313"/>
                  </a:lnTo>
                  <a:lnTo>
                    <a:pt x="263" y="1312"/>
                  </a:lnTo>
                  <a:lnTo>
                    <a:pt x="263" y="1312"/>
                  </a:lnTo>
                  <a:lnTo>
                    <a:pt x="265" y="1312"/>
                  </a:lnTo>
                  <a:lnTo>
                    <a:pt x="266" y="1312"/>
                  </a:lnTo>
                  <a:lnTo>
                    <a:pt x="267" y="1312"/>
                  </a:lnTo>
                  <a:lnTo>
                    <a:pt x="267" y="1313"/>
                  </a:lnTo>
                  <a:lnTo>
                    <a:pt x="267" y="1313"/>
                  </a:lnTo>
                  <a:lnTo>
                    <a:pt x="267" y="1313"/>
                  </a:lnTo>
                  <a:lnTo>
                    <a:pt x="267" y="1313"/>
                  </a:lnTo>
                  <a:lnTo>
                    <a:pt x="269" y="1313"/>
                  </a:lnTo>
                  <a:lnTo>
                    <a:pt x="269" y="1313"/>
                  </a:lnTo>
                  <a:lnTo>
                    <a:pt x="268" y="1312"/>
                  </a:lnTo>
                  <a:lnTo>
                    <a:pt x="268" y="1311"/>
                  </a:lnTo>
                  <a:lnTo>
                    <a:pt x="269" y="1312"/>
                  </a:lnTo>
                  <a:lnTo>
                    <a:pt x="269" y="1312"/>
                  </a:lnTo>
                  <a:lnTo>
                    <a:pt x="269" y="1312"/>
                  </a:lnTo>
                  <a:lnTo>
                    <a:pt x="270" y="1313"/>
                  </a:lnTo>
                  <a:lnTo>
                    <a:pt x="270" y="1312"/>
                  </a:lnTo>
                  <a:lnTo>
                    <a:pt x="269" y="1311"/>
                  </a:lnTo>
                  <a:lnTo>
                    <a:pt x="270" y="1311"/>
                  </a:lnTo>
                  <a:lnTo>
                    <a:pt x="270" y="1311"/>
                  </a:lnTo>
                  <a:lnTo>
                    <a:pt x="271" y="1311"/>
                  </a:lnTo>
                  <a:lnTo>
                    <a:pt x="271" y="1311"/>
                  </a:lnTo>
                  <a:lnTo>
                    <a:pt x="273" y="1312"/>
                  </a:lnTo>
                  <a:lnTo>
                    <a:pt x="273" y="1311"/>
                  </a:lnTo>
                  <a:lnTo>
                    <a:pt x="274" y="1311"/>
                  </a:lnTo>
                  <a:lnTo>
                    <a:pt x="275" y="1312"/>
                  </a:lnTo>
                  <a:lnTo>
                    <a:pt x="276" y="1311"/>
                  </a:lnTo>
                  <a:lnTo>
                    <a:pt x="276" y="1311"/>
                  </a:lnTo>
                  <a:lnTo>
                    <a:pt x="276" y="1310"/>
                  </a:lnTo>
                  <a:lnTo>
                    <a:pt x="276" y="1310"/>
                  </a:lnTo>
                  <a:lnTo>
                    <a:pt x="276" y="1310"/>
                  </a:lnTo>
                  <a:lnTo>
                    <a:pt x="276" y="1310"/>
                  </a:lnTo>
                  <a:lnTo>
                    <a:pt x="276" y="1310"/>
                  </a:lnTo>
                  <a:lnTo>
                    <a:pt x="277" y="1310"/>
                  </a:lnTo>
                  <a:lnTo>
                    <a:pt x="278" y="1310"/>
                  </a:lnTo>
                  <a:lnTo>
                    <a:pt x="278" y="1310"/>
                  </a:lnTo>
                  <a:lnTo>
                    <a:pt x="279" y="1310"/>
                  </a:lnTo>
                  <a:lnTo>
                    <a:pt x="280" y="1310"/>
                  </a:lnTo>
                  <a:lnTo>
                    <a:pt x="281" y="1310"/>
                  </a:lnTo>
                  <a:lnTo>
                    <a:pt x="282" y="1310"/>
                  </a:lnTo>
                  <a:lnTo>
                    <a:pt x="282" y="1310"/>
                  </a:lnTo>
                  <a:lnTo>
                    <a:pt x="282" y="1309"/>
                  </a:lnTo>
                  <a:lnTo>
                    <a:pt x="283" y="1309"/>
                  </a:lnTo>
                  <a:lnTo>
                    <a:pt x="283" y="1310"/>
                  </a:lnTo>
                  <a:lnTo>
                    <a:pt x="284" y="1309"/>
                  </a:lnTo>
                  <a:lnTo>
                    <a:pt x="284" y="1307"/>
                  </a:lnTo>
                  <a:lnTo>
                    <a:pt x="284" y="1306"/>
                  </a:lnTo>
                  <a:lnTo>
                    <a:pt x="284" y="1306"/>
                  </a:lnTo>
                  <a:lnTo>
                    <a:pt x="284" y="1306"/>
                  </a:lnTo>
                  <a:lnTo>
                    <a:pt x="284" y="1306"/>
                  </a:lnTo>
                  <a:lnTo>
                    <a:pt x="285" y="1306"/>
                  </a:lnTo>
                  <a:lnTo>
                    <a:pt x="285" y="1306"/>
                  </a:lnTo>
                  <a:lnTo>
                    <a:pt x="286" y="1306"/>
                  </a:lnTo>
                  <a:lnTo>
                    <a:pt x="286" y="1307"/>
                  </a:lnTo>
                  <a:lnTo>
                    <a:pt x="288" y="1307"/>
                  </a:lnTo>
                  <a:lnTo>
                    <a:pt x="288" y="1308"/>
                  </a:lnTo>
                  <a:lnTo>
                    <a:pt x="288" y="1309"/>
                  </a:lnTo>
                  <a:lnTo>
                    <a:pt x="289" y="1310"/>
                  </a:lnTo>
                  <a:lnTo>
                    <a:pt x="289" y="1310"/>
                  </a:lnTo>
                  <a:lnTo>
                    <a:pt x="289" y="1310"/>
                  </a:lnTo>
                  <a:lnTo>
                    <a:pt x="289" y="1311"/>
                  </a:lnTo>
                  <a:lnTo>
                    <a:pt x="290" y="1311"/>
                  </a:lnTo>
                  <a:lnTo>
                    <a:pt x="290" y="1312"/>
                  </a:lnTo>
                  <a:lnTo>
                    <a:pt x="291" y="1312"/>
                  </a:lnTo>
                  <a:lnTo>
                    <a:pt x="292" y="1313"/>
                  </a:lnTo>
                  <a:lnTo>
                    <a:pt x="293" y="1315"/>
                  </a:lnTo>
                  <a:lnTo>
                    <a:pt x="293" y="1315"/>
                  </a:lnTo>
                  <a:lnTo>
                    <a:pt x="293" y="1315"/>
                  </a:lnTo>
                  <a:lnTo>
                    <a:pt x="293" y="1316"/>
                  </a:lnTo>
                  <a:lnTo>
                    <a:pt x="294" y="1316"/>
                  </a:lnTo>
                  <a:lnTo>
                    <a:pt x="294" y="1316"/>
                  </a:lnTo>
                  <a:lnTo>
                    <a:pt x="294" y="1315"/>
                  </a:lnTo>
                  <a:lnTo>
                    <a:pt x="295" y="1314"/>
                  </a:lnTo>
                  <a:lnTo>
                    <a:pt x="296" y="1314"/>
                  </a:lnTo>
                  <a:lnTo>
                    <a:pt x="296" y="1314"/>
                  </a:lnTo>
                  <a:lnTo>
                    <a:pt x="297" y="1314"/>
                  </a:lnTo>
                  <a:lnTo>
                    <a:pt x="297" y="1312"/>
                  </a:lnTo>
                  <a:lnTo>
                    <a:pt x="297" y="1312"/>
                  </a:lnTo>
                  <a:lnTo>
                    <a:pt x="298" y="1313"/>
                  </a:lnTo>
                  <a:lnTo>
                    <a:pt x="300" y="1314"/>
                  </a:lnTo>
                  <a:lnTo>
                    <a:pt x="300" y="1314"/>
                  </a:lnTo>
                  <a:lnTo>
                    <a:pt x="300" y="1315"/>
                  </a:lnTo>
                  <a:lnTo>
                    <a:pt x="300" y="1316"/>
                  </a:lnTo>
                  <a:lnTo>
                    <a:pt x="300" y="1316"/>
                  </a:lnTo>
                  <a:lnTo>
                    <a:pt x="300" y="1317"/>
                  </a:lnTo>
                  <a:lnTo>
                    <a:pt x="299" y="1318"/>
                  </a:lnTo>
                  <a:lnTo>
                    <a:pt x="299" y="1318"/>
                  </a:lnTo>
                  <a:lnTo>
                    <a:pt x="299" y="1319"/>
                  </a:lnTo>
                  <a:lnTo>
                    <a:pt x="300" y="1319"/>
                  </a:lnTo>
                  <a:lnTo>
                    <a:pt x="300" y="1319"/>
                  </a:lnTo>
                  <a:lnTo>
                    <a:pt x="301" y="1319"/>
                  </a:lnTo>
                  <a:lnTo>
                    <a:pt x="301" y="1318"/>
                  </a:lnTo>
                  <a:lnTo>
                    <a:pt x="302" y="1318"/>
                  </a:lnTo>
                  <a:lnTo>
                    <a:pt x="302" y="1319"/>
                  </a:lnTo>
                  <a:lnTo>
                    <a:pt x="302" y="1319"/>
                  </a:lnTo>
                  <a:lnTo>
                    <a:pt x="302" y="1318"/>
                  </a:lnTo>
                  <a:lnTo>
                    <a:pt x="302" y="1318"/>
                  </a:lnTo>
                  <a:lnTo>
                    <a:pt x="302" y="1318"/>
                  </a:lnTo>
                  <a:lnTo>
                    <a:pt x="302" y="1317"/>
                  </a:lnTo>
                  <a:lnTo>
                    <a:pt x="302" y="1318"/>
                  </a:lnTo>
                  <a:lnTo>
                    <a:pt x="303" y="1319"/>
                  </a:lnTo>
                  <a:lnTo>
                    <a:pt x="304" y="1319"/>
                  </a:lnTo>
                  <a:lnTo>
                    <a:pt x="304" y="1319"/>
                  </a:lnTo>
                  <a:lnTo>
                    <a:pt x="304" y="1318"/>
                  </a:lnTo>
                  <a:lnTo>
                    <a:pt x="303" y="1318"/>
                  </a:lnTo>
                  <a:lnTo>
                    <a:pt x="303" y="1317"/>
                  </a:lnTo>
                  <a:lnTo>
                    <a:pt x="304" y="1317"/>
                  </a:lnTo>
                  <a:lnTo>
                    <a:pt x="304" y="1316"/>
                  </a:lnTo>
                  <a:lnTo>
                    <a:pt x="304" y="1316"/>
                  </a:lnTo>
                  <a:lnTo>
                    <a:pt x="304" y="1315"/>
                  </a:lnTo>
                  <a:lnTo>
                    <a:pt x="304" y="1315"/>
                  </a:lnTo>
                  <a:lnTo>
                    <a:pt x="304" y="1316"/>
                  </a:lnTo>
                  <a:lnTo>
                    <a:pt x="303" y="1315"/>
                  </a:lnTo>
                  <a:lnTo>
                    <a:pt x="302" y="1315"/>
                  </a:lnTo>
                  <a:lnTo>
                    <a:pt x="302" y="1314"/>
                  </a:lnTo>
                  <a:lnTo>
                    <a:pt x="303" y="1314"/>
                  </a:lnTo>
                  <a:lnTo>
                    <a:pt x="303" y="1314"/>
                  </a:lnTo>
                  <a:lnTo>
                    <a:pt x="303" y="1314"/>
                  </a:lnTo>
                  <a:lnTo>
                    <a:pt x="303" y="1313"/>
                  </a:lnTo>
                  <a:lnTo>
                    <a:pt x="302" y="1313"/>
                  </a:lnTo>
                  <a:lnTo>
                    <a:pt x="302" y="1313"/>
                  </a:lnTo>
                  <a:lnTo>
                    <a:pt x="302" y="1314"/>
                  </a:lnTo>
                  <a:lnTo>
                    <a:pt x="302" y="1314"/>
                  </a:lnTo>
                  <a:lnTo>
                    <a:pt x="301" y="1313"/>
                  </a:lnTo>
                  <a:lnTo>
                    <a:pt x="300" y="1313"/>
                  </a:lnTo>
                  <a:lnTo>
                    <a:pt x="300" y="1313"/>
                  </a:lnTo>
                  <a:lnTo>
                    <a:pt x="299" y="1313"/>
                  </a:lnTo>
                  <a:lnTo>
                    <a:pt x="299" y="1312"/>
                  </a:lnTo>
                  <a:lnTo>
                    <a:pt x="298" y="1312"/>
                  </a:lnTo>
                  <a:lnTo>
                    <a:pt x="298" y="1312"/>
                  </a:lnTo>
                  <a:lnTo>
                    <a:pt x="297" y="1311"/>
                  </a:lnTo>
                  <a:lnTo>
                    <a:pt x="297" y="1311"/>
                  </a:lnTo>
                  <a:lnTo>
                    <a:pt x="297" y="1311"/>
                  </a:lnTo>
                  <a:lnTo>
                    <a:pt x="297" y="1310"/>
                  </a:lnTo>
                  <a:lnTo>
                    <a:pt x="297" y="1310"/>
                  </a:lnTo>
                  <a:lnTo>
                    <a:pt x="297" y="1310"/>
                  </a:lnTo>
                  <a:lnTo>
                    <a:pt x="297" y="1310"/>
                  </a:lnTo>
                  <a:lnTo>
                    <a:pt x="296" y="1310"/>
                  </a:lnTo>
                  <a:lnTo>
                    <a:pt x="296" y="1309"/>
                  </a:lnTo>
                  <a:lnTo>
                    <a:pt x="296" y="1309"/>
                  </a:lnTo>
                  <a:lnTo>
                    <a:pt x="296" y="1308"/>
                  </a:lnTo>
                  <a:lnTo>
                    <a:pt x="296" y="1307"/>
                  </a:lnTo>
                  <a:lnTo>
                    <a:pt x="297" y="1307"/>
                  </a:lnTo>
                  <a:lnTo>
                    <a:pt x="297" y="1306"/>
                  </a:lnTo>
                  <a:lnTo>
                    <a:pt x="297" y="1306"/>
                  </a:lnTo>
                  <a:lnTo>
                    <a:pt x="298" y="1306"/>
                  </a:lnTo>
                  <a:lnTo>
                    <a:pt x="298" y="1306"/>
                  </a:lnTo>
                  <a:lnTo>
                    <a:pt x="299" y="1306"/>
                  </a:lnTo>
                  <a:lnTo>
                    <a:pt x="299" y="1306"/>
                  </a:lnTo>
                  <a:lnTo>
                    <a:pt x="300" y="1306"/>
                  </a:lnTo>
                  <a:lnTo>
                    <a:pt x="301" y="1306"/>
                  </a:lnTo>
                  <a:lnTo>
                    <a:pt x="301" y="1307"/>
                  </a:lnTo>
                  <a:lnTo>
                    <a:pt x="302" y="1308"/>
                  </a:lnTo>
                  <a:lnTo>
                    <a:pt x="302" y="1308"/>
                  </a:lnTo>
                  <a:lnTo>
                    <a:pt x="302" y="1309"/>
                  </a:lnTo>
                  <a:lnTo>
                    <a:pt x="302" y="1309"/>
                  </a:lnTo>
                  <a:lnTo>
                    <a:pt x="302" y="1308"/>
                  </a:lnTo>
                  <a:lnTo>
                    <a:pt x="302" y="1307"/>
                  </a:lnTo>
                  <a:lnTo>
                    <a:pt x="303" y="1307"/>
                  </a:lnTo>
                  <a:lnTo>
                    <a:pt x="304" y="1307"/>
                  </a:lnTo>
                  <a:lnTo>
                    <a:pt x="306" y="1307"/>
                  </a:lnTo>
                  <a:lnTo>
                    <a:pt x="306" y="1310"/>
                  </a:lnTo>
                  <a:lnTo>
                    <a:pt x="306" y="1310"/>
                  </a:lnTo>
                  <a:lnTo>
                    <a:pt x="306" y="1309"/>
                  </a:lnTo>
                  <a:lnTo>
                    <a:pt x="307" y="1308"/>
                  </a:lnTo>
                  <a:lnTo>
                    <a:pt x="306" y="1307"/>
                  </a:lnTo>
                  <a:lnTo>
                    <a:pt x="307" y="1306"/>
                  </a:lnTo>
                  <a:lnTo>
                    <a:pt x="307" y="1306"/>
                  </a:lnTo>
                  <a:lnTo>
                    <a:pt x="306" y="1306"/>
                  </a:lnTo>
                  <a:lnTo>
                    <a:pt x="306" y="1306"/>
                  </a:lnTo>
                  <a:lnTo>
                    <a:pt x="306" y="1306"/>
                  </a:lnTo>
                  <a:lnTo>
                    <a:pt x="307" y="1306"/>
                  </a:lnTo>
                  <a:lnTo>
                    <a:pt x="307" y="1306"/>
                  </a:lnTo>
                  <a:lnTo>
                    <a:pt x="308" y="1306"/>
                  </a:lnTo>
                  <a:lnTo>
                    <a:pt x="309" y="1305"/>
                  </a:lnTo>
                  <a:lnTo>
                    <a:pt x="311" y="1306"/>
                  </a:lnTo>
                  <a:lnTo>
                    <a:pt x="311" y="1306"/>
                  </a:lnTo>
                  <a:lnTo>
                    <a:pt x="311" y="1305"/>
                  </a:lnTo>
                  <a:lnTo>
                    <a:pt x="311" y="1305"/>
                  </a:lnTo>
                  <a:lnTo>
                    <a:pt x="311" y="1304"/>
                  </a:lnTo>
                  <a:lnTo>
                    <a:pt x="312" y="1304"/>
                  </a:lnTo>
                  <a:lnTo>
                    <a:pt x="312" y="1303"/>
                  </a:lnTo>
                  <a:lnTo>
                    <a:pt x="313" y="1303"/>
                  </a:lnTo>
                  <a:lnTo>
                    <a:pt x="314" y="1304"/>
                  </a:lnTo>
                  <a:lnTo>
                    <a:pt x="314" y="1305"/>
                  </a:lnTo>
                  <a:lnTo>
                    <a:pt x="315" y="1305"/>
                  </a:lnTo>
                  <a:lnTo>
                    <a:pt x="315" y="1306"/>
                  </a:lnTo>
                  <a:lnTo>
                    <a:pt x="315" y="1306"/>
                  </a:lnTo>
                  <a:lnTo>
                    <a:pt x="315" y="1306"/>
                  </a:lnTo>
                  <a:lnTo>
                    <a:pt x="315" y="1306"/>
                  </a:lnTo>
                  <a:lnTo>
                    <a:pt x="315" y="1305"/>
                  </a:lnTo>
                  <a:lnTo>
                    <a:pt x="315" y="1306"/>
                  </a:lnTo>
                  <a:lnTo>
                    <a:pt x="316" y="1306"/>
                  </a:lnTo>
                  <a:lnTo>
                    <a:pt x="316" y="1306"/>
                  </a:lnTo>
                  <a:lnTo>
                    <a:pt x="317" y="1306"/>
                  </a:lnTo>
                  <a:lnTo>
                    <a:pt x="318" y="1306"/>
                  </a:lnTo>
                  <a:lnTo>
                    <a:pt x="318" y="1306"/>
                  </a:lnTo>
                  <a:lnTo>
                    <a:pt x="318" y="1306"/>
                  </a:lnTo>
                  <a:lnTo>
                    <a:pt x="319" y="1306"/>
                  </a:lnTo>
                  <a:lnTo>
                    <a:pt x="319" y="1306"/>
                  </a:lnTo>
                  <a:lnTo>
                    <a:pt x="319" y="1306"/>
                  </a:lnTo>
                  <a:lnTo>
                    <a:pt x="317" y="1305"/>
                  </a:lnTo>
                  <a:lnTo>
                    <a:pt x="317" y="1305"/>
                  </a:lnTo>
                  <a:lnTo>
                    <a:pt x="317" y="1304"/>
                  </a:lnTo>
                  <a:lnTo>
                    <a:pt x="315" y="1304"/>
                  </a:lnTo>
                  <a:lnTo>
                    <a:pt x="313" y="1302"/>
                  </a:lnTo>
                  <a:lnTo>
                    <a:pt x="311" y="1302"/>
                  </a:lnTo>
                  <a:lnTo>
                    <a:pt x="311" y="1302"/>
                  </a:lnTo>
                  <a:lnTo>
                    <a:pt x="310" y="1301"/>
                  </a:lnTo>
                  <a:lnTo>
                    <a:pt x="308" y="1301"/>
                  </a:lnTo>
                  <a:lnTo>
                    <a:pt x="308" y="1301"/>
                  </a:lnTo>
                  <a:lnTo>
                    <a:pt x="307" y="1301"/>
                  </a:lnTo>
                  <a:lnTo>
                    <a:pt x="306" y="1300"/>
                  </a:lnTo>
                  <a:lnTo>
                    <a:pt x="306" y="1300"/>
                  </a:lnTo>
                  <a:lnTo>
                    <a:pt x="306" y="1300"/>
                  </a:lnTo>
                  <a:lnTo>
                    <a:pt x="305" y="1300"/>
                  </a:lnTo>
                  <a:lnTo>
                    <a:pt x="304" y="1299"/>
                  </a:lnTo>
                  <a:lnTo>
                    <a:pt x="302" y="1298"/>
                  </a:lnTo>
                  <a:lnTo>
                    <a:pt x="301" y="1298"/>
                  </a:lnTo>
                  <a:lnTo>
                    <a:pt x="301" y="1298"/>
                  </a:lnTo>
                  <a:lnTo>
                    <a:pt x="301" y="1297"/>
                  </a:lnTo>
                  <a:lnTo>
                    <a:pt x="301" y="1297"/>
                  </a:lnTo>
                  <a:lnTo>
                    <a:pt x="301" y="1297"/>
                  </a:lnTo>
                  <a:lnTo>
                    <a:pt x="301" y="1295"/>
                  </a:lnTo>
                  <a:lnTo>
                    <a:pt x="301" y="1294"/>
                  </a:lnTo>
                  <a:lnTo>
                    <a:pt x="301" y="1294"/>
                  </a:lnTo>
                  <a:lnTo>
                    <a:pt x="301" y="1293"/>
                  </a:lnTo>
                  <a:lnTo>
                    <a:pt x="302" y="1293"/>
                  </a:lnTo>
                  <a:lnTo>
                    <a:pt x="302" y="1293"/>
                  </a:lnTo>
                  <a:lnTo>
                    <a:pt x="302" y="1293"/>
                  </a:lnTo>
                  <a:lnTo>
                    <a:pt x="302" y="1292"/>
                  </a:lnTo>
                  <a:lnTo>
                    <a:pt x="302" y="1292"/>
                  </a:lnTo>
                  <a:lnTo>
                    <a:pt x="302" y="1291"/>
                  </a:lnTo>
                  <a:lnTo>
                    <a:pt x="302" y="1290"/>
                  </a:lnTo>
                  <a:lnTo>
                    <a:pt x="303" y="1291"/>
                  </a:lnTo>
                  <a:lnTo>
                    <a:pt x="303" y="1290"/>
                  </a:lnTo>
                  <a:lnTo>
                    <a:pt x="304" y="1290"/>
                  </a:lnTo>
                  <a:lnTo>
                    <a:pt x="304" y="1290"/>
                  </a:lnTo>
                  <a:lnTo>
                    <a:pt x="305" y="1290"/>
                  </a:lnTo>
                  <a:lnTo>
                    <a:pt x="306" y="1291"/>
                  </a:lnTo>
                  <a:lnTo>
                    <a:pt x="306" y="1290"/>
                  </a:lnTo>
                  <a:lnTo>
                    <a:pt x="307" y="1290"/>
                  </a:lnTo>
                  <a:lnTo>
                    <a:pt x="307" y="1290"/>
                  </a:lnTo>
                  <a:lnTo>
                    <a:pt x="307" y="1290"/>
                  </a:lnTo>
                  <a:lnTo>
                    <a:pt x="308" y="1290"/>
                  </a:lnTo>
                  <a:lnTo>
                    <a:pt x="308" y="1291"/>
                  </a:lnTo>
                  <a:lnTo>
                    <a:pt x="308" y="1291"/>
                  </a:lnTo>
                  <a:lnTo>
                    <a:pt x="309" y="1292"/>
                  </a:lnTo>
                  <a:lnTo>
                    <a:pt x="309" y="1290"/>
                  </a:lnTo>
                  <a:lnTo>
                    <a:pt x="311" y="1289"/>
                  </a:lnTo>
                  <a:lnTo>
                    <a:pt x="311" y="1289"/>
                  </a:lnTo>
                  <a:lnTo>
                    <a:pt x="311" y="1289"/>
                  </a:lnTo>
                  <a:lnTo>
                    <a:pt x="312" y="1289"/>
                  </a:lnTo>
                  <a:lnTo>
                    <a:pt x="312" y="1289"/>
                  </a:lnTo>
                  <a:lnTo>
                    <a:pt x="314" y="1289"/>
                  </a:lnTo>
                  <a:lnTo>
                    <a:pt x="314" y="1289"/>
                  </a:lnTo>
                  <a:lnTo>
                    <a:pt x="315" y="1288"/>
                  </a:lnTo>
                  <a:lnTo>
                    <a:pt x="316" y="1288"/>
                  </a:lnTo>
                  <a:lnTo>
                    <a:pt x="315" y="1288"/>
                  </a:lnTo>
                  <a:lnTo>
                    <a:pt x="318" y="1287"/>
                  </a:lnTo>
                  <a:lnTo>
                    <a:pt x="318" y="1286"/>
                  </a:lnTo>
                  <a:lnTo>
                    <a:pt x="318" y="1286"/>
                  </a:lnTo>
                  <a:lnTo>
                    <a:pt x="319" y="1286"/>
                  </a:lnTo>
                  <a:lnTo>
                    <a:pt x="319" y="1286"/>
                  </a:lnTo>
                  <a:lnTo>
                    <a:pt x="320" y="1286"/>
                  </a:lnTo>
                  <a:lnTo>
                    <a:pt x="320" y="1287"/>
                  </a:lnTo>
                  <a:lnTo>
                    <a:pt x="321" y="1287"/>
                  </a:lnTo>
                  <a:lnTo>
                    <a:pt x="322" y="1287"/>
                  </a:lnTo>
                  <a:lnTo>
                    <a:pt x="322" y="1286"/>
                  </a:lnTo>
                  <a:lnTo>
                    <a:pt x="322" y="1286"/>
                  </a:lnTo>
                  <a:lnTo>
                    <a:pt x="323" y="1288"/>
                  </a:lnTo>
                  <a:lnTo>
                    <a:pt x="324" y="1288"/>
                  </a:lnTo>
                  <a:lnTo>
                    <a:pt x="325" y="1288"/>
                  </a:lnTo>
                  <a:lnTo>
                    <a:pt x="327" y="1286"/>
                  </a:lnTo>
                  <a:lnTo>
                    <a:pt x="327" y="1284"/>
                  </a:lnTo>
                  <a:lnTo>
                    <a:pt x="327" y="1284"/>
                  </a:lnTo>
                  <a:lnTo>
                    <a:pt x="327" y="1284"/>
                  </a:lnTo>
                  <a:lnTo>
                    <a:pt x="328" y="1284"/>
                  </a:lnTo>
                  <a:lnTo>
                    <a:pt x="328" y="1283"/>
                  </a:lnTo>
                  <a:lnTo>
                    <a:pt x="327" y="1283"/>
                  </a:lnTo>
                  <a:lnTo>
                    <a:pt x="327" y="1282"/>
                  </a:lnTo>
                  <a:lnTo>
                    <a:pt x="328" y="1281"/>
                  </a:lnTo>
                  <a:lnTo>
                    <a:pt x="329" y="1280"/>
                  </a:lnTo>
                  <a:lnTo>
                    <a:pt x="330" y="1280"/>
                  </a:lnTo>
                  <a:lnTo>
                    <a:pt x="330" y="1280"/>
                  </a:lnTo>
                  <a:lnTo>
                    <a:pt x="331" y="1280"/>
                  </a:lnTo>
                  <a:lnTo>
                    <a:pt x="331" y="1280"/>
                  </a:lnTo>
                  <a:lnTo>
                    <a:pt x="331" y="1280"/>
                  </a:lnTo>
                  <a:lnTo>
                    <a:pt x="331" y="1280"/>
                  </a:lnTo>
                  <a:lnTo>
                    <a:pt x="332" y="1279"/>
                  </a:lnTo>
                  <a:lnTo>
                    <a:pt x="333" y="1279"/>
                  </a:lnTo>
                  <a:lnTo>
                    <a:pt x="332" y="1278"/>
                  </a:lnTo>
                  <a:lnTo>
                    <a:pt x="332" y="1277"/>
                  </a:lnTo>
                  <a:lnTo>
                    <a:pt x="332" y="1276"/>
                  </a:lnTo>
                  <a:lnTo>
                    <a:pt x="332" y="1276"/>
                  </a:lnTo>
                  <a:lnTo>
                    <a:pt x="331" y="1277"/>
                  </a:lnTo>
                  <a:lnTo>
                    <a:pt x="330" y="1276"/>
                  </a:lnTo>
                  <a:lnTo>
                    <a:pt x="330" y="1277"/>
                  </a:lnTo>
                  <a:lnTo>
                    <a:pt x="328" y="1278"/>
                  </a:lnTo>
                  <a:lnTo>
                    <a:pt x="328" y="1278"/>
                  </a:lnTo>
                  <a:lnTo>
                    <a:pt x="328" y="1278"/>
                  </a:lnTo>
                  <a:lnTo>
                    <a:pt x="328" y="1279"/>
                  </a:lnTo>
                  <a:lnTo>
                    <a:pt x="328" y="1280"/>
                  </a:lnTo>
                  <a:lnTo>
                    <a:pt x="327" y="1280"/>
                  </a:lnTo>
                  <a:lnTo>
                    <a:pt x="326" y="1281"/>
                  </a:lnTo>
                  <a:lnTo>
                    <a:pt x="326" y="1281"/>
                  </a:lnTo>
                  <a:lnTo>
                    <a:pt x="325" y="1284"/>
                  </a:lnTo>
                  <a:lnTo>
                    <a:pt x="326" y="1284"/>
                  </a:lnTo>
                  <a:lnTo>
                    <a:pt x="325" y="1284"/>
                  </a:lnTo>
                  <a:lnTo>
                    <a:pt x="325" y="1285"/>
                  </a:lnTo>
                  <a:lnTo>
                    <a:pt x="324" y="1285"/>
                  </a:lnTo>
                  <a:lnTo>
                    <a:pt x="324" y="1285"/>
                  </a:lnTo>
                  <a:lnTo>
                    <a:pt x="324" y="1284"/>
                  </a:lnTo>
                  <a:lnTo>
                    <a:pt x="323" y="1284"/>
                  </a:lnTo>
                  <a:lnTo>
                    <a:pt x="322" y="1284"/>
                  </a:lnTo>
                  <a:lnTo>
                    <a:pt x="322" y="1284"/>
                  </a:lnTo>
                  <a:lnTo>
                    <a:pt x="322" y="1284"/>
                  </a:lnTo>
                  <a:lnTo>
                    <a:pt x="323" y="1284"/>
                  </a:lnTo>
                  <a:lnTo>
                    <a:pt x="323" y="1285"/>
                  </a:lnTo>
                  <a:lnTo>
                    <a:pt x="322" y="1285"/>
                  </a:lnTo>
                  <a:lnTo>
                    <a:pt x="322" y="1285"/>
                  </a:lnTo>
                  <a:lnTo>
                    <a:pt x="322" y="1286"/>
                  </a:lnTo>
                  <a:lnTo>
                    <a:pt x="322" y="1286"/>
                  </a:lnTo>
                  <a:lnTo>
                    <a:pt x="321" y="1284"/>
                  </a:lnTo>
                  <a:lnTo>
                    <a:pt x="320" y="1284"/>
                  </a:lnTo>
                  <a:lnTo>
                    <a:pt x="319" y="1284"/>
                  </a:lnTo>
                  <a:lnTo>
                    <a:pt x="319" y="1283"/>
                  </a:lnTo>
                  <a:lnTo>
                    <a:pt x="319" y="1283"/>
                  </a:lnTo>
                  <a:lnTo>
                    <a:pt x="318" y="1283"/>
                  </a:lnTo>
                  <a:lnTo>
                    <a:pt x="316" y="1283"/>
                  </a:lnTo>
                  <a:lnTo>
                    <a:pt x="316" y="1283"/>
                  </a:lnTo>
                  <a:lnTo>
                    <a:pt x="316" y="1283"/>
                  </a:lnTo>
                  <a:lnTo>
                    <a:pt x="315" y="1282"/>
                  </a:lnTo>
                  <a:lnTo>
                    <a:pt x="315" y="1283"/>
                  </a:lnTo>
                  <a:lnTo>
                    <a:pt x="315" y="1282"/>
                  </a:lnTo>
                  <a:lnTo>
                    <a:pt x="314" y="1283"/>
                  </a:lnTo>
                  <a:lnTo>
                    <a:pt x="314" y="1283"/>
                  </a:lnTo>
                  <a:lnTo>
                    <a:pt x="314" y="1282"/>
                  </a:lnTo>
                  <a:lnTo>
                    <a:pt x="314" y="1282"/>
                  </a:lnTo>
                  <a:lnTo>
                    <a:pt x="314" y="1281"/>
                  </a:lnTo>
                  <a:lnTo>
                    <a:pt x="314" y="1281"/>
                  </a:lnTo>
                  <a:lnTo>
                    <a:pt x="314" y="1280"/>
                  </a:lnTo>
                  <a:lnTo>
                    <a:pt x="315" y="1280"/>
                  </a:lnTo>
                  <a:lnTo>
                    <a:pt x="317" y="1278"/>
                  </a:lnTo>
                  <a:lnTo>
                    <a:pt x="317" y="1278"/>
                  </a:lnTo>
                  <a:lnTo>
                    <a:pt x="318" y="1277"/>
                  </a:lnTo>
                  <a:lnTo>
                    <a:pt x="319" y="1276"/>
                  </a:lnTo>
                  <a:lnTo>
                    <a:pt x="319" y="1276"/>
                  </a:lnTo>
                  <a:lnTo>
                    <a:pt x="319" y="1276"/>
                  </a:lnTo>
                  <a:lnTo>
                    <a:pt x="319" y="1276"/>
                  </a:lnTo>
                  <a:lnTo>
                    <a:pt x="319" y="1275"/>
                  </a:lnTo>
                  <a:lnTo>
                    <a:pt x="321" y="1275"/>
                  </a:lnTo>
                  <a:lnTo>
                    <a:pt x="322" y="1275"/>
                  </a:lnTo>
                  <a:lnTo>
                    <a:pt x="324" y="1275"/>
                  </a:lnTo>
                  <a:lnTo>
                    <a:pt x="324" y="1275"/>
                  </a:lnTo>
                  <a:lnTo>
                    <a:pt x="324" y="1275"/>
                  </a:lnTo>
                  <a:lnTo>
                    <a:pt x="324" y="1275"/>
                  </a:lnTo>
                  <a:lnTo>
                    <a:pt x="324" y="1275"/>
                  </a:lnTo>
                  <a:lnTo>
                    <a:pt x="323" y="1274"/>
                  </a:lnTo>
                  <a:lnTo>
                    <a:pt x="321" y="1274"/>
                  </a:lnTo>
                  <a:lnTo>
                    <a:pt x="321" y="1274"/>
                  </a:lnTo>
                  <a:lnTo>
                    <a:pt x="322" y="1273"/>
                  </a:lnTo>
                  <a:lnTo>
                    <a:pt x="323" y="1273"/>
                  </a:lnTo>
                  <a:lnTo>
                    <a:pt x="323" y="1273"/>
                  </a:lnTo>
                  <a:lnTo>
                    <a:pt x="323" y="1272"/>
                  </a:lnTo>
                  <a:lnTo>
                    <a:pt x="322" y="1272"/>
                  </a:lnTo>
                  <a:lnTo>
                    <a:pt x="322" y="1271"/>
                  </a:lnTo>
                  <a:lnTo>
                    <a:pt x="322" y="1271"/>
                  </a:lnTo>
                  <a:lnTo>
                    <a:pt x="321" y="1272"/>
                  </a:lnTo>
                  <a:lnTo>
                    <a:pt x="320" y="1272"/>
                  </a:lnTo>
                  <a:lnTo>
                    <a:pt x="319" y="1272"/>
                  </a:lnTo>
                  <a:lnTo>
                    <a:pt x="318" y="1272"/>
                  </a:lnTo>
                  <a:lnTo>
                    <a:pt x="317" y="1272"/>
                  </a:lnTo>
                  <a:lnTo>
                    <a:pt x="317" y="1272"/>
                  </a:lnTo>
                  <a:lnTo>
                    <a:pt x="316" y="1272"/>
                  </a:lnTo>
                  <a:lnTo>
                    <a:pt x="315" y="1272"/>
                  </a:lnTo>
                  <a:lnTo>
                    <a:pt x="315" y="1272"/>
                  </a:lnTo>
                  <a:lnTo>
                    <a:pt x="315" y="1272"/>
                  </a:lnTo>
                  <a:lnTo>
                    <a:pt x="313" y="1274"/>
                  </a:lnTo>
                  <a:lnTo>
                    <a:pt x="313" y="1273"/>
                  </a:lnTo>
                  <a:lnTo>
                    <a:pt x="313" y="1273"/>
                  </a:lnTo>
                  <a:lnTo>
                    <a:pt x="311" y="1273"/>
                  </a:lnTo>
                  <a:lnTo>
                    <a:pt x="311" y="1273"/>
                  </a:lnTo>
                  <a:lnTo>
                    <a:pt x="311" y="1274"/>
                  </a:lnTo>
                  <a:lnTo>
                    <a:pt x="311" y="1274"/>
                  </a:lnTo>
                  <a:lnTo>
                    <a:pt x="311" y="1273"/>
                  </a:lnTo>
                  <a:lnTo>
                    <a:pt x="311" y="1273"/>
                  </a:lnTo>
                  <a:lnTo>
                    <a:pt x="311" y="1273"/>
                  </a:lnTo>
                  <a:lnTo>
                    <a:pt x="311" y="1273"/>
                  </a:lnTo>
                  <a:lnTo>
                    <a:pt x="311" y="1273"/>
                  </a:lnTo>
                  <a:lnTo>
                    <a:pt x="311" y="1273"/>
                  </a:lnTo>
                  <a:lnTo>
                    <a:pt x="311" y="1274"/>
                  </a:lnTo>
                  <a:lnTo>
                    <a:pt x="309" y="1275"/>
                  </a:lnTo>
                  <a:lnTo>
                    <a:pt x="308" y="1275"/>
                  </a:lnTo>
                  <a:lnTo>
                    <a:pt x="309" y="1275"/>
                  </a:lnTo>
                  <a:lnTo>
                    <a:pt x="308" y="1275"/>
                  </a:lnTo>
                  <a:lnTo>
                    <a:pt x="308" y="1276"/>
                  </a:lnTo>
                  <a:lnTo>
                    <a:pt x="307" y="1276"/>
                  </a:lnTo>
                  <a:lnTo>
                    <a:pt x="307" y="1275"/>
                  </a:lnTo>
                  <a:lnTo>
                    <a:pt x="308" y="1275"/>
                  </a:lnTo>
                  <a:lnTo>
                    <a:pt x="308" y="1275"/>
                  </a:lnTo>
                  <a:lnTo>
                    <a:pt x="307" y="1275"/>
                  </a:lnTo>
                  <a:lnTo>
                    <a:pt x="307" y="1274"/>
                  </a:lnTo>
                  <a:lnTo>
                    <a:pt x="306" y="1274"/>
                  </a:lnTo>
                  <a:lnTo>
                    <a:pt x="306" y="1274"/>
                  </a:lnTo>
                  <a:lnTo>
                    <a:pt x="306" y="1275"/>
                  </a:lnTo>
                  <a:lnTo>
                    <a:pt x="306" y="1275"/>
                  </a:lnTo>
                  <a:lnTo>
                    <a:pt x="305" y="1275"/>
                  </a:lnTo>
                  <a:lnTo>
                    <a:pt x="304" y="1275"/>
                  </a:lnTo>
                  <a:lnTo>
                    <a:pt x="303" y="1276"/>
                  </a:lnTo>
                  <a:lnTo>
                    <a:pt x="303" y="1276"/>
                  </a:lnTo>
                  <a:lnTo>
                    <a:pt x="302" y="1275"/>
                  </a:lnTo>
                  <a:lnTo>
                    <a:pt x="302" y="1276"/>
                  </a:lnTo>
                  <a:lnTo>
                    <a:pt x="302" y="1275"/>
                  </a:lnTo>
                  <a:lnTo>
                    <a:pt x="302" y="1276"/>
                  </a:lnTo>
                  <a:lnTo>
                    <a:pt x="302" y="1275"/>
                  </a:lnTo>
                  <a:lnTo>
                    <a:pt x="301" y="1275"/>
                  </a:lnTo>
                  <a:lnTo>
                    <a:pt x="300" y="1276"/>
                  </a:lnTo>
                  <a:lnTo>
                    <a:pt x="300" y="1276"/>
                  </a:lnTo>
                  <a:lnTo>
                    <a:pt x="298" y="1277"/>
                  </a:lnTo>
                  <a:lnTo>
                    <a:pt x="298" y="1277"/>
                  </a:lnTo>
                  <a:lnTo>
                    <a:pt x="298" y="1278"/>
                  </a:lnTo>
                  <a:lnTo>
                    <a:pt x="298" y="1278"/>
                  </a:lnTo>
                  <a:lnTo>
                    <a:pt x="298" y="1278"/>
                  </a:lnTo>
                  <a:lnTo>
                    <a:pt x="297" y="1278"/>
                  </a:lnTo>
                  <a:lnTo>
                    <a:pt x="297" y="1278"/>
                  </a:lnTo>
                  <a:lnTo>
                    <a:pt x="297" y="1278"/>
                  </a:lnTo>
                  <a:lnTo>
                    <a:pt x="297" y="1278"/>
                  </a:lnTo>
                  <a:lnTo>
                    <a:pt x="296" y="1278"/>
                  </a:lnTo>
                  <a:lnTo>
                    <a:pt x="296" y="1277"/>
                  </a:lnTo>
                  <a:lnTo>
                    <a:pt x="296" y="1277"/>
                  </a:lnTo>
                  <a:lnTo>
                    <a:pt x="295" y="1278"/>
                  </a:lnTo>
                  <a:lnTo>
                    <a:pt x="295" y="1278"/>
                  </a:lnTo>
                  <a:lnTo>
                    <a:pt x="295" y="1277"/>
                  </a:lnTo>
                  <a:lnTo>
                    <a:pt x="294" y="1277"/>
                  </a:lnTo>
                  <a:lnTo>
                    <a:pt x="294" y="1275"/>
                  </a:lnTo>
                  <a:lnTo>
                    <a:pt x="293" y="1275"/>
                  </a:lnTo>
                  <a:lnTo>
                    <a:pt x="293" y="1276"/>
                  </a:lnTo>
                  <a:lnTo>
                    <a:pt x="293" y="1276"/>
                  </a:lnTo>
                  <a:lnTo>
                    <a:pt x="292" y="1276"/>
                  </a:lnTo>
                  <a:lnTo>
                    <a:pt x="292" y="1276"/>
                  </a:lnTo>
                  <a:lnTo>
                    <a:pt x="292" y="1275"/>
                  </a:lnTo>
                  <a:lnTo>
                    <a:pt x="292" y="1275"/>
                  </a:lnTo>
                  <a:lnTo>
                    <a:pt x="292" y="1275"/>
                  </a:lnTo>
                  <a:lnTo>
                    <a:pt x="291" y="1274"/>
                  </a:lnTo>
                  <a:lnTo>
                    <a:pt x="291" y="1274"/>
                  </a:lnTo>
                  <a:lnTo>
                    <a:pt x="291" y="1273"/>
                  </a:lnTo>
                  <a:lnTo>
                    <a:pt x="291" y="1273"/>
                  </a:lnTo>
                  <a:lnTo>
                    <a:pt x="292" y="1272"/>
                  </a:lnTo>
                  <a:lnTo>
                    <a:pt x="293" y="1272"/>
                  </a:lnTo>
                  <a:lnTo>
                    <a:pt x="294" y="1272"/>
                  </a:lnTo>
                  <a:lnTo>
                    <a:pt x="294" y="1272"/>
                  </a:lnTo>
                  <a:lnTo>
                    <a:pt x="294" y="1271"/>
                  </a:lnTo>
                  <a:lnTo>
                    <a:pt x="295" y="1271"/>
                  </a:lnTo>
                  <a:lnTo>
                    <a:pt x="295" y="1271"/>
                  </a:lnTo>
                  <a:lnTo>
                    <a:pt x="296" y="1271"/>
                  </a:lnTo>
                  <a:lnTo>
                    <a:pt x="295" y="1270"/>
                  </a:lnTo>
                  <a:lnTo>
                    <a:pt x="295" y="1270"/>
                  </a:lnTo>
                  <a:lnTo>
                    <a:pt x="296" y="1270"/>
                  </a:lnTo>
                  <a:lnTo>
                    <a:pt x="296" y="1269"/>
                  </a:lnTo>
                  <a:lnTo>
                    <a:pt x="297" y="1269"/>
                  </a:lnTo>
                  <a:lnTo>
                    <a:pt x="297" y="1268"/>
                  </a:lnTo>
                  <a:lnTo>
                    <a:pt x="298" y="1270"/>
                  </a:lnTo>
                  <a:lnTo>
                    <a:pt x="298" y="1271"/>
                  </a:lnTo>
                  <a:lnTo>
                    <a:pt x="298" y="1271"/>
                  </a:lnTo>
                  <a:lnTo>
                    <a:pt x="300" y="1271"/>
                  </a:lnTo>
                  <a:lnTo>
                    <a:pt x="301" y="1271"/>
                  </a:lnTo>
                  <a:lnTo>
                    <a:pt x="301" y="1271"/>
                  </a:lnTo>
                  <a:lnTo>
                    <a:pt x="301" y="1271"/>
                  </a:lnTo>
                  <a:lnTo>
                    <a:pt x="302" y="1271"/>
                  </a:lnTo>
                  <a:lnTo>
                    <a:pt x="302" y="1271"/>
                  </a:lnTo>
                  <a:lnTo>
                    <a:pt x="302" y="1271"/>
                  </a:lnTo>
                  <a:lnTo>
                    <a:pt x="302" y="1271"/>
                  </a:lnTo>
                  <a:lnTo>
                    <a:pt x="302" y="1271"/>
                  </a:lnTo>
                  <a:lnTo>
                    <a:pt x="302" y="1271"/>
                  </a:lnTo>
                  <a:lnTo>
                    <a:pt x="302" y="1271"/>
                  </a:lnTo>
                  <a:lnTo>
                    <a:pt x="303" y="1271"/>
                  </a:lnTo>
                  <a:lnTo>
                    <a:pt x="303" y="1270"/>
                  </a:lnTo>
                  <a:lnTo>
                    <a:pt x="302" y="1270"/>
                  </a:lnTo>
                  <a:lnTo>
                    <a:pt x="302" y="1269"/>
                  </a:lnTo>
                  <a:lnTo>
                    <a:pt x="304" y="1268"/>
                  </a:lnTo>
                  <a:lnTo>
                    <a:pt x="304" y="1267"/>
                  </a:lnTo>
                  <a:lnTo>
                    <a:pt x="304" y="1267"/>
                  </a:lnTo>
                  <a:lnTo>
                    <a:pt x="304" y="1267"/>
                  </a:lnTo>
                  <a:lnTo>
                    <a:pt x="303" y="1267"/>
                  </a:lnTo>
                  <a:lnTo>
                    <a:pt x="303" y="1267"/>
                  </a:lnTo>
                  <a:lnTo>
                    <a:pt x="302" y="1267"/>
                  </a:lnTo>
                  <a:lnTo>
                    <a:pt x="302" y="1267"/>
                  </a:lnTo>
                  <a:lnTo>
                    <a:pt x="302" y="1267"/>
                  </a:lnTo>
                  <a:lnTo>
                    <a:pt x="302" y="1267"/>
                  </a:lnTo>
                  <a:lnTo>
                    <a:pt x="301" y="1267"/>
                  </a:lnTo>
                  <a:lnTo>
                    <a:pt x="301" y="1267"/>
                  </a:lnTo>
                  <a:lnTo>
                    <a:pt x="300" y="1267"/>
                  </a:lnTo>
                  <a:lnTo>
                    <a:pt x="299" y="1267"/>
                  </a:lnTo>
                  <a:lnTo>
                    <a:pt x="298" y="1266"/>
                  </a:lnTo>
                  <a:lnTo>
                    <a:pt x="298" y="1266"/>
                  </a:lnTo>
                  <a:lnTo>
                    <a:pt x="297" y="1263"/>
                  </a:lnTo>
                  <a:lnTo>
                    <a:pt x="299" y="1263"/>
                  </a:lnTo>
                  <a:lnTo>
                    <a:pt x="299" y="1263"/>
                  </a:lnTo>
                  <a:lnTo>
                    <a:pt x="299" y="1263"/>
                  </a:lnTo>
                  <a:lnTo>
                    <a:pt x="299" y="1263"/>
                  </a:lnTo>
                  <a:lnTo>
                    <a:pt x="299" y="1262"/>
                  </a:lnTo>
                  <a:lnTo>
                    <a:pt x="300" y="1262"/>
                  </a:lnTo>
                  <a:lnTo>
                    <a:pt x="300" y="1262"/>
                  </a:lnTo>
                  <a:lnTo>
                    <a:pt x="300" y="1263"/>
                  </a:lnTo>
                  <a:lnTo>
                    <a:pt x="300" y="1262"/>
                  </a:lnTo>
                  <a:lnTo>
                    <a:pt x="301" y="1262"/>
                  </a:lnTo>
                  <a:lnTo>
                    <a:pt x="301" y="1263"/>
                  </a:lnTo>
                  <a:lnTo>
                    <a:pt x="302" y="1262"/>
                  </a:lnTo>
                  <a:lnTo>
                    <a:pt x="301" y="1261"/>
                  </a:lnTo>
                  <a:lnTo>
                    <a:pt x="301" y="1262"/>
                  </a:lnTo>
                  <a:lnTo>
                    <a:pt x="301" y="1261"/>
                  </a:lnTo>
                  <a:lnTo>
                    <a:pt x="301" y="1261"/>
                  </a:lnTo>
                  <a:lnTo>
                    <a:pt x="301" y="1261"/>
                  </a:lnTo>
                  <a:lnTo>
                    <a:pt x="301" y="1259"/>
                  </a:lnTo>
                  <a:lnTo>
                    <a:pt x="302" y="1259"/>
                  </a:lnTo>
                  <a:lnTo>
                    <a:pt x="302" y="1258"/>
                  </a:lnTo>
                  <a:lnTo>
                    <a:pt x="302" y="1258"/>
                  </a:lnTo>
                  <a:lnTo>
                    <a:pt x="302" y="1258"/>
                  </a:lnTo>
                  <a:lnTo>
                    <a:pt x="301" y="1258"/>
                  </a:lnTo>
                  <a:lnTo>
                    <a:pt x="302" y="1258"/>
                  </a:lnTo>
                  <a:lnTo>
                    <a:pt x="302" y="1258"/>
                  </a:lnTo>
                  <a:lnTo>
                    <a:pt x="302" y="1258"/>
                  </a:lnTo>
                  <a:lnTo>
                    <a:pt x="302" y="1258"/>
                  </a:lnTo>
                  <a:lnTo>
                    <a:pt x="303" y="1258"/>
                  </a:lnTo>
                  <a:lnTo>
                    <a:pt x="302" y="1257"/>
                  </a:lnTo>
                  <a:lnTo>
                    <a:pt x="302" y="1257"/>
                  </a:lnTo>
                  <a:lnTo>
                    <a:pt x="303" y="1257"/>
                  </a:lnTo>
                  <a:lnTo>
                    <a:pt x="302" y="1257"/>
                  </a:lnTo>
                  <a:lnTo>
                    <a:pt x="302" y="1256"/>
                  </a:lnTo>
                  <a:lnTo>
                    <a:pt x="302" y="1256"/>
                  </a:lnTo>
                  <a:lnTo>
                    <a:pt x="302" y="1256"/>
                  </a:lnTo>
                  <a:lnTo>
                    <a:pt x="302" y="1255"/>
                  </a:lnTo>
                  <a:lnTo>
                    <a:pt x="302" y="1254"/>
                  </a:lnTo>
                  <a:lnTo>
                    <a:pt x="303" y="1254"/>
                  </a:lnTo>
                  <a:lnTo>
                    <a:pt x="303" y="1254"/>
                  </a:lnTo>
                  <a:lnTo>
                    <a:pt x="303" y="1253"/>
                  </a:lnTo>
                  <a:lnTo>
                    <a:pt x="302" y="1253"/>
                  </a:lnTo>
                  <a:lnTo>
                    <a:pt x="302" y="1253"/>
                  </a:lnTo>
                  <a:lnTo>
                    <a:pt x="302" y="1253"/>
                  </a:lnTo>
                  <a:lnTo>
                    <a:pt x="302" y="1253"/>
                  </a:lnTo>
                  <a:lnTo>
                    <a:pt x="303" y="1253"/>
                  </a:lnTo>
                  <a:lnTo>
                    <a:pt x="304" y="1253"/>
                  </a:lnTo>
                  <a:lnTo>
                    <a:pt x="304" y="1252"/>
                  </a:lnTo>
                  <a:lnTo>
                    <a:pt x="304" y="1252"/>
                  </a:lnTo>
                  <a:lnTo>
                    <a:pt x="303" y="1251"/>
                  </a:lnTo>
                  <a:lnTo>
                    <a:pt x="303" y="1251"/>
                  </a:lnTo>
                  <a:lnTo>
                    <a:pt x="303" y="1251"/>
                  </a:lnTo>
                  <a:lnTo>
                    <a:pt x="304" y="1251"/>
                  </a:lnTo>
                  <a:lnTo>
                    <a:pt x="304" y="1250"/>
                  </a:lnTo>
                  <a:lnTo>
                    <a:pt x="306" y="1250"/>
                  </a:lnTo>
                  <a:lnTo>
                    <a:pt x="306" y="1250"/>
                  </a:lnTo>
                  <a:lnTo>
                    <a:pt x="306" y="1250"/>
                  </a:lnTo>
                  <a:lnTo>
                    <a:pt x="307" y="1250"/>
                  </a:lnTo>
                  <a:lnTo>
                    <a:pt x="307" y="1251"/>
                  </a:lnTo>
                  <a:lnTo>
                    <a:pt x="308" y="1252"/>
                  </a:lnTo>
                  <a:lnTo>
                    <a:pt x="308" y="1251"/>
                  </a:lnTo>
                  <a:lnTo>
                    <a:pt x="308" y="1251"/>
                  </a:lnTo>
                  <a:lnTo>
                    <a:pt x="308" y="1250"/>
                  </a:lnTo>
                  <a:lnTo>
                    <a:pt x="307" y="1250"/>
                  </a:lnTo>
                  <a:lnTo>
                    <a:pt x="308" y="1250"/>
                  </a:lnTo>
                  <a:lnTo>
                    <a:pt x="307" y="1250"/>
                  </a:lnTo>
                  <a:lnTo>
                    <a:pt x="307" y="1249"/>
                  </a:lnTo>
                  <a:lnTo>
                    <a:pt x="307" y="1248"/>
                  </a:lnTo>
                  <a:lnTo>
                    <a:pt x="307" y="1248"/>
                  </a:lnTo>
                  <a:lnTo>
                    <a:pt x="306" y="1248"/>
                  </a:lnTo>
                  <a:lnTo>
                    <a:pt x="306" y="1248"/>
                  </a:lnTo>
                  <a:lnTo>
                    <a:pt x="306" y="1248"/>
                  </a:lnTo>
                  <a:lnTo>
                    <a:pt x="306" y="1249"/>
                  </a:lnTo>
                  <a:lnTo>
                    <a:pt x="306" y="1249"/>
                  </a:lnTo>
                  <a:lnTo>
                    <a:pt x="306" y="1249"/>
                  </a:lnTo>
                  <a:lnTo>
                    <a:pt x="305" y="1249"/>
                  </a:lnTo>
                  <a:lnTo>
                    <a:pt x="304" y="1249"/>
                  </a:lnTo>
                  <a:lnTo>
                    <a:pt x="304" y="1248"/>
                  </a:lnTo>
                  <a:lnTo>
                    <a:pt x="304" y="1246"/>
                  </a:lnTo>
                  <a:lnTo>
                    <a:pt x="305" y="1245"/>
                  </a:lnTo>
                  <a:lnTo>
                    <a:pt x="304" y="1245"/>
                  </a:lnTo>
                  <a:lnTo>
                    <a:pt x="304" y="1244"/>
                  </a:lnTo>
                  <a:lnTo>
                    <a:pt x="304" y="1244"/>
                  </a:lnTo>
                  <a:lnTo>
                    <a:pt x="304" y="1242"/>
                  </a:lnTo>
                  <a:lnTo>
                    <a:pt x="306" y="1242"/>
                  </a:lnTo>
                  <a:lnTo>
                    <a:pt x="306" y="1242"/>
                  </a:lnTo>
                  <a:lnTo>
                    <a:pt x="306" y="1241"/>
                  </a:lnTo>
                  <a:lnTo>
                    <a:pt x="306" y="1241"/>
                  </a:lnTo>
                  <a:lnTo>
                    <a:pt x="306" y="1240"/>
                  </a:lnTo>
                  <a:lnTo>
                    <a:pt x="306" y="1239"/>
                  </a:lnTo>
                  <a:lnTo>
                    <a:pt x="306" y="1239"/>
                  </a:lnTo>
                  <a:lnTo>
                    <a:pt x="306" y="1239"/>
                  </a:lnTo>
                  <a:lnTo>
                    <a:pt x="306" y="1238"/>
                  </a:lnTo>
                  <a:lnTo>
                    <a:pt x="306" y="1237"/>
                  </a:lnTo>
                  <a:lnTo>
                    <a:pt x="306" y="1237"/>
                  </a:lnTo>
                  <a:lnTo>
                    <a:pt x="307" y="1237"/>
                  </a:lnTo>
                  <a:lnTo>
                    <a:pt x="307" y="1237"/>
                  </a:lnTo>
                  <a:lnTo>
                    <a:pt x="308" y="1237"/>
                  </a:lnTo>
                  <a:lnTo>
                    <a:pt x="308" y="1237"/>
                  </a:lnTo>
                  <a:lnTo>
                    <a:pt x="311" y="1235"/>
                  </a:lnTo>
                  <a:lnTo>
                    <a:pt x="311" y="1236"/>
                  </a:lnTo>
                  <a:lnTo>
                    <a:pt x="311" y="1235"/>
                  </a:lnTo>
                  <a:lnTo>
                    <a:pt x="312" y="1236"/>
                  </a:lnTo>
                  <a:lnTo>
                    <a:pt x="313" y="1235"/>
                  </a:lnTo>
                  <a:lnTo>
                    <a:pt x="313" y="1236"/>
                  </a:lnTo>
                  <a:lnTo>
                    <a:pt x="314" y="1235"/>
                  </a:lnTo>
                  <a:lnTo>
                    <a:pt x="314" y="1235"/>
                  </a:lnTo>
                  <a:lnTo>
                    <a:pt x="315" y="1235"/>
                  </a:lnTo>
                  <a:lnTo>
                    <a:pt x="315" y="1235"/>
                  </a:lnTo>
                  <a:lnTo>
                    <a:pt x="315" y="1235"/>
                  </a:lnTo>
                  <a:lnTo>
                    <a:pt x="316" y="1235"/>
                  </a:lnTo>
                  <a:lnTo>
                    <a:pt x="317" y="1235"/>
                  </a:lnTo>
                  <a:lnTo>
                    <a:pt x="319" y="1235"/>
                  </a:lnTo>
                  <a:lnTo>
                    <a:pt x="319" y="1235"/>
                  </a:lnTo>
                  <a:lnTo>
                    <a:pt x="320" y="1234"/>
                  </a:lnTo>
                  <a:lnTo>
                    <a:pt x="321" y="1235"/>
                  </a:lnTo>
                  <a:lnTo>
                    <a:pt x="321" y="1234"/>
                  </a:lnTo>
                  <a:lnTo>
                    <a:pt x="322" y="1234"/>
                  </a:lnTo>
                  <a:lnTo>
                    <a:pt x="323" y="1234"/>
                  </a:lnTo>
                  <a:lnTo>
                    <a:pt x="324" y="1234"/>
                  </a:lnTo>
                  <a:lnTo>
                    <a:pt x="324" y="1235"/>
                  </a:lnTo>
                  <a:lnTo>
                    <a:pt x="325" y="1237"/>
                  </a:lnTo>
                  <a:lnTo>
                    <a:pt x="325" y="1238"/>
                  </a:lnTo>
                  <a:lnTo>
                    <a:pt x="326" y="1240"/>
                  </a:lnTo>
                  <a:lnTo>
                    <a:pt x="326" y="1240"/>
                  </a:lnTo>
                  <a:lnTo>
                    <a:pt x="327" y="1242"/>
                  </a:lnTo>
                  <a:lnTo>
                    <a:pt x="328" y="1243"/>
                  </a:lnTo>
                  <a:lnTo>
                    <a:pt x="328" y="1244"/>
                  </a:lnTo>
                  <a:lnTo>
                    <a:pt x="329" y="1244"/>
                  </a:lnTo>
                  <a:lnTo>
                    <a:pt x="329" y="1244"/>
                  </a:lnTo>
                  <a:lnTo>
                    <a:pt x="330" y="1243"/>
                  </a:lnTo>
                  <a:lnTo>
                    <a:pt x="330" y="1244"/>
                  </a:lnTo>
                  <a:lnTo>
                    <a:pt x="330" y="1244"/>
                  </a:lnTo>
                  <a:lnTo>
                    <a:pt x="332" y="1245"/>
                  </a:lnTo>
                  <a:lnTo>
                    <a:pt x="332" y="1245"/>
                  </a:lnTo>
                  <a:lnTo>
                    <a:pt x="333" y="1246"/>
                  </a:lnTo>
                  <a:lnTo>
                    <a:pt x="335" y="1247"/>
                  </a:lnTo>
                  <a:lnTo>
                    <a:pt x="336" y="1246"/>
                  </a:lnTo>
                  <a:lnTo>
                    <a:pt x="336" y="1246"/>
                  </a:lnTo>
                  <a:lnTo>
                    <a:pt x="337" y="1247"/>
                  </a:lnTo>
                  <a:lnTo>
                    <a:pt x="338" y="1247"/>
                  </a:lnTo>
                  <a:lnTo>
                    <a:pt x="338" y="1248"/>
                  </a:lnTo>
                  <a:lnTo>
                    <a:pt x="338" y="1248"/>
                  </a:lnTo>
                  <a:lnTo>
                    <a:pt x="338" y="1248"/>
                  </a:lnTo>
                  <a:lnTo>
                    <a:pt x="339" y="1249"/>
                  </a:lnTo>
                  <a:lnTo>
                    <a:pt x="339" y="1249"/>
                  </a:lnTo>
                  <a:lnTo>
                    <a:pt x="340" y="1249"/>
                  </a:lnTo>
                  <a:lnTo>
                    <a:pt x="339" y="1247"/>
                  </a:lnTo>
                  <a:lnTo>
                    <a:pt x="340" y="1247"/>
                  </a:lnTo>
                  <a:lnTo>
                    <a:pt x="341" y="1247"/>
                  </a:lnTo>
                  <a:lnTo>
                    <a:pt x="342" y="1247"/>
                  </a:lnTo>
                  <a:lnTo>
                    <a:pt x="342" y="1246"/>
                  </a:lnTo>
                  <a:lnTo>
                    <a:pt x="343" y="1245"/>
                  </a:lnTo>
                  <a:lnTo>
                    <a:pt x="345" y="1245"/>
                  </a:lnTo>
                  <a:lnTo>
                    <a:pt x="347" y="1245"/>
                  </a:lnTo>
                  <a:lnTo>
                    <a:pt x="348" y="1245"/>
                  </a:lnTo>
                  <a:lnTo>
                    <a:pt x="351" y="1244"/>
                  </a:lnTo>
                  <a:lnTo>
                    <a:pt x="352" y="1244"/>
                  </a:lnTo>
                  <a:lnTo>
                    <a:pt x="354" y="1242"/>
                  </a:lnTo>
                  <a:lnTo>
                    <a:pt x="355" y="1242"/>
                  </a:lnTo>
                  <a:lnTo>
                    <a:pt x="356" y="1242"/>
                  </a:lnTo>
                  <a:lnTo>
                    <a:pt x="357" y="1241"/>
                  </a:lnTo>
                  <a:lnTo>
                    <a:pt x="359" y="1241"/>
                  </a:lnTo>
                  <a:lnTo>
                    <a:pt x="359" y="1241"/>
                  </a:lnTo>
                  <a:lnTo>
                    <a:pt x="358" y="1241"/>
                  </a:lnTo>
                  <a:lnTo>
                    <a:pt x="358" y="1240"/>
                  </a:lnTo>
                  <a:lnTo>
                    <a:pt x="358" y="1240"/>
                  </a:lnTo>
                  <a:lnTo>
                    <a:pt x="358" y="1240"/>
                  </a:lnTo>
                  <a:lnTo>
                    <a:pt x="358" y="1239"/>
                  </a:lnTo>
                  <a:lnTo>
                    <a:pt x="358" y="1239"/>
                  </a:lnTo>
                  <a:lnTo>
                    <a:pt x="358" y="1239"/>
                  </a:lnTo>
                  <a:lnTo>
                    <a:pt x="357" y="1239"/>
                  </a:lnTo>
                  <a:lnTo>
                    <a:pt x="356" y="1239"/>
                  </a:lnTo>
                  <a:lnTo>
                    <a:pt x="354" y="1241"/>
                  </a:lnTo>
                  <a:lnTo>
                    <a:pt x="353" y="1240"/>
                  </a:lnTo>
                  <a:lnTo>
                    <a:pt x="352" y="1241"/>
                  </a:lnTo>
                  <a:lnTo>
                    <a:pt x="352" y="1241"/>
                  </a:lnTo>
                  <a:lnTo>
                    <a:pt x="350" y="1241"/>
                  </a:lnTo>
                  <a:lnTo>
                    <a:pt x="350" y="1241"/>
                  </a:lnTo>
                  <a:lnTo>
                    <a:pt x="350" y="1241"/>
                  </a:lnTo>
                  <a:lnTo>
                    <a:pt x="349" y="1242"/>
                  </a:lnTo>
                  <a:lnTo>
                    <a:pt x="348" y="1242"/>
                  </a:lnTo>
                  <a:lnTo>
                    <a:pt x="347" y="1242"/>
                  </a:lnTo>
                  <a:lnTo>
                    <a:pt x="346" y="1242"/>
                  </a:lnTo>
                  <a:lnTo>
                    <a:pt x="345" y="1243"/>
                  </a:lnTo>
                  <a:lnTo>
                    <a:pt x="345" y="1244"/>
                  </a:lnTo>
                  <a:lnTo>
                    <a:pt x="344" y="1244"/>
                  </a:lnTo>
                  <a:lnTo>
                    <a:pt x="342" y="1245"/>
                  </a:lnTo>
                  <a:lnTo>
                    <a:pt x="342" y="1245"/>
                  </a:lnTo>
                  <a:lnTo>
                    <a:pt x="341" y="1245"/>
                  </a:lnTo>
                  <a:lnTo>
                    <a:pt x="341" y="1244"/>
                  </a:lnTo>
                  <a:lnTo>
                    <a:pt x="341" y="1244"/>
                  </a:lnTo>
                  <a:lnTo>
                    <a:pt x="340" y="1244"/>
                  </a:lnTo>
                  <a:lnTo>
                    <a:pt x="339" y="1244"/>
                  </a:lnTo>
                  <a:lnTo>
                    <a:pt x="338" y="1244"/>
                  </a:lnTo>
                  <a:lnTo>
                    <a:pt x="339" y="1244"/>
                  </a:lnTo>
                  <a:lnTo>
                    <a:pt x="339" y="1242"/>
                  </a:lnTo>
                  <a:lnTo>
                    <a:pt x="338" y="1242"/>
                  </a:lnTo>
                  <a:lnTo>
                    <a:pt x="336" y="1242"/>
                  </a:lnTo>
                  <a:lnTo>
                    <a:pt x="335" y="1241"/>
                  </a:lnTo>
                  <a:lnTo>
                    <a:pt x="334" y="1240"/>
                  </a:lnTo>
                  <a:lnTo>
                    <a:pt x="333" y="1240"/>
                  </a:lnTo>
                  <a:lnTo>
                    <a:pt x="333" y="1239"/>
                  </a:lnTo>
                  <a:lnTo>
                    <a:pt x="332" y="1238"/>
                  </a:lnTo>
                  <a:lnTo>
                    <a:pt x="332" y="1237"/>
                  </a:lnTo>
                  <a:lnTo>
                    <a:pt x="332" y="1237"/>
                  </a:lnTo>
                  <a:lnTo>
                    <a:pt x="331" y="1234"/>
                  </a:lnTo>
                  <a:lnTo>
                    <a:pt x="331" y="1234"/>
                  </a:lnTo>
                  <a:lnTo>
                    <a:pt x="331" y="1233"/>
                  </a:lnTo>
                  <a:lnTo>
                    <a:pt x="331" y="1232"/>
                  </a:lnTo>
                  <a:lnTo>
                    <a:pt x="331" y="1232"/>
                  </a:lnTo>
                  <a:lnTo>
                    <a:pt x="331" y="1232"/>
                  </a:lnTo>
                  <a:lnTo>
                    <a:pt x="332" y="1232"/>
                  </a:lnTo>
                  <a:lnTo>
                    <a:pt x="332" y="1232"/>
                  </a:lnTo>
                  <a:lnTo>
                    <a:pt x="333" y="1232"/>
                  </a:lnTo>
                  <a:lnTo>
                    <a:pt x="333" y="1231"/>
                  </a:lnTo>
                  <a:lnTo>
                    <a:pt x="332" y="1229"/>
                  </a:lnTo>
                  <a:lnTo>
                    <a:pt x="332" y="1229"/>
                  </a:lnTo>
                  <a:lnTo>
                    <a:pt x="331" y="1228"/>
                  </a:lnTo>
                  <a:lnTo>
                    <a:pt x="331" y="1228"/>
                  </a:lnTo>
                  <a:lnTo>
                    <a:pt x="330" y="1228"/>
                  </a:lnTo>
                  <a:lnTo>
                    <a:pt x="328" y="1228"/>
                  </a:lnTo>
                  <a:lnTo>
                    <a:pt x="327" y="1228"/>
                  </a:lnTo>
                  <a:lnTo>
                    <a:pt x="325" y="1228"/>
                  </a:lnTo>
                  <a:lnTo>
                    <a:pt x="322" y="1229"/>
                  </a:lnTo>
                  <a:lnTo>
                    <a:pt x="321" y="1229"/>
                  </a:lnTo>
                  <a:lnTo>
                    <a:pt x="323" y="1229"/>
                  </a:lnTo>
                  <a:lnTo>
                    <a:pt x="323" y="1230"/>
                  </a:lnTo>
                  <a:lnTo>
                    <a:pt x="323" y="1230"/>
                  </a:lnTo>
                  <a:lnTo>
                    <a:pt x="323" y="1230"/>
                  </a:lnTo>
                  <a:lnTo>
                    <a:pt x="323" y="1230"/>
                  </a:lnTo>
                  <a:lnTo>
                    <a:pt x="323" y="1231"/>
                  </a:lnTo>
                  <a:lnTo>
                    <a:pt x="320" y="1231"/>
                  </a:lnTo>
                  <a:lnTo>
                    <a:pt x="320" y="1230"/>
                  </a:lnTo>
                  <a:lnTo>
                    <a:pt x="319" y="1230"/>
                  </a:lnTo>
                  <a:lnTo>
                    <a:pt x="319" y="1229"/>
                  </a:lnTo>
                  <a:lnTo>
                    <a:pt x="319" y="1229"/>
                  </a:lnTo>
                  <a:lnTo>
                    <a:pt x="319" y="1228"/>
                  </a:lnTo>
                  <a:lnTo>
                    <a:pt x="319" y="1228"/>
                  </a:lnTo>
                  <a:lnTo>
                    <a:pt x="319" y="1227"/>
                  </a:lnTo>
                  <a:lnTo>
                    <a:pt x="318" y="1227"/>
                  </a:lnTo>
                  <a:lnTo>
                    <a:pt x="318" y="1227"/>
                  </a:lnTo>
                  <a:lnTo>
                    <a:pt x="319" y="1226"/>
                  </a:lnTo>
                  <a:lnTo>
                    <a:pt x="318" y="1225"/>
                  </a:lnTo>
                  <a:lnTo>
                    <a:pt x="318" y="1224"/>
                  </a:lnTo>
                  <a:lnTo>
                    <a:pt x="318" y="1224"/>
                  </a:lnTo>
                  <a:lnTo>
                    <a:pt x="317" y="1224"/>
                  </a:lnTo>
                  <a:lnTo>
                    <a:pt x="316" y="1225"/>
                  </a:lnTo>
                  <a:lnTo>
                    <a:pt x="315" y="1226"/>
                  </a:lnTo>
                  <a:lnTo>
                    <a:pt x="315" y="1226"/>
                  </a:lnTo>
                  <a:lnTo>
                    <a:pt x="315" y="1226"/>
                  </a:lnTo>
                  <a:lnTo>
                    <a:pt x="315" y="1226"/>
                  </a:lnTo>
                  <a:lnTo>
                    <a:pt x="315" y="1224"/>
                  </a:lnTo>
                  <a:lnTo>
                    <a:pt x="315" y="1224"/>
                  </a:lnTo>
                  <a:lnTo>
                    <a:pt x="314" y="1225"/>
                  </a:lnTo>
                  <a:lnTo>
                    <a:pt x="314" y="1224"/>
                  </a:lnTo>
                  <a:lnTo>
                    <a:pt x="313" y="1224"/>
                  </a:lnTo>
                  <a:lnTo>
                    <a:pt x="312" y="1221"/>
                  </a:lnTo>
                  <a:lnTo>
                    <a:pt x="312" y="1221"/>
                  </a:lnTo>
                  <a:lnTo>
                    <a:pt x="312" y="1220"/>
                  </a:lnTo>
                  <a:lnTo>
                    <a:pt x="312" y="1220"/>
                  </a:lnTo>
                  <a:lnTo>
                    <a:pt x="312" y="1219"/>
                  </a:lnTo>
                  <a:lnTo>
                    <a:pt x="313" y="1219"/>
                  </a:lnTo>
                  <a:lnTo>
                    <a:pt x="314" y="1219"/>
                  </a:lnTo>
                  <a:lnTo>
                    <a:pt x="314" y="1218"/>
                  </a:lnTo>
                  <a:lnTo>
                    <a:pt x="315" y="1217"/>
                  </a:lnTo>
                  <a:lnTo>
                    <a:pt x="315" y="1216"/>
                  </a:lnTo>
                  <a:lnTo>
                    <a:pt x="315" y="1215"/>
                  </a:lnTo>
                  <a:lnTo>
                    <a:pt x="316" y="1215"/>
                  </a:lnTo>
                  <a:lnTo>
                    <a:pt x="317" y="1214"/>
                  </a:lnTo>
                  <a:lnTo>
                    <a:pt x="317" y="1215"/>
                  </a:lnTo>
                  <a:lnTo>
                    <a:pt x="317" y="1213"/>
                  </a:lnTo>
                  <a:lnTo>
                    <a:pt x="318" y="1213"/>
                  </a:lnTo>
                  <a:lnTo>
                    <a:pt x="318" y="1212"/>
                  </a:lnTo>
                  <a:lnTo>
                    <a:pt x="319" y="1212"/>
                  </a:lnTo>
                  <a:lnTo>
                    <a:pt x="319" y="1212"/>
                  </a:lnTo>
                  <a:lnTo>
                    <a:pt x="319" y="1211"/>
                  </a:lnTo>
                  <a:lnTo>
                    <a:pt x="320" y="1211"/>
                  </a:lnTo>
                  <a:lnTo>
                    <a:pt x="322" y="1211"/>
                  </a:lnTo>
                  <a:lnTo>
                    <a:pt x="322" y="1210"/>
                  </a:lnTo>
                  <a:lnTo>
                    <a:pt x="322" y="1210"/>
                  </a:lnTo>
                  <a:lnTo>
                    <a:pt x="323" y="1210"/>
                  </a:lnTo>
                  <a:lnTo>
                    <a:pt x="324" y="1209"/>
                  </a:lnTo>
                  <a:lnTo>
                    <a:pt x="323" y="1208"/>
                  </a:lnTo>
                  <a:lnTo>
                    <a:pt x="324" y="1207"/>
                  </a:lnTo>
                  <a:lnTo>
                    <a:pt x="324" y="1206"/>
                  </a:lnTo>
                  <a:lnTo>
                    <a:pt x="324" y="1206"/>
                  </a:lnTo>
                  <a:lnTo>
                    <a:pt x="324" y="1204"/>
                  </a:lnTo>
                  <a:lnTo>
                    <a:pt x="324" y="1204"/>
                  </a:lnTo>
                  <a:lnTo>
                    <a:pt x="324" y="1204"/>
                  </a:lnTo>
                  <a:lnTo>
                    <a:pt x="324" y="1204"/>
                  </a:lnTo>
                  <a:lnTo>
                    <a:pt x="324" y="1203"/>
                  </a:lnTo>
                  <a:lnTo>
                    <a:pt x="324" y="1203"/>
                  </a:lnTo>
                  <a:lnTo>
                    <a:pt x="325" y="1203"/>
                  </a:lnTo>
                  <a:lnTo>
                    <a:pt x="329" y="1203"/>
                  </a:lnTo>
                  <a:lnTo>
                    <a:pt x="331" y="1203"/>
                  </a:lnTo>
                  <a:lnTo>
                    <a:pt x="332" y="1203"/>
                  </a:lnTo>
                  <a:lnTo>
                    <a:pt x="332" y="1203"/>
                  </a:lnTo>
                  <a:lnTo>
                    <a:pt x="332" y="1202"/>
                  </a:lnTo>
                  <a:lnTo>
                    <a:pt x="333" y="1202"/>
                  </a:lnTo>
                  <a:lnTo>
                    <a:pt x="334" y="1202"/>
                  </a:lnTo>
                  <a:lnTo>
                    <a:pt x="334" y="1202"/>
                  </a:lnTo>
                  <a:lnTo>
                    <a:pt x="335" y="1201"/>
                  </a:lnTo>
                  <a:lnTo>
                    <a:pt x="336" y="1201"/>
                  </a:lnTo>
                  <a:lnTo>
                    <a:pt x="336" y="1201"/>
                  </a:lnTo>
                  <a:lnTo>
                    <a:pt x="337" y="1201"/>
                  </a:lnTo>
                  <a:lnTo>
                    <a:pt x="337" y="1201"/>
                  </a:lnTo>
                  <a:lnTo>
                    <a:pt x="338" y="1201"/>
                  </a:lnTo>
                  <a:lnTo>
                    <a:pt x="338" y="1202"/>
                  </a:lnTo>
                  <a:lnTo>
                    <a:pt x="339" y="1202"/>
                  </a:lnTo>
                  <a:lnTo>
                    <a:pt x="341" y="1202"/>
                  </a:lnTo>
                  <a:lnTo>
                    <a:pt x="344" y="1203"/>
                  </a:lnTo>
                  <a:lnTo>
                    <a:pt x="345" y="1203"/>
                  </a:lnTo>
                  <a:lnTo>
                    <a:pt x="345" y="1203"/>
                  </a:lnTo>
                  <a:lnTo>
                    <a:pt x="346" y="1203"/>
                  </a:lnTo>
                  <a:lnTo>
                    <a:pt x="347" y="1204"/>
                  </a:lnTo>
                  <a:lnTo>
                    <a:pt x="347" y="1206"/>
                  </a:lnTo>
                  <a:lnTo>
                    <a:pt x="349" y="1206"/>
                  </a:lnTo>
                  <a:lnTo>
                    <a:pt x="349" y="1207"/>
                  </a:lnTo>
                  <a:lnTo>
                    <a:pt x="350" y="1208"/>
                  </a:lnTo>
                  <a:lnTo>
                    <a:pt x="350" y="1209"/>
                  </a:lnTo>
                  <a:lnTo>
                    <a:pt x="350" y="1211"/>
                  </a:lnTo>
                  <a:lnTo>
                    <a:pt x="351" y="1211"/>
                  </a:lnTo>
                  <a:lnTo>
                    <a:pt x="351" y="1210"/>
                  </a:lnTo>
                  <a:lnTo>
                    <a:pt x="351" y="1210"/>
                  </a:lnTo>
                  <a:lnTo>
                    <a:pt x="351" y="1210"/>
                  </a:lnTo>
                  <a:lnTo>
                    <a:pt x="351" y="1209"/>
                  </a:lnTo>
                  <a:lnTo>
                    <a:pt x="351" y="1209"/>
                  </a:lnTo>
                  <a:lnTo>
                    <a:pt x="351" y="1209"/>
                  </a:lnTo>
                  <a:lnTo>
                    <a:pt x="352" y="1209"/>
                  </a:lnTo>
                  <a:lnTo>
                    <a:pt x="352" y="1210"/>
                  </a:lnTo>
                  <a:lnTo>
                    <a:pt x="352" y="1210"/>
                  </a:lnTo>
                  <a:lnTo>
                    <a:pt x="353" y="1211"/>
                  </a:lnTo>
                  <a:lnTo>
                    <a:pt x="353" y="1211"/>
                  </a:lnTo>
                  <a:lnTo>
                    <a:pt x="354" y="1211"/>
                  </a:lnTo>
                  <a:lnTo>
                    <a:pt x="354" y="1211"/>
                  </a:lnTo>
                  <a:lnTo>
                    <a:pt x="354" y="1212"/>
                  </a:lnTo>
                  <a:lnTo>
                    <a:pt x="355" y="1212"/>
                  </a:lnTo>
                  <a:lnTo>
                    <a:pt x="355" y="1212"/>
                  </a:lnTo>
                  <a:lnTo>
                    <a:pt x="356" y="1213"/>
                  </a:lnTo>
                  <a:lnTo>
                    <a:pt x="356" y="1213"/>
                  </a:lnTo>
                  <a:lnTo>
                    <a:pt x="358" y="1213"/>
                  </a:lnTo>
                  <a:lnTo>
                    <a:pt x="358" y="1214"/>
                  </a:lnTo>
                  <a:lnTo>
                    <a:pt x="358" y="1214"/>
                  </a:lnTo>
                  <a:lnTo>
                    <a:pt x="358" y="1213"/>
                  </a:lnTo>
                  <a:lnTo>
                    <a:pt x="358" y="1213"/>
                  </a:lnTo>
                  <a:lnTo>
                    <a:pt x="359" y="1211"/>
                  </a:lnTo>
                  <a:lnTo>
                    <a:pt x="359" y="1210"/>
                  </a:lnTo>
                  <a:lnTo>
                    <a:pt x="361" y="1210"/>
                  </a:lnTo>
                  <a:lnTo>
                    <a:pt x="363" y="1210"/>
                  </a:lnTo>
                  <a:lnTo>
                    <a:pt x="364" y="1209"/>
                  </a:lnTo>
                  <a:lnTo>
                    <a:pt x="364" y="1209"/>
                  </a:lnTo>
                  <a:lnTo>
                    <a:pt x="367" y="1209"/>
                  </a:lnTo>
                  <a:lnTo>
                    <a:pt x="367" y="1208"/>
                  </a:lnTo>
                  <a:lnTo>
                    <a:pt x="368" y="1208"/>
                  </a:lnTo>
                  <a:lnTo>
                    <a:pt x="370" y="1207"/>
                  </a:lnTo>
                  <a:lnTo>
                    <a:pt x="372" y="1207"/>
                  </a:lnTo>
                  <a:lnTo>
                    <a:pt x="373" y="1207"/>
                  </a:lnTo>
                  <a:lnTo>
                    <a:pt x="373" y="1207"/>
                  </a:lnTo>
                  <a:lnTo>
                    <a:pt x="374" y="1207"/>
                  </a:lnTo>
                  <a:lnTo>
                    <a:pt x="374" y="1206"/>
                  </a:lnTo>
                  <a:lnTo>
                    <a:pt x="375" y="1206"/>
                  </a:lnTo>
                  <a:lnTo>
                    <a:pt x="376" y="1206"/>
                  </a:lnTo>
                  <a:lnTo>
                    <a:pt x="376" y="1206"/>
                  </a:lnTo>
                  <a:lnTo>
                    <a:pt x="376" y="1206"/>
                  </a:lnTo>
                  <a:lnTo>
                    <a:pt x="378" y="1206"/>
                  </a:lnTo>
                  <a:lnTo>
                    <a:pt x="379" y="1206"/>
                  </a:lnTo>
                  <a:lnTo>
                    <a:pt x="379" y="1206"/>
                  </a:lnTo>
                  <a:lnTo>
                    <a:pt x="380" y="1206"/>
                  </a:lnTo>
                  <a:lnTo>
                    <a:pt x="380" y="1206"/>
                  </a:lnTo>
                  <a:lnTo>
                    <a:pt x="380" y="1206"/>
                  </a:lnTo>
                  <a:lnTo>
                    <a:pt x="380" y="1206"/>
                  </a:lnTo>
                  <a:lnTo>
                    <a:pt x="380" y="1206"/>
                  </a:lnTo>
                  <a:lnTo>
                    <a:pt x="379" y="1206"/>
                  </a:lnTo>
                  <a:lnTo>
                    <a:pt x="378" y="1206"/>
                  </a:lnTo>
                  <a:lnTo>
                    <a:pt x="377" y="1206"/>
                  </a:lnTo>
                  <a:lnTo>
                    <a:pt x="377" y="1206"/>
                  </a:lnTo>
                  <a:lnTo>
                    <a:pt x="376" y="1206"/>
                  </a:lnTo>
                  <a:lnTo>
                    <a:pt x="376" y="1205"/>
                  </a:lnTo>
                  <a:lnTo>
                    <a:pt x="376" y="1205"/>
                  </a:lnTo>
                  <a:lnTo>
                    <a:pt x="374" y="1204"/>
                  </a:lnTo>
                  <a:lnTo>
                    <a:pt x="372" y="1205"/>
                  </a:lnTo>
                  <a:lnTo>
                    <a:pt x="371" y="1206"/>
                  </a:lnTo>
                  <a:lnTo>
                    <a:pt x="371" y="1206"/>
                  </a:lnTo>
                  <a:lnTo>
                    <a:pt x="369" y="1206"/>
                  </a:lnTo>
                  <a:lnTo>
                    <a:pt x="369" y="1206"/>
                  </a:lnTo>
                  <a:lnTo>
                    <a:pt x="368" y="1206"/>
                  </a:lnTo>
                  <a:lnTo>
                    <a:pt x="368" y="1206"/>
                  </a:lnTo>
                  <a:lnTo>
                    <a:pt x="367" y="1207"/>
                  </a:lnTo>
                  <a:lnTo>
                    <a:pt x="364" y="1207"/>
                  </a:lnTo>
                  <a:lnTo>
                    <a:pt x="364" y="1208"/>
                  </a:lnTo>
                  <a:lnTo>
                    <a:pt x="364" y="1208"/>
                  </a:lnTo>
                  <a:lnTo>
                    <a:pt x="363" y="1209"/>
                  </a:lnTo>
                  <a:lnTo>
                    <a:pt x="363" y="1209"/>
                  </a:lnTo>
                  <a:lnTo>
                    <a:pt x="363" y="1208"/>
                  </a:lnTo>
                  <a:lnTo>
                    <a:pt x="363" y="1207"/>
                  </a:lnTo>
                  <a:lnTo>
                    <a:pt x="363" y="1207"/>
                  </a:lnTo>
                  <a:lnTo>
                    <a:pt x="361" y="1207"/>
                  </a:lnTo>
                  <a:lnTo>
                    <a:pt x="359" y="1209"/>
                  </a:lnTo>
                  <a:lnTo>
                    <a:pt x="358" y="1209"/>
                  </a:lnTo>
                  <a:lnTo>
                    <a:pt x="358" y="1209"/>
                  </a:lnTo>
                  <a:lnTo>
                    <a:pt x="358" y="1209"/>
                  </a:lnTo>
                  <a:lnTo>
                    <a:pt x="358" y="1208"/>
                  </a:lnTo>
                  <a:lnTo>
                    <a:pt x="357" y="1208"/>
                  </a:lnTo>
                  <a:lnTo>
                    <a:pt x="356" y="1208"/>
                  </a:lnTo>
                  <a:lnTo>
                    <a:pt x="356" y="1208"/>
                  </a:lnTo>
                  <a:lnTo>
                    <a:pt x="356" y="1207"/>
                  </a:lnTo>
                  <a:lnTo>
                    <a:pt x="354" y="1206"/>
                  </a:lnTo>
                  <a:lnTo>
                    <a:pt x="354" y="1206"/>
                  </a:lnTo>
                  <a:lnTo>
                    <a:pt x="353" y="1206"/>
                  </a:lnTo>
                  <a:lnTo>
                    <a:pt x="353" y="1205"/>
                  </a:lnTo>
                  <a:lnTo>
                    <a:pt x="353" y="1204"/>
                  </a:lnTo>
                  <a:lnTo>
                    <a:pt x="353" y="1204"/>
                  </a:lnTo>
                  <a:lnTo>
                    <a:pt x="352" y="1202"/>
                  </a:lnTo>
                  <a:lnTo>
                    <a:pt x="352" y="1202"/>
                  </a:lnTo>
                  <a:lnTo>
                    <a:pt x="353" y="1202"/>
                  </a:lnTo>
                  <a:lnTo>
                    <a:pt x="351" y="1201"/>
                  </a:lnTo>
                  <a:lnTo>
                    <a:pt x="351" y="1199"/>
                  </a:lnTo>
                  <a:lnTo>
                    <a:pt x="351" y="1199"/>
                  </a:lnTo>
                  <a:lnTo>
                    <a:pt x="350" y="1198"/>
                  </a:lnTo>
                  <a:lnTo>
                    <a:pt x="350" y="1198"/>
                  </a:lnTo>
                  <a:lnTo>
                    <a:pt x="350" y="1199"/>
                  </a:lnTo>
                  <a:lnTo>
                    <a:pt x="350" y="1199"/>
                  </a:lnTo>
                  <a:lnTo>
                    <a:pt x="349" y="1199"/>
                  </a:lnTo>
                  <a:lnTo>
                    <a:pt x="348" y="1198"/>
                  </a:lnTo>
                  <a:lnTo>
                    <a:pt x="347" y="1197"/>
                  </a:lnTo>
                  <a:lnTo>
                    <a:pt x="346" y="1197"/>
                  </a:lnTo>
                  <a:lnTo>
                    <a:pt x="345" y="1197"/>
                  </a:lnTo>
                  <a:lnTo>
                    <a:pt x="345" y="1197"/>
                  </a:lnTo>
                  <a:lnTo>
                    <a:pt x="345" y="1196"/>
                  </a:lnTo>
                  <a:lnTo>
                    <a:pt x="344" y="1196"/>
                  </a:lnTo>
                  <a:lnTo>
                    <a:pt x="344" y="1196"/>
                  </a:lnTo>
                  <a:lnTo>
                    <a:pt x="343" y="1195"/>
                  </a:lnTo>
                  <a:lnTo>
                    <a:pt x="341" y="1195"/>
                  </a:lnTo>
                  <a:lnTo>
                    <a:pt x="341" y="1195"/>
                  </a:lnTo>
                  <a:lnTo>
                    <a:pt x="338" y="1196"/>
                  </a:lnTo>
                  <a:lnTo>
                    <a:pt x="337" y="1196"/>
                  </a:lnTo>
                  <a:lnTo>
                    <a:pt x="337" y="1196"/>
                  </a:lnTo>
                  <a:lnTo>
                    <a:pt x="337" y="1196"/>
                  </a:lnTo>
                  <a:lnTo>
                    <a:pt x="336" y="1196"/>
                  </a:lnTo>
                  <a:lnTo>
                    <a:pt x="335" y="1196"/>
                  </a:lnTo>
                  <a:lnTo>
                    <a:pt x="335" y="1196"/>
                  </a:lnTo>
                  <a:lnTo>
                    <a:pt x="334" y="1195"/>
                  </a:lnTo>
                  <a:lnTo>
                    <a:pt x="333" y="1196"/>
                  </a:lnTo>
                  <a:lnTo>
                    <a:pt x="333" y="1195"/>
                  </a:lnTo>
                  <a:lnTo>
                    <a:pt x="332" y="1194"/>
                  </a:lnTo>
                  <a:lnTo>
                    <a:pt x="332" y="1194"/>
                  </a:lnTo>
                  <a:lnTo>
                    <a:pt x="331" y="1193"/>
                  </a:lnTo>
                  <a:lnTo>
                    <a:pt x="331" y="1193"/>
                  </a:lnTo>
                  <a:lnTo>
                    <a:pt x="330" y="1192"/>
                  </a:lnTo>
                  <a:lnTo>
                    <a:pt x="330" y="1190"/>
                  </a:lnTo>
                  <a:lnTo>
                    <a:pt x="329" y="1190"/>
                  </a:lnTo>
                  <a:lnTo>
                    <a:pt x="330" y="1189"/>
                  </a:lnTo>
                  <a:lnTo>
                    <a:pt x="330" y="1189"/>
                  </a:lnTo>
                  <a:lnTo>
                    <a:pt x="330" y="1188"/>
                  </a:lnTo>
                  <a:lnTo>
                    <a:pt x="330" y="1189"/>
                  </a:lnTo>
                  <a:lnTo>
                    <a:pt x="329" y="1189"/>
                  </a:lnTo>
                  <a:lnTo>
                    <a:pt x="328" y="1189"/>
                  </a:lnTo>
                  <a:lnTo>
                    <a:pt x="328" y="1189"/>
                  </a:lnTo>
                  <a:lnTo>
                    <a:pt x="328" y="1189"/>
                  </a:lnTo>
                  <a:lnTo>
                    <a:pt x="328" y="1188"/>
                  </a:lnTo>
                  <a:lnTo>
                    <a:pt x="329" y="1188"/>
                  </a:lnTo>
                  <a:lnTo>
                    <a:pt x="329" y="1187"/>
                  </a:lnTo>
                  <a:lnTo>
                    <a:pt x="330" y="1187"/>
                  </a:lnTo>
                  <a:lnTo>
                    <a:pt x="330" y="1186"/>
                  </a:lnTo>
                  <a:lnTo>
                    <a:pt x="330" y="1186"/>
                  </a:lnTo>
                  <a:lnTo>
                    <a:pt x="331" y="1186"/>
                  </a:lnTo>
                  <a:lnTo>
                    <a:pt x="331" y="1186"/>
                  </a:lnTo>
                  <a:lnTo>
                    <a:pt x="332" y="1184"/>
                  </a:lnTo>
                  <a:lnTo>
                    <a:pt x="332" y="1183"/>
                  </a:lnTo>
                  <a:lnTo>
                    <a:pt x="334" y="1183"/>
                  </a:lnTo>
                  <a:lnTo>
                    <a:pt x="334" y="1182"/>
                  </a:lnTo>
                  <a:lnTo>
                    <a:pt x="334" y="1182"/>
                  </a:lnTo>
                  <a:lnTo>
                    <a:pt x="334" y="1181"/>
                  </a:lnTo>
                  <a:lnTo>
                    <a:pt x="335" y="1181"/>
                  </a:lnTo>
                  <a:lnTo>
                    <a:pt x="336" y="1180"/>
                  </a:lnTo>
                  <a:lnTo>
                    <a:pt x="336" y="1180"/>
                  </a:lnTo>
                  <a:lnTo>
                    <a:pt x="337" y="1180"/>
                  </a:lnTo>
                  <a:lnTo>
                    <a:pt x="337" y="1180"/>
                  </a:lnTo>
                  <a:lnTo>
                    <a:pt x="338" y="1178"/>
                  </a:lnTo>
                  <a:lnTo>
                    <a:pt x="338" y="1178"/>
                  </a:lnTo>
                  <a:lnTo>
                    <a:pt x="338" y="1178"/>
                  </a:lnTo>
                  <a:lnTo>
                    <a:pt x="339" y="1177"/>
                  </a:lnTo>
                  <a:lnTo>
                    <a:pt x="339" y="1176"/>
                  </a:lnTo>
                  <a:lnTo>
                    <a:pt x="340" y="1176"/>
                  </a:lnTo>
                  <a:lnTo>
                    <a:pt x="340" y="1175"/>
                  </a:lnTo>
                  <a:lnTo>
                    <a:pt x="341" y="1175"/>
                  </a:lnTo>
                  <a:lnTo>
                    <a:pt x="341" y="1175"/>
                  </a:lnTo>
                  <a:lnTo>
                    <a:pt x="341" y="1174"/>
                  </a:lnTo>
                  <a:lnTo>
                    <a:pt x="340" y="1173"/>
                  </a:lnTo>
                  <a:lnTo>
                    <a:pt x="340" y="1173"/>
                  </a:lnTo>
                  <a:lnTo>
                    <a:pt x="339" y="1172"/>
                  </a:lnTo>
                  <a:lnTo>
                    <a:pt x="340" y="1172"/>
                  </a:lnTo>
                  <a:lnTo>
                    <a:pt x="338" y="1171"/>
                  </a:lnTo>
                  <a:lnTo>
                    <a:pt x="337" y="1171"/>
                  </a:lnTo>
                  <a:lnTo>
                    <a:pt x="337" y="1171"/>
                  </a:lnTo>
                  <a:lnTo>
                    <a:pt x="336" y="1170"/>
                  </a:lnTo>
                  <a:lnTo>
                    <a:pt x="336" y="1168"/>
                  </a:lnTo>
                  <a:lnTo>
                    <a:pt x="336" y="1167"/>
                  </a:lnTo>
                  <a:lnTo>
                    <a:pt x="337" y="1165"/>
                  </a:lnTo>
                  <a:lnTo>
                    <a:pt x="338" y="1164"/>
                  </a:lnTo>
                  <a:lnTo>
                    <a:pt x="338" y="1163"/>
                  </a:lnTo>
                  <a:lnTo>
                    <a:pt x="339" y="1163"/>
                  </a:lnTo>
                  <a:lnTo>
                    <a:pt x="340" y="1163"/>
                  </a:lnTo>
                  <a:lnTo>
                    <a:pt x="341" y="1163"/>
                  </a:lnTo>
                  <a:lnTo>
                    <a:pt x="342" y="1163"/>
                  </a:lnTo>
                  <a:lnTo>
                    <a:pt x="343" y="1162"/>
                  </a:lnTo>
                  <a:lnTo>
                    <a:pt x="344" y="1162"/>
                  </a:lnTo>
                  <a:lnTo>
                    <a:pt x="344" y="1161"/>
                  </a:lnTo>
                  <a:lnTo>
                    <a:pt x="345" y="1161"/>
                  </a:lnTo>
                  <a:lnTo>
                    <a:pt x="345" y="1160"/>
                  </a:lnTo>
                  <a:lnTo>
                    <a:pt x="345" y="1160"/>
                  </a:lnTo>
                  <a:lnTo>
                    <a:pt x="346" y="1160"/>
                  </a:lnTo>
                  <a:lnTo>
                    <a:pt x="346" y="1161"/>
                  </a:lnTo>
                  <a:lnTo>
                    <a:pt x="346" y="1161"/>
                  </a:lnTo>
                  <a:lnTo>
                    <a:pt x="346" y="1161"/>
                  </a:lnTo>
                  <a:lnTo>
                    <a:pt x="347" y="1161"/>
                  </a:lnTo>
                  <a:lnTo>
                    <a:pt x="349" y="1161"/>
                  </a:lnTo>
                  <a:lnTo>
                    <a:pt x="349" y="1160"/>
                  </a:lnTo>
                  <a:lnTo>
                    <a:pt x="350" y="1160"/>
                  </a:lnTo>
                  <a:lnTo>
                    <a:pt x="352" y="1159"/>
                  </a:lnTo>
                  <a:lnTo>
                    <a:pt x="352" y="1159"/>
                  </a:lnTo>
                  <a:lnTo>
                    <a:pt x="353" y="1159"/>
                  </a:lnTo>
                  <a:lnTo>
                    <a:pt x="354" y="1159"/>
                  </a:lnTo>
                  <a:lnTo>
                    <a:pt x="354" y="1158"/>
                  </a:lnTo>
                  <a:lnTo>
                    <a:pt x="354" y="1158"/>
                  </a:lnTo>
                  <a:lnTo>
                    <a:pt x="355" y="1158"/>
                  </a:lnTo>
                  <a:lnTo>
                    <a:pt x="357" y="1157"/>
                  </a:lnTo>
                  <a:lnTo>
                    <a:pt x="357" y="1157"/>
                  </a:lnTo>
                  <a:lnTo>
                    <a:pt x="357" y="1157"/>
                  </a:lnTo>
                  <a:lnTo>
                    <a:pt x="358" y="1158"/>
                  </a:lnTo>
                  <a:lnTo>
                    <a:pt x="358" y="1159"/>
                  </a:lnTo>
                  <a:lnTo>
                    <a:pt x="358" y="1159"/>
                  </a:lnTo>
                  <a:lnTo>
                    <a:pt x="359" y="1160"/>
                  </a:lnTo>
                  <a:lnTo>
                    <a:pt x="359" y="1160"/>
                  </a:lnTo>
                  <a:lnTo>
                    <a:pt x="359" y="1161"/>
                  </a:lnTo>
                  <a:lnTo>
                    <a:pt x="360" y="1161"/>
                  </a:lnTo>
                  <a:lnTo>
                    <a:pt x="360" y="1162"/>
                  </a:lnTo>
                  <a:lnTo>
                    <a:pt x="362" y="1163"/>
                  </a:lnTo>
                  <a:lnTo>
                    <a:pt x="362" y="1163"/>
                  </a:lnTo>
                  <a:lnTo>
                    <a:pt x="363" y="1164"/>
                  </a:lnTo>
                  <a:lnTo>
                    <a:pt x="363" y="1166"/>
                  </a:lnTo>
                  <a:lnTo>
                    <a:pt x="364" y="1167"/>
                  </a:lnTo>
                  <a:lnTo>
                    <a:pt x="364" y="1167"/>
                  </a:lnTo>
                  <a:lnTo>
                    <a:pt x="365" y="1167"/>
                  </a:lnTo>
                  <a:lnTo>
                    <a:pt x="365" y="1167"/>
                  </a:lnTo>
                  <a:lnTo>
                    <a:pt x="365" y="1168"/>
                  </a:lnTo>
                  <a:lnTo>
                    <a:pt x="366" y="1169"/>
                  </a:lnTo>
                  <a:lnTo>
                    <a:pt x="367" y="1169"/>
                  </a:lnTo>
                  <a:lnTo>
                    <a:pt x="367" y="1169"/>
                  </a:lnTo>
                  <a:lnTo>
                    <a:pt x="368" y="1170"/>
                  </a:lnTo>
                  <a:lnTo>
                    <a:pt x="369" y="1171"/>
                  </a:lnTo>
                  <a:lnTo>
                    <a:pt x="370" y="1172"/>
                  </a:lnTo>
                  <a:lnTo>
                    <a:pt x="371" y="1172"/>
                  </a:lnTo>
                  <a:lnTo>
                    <a:pt x="371" y="1173"/>
                  </a:lnTo>
                  <a:lnTo>
                    <a:pt x="372" y="1174"/>
                  </a:lnTo>
                  <a:lnTo>
                    <a:pt x="372" y="1174"/>
                  </a:lnTo>
                  <a:lnTo>
                    <a:pt x="373" y="1174"/>
                  </a:lnTo>
                  <a:lnTo>
                    <a:pt x="373" y="1173"/>
                  </a:lnTo>
                  <a:lnTo>
                    <a:pt x="374" y="1173"/>
                  </a:lnTo>
                  <a:lnTo>
                    <a:pt x="375" y="1173"/>
                  </a:lnTo>
                  <a:lnTo>
                    <a:pt x="375" y="1172"/>
                  </a:lnTo>
                  <a:lnTo>
                    <a:pt x="375" y="1172"/>
                  </a:lnTo>
                  <a:lnTo>
                    <a:pt x="375" y="1172"/>
                  </a:lnTo>
                  <a:lnTo>
                    <a:pt x="375" y="1171"/>
                  </a:lnTo>
                  <a:lnTo>
                    <a:pt x="376" y="1171"/>
                  </a:lnTo>
                  <a:lnTo>
                    <a:pt x="376" y="1171"/>
                  </a:lnTo>
                  <a:lnTo>
                    <a:pt x="376" y="1171"/>
                  </a:lnTo>
                  <a:lnTo>
                    <a:pt x="377" y="1171"/>
                  </a:lnTo>
                  <a:lnTo>
                    <a:pt x="377" y="1170"/>
                  </a:lnTo>
                  <a:lnTo>
                    <a:pt x="377" y="1170"/>
                  </a:lnTo>
                  <a:lnTo>
                    <a:pt x="378" y="1169"/>
                  </a:lnTo>
                  <a:lnTo>
                    <a:pt x="378" y="1168"/>
                  </a:lnTo>
                  <a:lnTo>
                    <a:pt x="378" y="1168"/>
                  </a:lnTo>
                  <a:lnTo>
                    <a:pt x="377" y="1168"/>
                  </a:lnTo>
                  <a:lnTo>
                    <a:pt x="376" y="1169"/>
                  </a:lnTo>
                  <a:lnTo>
                    <a:pt x="376" y="1170"/>
                  </a:lnTo>
                  <a:lnTo>
                    <a:pt x="376" y="1169"/>
                  </a:lnTo>
                  <a:lnTo>
                    <a:pt x="376" y="1169"/>
                  </a:lnTo>
                  <a:lnTo>
                    <a:pt x="375" y="1168"/>
                  </a:lnTo>
                  <a:lnTo>
                    <a:pt x="374" y="1168"/>
                  </a:lnTo>
                  <a:lnTo>
                    <a:pt x="373" y="1168"/>
                  </a:lnTo>
                  <a:lnTo>
                    <a:pt x="372" y="1168"/>
                  </a:lnTo>
                  <a:lnTo>
                    <a:pt x="372" y="1167"/>
                  </a:lnTo>
                  <a:lnTo>
                    <a:pt x="371" y="1167"/>
                  </a:lnTo>
                  <a:lnTo>
                    <a:pt x="371" y="1167"/>
                  </a:lnTo>
                  <a:lnTo>
                    <a:pt x="371" y="1167"/>
                  </a:lnTo>
                  <a:lnTo>
                    <a:pt x="371" y="1167"/>
                  </a:lnTo>
                  <a:lnTo>
                    <a:pt x="370" y="1167"/>
                  </a:lnTo>
                  <a:lnTo>
                    <a:pt x="370" y="1167"/>
                  </a:lnTo>
                  <a:lnTo>
                    <a:pt x="369" y="1167"/>
                  </a:lnTo>
                  <a:lnTo>
                    <a:pt x="368" y="1166"/>
                  </a:lnTo>
                  <a:lnTo>
                    <a:pt x="367" y="1165"/>
                  </a:lnTo>
                  <a:lnTo>
                    <a:pt x="367" y="1164"/>
                  </a:lnTo>
                  <a:lnTo>
                    <a:pt x="367" y="1164"/>
                  </a:lnTo>
                  <a:lnTo>
                    <a:pt x="366" y="1163"/>
                  </a:lnTo>
                  <a:lnTo>
                    <a:pt x="365" y="1162"/>
                  </a:lnTo>
                  <a:lnTo>
                    <a:pt x="364" y="1161"/>
                  </a:lnTo>
                  <a:lnTo>
                    <a:pt x="363" y="1161"/>
                  </a:lnTo>
                  <a:lnTo>
                    <a:pt x="363" y="1160"/>
                  </a:lnTo>
                  <a:lnTo>
                    <a:pt x="362" y="1159"/>
                  </a:lnTo>
                  <a:lnTo>
                    <a:pt x="361" y="1159"/>
                  </a:lnTo>
                  <a:lnTo>
                    <a:pt x="361" y="1158"/>
                  </a:lnTo>
                  <a:lnTo>
                    <a:pt x="360" y="1158"/>
                  </a:lnTo>
                  <a:lnTo>
                    <a:pt x="360" y="1158"/>
                  </a:lnTo>
                  <a:lnTo>
                    <a:pt x="360" y="1157"/>
                  </a:lnTo>
                  <a:lnTo>
                    <a:pt x="360" y="1157"/>
                  </a:lnTo>
                  <a:lnTo>
                    <a:pt x="358" y="1156"/>
                  </a:lnTo>
                  <a:lnTo>
                    <a:pt x="358" y="1155"/>
                  </a:lnTo>
                  <a:lnTo>
                    <a:pt x="358" y="1154"/>
                  </a:lnTo>
                  <a:lnTo>
                    <a:pt x="358" y="1154"/>
                  </a:lnTo>
                  <a:lnTo>
                    <a:pt x="358" y="1153"/>
                  </a:lnTo>
                  <a:lnTo>
                    <a:pt x="359" y="1153"/>
                  </a:lnTo>
                  <a:lnTo>
                    <a:pt x="359" y="1153"/>
                  </a:lnTo>
                  <a:lnTo>
                    <a:pt x="359" y="1152"/>
                  </a:lnTo>
                  <a:lnTo>
                    <a:pt x="360" y="1152"/>
                  </a:lnTo>
                  <a:lnTo>
                    <a:pt x="361" y="1152"/>
                  </a:lnTo>
                  <a:lnTo>
                    <a:pt x="361" y="1151"/>
                  </a:lnTo>
                  <a:lnTo>
                    <a:pt x="362" y="1151"/>
                  </a:lnTo>
                  <a:lnTo>
                    <a:pt x="363" y="1150"/>
                  </a:lnTo>
                  <a:lnTo>
                    <a:pt x="363" y="1150"/>
                  </a:lnTo>
                  <a:lnTo>
                    <a:pt x="363" y="1149"/>
                  </a:lnTo>
                  <a:lnTo>
                    <a:pt x="363" y="1147"/>
                  </a:lnTo>
                  <a:lnTo>
                    <a:pt x="363" y="1146"/>
                  </a:lnTo>
                  <a:lnTo>
                    <a:pt x="364" y="1146"/>
                  </a:lnTo>
                  <a:lnTo>
                    <a:pt x="364" y="1146"/>
                  </a:lnTo>
                  <a:lnTo>
                    <a:pt x="364" y="1146"/>
                  </a:lnTo>
                  <a:lnTo>
                    <a:pt x="366" y="1146"/>
                  </a:lnTo>
                  <a:lnTo>
                    <a:pt x="366" y="1145"/>
                  </a:lnTo>
                  <a:lnTo>
                    <a:pt x="366" y="1145"/>
                  </a:lnTo>
                  <a:lnTo>
                    <a:pt x="366" y="1145"/>
                  </a:lnTo>
                  <a:lnTo>
                    <a:pt x="367" y="1145"/>
                  </a:lnTo>
                  <a:lnTo>
                    <a:pt x="368" y="1145"/>
                  </a:lnTo>
                  <a:lnTo>
                    <a:pt x="371" y="1144"/>
                  </a:lnTo>
                  <a:lnTo>
                    <a:pt x="371" y="1144"/>
                  </a:lnTo>
                  <a:lnTo>
                    <a:pt x="371" y="1143"/>
                  </a:lnTo>
                  <a:lnTo>
                    <a:pt x="371" y="1143"/>
                  </a:lnTo>
                  <a:lnTo>
                    <a:pt x="371" y="1142"/>
                  </a:lnTo>
                  <a:lnTo>
                    <a:pt x="369" y="1143"/>
                  </a:lnTo>
                  <a:lnTo>
                    <a:pt x="368" y="1143"/>
                  </a:lnTo>
                  <a:lnTo>
                    <a:pt x="367" y="1143"/>
                  </a:lnTo>
                  <a:lnTo>
                    <a:pt x="367" y="1144"/>
                  </a:lnTo>
                  <a:lnTo>
                    <a:pt x="367" y="1144"/>
                  </a:lnTo>
                  <a:lnTo>
                    <a:pt x="366" y="1144"/>
                  </a:lnTo>
                  <a:lnTo>
                    <a:pt x="364" y="1144"/>
                  </a:lnTo>
                  <a:lnTo>
                    <a:pt x="364" y="1145"/>
                  </a:lnTo>
                  <a:lnTo>
                    <a:pt x="364" y="1146"/>
                  </a:lnTo>
                  <a:lnTo>
                    <a:pt x="363" y="1146"/>
                  </a:lnTo>
                  <a:lnTo>
                    <a:pt x="363" y="1146"/>
                  </a:lnTo>
                  <a:lnTo>
                    <a:pt x="363" y="1148"/>
                  </a:lnTo>
                  <a:lnTo>
                    <a:pt x="362" y="1150"/>
                  </a:lnTo>
                  <a:lnTo>
                    <a:pt x="362" y="1150"/>
                  </a:lnTo>
                  <a:lnTo>
                    <a:pt x="360" y="1150"/>
                  </a:lnTo>
                  <a:lnTo>
                    <a:pt x="359" y="1151"/>
                  </a:lnTo>
                  <a:lnTo>
                    <a:pt x="359" y="1151"/>
                  </a:lnTo>
                  <a:lnTo>
                    <a:pt x="358" y="1153"/>
                  </a:lnTo>
                  <a:lnTo>
                    <a:pt x="358" y="1155"/>
                  </a:lnTo>
                  <a:lnTo>
                    <a:pt x="358" y="1154"/>
                  </a:lnTo>
                  <a:lnTo>
                    <a:pt x="358" y="1154"/>
                  </a:lnTo>
                  <a:lnTo>
                    <a:pt x="358" y="1154"/>
                  </a:lnTo>
                  <a:lnTo>
                    <a:pt x="356" y="1154"/>
                  </a:lnTo>
                  <a:lnTo>
                    <a:pt x="356" y="1154"/>
                  </a:lnTo>
                  <a:lnTo>
                    <a:pt x="354" y="1154"/>
                  </a:lnTo>
                  <a:lnTo>
                    <a:pt x="354" y="1154"/>
                  </a:lnTo>
                  <a:lnTo>
                    <a:pt x="353" y="1155"/>
                  </a:lnTo>
                  <a:lnTo>
                    <a:pt x="352" y="1155"/>
                  </a:lnTo>
                  <a:lnTo>
                    <a:pt x="351" y="1154"/>
                  </a:lnTo>
                  <a:lnTo>
                    <a:pt x="351" y="1154"/>
                  </a:lnTo>
                  <a:lnTo>
                    <a:pt x="351" y="1154"/>
                  </a:lnTo>
                  <a:lnTo>
                    <a:pt x="350" y="1155"/>
                  </a:lnTo>
                  <a:lnTo>
                    <a:pt x="350" y="1156"/>
                  </a:lnTo>
                  <a:lnTo>
                    <a:pt x="348" y="1156"/>
                  </a:lnTo>
                  <a:lnTo>
                    <a:pt x="349" y="1155"/>
                  </a:lnTo>
                  <a:lnTo>
                    <a:pt x="348" y="1155"/>
                  </a:lnTo>
                  <a:lnTo>
                    <a:pt x="347" y="1156"/>
                  </a:lnTo>
                  <a:lnTo>
                    <a:pt x="346" y="1156"/>
                  </a:lnTo>
                  <a:lnTo>
                    <a:pt x="346" y="1157"/>
                  </a:lnTo>
                  <a:lnTo>
                    <a:pt x="345" y="1157"/>
                  </a:lnTo>
                  <a:lnTo>
                    <a:pt x="345" y="1157"/>
                  </a:lnTo>
                  <a:lnTo>
                    <a:pt x="345" y="1156"/>
                  </a:lnTo>
                  <a:lnTo>
                    <a:pt x="345" y="1154"/>
                  </a:lnTo>
                  <a:lnTo>
                    <a:pt x="345" y="1154"/>
                  </a:lnTo>
                  <a:lnTo>
                    <a:pt x="344" y="1154"/>
                  </a:lnTo>
                  <a:lnTo>
                    <a:pt x="341" y="1155"/>
                  </a:lnTo>
                  <a:lnTo>
                    <a:pt x="341" y="1155"/>
                  </a:lnTo>
                  <a:lnTo>
                    <a:pt x="341" y="1154"/>
                  </a:lnTo>
                  <a:lnTo>
                    <a:pt x="340" y="1154"/>
                  </a:lnTo>
                  <a:lnTo>
                    <a:pt x="338" y="1153"/>
                  </a:lnTo>
                  <a:lnTo>
                    <a:pt x="338" y="1152"/>
                  </a:lnTo>
                  <a:lnTo>
                    <a:pt x="337" y="1152"/>
                  </a:lnTo>
                  <a:lnTo>
                    <a:pt x="336" y="1152"/>
                  </a:lnTo>
                  <a:lnTo>
                    <a:pt x="335" y="1153"/>
                  </a:lnTo>
                  <a:lnTo>
                    <a:pt x="334" y="1154"/>
                  </a:lnTo>
                  <a:lnTo>
                    <a:pt x="333" y="1154"/>
                  </a:lnTo>
                  <a:lnTo>
                    <a:pt x="333" y="1154"/>
                  </a:lnTo>
                  <a:lnTo>
                    <a:pt x="332" y="1154"/>
                  </a:lnTo>
                  <a:lnTo>
                    <a:pt x="332" y="1154"/>
                  </a:lnTo>
                  <a:lnTo>
                    <a:pt x="330" y="1154"/>
                  </a:lnTo>
                  <a:lnTo>
                    <a:pt x="329" y="1153"/>
                  </a:lnTo>
                  <a:lnTo>
                    <a:pt x="329" y="1154"/>
                  </a:lnTo>
                  <a:lnTo>
                    <a:pt x="328" y="1154"/>
                  </a:lnTo>
                  <a:lnTo>
                    <a:pt x="327" y="1154"/>
                  </a:lnTo>
                  <a:lnTo>
                    <a:pt x="327" y="1154"/>
                  </a:lnTo>
                  <a:lnTo>
                    <a:pt x="327" y="1154"/>
                  </a:lnTo>
                  <a:lnTo>
                    <a:pt x="327" y="1154"/>
                  </a:lnTo>
                  <a:lnTo>
                    <a:pt x="326" y="1154"/>
                  </a:lnTo>
                  <a:lnTo>
                    <a:pt x="325" y="1154"/>
                  </a:lnTo>
                  <a:lnTo>
                    <a:pt x="324" y="1154"/>
                  </a:lnTo>
                  <a:lnTo>
                    <a:pt x="324" y="1154"/>
                  </a:lnTo>
                  <a:lnTo>
                    <a:pt x="323" y="1154"/>
                  </a:lnTo>
                  <a:lnTo>
                    <a:pt x="323" y="1154"/>
                  </a:lnTo>
                  <a:lnTo>
                    <a:pt x="322" y="1154"/>
                  </a:lnTo>
                  <a:lnTo>
                    <a:pt x="321" y="1154"/>
                  </a:lnTo>
                  <a:lnTo>
                    <a:pt x="321" y="1154"/>
                  </a:lnTo>
                  <a:lnTo>
                    <a:pt x="323" y="1154"/>
                  </a:lnTo>
                  <a:lnTo>
                    <a:pt x="323" y="1153"/>
                  </a:lnTo>
                  <a:lnTo>
                    <a:pt x="323" y="1152"/>
                  </a:lnTo>
                  <a:lnTo>
                    <a:pt x="323" y="1152"/>
                  </a:lnTo>
                  <a:lnTo>
                    <a:pt x="324" y="1152"/>
                  </a:lnTo>
                  <a:lnTo>
                    <a:pt x="324" y="1152"/>
                  </a:lnTo>
                  <a:lnTo>
                    <a:pt x="324" y="1152"/>
                  </a:lnTo>
                  <a:lnTo>
                    <a:pt x="324" y="1151"/>
                  </a:lnTo>
                  <a:lnTo>
                    <a:pt x="324" y="1150"/>
                  </a:lnTo>
                  <a:lnTo>
                    <a:pt x="324" y="1150"/>
                  </a:lnTo>
                  <a:lnTo>
                    <a:pt x="324" y="1150"/>
                  </a:lnTo>
                  <a:lnTo>
                    <a:pt x="324" y="1150"/>
                  </a:lnTo>
                  <a:lnTo>
                    <a:pt x="324" y="1149"/>
                  </a:lnTo>
                  <a:lnTo>
                    <a:pt x="324" y="1148"/>
                  </a:lnTo>
                  <a:lnTo>
                    <a:pt x="324" y="1148"/>
                  </a:lnTo>
                  <a:lnTo>
                    <a:pt x="324" y="1147"/>
                  </a:lnTo>
                  <a:lnTo>
                    <a:pt x="325" y="1147"/>
                  </a:lnTo>
                  <a:lnTo>
                    <a:pt x="325" y="1146"/>
                  </a:lnTo>
                  <a:lnTo>
                    <a:pt x="324" y="1146"/>
                  </a:lnTo>
                  <a:lnTo>
                    <a:pt x="324" y="1146"/>
                  </a:lnTo>
                  <a:lnTo>
                    <a:pt x="324" y="1146"/>
                  </a:lnTo>
                  <a:lnTo>
                    <a:pt x="324" y="1145"/>
                  </a:lnTo>
                  <a:lnTo>
                    <a:pt x="324" y="1145"/>
                  </a:lnTo>
                  <a:lnTo>
                    <a:pt x="324" y="1144"/>
                  </a:lnTo>
                  <a:lnTo>
                    <a:pt x="324" y="1144"/>
                  </a:lnTo>
                  <a:lnTo>
                    <a:pt x="325" y="1144"/>
                  </a:lnTo>
                  <a:lnTo>
                    <a:pt x="325" y="1143"/>
                  </a:lnTo>
                  <a:lnTo>
                    <a:pt x="325" y="1143"/>
                  </a:lnTo>
                  <a:lnTo>
                    <a:pt x="325" y="1143"/>
                  </a:lnTo>
                  <a:lnTo>
                    <a:pt x="324" y="1143"/>
                  </a:lnTo>
                  <a:lnTo>
                    <a:pt x="324" y="1143"/>
                  </a:lnTo>
                  <a:lnTo>
                    <a:pt x="324" y="1143"/>
                  </a:lnTo>
                  <a:lnTo>
                    <a:pt x="325" y="1142"/>
                  </a:lnTo>
                  <a:lnTo>
                    <a:pt x="325" y="1143"/>
                  </a:lnTo>
                  <a:lnTo>
                    <a:pt x="326" y="1142"/>
                  </a:lnTo>
                  <a:lnTo>
                    <a:pt x="325" y="1142"/>
                  </a:lnTo>
                  <a:lnTo>
                    <a:pt x="325" y="1142"/>
                  </a:lnTo>
                  <a:lnTo>
                    <a:pt x="326" y="1142"/>
                  </a:lnTo>
                  <a:lnTo>
                    <a:pt x="326" y="1142"/>
                  </a:lnTo>
                  <a:lnTo>
                    <a:pt x="326" y="1142"/>
                  </a:lnTo>
                  <a:lnTo>
                    <a:pt x="326" y="1142"/>
                  </a:lnTo>
                  <a:lnTo>
                    <a:pt x="328" y="1142"/>
                  </a:lnTo>
                  <a:lnTo>
                    <a:pt x="328" y="1141"/>
                  </a:lnTo>
                  <a:lnTo>
                    <a:pt x="328" y="1140"/>
                  </a:lnTo>
                  <a:lnTo>
                    <a:pt x="328" y="1140"/>
                  </a:lnTo>
                  <a:lnTo>
                    <a:pt x="328" y="1140"/>
                  </a:lnTo>
                  <a:lnTo>
                    <a:pt x="328" y="1139"/>
                  </a:lnTo>
                  <a:lnTo>
                    <a:pt x="328" y="1140"/>
                  </a:lnTo>
                  <a:lnTo>
                    <a:pt x="329" y="1140"/>
                  </a:lnTo>
                  <a:lnTo>
                    <a:pt x="330" y="1140"/>
                  </a:lnTo>
                  <a:lnTo>
                    <a:pt x="330" y="1140"/>
                  </a:lnTo>
                  <a:lnTo>
                    <a:pt x="330" y="1140"/>
                  </a:lnTo>
                  <a:lnTo>
                    <a:pt x="332" y="1140"/>
                  </a:lnTo>
                  <a:lnTo>
                    <a:pt x="332" y="1140"/>
                  </a:lnTo>
                  <a:lnTo>
                    <a:pt x="331" y="1139"/>
                  </a:lnTo>
                  <a:lnTo>
                    <a:pt x="331" y="1139"/>
                  </a:lnTo>
                  <a:lnTo>
                    <a:pt x="331" y="1137"/>
                  </a:lnTo>
                  <a:lnTo>
                    <a:pt x="332" y="1137"/>
                  </a:lnTo>
                  <a:lnTo>
                    <a:pt x="332" y="1137"/>
                  </a:lnTo>
                  <a:lnTo>
                    <a:pt x="332" y="1136"/>
                  </a:lnTo>
                  <a:lnTo>
                    <a:pt x="331" y="1136"/>
                  </a:lnTo>
                  <a:lnTo>
                    <a:pt x="331" y="1137"/>
                  </a:lnTo>
                  <a:lnTo>
                    <a:pt x="331" y="1137"/>
                  </a:lnTo>
                  <a:lnTo>
                    <a:pt x="330" y="1136"/>
                  </a:lnTo>
                  <a:lnTo>
                    <a:pt x="330" y="1136"/>
                  </a:lnTo>
                  <a:lnTo>
                    <a:pt x="330" y="1135"/>
                  </a:lnTo>
                  <a:lnTo>
                    <a:pt x="332" y="1135"/>
                  </a:lnTo>
                  <a:lnTo>
                    <a:pt x="333" y="1135"/>
                  </a:lnTo>
                  <a:lnTo>
                    <a:pt x="334" y="1135"/>
                  </a:lnTo>
                  <a:lnTo>
                    <a:pt x="335" y="1135"/>
                  </a:lnTo>
                  <a:lnTo>
                    <a:pt x="335" y="1135"/>
                  </a:lnTo>
                  <a:lnTo>
                    <a:pt x="335" y="1135"/>
                  </a:lnTo>
                  <a:lnTo>
                    <a:pt x="335" y="1134"/>
                  </a:lnTo>
                  <a:lnTo>
                    <a:pt x="335" y="1133"/>
                  </a:lnTo>
                  <a:lnTo>
                    <a:pt x="335" y="1133"/>
                  </a:lnTo>
                  <a:lnTo>
                    <a:pt x="335" y="1133"/>
                  </a:lnTo>
                  <a:lnTo>
                    <a:pt x="337" y="1133"/>
                  </a:lnTo>
                  <a:lnTo>
                    <a:pt x="337" y="1133"/>
                  </a:lnTo>
                  <a:lnTo>
                    <a:pt x="337" y="1133"/>
                  </a:lnTo>
                  <a:lnTo>
                    <a:pt x="337" y="1133"/>
                  </a:lnTo>
                  <a:lnTo>
                    <a:pt x="337" y="1136"/>
                  </a:lnTo>
                  <a:lnTo>
                    <a:pt x="337" y="1136"/>
                  </a:lnTo>
                  <a:lnTo>
                    <a:pt x="337" y="1136"/>
                  </a:lnTo>
                  <a:lnTo>
                    <a:pt x="337" y="1136"/>
                  </a:lnTo>
                  <a:lnTo>
                    <a:pt x="337" y="1136"/>
                  </a:lnTo>
                  <a:lnTo>
                    <a:pt x="337" y="1137"/>
                  </a:lnTo>
                  <a:lnTo>
                    <a:pt x="336" y="1137"/>
                  </a:lnTo>
                  <a:lnTo>
                    <a:pt x="337" y="1137"/>
                  </a:lnTo>
                  <a:lnTo>
                    <a:pt x="337" y="1137"/>
                  </a:lnTo>
                  <a:lnTo>
                    <a:pt x="338" y="1137"/>
                  </a:lnTo>
                  <a:lnTo>
                    <a:pt x="338" y="1136"/>
                  </a:lnTo>
                  <a:lnTo>
                    <a:pt x="339" y="1136"/>
                  </a:lnTo>
                  <a:lnTo>
                    <a:pt x="341" y="1136"/>
                  </a:lnTo>
                  <a:lnTo>
                    <a:pt x="341" y="1136"/>
                  </a:lnTo>
                  <a:lnTo>
                    <a:pt x="342" y="1136"/>
                  </a:lnTo>
                  <a:lnTo>
                    <a:pt x="343" y="1135"/>
                  </a:lnTo>
                  <a:lnTo>
                    <a:pt x="345" y="1134"/>
                  </a:lnTo>
                  <a:lnTo>
                    <a:pt x="345" y="1134"/>
                  </a:lnTo>
                  <a:lnTo>
                    <a:pt x="345" y="1134"/>
                  </a:lnTo>
                  <a:lnTo>
                    <a:pt x="345" y="1134"/>
                  </a:lnTo>
                  <a:lnTo>
                    <a:pt x="346" y="1134"/>
                  </a:lnTo>
                  <a:lnTo>
                    <a:pt x="347" y="1133"/>
                  </a:lnTo>
                  <a:lnTo>
                    <a:pt x="346" y="1133"/>
                  </a:lnTo>
                  <a:lnTo>
                    <a:pt x="347" y="1132"/>
                  </a:lnTo>
                  <a:lnTo>
                    <a:pt x="349" y="1131"/>
                  </a:lnTo>
                  <a:lnTo>
                    <a:pt x="350" y="1131"/>
                  </a:lnTo>
                  <a:lnTo>
                    <a:pt x="351" y="1131"/>
                  </a:lnTo>
                  <a:lnTo>
                    <a:pt x="352" y="1131"/>
                  </a:lnTo>
                  <a:lnTo>
                    <a:pt x="353" y="1131"/>
                  </a:lnTo>
                  <a:lnTo>
                    <a:pt x="355" y="1132"/>
                  </a:lnTo>
                  <a:lnTo>
                    <a:pt x="356" y="1131"/>
                  </a:lnTo>
                  <a:lnTo>
                    <a:pt x="357" y="1130"/>
                  </a:lnTo>
                  <a:lnTo>
                    <a:pt x="357" y="1130"/>
                  </a:lnTo>
                  <a:lnTo>
                    <a:pt x="357" y="1130"/>
                  </a:lnTo>
                  <a:lnTo>
                    <a:pt x="358" y="1129"/>
                  </a:lnTo>
                  <a:lnTo>
                    <a:pt x="358" y="1129"/>
                  </a:lnTo>
                  <a:lnTo>
                    <a:pt x="359" y="1128"/>
                  </a:lnTo>
                  <a:lnTo>
                    <a:pt x="359" y="1128"/>
                  </a:lnTo>
                  <a:lnTo>
                    <a:pt x="360" y="1128"/>
                  </a:lnTo>
                  <a:lnTo>
                    <a:pt x="361" y="1125"/>
                  </a:lnTo>
                  <a:lnTo>
                    <a:pt x="362" y="1125"/>
                  </a:lnTo>
                  <a:lnTo>
                    <a:pt x="362" y="1124"/>
                  </a:lnTo>
                  <a:lnTo>
                    <a:pt x="363" y="1124"/>
                  </a:lnTo>
                  <a:lnTo>
                    <a:pt x="363" y="1124"/>
                  </a:lnTo>
                  <a:lnTo>
                    <a:pt x="364" y="1123"/>
                  </a:lnTo>
                  <a:lnTo>
                    <a:pt x="366" y="1122"/>
                  </a:lnTo>
                  <a:lnTo>
                    <a:pt x="366" y="1121"/>
                  </a:lnTo>
                  <a:lnTo>
                    <a:pt x="367" y="1121"/>
                  </a:lnTo>
                  <a:lnTo>
                    <a:pt x="367" y="1120"/>
                  </a:lnTo>
                  <a:lnTo>
                    <a:pt x="367" y="1120"/>
                  </a:lnTo>
                  <a:lnTo>
                    <a:pt x="368" y="1119"/>
                  </a:lnTo>
                  <a:lnTo>
                    <a:pt x="368" y="1118"/>
                  </a:lnTo>
                  <a:lnTo>
                    <a:pt x="368" y="1117"/>
                  </a:lnTo>
                  <a:lnTo>
                    <a:pt x="369" y="1115"/>
                  </a:lnTo>
                  <a:lnTo>
                    <a:pt x="370" y="1114"/>
                  </a:lnTo>
                  <a:lnTo>
                    <a:pt x="370" y="1114"/>
                  </a:lnTo>
                  <a:lnTo>
                    <a:pt x="371" y="1114"/>
                  </a:lnTo>
                  <a:lnTo>
                    <a:pt x="371" y="1113"/>
                  </a:lnTo>
                  <a:lnTo>
                    <a:pt x="371" y="1112"/>
                  </a:lnTo>
                  <a:lnTo>
                    <a:pt x="371" y="1112"/>
                  </a:lnTo>
                  <a:lnTo>
                    <a:pt x="367" y="1111"/>
                  </a:lnTo>
                  <a:lnTo>
                    <a:pt x="367" y="1111"/>
                  </a:lnTo>
                  <a:lnTo>
                    <a:pt x="367" y="1111"/>
                  </a:lnTo>
                  <a:lnTo>
                    <a:pt x="366" y="1112"/>
                  </a:lnTo>
                  <a:lnTo>
                    <a:pt x="366" y="1113"/>
                  </a:lnTo>
                  <a:lnTo>
                    <a:pt x="366" y="1113"/>
                  </a:lnTo>
                  <a:lnTo>
                    <a:pt x="365" y="1114"/>
                  </a:lnTo>
                  <a:lnTo>
                    <a:pt x="364" y="1115"/>
                  </a:lnTo>
                  <a:lnTo>
                    <a:pt x="362" y="1117"/>
                  </a:lnTo>
                  <a:lnTo>
                    <a:pt x="362" y="1118"/>
                  </a:lnTo>
                  <a:lnTo>
                    <a:pt x="361" y="1118"/>
                  </a:lnTo>
                  <a:lnTo>
                    <a:pt x="360" y="1120"/>
                  </a:lnTo>
                  <a:lnTo>
                    <a:pt x="360" y="1120"/>
                  </a:lnTo>
                  <a:lnTo>
                    <a:pt x="361" y="1120"/>
                  </a:lnTo>
                  <a:lnTo>
                    <a:pt x="361" y="1120"/>
                  </a:lnTo>
                  <a:lnTo>
                    <a:pt x="360" y="1120"/>
                  </a:lnTo>
                  <a:lnTo>
                    <a:pt x="359" y="1121"/>
                  </a:lnTo>
                  <a:lnTo>
                    <a:pt x="359" y="1121"/>
                  </a:lnTo>
                  <a:lnTo>
                    <a:pt x="359" y="1121"/>
                  </a:lnTo>
                  <a:lnTo>
                    <a:pt x="358" y="1122"/>
                  </a:lnTo>
                  <a:lnTo>
                    <a:pt x="358" y="1122"/>
                  </a:lnTo>
                  <a:lnTo>
                    <a:pt x="358" y="1123"/>
                  </a:lnTo>
                  <a:lnTo>
                    <a:pt x="358" y="1123"/>
                  </a:lnTo>
                  <a:lnTo>
                    <a:pt x="358" y="1124"/>
                  </a:lnTo>
                  <a:lnTo>
                    <a:pt x="357" y="1124"/>
                  </a:lnTo>
                  <a:lnTo>
                    <a:pt x="357" y="1124"/>
                  </a:lnTo>
                  <a:lnTo>
                    <a:pt x="356" y="1125"/>
                  </a:lnTo>
                  <a:lnTo>
                    <a:pt x="355" y="1126"/>
                  </a:lnTo>
                  <a:lnTo>
                    <a:pt x="354" y="1127"/>
                  </a:lnTo>
                  <a:lnTo>
                    <a:pt x="354" y="1128"/>
                  </a:lnTo>
                  <a:lnTo>
                    <a:pt x="353" y="1128"/>
                  </a:lnTo>
                  <a:lnTo>
                    <a:pt x="353" y="1130"/>
                  </a:lnTo>
                  <a:lnTo>
                    <a:pt x="352" y="1130"/>
                  </a:lnTo>
                  <a:lnTo>
                    <a:pt x="351" y="1130"/>
                  </a:lnTo>
                  <a:lnTo>
                    <a:pt x="352" y="1129"/>
                  </a:lnTo>
                  <a:lnTo>
                    <a:pt x="351" y="1129"/>
                  </a:lnTo>
                  <a:lnTo>
                    <a:pt x="350" y="1130"/>
                  </a:lnTo>
                  <a:lnTo>
                    <a:pt x="349" y="1130"/>
                  </a:lnTo>
                  <a:lnTo>
                    <a:pt x="348" y="1129"/>
                  </a:lnTo>
                  <a:lnTo>
                    <a:pt x="347" y="1129"/>
                  </a:lnTo>
                  <a:lnTo>
                    <a:pt x="347" y="1129"/>
                  </a:lnTo>
                  <a:lnTo>
                    <a:pt x="347" y="1130"/>
                  </a:lnTo>
                  <a:lnTo>
                    <a:pt x="345" y="1130"/>
                  </a:lnTo>
                  <a:lnTo>
                    <a:pt x="345" y="1130"/>
                  </a:lnTo>
                  <a:lnTo>
                    <a:pt x="344" y="1131"/>
                  </a:lnTo>
                  <a:lnTo>
                    <a:pt x="343" y="1130"/>
                  </a:lnTo>
                  <a:lnTo>
                    <a:pt x="342" y="1129"/>
                  </a:lnTo>
                  <a:lnTo>
                    <a:pt x="342" y="1129"/>
                  </a:lnTo>
                  <a:lnTo>
                    <a:pt x="343" y="1128"/>
                  </a:lnTo>
                  <a:lnTo>
                    <a:pt x="344" y="1128"/>
                  </a:lnTo>
                  <a:lnTo>
                    <a:pt x="345" y="1128"/>
                  </a:lnTo>
                  <a:lnTo>
                    <a:pt x="344" y="1128"/>
                  </a:lnTo>
                  <a:lnTo>
                    <a:pt x="344" y="1128"/>
                  </a:lnTo>
                  <a:lnTo>
                    <a:pt x="342" y="1128"/>
                  </a:lnTo>
                  <a:lnTo>
                    <a:pt x="341" y="1128"/>
                  </a:lnTo>
                  <a:lnTo>
                    <a:pt x="340" y="1127"/>
                  </a:lnTo>
                  <a:lnTo>
                    <a:pt x="339" y="1128"/>
                  </a:lnTo>
                  <a:lnTo>
                    <a:pt x="339" y="1128"/>
                  </a:lnTo>
                  <a:lnTo>
                    <a:pt x="339" y="1127"/>
                  </a:lnTo>
                  <a:lnTo>
                    <a:pt x="338" y="1127"/>
                  </a:lnTo>
                  <a:lnTo>
                    <a:pt x="338" y="1125"/>
                  </a:lnTo>
                  <a:lnTo>
                    <a:pt x="338" y="1125"/>
                  </a:lnTo>
                  <a:lnTo>
                    <a:pt x="338" y="1124"/>
                  </a:lnTo>
                  <a:lnTo>
                    <a:pt x="339" y="1123"/>
                  </a:lnTo>
                  <a:lnTo>
                    <a:pt x="339" y="1123"/>
                  </a:lnTo>
                  <a:lnTo>
                    <a:pt x="341" y="1123"/>
                  </a:lnTo>
                  <a:lnTo>
                    <a:pt x="341" y="1122"/>
                  </a:lnTo>
                  <a:lnTo>
                    <a:pt x="343" y="1122"/>
                  </a:lnTo>
                  <a:lnTo>
                    <a:pt x="343" y="1121"/>
                  </a:lnTo>
                  <a:lnTo>
                    <a:pt x="343" y="1121"/>
                  </a:lnTo>
                  <a:lnTo>
                    <a:pt x="344" y="1120"/>
                  </a:lnTo>
                  <a:lnTo>
                    <a:pt x="345" y="1120"/>
                  </a:lnTo>
                  <a:lnTo>
                    <a:pt x="345" y="1120"/>
                  </a:lnTo>
                  <a:lnTo>
                    <a:pt x="345" y="1120"/>
                  </a:lnTo>
                  <a:lnTo>
                    <a:pt x="345" y="1119"/>
                  </a:lnTo>
                  <a:lnTo>
                    <a:pt x="345" y="1118"/>
                  </a:lnTo>
                  <a:lnTo>
                    <a:pt x="344" y="1119"/>
                  </a:lnTo>
                  <a:lnTo>
                    <a:pt x="344" y="1118"/>
                  </a:lnTo>
                  <a:lnTo>
                    <a:pt x="343" y="1118"/>
                  </a:lnTo>
                  <a:lnTo>
                    <a:pt x="343" y="1117"/>
                  </a:lnTo>
                  <a:lnTo>
                    <a:pt x="342" y="1117"/>
                  </a:lnTo>
                  <a:lnTo>
                    <a:pt x="341" y="1117"/>
                  </a:lnTo>
                  <a:lnTo>
                    <a:pt x="341" y="1116"/>
                  </a:lnTo>
                  <a:lnTo>
                    <a:pt x="342" y="1116"/>
                  </a:lnTo>
                  <a:lnTo>
                    <a:pt x="342" y="1115"/>
                  </a:lnTo>
                  <a:lnTo>
                    <a:pt x="342" y="1115"/>
                  </a:lnTo>
                  <a:lnTo>
                    <a:pt x="343" y="1115"/>
                  </a:lnTo>
                  <a:lnTo>
                    <a:pt x="343" y="1114"/>
                  </a:lnTo>
                  <a:lnTo>
                    <a:pt x="343" y="1113"/>
                  </a:lnTo>
                  <a:lnTo>
                    <a:pt x="343" y="1113"/>
                  </a:lnTo>
                  <a:lnTo>
                    <a:pt x="343" y="1113"/>
                  </a:lnTo>
                  <a:lnTo>
                    <a:pt x="343" y="1112"/>
                  </a:lnTo>
                  <a:lnTo>
                    <a:pt x="342" y="1112"/>
                  </a:lnTo>
                  <a:lnTo>
                    <a:pt x="342" y="1114"/>
                  </a:lnTo>
                  <a:lnTo>
                    <a:pt x="341" y="1115"/>
                  </a:lnTo>
                  <a:lnTo>
                    <a:pt x="341" y="1115"/>
                  </a:lnTo>
                  <a:lnTo>
                    <a:pt x="341" y="1117"/>
                  </a:lnTo>
                  <a:lnTo>
                    <a:pt x="341" y="1117"/>
                  </a:lnTo>
                  <a:lnTo>
                    <a:pt x="340" y="1117"/>
                  </a:lnTo>
                  <a:lnTo>
                    <a:pt x="339" y="1118"/>
                  </a:lnTo>
                  <a:lnTo>
                    <a:pt x="338" y="1118"/>
                  </a:lnTo>
                  <a:lnTo>
                    <a:pt x="338" y="1119"/>
                  </a:lnTo>
                  <a:lnTo>
                    <a:pt x="338" y="1119"/>
                  </a:lnTo>
                  <a:lnTo>
                    <a:pt x="338" y="1120"/>
                  </a:lnTo>
                  <a:lnTo>
                    <a:pt x="337" y="1120"/>
                  </a:lnTo>
                  <a:lnTo>
                    <a:pt x="337" y="1120"/>
                  </a:lnTo>
                  <a:lnTo>
                    <a:pt x="337" y="1120"/>
                  </a:lnTo>
                  <a:lnTo>
                    <a:pt x="336" y="1120"/>
                  </a:lnTo>
                  <a:lnTo>
                    <a:pt x="336" y="1120"/>
                  </a:lnTo>
                  <a:lnTo>
                    <a:pt x="334" y="1120"/>
                  </a:lnTo>
                  <a:lnTo>
                    <a:pt x="333" y="1122"/>
                  </a:lnTo>
                  <a:lnTo>
                    <a:pt x="333" y="1122"/>
                  </a:lnTo>
                  <a:lnTo>
                    <a:pt x="332" y="1122"/>
                  </a:lnTo>
                  <a:lnTo>
                    <a:pt x="332" y="1123"/>
                  </a:lnTo>
                  <a:lnTo>
                    <a:pt x="332" y="1123"/>
                  </a:lnTo>
                  <a:lnTo>
                    <a:pt x="331" y="1123"/>
                  </a:lnTo>
                  <a:lnTo>
                    <a:pt x="331" y="1124"/>
                  </a:lnTo>
                  <a:lnTo>
                    <a:pt x="330" y="1124"/>
                  </a:lnTo>
                  <a:lnTo>
                    <a:pt x="329" y="1124"/>
                  </a:lnTo>
                  <a:lnTo>
                    <a:pt x="329" y="1124"/>
                  </a:lnTo>
                  <a:lnTo>
                    <a:pt x="328" y="1125"/>
                  </a:lnTo>
                  <a:lnTo>
                    <a:pt x="328" y="1126"/>
                  </a:lnTo>
                  <a:lnTo>
                    <a:pt x="325" y="1128"/>
                  </a:lnTo>
                  <a:lnTo>
                    <a:pt x="325" y="1128"/>
                  </a:lnTo>
                  <a:lnTo>
                    <a:pt x="324" y="1128"/>
                  </a:lnTo>
                  <a:lnTo>
                    <a:pt x="324" y="1129"/>
                  </a:lnTo>
                  <a:lnTo>
                    <a:pt x="323" y="1130"/>
                  </a:lnTo>
                  <a:lnTo>
                    <a:pt x="323" y="1131"/>
                  </a:lnTo>
                  <a:lnTo>
                    <a:pt x="322" y="1131"/>
                  </a:lnTo>
                  <a:lnTo>
                    <a:pt x="319" y="1132"/>
                  </a:lnTo>
                  <a:lnTo>
                    <a:pt x="318" y="1133"/>
                  </a:lnTo>
                  <a:lnTo>
                    <a:pt x="318" y="1132"/>
                  </a:lnTo>
                  <a:lnTo>
                    <a:pt x="316" y="1133"/>
                  </a:lnTo>
                  <a:lnTo>
                    <a:pt x="316" y="1133"/>
                  </a:lnTo>
                  <a:lnTo>
                    <a:pt x="315" y="1133"/>
                  </a:lnTo>
                  <a:lnTo>
                    <a:pt x="315" y="1133"/>
                  </a:lnTo>
                  <a:lnTo>
                    <a:pt x="314" y="1133"/>
                  </a:lnTo>
                  <a:lnTo>
                    <a:pt x="313" y="1133"/>
                  </a:lnTo>
                  <a:lnTo>
                    <a:pt x="313" y="1133"/>
                  </a:lnTo>
                  <a:lnTo>
                    <a:pt x="313" y="1133"/>
                  </a:lnTo>
                  <a:lnTo>
                    <a:pt x="312" y="1132"/>
                  </a:lnTo>
                  <a:lnTo>
                    <a:pt x="312" y="1131"/>
                  </a:lnTo>
                  <a:lnTo>
                    <a:pt x="311" y="1131"/>
                  </a:lnTo>
                  <a:lnTo>
                    <a:pt x="311" y="1130"/>
                  </a:lnTo>
                  <a:lnTo>
                    <a:pt x="311" y="1130"/>
                  </a:lnTo>
                  <a:lnTo>
                    <a:pt x="310" y="1125"/>
                  </a:lnTo>
                  <a:lnTo>
                    <a:pt x="310" y="1124"/>
                  </a:lnTo>
                  <a:lnTo>
                    <a:pt x="310" y="1124"/>
                  </a:lnTo>
                  <a:lnTo>
                    <a:pt x="310" y="1125"/>
                  </a:lnTo>
                  <a:lnTo>
                    <a:pt x="309" y="1125"/>
                  </a:lnTo>
                  <a:lnTo>
                    <a:pt x="309" y="1126"/>
                  </a:lnTo>
                  <a:lnTo>
                    <a:pt x="309" y="1126"/>
                  </a:lnTo>
                  <a:lnTo>
                    <a:pt x="309" y="1128"/>
                  </a:lnTo>
                  <a:lnTo>
                    <a:pt x="309" y="1128"/>
                  </a:lnTo>
                  <a:lnTo>
                    <a:pt x="309" y="1128"/>
                  </a:lnTo>
                  <a:lnTo>
                    <a:pt x="308" y="1128"/>
                  </a:lnTo>
                  <a:lnTo>
                    <a:pt x="308" y="1128"/>
                  </a:lnTo>
                  <a:lnTo>
                    <a:pt x="308" y="1128"/>
                  </a:lnTo>
                  <a:lnTo>
                    <a:pt x="307" y="1125"/>
                  </a:lnTo>
                  <a:lnTo>
                    <a:pt x="307" y="1124"/>
                  </a:lnTo>
                  <a:lnTo>
                    <a:pt x="307" y="1124"/>
                  </a:lnTo>
                  <a:lnTo>
                    <a:pt x="306" y="1124"/>
                  </a:lnTo>
                  <a:lnTo>
                    <a:pt x="306" y="1123"/>
                  </a:lnTo>
                  <a:lnTo>
                    <a:pt x="307" y="1122"/>
                  </a:lnTo>
                  <a:lnTo>
                    <a:pt x="306" y="1120"/>
                  </a:lnTo>
                  <a:lnTo>
                    <a:pt x="306" y="1120"/>
                  </a:lnTo>
                  <a:lnTo>
                    <a:pt x="306" y="1120"/>
                  </a:lnTo>
                  <a:lnTo>
                    <a:pt x="306" y="1120"/>
                  </a:lnTo>
                  <a:lnTo>
                    <a:pt x="307" y="1120"/>
                  </a:lnTo>
                  <a:lnTo>
                    <a:pt x="307" y="1120"/>
                  </a:lnTo>
                  <a:lnTo>
                    <a:pt x="307" y="1120"/>
                  </a:lnTo>
                  <a:lnTo>
                    <a:pt x="308" y="1120"/>
                  </a:lnTo>
                  <a:lnTo>
                    <a:pt x="307" y="1118"/>
                  </a:lnTo>
                  <a:lnTo>
                    <a:pt x="308" y="1116"/>
                  </a:lnTo>
                  <a:lnTo>
                    <a:pt x="308" y="1116"/>
                  </a:lnTo>
                  <a:lnTo>
                    <a:pt x="308" y="1116"/>
                  </a:lnTo>
                  <a:lnTo>
                    <a:pt x="308" y="1116"/>
                  </a:lnTo>
                  <a:lnTo>
                    <a:pt x="309" y="1117"/>
                  </a:lnTo>
                  <a:lnTo>
                    <a:pt x="309" y="1118"/>
                  </a:lnTo>
                  <a:lnTo>
                    <a:pt x="310" y="1118"/>
                  </a:lnTo>
                  <a:lnTo>
                    <a:pt x="309" y="1117"/>
                  </a:lnTo>
                  <a:lnTo>
                    <a:pt x="310" y="1117"/>
                  </a:lnTo>
                  <a:lnTo>
                    <a:pt x="310" y="1117"/>
                  </a:lnTo>
                  <a:lnTo>
                    <a:pt x="310" y="1115"/>
                  </a:lnTo>
                  <a:lnTo>
                    <a:pt x="309" y="1115"/>
                  </a:lnTo>
                  <a:lnTo>
                    <a:pt x="308" y="1113"/>
                  </a:lnTo>
                  <a:lnTo>
                    <a:pt x="308" y="1113"/>
                  </a:lnTo>
                  <a:lnTo>
                    <a:pt x="308" y="1113"/>
                  </a:lnTo>
                  <a:lnTo>
                    <a:pt x="307" y="1113"/>
                  </a:lnTo>
                  <a:lnTo>
                    <a:pt x="307" y="1111"/>
                  </a:lnTo>
                  <a:lnTo>
                    <a:pt x="307" y="1108"/>
                  </a:lnTo>
                  <a:lnTo>
                    <a:pt x="308" y="1108"/>
                  </a:lnTo>
                  <a:lnTo>
                    <a:pt x="308" y="1107"/>
                  </a:lnTo>
                  <a:lnTo>
                    <a:pt x="310" y="1106"/>
                  </a:lnTo>
                  <a:lnTo>
                    <a:pt x="311" y="1105"/>
                  </a:lnTo>
                  <a:lnTo>
                    <a:pt x="310" y="1104"/>
                  </a:lnTo>
                  <a:lnTo>
                    <a:pt x="309" y="1104"/>
                  </a:lnTo>
                  <a:lnTo>
                    <a:pt x="308" y="1103"/>
                  </a:lnTo>
                  <a:lnTo>
                    <a:pt x="308" y="1103"/>
                  </a:lnTo>
                  <a:lnTo>
                    <a:pt x="307" y="1104"/>
                  </a:lnTo>
                  <a:lnTo>
                    <a:pt x="304" y="1104"/>
                  </a:lnTo>
                  <a:lnTo>
                    <a:pt x="303" y="1104"/>
                  </a:lnTo>
                  <a:lnTo>
                    <a:pt x="302" y="1103"/>
                  </a:lnTo>
                  <a:lnTo>
                    <a:pt x="302" y="1102"/>
                  </a:lnTo>
                  <a:lnTo>
                    <a:pt x="301" y="1101"/>
                  </a:lnTo>
                  <a:lnTo>
                    <a:pt x="301" y="1098"/>
                  </a:lnTo>
                  <a:lnTo>
                    <a:pt x="301" y="1098"/>
                  </a:lnTo>
                  <a:lnTo>
                    <a:pt x="300" y="1097"/>
                  </a:lnTo>
                  <a:lnTo>
                    <a:pt x="300" y="1095"/>
                  </a:lnTo>
                  <a:lnTo>
                    <a:pt x="300" y="1095"/>
                  </a:lnTo>
                  <a:lnTo>
                    <a:pt x="299" y="1095"/>
                  </a:lnTo>
                  <a:lnTo>
                    <a:pt x="299" y="1093"/>
                  </a:lnTo>
                  <a:lnTo>
                    <a:pt x="299" y="1093"/>
                  </a:lnTo>
                  <a:lnTo>
                    <a:pt x="300" y="1093"/>
                  </a:lnTo>
                  <a:lnTo>
                    <a:pt x="300" y="1091"/>
                  </a:lnTo>
                  <a:lnTo>
                    <a:pt x="299" y="1089"/>
                  </a:lnTo>
                  <a:lnTo>
                    <a:pt x="300" y="1089"/>
                  </a:lnTo>
                  <a:lnTo>
                    <a:pt x="300" y="1086"/>
                  </a:lnTo>
                  <a:lnTo>
                    <a:pt x="300" y="1085"/>
                  </a:lnTo>
                  <a:lnTo>
                    <a:pt x="299" y="1085"/>
                  </a:lnTo>
                  <a:lnTo>
                    <a:pt x="300" y="1085"/>
                  </a:lnTo>
                  <a:lnTo>
                    <a:pt x="300" y="1083"/>
                  </a:lnTo>
                  <a:lnTo>
                    <a:pt x="301" y="1083"/>
                  </a:lnTo>
                  <a:lnTo>
                    <a:pt x="301" y="1081"/>
                  </a:lnTo>
                  <a:lnTo>
                    <a:pt x="302" y="1077"/>
                  </a:lnTo>
                  <a:lnTo>
                    <a:pt x="302" y="1074"/>
                  </a:lnTo>
                  <a:lnTo>
                    <a:pt x="302" y="1072"/>
                  </a:lnTo>
                  <a:lnTo>
                    <a:pt x="302" y="1070"/>
                  </a:lnTo>
                  <a:lnTo>
                    <a:pt x="303" y="1070"/>
                  </a:lnTo>
                  <a:lnTo>
                    <a:pt x="303" y="1069"/>
                  </a:lnTo>
                  <a:lnTo>
                    <a:pt x="303" y="1069"/>
                  </a:lnTo>
                  <a:lnTo>
                    <a:pt x="303" y="1069"/>
                  </a:lnTo>
                  <a:lnTo>
                    <a:pt x="304" y="1068"/>
                  </a:lnTo>
                  <a:lnTo>
                    <a:pt x="303" y="1068"/>
                  </a:lnTo>
                  <a:lnTo>
                    <a:pt x="303" y="1068"/>
                  </a:lnTo>
                  <a:lnTo>
                    <a:pt x="303" y="1068"/>
                  </a:lnTo>
                  <a:lnTo>
                    <a:pt x="302" y="1067"/>
                  </a:lnTo>
                  <a:lnTo>
                    <a:pt x="303" y="1067"/>
                  </a:lnTo>
                  <a:lnTo>
                    <a:pt x="303" y="1066"/>
                  </a:lnTo>
                  <a:lnTo>
                    <a:pt x="303" y="1066"/>
                  </a:lnTo>
                  <a:lnTo>
                    <a:pt x="303" y="1066"/>
                  </a:lnTo>
                  <a:lnTo>
                    <a:pt x="304" y="1067"/>
                  </a:lnTo>
                  <a:lnTo>
                    <a:pt x="304" y="1068"/>
                  </a:lnTo>
                  <a:lnTo>
                    <a:pt x="305" y="1068"/>
                  </a:lnTo>
                  <a:lnTo>
                    <a:pt x="305" y="1068"/>
                  </a:lnTo>
                  <a:lnTo>
                    <a:pt x="305" y="1067"/>
                  </a:lnTo>
                  <a:lnTo>
                    <a:pt x="305" y="1067"/>
                  </a:lnTo>
                  <a:lnTo>
                    <a:pt x="305" y="1064"/>
                  </a:lnTo>
                  <a:lnTo>
                    <a:pt x="305" y="1064"/>
                  </a:lnTo>
                  <a:lnTo>
                    <a:pt x="304" y="1064"/>
                  </a:lnTo>
                  <a:lnTo>
                    <a:pt x="304" y="1063"/>
                  </a:lnTo>
                  <a:lnTo>
                    <a:pt x="304" y="1063"/>
                  </a:lnTo>
                  <a:lnTo>
                    <a:pt x="305" y="1062"/>
                  </a:lnTo>
                  <a:lnTo>
                    <a:pt x="305" y="1061"/>
                  </a:lnTo>
                  <a:lnTo>
                    <a:pt x="306" y="1061"/>
                  </a:lnTo>
                  <a:lnTo>
                    <a:pt x="306" y="1061"/>
                  </a:lnTo>
                  <a:lnTo>
                    <a:pt x="306" y="1061"/>
                  </a:lnTo>
                  <a:lnTo>
                    <a:pt x="306" y="1061"/>
                  </a:lnTo>
                  <a:lnTo>
                    <a:pt x="306" y="1061"/>
                  </a:lnTo>
                  <a:lnTo>
                    <a:pt x="306" y="1061"/>
                  </a:lnTo>
                  <a:lnTo>
                    <a:pt x="306" y="1061"/>
                  </a:lnTo>
                  <a:lnTo>
                    <a:pt x="307" y="1062"/>
                  </a:lnTo>
                  <a:lnTo>
                    <a:pt x="306" y="1062"/>
                  </a:lnTo>
                  <a:lnTo>
                    <a:pt x="307" y="1062"/>
                  </a:lnTo>
                  <a:lnTo>
                    <a:pt x="307" y="1062"/>
                  </a:lnTo>
                  <a:lnTo>
                    <a:pt x="308" y="1061"/>
                  </a:lnTo>
                  <a:lnTo>
                    <a:pt x="308" y="1061"/>
                  </a:lnTo>
                  <a:lnTo>
                    <a:pt x="307" y="1061"/>
                  </a:lnTo>
                  <a:lnTo>
                    <a:pt x="307" y="1060"/>
                  </a:lnTo>
                  <a:lnTo>
                    <a:pt x="307" y="1060"/>
                  </a:lnTo>
                  <a:lnTo>
                    <a:pt x="307" y="1060"/>
                  </a:lnTo>
                  <a:lnTo>
                    <a:pt x="308" y="1059"/>
                  </a:lnTo>
                  <a:lnTo>
                    <a:pt x="310" y="1059"/>
                  </a:lnTo>
                  <a:lnTo>
                    <a:pt x="310" y="1061"/>
                  </a:lnTo>
                  <a:lnTo>
                    <a:pt x="311" y="1061"/>
                  </a:lnTo>
                  <a:lnTo>
                    <a:pt x="311" y="1061"/>
                  </a:lnTo>
                  <a:lnTo>
                    <a:pt x="311" y="1061"/>
                  </a:lnTo>
                  <a:lnTo>
                    <a:pt x="311" y="1062"/>
                  </a:lnTo>
                  <a:lnTo>
                    <a:pt x="311" y="1062"/>
                  </a:lnTo>
                  <a:lnTo>
                    <a:pt x="311" y="1063"/>
                  </a:lnTo>
                  <a:lnTo>
                    <a:pt x="311" y="1063"/>
                  </a:lnTo>
                  <a:lnTo>
                    <a:pt x="311" y="1062"/>
                  </a:lnTo>
                  <a:lnTo>
                    <a:pt x="312" y="1062"/>
                  </a:lnTo>
                  <a:lnTo>
                    <a:pt x="312" y="1063"/>
                  </a:lnTo>
                  <a:lnTo>
                    <a:pt x="312" y="1063"/>
                  </a:lnTo>
                  <a:lnTo>
                    <a:pt x="312" y="1063"/>
                  </a:lnTo>
                  <a:lnTo>
                    <a:pt x="314" y="1063"/>
                  </a:lnTo>
                  <a:lnTo>
                    <a:pt x="314" y="1063"/>
                  </a:lnTo>
                  <a:lnTo>
                    <a:pt x="314" y="1063"/>
                  </a:lnTo>
                  <a:lnTo>
                    <a:pt x="314" y="1063"/>
                  </a:lnTo>
                  <a:lnTo>
                    <a:pt x="315" y="1063"/>
                  </a:lnTo>
                  <a:lnTo>
                    <a:pt x="314" y="1063"/>
                  </a:lnTo>
                  <a:lnTo>
                    <a:pt x="315" y="1063"/>
                  </a:lnTo>
                  <a:lnTo>
                    <a:pt x="315" y="1063"/>
                  </a:lnTo>
                  <a:lnTo>
                    <a:pt x="314" y="1064"/>
                  </a:lnTo>
                  <a:lnTo>
                    <a:pt x="315" y="1065"/>
                  </a:lnTo>
                  <a:lnTo>
                    <a:pt x="315" y="1065"/>
                  </a:lnTo>
                  <a:lnTo>
                    <a:pt x="315" y="1065"/>
                  </a:lnTo>
                  <a:lnTo>
                    <a:pt x="315" y="1064"/>
                  </a:lnTo>
                  <a:lnTo>
                    <a:pt x="315" y="1065"/>
                  </a:lnTo>
                  <a:lnTo>
                    <a:pt x="316" y="1066"/>
                  </a:lnTo>
                  <a:lnTo>
                    <a:pt x="316" y="1066"/>
                  </a:lnTo>
                  <a:lnTo>
                    <a:pt x="316" y="1068"/>
                  </a:lnTo>
                  <a:lnTo>
                    <a:pt x="317" y="1068"/>
                  </a:lnTo>
                  <a:lnTo>
                    <a:pt x="317" y="1067"/>
                  </a:lnTo>
                  <a:lnTo>
                    <a:pt x="318" y="1067"/>
                  </a:lnTo>
                  <a:lnTo>
                    <a:pt x="319" y="1067"/>
                  </a:lnTo>
                  <a:lnTo>
                    <a:pt x="319" y="1068"/>
                  </a:lnTo>
                  <a:lnTo>
                    <a:pt x="319" y="1068"/>
                  </a:lnTo>
                  <a:lnTo>
                    <a:pt x="319" y="1068"/>
                  </a:lnTo>
                  <a:lnTo>
                    <a:pt x="319" y="1068"/>
                  </a:lnTo>
                  <a:lnTo>
                    <a:pt x="320" y="1069"/>
                  </a:lnTo>
                  <a:lnTo>
                    <a:pt x="320" y="1069"/>
                  </a:lnTo>
                  <a:lnTo>
                    <a:pt x="321" y="1069"/>
                  </a:lnTo>
                  <a:lnTo>
                    <a:pt x="321" y="1070"/>
                  </a:lnTo>
                  <a:lnTo>
                    <a:pt x="320" y="1070"/>
                  </a:lnTo>
                  <a:lnTo>
                    <a:pt x="319" y="1070"/>
                  </a:lnTo>
                  <a:lnTo>
                    <a:pt x="319" y="1071"/>
                  </a:lnTo>
                  <a:lnTo>
                    <a:pt x="320" y="1072"/>
                  </a:lnTo>
                  <a:lnTo>
                    <a:pt x="322" y="1072"/>
                  </a:lnTo>
                  <a:lnTo>
                    <a:pt x="322" y="1072"/>
                  </a:lnTo>
                  <a:lnTo>
                    <a:pt x="324" y="1072"/>
                  </a:lnTo>
                  <a:lnTo>
                    <a:pt x="324" y="1072"/>
                  </a:lnTo>
                  <a:lnTo>
                    <a:pt x="324" y="1072"/>
                  </a:lnTo>
                  <a:lnTo>
                    <a:pt x="324" y="1072"/>
                  </a:lnTo>
                  <a:lnTo>
                    <a:pt x="324" y="1072"/>
                  </a:lnTo>
                  <a:lnTo>
                    <a:pt x="324" y="1072"/>
                  </a:lnTo>
                  <a:lnTo>
                    <a:pt x="325" y="1073"/>
                  </a:lnTo>
                  <a:lnTo>
                    <a:pt x="326" y="1073"/>
                  </a:lnTo>
                  <a:lnTo>
                    <a:pt x="326" y="1072"/>
                  </a:lnTo>
                  <a:lnTo>
                    <a:pt x="325" y="1072"/>
                  </a:lnTo>
                  <a:lnTo>
                    <a:pt x="325" y="1072"/>
                  </a:lnTo>
                  <a:lnTo>
                    <a:pt x="326" y="1072"/>
                  </a:lnTo>
                  <a:lnTo>
                    <a:pt x="326" y="1072"/>
                  </a:lnTo>
                  <a:lnTo>
                    <a:pt x="326" y="1072"/>
                  </a:lnTo>
                  <a:lnTo>
                    <a:pt x="326" y="1072"/>
                  </a:lnTo>
                  <a:lnTo>
                    <a:pt x="325" y="1071"/>
                  </a:lnTo>
                  <a:lnTo>
                    <a:pt x="325" y="1070"/>
                  </a:lnTo>
                  <a:lnTo>
                    <a:pt x="325" y="1070"/>
                  </a:lnTo>
                  <a:lnTo>
                    <a:pt x="325" y="1069"/>
                  </a:lnTo>
                  <a:lnTo>
                    <a:pt x="326" y="1069"/>
                  </a:lnTo>
                  <a:lnTo>
                    <a:pt x="327" y="1069"/>
                  </a:lnTo>
                  <a:lnTo>
                    <a:pt x="327" y="1070"/>
                  </a:lnTo>
                  <a:lnTo>
                    <a:pt x="328" y="1071"/>
                  </a:lnTo>
                  <a:lnTo>
                    <a:pt x="328" y="1072"/>
                  </a:lnTo>
                  <a:lnTo>
                    <a:pt x="328" y="1072"/>
                  </a:lnTo>
                  <a:lnTo>
                    <a:pt x="328" y="1073"/>
                  </a:lnTo>
                  <a:lnTo>
                    <a:pt x="328" y="1073"/>
                  </a:lnTo>
                  <a:lnTo>
                    <a:pt x="328" y="1073"/>
                  </a:lnTo>
                  <a:lnTo>
                    <a:pt x="328" y="1076"/>
                  </a:lnTo>
                  <a:lnTo>
                    <a:pt x="328" y="1076"/>
                  </a:lnTo>
                  <a:lnTo>
                    <a:pt x="328" y="1076"/>
                  </a:lnTo>
                  <a:lnTo>
                    <a:pt x="328" y="1077"/>
                  </a:lnTo>
                  <a:lnTo>
                    <a:pt x="329" y="1077"/>
                  </a:lnTo>
                  <a:lnTo>
                    <a:pt x="329" y="1077"/>
                  </a:lnTo>
                  <a:lnTo>
                    <a:pt x="331" y="1078"/>
                  </a:lnTo>
                  <a:lnTo>
                    <a:pt x="331" y="1078"/>
                  </a:lnTo>
                  <a:lnTo>
                    <a:pt x="332" y="1079"/>
                  </a:lnTo>
                  <a:lnTo>
                    <a:pt x="332" y="1078"/>
                  </a:lnTo>
                  <a:lnTo>
                    <a:pt x="332" y="1078"/>
                  </a:lnTo>
                  <a:lnTo>
                    <a:pt x="332" y="1080"/>
                  </a:lnTo>
                  <a:lnTo>
                    <a:pt x="333" y="1080"/>
                  </a:lnTo>
                  <a:lnTo>
                    <a:pt x="333" y="1081"/>
                  </a:lnTo>
                  <a:lnTo>
                    <a:pt x="333" y="1081"/>
                  </a:lnTo>
                  <a:lnTo>
                    <a:pt x="334" y="1082"/>
                  </a:lnTo>
                  <a:lnTo>
                    <a:pt x="334" y="1082"/>
                  </a:lnTo>
                  <a:lnTo>
                    <a:pt x="335" y="1081"/>
                  </a:lnTo>
                  <a:lnTo>
                    <a:pt x="335" y="1082"/>
                  </a:lnTo>
                  <a:lnTo>
                    <a:pt x="336" y="1083"/>
                  </a:lnTo>
                  <a:lnTo>
                    <a:pt x="336" y="1084"/>
                  </a:lnTo>
                  <a:lnTo>
                    <a:pt x="337" y="1083"/>
                  </a:lnTo>
                  <a:lnTo>
                    <a:pt x="337" y="1082"/>
                  </a:lnTo>
                  <a:lnTo>
                    <a:pt x="337" y="1082"/>
                  </a:lnTo>
                  <a:lnTo>
                    <a:pt x="337" y="1081"/>
                  </a:lnTo>
                  <a:lnTo>
                    <a:pt x="336" y="1081"/>
                  </a:lnTo>
                  <a:lnTo>
                    <a:pt x="337" y="1079"/>
                  </a:lnTo>
                  <a:lnTo>
                    <a:pt x="336" y="1078"/>
                  </a:lnTo>
                  <a:lnTo>
                    <a:pt x="336" y="1076"/>
                  </a:lnTo>
                  <a:lnTo>
                    <a:pt x="336" y="1076"/>
                  </a:lnTo>
                  <a:lnTo>
                    <a:pt x="335" y="1076"/>
                  </a:lnTo>
                  <a:lnTo>
                    <a:pt x="335" y="1076"/>
                  </a:lnTo>
                  <a:lnTo>
                    <a:pt x="335" y="1075"/>
                  </a:lnTo>
                  <a:lnTo>
                    <a:pt x="335" y="1074"/>
                  </a:lnTo>
                  <a:lnTo>
                    <a:pt x="335" y="1074"/>
                  </a:lnTo>
                  <a:lnTo>
                    <a:pt x="335" y="1073"/>
                  </a:lnTo>
                  <a:lnTo>
                    <a:pt x="335" y="1073"/>
                  </a:lnTo>
                  <a:lnTo>
                    <a:pt x="335" y="1072"/>
                  </a:lnTo>
                  <a:lnTo>
                    <a:pt x="336" y="1072"/>
                  </a:lnTo>
                  <a:lnTo>
                    <a:pt x="335" y="1073"/>
                  </a:lnTo>
                  <a:lnTo>
                    <a:pt x="337" y="1073"/>
                  </a:lnTo>
                  <a:lnTo>
                    <a:pt x="337" y="1075"/>
                  </a:lnTo>
                  <a:lnTo>
                    <a:pt x="337" y="1075"/>
                  </a:lnTo>
                  <a:lnTo>
                    <a:pt x="337" y="1076"/>
                  </a:lnTo>
                  <a:lnTo>
                    <a:pt x="337" y="1076"/>
                  </a:lnTo>
                  <a:lnTo>
                    <a:pt x="338" y="1075"/>
                  </a:lnTo>
                  <a:lnTo>
                    <a:pt x="340" y="1076"/>
                  </a:lnTo>
                  <a:lnTo>
                    <a:pt x="340" y="1076"/>
                  </a:lnTo>
                  <a:lnTo>
                    <a:pt x="339" y="1077"/>
                  </a:lnTo>
                  <a:lnTo>
                    <a:pt x="340" y="1077"/>
                  </a:lnTo>
                  <a:lnTo>
                    <a:pt x="339" y="1079"/>
                  </a:lnTo>
                  <a:lnTo>
                    <a:pt x="339" y="1080"/>
                  </a:lnTo>
                  <a:lnTo>
                    <a:pt x="341" y="1080"/>
                  </a:lnTo>
                  <a:lnTo>
                    <a:pt x="341" y="1079"/>
                  </a:lnTo>
                  <a:lnTo>
                    <a:pt x="341" y="1079"/>
                  </a:lnTo>
                  <a:lnTo>
                    <a:pt x="341" y="1078"/>
                  </a:lnTo>
                  <a:lnTo>
                    <a:pt x="341" y="1077"/>
                  </a:lnTo>
                  <a:lnTo>
                    <a:pt x="341" y="1076"/>
                  </a:lnTo>
                  <a:lnTo>
                    <a:pt x="341" y="1077"/>
                  </a:lnTo>
                  <a:lnTo>
                    <a:pt x="341" y="1078"/>
                  </a:lnTo>
                  <a:lnTo>
                    <a:pt x="343" y="1076"/>
                  </a:lnTo>
                  <a:lnTo>
                    <a:pt x="344" y="1076"/>
                  </a:lnTo>
                  <a:lnTo>
                    <a:pt x="344" y="1076"/>
                  </a:lnTo>
                  <a:lnTo>
                    <a:pt x="345" y="1076"/>
                  </a:lnTo>
                  <a:lnTo>
                    <a:pt x="345" y="1076"/>
                  </a:lnTo>
                  <a:lnTo>
                    <a:pt x="345" y="1077"/>
                  </a:lnTo>
                  <a:lnTo>
                    <a:pt x="346" y="1077"/>
                  </a:lnTo>
                  <a:lnTo>
                    <a:pt x="346" y="1076"/>
                  </a:lnTo>
                  <a:lnTo>
                    <a:pt x="346" y="1076"/>
                  </a:lnTo>
                  <a:lnTo>
                    <a:pt x="347" y="1076"/>
                  </a:lnTo>
                  <a:lnTo>
                    <a:pt x="348" y="1076"/>
                  </a:lnTo>
                  <a:lnTo>
                    <a:pt x="348" y="1076"/>
                  </a:lnTo>
                  <a:lnTo>
                    <a:pt x="349" y="1077"/>
                  </a:lnTo>
                  <a:lnTo>
                    <a:pt x="349" y="1077"/>
                  </a:lnTo>
                  <a:lnTo>
                    <a:pt x="349" y="1077"/>
                  </a:lnTo>
                  <a:lnTo>
                    <a:pt x="349" y="1077"/>
                  </a:lnTo>
                  <a:lnTo>
                    <a:pt x="349" y="1076"/>
                  </a:lnTo>
                  <a:lnTo>
                    <a:pt x="348" y="1076"/>
                  </a:lnTo>
                  <a:lnTo>
                    <a:pt x="348" y="1076"/>
                  </a:lnTo>
                  <a:lnTo>
                    <a:pt x="349" y="1076"/>
                  </a:lnTo>
                  <a:lnTo>
                    <a:pt x="350" y="1075"/>
                  </a:lnTo>
                  <a:lnTo>
                    <a:pt x="350" y="1076"/>
                  </a:lnTo>
                  <a:lnTo>
                    <a:pt x="350" y="1076"/>
                  </a:lnTo>
                  <a:lnTo>
                    <a:pt x="350" y="1076"/>
                  </a:lnTo>
                  <a:lnTo>
                    <a:pt x="351" y="1076"/>
                  </a:lnTo>
                  <a:lnTo>
                    <a:pt x="351" y="1076"/>
                  </a:lnTo>
                  <a:lnTo>
                    <a:pt x="351" y="1076"/>
                  </a:lnTo>
                  <a:lnTo>
                    <a:pt x="350" y="1076"/>
                  </a:lnTo>
                  <a:lnTo>
                    <a:pt x="350" y="1075"/>
                  </a:lnTo>
                  <a:lnTo>
                    <a:pt x="351" y="1075"/>
                  </a:lnTo>
                  <a:lnTo>
                    <a:pt x="351" y="1075"/>
                  </a:lnTo>
                  <a:lnTo>
                    <a:pt x="351" y="1076"/>
                  </a:lnTo>
                  <a:lnTo>
                    <a:pt x="351" y="1075"/>
                  </a:lnTo>
                  <a:lnTo>
                    <a:pt x="352" y="1075"/>
                  </a:lnTo>
                  <a:lnTo>
                    <a:pt x="352" y="1076"/>
                  </a:lnTo>
                  <a:lnTo>
                    <a:pt x="353" y="1076"/>
                  </a:lnTo>
                  <a:lnTo>
                    <a:pt x="353" y="1076"/>
                  </a:lnTo>
                  <a:lnTo>
                    <a:pt x="354" y="1076"/>
                  </a:lnTo>
                  <a:lnTo>
                    <a:pt x="354" y="1077"/>
                  </a:lnTo>
                  <a:lnTo>
                    <a:pt x="354" y="1077"/>
                  </a:lnTo>
                  <a:lnTo>
                    <a:pt x="355" y="1077"/>
                  </a:lnTo>
                  <a:lnTo>
                    <a:pt x="355" y="1077"/>
                  </a:lnTo>
                  <a:lnTo>
                    <a:pt x="355" y="1077"/>
                  </a:lnTo>
                  <a:lnTo>
                    <a:pt x="356" y="1077"/>
                  </a:lnTo>
                  <a:lnTo>
                    <a:pt x="357" y="1077"/>
                  </a:lnTo>
                  <a:lnTo>
                    <a:pt x="358" y="1077"/>
                  </a:lnTo>
                  <a:lnTo>
                    <a:pt x="358" y="1077"/>
                  </a:lnTo>
                  <a:lnTo>
                    <a:pt x="358" y="1076"/>
                  </a:lnTo>
                  <a:lnTo>
                    <a:pt x="358" y="1074"/>
                  </a:lnTo>
                  <a:lnTo>
                    <a:pt x="358" y="1074"/>
                  </a:lnTo>
                  <a:lnTo>
                    <a:pt x="358" y="1073"/>
                  </a:lnTo>
                  <a:lnTo>
                    <a:pt x="358" y="1073"/>
                  </a:lnTo>
                  <a:lnTo>
                    <a:pt x="358" y="1072"/>
                  </a:lnTo>
                  <a:lnTo>
                    <a:pt x="358" y="1072"/>
                  </a:lnTo>
                  <a:lnTo>
                    <a:pt x="358" y="1072"/>
                  </a:lnTo>
                  <a:lnTo>
                    <a:pt x="358" y="1072"/>
                  </a:lnTo>
                  <a:lnTo>
                    <a:pt x="358" y="1072"/>
                  </a:lnTo>
                  <a:lnTo>
                    <a:pt x="358" y="1072"/>
                  </a:lnTo>
                  <a:lnTo>
                    <a:pt x="357" y="1071"/>
                  </a:lnTo>
                  <a:lnTo>
                    <a:pt x="357" y="1072"/>
                  </a:lnTo>
                  <a:lnTo>
                    <a:pt x="355" y="1071"/>
                  </a:lnTo>
                  <a:lnTo>
                    <a:pt x="354" y="1070"/>
                  </a:lnTo>
                  <a:lnTo>
                    <a:pt x="353" y="1070"/>
                  </a:lnTo>
                  <a:lnTo>
                    <a:pt x="352" y="1070"/>
                  </a:lnTo>
                  <a:lnTo>
                    <a:pt x="350" y="1070"/>
                  </a:lnTo>
                  <a:lnTo>
                    <a:pt x="350" y="1070"/>
                  </a:lnTo>
                  <a:lnTo>
                    <a:pt x="350" y="1070"/>
                  </a:lnTo>
                  <a:lnTo>
                    <a:pt x="349" y="1070"/>
                  </a:lnTo>
                  <a:lnTo>
                    <a:pt x="347" y="1070"/>
                  </a:lnTo>
                  <a:lnTo>
                    <a:pt x="346" y="1069"/>
                  </a:lnTo>
                  <a:lnTo>
                    <a:pt x="346" y="1069"/>
                  </a:lnTo>
                  <a:lnTo>
                    <a:pt x="344" y="1069"/>
                  </a:lnTo>
                  <a:lnTo>
                    <a:pt x="344" y="1070"/>
                  </a:lnTo>
                  <a:lnTo>
                    <a:pt x="342" y="1071"/>
                  </a:lnTo>
                  <a:lnTo>
                    <a:pt x="341" y="1070"/>
                  </a:lnTo>
                  <a:lnTo>
                    <a:pt x="341" y="1070"/>
                  </a:lnTo>
                  <a:lnTo>
                    <a:pt x="339" y="1070"/>
                  </a:lnTo>
                  <a:lnTo>
                    <a:pt x="339" y="1069"/>
                  </a:lnTo>
                  <a:lnTo>
                    <a:pt x="338" y="1070"/>
                  </a:lnTo>
                  <a:lnTo>
                    <a:pt x="339" y="1071"/>
                  </a:lnTo>
                  <a:lnTo>
                    <a:pt x="339" y="1071"/>
                  </a:lnTo>
                  <a:lnTo>
                    <a:pt x="339" y="1071"/>
                  </a:lnTo>
                  <a:lnTo>
                    <a:pt x="339" y="1072"/>
                  </a:lnTo>
                  <a:lnTo>
                    <a:pt x="337" y="1071"/>
                  </a:lnTo>
                  <a:lnTo>
                    <a:pt x="337" y="1071"/>
                  </a:lnTo>
                  <a:lnTo>
                    <a:pt x="337" y="1071"/>
                  </a:lnTo>
                  <a:lnTo>
                    <a:pt x="336" y="1071"/>
                  </a:lnTo>
                  <a:lnTo>
                    <a:pt x="335" y="1072"/>
                  </a:lnTo>
                  <a:lnTo>
                    <a:pt x="334" y="1072"/>
                  </a:lnTo>
                  <a:lnTo>
                    <a:pt x="334" y="1072"/>
                  </a:lnTo>
                  <a:lnTo>
                    <a:pt x="333" y="1072"/>
                  </a:lnTo>
                  <a:lnTo>
                    <a:pt x="333" y="1072"/>
                  </a:lnTo>
                  <a:lnTo>
                    <a:pt x="333" y="1072"/>
                  </a:lnTo>
                  <a:lnTo>
                    <a:pt x="333" y="1071"/>
                  </a:lnTo>
                  <a:lnTo>
                    <a:pt x="333" y="1071"/>
                  </a:lnTo>
                  <a:lnTo>
                    <a:pt x="332" y="1070"/>
                  </a:lnTo>
                  <a:lnTo>
                    <a:pt x="332" y="1070"/>
                  </a:lnTo>
                  <a:lnTo>
                    <a:pt x="331" y="1070"/>
                  </a:lnTo>
                  <a:lnTo>
                    <a:pt x="330" y="1070"/>
                  </a:lnTo>
                  <a:lnTo>
                    <a:pt x="330" y="1068"/>
                  </a:lnTo>
                  <a:lnTo>
                    <a:pt x="329" y="1068"/>
                  </a:lnTo>
                  <a:lnTo>
                    <a:pt x="329" y="1068"/>
                  </a:lnTo>
                  <a:lnTo>
                    <a:pt x="328" y="1068"/>
                  </a:lnTo>
                  <a:lnTo>
                    <a:pt x="328" y="1068"/>
                  </a:lnTo>
                  <a:lnTo>
                    <a:pt x="328" y="1068"/>
                  </a:lnTo>
                  <a:lnTo>
                    <a:pt x="327" y="1065"/>
                  </a:lnTo>
                  <a:lnTo>
                    <a:pt x="328" y="1064"/>
                  </a:lnTo>
                  <a:lnTo>
                    <a:pt x="328" y="1065"/>
                  </a:lnTo>
                  <a:lnTo>
                    <a:pt x="329" y="1065"/>
                  </a:lnTo>
                  <a:lnTo>
                    <a:pt x="330" y="1065"/>
                  </a:lnTo>
                  <a:lnTo>
                    <a:pt x="330" y="1066"/>
                  </a:lnTo>
                  <a:lnTo>
                    <a:pt x="331" y="1066"/>
                  </a:lnTo>
                  <a:lnTo>
                    <a:pt x="331" y="1065"/>
                  </a:lnTo>
                  <a:lnTo>
                    <a:pt x="331" y="1063"/>
                  </a:lnTo>
                  <a:lnTo>
                    <a:pt x="330" y="1063"/>
                  </a:lnTo>
                  <a:lnTo>
                    <a:pt x="330" y="1063"/>
                  </a:lnTo>
                  <a:lnTo>
                    <a:pt x="330" y="1063"/>
                  </a:lnTo>
                  <a:lnTo>
                    <a:pt x="330" y="1063"/>
                  </a:lnTo>
                  <a:lnTo>
                    <a:pt x="327" y="1063"/>
                  </a:lnTo>
                  <a:lnTo>
                    <a:pt x="325" y="1062"/>
                  </a:lnTo>
                  <a:lnTo>
                    <a:pt x="325" y="1061"/>
                  </a:lnTo>
                  <a:lnTo>
                    <a:pt x="324" y="1060"/>
                  </a:lnTo>
                  <a:lnTo>
                    <a:pt x="323" y="1060"/>
                  </a:lnTo>
                  <a:lnTo>
                    <a:pt x="323" y="1059"/>
                  </a:lnTo>
                  <a:lnTo>
                    <a:pt x="323" y="1059"/>
                  </a:lnTo>
                  <a:lnTo>
                    <a:pt x="323" y="1058"/>
                  </a:lnTo>
                  <a:lnTo>
                    <a:pt x="322" y="1058"/>
                  </a:lnTo>
                  <a:lnTo>
                    <a:pt x="322" y="1057"/>
                  </a:lnTo>
                  <a:lnTo>
                    <a:pt x="322" y="1057"/>
                  </a:lnTo>
                  <a:lnTo>
                    <a:pt x="322" y="1055"/>
                  </a:lnTo>
                  <a:lnTo>
                    <a:pt x="322" y="1054"/>
                  </a:lnTo>
                  <a:lnTo>
                    <a:pt x="322" y="1054"/>
                  </a:lnTo>
                  <a:lnTo>
                    <a:pt x="322" y="1054"/>
                  </a:lnTo>
                  <a:lnTo>
                    <a:pt x="321" y="1052"/>
                  </a:lnTo>
                  <a:lnTo>
                    <a:pt x="321" y="1052"/>
                  </a:lnTo>
                  <a:lnTo>
                    <a:pt x="320" y="1052"/>
                  </a:lnTo>
                  <a:lnTo>
                    <a:pt x="320" y="1051"/>
                  </a:lnTo>
                  <a:lnTo>
                    <a:pt x="320" y="1050"/>
                  </a:lnTo>
                  <a:lnTo>
                    <a:pt x="319" y="1050"/>
                  </a:lnTo>
                  <a:lnTo>
                    <a:pt x="319" y="1050"/>
                  </a:lnTo>
                  <a:lnTo>
                    <a:pt x="319" y="1048"/>
                  </a:lnTo>
                  <a:lnTo>
                    <a:pt x="318" y="1048"/>
                  </a:lnTo>
                  <a:lnTo>
                    <a:pt x="318" y="1048"/>
                  </a:lnTo>
                  <a:lnTo>
                    <a:pt x="317" y="1047"/>
                  </a:lnTo>
                  <a:lnTo>
                    <a:pt x="317" y="1046"/>
                  </a:lnTo>
                  <a:lnTo>
                    <a:pt x="315" y="1046"/>
                  </a:lnTo>
                  <a:lnTo>
                    <a:pt x="314" y="1045"/>
                  </a:lnTo>
                  <a:lnTo>
                    <a:pt x="314" y="1045"/>
                  </a:lnTo>
                  <a:lnTo>
                    <a:pt x="314" y="1045"/>
                  </a:lnTo>
                  <a:lnTo>
                    <a:pt x="313" y="1044"/>
                  </a:lnTo>
                  <a:lnTo>
                    <a:pt x="312" y="1044"/>
                  </a:lnTo>
                  <a:lnTo>
                    <a:pt x="311" y="1043"/>
                  </a:lnTo>
                  <a:lnTo>
                    <a:pt x="311" y="1043"/>
                  </a:lnTo>
                  <a:lnTo>
                    <a:pt x="311" y="1043"/>
                  </a:lnTo>
                  <a:lnTo>
                    <a:pt x="311" y="1043"/>
                  </a:lnTo>
                  <a:lnTo>
                    <a:pt x="310" y="1044"/>
                  </a:lnTo>
                  <a:lnTo>
                    <a:pt x="309" y="1044"/>
                  </a:lnTo>
                  <a:lnTo>
                    <a:pt x="309" y="1044"/>
                  </a:lnTo>
                  <a:lnTo>
                    <a:pt x="309" y="1044"/>
                  </a:lnTo>
                  <a:lnTo>
                    <a:pt x="308" y="1044"/>
                  </a:lnTo>
                  <a:lnTo>
                    <a:pt x="308" y="1043"/>
                  </a:lnTo>
                  <a:lnTo>
                    <a:pt x="308" y="1041"/>
                  </a:lnTo>
                  <a:lnTo>
                    <a:pt x="308" y="1041"/>
                  </a:lnTo>
                  <a:lnTo>
                    <a:pt x="308" y="1040"/>
                  </a:lnTo>
                  <a:lnTo>
                    <a:pt x="309" y="1040"/>
                  </a:lnTo>
                  <a:lnTo>
                    <a:pt x="310" y="1040"/>
                  </a:lnTo>
                  <a:lnTo>
                    <a:pt x="310" y="1040"/>
                  </a:lnTo>
                  <a:lnTo>
                    <a:pt x="310" y="1039"/>
                  </a:lnTo>
                  <a:lnTo>
                    <a:pt x="310" y="1039"/>
                  </a:lnTo>
                  <a:lnTo>
                    <a:pt x="309" y="1038"/>
                  </a:lnTo>
                  <a:lnTo>
                    <a:pt x="310" y="1038"/>
                  </a:lnTo>
                  <a:lnTo>
                    <a:pt x="310" y="1037"/>
                  </a:lnTo>
                  <a:lnTo>
                    <a:pt x="309" y="1037"/>
                  </a:lnTo>
                  <a:lnTo>
                    <a:pt x="310" y="1036"/>
                  </a:lnTo>
                  <a:lnTo>
                    <a:pt x="310" y="1036"/>
                  </a:lnTo>
                  <a:lnTo>
                    <a:pt x="310" y="1036"/>
                  </a:lnTo>
                  <a:lnTo>
                    <a:pt x="310" y="1035"/>
                  </a:lnTo>
                  <a:lnTo>
                    <a:pt x="311" y="1033"/>
                  </a:lnTo>
                  <a:lnTo>
                    <a:pt x="311" y="1033"/>
                  </a:lnTo>
                  <a:lnTo>
                    <a:pt x="311" y="1032"/>
                  </a:lnTo>
                  <a:lnTo>
                    <a:pt x="312" y="1032"/>
                  </a:lnTo>
                  <a:lnTo>
                    <a:pt x="314" y="1029"/>
                  </a:lnTo>
                  <a:lnTo>
                    <a:pt x="314" y="1029"/>
                  </a:lnTo>
                  <a:lnTo>
                    <a:pt x="313" y="1029"/>
                  </a:lnTo>
                  <a:lnTo>
                    <a:pt x="313" y="1029"/>
                  </a:lnTo>
                  <a:lnTo>
                    <a:pt x="313" y="1029"/>
                  </a:lnTo>
                  <a:lnTo>
                    <a:pt x="312" y="1028"/>
                  </a:lnTo>
                  <a:lnTo>
                    <a:pt x="313" y="1025"/>
                  </a:lnTo>
                  <a:lnTo>
                    <a:pt x="313" y="1025"/>
                  </a:lnTo>
                  <a:lnTo>
                    <a:pt x="313" y="1025"/>
                  </a:lnTo>
                  <a:lnTo>
                    <a:pt x="315" y="1025"/>
                  </a:lnTo>
                  <a:lnTo>
                    <a:pt x="315" y="1025"/>
                  </a:lnTo>
                  <a:lnTo>
                    <a:pt x="316" y="1025"/>
                  </a:lnTo>
                  <a:lnTo>
                    <a:pt x="316" y="1024"/>
                  </a:lnTo>
                  <a:lnTo>
                    <a:pt x="316" y="1024"/>
                  </a:lnTo>
                  <a:lnTo>
                    <a:pt x="317" y="1024"/>
                  </a:lnTo>
                  <a:lnTo>
                    <a:pt x="318" y="1023"/>
                  </a:lnTo>
                  <a:lnTo>
                    <a:pt x="318" y="1023"/>
                  </a:lnTo>
                  <a:lnTo>
                    <a:pt x="319" y="1022"/>
                  </a:lnTo>
                  <a:lnTo>
                    <a:pt x="319" y="1023"/>
                  </a:lnTo>
                  <a:lnTo>
                    <a:pt x="320" y="1022"/>
                  </a:lnTo>
                  <a:lnTo>
                    <a:pt x="321" y="1022"/>
                  </a:lnTo>
                  <a:lnTo>
                    <a:pt x="321" y="1022"/>
                  </a:lnTo>
                  <a:lnTo>
                    <a:pt x="324" y="1023"/>
                  </a:lnTo>
                  <a:lnTo>
                    <a:pt x="324" y="1024"/>
                  </a:lnTo>
                  <a:lnTo>
                    <a:pt x="324" y="1024"/>
                  </a:lnTo>
                  <a:lnTo>
                    <a:pt x="324" y="1024"/>
                  </a:lnTo>
                  <a:lnTo>
                    <a:pt x="323" y="1024"/>
                  </a:lnTo>
                  <a:lnTo>
                    <a:pt x="324" y="1025"/>
                  </a:lnTo>
                  <a:lnTo>
                    <a:pt x="324" y="1024"/>
                  </a:lnTo>
                  <a:lnTo>
                    <a:pt x="325" y="1024"/>
                  </a:lnTo>
                  <a:lnTo>
                    <a:pt x="324" y="1023"/>
                  </a:lnTo>
                  <a:lnTo>
                    <a:pt x="324" y="1022"/>
                  </a:lnTo>
                  <a:lnTo>
                    <a:pt x="325" y="1022"/>
                  </a:lnTo>
                  <a:lnTo>
                    <a:pt x="325" y="1022"/>
                  </a:lnTo>
                  <a:lnTo>
                    <a:pt x="326" y="1022"/>
                  </a:lnTo>
                  <a:lnTo>
                    <a:pt x="326" y="1022"/>
                  </a:lnTo>
                  <a:lnTo>
                    <a:pt x="326" y="1023"/>
                  </a:lnTo>
                  <a:lnTo>
                    <a:pt x="325" y="1024"/>
                  </a:lnTo>
                  <a:lnTo>
                    <a:pt x="325" y="1024"/>
                  </a:lnTo>
                  <a:lnTo>
                    <a:pt x="327" y="1024"/>
                  </a:lnTo>
                  <a:lnTo>
                    <a:pt x="327" y="1026"/>
                  </a:lnTo>
                  <a:lnTo>
                    <a:pt x="328" y="1026"/>
                  </a:lnTo>
                  <a:lnTo>
                    <a:pt x="328" y="1025"/>
                  </a:lnTo>
                  <a:lnTo>
                    <a:pt x="328" y="1025"/>
                  </a:lnTo>
                  <a:lnTo>
                    <a:pt x="328" y="1026"/>
                  </a:lnTo>
                  <a:lnTo>
                    <a:pt x="329" y="1026"/>
                  </a:lnTo>
                  <a:lnTo>
                    <a:pt x="329" y="1027"/>
                  </a:lnTo>
                  <a:lnTo>
                    <a:pt x="329" y="1027"/>
                  </a:lnTo>
                  <a:lnTo>
                    <a:pt x="331" y="1028"/>
                  </a:lnTo>
                  <a:lnTo>
                    <a:pt x="331" y="1028"/>
                  </a:lnTo>
                  <a:lnTo>
                    <a:pt x="331" y="1027"/>
                  </a:lnTo>
                  <a:lnTo>
                    <a:pt x="330" y="1026"/>
                  </a:lnTo>
                  <a:lnTo>
                    <a:pt x="330" y="1024"/>
                  </a:lnTo>
                  <a:lnTo>
                    <a:pt x="330" y="1024"/>
                  </a:lnTo>
                  <a:lnTo>
                    <a:pt x="331" y="1024"/>
                  </a:lnTo>
                  <a:lnTo>
                    <a:pt x="331" y="1024"/>
                  </a:lnTo>
                  <a:lnTo>
                    <a:pt x="332" y="1024"/>
                  </a:lnTo>
                  <a:lnTo>
                    <a:pt x="332" y="1024"/>
                  </a:lnTo>
                  <a:lnTo>
                    <a:pt x="332" y="1024"/>
                  </a:lnTo>
                  <a:lnTo>
                    <a:pt x="332" y="1024"/>
                  </a:lnTo>
                  <a:lnTo>
                    <a:pt x="332" y="1024"/>
                  </a:lnTo>
                  <a:lnTo>
                    <a:pt x="332" y="1023"/>
                  </a:lnTo>
                  <a:lnTo>
                    <a:pt x="331" y="1023"/>
                  </a:lnTo>
                  <a:lnTo>
                    <a:pt x="331" y="1022"/>
                  </a:lnTo>
                  <a:lnTo>
                    <a:pt x="331" y="1021"/>
                  </a:lnTo>
                  <a:lnTo>
                    <a:pt x="332" y="1021"/>
                  </a:lnTo>
                  <a:lnTo>
                    <a:pt x="332" y="1020"/>
                  </a:lnTo>
                  <a:lnTo>
                    <a:pt x="331" y="1020"/>
                  </a:lnTo>
                  <a:lnTo>
                    <a:pt x="331" y="1021"/>
                  </a:lnTo>
                  <a:lnTo>
                    <a:pt x="331" y="1021"/>
                  </a:lnTo>
                  <a:lnTo>
                    <a:pt x="330" y="1021"/>
                  </a:lnTo>
                  <a:lnTo>
                    <a:pt x="330" y="1021"/>
                  </a:lnTo>
                  <a:lnTo>
                    <a:pt x="330" y="1021"/>
                  </a:lnTo>
                  <a:lnTo>
                    <a:pt x="329" y="1021"/>
                  </a:lnTo>
                  <a:lnTo>
                    <a:pt x="329" y="1021"/>
                  </a:lnTo>
                  <a:lnTo>
                    <a:pt x="329" y="1021"/>
                  </a:lnTo>
                  <a:lnTo>
                    <a:pt x="329" y="1020"/>
                  </a:lnTo>
                  <a:lnTo>
                    <a:pt x="329" y="1020"/>
                  </a:lnTo>
                  <a:lnTo>
                    <a:pt x="329" y="1020"/>
                  </a:lnTo>
                  <a:lnTo>
                    <a:pt x="329" y="1020"/>
                  </a:lnTo>
                  <a:lnTo>
                    <a:pt x="329" y="1020"/>
                  </a:lnTo>
                  <a:lnTo>
                    <a:pt x="330" y="1020"/>
                  </a:lnTo>
                  <a:lnTo>
                    <a:pt x="330" y="1019"/>
                  </a:lnTo>
                  <a:lnTo>
                    <a:pt x="330" y="1019"/>
                  </a:lnTo>
                  <a:lnTo>
                    <a:pt x="330" y="1018"/>
                  </a:lnTo>
                  <a:lnTo>
                    <a:pt x="330" y="1018"/>
                  </a:lnTo>
                  <a:lnTo>
                    <a:pt x="330" y="1018"/>
                  </a:lnTo>
                  <a:lnTo>
                    <a:pt x="330" y="1018"/>
                  </a:lnTo>
                  <a:lnTo>
                    <a:pt x="329" y="1017"/>
                  </a:lnTo>
                  <a:lnTo>
                    <a:pt x="329" y="1017"/>
                  </a:lnTo>
                  <a:lnTo>
                    <a:pt x="329" y="1016"/>
                  </a:lnTo>
                  <a:lnTo>
                    <a:pt x="329" y="1016"/>
                  </a:lnTo>
                  <a:lnTo>
                    <a:pt x="328" y="1016"/>
                  </a:lnTo>
                  <a:lnTo>
                    <a:pt x="328" y="1015"/>
                  </a:lnTo>
                  <a:lnTo>
                    <a:pt x="327" y="1015"/>
                  </a:lnTo>
                  <a:lnTo>
                    <a:pt x="326" y="1015"/>
                  </a:lnTo>
                  <a:lnTo>
                    <a:pt x="325" y="1015"/>
                  </a:lnTo>
                  <a:lnTo>
                    <a:pt x="324" y="1015"/>
                  </a:lnTo>
                  <a:lnTo>
                    <a:pt x="318" y="1015"/>
                  </a:lnTo>
                  <a:lnTo>
                    <a:pt x="317" y="1014"/>
                  </a:lnTo>
                  <a:lnTo>
                    <a:pt x="317" y="1013"/>
                  </a:lnTo>
                  <a:lnTo>
                    <a:pt x="316" y="1012"/>
                  </a:lnTo>
                  <a:lnTo>
                    <a:pt x="315" y="1011"/>
                  </a:lnTo>
                  <a:lnTo>
                    <a:pt x="313" y="1011"/>
                  </a:lnTo>
                  <a:lnTo>
                    <a:pt x="311" y="1011"/>
                  </a:lnTo>
                  <a:lnTo>
                    <a:pt x="310" y="1010"/>
                  </a:lnTo>
                  <a:lnTo>
                    <a:pt x="310" y="1010"/>
                  </a:lnTo>
                  <a:lnTo>
                    <a:pt x="310" y="1010"/>
                  </a:lnTo>
                  <a:lnTo>
                    <a:pt x="309" y="1009"/>
                  </a:lnTo>
                  <a:lnTo>
                    <a:pt x="309" y="1008"/>
                  </a:lnTo>
                  <a:lnTo>
                    <a:pt x="309" y="1007"/>
                  </a:lnTo>
                  <a:lnTo>
                    <a:pt x="309" y="1007"/>
                  </a:lnTo>
                  <a:lnTo>
                    <a:pt x="310" y="1006"/>
                  </a:lnTo>
                  <a:lnTo>
                    <a:pt x="310" y="1005"/>
                  </a:lnTo>
                  <a:lnTo>
                    <a:pt x="311" y="1005"/>
                  </a:lnTo>
                  <a:lnTo>
                    <a:pt x="311" y="1005"/>
                  </a:lnTo>
                  <a:lnTo>
                    <a:pt x="310" y="1004"/>
                  </a:lnTo>
                  <a:lnTo>
                    <a:pt x="310" y="1004"/>
                  </a:lnTo>
                  <a:lnTo>
                    <a:pt x="309" y="1004"/>
                  </a:lnTo>
                  <a:lnTo>
                    <a:pt x="309" y="1003"/>
                  </a:lnTo>
                  <a:lnTo>
                    <a:pt x="310" y="1003"/>
                  </a:lnTo>
                  <a:lnTo>
                    <a:pt x="310" y="1003"/>
                  </a:lnTo>
                  <a:lnTo>
                    <a:pt x="310" y="1003"/>
                  </a:lnTo>
                  <a:lnTo>
                    <a:pt x="310" y="1000"/>
                  </a:lnTo>
                  <a:lnTo>
                    <a:pt x="311" y="999"/>
                  </a:lnTo>
                  <a:lnTo>
                    <a:pt x="311" y="999"/>
                  </a:lnTo>
                  <a:lnTo>
                    <a:pt x="311" y="998"/>
                  </a:lnTo>
                  <a:lnTo>
                    <a:pt x="311" y="998"/>
                  </a:lnTo>
                  <a:lnTo>
                    <a:pt x="311" y="998"/>
                  </a:lnTo>
                  <a:lnTo>
                    <a:pt x="311" y="996"/>
                  </a:lnTo>
                  <a:lnTo>
                    <a:pt x="311" y="995"/>
                  </a:lnTo>
                  <a:lnTo>
                    <a:pt x="311" y="994"/>
                  </a:lnTo>
                  <a:lnTo>
                    <a:pt x="311" y="994"/>
                  </a:lnTo>
                  <a:lnTo>
                    <a:pt x="310" y="992"/>
                  </a:lnTo>
                  <a:lnTo>
                    <a:pt x="310" y="990"/>
                  </a:lnTo>
                  <a:lnTo>
                    <a:pt x="310" y="989"/>
                  </a:lnTo>
                  <a:lnTo>
                    <a:pt x="309" y="988"/>
                  </a:lnTo>
                  <a:lnTo>
                    <a:pt x="309" y="987"/>
                  </a:lnTo>
                  <a:lnTo>
                    <a:pt x="309" y="987"/>
                  </a:lnTo>
                  <a:lnTo>
                    <a:pt x="309" y="987"/>
                  </a:lnTo>
                  <a:lnTo>
                    <a:pt x="309" y="986"/>
                  </a:lnTo>
                  <a:lnTo>
                    <a:pt x="309" y="986"/>
                  </a:lnTo>
                  <a:lnTo>
                    <a:pt x="309" y="984"/>
                  </a:lnTo>
                  <a:lnTo>
                    <a:pt x="308" y="984"/>
                  </a:lnTo>
                  <a:lnTo>
                    <a:pt x="308" y="983"/>
                  </a:lnTo>
                  <a:lnTo>
                    <a:pt x="309" y="982"/>
                  </a:lnTo>
                  <a:lnTo>
                    <a:pt x="309" y="981"/>
                  </a:lnTo>
                  <a:lnTo>
                    <a:pt x="310" y="981"/>
                  </a:lnTo>
                  <a:lnTo>
                    <a:pt x="310" y="981"/>
                  </a:lnTo>
                  <a:lnTo>
                    <a:pt x="310" y="980"/>
                  </a:lnTo>
                  <a:lnTo>
                    <a:pt x="310" y="980"/>
                  </a:lnTo>
                  <a:lnTo>
                    <a:pt x="309" y="978"/>
                  </a:lnTo>
                  <a:lnTo>
                    <a:pt x="309" y="977"/>
                  </a:lnTo>
                  <a:lnTo>
                    <a:pt x="309" y="977"/>
                  </a:lnTo>
                  <a:lnTo>
                    <a:pt x="309" y="977"/>
                  </a:lnTo>
                  <a:lnTo>
                    <a:pt x="309" y="975"/>
                  </a:lnTo>
                  <a:lnTo>
                    <a:pt x="310" y="974"/>
                  </a:lnTo>
                  <a:lnTo>
                    <a:pt x="310" y="974"/>
                  </a:lnTo>
                  <a:lnTo>
                    <a:pt x="311" y="974"/>
                  </a:lnTo>
                  <a:lnTo>
                    <a:pt x="312" y="974"/>
                  </a:lnTo>
                  <a:lnTo>
                    <a:pt x="312" y="975"/>
                  </a:lnTo>
                  <a:lnTo>
                    <a:pt x="312" y="975"/>
                  </a:lnTo>
                  <a:lnTo>
                    <a:pt x="313" y="975"/>
                  </a:lnTo>
                  <a:lnTo>
                    <a:pt x="313" y="975"/>
                  </a:lnTo>
                  <a:lnTo>
                    <a:pt x="314" y="974"/>
                  </a:lnTo>
                  <a:lnTo>
                    <a:pt x="314" y="975"/>
                  </a:lnTo>
                  <a:lnTo>
                    <a:pt x="315" y="975"/>
                  </a:lnTo>
                  <a:lnTo>
                    <a:pt x="315" y="974"/>
                  </a:lnTo>
                  <a:lnTo>
                    <a:pt x="315" y="974"/>
                  </a:lnTo>
                  <a:lnTo>
                    <a:pt x="315" y="973"/>
                  </a:lnTo>
                  <a:lnTo>
                    <a:pt x="316" y="972"/>
                  </a:lnTo>
                  <a:lnTo>
                    <a:pt x="317" y="972"/>
                  </a:lnTo>
                  <a:lnTo>
                    <a:pt x="317" y="972"/>
                  </a:lnTo>
                  <a:lnTo>
                    <a:pt x="317" y="972"/>
                  </a:lnTo>
                  <a:lnTo>
                    <a:pt x="318" y="972"/>
                  </a:lnTo>
                  <a:lnTo>
                    <a:pt x="319" y="972"/>
                  </a:lnTo>
                  <a:lnTo>
                    <a:pt x="319" y="972"/>
                  </a:lnTo>
                  <a:lnTo>
                    <a:pt x="319" y="972"/>
                  </a:lnTo>
                  <a:lnTo>
                    <a:pt x="319" y="972"/>
                  </a:lnTo>
                  <a:lnTo>
                    <a:pt x="319" y="972"/>
                  </a:lnTo>
                  <a:lnTo>
                    <a:pt x="320" y="972"/>
                  </a:lnTo>
                  <a:lnTo>
                    <a:pt x="322" y="972"/>
                  </a:lnTo>
                  <a:lnTo>
                    <a:pt x="322" y="972"/>
                  </a:lnTo>
                  <a:lnTo>
                    <a:pt x="323" y="972"/>
                  </a:lnTo>
                  <a:lnTo>
                    <a:pt x="323" y="972"/>
                  </a:lnTo>
                  <a:lnTo>
                    <a:pt x="324" y="972"/>
                  </a:lnTo>
                  <a:lnTo>
                    <a:pt x="324" y="971"/>
                  </a:lnTo>
                  <a:lnTo>
                    <a:pt x="324" y="971"/>
                  </a:lnTo>
                  <a:lnTo>
                    <a:pt x="324" y="971"/>
                  </a:lnTo>
                  <a:lnTo>
                    <a:pt x="324" y="972"/>
                  </a:lnTo>
                  <a:lnTo>
                    <a:pt x="324" y="972"/>
                  </a:lnTo>
                  <a:lnTo>
                    <a:pt x="325" y="972"/>
                  </a:lnTo>
                  <a:lnTo>
                    <a:pt x="325" y="972"/>
                  </a:lnTo>
                  <a:lnTo>
                    <a:pt x="327" y="972"/>
                  </a:lnTo>
                  <a:lnTo>
                    <a:pt x="328" y="971"/>
                  </a:lnTo>
                  <a:lnTo>
                    <a:pt x="328" y="971"/>
                  </a:lnTo>
                  <a:lnTo>
                    <a:pt x="328" y="971"/>
                  </a:lnTo>
                  <a:lnTo>
                    <a:pt x="328" y="971"/>
                  </a:lnTo>
                  <a:lnTo>
                    <a:pt x="328" y="971"/>
                  </a:lnTo>
                  <a:lnTo>
                    <a:pt x="328" y="971"/>
                  </a:lnTo>
                  <a:lnTo>
                    <a:pt x="328" y="972"/>
                  </a:lnTo>
                  <a:lnTo>
                    <a:pt x="328" y="972"/>
                  </a:lnTo>
                  <a:lnTo>
                    <a:pt x="328" y="972"/>
                  </a:lnTo>
                  <a:lnTo>
                    <a:pt x="328" y="972"/>
                  </a:lnTo>
                  <a:lnTo>
                    <a:pt x="329" y="972"/>
                  </a:lnTo>
                  <a:lnTo>
                    <a:pt x="330" y="972"/>
                  </a:lnTo>
                  <a:lnTo>
                    <a:pt x="329" y="972"/>
                  </a:lnTo>
                  <a:lnTo>
                    <a:pt x="329" y="972"/>
                  </a:lnTo>
                  <a:lnTo>
                    <a:pt x="330" y="972"/>
                  </a:lnTo>
                  <a:lnTo>
                    <a:pt x="330" y="972"/>
                  </a:lnTo>
                  <a:lnTo>
                    <a:pt x="330" y="972"/>
                  </a:lnTo>
                  <a:lnTo>
                    <a:pt x="330" y="973"/>
                  </a:lnTo>
                  <a:lnTo>
                    <a:pt x="331" y="973"/>
                  </a:lnTo>
                  <a:lnTo>
                    <a:pt x="331" y="973"/>
                  </a:lnTo>
                  <a:lnTo>
                    <a:pt x="331" y="974"/>
                  </a:lnTo>
                  <a:lnTo>
                    <a:pt x="331" y="974"/>
                  </a:lnTo>
                  <a:lnTo>
                    <a:pt x="330" y="975"/>
                  </a:lnTo>
                  <a:lnTo>
                    <a:pt x="330" y="976"/>
                  </a:lnTo>
                  <a:lnTo>
                    <a:pt x="329" y="976"/>
                  </a:lnTo>
                  <a:lnTo>
                    <a:pt x="329" y="976"/>
                  </a:lnTo>
                  <a:lnTo>
                    <a:pt x="330" y="977"/>
                  </a:lnTo>
                  <a:lnTo>
                    <a:pt x="330" y="977"/>
                  </a:lnTo>
                  <a:lnTo>
                    <a:pt x="329" y="977"/>
                  </a:lnTo>
                  <a:lnTo>
                    <a:pt x="329" y="977"/>
                  </a:lnTo>
                  <a:lnTo>
                    <a:pt x="329" y="977"/>
                  </a:lnTo>
                  <a:lnTo>
                    <a:pt x="329" y="979"/>
                  </a:lnTo>
                  <a:lnTo>
                    <a:pt x="329" y="980"/>
                  </a:lnTo>
                  <a:lnTo>
                    <a:pt x="329" y="980"/>
                  </a:lnTo>
                  <a:lnTo>
                    <a:pt x="330" y="980"/>
                  </a:lnTo>
                  <a:lnTo>
                    <a:pt x="330" y="980"/>
                  </a:lnTo>
                  <a:lnTo>
                    <a:pt x="331" y="980"/>
                  </a:lnTo>
                  <a:lnTo>
                    <a:pt x="332" y="980"/>
                  </a:lnTo>
                  <a:lnTo>
                    <a:pt x="331" y="981"/>
                  </a:lnTo>
                  <a:lnTo>
                    <a:pt x="331" y="981"/>
                  </a:lnTo>
                  <a:lnTo>
                    <a:pt x="331" y="982"/>
                  </a:lnTo>
                  <a:lnTo>
                    <a:pt x="331" y="983"/>
                  </a:lnTo>
                  <a:lnTo>
                    <a:pt x="332" y="983"/>
                  </a:lnTo>
                  <a:lnTo>
                    <a:pt x="332" y="984"/>
                  </a:lnTo>
                  <a:lnTo>
                    <a:pt x="332" y="984"/>
                  </a:lnTo>
                  <a:lnTo>
                    <a:pt x="332" y="983"/>
                  </a:lnTo>
                  <a:lnTo>
                    <a:pt x="333" y="983"/>
                  </a:lnTo>
                  <a:lnTo>
                    <a:pt x="333" y="985"/>
                  </a:lnTo>
                  <a:lnTo>
                    <a:pt x="333" y="985"/>
                  </a:lnTo>
                  <a:lnTo>
                    <a:pt x="333" y="985"/>
                  </a:lnTo>
                  <a:lnTo>
                    <a:pt x="334" y="985"/>
                  </a:lnTo>
                  <a:lnTo>
                    <a:pt x="334" y="985"/>
                  </a:lnTo>
                  <a:lnTo>
                    <a:pt x="334" y="985"/>
                  </a:lnTo>
                  <a:lnTo>
                    <a:pt x="334" y="986"/>
                  </a:lnTo>
                  <a:lnTo>
                    <a:pt x="334" y="987"/>
                  </a:lnTo>
                  <a:lnTo>
                    <a:pt x="334" y="988"/>
                  </a:lnTo>
                  <a:lnTo>
                    <a:pt x="334" y="988"/>
                  </a:lnTo>
                  <a:lnTo>
                    <a:pt x="333" y="989"/>
                  </a:lnTo>
                  <a:lnTo>
                    <a:pt x="333" y="990"/>
                  </a:lnTo>
                  <a:lnTo>
                    <a:pt x="334" y="990"/>
                  </a:lnTo>
                  <a:lnTo>
                    <a:pt x="333" y="990"/>
                  </a:lnTo>
                  <a:lnTo>
                    <a:pt x="333" y="991"/>
                  </a:lnTo>
                  <a:lnTo>
                    <a:pt x="334" y="992"/>
                  </a:lnTo>
                  <a:lnTo>
                    <a:pt x="333" y="993"/>
                  </a:lnTo>
                  <a:lnTo>
                    <a:pt x="333" y="993"/>
                  </a:lnTo>
                  <a:lnTo>
                    <a:pt x="333" y="994"/>
                  </a:lnTo>
                  <a:lnTo>
                    <a:pt x="335" y="995"/>
                  </a:lnTo>
                  <a:lnTo>
                    <a:pt x="335" y="996"/>
                  </a:lnTo>
                  <a:lnTo>
                    <a:pt x="335" y="996"/>
                  </a:lnTo>
                  <a:lnTo>
                    <a:pt x="336" y="997"/>
                  </a:lnTo>
                  <a:lnTo>
                    <a:pt x="336" y="997"/>
                  </a:lnTo>
                  <a:lnTo>
                    <a:pt x="337" y="998"/>
                  </a:lnTo>
                  <a:lnTo>
                    <a:pt x="337" y="998"/>
                  </a:lnTo>
                  <a:lnTo>
                    <a:pt x="338" y="1000"/>
                  </a:lnTo>
                  <a:lnTo>
                    <a:pt x="338" y="1000"/>
                  </a:lnTo>
                  <a:lnTo>
                    <a:pt x="339" y="1001"/>
                  </a:lnTo>
                  <a:lnTo>
                    <a:pt x="339" y="1002"/>
                  </a:lnTo>
                  <a:lnTo>
                    <a:pt x="340" y="1002"/>
                  </a:lnTo>
                  <a:lnTo>
                    <a:pt x="341" y="1003"/>
                  </a:lnTo>
                  <a:lnTo>
                    <a:pt x="341" y="1004"/>
                  </a:lnTo>
                  <a:lnTo>
                    <a:pt x="341" y="1004"/>
                  </a:lnTo>
                  <a:lnTo>
                    <a:pt x="342" y="1003"/>
                  </a:lnTo>
                  <a:lnTo>
                    <a:pt x="343" y="1003"/>
                  </a:lnTo>
                  <a:lnTo>
                    <a:pt x="344" y="1003"/>
                  </a:lnTo>
                  <a:lnTo>
                    <a:pt x="344" y="1003"/>
                  </a:lnTo>
                  <a:lnTo>
                    <a:pt x="345" y="1003"/>
                  </a:lnTo>
                  <a:lnTo>
                    <a:pt x="345" y="1002"/>
                  </a:lnTo>
                  <a:lnTo>
                    <a:pt x="345" y="1002"/>
                  </a:lnTo>
                  <a:lnTo>
                    <a:pt x="344" y="1001"/>
                  </a:lnTo>
                  <a:lnTo>
                    <a:pt x="343" y="1002"/>
                  </a:lnTo>
                  <a:lnTo>
                    <a:pt x="343" y="1001"/>
                  </a:lnTo>
                  <a:lnTo>
                    <a:pt x="343" y="1001"/>
                  </a:lnTo>
                  <a:lnTo>
                    <a:pt x="343" y="1001"/>
                  </a:lnTo>
                  <a:lnTo>
                    <a:pt x="343" y="1001"/>
                  </a:lnTo>
                  <a:lnTo>
                    <a:pt x="343" y="1000"/>
                  </a:lnTo>
                  <a:lnTo>
                    <a:pt x="343" y="1000"/>
                  </a:lnTo>
                  <a:lnTo>
                    <a:pt x="343" y="999"/>
                  </a:lnTo>
                  <a:lnTo>
                    <a:pt x="342" y="999"/>
                  </a:lnTo>
                  <a:lnTo>
                    <a:pt x="342" y="998"/>
                  </a:lnTo>
                  <a:lnTo>
                    <a:pt x="342" y="998"/>
                  </a:lnTo>
                  <a:lnTo>
                    <a:pt x="342" y="998"/>
                  </a:lnTo>
                  <a:lnTo>
                    <a:pt x="341" y="998"/>
                  </a:lnTo>
                  <a:lnTo>
                    <a:pt x="341" y="997"/>
                  </a:lnTo>
                  <a:lnTo>
                    <a:pt x="341" y="996"/>
                  </a:lnTo>
                  <a:lnTo>
                    <a:pt x="341" y="996"/>
                  </a:lnTo>
                  <a:lnTo>
                    <a:pt x="341" y="995"/>
                  </a:lnTo>
                  <a:lnTo>
                    <a:pt x="342" y="995"/>
                  </a:lnTo>
                  <a:lnTo>
                    <a:pt x="342" y="994"/>
                  </a:lnTo>
                  <a:lnTo>
                    <a:pt x="343" y="994"/>
                  </a:lnTo>
                  <a:lnTo>
                    <a:pt x="344" y="994"/>
                  </a:lnTo>
                  <a:lnTo>
                    <a:pt x="345" y="995"/>
                  </a:lnTo>
                  <a:lnTo>
                    <a:pt x="345" y="996"/>
                  </a:lnTo>
                  <a:lnTo>
                    <a:pt x="345" y="997"/>
                  </a:lnTo>
                  <a:lnTo>
                    <a:pt x="344" y="997"/>
                  </a:lnTo>
                  <a:lnTo>
                    <a:pt x="344" y="997"/>
                  </a:lnTo>
                  <a:lnTo>
                    <a:pt x="344" y="997"/>
                  </a:lnTo>
                  <a:lnTo>
                    <a:pt x="345" y="997"/>
                  </a:lnTo>
                  <a:lnTo>
                    <a:pt x="345" y="997"/>
                  </a:lnTo>
                  <a:lnTo>
                    <a:pt x="345" y="997"/>
                  </a:lnTo>
                  <a:lnTo>
                    <a:pt x="347" y="997"/>
                  </a:lnTo>
                  <a:lnTo>
                    <a:pt x="347" y="997"/>
                  </a:lnTo>
                  <a:lnTo>
                    <a:pt x="347" y="997"/>
                  </a:lnTo>
                  <a:lnTo>
                    <a:pt x="348" y="996"/>
                  </a:lnTo>
                  <a:lnTo>
                    <a:pt x="348" y="996"/>
                  </a:lnTo>
                  <a:lnTo>
                    <a:pt x="348" y="996"/>
                  </a:lnTo>
                  <a:lnTo>
                    <a:pt x="348" y="995"/>
                  </a:lnTo>
                  <a:lnTo>
                    <a:pt x="348" y="995"/>
                  </a:lnTo>
                  <a:lnTo>
                    <a:pt x="348" y="994"/>
                  </a:lnTo>
                  <a:lnTo>
                    <a:pt x="345" y="994"/>
                  </a:lnTo>
                  <a:lnTo>
                    <a:pt x="345" y="993"/>
                  </a:lnTo>
                  <a:lnTo>
                    <a:pt x="345" y="992"/>
                  </a:lnTo>
                  <a:lnTo>
                    <a:pt x="346" y="990"/>
                  </a:lnTo>
                  <a:lnTo>
                    <a:pt x="346" y="990"/>
                  </a:lnTo>
                  <a:lnTo>
                    <a:pt x="346" y="990"/>
                  </a:lnTo>
                  <a:lnTo>
                    <a:pt x="347" y="988"/>
                  </a:lnTo>
                  <a:lnTo>
                    <a:pt x="347" y="988"/>
                  </a:lnTo>
                  <a:lnTo>
                    <a:pt x="347" y="987"/>
                  </a:lnTo>
                  <a:lnTo>
                    <a:pt x="347" y="985"/>
                  </a:lnTo>
                  <a:lnTo>
                    <a:pt x="347" y="985"/>
                  </a:lnTo>
                  <a:lnTo>
                    <a:pt x="347" y="985"/>
                  </a:lnTo>
                  <a:lnTo>
                    <a:pt x="347" y="985"/>
                  </a:lnTo>
                  <a:lnTo>
                    <a:pt x="348" y="984"/>
                  </a:lnTo>
                  <a:lnTo>
                    <a:pt x="347" y="983"/>
                  </a:lnTo>
                  <a:lnTo>
                    <a:pt x="347" y="981"/>
                  </a:lnTo>
                  <a:lnTo>
                    <a:pt x="347" y="981"/>
                  </a:lnTo>
                  <a:lnTo>
                    <a:pt x="347" y="981"/>
                  </a:lnTo>
                  <a:lnTo>
                    <a:pt x="346" y="981"/>
                  </a:lnTo>
                  <a:lnTo>
                    <a:pt x="345" y="981"/>
                  </a:lnTo>
                  <a:lnTo>
                    <a:pt x="345" y="981"/>
                  </a:lnTo>
                  <a:lnTo>
                    <a:pt x="345" y="981"/>
                  </a:lnTo>
                  <a:lnTo>
                    <a:pt x="345" y="981"/>
                  </a:lnTo>
                  <a:lnTo>
                    <a:pt x="345" y="981"/>
                  </a:lnTo>
                  <a:lnTo>
                    <a:pt x="345" y="981"/>
                  </a:lnTo>
                  <a:lnTo>
                    <a:pt x="345" y="981"/>
                  </a:lnTo>
                  <a:lnTo>
                    <a:pt x="345" y="980"/>
                  </a:lnTo>
                  <a:lnTo>
                    <a:pt x="345" y="979"/>
                  </a:lnTo>
                  <a:lnTo>
                    <a:pt x="345" y="978"/>
                  </a:lnTo>
                  <a:lnTo>
                    <a:pt x="344" y="978"/>
                  </a:lnTo>
                  <a:lnTo>
                    <a:pt x="344" y="978"/>
                  </a:lnTo>
                  <a:lnTo>
                    <a:pt x="344" y="978"/>
                  </a:lnTo>
                  <a:lnTo>
                    <a:pt x="343" y="977"/>
                  </a:lnTo>
                  <a:lnTo>
                    <a:pt x="342" y="977"/>
                  </a:lnTo>
                  <a:lnTo>
                    <a:pt x="341" y="977"/>
                  </a:lnTo>
                  <a:lnTo>
                    <a:pt x="341" y="977"/>
                  </a:lnTo>
                  <a:lnTo>
                    <a:pt x="340" y="977"/>
                  </a:lnTo>
                  <a:lnTo>
                    <a:pt x="340" y="977"/>
                  </a:lnTo>
                  <a:lnTo>
                    <a:pt x="340" y="977"/>
                  </a:lnTo>
                  <a:lnTo>
                    <a:pt x="339" y="977"/>
                  </a:lnTo>
                  <a:lnTo>
                    <a:pt x="339" y="977"/>
                  </a:lnTo>
                  <a:lnTo>
                    <a:pt x="339" y="976"/>
                  </a:lnTo>
                  <a:lnTo>
                    <a:pt x="339" y="976"/>
                  </a:lnTo>
                  <a:lnTo>
                    <a:pt x="338" y="977"/>
                  </a:lnTo>
                  <a:lnTo>
                    <a:pt x="337" y="977"/>
                  </a:lnTo>
                  <a:lnTo>
                    <a:pt x="337" y="977"/>
                  </a:lnTo>
                  <a:lnTo>
                    <a:pt x="337" y="976"/>
                  </a:lnTo>
                  <a:lnTo>
                    <a:pt x="337" y="976"/>
                  </a:lnTo>
                  <a:lnTo>
                    <a:pt x="337" y="976"/>
                  </a:lnTo>
                  <a:lnTo>
                    <a:pt x="337" y="975"/>
                  </a:lnTo>
                  <a:lnTo>
                    <a:pt x="338" y="974"/>
                  </a:lnTo>
                  <a:lnTo>
                    <a:pt x="337" y="972"/>
                  </a:lnTo>
                  <a:lnTo>
                    <a:pt x="337" y="972"/>
                  </a:lnTo>
                  <a:lnTo>
                    <a:pt x="337" y="972"/>
                  </a:lnTo>
                  <a:lnTo>
                    <a:pt x="337" y="972"/>
                  </a:lnTo>
                  <a:lnTo>
                    <a:pt x="336" y="970"/>
                  </a:lnTo>
                  <a:lnTo>
                    <a:pt x="336" y="970"/>
                  </a:lnTo>
                  <a:lnTo>
                    <a:pt x="335" y="968"/>
                  </a:lnTo>
                  <a:lnTo>
                    <a:pt x="335" y="968"/>
                  </a:lnTo>
                  <a:lnTo>
                    <a:pt x="336" y="968"/>
                  </a:lnTo>
                  <a:lnTo>
                    <a:pt x="337" y="968"/>
                  </a:lnTo>
                  <a:lnTo>
                    <a:pt x="337" y="968"/>
                  </a:lnTo>
                  <a:lnTo>
                    <a:pt x="337" y="968"/>
                  </a:lnTo>
                  <a:lnTo>
                    <a:pt x="336" y="966"/>
                  </a:lnTo>
                  <a:lnTo>
                    <a:pt x="335" y="966"/>
                  </a:lnTo>
                  <a:lnTo>
                    <a:pt x="335" y="966"/>
                  </a:lnTo>
                  <a:lnTo>
                    <a:pt x="335" y="965"/>
                  </a:lnTo>
                  <a:lnTo>
                    <a:pt x="336" y="965"/>
                  </a:lnTo>
                  <a:lnTo>
                    <a:pt x="336" y="965"/>
                  </a:lnTo>
                  <a:lnTo>
                    <a:pt x="336" y="964"/>
                  </a:lnTo>
                  <a:lnTo>
                    <a:pt x="337" y="964"/>
                  </a:lnTo>
                  <a:lnTo>
                    <a:pt x="337" y="964"/>
                  </a:lnTo>
                  <a:lnTo>
                    <a:pt x="337" y="962"/>
                  </a:lnTo>
                  <a:lnTo>
                    <a:pt x="337" y="961"/>
                  </a:lnTo>
                  <a:lnTo>
                    <a:pt x="337" y="961"/>
                  </a:lnTo>
                  <a:lnTo>
                    <a:pt x="337" y="959"/>
                  </a:lnTo>
                  <a:lnTo>
                    <a:pt x="338" y="959"/>
                  </a:lnTo>
                  <a:lnTo>
                    <a:pt x="338" y="958"/>
                  </a:lnTo>
                  <a:lnTo>
                    <a:pt x="340" y="958"/>
                  </a:lnTo>
                  <a:lnTo>
                    <a:pt x="340" y="957"/>
                  </a:lnTo>
                  <a:lnTo>
                    <a:pt x="340" y="956"/>
                  </a:lnTo>
                  <a:lnTo>
                    <a:pt x="341" y="956"/>
                  </a:lnTo>
                  <a:lnTo>
                    <a:pt x="341" y="955"/>
                  </a:lnTo>
                  <a:lnTo>
                    <a:pt x="341" y="955"/>
                  </a:lnTo>
                  <a:lnTo>
                    <a:pt x="343" y="955"/>
                  </a:lnTo>
                  <a:lnTo>
                    <a:pt x="343" y="955"/>
                  </a:lnTo>
                  <a:lnTo>
                    <a:pt x="344" y="955"/>
                  </a:lnTo>
                  <a:lnTo>
                    <a:pt x="345" y="955"/>
                  </a:lnTo>
                  <a:lnTo>
                    <a:pt x="345" y="955"/>
                  </a:lnTo>
                  <a:lnTo>
                    <a:pt x="345" y="955"/>
                  </a:lnTo>
                  <a:lnTo>
                    <a:pt x="345" y="955"/>
                  </a:lnTo>
                  <a:lnTo>
                    <a:pt x="346" y="956"/>
                  </a:lnTo>
                  <a:lnTo>
                    <a:pt x="346" y="956"/>
                  </a:lnTo>
                  <a:lnTo>
                    <a:pt x="346" y="956"/>
                  </a:lnTo>
                  <a:lnTo>
                    <a:pt x="347" y="956"/>
                  </a:lnTo>
                  <a:lnTo>
                    <a:pt x="347" y="956"/>
                  </a:lnTo>
                  <a:lnTo>
                    <a:pt x="347" y="956"/>
                  </a:lnTo>
                  <a:lnTo>
                    <a:pt x="348" y="957"/>
                  </a:lnTo>
                  <a:lnTo>
                    <a:pt x="348" y="957"/>
                  </a:lnTo>
                  <a:lnTo>
                    <a:pt x="348" y="957"/>
                  </a:lnTo>
                  <a:lnTo>
                    <a:pt x="348" y="958"/>
                  </a:lnTo>
                  <a:lnTo>
                    <a:pt x="349" y="957"/>
                  </a:lnTo>
                  <a:lnTo>
                    <a:pt x="349" y="957"/>
                  </a:lnTo>
                  <a:lnTo>
                    <a:pt x="349" y="957"/>
                  </a:lnTo>
                  <a:lnTo>
                    <a:pt x="350" y="957"/>
                  </a:lnTo>
                  <a:lnTo>
                    <a:pt x="350" y="957"/>
                  </a:lnTo>
                  <a:lnTo>
                    <a:pt x="350" y="956"/>
                  </a:lnTo>
                  <a:lnTo>
                    <a:pt x="351" y="957"/>
                  </a:lnTo>
                  <a:lnTo>
                    <a:pt x="351" y="957"/>
                  </a:lnTo>
                  <a:lnTo>
                    <a:pt x="351" y="958"/>
                  </a:lnTo>
                  <a:lnTo>
                    <a:pt x="352" y="959"/>
                  </a:lnTo>
                  <a:lnTo>
                    <a:pt x="353" y="959"/>
                  </a:lnTo>
                  <a:lnTo>
                    <a:pt x="353" y="959"/>
                  </a:lnTo>
                  <a:lnTo>
                    <a:pt x="352" y="960"/>
                  </a:lnTo>
                  <a:lnTo>
                    <a:pt x="352" y="961"/>
                  </a:lnTo>
                  <a:lnTo>
                    <a:pt x="352" y="961"/>
                  </a:lnTo>
                  <a:lnTo>
                    <a:pt x="351" y="961"/>
                  </a:lnTo>
                  <a:lnTo>
                    <a:pt x="351" y="962"/>
                  </a:lnTo>
                  <a:lnTo>
                    <a:pt x="352" y="963"/>
                  </a:lnTo>
                  <a:lnTo>
                    <a:pt x="352" y="962"/>
                  </a:lnTo>
                  <a:lnTo>
                    <a:pt x="353" y="963"/>
                  </a:lnTo>
                  <a:lnTo>
                    <a:pt x="353" y="963"/>
                  </a:lnTo>
                  <a:lnTo>
                    <a:pt x="353" y="964"/>
                  </a:lnTo>
                  <a:lnTo>
                    <a:pt x="352" y="964"/>
                  </a:lnTo>
                  <a:lnTo>
                    <a:pt x="352" y="965"/>
                  </a:lnTo>
                  <a:lnTo>
                    <a:pt x="353" y="967"/>
                  </a:lnTo>
                  <a:lnTo>
                    <a:pt x="353" y="968"/>
                  </a:lnTo>
                  <a:lnTo>
                    <a:pt x="354" y="969"/>
                  </a:lnTo>
                  <a:lnTo>
                    <a:pt x="354" y="969"/>
                  </a:lnTo>
                  <a:lnTo>
                    <a:pt x="354" y="970"/>
                  </a:lnTo>
                  <a:lnTo>
                    <a:pt x="354" y="970"/>
                  </a:lnTo>
                  <a:lnTo>
                    <a:pt x="354" y="971"/>
                  </a:lnTo>
                  <a:lnTo>
                    <a:pt x="354" y="971"/>
                  </a:lnTo>
                  <a:lnTo>
                    <a:pt x="354" y="972"/>
                  </a:lnTo>
                  <a:lnTo>
                    <a:pt x="354" y="972"/>
                  </a:lnTo>
                  <a:lnTo>
                    <a:pt x="355" y="972"/>
                  </a:lnTo>
                  <a:lnTo>
                    <a:pt x="356" y="972"/>
                  </a:lnTo>
                  <a:lnTo>
                    <a:pt x="357" y="972"/>
                  </a:lnTo>
                  <a:lnTo>
                    <a:pt x="358" y="973"/>
                  </a:lnTo>
                  <a:lnTo>
                    <a:pt x="358" y="973"/>
                  </a:lnTo>
                  <a:lnTo>
                    <a:pt x="358" y="973"/>
                  </a:lnTo>
                  <a:lnTo>
                    <a:pt x="358" y="973"/>
                  </a:lnTo>
                  <a:lnTo>
                    <a:pt x="358" y="973"/>
                  </a:lnTo>
                  <a:lnTo>
                    <a:pt x="359" y="973"/>
                  </a:lnTo>
                  <a:lnTo>
                    <a:pt x="359" y="974"/>
                  </a:lnTo>
                  <a:lnTo>
                    <a:pt x="360" y="974"/>
                  </a:lnTo>
                  <a:lnTo>
                    <a:pt x="360" y="974"/>
                  </a:lnTo>
                  <a:lnTo>
                    <a:pt x="361" y="975"/>
                  </a:lnTo>
                  <a:lnTo>
                    <a:pt x="361" y="974"/>
                  </a:lnTo>
                  <a:lnTo>
                    <a:pt x="363" y="975"/>
                  </a:lnTo>
                  <a:lnTo>
                    <a:pt x="363" y="975"/>
                  </a:lnTo>
                  <a:lnTo>
                    <a:pt x="363" y="976"/>
                  </a:lnTo>
                  <a:lnTo>
                    <a:pt x="364" y="976"/>
                  </a:lnTo>
                  <a:lnTo>
                    <a:pt x="365" y="976"/>
                  </a:lnTo>
                  <a:lnTo>
                    <a:pt x="365" y="976"/>
                  </a:lnTo>
                  <a:lnTo>
                    <a:pt x="366" y="976"/>
                  </a:lnTo>
                  <a:lnTo>
                    <a:pt x="366" y="977"/>
                  </a:lnTo>
                  <a:lnTo>
                    <a:pt x="367" y="977"/>
                  </a:lnTo>
                  <a:lnTo>
                    <a:pt x="368" y="977"/>
                  </a:lnTo>
                  <a:lnTo>
                    <a:pt x="369" y="977"/>
                  </a:lnTo>
                  <a:lnTo>
                    <a:pt x="369" y="976"/>
                  </a:lnTo>
                  <a:lnTo>
                    <a:pt x="369" y="976"/>
                  </a:lnTo>
                  <a:lnTo>
                    <a:pt x="369" y="976"/>
                  </a:lnTo>
                  <a:lnTo>
                    <a:pt x="369" y="975"/>
                  </a:lnTo>
                  <a:lnTo>
                    <a:pt x="369" y="975"/>
                  </a:lnTo>
                  <a:lnTo>
                    <a:pt x="369" y="974"/>
                  </a:lnTo>
                  <a:lnTo>
                    <a:pt x="368" y="974"/>
                  </a:lnTo>
                  <a:lnTo>
                    <a:pt x="368" y="975"/>
                  </a:lnTo>
                  <a:lnTo>
                    <a:pt x="367" y="975"/>
                  </a:lnTo>
                  <a:lnTo>
                    <a:pt x="367" y="974"/>
                  </a:lnTo>
                  <a:lnTo>
                    <a:pt x="368" y="974"/>
                  </a:lnTo>
                  <a:lnTo>
                    <a:pt x="368" y="973"/>
                  </a:lnTo>
                  <a:lnTo>
                    <a:pt x="368" y="973"/>
                  </a:lnTo>
                  <a:lnTo>
                    <a:pt x="368" y="972"/>
                  </a:lnTo>
                  <a:lnTo>
                    <a:pt x="370" y="972"/>
                  </a:lnTo>
                  <a:lnTo>
                    <a:pt x="371" y="971"/>
                  </a:lnTo>
                  <a:lnTo>
                    <a:pt x="371" y="971"/>
                  </a:lnTo>
                  <a:lnTo>
                    <a:pt x="371" y="970"/>
                  </a:lnTo>
                  <a:lnTo>
                    <a:pt x="371" y="969"/>
                  </a:lnTo>
                  <a:lnTo>
                    <a:pt x="371" y="968"/>
                  </a:lnTo>
                  <a:lnTo>
                    <a:pt x="372" y="968"/>
                  </a:lnTo>
                  <a:lnTo>
                    <a:pt x="372" y="968"/>
                  </a:lnTo>
                  <a:lnTo>
                    <a:pt x="371" y="967"/>
                  </a:lnTo>
                  <a:lnTo>
                    <a:pt x="371" y="967"/>
                  </a:lnTo>
                  <a:lnTo>
                    <a:pt x="371" y="966"/>
                  </a:lnTo>
                  <a:lnTo>
                    <a:pt x="371" y="965"/>
                  </a:lnTo>
                  <a:lnTo>
                    <a:pt x="371" y="964"/>
                  </a:lnTo>
                  <a:lnTo>
                    <a:pt x="371" y="964"/>
                  </a:lnTo>
                  <a:lnTo>
                    <a:pt x="372" y="964"/>
                  </a:lnTo>
                  <a:lnTo>
                    <a:pt x="372" y="962"/>
                  </a:lnTo>
                  <a:lnTo>
                    <a:pt x="373" y="961"/>
                  </a:lnTo>
                  <a:lnTo>
                    <a:pt x="373" y="960"/>
                  </a:lnTo>
                  <a:lnTo>
                    <a:pt x="374" y="959"/>
                  </a:lnTo>
                  <a:lnTo>
                    <a:pt x="374" y="959"/>
                  </a:lnTo>
                  <a:lnTo>
                    <a:pt x="376" y="960"/>
                  </a:lnTo>
                  <a:lnTo>
                    <a:pt x="376" y="960"/>
                  </a:lnTo>
                  <a:lnTo>
                    <a:pt x="378" y="961"/>
                  </a:lnTo>
                  <a:lnTo>
                    <a:pt x="378" y="961"/>
                  </a:lnTo>
                  <a:lnTo>
                    <a:pt x="379" y="962"/>
                  </a:lnTo>
                  <a:lnTo>
                    <a:pt x="380" y="963"/>
                  </a:lnTo>
                  <a:lnTo>
                    <a:pt x="380" y="963"/>
                  </a:lnTo>
                  <a:lnTo>
                    <a:pt x="383" y="964"/>
                  </a:lnTo>
                  <a:lnTo>
                    <a:pt x="384" y="965"/>
                  </a:lnTo>
                  <a:lnTo>
                    <a:pt x="387" y="967"/>
                  </a:lnTo>
                  <a:lnTo>
                    <a:pt x="387" y="968"/>
                  </a:lnTo>
                  <a:lnTo>
                    <a:pt x="389" y="969"/>
                  </a:lnTo>
                  <a:lnTo>
                    <a:pt x="389" y="971"/>
                  </a:lnTo>
                  <a:lnTo>
                    <a:pt x="389" y="972"/>
                  </a:lnTo>
                  <a:lnTo>
                    <a:pt x="391" y="973"/>
                  </a:lnTo>
                  <a:lnTo>
                    <a:pt x="391" y="974"/>
                  </a:lnTo>
                  <a:lnTo>
                    <a:pt x="393" y="974"/>
                  </a:lnTo>
                  <a:lnTo>
                    <a:pt x="393" y="974"/>
                  </a:lnTo>
                  <a:lnTo>
                    <a:pt x="394" y="975"/>
                  </a:lnTo>
                  <a:lnTo>
                    <a:pt x="395" y="976"/>
                  </a:lnTo>
                  <a:lnTo>
                    <a:pt x="397" y="977"/>
                  </a:lnTo>
                  <a:lnTo>
                    <a:pt x="397" y="976"/>
                  </a:lnTo>
                  <a:lnTo>
                    <a:pt x="397" y="976"/>
                  </a:lnTo>
                  <a:lnTo>
                    <a:pt x="400" y="977"/>
                  </a:lnTo>
                  <a:lnTo>
                    <a:pt x="401" y="977"/>
                  </a:lnTo>
                  <a:lnTo>
                    <a:pt x="401" y="978"/>
                  </a:lnTo>
                  <a:lnTo>
                    <a:pt x="404" y="979"/>
                  </a:lnTo>
                  <a:lnTo>
                    <a:pt x="406" y="980"/>
                  </a:lnTo>
                  <a:lnTo>
                    <a:pt x="406" y="980"/>
                  </a:lnTo>
                  <a:lnTo>
                    <a:pt x="406" y="981"/>
                  </a:lnTo>
                  <a:lnTo>
                    <a:pt x="407" y="980"/>
                  </a:lnTo>
                  <a:lnTo>
                    <a:pt x="407" y="980"/>
                  </a:lnTo>
                  <a:lnTo>
                    <a:pt x="407" y="978"/>
                  </a:lnTo>
                  <a:lnTo>
                    <a:pt x="407" y="978"/>
                  </a:lnTo>
                  <a:lnTo>
                    <a:pt x="406" y="977"/>
                  </a:lnTo>
                  <a:lnTo>
                    <a:pt x="406" y="977"/>
                  </a:lnTo>
                  <a:lnTo>
                    <a:pt x="404" y="977"/>
                  </a:lnTo>
                  <a:lnTo>
                    <a:pt x="404" y="976"/>
                  </a:lnTo>
                  <a:lnTo>
                    <a:pt x="404" y="976"/>
                  </a:lnTo>
                  <a:lnTo>
                    <a:pt x="404" y="975"/>
                  </a:lnTo>
                  <a:lnTo>
                    <a:pt x="404" y="974"/>
                  </a:lnTo>
                  <a:lnTo>
                    <a:pt x="404" y="973"/>
                  </a:lnTo>
                  <a:lnTo>
                    <a:pt x="404" y="973"/>
                  </a:lnTo>
                  <a:lnTo>
                    <a:pt x="402" y="972"/>
                  </a:lnTo>
                  <a:lnTo>
                    <a:pt x="398" y="971"/>
                  </a:lnTo>
                  <a:lnTo>
                    <a:pt x="397" y="971"/>
                  </a:lnTo>
                  <a:lnTo>
                    <a:pt x="395" y="971"/>
                  </a:lnTo>
                  <a:lnTo>
                    <a:pt x="394" y="970"/>
                  </a:lnTo>
                  <a:lnTo>
                    <a:pt x="394" y="970"/>
                  </a:lnTo>
                  <a:lnTo>
                    <a:pt x="393" y="969"/>
                  </a:lnTo>
                  <a:lnTo>
                    <a:pt x="393" y="969"/>
                  </a:lnTo>
                  <a:lnTo>
                    <a:pt x="393" y="969"/>
                  </a:lnTo>
                  <a:lnTo>
                    <a:pt x="393" y="968"/>
                  </a:lnTo>
                  <a:lnTo>
                    <a:pt x="392" y="968"/>
                  </a:lnTo>
                  <a:lnTo>
                    <a:pt x="392" y="968"/>
                  </a:lnTo>
                  <a:lnTo>
                    <a:pt x="392" y="967"/>
                  </a:lnTo>
                  <a:lnTo>
                    <a:pt x="392" y="966"/>
                  </a:lnTo>
                  <a:lnTo>
                    <a:pt x="392" y="966"/>
                  </a:lnTo>
                  <a:lnTo>
                    <a:pt x="392" y="965"/>
                  </a:lnTo>
                  <a:lnTo>
                    <a:pt x="391" y="964"/>
                  </a:lnTo>
                  <a:lnTo>
                    <a:pt x="389" y="962"/>
                  </a:lnTo>
                  <a:lnTo>
                    <a:pt x="389" y="962"/>
                  </a:lnTo>
                  <a:lnTo>
                    <a:pt x="389" y="961"/>
                  </a:lnTo>
                  <a:lnTo>
                    <a:pt x="388" y="961"/>
                  </a:lnTo>
                  <a:lnTo>
                    <a:pt x="388" y="960"/>
                  </a:lnTo>
                  <a:lnTo>
                    <a:pt x="387" y="960"/>
                  </a:lnTo>
                  <a:lnTo>
                    <a:pt x="384" y="960"/>
                  </a:lnTo>
                  <a:lnTo>
                    <a:pt x="381" y="959"/>
                  </a:lnTo>
                  <a:lnTo>
                    <a:pt x="380" y="959"/>
                  </a:lnTo>
                  <a:lnTo>
                    <a:pt x="380" y="959"/>
                  </a:lnTo>
                  <a:lnTo>
                    <a:pt x="380" y="959"/>
                  </a:lnTo>
                  <a:lnTo>
                    <a:pt x="379" y="958"/>
                  </a:lnTo>
                  <a:lnTo>
                    <a:pt x="379" y="956"/>
                  </a:lnTo>
                  <a:lnTo>
                    <a:pt x="379" y="955"/>
                  </a:lnTo>
                  <a:lnTo>
                    <a:pt x="378" y="955"/>
                  </a:lnTo>
                  <a:lnTo>
                    <a:pt x="377" y="955"/>
                  </a:lnTo>
                  <a:lnTo>
                    <a:pt x="377" y="954"/>
                  </a:lnTo>
                  <a:lnTo>
                    <a:pt x="376" y="953"/>
                  </a:lnTo>
                  <a:lnTo>
                    <a:pt x="377" y="953"/>
                  </a:lnTo>
                  <a:lnTo>
                    <a:pt x="376" y="953"/>
                  </a:lnTo>
                  <a:lnTo>
                    <a:pt x="377" y="952"/>
                  </a:lnTo>
                  <a:lnTo>
                    <a:pt x="379" y="951"/>
                  </a:lnTo>
                  <a:lnTo>
                    <a:pt x="380" y="952"/>
                  </a:lnTo>
                  <a:lnTo>
                    <a:pt x="380" y="952"/>
                  </a:lnTo>
                  <a:lnTo>
                    <a:pt x="381" y="952"/>
                  </a:lnTo>
                  <a:lnTo>
                    <a:pt x="382" y="953"/>
                  </a:lnTo>
                  <a:lnTo>
                    <a:pt x="383" y="953"/>
                  </a:lnTo>
                  <a:lnTo>
                    <a:pt x="383" y="953"/>
                  </a:lnTo>
                  <a:lnTo>
                    <a:pt x="383" y="952"/>
                  </a:lnTo>
                  <a:lnTo>
                    <a:pt x="383" y="951"/>
                  </a:lnTo>
                  <a:lnTo>
                    <a:pt x="383" y="951"/>
                  </a:lnTo>
                  <a:lnTo>
                    <a:pt x="382" y="951"/>
                  </a:lnTo>
                  <a:lnTo>
                    <a:pt x="383" y="951"/>
                  </a:lnTo>
                  <a:lnTo>
                    <a:pt x="383" y="951"/>
                  </a:lnTo>
                  <a:lnTo>
                    <a:pt x="385" y="950"/>
                  </a:lnTo>
                  <a:lnTo>
                    <a:pt x="385" y="951"/>
                  </a:lnTo>
                  <a:lnTo>
                    <a:pt x="385" y="951"/>
                  </a:lnTo>
                  <a:lnTo>
                    <a:pt x="386" y="951"/>
                  </a:lnTo>
                  <a:lnTo>
                    <a:pt x="386" y="952"/>
                  </a:lnTo>
                  <a:lnTo>
                    <a:pt x="386" y="953"/>
                  </a:lnTo>
                  <a:lnTo>
                    <a:pt x="385" y="953"/>
                  </a:lnTo>
                  <a:lnTo>
                    <a:pt x="385" y="954"/>
                  </a:lnTo>
                  <a:lnTo>
                    <a:pt x="386" y="955"/>
                  </a:lnTo>
                  <a:lnTo>
                    <a:pt x="387" y="955"/>
                  </a:lnTo>
                  <a:lnTo>
                    <a:pt x="388" y="955"/>
                  </a:lnTo>
                  <a:lnTo>
                    <a:pt x="388" y="955"/>
                  </a:lnTo>
                  <a:lnTo>
                    <a:pt x="389" y="956"/>
                  </a:lnTo>
                  <a:lnTo>
                    <a:pt x="389" y="956"/>
                  </a:lnTo>
                  <a:lnTo>
                    <a:pt x="389" y="957"/>
                  </a:lnTo>
                  <a:lnTo>
                    <a:pt x="390" y="958"/>
                  </a:lnTo>
                  <a:lnTo>
                    <a:pt x="392" y="959"/>
                  </a:lnTo>
                  <a:lnTo>
                    <a:pt x="395" y="959"/>
                  </a:lnTo>
                  <a:lnTo>
                    <a:pt x="397" y="959"/>
                  </a:lnTo>
                  <a:lnTo>
                    <a:pt x="398" y="958"/>
                  </a:lnTo>
                  <a:lnTo>
                    <a:pt x="399" y="957"/>
                  </a:lnTo>
                  <a:lnTo>
                    <a:pt x="401" y="957"/>
                  </a:lnTo>
                  <a:lnTo>
                    <a:pt x="402" y="957"/>
                  </a:lnTo>
                  <a:lnTo>
                    <a:pt x="402" y="956"/>
                  </a:lnTo>
                  <a:lnTo>
                    <a:pt x="403" y="957"/>
                  </a:lnTo>
                  <a:lnTo>
                    <a:pt x="403" y="956"/>
                  </a:lnTo>
                  <a:lnTo>
                    <a:pt x="405" y="956"/>
                  </a:lnTo>
                  <a:lnTo>
                    <a:pt x="405" y="956"/>
                  </a:lnTo>
                  <a:lnTo>
                    <a:pt x="405" y="957"/>
                  </a:lnTo>
                  <a:lnTo>
                    <a:pt x="405" y="957"/>
                  </a:lnTo>
                  <a:lnTo>
                    <a:pt x="405" y="958"/>
                  </a:lnTo>
                  <a:lnTo>
                    <a:pt x="404" y="958"/>
                  </a:lnTo>
                  <a:lnTo>
                    <a:pt x="404" y="958"/>
                  </a:lnTo>
                  <a:lnTo>
                    <a:pt x="405" y="958"/>
                  </a:lnTo>
                  <a:lnTo>
                    <a:pt x="406" y="958"/>
                  </a:lnTo>
                  <a:lnTo>
                    <a:pt x="406" y="958"/>
                  </a:lnTo>
                  <a:lnTo>
                    <a:pt x="406" y="959"/>
                  </a:lnTo>
                  <a:lnTo>
                    <a:pt x="407" y="959"/>
                  </a:lnTo>
                  <a:lnTo>
                    <a:pt x="409" y="959"/>
                  </a:lnTo>
                  <a:lnTo>
                    <a:pt x="409" y="960"/>
                  </a:lnTo>
                  <a:lnTo>
                    <a:pt x="410" y="962"/>
                  </a:lnTo>
                  <a:lnTo>
                    <a:pt x="410" y="962"/>
                  </a:lnTo>
                  <a:lnTo>
                    <a:pt x="411" y="962"/>
                  </a:lnTo>
                  <a:lnTo>
                    <a:pt x="410" y="963"/>
                  </a:lnTo>
                  <a:lnTo>
                    <a:pt x="411" y="963"/>
                  </a:lnTo>
                  <a:lnTo>
                    <a:pt x="411" y="963"/>
                  </a:lnTo>
                  <a:lnTo>
                    <a:pt x="412" y="964"/>
                  </a:lnTo>
                  <a:lnTo>
                    <a:pt x="412" y="964"/>
                  </a:lnTo>
                  <a:lnTo>
                    <a:pt x="413" y="964"/>
                  </a:lnTo>
                  <a:lnTo>
                    <a:pt x="413" y="965"/>
                  </a:lnTo>
                  <a:lnTo>
                    <a:pt x="414" y="965"/>
                  </a:lnTo>
                  <a:lnTo>
                    <a:pt x="415" y="966"/>
                  </a:lnTo>
                  <a:lnTo>
                    <a:pt x="415" y="967"/>
                  </a:lnTo>
                  <a:lnTo>
                    <a:pt x="415" y="966"/>
                  </a:lnTo>
                  <a:lnTo>
                    <a:pt x="417" y="967"/>
                  </a:lnTo>
                  <a:lnTo>
                    <a:pt x="417" y="968"/>
                  </a:lnTo>
                  <a:lnTo>
                    <a:pt x="418" y="968"/>
                  </a:lnTo>
                  <a:lnTo>
                    <a:pt x="418" y="968"/>
                  </a:lnTo>
                  <a:lnTo>
                    <a:pt x="419" y="968"/>
                  </a:lnTo>
                  <a:lnTo>
                    <a:pt x="419" y="970"/>
                  </a:lnTo>
                  <a:lnTo>
                    <a:pt x="421" y="970"/>
                  </a:lnTo>
                  <a:lnTo>
                    <a:pt x="421" y="970"/>
                  </a:lnTo>
                  <a:lnTo>
                    <a:pt x="422" y="970"/>
                  </a:lnTo>
                  <a:lnTo>
                    <a:pt x="423" y="970"/>
                  </a:lnTo>
                  <a:lnTo>
                    <a:pt x="423" y="971"/>
                  </a:lnTo>
                  <a:lnTo>
                    <a:pt x="424" y="972"/>
                  </a:lnTo>
                  <a:lnTo>
                    <a:pt x="424" y="972"/>
                  </a:lnTo>
                  <a:lnTo>
                    <a:pt x="425" y="972"/>
                  </a:lnTo>
                  <a:lnTo>
                    <a:pt x="425" y="974"/>
                  </a:lnTo>
                  <a:lnTo>
                    <a:pt x="426" y="975"/>
                  </a:lnTo>
                  <a:lnTo>
                    <a:pt x="427" y="977"/>
                  </a:lnTo>
                  <a:lnTo>
                    <a:pt x="427" y="977"/>
                  </a:lnTo>
                  <a:lnTo>
                    <a:pt x="427" y="977"/>
                  </a:lnTo>
                  <a:lnTo>
                    <a:pt x="428" y="977"/>
                  </a:lnTo>
                  <a:lnTo>
                    <a:pt x="428" y="978"/>
                  </a:lnTo>
                  <a:lnTo>
                    <a:pt x="428" y="979"/>
                  </a:lnTo>
                  <a:lnTo>
                    <a:pt x="428" y="980"/>
                  </a:lnTo>
                  <a:lnTo>
                    <a:pt x="428" y="981"/>
                  </a:lnTo>
                  <a:lnTo>
                    <a:pt x="428" y="981"/>
                  </a:lnTo>
                  <a:lnTo>
                    <a:pt x="429" y="982"/>
                  </a:lnTo>
                  <a:lnTo>
                    <a:pt x="429" y="983"/>
                  </a:lnTo>
                  <a:lnTo>
                    <a:pt x="430" y="983"/>
                  </a:lnTo>
                  <a:lnTo>
                    <a:pt x="430" y="985"/>
                  </a:lnTo>
                  <a:lnTo>
                    <a:pt x="431" y="985"/>
                  </a:lnTo>
                  <a:lnTo>
                    <a:pt x="431" y="985"/>
                  </a:lnTo>
                  <a:lnTo>
                    <a:pt x="432" y="986"/>
                  </a:lnTo>
                  <a:lnTo>
                    <a:pt x="432" y="987"/>
                  </a:lnTo>
                  <a:lnTo>
                    <a:pt x="432" y="987"/>
                  </a:lnTo>
                  <a:lnTo>
                    <a:pt x="432" y="987"/>
                  </a:lnTo>
                  <a:lnTo>
                    <a:pt x="432" y="986"/>
                  </a:lnTo>
                  <a:lnTo>
                    <a:pt x="433" y="985"/>
                  </a:lnTo>
                  <a:lnTo>
                    <a:pt x="434" y="985"/>
                  </a:lnTo>
                  <a:lnTo>
                    <a:pt x="433" y="985"/>
                  </a:lnTo>
                  <a:lnTo>
                    <a:pt x="433" y="984"/>
                  </a:lnTo>
                  <a:lnTo>
                    <a:pt x="432" y="982"/>
                  </a:lnTo>
                  <a:lnTo>
                    <a:pt x="432" y="982"/>
                  </a:lnTo>
                  <a:lnTo>
                    <a:pt x="432" y="981"/>
                  </a:lnTo>
                  <a:lnTo>
                    <a:pt x="432" y="981"/>
                  </a:lnTo>
                  <a:lnTo>
                    <a:pt x="432" y="980"/>
                  </a:lnTo>
                  <a:lnTo>
                    <a:pt x="431" y="979"/>
                  </a:lnTo>
                  <a:lnTo>
                    <a:pt x="431" y="978"/>
                  </a:lnTo>
                  <a:lnTo>
                    <a:pt x="431" y="978"/>
                  </a:lnTo>
                  <a:lnTo>
                    <a:pt x="431" y="977"/>
                  </a:lnTo>
                  <a:lnTo>
                    <a:pt x="430" y="976"/>
                  </a:lnTo>
                  <a:lnTo>
                    <a:pt x="429" y="975"/>
                  </a:lnTo>
                  <a:lnTo>
                    <a:pt x="428" y="974"/>
                  </a:lnTo>
                  <a:lnTo>
                    <a:pt x="429" y="973"/>
                  </a:lnTo>
                  <a:lnTo>
                    <a:pt x="428" y="973"/>
                  </a:lnTo>
                  <a:lnTo>
                    <a:pt x="428" y="973"/>
                  </a:lnTo>
                  <a:lnTo>
                    <a:pt x="428" y="972"/>
                  </a:lnTo>
                  <a:lnTo>
                    <a:pt x="428" y="972"/>
                  </a:lnTo>
                  <a:lnTo>
                    <a:pt x="427" y="970"/>
                  </a:lnTo>
                  <a:lnTo>
                    <a:pt x="425" y="969"/>
                  </a:lnTo>
                  <a:lnTo>
                    <a:pt x="423" y="969"/>
                  </a:lnTo>
                  <a:lnTo>
                    <a:pt x="423" y="968"/>
                  </a:lnTo>
                  <a:lnTo>
                    <a:pt x="422" y="968"/>
                  </a:lnTo>
                  <a:lnTo>
                    <a:pt x="422" y="968"/>
                  </a:lnTo>
                  <a:lnTo>
                    <a:pt x="422" y="967"/>
                  </a:lnTo>
                  <a:lnTo>
                    <a:pt x="422" y="966"/>
                  </a:lnTo>
                  <a:lnTo>
                    <a:pt x="422" y="966"/>
                  </a:lnTo>
                  <a:lnTo>
                    <a:pt x="421" y="966"/>
                  </a:lnTo>
                  <a:lnTo>
                    <a:pt x="420" y="964"/>
                  </a:lnTo>
                  <a:lnTo>
                    <a:pt x="419" y="964"/>
                  </a:lnTo>
                  <a:lnTo>
                    <a:pt x="419" y="964"/>
                  </a:lnTo>
                  <a:lnTo>
                    <a:pt x="419" y="964"/>
                  </a:lnTo>
                  <a:lnTo>
                    <a:pt x="419" y="964"/>
                  </a:lnTo>
                  <a:lnTo>
                    <a:pt x="418" y="964"/>
                  </a:lnTo>
                  <a:lnTo>
                    <a:pt x="418" y="964"/>
                  </a:lnTo>
                  <a:lnTo>
                    <a:pt x="417" y="964"/>
                  </a:lnTo>
                  <a:lnTo>
                    <a:pt x="417" y="964"/>
                  </a:lnTo>
                  <a:lnTo>
                    <a:pt x="417" y="964"/>
                  </a:lnTo>
                  <a:lnTo>
                    <a:pt x="417" y="963"/>
                  </a:lnTo>
                  <a:lnTo>
                    <a:pt x="416" y="962"/>
                  </a:lnTo>
                  <a:lnTo>
                    <a:pt x="416" y="962"/>
                  </a:lnTo>
                  <a:lnTo>
                    <a:pt x="415" y="961"/>
                  </a:lnTo>
                  <a:lnTo>
                    <a:pt x="415" y="959"/>
                  </a:lnTo>
                  <a:lnTo>
                    <a:pt x="414" y="959"/>
                  </a:lnTo>
                  <a:lnTo>
                    <a:pt x="412" y="959"/>
                  </a:lnTo>
                  <a:lnTo>
                    <a:pt x="412" y="958"/>
                  </a:lnTo>
                  <a:lnTo>
                    <a:pt x="410" y="957"/>
                  </a:lnTo>
                  <a:lnTo>
                    <a:pt x="410" y="956"/>
                  </a:lnTo>
                  <a:lnTo>
                    <a:pt x="410" y="955"/>
                  </a:lnTo>
                  <a:lnTo>
                    <a:pt x="409" y="955"/>
                  </a:lnTo>
                  <a:lnTo>
                    <a:pt x="408" y="955"/>
                  </a:lnTo>
                  <a:lnTo>
                    <a:pt x="407" y="955"/>
                  </a:lnTo>
                  <a:lnTo>
                    <a:pt x="407" y="954"/>
                  </a:lnTo>
                  <a:lnTo>
                    <a:pt x="407" y="954"/>
                  </a:lnTo>
                  <a:lnTo>
                    <a:pt x="407" y="954"/>
                  </a:lnTo>
                  <a:lnTo>
                    <a:pt x="409" y="953"/>
                  </a:lnTo>
                  <a:lnTo>
                    <a:pt x="409" y="953"/>
                  </a:lnTo>
                  <a:lnTo>
                    <a:pt x="410" y="953"/>
                  </a:lnTo>
                  <a:lnTo>
                    <a:pt x="410" y="953"/>
                  </a:lnTo>
                  <a:lnTo>
                    <a:pt x="411" y="953"/>
                  </a:lnTo>
                  <a:lnTo>
                    <a:pt x="411" y="953"/>
                  </a:lnTo>
                  <a:lnTo>
                    <a:pt x="411" y="952"/>
                  </a:lnTo>
                  <a:lnTo>
                    <a:pt x="411" y="951"/>
                  </a:lnTo>
                  <a:lnTo>
                    <a:pt x="413" y="951"/>
                  </a:lnTo>
                  <a:lnTo>
                    <a:pt x="414" y="951"/>
                  </a:lnTo>
                  <a:lnTo>
                    <a:pt x="414" y="950"/>
                  </a:lnTo>
                  <a:lnTo>
                    <a:pt x="415" y="950"/>
                  </a:lnTo>
                  <a:lnTo>
                    <a:pt x="415" y="948"/>
                  </a:lnTo>
                  <a:lnTo>
                    <a:pt x="415" y="948"/>
                  </a:lnTo>
                  <a:lnTo>
                    <a:pt x="415" y="947"/>
                  </a:lnTo>
                  <a:lnTo>
                    <a:pt x="415" y="946"/>
                  </a:lnTo>
                  <a:lnTo>
                    <a:pt x="415" y="946"/>
                  </a:lnTo>
                  <a:lnTo>
                    <a:pt x="415" y="946"/>
                  </a:lnTo>
                  <a:lnTo>
                    <a:pt x="415" y="945"/>
                  </a:lnTo>
                  <a:lnTo>
                    <a:pt x="415" y="946"/>
                  </a:lnTo>
                  <a:lnTo>
                    <a:pt x="415" y="946"/>
                  </a:lnTo>
                  <a:lnTo>
                    <a:pt x="414" y="946"/>
                  </a:lnTo>
                  <a:lnTo>
                    <a:pt x="414" y="947"/>
                  </a:lnTo>
                  <a:lnTo>
                    <a:pt x="414" y="947"/>
                  </a:lnTo>
                  <a:lnTo>
                    <a:pt x="414" y="947"/>
                  </a:lnTo>
                  <a:lnTo>
                    <a:pt x="413" y="948"/>
                  </a:lnTo>
                  <a:lnTo>
                    <a:pt x="412" y="948"/>
                  </a:lnTo>
                  <a:lnTo>
                    <a:pt x="412" y="948"/>
                  </a:lnTo>
                  <a:lnTo>
                    <a:pt x="412" y="947"/>
                  </a:lnTo>
                  <a:lnTo>
                    <a:pt x="413" y="947"/>
                  </a:lnTo>
                  <a:lnTo>
                    <a:pt x="412" y="946"/>
                  </a:lnTo>
                  <a:lnTo>
                    <a:pt x="412" y="946"/>
                  </a:lnTo>
                  <a:lnTo>
                    <a:pt x="412" y="946"/>
                  </a:lnTo>
                  <a:lnTo>
                    <a:pt x="413" y="946"/>
                  </a:lnTo>
                  <a:lnTo>
                    <a:pt x="413" y="945"/>
                  </a:lnTo>
                  <a:lnTo>
                    <a:pt x="412" y="945"/>
                  </a:lnTo>
                  <a:lnTo>
                    <a:pt x="413" y="945"/>
                  </a:lnTo>
                  <a:lnTo>
                    <a:pt x="412" y="945"/>
                  </a:lnTo>
                  <a:lnTo>
                    <a:pt x="412" y="944"/>
                  </a:lnTo>
                  <a:lnTo>
                    <a:pt x="411" y="944"/>
                  </a:lnTo>
                  <a:lnTo>
                    <a:pt x="410" y="944"/>
                  </a:lnTo>
                  <a:lnTo>
                    <a:pt x="410" y="944"/>
                  </a:lnTo>
                  <a:lnTo>
                    <a:pt x="407" y="944"/>
                  </a:lnTo>
                  <a:lnTo>
                    <a:pt x="406" y="944"/>
                  </a:lnTo>
                  <a:lnTo>
                    <a:pt x="406" y="943"/>
                  </a:lnTo>
                  <a:lnTo>
                    <a:pt x="406" y="943"/>
                  </a:lnTo>
                  <a:lnTo>
                    <a:pt x="406" y="943"/>
                  </a:lnTo>
                  <a:lnTo>
                    <a:pt x="406" y="943"/>
                  </a:lnTo>
                  <a:lnTo>
                    <a:pt x="405" y="942"/>
                  </a:lnTo>
                  <a:lnTo>
                    <a:pt x="405" y="942"/>
                  </a:lnTo>
                  <a:lnTo>
                    <a:pt x="404" y="942"/>
                  </a:lnTo>
                  <a:lnTo>
                    <a:pt x="404" y="942"/>
                  </a:lnTo>
                  <a:lnTo>
                    <a:pt x="404" y="941"/>
                  </a:lnTo>
                  <a:lnTo>
                    <a:pt x="404" y="941"/>
                  </a:lnTo>
                  <a:lnTo>
                    <a:pt x="403" y="940"/>
                  </a:lnTo>
                  <a:lnTo>
                    <a:pt x="402" y="940"/>
                  </a:lnTo>
                  <a:lnTo>
                    <a:pt x="402" y="940"/>
                  </a:lnTo>
                  <a:lnTo>
                    <a:pt x="402" y="940"/>
                  </a:lnTo>
                  <a:lnTo>
                    <a:pt x="399" y="938"/>
                  </a:lnTo>
                  <a:lnTo>
                    <a:pt x="398" y="938"/>
                  </a:lnTo>
                  <a:lnTo>
                    <a:pt x="397" y="938"/>
                  </a:lnTo>
                  <a:lnTo>
                    <a:pt x="397" y="938"/>
                  </a:lnTo>
                  <a:lnTo>
                    <a:pt x="396" y="938"/>
                  </a:lnTo>
                  <a:lnTo>
                    <a:pt x="395" y="938"/>
                  </a:lnTo>
                  <a:lnTo>
                    <a:pt x="395" y="938"/>
                  </a:lnTo>
                  <a:lnTo>
                    <a:pt x="395" y="938"/>
                  </a:lnTo>
                  <a:lnTo>
                    <a:pt x="395" y="938"/>
                  </a:lnTo>
                  <a:lnTo>
                    <a:pt x="395" y="938"/>
                  </a:lnTo>
                  <a:lnTo>
                    <a:pt x="393" y="938"/>
                  </a:lnTo>
                  <a:lnTo>
                    <a:pt x="393" y="938"/>
                  </a:lnTo>
                  <a:lnTo>
                    <a:pt x="393" y="938"/>
                  </a:lnTo>
                  <a:lnTo>
                    <a:pt x="393" y="938"/>
                  </a:lnTo>
                  <a:lnTo>
                    <a:pt x="393" y="938"/>
                  </a:lnTo>
                  <a:lnTo>
                    <a:pt x="392" y="937"/>
                  </a:lnTo>
                  <a:lnTo>
                    <a:pt x="393" y="937"/>
                  </a:lnTo>
                  <a:lnTo>
                    <a:pt x="393" y="937"/>
                  </a:lnTo>
                  <a:lnTo>
                    <a:pt x="393" y="936"/>
                  </a:lnTo>
                  <a:lnTo>
                    <a:pt x="393" y="936"/>
                  </a:lnTo>
                  <a:lnTo>
                    <a:pt x="393" y="936"/>
                  </a:lnTo>
                  <a:lnTo>
                    <a:pt x="393" y="935"/>
                  </a:lnTo>
                  <a:lnTo>
                    <a:pt x="393" y="934"/>
                  </a:lnTo>
                  <a:lnTo>
                    <a:pt x="393" y="934"/>
                  </a:lnTo>
                  <a:lnTo>
                    <a:pt x="393" y="933"/>
                  </a:lnTo>
                  <a:lnTo>
                    <a:pt x="393" y="933"/>
                  </a:lnTo>
                  <a:lnTo>
                    <a:pt x="393" y="933"/>
                  </a:lnTo>
                  <a:lnTo>
                    <a:pt x="392" y="933"/>
                  </a:lnTo>
                  <a:lnTo>
                    <a:pt x="391" y="932"/>
                  </a:lnTo>
                  <a:lnTo>
                    <a:pt x="391" y="931"/>
                  </a:lnTo>
                  <a:lnTo>
                    <a:pt x="390" y="930"/>
                  </a:lnTo>
                  <a:lnTo>
                    <a:pt x="389" y="929"/>
                  </a:lnTo>
                  <a:lnTo>
                    <a:pt x="389" y="929"/>
                  </a:lnTo>
                  <a:lnTo>
                    <a:pt x="388" y="929"/>
                  </a:lnTo>
                  <a:lnTo>
                    <a:pt x="387" y="929"/>
                  </a:lnTo>
                  <a:lnTo>
                    <a:pt x="386" y="929"/>
                  </a:lnTo>
                  <a:lnTo>
                    <a:pt x="385" y="929"/>
                  </a:lnTo>
                  <a:lnTo>
                    <a:pt x="385" y="929"/>
                  </a:lnTo>
                  <a:lnTo>
                    <a:pt x="385" y="929"/>
                  </a:lnTo>
                  <a:lnTo>
                    <a:pt x="385" y="928"/>
                  </a:lnTo>
                  <a:lnTo>
                    <a:pt x="386" y="927"/>
                  </a:lnTo>
                  <a:lnTo>
                    <a:pt x="387" y="926"/>
                  </a:lnTo>
                  <a:lnTo>
                    <a:pt x="386" y="926"/>
                  </a:lnTo>
                  <a:lnTo>
                    <a:pt x="386" y="925"/>
                  </a:lnTo>
                  <a:lnTo>
                    <a:pt x="386" y="925"/>
                  </a:lnTo>
                  <a:lnTo>
                    <a:pt x="384" y="922"/>
                  </a:lnTo>
                  <a:lnTo>
                    <a:pt x="383" y="921"/>
                  </a:lnTo>
                  <a:lnTo>
                    <a:pt x="380" y="922"/>
                  </a:lnTo>
                  <a:lnTo>
                    <a:pt x="380" y="921"/>
                  </a:lnTo>
                  <a:lnTo>
                    <a:pt x="378" y="920"/>
                  </a:lnTo>
                  <a:lnTo>
                    <a:pt x="376" y="920"/>
                  </a:lnTo>
                  <a:lnTo>
                    <a:pt x="376" y="920"/>
                  </a:lnTo>
                  <a:lnTo>
                    <a:pt x="376" y="920"/>
                  </a:lnTo>
                  <a:lnTo>
                    <a:pt x="376" y="920"/>
                  </a:lnTo>
                  <a:lnTo>
                    <a:pt x="376" y="920"/>
                  </a:lnTo>
                  <a:lnTo>
                    <a:pt x="375" y="920"/>
                  </a:lnTo>
                  <a:lnTo>
                    <a:pt x="375" y="920"/>
                  </a:lnTo>
                  <a:lnTo>
                    <a:pt x="375" y="920"/>
                  </a:lnTo>
                  <a:lnTo>
                    <a:pt x="375" y="920"/>
                  </a:lnTo>
                  <a:lnTo>
                    <a:pt x="374" y="920"/>
                  </a:lnTo>
                  <a:lnTo>
                    <a:pt x="374" y="918"/>
                  </a:lnTo>
                  <a:lnTo>
                    <a:pt x="374" y="918"/>
                  </a:lnTo>
                  <a:lnTo>
                    <a:pt x="374" y="917"/>
                  </a:lnTo>
                  <a:lnTo>
                    <a:pt x="376" y="917"/>
                  </a:lnTo>
                  <a:lnTo>
                    <a:pt x="376" y="916"/>
                  </a:lnTo>
                  <a:lnTo>
                    <a:pt x="375" y="916"/>
                  </a:lnTo>
                  <a:lnTo>
                    <a:pt x="375" y="915"/>
                  </a:lnTo>
                  <a:lnTo>
                    <a:pt x="376" y="915"/>
                  </a:lnTo>
                  <a:lnTo>
                    <a:pt x="376" y="914"/>
                  </a:lnTo>
                  <a:lnTo>
                    <a:pt x="376" y="914"/>
                  </a:lnTo>
                  <a:lnTo>
                    <a:pt x="376" y="914"/>
                  </a:lnTo>
                  <a:lnTo>
                    <a:pt x="375" y="913"/>
                  </a:lnTo>
                  <a:lnTo>
                    <a:pt x="374" y="913"/>
                  </a:lnTo>
                  <a:lnTo>
                    <a:pt x="374" y="913"/>
                  </a:lnTo>
                  <a:lnTo>
                    <a:pt x="374" y="912"/>
                  </a:lnTo>
                  <a:lnTo>
                    <a:pt x="371" y="912"/>
                  </a:lnTo>
                  <a:lnTo>
                    <a:pt x="371" y="912"/>
                  </a:lnTo>
                  <a:lnTo>
                    <a:pt x="370" y="910"/>
                  </a:lnTo>
                  <a:lnTo>
                    <a:pt x="370" y="909"/>
                  </a:lnTo>
                  <a:lnTo>
                    <a:pt x="370" y="908"/>
                  </a:lnTo>
                  <a:lnTo>
                    <a:pt x="369" y="908"/>
                  </a:lnTo>
                  <a:lnTo>
                    <a:pt x="369" y="909"/>
                  </a:lnTo>
                  <a:lnTo>
                    <a:pt x="369" y="909"/>
                  </a:lnTo>
                  <a:lnTo>
                    <a:pt x="368" y="909"/>
                  </a:lnTo>
                  <a:lnTo>
                    <a:pt x="368" y="909"/>
                  </a:lnTo>
                  <a:lnTo>
                    <a:pt x="368" y="907"/>
                  </a:lnTo>
                  <a:lnTo>
                    <a:pt x="369" y="906"/>
                  </a:lnTo>
                  <a:lnTo>
                    <a:pt x="370" y="906"/>
                  </a:lnTo>
                  <a:lnTo>
                    <a:pt x="370" y="906"/>
                  </a:lnTo>
                  <a:lnTo>
                    <a:pt x="370" y="905"/>
                  </a:lnTo>
                  <a:lnTo>
                    <a:pt x="369" y="904"/>
                  </a:lnTo>
                  <a:lnTo>
                    <a:pt x="369" y="903"/>
                  </a:lnTo>
                  <a:lnTo>
                    <a:pt x="369" y="903"/>
                  </a:lnTo>
                  <a:lnTo>
                    <a:pt x="369" y="903"/>
                  </a:lnTo>
                  <a:lnTo>
                    <a:pt x="370" y="902"/>
                  </a:lnTo>
                  <a:lnTo>
                    <a:pt x="370" y="900"/>
                  </a:lnTo>
                  <a:lnTo>
                    <a:pt x="371" y="899"/>
                  </a:lnTo>
                  <a:lnTo>
                    <a:pt x="371" y="899"/>
                  </a:lnTo>
                  <a:lnTo>
                    <a:pt x="371" y="900"/>
                  </a:lnTo>
                  <a:lnTo>
                    <a:pt x="371" y="899"/>
                  </a:lnTo>
                  <a:lnTo>
                    <a:pt x="371" y="899"/>
                  </a:lnTo>
                  <a:lnTo>
                    <a:pt x="372" y="898"/>
                  </a:lnTo>
                  <a:lnTo>
                    <a:pt x="373" y="897"/>
                  </a:lnTo>
                  <a:lnTo>
                    <a:pt x="374" y="898"/>
                  </a:lnTo>
                  <a:lnTo>
                    <a:pt x="375" y="898"/>
                  </a:lnTo>
                  <a:lnTo>
                    <a:pt x="375" y="898"/>
                  </a:lnTo>
                  <a:lnTo>
                    <a:pt x="376" y="898"/>
                  </a:lnTo>
                  <a:lnTo>
                    <a:pt x="376" y="899"/>
                  </a:lnTo>
                  <a:lnTo>
                    <a:pt x="376" y="899"/>
                  </a:lnTo>
                  <a:lnTo>
                    <a:pt x="376" y="899"/>
                  </a:lnTo>
                  <a:lnTo>
                    <a:pt x="377" y="899"/>
                  </a:lnTo>
                  <a:lnTo>
                    <a:pt x="378" y="900"/>
                  </a:lnTo>
                  <a:lnTo>
                    <a:pt x="378" y="902"/>
                  </a:lnTo>
                  <a:lnTo>
                    <a:pt x="379" y="902"/>
                  </a:lnTo>
                  <a:lnTo>
                    <a:pt x="379" y="902"/>
                  </a:lnTo>
                  <a:lnTo>
                    <a:pt x="379" y="902"/>
                  </a:lnTo>
                  <a:lnTo>
                    <a:pt x="380" y="903"/>
                  </a:lnTo>
                  <a:lnTo>
                    <a:pt x="380" y="903"/>
                  </a:lnTo>
                  <a:lnTo>
                    <a:pt x="380" y="903"/>
                  </a:lnTo>
                  <a:lnTo>
                    <a:pt x="380" y="903"/>
                  </a:lnTo>
                  <a:lnTo>
                    <a:pt x="380" y="903"/>
                  </a:lnTo>
                  <a:lnTo>
                    <a:pt x="380" y="903"/>
                  </a:lnTo>
                  <a:lnTo>
                    <a:pt x="380" y="903"/>
                  </a:lnTo>
                  <a:lnTo>
                    <a:pt x="381" y="903"/>
                  </a:lnTo>
                  <a:lnTo>
                    <a:pt x="381" y="905"/>
                  </a:lnTo>
                  <a:lnTo>
                    <a:pt x="381" y="905"/>
                  </a:lnTo>
                  <a:lnTo>
                    <a:pt x="382" y="905"/>
                  </a:lnTo>
                  <a:lnTo>
                    <a:pt x="382" y="906"/>
                  </a:lnTo>
                  <a:lnTo>
                    <a:pt x="384" y="906"/>
                  </a:lnTo>
                  <a:lnTo>
                    <a:pt x="384" y="908"/>
                  </a:lnTo>
                  <a:lnTo>
                    <a:pt x="384" y="910"/>
                  </a:lnTo>
                  <a:lnTo>
                    <a:pt x="384" y="910"/>
                  </a:lnTo>
                  <a:lnTo>
                    <a:pt x="384" y="911"/>
                  </a:lnTo>
                  <a:lnTo>
                    <a:pt x="384" y="912"/>
                  </a:lnTo>
                  <a:lnTo>
                    <a:pt x="384" y="912"/>
                  </a:lnTo>
                  <a:lnTo>
                    <a:pt x="385" y="912"/>
                  </a:lnTo>
                  <a:lnTo>
                    <a:pt x="385" y="912"/>
                  </a:lnTo>
                  <a:lnTo>
                    <a:pt x="385" y="912"/>
                  </a:lnTo>
                  <a:lnTo>
                    <a:pt x="385" y="911"/>
                  </a:lnTo>
                  <a:lnTo>
                    <a:pt x="385" y="911"/>
                  </a:lnTo>
                  <a:lnTo>
                    <a:pt x="385" y="910"/>
                  </a:lnTo>
                  <a:lnTo>
                    <a:pt x="385" y="908"/>
                  </a:lnTo>
                  <a:lnTo>
                    <a:pt x="385" y="907"/>
                  </a:lnTo>
                  <a:lnTo>
                    <a:pt x="386" y="907"/>
                  </a:lnTo>
                  <a:lnTo>
                    <a:pt x="386" y="907"/>
                  </a:lnTo>
                  <a:lnTo>
                    <a:pt x="386" y="906"/>
                  </a:lnTo>
                  <a:lnTo>
                    <a:pt x="386" y="906"/>
                  </a:lnTo>
                  <a:lnTo>
                    <a:pt x="386" y="906"/>
                  </a:lnTo>
                  <a:lnTo>
                    <a:pt x="388" y="907"/>
                  </a:lnTo>
                  <a:lnTo>
                    <a:pt x="389" y="906"/>
                  </a:lnTo>
                  <a:lnTo>
                    <a:pt x="388" y="905"/>
                  </a:lnTo>
                  <a:lnTo>
                    <a:pt x="389" y="905"/>
                  </a:lnTo>
                  <a:lnTo>
                    <a:pt x="389" y="906"/>
                  </a:lnTo>
                  <a:lnTo>
                    <a:pt x="389" y="907"/>
                  </a:lnTo>
                  <a:lnTo>
                    <a:pt x="390" y="909"/>
                  </a:lnTo>
                  <a:lnTo>
                    <a:pt x="391" y="909"/>
                  </a:lnTo>
                  <a:lnTo>
                    <a:pt x="392" y="908"/>
                  </a:lnTo>
                  <a:lnTo>
                    <a:pt x="393" y="909"/>
                  </a:lnTo>
                  <a:lnTo>
                    <a:pt x="393" y="908"/>
                  </a:lnTo>
                  <a:lnTo>
                    <a:pt x="393" y="909"/>
                  </a:lnTo>
                  <a:lnTo>
                    <a:pt x="393" y="909"/>
                  </a:lnTo>
                  <a:lnTo>
                    <a:pt x="393" y="910"/>
                  </a:lnTo>
                  <a:lnTo>
                    <a:pt x="393" y="910"/>
                  </a:lnTo>
                  <a:lnTo>
                    <a:pt x="394" y="910"/>
                  </a:lnTo>
                  <a:lnTo>
                    <a:pt x="394" y="910"/>
                  </a:lnTo>
                  <a:lnTo>
                    <a:pt x="394" y="910"/>
                  </a:lnTo>
                  <a:lnTo>
                    <a:pt x="395" y="908"/>
                  </a:lnTo>
                  <a:lnTo>
                    <a:pt x="395" y="908"/>
                  </a:lnTo>
                  <a:lnTo>
                    <a:pt x="396" y="908"/>
                  </a:lnTo>
                  <a:lnTo>
                    <a:pt x="396" y="907"/>
                  </a:lnTo>
                  <a:lnTo>
                    <a:pt x="396" y="907"/>
                  </a:lnTo>
                  <a:lnTo>
                    <a:pt x="397" y="907"/>
                  </a:lnTo>
                  <a:lnTo>
                    <a:pt x="397" y="907"/>
                  </a:lnTo>
                  <a:lnTo>
                    <a:pt x="397" y="907"/>
                  </a:lnTo>
                  <a:lnTo>
                    <a:pt x="397" y="906"/>
                  </a:lnTo>
                  <a:lnTo>
                    <a:pt x="397" y="906"/>
                  </a:lnTo>
                  <a:lnTo>
                    <a:pt x="397" y="905"/>
                  </a:lnTo>
                  <a:lnTo>
                    <a:pt x="397" y="904"/>
                  </a:lnTo>
                  <a:lnTo>
                    <a:pt x="397" y="904"/>
                  </a:lnTo>
                  <a:lnTo>
                    <a:pt x="397" y="903"/>
                  </a:lnTo>
                  <a:lnTo>
                    <a:pt x="397" y="903"/>
                  </a:lnTo>
                  <a:lnTo>
                    <a:pt x="397" y="903"/>
                  </a:lnTo>
                  <a:lnTo>
                    <a:pt x="397" y="903"/>
                  </a:lnTo>
                  <a:lnTo>
                    <a:pt x="397" y="903"/>
                  </a:lnTo>
                  <a:lnTo>
                    <a:pt x="398" y="903"/>
                  </a:lnTo>
                  <a:lnTo>
                    <a:pt x="397" y="903"/>
                  </a:lnTo>
                  <a:lnTo>
                    <a:pt x="397" y="902"/>
                  </a:lnTo>
                  <a:lnTo>
                    <a:pt x="398" y="902"/>
                  </a:lnTo>
                  <a:lnTo>
                    <a:pt x="397" y="901"/>
                  </a:lnTo>
                  <a:lnTo>
                    <a:pt x="397" y="901"/>
                  </a:lnTo>
                  <a:lnTo>
                    <a:pt x="397" y="900"/>
                  </a:lnTo>
                  <a:lnTo>
                    <a:pt x="397" y="901"/>
                  </a:lnTo>
                  <a:lnTo>
                    <a:pt x="398" y="901"/>
                  </a:lnTo>
                  <a:lnTo>
                    <a:pt x="398" y="900"/>
                  </a:lnTo>
                  <a:lnTo>
                    <a:pt x="399" y="900"/>
                  </a:lnTo>
                  <a:lnTo>
                    <a:pt x="399" y="899"/>
                  </a:lnTo>
                  <a:lnTo>
                    <a:pt x="399" y="899"/>
                  </a:lnTo>
                  <a:lnTo>
                    <a:pt x="399" y="899"/>
                  </a:lnTo>
                  <a:lnTo>
                    <a:pt x="398" y="899"/>
                  </a:lnTo>
                  <a:lnTo>
                    <a:pt x="397" y="899"/>
                  </a:lnTo>
                  <a:lnTo>
                    <a:pt x="398" y="899"/>
                  </a:lnTo>
                  <a:lnTo>
                    <a:pt x="398" y="898"/>
                  </a:lnTo>
                  <a:lnTo>
                    <a:pt x="399" y="899"/>
                  </a:lnTo>
                  <a:lnTo>
                    <a:pt x="399" y="898"/>
                  </a:lnTo>
                  <a:lnTo>
                    <a:pt x="399" y="898"/>
                  </a:lnTo>
                  <a:lnTo>
                    <a:pt x="399" y="897"/>
                  </a:lnTo>
                  <a:lnTo>
                    <a:pt x="398" y="897"/>
                  </a:lnTo>
                  <a:lnTo>
                    <a:pt x="398" y="898"/>
                  </a:lnTo>
                  <a:lnTo>
                    <a:pt x="398" y="898"/>
                  </a:lnTo>
                  <a:lnTo>
                    <a:pt x="397" y="897"/>
                  </a:lnTo>
                  <a:lnTo>
                    <a:pt x="397" y="897"/>
                  </a:lnTo>
                  <a:lnTo>
                    <a:pt x="398" y="897"/>
                  </a:lnTo>
                  <a:lnTo>
                    <a:pt x="398" y="897"/>
                  </a:lnTo>
                  <a:lnTo>
                    <a:pt x="397" y="897"/>
                  </a:lnTo>
                  <a:lnTo>
                    <a:pt x="397" y="896"/>
                  </a:lnTo>
                  <a:lnTo>
                    <a:pt x="397" y="896"/>
                  </a:lnTo>
                  <a:lnTo>
                    <a:pt x="398" y="895"/>
                  </a:lnTo>
                  <a:lnTo>
                    <a:pt x="398" y="895"/>
                  </a:lnTo>
                  <a:lnTo>
                    <a:pt x="397" y="895"/>
                  </a:lnTo>
                  <a:lnTo>
                    <a:pt x="397" y="895"/>
                  </a:lnTo>
                  <a:lnTo>
                    <a:pt x="397" y="895"/>
                  </a:lnTo>
                  <a:lnTo>
                    <a:pt x="396" y="895"/>
                  </a:lnTo>
                  <a:lnTo>
                    <a:pt x="396" y="895"/>
                  </a:lnTo>
                  <a:lnTo>
                    <a:pt x="395" y="894"/>
                  </a:lnTo>
                  <a:lnTo>
                    <a:pt x="395" y="894"/>
                  </a:lnTo>
                  <a:lnTo>
                    <a:pt x="395" y="894"/>
                  </a:lnTo>
                  <a:lnTo>
                    <a:pt x="395" y="893"/>
                  </a:lnTo>
                  <a:lnTo>
                    <a:pt x="396" y="893"/>
                  </a:lnTo>
                  <a:lnTo>
                    <a:pt x="397" y="893"/>
                  </a:lnTo>
                  <a:lnTo>
                    <a:pt x="397" y="892"/>
                  </a:lnTo>
                  <a:lnTo>
                    <a:pt x="397" y="893"/>
                  </a:lnTo>
                  <a:lnTo>
                    <a:pt x="397" y="893"/>
                  </a:lnTo>
                  <a:lnTo>
                    <a:pt x="397" y="893"/>
                  </a:lnTo>
                  <a:lnTo>
                    <a:pt x="398" y="892"/>
                  </a:lnTo>
                  <a:lnTo>
                    <a:pt x="399" y="892"/>
                  </a:lnTo>
                  <a:lnTo>
                    <a:pt x="400" y="893"/>
                  </a:lnTo>
                  <a:lnTo>
                    <a:pt x="401" y="892"/>
                  </a:lnTo>
                  <a:lnTo>
                    <a:pt x="401" y="892"/>
                  </a:lnTo>
                  <a:lnTo>
                    <a:pt x="400" y="891"/>
                  </a:lnTo>
                  <a:lnTo>
                    <a:pt x="399" y="892"/>
                  </a:lnTo>
                  <a:lnTo>
                    <a:pt x="397" y="891"/>
                  </a:lnTo>
                  <a:lnTo>
                    <a:pt x="397" y="891"/>
                  </a:lnTo>
                  <a:lnTo>
                    <a:pt x="397" y="890"/>
                  </a:lnTo>
                  <a:lnTo>
                    <a:pt x="397" y="890"/>
                  </a:lnTo>
                  <a:lnTo>
                    <a:pt x="397" y="890"/>
                  </a:lnTo>
                  <a:lnTo>
                    <a:pt x="396" y="889"/>
                  </a:lnTo>
                  <a:lnTo>
                    <a:pt x="395" y="888"/>
                  </a:lnTo>
                  <a:lnTo>
                    <a:pt x="395" y="887"/>
                  </a:lnTo>
                  <a:lnTo>
                    <a:pt x="397" y="887"/>
                  </a:lnTo>
                  <a:lnTo>
                    <a:pt x="397" y="887"/>
                  </a:lnTo>
                  <a:lnTo>
                    <a:pt x="397" y="887"/>
                  </a:lnTo>
                  <a:lnTo>
                    <a:pt x="398" y="887"/>
                  </a:lnTo>
                  <a:lnTo>
                    <a:pt x="398" y="887"/>
                  </a:lnTo>
                  <a:lnTo>
                    <a:pt x="400" y="887"/>
                  </a:lnTo>
                  <a:lnTo>
                    <a:pt x="402" y="887"/>
                  </a:lnTo>
                  <a:lnTo>
                    <a:pt x="402" y="887"/>
                  </a:lnTo>
                  <a:lnTo>
                    <a:pt x="401" y="887"/>
                  </a:lnTo>
                  <a:lnTo>
                    <a:pt x="401" y="886"/>
                  </a:lnTo>
                  <a:lnTo>
                    <a:pt x="402" y="886"/>
                  </a:lnTo>
                  <a:lnTo>
                    <a:pt x="402" y="886"/>
                  </a:lnTo>
                  <a:lnTo>
                    <a:pt x="402" y="886"/>
                  </a:lnTo>
                  <a:lnTo>
                    <a:pt x="403" y="886"/>
                  </a:lnTo>
                  <a:lnTo>
                    <a:pt x="403" y="886"/>
                  </a:lnTo>
                  <a:lnTo>
                    <a:pt x="403" y="885"/>
                  </a:lnTo>
                  <a:lnTo>
                    <a:pt x="403" y="885"/>
                  </a:lnTo>
                  <a:lnTo>
                    <a:pt x="402" y="885"/>
                  </a:lnTo>
                  <a:lnTo>
                    <a:pt x="403" y="885"/>
                  </a:lnTo>
                  <a:lnTo>
                    <a:pt x="403" y="885"/>
                  </a:lnTo>
                  <a:lnTo>
                    <a:pt x="404" y="885"/>
                  </a:lnTo>
                  <a:lnTo>
                    <a:pt x="405" y="884"/>
                  </a:lnTo>
                  <a:lnTo>
                    <a:pt x="405" y="884"/>
                  </a:lnTo>
                  <a:lnTo>
                    <a:pt x="405" y="883"/>
                  </a:lnTo>
                  <a:lnTo>
                    <a:pt x="404" y="883"/>
                  </a:lnTo>
                  <a:lnTo>
                    <a:pt x="405" y="883"/>
                  </a:lnTo>
                  <a:lnTo>
                    <a:pt x="405" y="883"/>
                  </a:lnTo>
                  <a:lnTo>
                    <a:pt x="404" y="883"/>
                  </a:lnTo>
                  <a:lnTo>
                    <a:pt x="403" y="883"/>
                  </a:lnTo>
                  <a:lnTo>
                    <a:pt x="403" y="883"/>
                  </a:lnTo>
                  <a:lnTo>
                    <a:pt x="402" y="883"/>
                  </a:lnTo>
                  <a:lnTo>
                    <a:pt x="402" y="885"/>
                  </a:lnTo>
                  <a:lnTo>
                    <a:pt x="401" y="885"/>
                  </a:lnTo>
                  <a:lnTo>
                    <a:pt x="400" y="885"/>
                  </a:lnTo>
                  <a:lnTo>
                    <a:pt x="400" y="884"/>
                  </a:lnTo>
                  <a:lnTo>
                    <a:pt x="399" y="884"/>
                  </a:lnTo>
                  <a:lnTo>
                    <a:pt x="398" y="885"/>
                  </a:lnTo>
                  <a:lnTo>
                    <a:pt x="398" y="884"/>
                  </a:lnTo>
                  <a:lnTo>
                    <a:pt x="398" y="884"/>
                  </a:lnTo>
                  <a:lnTo>
                    <a:pt x="397" y="883"/>
                  </a:lnTo>
                  <a:lnTo>
                    <a:pt x="398" y="883"/>
                  </a:lnTo>
                  <a:lnTo>
                    <a:pt x="397" y="883"/>
                  </a:lnTo>
                  <a:lnTo>
                    <a:pt x="397" y="883"/>
                  </a:lnTo>
                  <a:lnTo>
                    <a:pt x="396" y="884"/>
                  </a:lnTo>
                  <a:lnTo>
                    <a:pt x="395" y="884"/>
                  </a:lnTo>
                  <a:lnTo>
                    <a:pt x="395" y="883"/>
                  </a:lnTo>
                  <a:lnTo>
                    <a:pt x="394" y="883"/>
                  </a:lnTo>
                  <a:lnTo>
                    <a:pt x="393" y="882"/>
                  </a:lnTo>
                  <a:lnTo>
                    <a:pt x="393" y="881"/>
                  </a:lnTo>
                  <a:lnTo>
                    <a:pt x="393" y="881"/>
                  </a:lnTo>
                  <a:lnTo>
                    <a:pt x="394" y="880"/>
                  </a:lnTo>
                  <a:lnTo>
                    <a:pt x="394" y="880"/>
                  </a:lnTo>
                  <a:lnTo>
                    <a:pt x="393" y="880"/>
                  </a:lnTo>
                  <a:lnTo>
                    <a:pt x="393" y="880"/>
                  </a:lnTo>
                  <a:lnTo>
                    <a:pt x="393" y="880"/>
                  </a:lnTo>
                  <a:lnTo>
                    <a:pt x="393" y="878"/>
                  </a:lnTo>
                  <a:lnTo>
                    <a:pt x="393" y="878"/>
                  </a:lnTo>
                  <a:lnTo>
                    <a:pt x="392" y="878"/>
                  </a:lnTo>
                  <a:lnTo>
                    <a:pt x="392" y="877"/>
                  </a:lnTo>
                  <a:lnTo>
                    <a:pt x="393" y="877"/>
                  </a:lnTo>
                  <a:lnTo>
                    <a:pt x="393" y="877"/>
                  </a:lnTo>
                  <a:lnTo>
                    <a:pt x="393" y="877"/>
                  </a:lnTo>
                  <a:lnTo>
                    <a:pt x="393" y="877"/>
                  </a:lnTo>
                  <a:lnTo>
                    <a:pt x="394" y="877"/>
                  </a:lnTo>
                  <a:lnTo>
                    <a:pt x="394" y="877"/>
                  </a:lnTo>
                  <a:lnTo>
                    <a:pt x="394" y="877"/>
                  </a:lnTo>
                  <a:lnTo>
                    <a:pt x="394" y="877"/>
                  </a:lnTo>
                  <a:lnTo>
                    <a:pt x="394" y="877"/>
                  </a:lnTo>
                  <a:lnTo>
                    <a:pt x="394" y="877"/>
                  </a:lnTo>
                  <a:lnTo>
                    <a:pt x="395" y="877"/>
                  </a:lnTo>
                  <a:lnTo>
                    <a:pt x="394" y="877"/>
                  </a:lnTo>
                  <a:lnTo>
                    <a:pt x="394" y="875"/>
                  </a:lnTo>
                  <a:lnTo>
                    <a:pt x="393" y="876"/>
                  </a:lnTo>
                  <a:lnTo>
                    <a:pt x="393" y="874"/>
                  </a:lnTo>
                  <a:lnTo>
                    <a:pt x="392" y="874"/>
                  </a:lnTo>
                  <a:lnTo>
                    <a:pt x="390" y="874"/>
                  </a:lnTo>
                  <a:lnTo>
                    <a:pt x="390" y="873"/>
                  </a:lnTo>
                  <a:lnTo>
                    <a:pt x="389" y="873"/>
                  </a:lnTo>
                  <a:lnTo>
                    <a:pt x="389" y="873"/>
                  </a:lnTo>
                  <a:lnTo>
                    <a:pt x="389" y="873"/>
                  </a:lnTo>
                  <a:lnTo>
                    <a:pt x="389" y="872"/>
                  </a:lnTo>
                  <a:lnTo>
                    <a:pt x="388" y="872"/>
                  </a:lnTo>
                  <a:lnTo>
                    <a:pt x="388" y="871"/>
                  </a:lnTo>
                  <a:lnTo>
                    <a:pt x="388" y="870"/>
                  </a:lnTo>
                  <a:lnTo>
                    <a:pt x="388" y="869"/>
                  </a:lnTo>
                  <a:lnTo>
                    <a:pt x="388" y="869"/>
                  </a:lnTo>
                  <a:lnTo>
                    <a:pt x="389" y="868"/>
                  </a:lnTo>
                  <a:lnTo>
                    <a:pt x="389" y="868"/>
                  </a:lnTo>
                  <a:lnTo>
                    <a:pt x="388" y="868"/>
                  </a:lnTo>
                  <a:lnTo>
                    <a:pt x="387" y="868"/>
                  </a:lnTo>
                  <a:lnTo>
                    <a:pt x="386" y="868"/>
                  </a:lnTo>
                  <a:lnTo>
                    <a:pt x="385" y="867"/>
                  </a:lnTo>
                  <a:lnTo>
                    <a:pt x="385" y="866"/>
                  </a:lnTo>
                  <a:lnTo>
                    <a:pt x="385" y="865"/>
                  </a:lnTo>
                  <a:lnTo>
                    <a:pt x="384" y="864"/>
                  </a:lnTo>
                  <a:lnTo>
                    <a:pt x="384" y="863"/>
                  </a:lnTo>
                  <a:lnTo>
                    <a:pt x="384" y="863"/>
                  </a:lnTo>
                  <a:lnTo>
                    <a:pt x="384" y="862"/>
                  </a:lnTo>
                  <a:lnTo>
                    <a:pt x="384" y="862"/>
                  </a:lnTo>
                  <a:lnTo>
                    <a:pt x="384" y="862"/>
                  </a:lnTo>
                  <a:lnTo>
                    <a:pt x="383" y="860"/>
                  </a:lnTo>
                  <a:lnTo>
                    <a:pt x="382" y="860"/>
                  </a:lnTo>
                  <a:lnTo>
                    <a:pt x="382" y="859"/>
                  </a:lnTo>
                  <a:lnTo>
                    <a:pt x="381" y="859"/>
                  </a:lnTo>
                  <a:lnTo>
                    <a:pt x="381" y="859"/>
                  </a:lnTo>
                  <a:lnTo>
                    <a:pt x="380" y="859"/>
                  </a:lnTo>
                  <a:lnTo>
                    <a:pt x="380" y="858"/>
                  </a:lnTo>
                  <a:lnTo>
                    <a:pt x="379" y="858"/>
                  </a:lnTo>
                  <a:lnTo>
                    <a:pt x="378" y="857"/>
                  </a:lnTo>
                  <a:lnTo>
                    <a:pt x="378" y="857"/>
                  </a:lnTo>
                  <a:lnTo>
                    <a:pt x="378" y="855"/>
                  </a:lnTo>
                  <a:lnTo>
                    <a:pt x="378" y="855"/>
                  </a:lnTo>
                  <a:lnTo>
                    <a:pt x="378" y="855"/>
                  </a:lnTo>
                  <a:lnTo>
                    <a:pt x="378" y="855"/>
                  </a:lnTo>
                  <a:lnTo>
                    <a:pt x="379" y="855"/>
                  </a:lnTo>
                  <a:lnTo>
                    <a:pt x="379" y="855"/>
                  </a:lnTo>
                  <a:lnTo>
                    <a:pt x="379" y="853"/>
                  </a:lnTo>
                  <a:lnTo>
                    <a:pt x="379" y="853"/>
                  </a:lnTo>
                  <a:lnTo>
                    <a:pt x="379" y="852"/>
                  </a:lnTo>
                  <a:lnTo>
                    <a:pt x="379" y="852"/>
                  </a:lnTo>
                  <a:lnTo>
                    <a:pt x="379" y="852"/>
                  </a:lnTo>
                  <a:lnTo>
                    <a:pt x="379" y="851"/>
                  </a:lnTo>
                  <a:lnTo>
                    <a:pt x="379" y="851"/>
                  </a:lnTo>
                  <a:lnTo>
                    <a:pt x="380" y="851"/>
                  </a:lnTo>
                  <a:lnTo>
                    <a:pt x="380" y="850"/>
                  </a:lnTo>
                  <a:lnTo>
                    <a:pt x="381" y="849"/>
                  </a:lnTo>
                  <a:lnTo>
                    <a:pt x="382" y="848"/>
                  </a:lnTo>
                  <a:lnTo>
                    <a:pt x="382" y="847"/>
                  </a:lnTo>
                  <a:lnTo>
                    <a:pt x="383" y="847"/>
                  </a:lnTo>
                  <a:lnTo>
                    <a:pt x="383" y="847"/>
                  </a:lnTo>
                  <a:lnTo>
                    <a:pt x="383" y="849"/>
                  </a:lnTo>
                  <a:lnTo>
                    <a:pt x="384" y="849"/>
                  </a:lnTo>
                  <a:lnTo>
                    <a:pt x="384" y="851"/>
                  </a:lnTo>
                  <a:lnTo>
                    <a:pt x="384" y="851"/>
                  </a:lnTo>
                  <a:lnTo>
                    <a:pt x="384" y="851"/>
                  </a:lnTo>
                  <a:lnTo>
                    <a:pt x="384" y="851"/>
                  </a:lnTo>
                  <a:lnTo>
                    <a:pt x="384" y="851"/>
                  </a:lnTo>
                  <a:lnTo>
                    <a:pt x="385" y="851"/>
                  </a:lnTo>
                  <a:lnTo>
                    <a:pt x="385" y="851"/>
                  </a:lnTo>
                  <a:lnTo>
                    <a:pt x="386" y="851"/>
                  </a:lnTo>
                  <a:lnTo>
                    <a:pt x="386" y="851"/>
                  </a:lnTo>
                  <a:lnTo>
                    <a:pt x="387" y="851"/>
                  </a:lnTo>
                  <a:lnTo>
                    <a:pt x="387" y="851"/>
                  </a:lnTo>
                  <a:lnTo>
                    <a:pt x="388" y="851"/>
                  </a:lnTo>
                  <a:lnTo>
                    <a:pt x="389" y="851"/>
                  </a:lnTo>
                  <a:lnTo>
                    <a:pt x="389" y="851"/>
                  </a:lnTo>
                  <a:lnTo>
                    <a:pt x="389" y="851"/>
                  </a:lnTo>
                  <a:lnTo>
                    <a:pt x="389" y="852"/>
                  </a:lnTo>
                  <a:lnTo>
                    <a:pt x="389" y="852"/>
                  </a:lnTo>
                  <a:lnTo>
                    <a:pt x="389" y="853"/>
                  </a:lnTo>
                  <a:lnTo>
                    <a:pt x="389" y="854"/>
                  </a:lnTo>
                  <a:lnTo>
                    <a:pt x="389" y="854"/>
                  </a:lnTo>
                  <a:lnTo>
                    <a:pt x="389" y="854"/>
                  </a:lnTo>
                  <a:lnTo>
                    <a:pt x="389" y="855"/>
                  </a:lnTo>
                  <a:lnTo>
                    <a:pt x="391" y="855"/>
                  </a:lnTo>
                  <a:lnTo>
                    <a:pt x="392" y="855"/>
                  </a:lnTo>
                  <a:lnTo>
                    <a:pt x="392" y="855"/>
                  </a:lnTo>
                  <a:lnTo>
                    <a:pt x="392" y="856"/>
                  </a:lnTo>
                  <a:lnTo>
                    <a:pt x="393" y="856"/>
                  </a:lnTo>
                  <a:lnTo>
                    <a:pt x="393" y="857"/>
                  </a:lnTo>
                  <a:lnTo>
                    <a:pt x="393" y="857"/>
                  </a:lnTo>
                  <a:lnTo>
                    <a:pt x="393" y="858"/>
                  </a:lnTo>
                  <a:lnTo>
                    <a:pt x="393" y="859"/>
                  </a:lnTo>
                  <a:lnTo>
                    <a:pt x="393" y="860"/>
                  </a:lnTo>
                  <a:lnTo>
                    <a:pt x="394" y="860"/>
                  </a:lnTo>
                  <a:lnTo>
                    <a:pt x="394" y="860"/>
                  </a:lnTo>
                  <a:lnTo>
                    <a:pt x="394" y="859"/>
                  </a:lnTo>
                  <a:lnTo>
                    <a:pt x="395" y="859"/>
                  </a:lnTo>
                  <a:lnTo>
                    <a:pt x="395" y="858"/>
                  </a:lnTo>
                  <a:lnTo>
                    <a:pt x="395" y="858"/>
                  </a:lnTo>
                  <a:lnTo>
                    <a:pt x="395" y="859"/>
                  </a:lnTo>
                  <a:lnTo>
                    <a:pt x="395" y="859"/>
                  </a:lnTo>
                  <a:lnTo>
                    <a:pt x="395" y="859"/>
                  </a:lnTo>
                  <a:lnTo>
                    <a:pt x="396" y="858"/>
                  </a:lnTo>
                  <a:lnTo>
                    <a:pt x="396" y="857"/>
                  </a:lnTo>
                  <a:lnTo>
                    <a:pt x="396" y="857"/>
                  </a:lnTo>
                  <a:lnTo>
                    <a:pt x="397" y="857"/>
                  </a:lnTo>
                  <a:lnTo>
                    <a:pt x="397" y="856"/>
                  </a:lnTo>
                  <a:lnTo>
                    <a:pt x="398" y="856"/>
                  </a:lnTo>
                  <a:lnTo>
                    <a:pt x="398" y="855"/>
                  </a:lnTo>
                  <a:lnTo>
                    <a:pt x="399" y="855"/>
                  </a:lnTo>
                  <a:lnTo>
                    <a:pt x="400" y="855"/>
                  </a:lnTo>
                  <a:lnTo>
                    <a:pt x="400" y="854"/>
                  </a:lnTo>
                  <a:lnTo>
                    <a:pt x="401" y="854"/>
                  </a:lnTo>
                  <a:lnTo>
                    <a:pt x="402" y="854"/>
                  </a:lnTo>
                  <a:lnTo>
                    <a:pt x="402" y="853"/>
                  </a:lnTo>
                  <a:lnTo>
                    <a:pt x="402" y="853"/>
                  </a:lnTo>
                  <a:lnTo>
                    <a:pt x="402" y="853"/>
                  </a:lnTo>
                  <a:lnTo>
                    <a:pt x="403" y="852"/>
                  </a:lnTo>
                  <a:lnTo>
                    <a:pt x="403" y="851"/>
                  </a:lnTo>
                  <a:lnTo>
                    <a:pt x="402" y="852"/>
                  </a:lnTo>
                  <a:lnTo>
                    <a:pt x="401" y="851"/>
                  </a:lnTo>
                  <a:lnTo>
                    <a:pt x="401" y="851"/>
                  </a:lnTo>
                  <a:lnTo>
                    <a:pt x="399" y="851"/>
                  </a:lnTo>
                  <a:lnTo>
                    <a:pt x="399" y="851"/>
                  </a:lnTo>
                  <a:lnTo>
                    <a:pt x="400" y="851"/>
                  </a:lnTo>
                  <a:lnTo>
                    <a:pt x="400" y="851"/>
                  </a:lnTo>
                  <a:lnTo>
                    <a:pt x="400" y="850"/>
                  </a:lnTo>
                  <a:lnTo>
                    <a:pt x="398" y="850"/>
                  </a:lnTo>
                  <a:lnTo>
                    <a:pt x="398" y="849"/>
                  </a:lnTo>
                  <a:lnTo>
                    <a:pt x="398" y="848"/>
                  </a:lnTo>
                  <a:lnTo>
                    <a:pt x="399" y="848"/>
                  </a:lnTo>
                  <a:lnTo>
                    <a:pt x="400" y="847"/>
                  </a:lnTo>
                  <a:lnTo>
                    <a:pt x="400" y="847"/>
                  </a:lnTo>
                  <a:lnTo>
                    <a:pt x="401" y="846"/>
                  </a:lnTo>
                  <a:lnTo>
                    <a:pt x="402" y="846"/>
                  </a:lnTo>
                  <a:lnTo>
                    <a:pt x="402" y="847"/>
                  </a:lnTo>
                  <a:lnTo>
                    <a:pt x="402" y="848"/>
                  </a:lnTo>
                  <a:lnTo>
                    <a:pt x="402" y="848"/>
                  </a:lnTo>
                  <a:lnTo>
                    <a:pt x="402" y="848"/>
                  </a:lnTo>
                  <a:lnTo>
                    <a:pt x="403" y="848"/>
                  </a:lnTo>
                  <a:lnTo>
                    <a:pt x="404" y="849"/>
                  </a:lnTo>
                  <a:lnTo>
                    <a:pt x="404" y="849"/>
                  </a:lnTo>
                  <a:lnTo>
                    <a:pt x="405" y="849"/>
                  </a:lnTo>
                  <a:lnTo>
                    <a:pt x="404" y="848"/>
                  </a:lnTo>
                  <a:lnTo>
                    <a:pt x="405" y="847"/>
                  </a:lnTo>
                  <a:lnTo>
                    <a:pt x="405" y="848"/>
                  </a:lnTo>
                  <a:lnTo>
                    <a:pt x="406" y="850"/>
                  </a:lnTo>
                  <a:lnTo>
                    <a:pt x="406" y="851"/>
                  </a:lnTo>
                  <a:lnTo>
                    <a:pt x="406" y="851"/>
                  </a:lnTo>
                  <a:lnTo>
                    <a:pt x="406" y="850"/>
                  </a:lnTo>
                  <a:lnTo>
                    <a:pt x="407" y="849"/>
                  </a:lnTo>
                  <a:lnTo>
                    <a:pt x="407" y="850"/>
                  </a:lnTo>
                  <a:lnTo>
                    <a:pt x="408" y="850"/>
                  </a:lnTo>
                  <a:lnTo>
                    <a:pt x="408" y="850"/>
                  </a:lnTo>
                  <a:lnTo>
                    <a:pt x="410" y="850"/>
                  </a:lnTo>
                  <a:lnTo>
                    <a:pt x="410" y="851"/>
                  </a:lnTo>
                  <a:lnTo>
                    <a:pt x="410" y="851"/>
                  </a:lnTo>
                  <a:lnTo>
                    <a:pt x="410" y="851"/>
                  </a:lnTo>
                  <a:lnTo>
                    <a:pt x="410" y="852"/>
                  </a:lnTo>
                  <a:lnTo>
                    <a:pt x="410" y="852"/>
                  </a:lnTo>
                  <a:lnTo>
                    <a:pt x="410" y="852"/>
                  </a:lnTo>
                  <a:lnTo>
                    <a:pt x="411" y="853"/>
                  </a:lnTo>
                  <a:lnTo>
                    <a:pt x="411" y="853"/>
                  </a:lnTo>
                  <a:lnTo>
                    <a:pt x="411" y="852"/>
                  </a:lnTo>
                  <a:lnTo>
                    <a:pt x="410" y="851"/>
                  </a:lnTo>
                  <a:lnTo>
                    <a:pt x="410" y="851"/>
                  </a:lnTo>
                  <a:lnTo>
                    <a:pt x="411" y="851"/>
                  </a:lnTo>
                  <a:lnTo>
                    <a:pt x="412" y="851"/>
                  </a:lnTo>
                  <a:lnTo>
                    <a:pt x="412" y="852"/>
                  </a:lnTo>
                  <a:lnTo>
                    <a:pt x="413" y="852"/>
                  </a:lnTo>
                  <a:lnTo>
                    <a:pt x="414" y="852"/>
                  </a:lnTo>
                  <a:lnTo>
                    <a:pt x="414" y="851"/>
                  </a:lnTo>
                  <a:lnTo>
                    <a:pt x="415" y="851"/>
                  </a:lnTo>
                  <a:lnTo>
                    <a:pt x="415" y="851"/>
                  </a:lnTo>
                  <a:lnTo>
                    <a:pt x="416" y="852"/>
                  </a:lnTo>
                  <a:lnTo>
                    <a:pt x="415" y="853"/>
                  </a:lnTo>
                  <a:lnTo>
                    <a:pt x="416" y="853"/>
                  </a:lnTo>
                  <a:lnTo>
                    <a:pt x="416" y="855"/>
                  </a:lnTo>
                  <a:lnTo>
                    <a:pt x="417" y="856"/>
                  </a:lnTo>
                  <a:lnTo>
                    <a:pt x="417" y="856"/>
                  </a:lnTo>
                  <a:lnTo>
                    <a:pt x="418" y="856"/>
                  </a:lnTo>
                  <a:lnTo>
                    <a:pt x="417" y="855"/>
                  </a:lnTo>
                  <a:lnTo>
                    <a:pt x="417" y="855"/>
                  </a:lnTo>
                  <a:lnTo>
                    <a:pt x="417" y="855"/>
                  </a:lnTo>
                  <a:lnTo>
                    <a:pt x="416" y="855"/>
                  </a:lnTo>
                  <a:lnTo>
                    <a:pt x="416" y="855"/>
                  </a:lnTo>
                  <a:lnTo>
                    <a:pt x="417" y="854"/>
                  </a:lnTo>
                  <a:lnTo>
                    <a:pt x="417" y="854"/>
                  </a:lnTo>
                  <a:lnTo>
                    <a:pt x="416" y="852"/>
                  </a:lnTo>
                  <a:lnTo>
                    <a:pt x="417" y="852"/>
                  </a:lnTo>
                  <a:lnTo>
                    <a:pt x="417" y="851"/>
                  </a:lnTo>
                  <a:lnTo>
                    <a:pt x="416" y="851"/>
                  </a:lnTo>
                  <a:lnTo>
                    <a:pt x="417" y="851"/>
                  </a:lnTo>
                  <a:lnTo>
                    <a:pt x="417" y="851"/>
                  </a:lnTo>
                  <a:lnTo>
                    <a:pt x="418" y="851"/>
                  </a:lnTo>
                  <a:lnTo>
                    <a:pt x="418" y="849"/>
                  </a:lnTo>
                  <a:lnTo>
                    <a:pt x="418" y="849"/>
                  </a:lnTo>
                  <a:lnTo>
                    <a:pt x="419" y="849"/>
                  </a:lnTo>
                  <a:lnTo>
                    <a:pt x="419" y="850"/>
                  </a:lnTo>
                  <a:lnTo>
                    <a:pt x="419" y="851"/>
                  </a:lnTo>
                  <a:lnTo>
                    <a:pt x="420" y="851"/>
                  </a:lnTo>
                  <a:lnTo>
                    <a:pt x="420" y="851"/>
                  </a:lnTo>
                  <a:lnTo>
                    <a:pt x="421" y="850"/>
                  </a:lnTo>
                  <a:lnTo>
                    <a:pt x="420" y="850"/>
                  </a:lnTo>
                  <a:lnTo>
                    <a:pt x="420" y="850"/>
                  </a:lnTo>
                  <a:lnTo>
                    <a:pt x="422" y="849"/>
                  </a:lnTo>
                  <a:lnTo>
                    <a:pt x="423" y="849"/>
                  </a:lnTo>
                  <a:lnTo>
                    <a:pt x="423" y="848"/>
                  </a:lnTo>
                  <a:lnTo>
                    <a:pt x="423" y="848"/>
                  </a:lnTo>
                  <a:lnTo>
                    <a:pt x="423" y="848"/>
                  </a:lnTo>
                  <a:lnTo>
                    <a:pt x="423" y="848"/>
                  </a:lnTo>
                  <a:lnTo>
                    <a:pt x="423" y="847"/>
                  </a:lnTo>
                  <a:lnTo>
                    <a:pt x="423" y="847"/>
                  </a:lnTo>
                  <a:lnTo>
                    <a:pt x="423" y="847"/>
                  </a:lnTo>
                  <a:lnTo>
                    <a:pt x="425" y="847"/>
                  </a:lnTo>
                  <a:lnTo>
                    <a:pt x="425" y="847"/>
                  </a:lnTo>
                  <a:lnTo>
                    <a:pt x="426" y="847"/>
                  </a:lnTo>
                  <a:lnTo>
                    <a:pt x="426" y="847"/>
                  </a:lnTo>
                  <a:lnTo>
                    <a:pt x="425" y="846"/>
                  </a:lnTo>
                  <a:lnTo>
                    <a:pt x="425" y="846"/>
                  </a:lnTo>
                  <a:lnTo>
                    <a:pt x="427" y="846"/>
                  </a:lnTo>
                  <a:lnTo>
                    <a:pt x="428" y="846"/>
                  </a:lnTo>
                  <a:lnTo>
                    <a:pt x="428" y="847"/>
                  </a:lnTo>
                  <a:lnTo>
                    <a:pt x="428" y="847"/>
                  </a:lnTo>
                  <a:lnTo>
                    <a:pt x="428" y="847"/>
                  </a:lnTo>
                  <a:lnTo>
                    <a:pt x="428" y="847"/>
                  </a:lnTo>
                  <a:lnTo>
                    <a:pt x="429" y="848"/>
                  </a:lnTo>
                  <a:lnTo>
                    <a:pt x="429" y="848"/>
                  </a:lnTo>
                  <a:lnTo>
                    <a:pt x="429" y="849"/>
                  </a:lnTo>
                  <a:lnTo>
                    <a:pt x="430" y="849"/>
                  </a:lnTo>
                  <a:lnTo>
                    <a:pt x="430" y="849"/>
                  </a:lnTo>
                  <a:lnTo>
                    <a:pt x="431" y="850"/>
                  </a:lnTo>
                  <a:lnTo>
                    <a:pt x="432" y="851"/>
                  </a:lnTo>
                  <a:lnTo>
                    <a:pt x="435" y="852"/>
                  </a:lnTo>
                  <a:lnTo>
                    <a:pt x="436" y="853"/>
                  </a:lnTo>
                  <a:lnTo>
                    <a:pt x="436" y="853"/>
                  </a:lnTo>
                  <a:lnTo>
                    <a:pt x="436" y="851"/>
                  </a:lnTo>
                  <a:lnTo>
                    <a:pt x="437" y="851"/>
                  </a:lnTo>
                  <a:lnTo>
                    <a:pt x="437" y="851"/>
                  </a:lnTo>
                  <a:lnTo>
                    <a:pt x="438" y="852"/>
                  </a:lnTo>
                  <a:lnTo>
                    <a:pt x="439" y="853"/>
                  </a:lnTo>
                  <a:lnTo>
                    <a:pt x="439" y="852"/>
                  </a:lnTo>
                  <a:lnTo>
                    <a:pt x="439" y="852"/>
                  </a:lnTo>
                  <a:lnTo>
                    <a:pt x="440" y="852"/>
                  </a:lnTo>
                  <a:lnTo>
                    <a:pt x="440" y="852"/>
                  </a:lnTo>
                  <a:lnTo>
                    <a:pt x="441" y="852"/>
                  </a:lnTo>
                  <a:lnTo>
                    <a:pt x="441" y="851"/>
                  </a:lnTo>
                  <a:lnTo>
                    <a:pt x="441" y="851"/>
                  </a:lnTo>
                  <a:lnTo>
                    <a:pt x="441" y="851"/>
                  </a:lnTo>
                  <a:lnTo>
                    <a:pt x="440" y="851"/>
                  </a:lnTo>
                  <a:lnTo>
                    <a:pt x="440" y="851"/>
                  </a:lnTo>
                  <a:lnTo>
                    <a:pt x="439" y="850"/>
                  </a:lnTo>
                  <a:lnTo>
                    <a:pt x="439" y="850"/>
                  </a:lnTo>
                  <a:lnTo>
                    <a:pt x="438" y="849"/>
                  </a:lnTo>
                  <a:lnTo>
                    <a:pt x="437" y="849"/>
                  </a:lnTo>
                  <a:lnTo>
                    <a:pt x="436" y="850"/>
                  </a:lnTo>
                  <a:lnTo>
                    <a:pt x="436" y="850"/>
                  </a:lnTo>
                  <a:lnTo>
                    <a:pt x="436" y="849"/>
                  </a:lnTo>
                  <a:lnTo>
                    <a:pt x="435" y="849"/>
                  </a:lnTo>
                  <a:lnTo>
                    <a:pt x="434" y="849"/>
                  </a:lnTo>
                  <a:lnTo>
                    <a:pt x="434" y="849"/>
                  </a:lnTo>
                  <a:lnTo>
                    <a:pt x="432" y="848"/>
                  </a:lnTo>
                  <a:lnTo>
                    <a:pt x="431" y="847"/>
                  </a:lnTo>
                  <a:lnTo>
                    <a:pt x="431" y="847"/>
                  </a:lnTo>
                  <a:lnTo>
                    <a:pt x="430" y="847"/>
                  </a:lnTo>
                  <a:lnTo>
                    <a:pt x="429" y="846"/>
                  </a:lnTo>
                  <a:lnTo>
                    <a:pt x="429" y="845"/>
                  </a:lnTo>
                  <a:lnTo>
                    <a:pt x="428" y="845"/>
                  </a:lnTo>
                  <a:lnTo>
                    <a:pt x="428" y="844"/>
                  </a:lnTo>
                  <a:lnTo>
                    <a:pt x="427" y="844"/>
                  </a:lnTo>
                  <a:lnTo>
                    <a:pt x="426" y="843"/>
                  </a:lnTo>
                  <a:lnTo>
                    <a:pt x="425" y="843"/>
                  </a:lnTo>
                  <a:lnTo>
                    <a:pt x="425" y="842"/>
                  </a:lnTo>
                  <a:lnTo>
                    <a:pt x="424" y="842"/>
                  </a:lnTo>
                  <a:lnTo>
                    <a:pt x="423" y="843"/>
                  </a:lnTo>
                  <a:lnTo>
                    <a:pt x="423" y="843"/>
                  </a:lnTo>
                  <a:lnTo>
                    <a:pt x="423" y="843"/>
                  </a:lnTo>
                  <a:lnTo>
                    <a:pt x="422" y="843"/>
                  </a:lnTo>
                  <a:lnTo>
                    <a:pt x="422" y="842"/>
                  </a:lnTo>
                  <a:lnTo>
                    <a:pt x="422" y="842"/>
                  </a:lnTo>
                  <a:lnTo>
                    <a:pt x="422" y="842"/>
                  </a:lnTo>
                  <a:lnTo>
                    <a:pt x="422" y="841"/>
                  </a:lnTo>
                  <a:lnTo>
                    <a:pt x="422" y="840"/>
                  </a:lnTo>
                  <a:lnTo>
                    <a:pt x="423" y="840"/>
                  </a:lnTo>
                  <a:lnTo>
                    <a:pt x="423" y="840"/>
                  </a:lnTo>
                  <a:lnTo>
                    <a:pt x="423" y="840"/>
                  </a:lnTo>
                  <a:lnTo>
                    <a:pt x="424" y="840"/>
                  </a:lnTo>
                  <a:lnTo>
                    <a:pt x="423" y="841"/>
                  </a:lnTo>
                  <a:lnTo>
                    <a:pt x="424" y="841"/>
                  </a:lnTo>
                  <a:lnTo>
                    <a:pt x="425" y="842"/>
                  </a:lnTo>
                  <a:lnTo>
                    <a:pt x="425" y="841"/>
                  </a:lnTo>
                  <a:lnTo>
                    <a:pt x="424" y="841"/>
                  </a:lnTo>
                  <a:lnTo>
                    <a:pt x="424" y="841"/>
                  </a:lnTo>
                  <a:lnTo>
                    <a:pt x="424" y="840"/>
                  </a:lnTo>
                  <a:lnTo>
                    <a:pt x="424" y="840"/>
                  </a:lnTo>
                  <a:lnTo>
                    <a:pt x="423" y="838"/>
                  </a:lnTo>
                  <a:lnTo>
                    <a:pt x="423" y="838"/>
                  </a:lnTo>
                  <a:lnTo>
                    <a:pt x="423" y="838"/>
                  </a:lnTo>
                  <a:lnTo>
                    <a:pt x="422" y="839"/>
                  </a:lnTo>
                  <a:lnTo>
                    <a:pt x="422" y="839"/>
                  </a:lnTo>
                  <a:lnTo>
                    <a:pt x="422" y="839"/>
                  </a:lnTo>
                  <a:lnTo>
                    <a:pt x="422" y="838"/>
                  </a:lnTo>
                  <a:lnTo>
                    <a:pt x="423" y="837"/>
                  </a:lnTo>
                  <a:lnTo>
                    <a:pt x="422" y="837"/>
                  </a:lnTo>
                  <a:lnTo>
                    <a:pt x="422" y="837"/>
                  </a:lnTo>
                  <a:lnTo>
                    <a:pt x="421" y="837"/>
                  </a:lnTo>
                  <a:lnTo>
                    <a:pt x="421" y="837"/>
                  </a:lnTo>
                  <a:lnTo>
                    <a:pt x="420" y="836"/>
                  </a:lnTo>
                  <a:lnTo>
                    <a:pt x="420" y="836"/>
                  </a:lnTo>
                  <a:lnTo>
                    <a:pt x="420" y="835"/>
                  </a:lnTo>
                  <a:lnTo>
                    <a:pt x="421" y="835"/>
                  </a:lnTo>
                  <a:lnTo>
                    <a:pt x="421" y="834"/>
                  </a:lnTo>
                  <a:lnTo>
                    <a:pt x="422" y="834"/>
                  </a:lnTo>
                  <a:lnTo>
                    <a:pt x="422" y="833"/>
                  </a:lnTo>
                  <a:lnTo>
                    <a:pt x="421" y="833"/>
                  </a:lnTo>
                  <a:lnTo>
                    <a:pt x="420" y="833"/>
                  </a:lnTo>
                  <a:lnTo>
                    <a:pt x="419" y="834"/>
                  </a:lnTo>
                  <a:lnTo>
                    <a:pt x="419" y="834"/>
                  </a:lnTo>
                  <a:lnTo>
                    <a:pt x="419" y="834"/>
                  </a:lnTo>
                  <a:lnTo>
                    <a:pt x="419" y="832"/>
                  </a:lnTo>
                  <a:lnTo>
                    <a:pt x="419" y="832"/>
                  </a:lnTo>
                  <a:lnTo>
                    <a:pt x="419" y="831"/>
                  </a:lnTo>
                  <a:lnTo>
                    <a:pt x="419" y="831"/>
                  </a:lnTo>
                  <a:lnTo>
                    <a:pt x="420" y="831"/>
                  </a:lnTo>
                  <a:lnTo>
                    <a:pt x="420" y="831"/>
                  </a:lnTo>
                  <a:lnTo>
                    <a:pt x="420" y="830"/>
                  </a:lnTo>
                  <a:lnTo>
                    <a:pt x="421" y="830"/>
                  </a:lnTo>
                  <a:lnTo>
                    <a:pt x="422" y="830"/>
                  </a:lnTo>
                  <a:lnTo>
                    <a:pt x="421" y="830"/>
                  </a:lnTo>
                  <a:lnTo>
                    <a:pt x="423" y="830"/>
                  </a:lnTo>
                  <a:lnTo>
                    <a:pt x="423" y="829"/>
                  </a:lnTo>
                  <a:lnTo>
                    <a:pt x="423" y="829"/>
                  </a:lnTo>
                  <a:lnTo>
                    <a:pt x="422" y="829"/>
                  </a:lnTo>
                  <a:lnTo>
                    <a:pt x="422" y="828"/>
                  </a:lnTo>
                  <a:lnTo>
                    <a:pt x="422" y="828"/>
                  </a:lnTo>
                  <a:lnTo>
                    <a:pt x="420" y="828"/>
                  </a:lnTo>
                  <a:lnTo>
                    <a:pt x="421" y="829"/>
                  </a:lnTo>
                  <a:lnTo>
                    <a:pt x="419" y="829"/>
                  </a:lnTo>
                  <a:lnTo>
                    <a:pt x="420" y="829"/>
                  </a:lnTo>
                  <a:lnTo>
                    <a:pt x="421" y="829"/>
                  </a:lnTo>
                  <a:lnTo>
                    <a:pt x="421" y="828"/>
                  </a:lnTo>
                  <a:lnTo>
                    <a:pt x="421" y="829"/>
                  </a:lnTo>
                  <a:lnTo>
                    <a:pt x="421" y="829"/>
                  </a:lnTo>
                  <a:lnTo>
                    <a:pt x="421" y="829"/>
                  </a:lnTo>
                  <a:lnTo>
                    <a:pt x="418" y="830"/>
                  </a:lnTo>
                  <a:lnTo>
                    <a:pt x="418" y="831"/>
                  </a:lnTo>
                  <a:lnTo>
                    <a:pt x="417" y="831"/>
                  </a:lnTo>
                  <a:lnTo>
                    <a:pt x="417" y="831"/>
                  </a:lnTo>
                  <a:lnTo>
                    <a:pt x="417" y="832"/>
                  </a:lnTo>
                  <a:lnTo>
                    <a:pt x="418" y="833"/>
                  </a:lnTo>
                  <a:lnTo>
                    <a:pt x="417" y="833"/>
                  </a:lnTo>
                  <a:lnTo>
                    <a:pt x="417" y="833"/>
                  </a:lnTo>
                  <a:lnTo>
                    <a:pt x="416" y="832"/>
                  </a:lnTo>
                  <a:lnTo>
                    <a:pt x="416" y="832"/>
                  </a:lnTo>
                  <a:lnTo>
                    <a:pt x="415" y="831"/>
                  </a:lnTo>
                  <a:lnTo>
                    <a:pt x="416" y="831"/>
                  </a:lnTo>
                  <a:lnTo>
                    <a:pt x="417" y="830"/>
                  </a:lnTo>
                  <a:lnTo>
                    <a:pt x="418" y="830"/>
                  </a:lnTo>
                  <a:lnTo>
                    <a:pt x="418" y="829"/>
                  </a:lnTo>
                  <a:lnTo>
                    <a:pt x="417" y="829"/>
                  </a:lnTo>
                  <a:lnTo>
                    <a:pt x="417" y="829"/>
                  </a:lnTo>
                  <a:lnTo>
                    <a:pt x="416" y="829"/>
                  </a:lnTo>
                  <a:lnTo>
                    <a:pt x="417" y="827"/>
                  </a:lnTo>
                  <a:lnTo>
                    <a:pt x="417" y="827"/>
                  </a:lnTo>
                  <a:lnTo>
                    <a:pt x="417" y="826"/>
                  </a:lnTo>
                  <a:lnTo>
                    <a:pt x="417" y="825"/>
                  </a:lnTo>
                  <a:lnTo>
                    <a:pt x="418" y="825"/>
                  </a:lnTo>
                  <a:lnTo>
                    <a:pt x="419" y="825"/>
                  </a:lnTo>
                  <a:lnTo>
                    <a:pt x="418" y="825"/>
                  </a:lnTo>
                  <a:lnTo>
                    <a:pt x="418" y="825"/>
                  </a:lnTo>
                  <a:lnTo>
                    <a:pt x="418" y="825"/>
                  </a:lnTo>
                  <a:lnTo>
                    <a:pt x="417" y="825"/>
                  </a:lnTo>
                  <a:lnTo>
                    <a:pt x="416" y="824"/>
                  </a:lnTo>
                  <a:lnTo>
                    <a:pt x="416" y="824"/>
                  </a:lnTo>
                  <a:lnTo>
                    <a:pt x="416" y="824"/>
                  </a:lnTo>
                  <a:lnTo>
                    <a:pt x="415" y="824"/>
                  </a:lnTo>
                  <a:lnTo>
                    <a:pt x="415" y="823"/>
                  </a:lnTo>
                  <a:lnTo>
                    <a:pt x="417" y="823"/>
                  </a:lnTo>
                  <a:lnTo>
                    <a:pt x="416" y="822"/>
                  </a:lnTo>
                  <a:lnTo>
                    <a:pt x="416" y="821"/>
                  </a:lnTo>
                  <a:lnTo>
                    <a:pt x="416" y="821"/>
                  </a:lnTo>
                  <a:lnTo>
                    <a:pt x="415" y="821"/>
                  </a:lnTo>
                  <a:lnTo>
                    <a:pt x="415" y="821"/>
                  </a:lnTo>
                  <a:lnTo>
                    <a:pt x="415" y="821"/>
                  </a:lnTo>
                  <a:lnTo>
                    <a:pt x="415" y="821"/>
                  </a:lnTo>
                  <a:lnTo>
                    <a:pt x="415" y="821"/>
                  </a:lnTo>
                  <a:lnTo>
                    <a:pt x="414" y="820"/>
                  </a:lnTo>
                  <a:lnTo>
                    <a:pt x="414" y="820"/>
                  </a:lnTo>
                  <a:lnTo>
                    <a:pt x="414" y="820"/>
                  </a:lnTo>
                  <a:lnTo>
                    <a:pt x="414" y="820"/>
                  </a:lnTo>
                  <a:lnTo>
                    <a:pt x="414" y="820"/>
                  </a:lnTo>
                  <a:lnTo>
                    <a:pt x="414" y="820"/>
                  </a:lnTo>
                  <a:lnTo>
                    <a:pt x="414" y="819"/>
                  </a:lnTo>
                  <a:lnTo>
                    <a:pt x="415" y="819"/>
                  </a:lnTo>
                  <a:lnTo>
                    <a:pt x="415" y="819"/>
                  </a:lnTo>
                  <a:lnTo>
                    <a:pt x="416" y="819"/>
                  </a:lnTo>
                  <a:lnTo>
                    <a:pt x="417" y="819"/>
                  </a:lnTo>
                  <a:lnTo>
                    <a:pt x="418" y="819"/>
                  </a:lnTo>
                  <a:lnTo>
                    <a:pt x="418" y="819"/>
                  </a:lnTo>
                  <a:lnTo>
                    <a:pt x="418" y="818"/>
                  </a:lnTo>
                  <a:lnTo>
                    <a:pt x="417" y="818"/>
                  </a:lnTo>
                  <a:lnTo>
                    <a:pt x="417" y="816"/>
                  </a:lnTo>
                  <a:lnTo>
                    <a:pt x="416" y="817"/>
                  </a:lnTo>
                  <a:lnTo>
                    <a:pt x="415" y="816"/>
                  </a:lnTo>
                  <a:lnTo>
                    <a:pt x="416" y="816"/>
                  </a:lnTo>
                  <a:lnTo>
                    <a:pt x="417" y="812"/>
                  </a:lnTo>
                  <a:lnTo>
                    <a:pt x="418" y="812"/>
                  </a:lnTo>
                  <a:lnTo>
                    <a:pt x="419" y="812"/>
                  </a:lnTo>
                  <a:lnTo>
                    <a:pt x="419" y="811"/>
                  </a:lnTo>
                  <a:lnTo>
                    <a:pt x="419" y="811"/>
                  </a:lnTo>
                  <a:lnTo>
                    <a:pt x="419" y="809"/>
                  </a:lnTo>
                  <a:lnTo>
                    <a:pt x="419" y="809"/>
                  </a:lnTo>
                  <a:lnTo>
                    <a:pt x="419" y="809"/>
                  </a:lnTo>
                  <a:lnTo>
                    <a:pt x="420" y="808"/>
                  </a:lnTo>
                  <a:lnTo>
                    <a:pt x="419" y="808"/>
                  </a:lnTo>
                  <a:lnTo>
                    <a:pt x="419" y="808"/>
                  </a:lnTo>
                  <a:lnTo>
                    <a:pt x="418" y="808"/>
                  </a:lnTo>
                  <a:lnTo>
                    <a:pt x="419" y="808"/>
                  </a:lnTo>
                  <a:lnTo>
                    <a:pt x="419" y="808"/>
                  </a:lnTo>
                  <a:lnTo>
                    <a:pt x="417" y="808"/>
                  </a:lnTo>
                  <a:lnTo>
                    <a:pt x="417" y="808"/>
                  </a:lnTo>
                  <a:lnTo>
                    <a:pt x="418" y="808"/>
                  </a:lnTo>
                  <a:lnTo>
                    <a:pt x="418" y="807"/>
                  </a:lnTo>
                  <a:lnTo>
                    <a:pt x="418" y="807"/>
                  </a:lnTo>
                  <a:lnTo>
                    <a:pt x="419" y="807"/>
                  </a:lnTo>
                  <a:lnTo>
                    <a:pt x="419" y="807"/>
                  </a:lnTo>
                  <a:lnTo>
                    <a:pt x="419" y="806"/>
                  </a:lnTo>
                  <a:lnTo>
                    <a:pt x="420" y="807"/>
                  </a:lnTo>
                  <a:lnTo>
                    <a:pt x="420" y="805"/>
                  </a:lnTo>
                  <a:lnTo>
                    <a:pt x="419" y="805"/>
                  </a:lnTo>
                  <a:lnTo>
                    <a:pt x="419" y="803"/>
                  </a:lnTo>
                  <a:lnTo>
                    <a:pt x="419" y="803"/>
                  </a:lnTo>
                  <a:lnTo>
                    <a:pt x="420" y="803"/>
                  </a:lnTo>
                  <a:lnTo>
                    <a:pt x="420" y="802"/>
                  </a:lnTo>
                  <a:lnTo>
                    <a:pt x="420" y="802"/>
                  </a:lnTo>
                  <a:lnTo>
                    <a:pt x="421" y="802"/>
                  </a:lnTo>
                  <a:lnTo>
                    <a:pt x="420" y="801"/>
                  </a:lnTo>
                  <a:lnTo>
                    <a:pt x="421" y="800"/>
                  </a:lnTo>
                  <a:lnTo>
                    <a:pt x="421" y="801"/>
                  </a:lnTo>
                  <a:lnTo>
                    <a:pt x="421" y="800"/>
                  </a:lnTo>
                  <a:lnTo>
                    <a:pt x="421" y="800"/>
                  </a:lnTo>
                  <a:lnTo>
                    <a:pt x="422" y="800"/>
                  </a:lnTo>
                  <a:lnTo>
                    <a:pt x="422" y="800"/>
                  </a:lnTo>
                  <a:lnTo>
                    <a:pt x="422" y="799"/>
                  </a:lnTo>
                  <a:lnTo>
                    <a:pt x="423" y="799"/>
                  </a:lnTo>
                  <a:lnTo>
                    <a:pt x="423" y="800"/>
                  </a:lnTo>
                  <a:lnTo>
                    <a:pt x="423" y="800"/>
                  </a:lnTo>
                  <a:lnTo>
                    <a:pt x="423" y="801"/>
                  </a:lnTo>
                  <a:lnTo>
                    <a:pt x="423" y="800"/>
                  </a:lnTo>
                  <a:lnTo>
                    <a:pt x="424" y="800"/>
                  </a:lnTo>
                  <a:lnTo>
                    <a:pt x="424" y="801"/>
                  </a:lnTo>
                  <a:lnTo>
                    <a:pt x="424" y="801"/>
                  </a:lnTo>
                  <a:lnTo>
                    <a:pt x="423" y="802"/>
                  </a:lnTo>
                  <a:lnTo>
                    <a:pt x="424" y="802"/>
                  </a:lnTo>
                  <a:lnTo>
                    <a:pt x="424" y="803"/>
                  </a:lnTo>
                  <a:lnTo>
                    <a:pt x="425" y="803"/>
                  </a:lnTo>
                  <a:lnTo>
                    <a:pt x="425" y="803"/>
                  </a:lnTo>
                  <a:lnTo>
                    <a:pt x="425" y="803"/>
                  </a:lnTo>
                  <a:lnTo>
                    <a:pt x="426" y="804"/>
                  </a:lnTo>
                  <a:lnTo>
                    <a:pt x="426" y="804"/>
                  </a:lnTo>
                  <a:lnTo>
                    <a:pt x="426" y="804"/>
                  </a:lnTo>
                  <a:lnTo>
                    <a:pt x="426" y="805"/>
                  </a:lnTo>
                  <a:lnTo>
                    <a:pt x="426" y="805"/>
                  </a:lnTo>
                  <a:lnTo>
                    <a:pt x="426" y="804"/>
                  </a:lnTo>
                  <a:lnTo>
                    <a:pt x="428" y="805"/>
                  </a:lnTo>
                  <a:lnTo>
                    <a:pt x="428" y="805"/>
                  </a:lnTo>
                  <a:lnTo>
                    <a:pt x="428" y="804"/>
                  </a:lnTo>
                  <a:lnTo>
                    <a:pt x="429" y="804"/>
                  </a:lnTo>
                  <a:lnTo>
                    <a:pt x="430" y="804"/>
                  </a:lnTo>
                  <a:lnTo>
                    <a:pt x="431" y="804"/>
                  </a:lnTo>
                  <a:lnTo>
                    <a:pt x="432" y="805"/>
                  </a:lnTo>
                  <a:lnTo>
                    <a:pt x="430" y="806"/>
                  </a:lnTo>
                  <a:lnTo>
                    <a:pt x="430" y="807"/>
                  </a:lnTo>
                  <a:lnTo>
                    <a:pt x="431" y="807"/>
                  </a:lnTo>
                  <a:lnTo>
                    <a:pt x="431" y="807"/>
                  </a:lnTo>
                  <a:lnTo>
                    <a:pt x="432" y="807"/>
                  </a:lnTo>
                  <a:lnTo>
                    <a:pt x="431" y="806"/>
                  </a:lnTo>
                  <a:lnTo>
                    <a:pt x="431" y="806"/>
                  </a:lnTo>
                  <a:lnTo>
                    <a:pt x="432" y="806"/>
                  </a:lnTo>
                  <a:lnTo>
                    <a:pt x="432" y="806"/>
                  </a:lnTo>
                  <a:lnTo>
                    <a:pt x="432" y="806"/>
                  </a:lnTo>
                  <a:lnTo>
                    <a:pt x="433" y="807"/>
                  </a:lnTo>
                  <a:lnTo>
                    <a:pt x="434" y="808"/>
                  </a:lnTo>
                  <a:lnTo>
                    <a:pt x="434" y="808"/>
                  </a:lnTo>
                  <a:lnTo>
                    <a:pt x="435" y="808"/>
                  </a:lnTo>
                  <a:lnTo>
                    <a:pt x="434" y="808"/>
                  </a:lnTo>
                  <a:lnTo>
                    <a:pt x="435" y="809"/>
                  </a:lnTo>
                  <a:lnTo>
                    <a:pt x="435" y="809"/>
                  </a:lnTo>
                  <a:lnTo>
                    <a:pt x="435" y="809"/>
                  </a:lnTo>
                  <a:lnTo>
                    <a:pt x="436" y="808"/>
                  </a:lnTo>
                  <a:lnTo>
                    <a:pt x="436" y="809"/>
                  </a:lnTo>
                  <a:lnTo>
                    <a:pt x="436" y="810"/>
                  </a:lnTo>
                  <a:lnTo>
                    <a:pt x="436" y="810"/>
                  </a:lnTo>
                  <a:lnTo>
                    <a:pt x="437" y="809"/>
                  </a:lnTo>
                  <a:lnTo>
                    <a:pt x="438" y="809"/>
                  </a:lnTo>
                  <a:lnTo>
                    <a:pt x="439" y="810"/>
                  </a:lnTo>
                  <a:lnTo>
                    <a:pt x="439" y="810"/>
                  </a:lnTo>
                  <a:lnTo>
                    <a:pt x="439" y="810"/>
                  </a:lnTo>
                  <a:lnTo>
                    <a:pt x="438" y="809"/>
                  </a:lnTo>
                  <a:lnTo>
                    <a:pt x="437" y="809"/>
                  </a:lnTo>
                  <a:lnTo>
                    <a:pt x="437" y="808"/>
                  </a:lnTo>
                  <a:lnTo>
                    <a:pt x="438" y="808"/>
                  </a:lnTo>
                  <a:lnTo>
                    <a:pt x="439" y="807"/>
                  </a:lnTo>
                  <a:lnTo>
                    <a:pt x="439" y="807"/>
                  </a:lnTo>
                  <a:lnTo>
                    <a:pt x="437" y="807"/>
                  </a:lnTo>
                  <a:lnTo>
                    <a:pt x="437" y="806"/>
                  </a:lnTo>
                  <a:lnTo>
                    <a:pt x="436" y="806"/>
                  </a:lnTo>
                  <a:lnTo>
                    <a:pt x="436" y="806"/>
                  </a:lnTo>
                  <a:lnTo>
                    <a:pt x="435" y="806"/>
                  </a:lnTo>
                  <a:lnTo>
                    <a:pt x="434" y="805"/>
                  </a:lnTo>
                  <a:lnTo>
                    <a:pt x="435" y="804"/>
                  </a:lnTo>
                  <a:lnTo>
                    <a:pt x="436" y="803"/>
                  </a:lnTo>
                  <a:lnTo>
                    <a:pt x="436" y="803"/>
                  </a:lnTo>
                  <a:lnTo>
                    <a:pt x="435" y="803"/>
                  </a:lnTo>
                  <a:lnTo>
                    <a:pt x="433" y="804"/>
                  </a:lnTo>
                  <a:lnTo>
                    <a:pt x="433" y="803"/>
                  </a:lnTo>
                  <a:lnTo>
                    <a:pt x="433" y="803"/>
                  </a:lnTo>
                  <a:lnTo>
                    <a:pt x="434" y="803"/>
                  </a:lnTo>
                  <a:lnTo>
                    <a:pt x="434" y="802"/>
                  </a:lnTo>
                  <a:lnTo>
                    <a:pt x="435" y="802"/>
                  </a:lnTo>
                  <a:lnTo>
                    <a:pt x="435" y="801"/>
                  </a:lnTo>
                  <a:lnTo>
                    <a:pt x="434" y="801"/>
                  </a:lnTo>
                  <a:lnTo>
                    <a:pt x="434" y="801"/>
                  </a:lnTo>
                  <a:lnTo>
                    <a:pt x="436" y="800"/>
                  </a:lnTo>
                  <a:lnTo>
                    <a:pt x="436" y="801"/>
                  </a:lnTo>
                  <a:lnTo>
                    <a:pt x="436" y="801"/>
                  </a:lnTo>
                  <a:lnTo>
                    <a:pt x="436" y="801"/>
                  </a:lnTo>
                  <a:lnTo>
                    <a:pt x="437" y="801"/>
                  </a:lnTo>
                  <a:lnTo>
                    <a:pt x="437" y="800"/>
                  </a:lnTo>
                  <a:lnTo>
                    <a:pt x="436" y="800"/>
                  </a:lnTo>
                  <a:lnTo>
                    <a:pt x="434" y="800"/>
                  </a:lnTo>
                  <a:lnTo>
                    <a:pt x="434" y="801"/>
                  </a:lnTo>
                  <a:lnTo>
                    <a:pt x="434" y="801"/>
                  </a:lnTo>
                  <a:lnTo>
                    <a:pt x="433" y="802"/>
                  </a:lnTo>
                  <a:lnTo>
                    <a:pt x="432" y="803"/>
                  </a:lnTo>
                  <a:lnTo>
                    <a:pt x="433" y="803"/>
                  </a:lnTo>
                  <a:lnTo>
                    <a:pt x="433" y="803"/>
                  </a:lnTo>
                  <a:lnTo>
                    <a:pt x="432" y="803"/>
                  </a:lnTo>
                  <a:lnTo>
                    <a:pt x="432" y="803"/>
                  </a:lnTo>
                  <a:lnTo>
                    <a:pt x="432" y="803"/>
                  </a:lnTo>
                  <a:lnTo>
                    <a:pt x="430" y="803"/>
                  </a:lnTo>
                  <a:lnTo>
                    <a:pt x="430" y="803"/>
                  </a:lnTo>
                  <a:lnTo>
                    <a:pt x="431" y="803"/>
                  </a:lnTo>
                  <a:lnTo>
                    <a:pt x="431" y="803"/>
                  </a:lnTo>
                  <a:lnTo>
                    <a:pt x="430" y="802"/>
                  </a:lnTo>
                  <a:lnTo>
                    <a:pt x="429" y="803"/>
                  </a:lnTo>
                  <a:lnTo>
                    <a:pt x="428" y="802"/>
                  </a:lnTo>
                  <a:lnTo>
                    <a:pt x="428" y="801"/>
                  </a:lnTo>
                  <a:lnTo>
                    <a:pt x="428" y="802"/>
                  </a:lnTo>
                  <a:lnTo>
                    <a:pt x="427" y="801"/>
                  </a:lnTo>
                  <a:lnTo>
                    <a:pt x="427" y="800"/>
                  </a:lnTo>
                  <a:lnTo>
                    <a:pt x="426" y="800"/>
                  </a:lnTo>
                  <a:lnTo>
                    <a:pt x="426" y="799"/>
                  </a:lnTo>
                  <a:lnTo>
                    <a:pt x="427" y="799"/>
                  </a:lnTo>
                  <a:lnTo>
                    <a:pt x="428" y="799"/>
                  </a:lnTo>
                  <a:lnTo>
                    <a:pt x="427" y="799"/>
                  </a:lnTo>
                  <a:lnTo>
                    <a:pt x="428" y="799"/>
                  </a:lnTo>
                  <a:lnTo>
                    <a:pt x="428" y="799"/>
                  </a:lnTo>
                  <a:lnTo>
                    <a:pt x="428" y="799"/>
                  </a:lnTo>
                  <a:lnTo>
                    <a:pt x="429" y="799"/>
                  </a:lnTo>
                  <a:lnTo>
                    <a:pt x="432" y="799"/>
                  </a:lnTo>
                  <a:lnTo>
                    <a:pt x="432" y="799"/>
                  </a:lnTo>
                  <a:lnTo>
                    <a:pt x="432" y="799"/>
                  </a:lnTo>
                  <a:lnTo>
                    <a:pt x="429" y="799"/>
                  </a:lnTo>
                  <a:lnTo>
                    <a:pt x="429" y="798"/>
                  </a:lnTo>
                  <a:lnTo>
                    <a:pt x="429" y="797"/>
                  </a:lnTo>
                  <a:lnTo>
                    <a:pt x="428" y="798"/>
                  </a:lnTo>
                  <a:lnTo>
                    <a:pt x="428" y="797"/>
                  </a:lnTo>
                  <a:lnTo>
                    <a:pt x="426" y="798"/>
                  </a:lnTo>
                  <a:lnTo>
                    <a:pt x="426" y="796"/>
                  </a:lnTo>
                  <a:lnTo>
                    <a:pt x="425" y="796"/>
                  </a:lnTo>
                  <a:lnTo>
                    <a:pt x="425" y="796"/>
                  </a:lnTo>
                  <a:lnTo>
                    <a:pt x="425" y="795"/>
                  </a:lnTo>
                  <a:lnTo>
                    <a:pt x="425" y="796"/>
                  </a:lnTo>
                  <a:lnTo>
                    <a:pt x="424" y="795"/>
                  </a:lnTo>
                  <a:lnTo>
                    <a:pt x="424" y="795"/>
                  </a:lnTo>
                  <a:lnTo>
                    <a:pt x="425" y="794"/>
                  </a:lnTo>
                  <a:lnTo>
                    <a:pt x="425" y="795"/>
                  </a:lnTo>
                  <a:lnTo>
                    <a:pt x="426" y="795"/>
                  </a:lnTo>
                  <a:lnTo>
                    <a:pt x="427" y="795"/>
                  </a:lnTo>
                  <a:lnTo>
                    <a:pt x="427" y="793"/>
                  </a:lnTo>
                  <a:lnTo>
                    <a:pt x="427" y="793"/>
                  </a:lnTo>
                  <a:lnTo>
                    <a:pt x="428" y="792"/>
                  </a:lnTo>
                  <a:lnTo>
                    <a:pt x="428" y="792"/>
                  </a:lnTo>
                  <a:lnTo>
                    <a:pt x="428" y="792"/>
                  </a:lnTo>
                  <a:lnTo>
                    <a:pt x="428" y="791"/>
                  </a:lnTo>
                  <a:lnTo>
                    <a:pt x="429" y="790"/>
                  </a:lnTo>
                  <a:lnTo>
                    <a:pt x="430" y="790"/>
                  </a:lnTo>
                  <a:lnTo>
                    <a:pt x="430" y="790"/>
                  </a:lnTo>
                  <a:lnTo>
                    <a:pt x="432" y="789"/>
                  </a:lnTo>
                  <a:lnTo>
                    <a:pt x="432" y="789"/>
                  </a:lnTo>
                  <a:lnTo>
                    <a:pt x="432" y="789"/>
                  </a:lnTo>
                  <a:lnTo>
                    <a:pt x="431" y="789"/>
                  </a:lnTo>
                  <a:lnTo>
                    <a:pt x="431" y="789"/>
                  </a:lnTo>
                  <a:lnTo>
                    <a:pt x="432" y="788"/>
                  </a:lnTo>
                  <a:lnTo>
                    <a:pt x="433" y="788"/>
                  </a:lnTo>
                  <a:lnTo>
                    <a:pt x="433" y="788"/>
                  </a:lnTo>
                  <a:lnTo>
                    <a:pt x="434" y="788"/>
                  </a:lnTo>
                  <a:lnTo>
                    <a:pt x="435" y="788"/>
                  </a:lnTo>
                  <a:lnTo>
                    <a:pt x="435" y="788"/>
                  </a:lnTo>
                  <a:lnTo>
                    <a:pt x="436" y="788"/>
                  </a:lnTo>
                  <a:lnTo>
                    <a:pt x="436" y="789"/>
                  </a:lnTo>
                  <a:lnTo>
                    <a:pt x="436" y="789"/>
                  </a:lnTo>
                  <a:lnTo>
                    <a:pt x="436" y="788"/>
                  </a:lnTo>
                  <a:lnTo>
                    <a:pt x="437" y="788"/>
                  </a:lnTo>
                  <a:lnTo>
                    <a:pt x="438" y="789"/>
                  </a:lnTo>
                  <a:lnTo>
                    <a:pt x="440" y="789"/>
                  </a:lnTo>
                  <a:lnTo>
                    <a:pt x="441" y="789"/>
                  </a:lnTo>
                  <a:lnTo>
                    <a:pt x="441" y="790"/>
                  </a:lnTo>
                  <a:lnTo>
                    <a:pt x="441" y="790"/>
                  </a:lnTo>
                  <a:lnTo>
                    <a:pt x="442" y="791"/>
                  </a:lnTo>
                  <a:lnTo>
                    <a:pt x="443" y="792"/>
                  </a:lnTo>
                  <a:lnTo>
                    <a:pt x="443" y="793"/>
                  </a:lnTo>
                  <a:lnTo>
                    <a:pt x="444" y="793"/>
                  </a:lnTo>
                  <a:lnTo>
                    <a:pt x="444" y="794"/>
                  </a:lnTo>
                  <a:lnTo>
                    <a:pt x="445" y="795"/>
                  </a:lnTo>
                  <a:lnTo>
                    <a:pt x="445" y="795"/>
                  </a:lnTo>
                  <a:lnTo>
                    <a:pt x="445" y="795"/>
                  </a:lnTo>
                  <a:lnTo>
                    <a:pt x="445" y="795"/>
                  </a:lnTo>
                  <a:lnTo>
                    <a:pt x="445" y="795"/>
                  </a:lnTo>
                  <a:lnTo>
                    <a:pt x="445" y="796"/>
                  </a:lnTo>
                  <a:lnTo>
                    <a:pt x="446" y="796"/>
                  </a:lnTo>
                  <a:lnTo>
                    <a:pt x="446" y="795"/>
                  </a:lnTo>
                  <a:lnTo>
                    <a:pt x="446" y="795"/>
                  </a:lnTo>
                  <a:lnTo>
                    <a:pt x="446" y="795"/>
                  </a:lnTo>
                  <a:lnTo>
                    <a:pt x="445" y="795"/>
                  </a:lnTo>
                  <a:lnTo>
                    <a:pt x="445" y="794"/>
                  </a:lnTo>
                  <a:lnTo>
                    <a:pt x="445" y="793"/>
                  </a:lnTo>
                  <a:lnTo>
                    <a:pt x="445" y="793"/>
                  </a:lnTo>
                  <a:lnTo>
                    <a:pt x="445" y="792"/>
                  </a:lnTo>
                  <a:lnTo>
                    <a:pt x="446" y="792"/>
                  </a:lnTo>
                  <a:lnTo>
                    <a:pt x="444" y="791"/>
                  </a:lnTo>
                  <a:lnTo>
                    <a:pt x="444" y="790"/>
                  </a:lnTo>
                  <a:lnTo>
                    <a:pt x="442" y="790"/>
                  </a:lnTo>
                  <a:lnTo>
                    <a:pt x="442" y="789"/>
                  </a:lnTo>
                  <a:lnTo>
                    <a:pt x="442" y="789"/>
                  </a:lnTo>
                  <a:lnTo>
                    <a:pt x="441" y="788"/>
                  </a:lnTo>
                  <a:lnTo>
                    <a:pt x="441" y="788"/>
                  </a:lnTo>
                  <a:lnTo>
                    <a:pt x="440" y="788"/>
                  </a:lnTo>
                  <a:lnTo>
                    <a:pt x="437" y="787"/>
                  </a:lnTo>
                  <a:lnTo>
                    <a:pt x="437" y="787"/>
                  </a:lnTo>
                  <a:lnTo>
                    <a:pt x="436" y="787"/>
                  </a:lnTo>
                  <a:lnTo>
                    <a:pt x="435" y="787"/>
                  </a:lnTo>
                  <a:lnTo>
                    <a:pt x="435" y="787"/>
                  </a:lnTo>
                  <a:lnTo>
                    <a:pt x="432" y="786"/>
                  </a:lnTo>
                  <a:lnTo>
                    <a:pt x="432" y="786"/>
                  </a:lnTo>
                  <a:lnTo>
                    <a:pt x="432" y="786"/>
                  </a:lnTo>
                  <a:lnTo>
                    <a:pt x="433" y="786"/>
                  </a:lnTo>
                  <a:lnTo>
                    <a:pt x="433" y="786"/>
                  </a:lnTo>
                  <a:lnTo>
                    <a:pt x="434" y="785"/>
                  </a:lnTo>
                  <a:lnTo>
                    <a:pt x="435" y="785"/>
                  </a:lnTo>
                  <a:lnTo>
                    <a:pt x="435" y="786"/>
                  </a:lnTo>
                  <a:lnTo>
                    <a:pt x="436" y="786"/>
                  </a:lnTo>
                  <a:lnTo>
                    <a:pt x="436" y="784"/>
                  </a:lnTo>
                  <a:lnTo>
                    <a:pt x="434" y="785"/>
                  </a:lnTo>
                  <a:lnTo>
                    <a:pt x="433" y="784"/>
                  </a:lnTo>
                  <a:lnTo>
                    <a:pt x="432" y="783"/>
                  </a:lnTo>
                  <a:lnTo>
                    <a:pt x="432" y="783"/>
                  </a:lnTo>
                  <a:lnTo>
                    <a:pt x="432" y="782"/>
                  </a:lnTo>
                  <a:lnTo>
                    <a:pt x="431" y="782"/>
                  </a:lnTo>
                  <a:lnTo>
                    <a:pt x="431" y="782"/>
                  </a:lnTo>
                  <a:lnTo>
                    <a:pt x="430" y="782"/>
                  </a:lnTo>
                  <a:lnTo>
                    <a:pt x="430" y="781"/>
                  </a:lnTo>
                  <a:lnTo>
                    <a:pt x="430" y="780"/>
                  </a:lnTo>
                  <a:lnTo>
                    <a:pt x="431" y="780"/>
                  </a:lnTo>
                  <a:lnTo>
                    <a:pt x="431" y="779"/>
                  </a:lnTo>
                  <a:lnTo>
                    <a:pt x="429" y="779"/>
                  </a:lnTo>
                  <a:lnTo>
                    <a:pt x="428" y="781"/>
                  </a:lnTo>
                  <a:lnTo>
                    <a:pt x="428" y="781"/>
                  </a:lnTo>
                  <a:lnTo>
                    <a:pt x="428" y="780"/>
                  </a:lnTo>
                  <a:lnTo>
                    <a:pt x="428" y="779"/>
                  </a:lnTo>
                  <a:lnTo>
                    <a:pt x="428" y="779"/>
                  </a:lnTo>
                  <a:lnTo>
                    <a:pt x="428" y="779"/>
                  </a:lnTo>
                  <a:lnTo>
                    <a:pt x="428" y="778"/>
                  </a:lnTo>
                  <a:lnTo>
                    <a:pt x="428" y="778"/>
                  </a:lnTo>
                  <a:lnTo>
                    <a:pt x="427" y="778"/>
                  </a:lnTo>
                  <a:lnTo>
                    <a:pt x="427" y="779"/>
                  </a:lnTo>
                  <a:lnTo>
                    <a:pt x="426" y="779"/>
                  </a:lnTo>
                  <a:lnTo>
                    <a:pt x="426" y="780"/>
                  </a:lnTo>
                  <a:lnTo>
                    <a:pt x="425" y="780"/>
                  </a:lnTo>
                  <a:lnTo>
                    <a:pt x="425" y="780"/>
                  </a:lnTo>
                  <a:lnTo>
                    <a:pt x="424" y="781"/>
                  </a:lnTo>
                  <a:lnTo>
                    <a:pt x="424" y="781"/>
                  </a:lnTo>
                  <a:lnTo>
                    <a:pt x="423" y="781"/>
                  </a:lnTo>
                  <a:lnTo>
                    <a:pt x="423" y="782"/>
                  </a:lnTo>
                  <a:lnTo>
                    <a:pt x="422" y="781"/>
                  </a:lnTo>
                  <a:lnTo>
                    <a:pt x="422" y="781"/>
                  </a:lnTo>
                  <a:lnTo>
                    <a:pt x="421" y="780"/>
                  </a:lnTo>
                  <a:lnTo>
                    <a:pt x="423" y="780"/>
                  </a:lnTo>
                  <a:lnTo>
                    <a:pt x="423" y="780"/>
                  </a:lnTo>
                  <a:lnTo>
                    <a:pt x="423" y="780"/>
                  </a:lnTo>
                  <a:lnTo>
                    <a:pt x="423" y="779"/>
                  </a:lnTo>
                  <a:lnTo>
                    <a:pt x="424" y="779"/>
                  </a:lnTo>
                  <a:lnTo>
                    <a:pt x="425" y="779"/>
                  </a:lnTo>
                  <a:lnTo>
                    <a:pt x="425" y="778"/>
                  </a:lnTo>
                  <a:lnTo>
                    <a:pt x="426" y="778"/>
                  </a:lnTo>
                  <a:lnTo>
                    <a:pt x="426" y="777"/>
                  </a:lnTo>
                  <a:lnTo>
                    <a:pt x="425" y="777"/>
                  </a:lnTo>
                  <a:lnTo>
                    <a:pt x="425" y="777"/>
                  </a:lnTo>
                  <a:lnTo>
                    <a:pt x="425" y="776"/>
                  </a:lnTo>
                  <a:lnTo>
                    <a:pt x="424" y="776"/>
                  </a:lnTo>
                  <a:lnTo>
                    <a:pt x="424" y="776"/>
                  </a:lnTo>
                  <a:lnTo>
                    <a:pt x="423" y="776"/>
                  </a:lnTo>
                  <a:lnTo>
                    <a:pt x="423" y="774"/>
                  </a:lnTo>
                  <a:lnTo>
                    <a:pt x="424" y="774"/>
                  </a:lnTo>
                  <a:lnTo>
                    <a:pt x="425" y="774"/>
                  </a:lnTo>
                  <a:lnTo>
                    <a:pt x="425" y="773"/>
                  </a:lnTo>
                  <a:lnTo>
                    <a:pt x="424" y="773"/>
                  </a:lnTo>
                  <a:lnTo>
                    <a:pt x="424" y="773"/>
                  </a:lnTo>
                  <a:lnTo>
                    <a:pt x="425" y="773"/>
                  </a:lnTo>
                  <a:lnTo>
                    <a:pt x="425" y="771"/>
                  </a:lnTo>
                  <a:lnTo>
                    <a:pt x="425" y="771"/>
                  </a:lnTo>
                  <a:lnTo>
                    <a:pt x="425" y="769"/>
                  </a:lnTo>
                  <a:lnTo>
                    <a:pt x="425" y="769"/>
                  </a:lnTo>
                  <a:lnTo>
                    <a:pt x="425" y="769"/>
                  </a:lnTo>
                  <a:lnTo>
                    <a:pt x="425" y="769"/>
                  </a:lnTo>
                  <a:lnTo>
                    <a:pt x="425" y="769"/>
                  </a:lnTo>
                  <a:lnTo>
                    <a:pt x="425" y="768"/>
                  </a:lnTo>
                  <a:lnTo>
                    <a:pt x="425" y="767"/>
                  </a:lnTo>
                  <a:lnTo>
                    <a:pt x="426" y="767"/>
                  </a:lnTo>
                  <a:lnTo>
                    <a:pt x="426" y="767"/>
                  </a:lnTo>
                  <a:lnTo>
                    <a:pt x="426" y="767"/>
                  </a:lnTo>
                  <a:lnTo>
                    <a:pt x="426" y="765"/>
                  </a:lnTo>
                  <a:lnTo>
                    <a:pt x="427" y="765"/>
                  </a:lnTo>
                  <a:lnTo>
                    <a:pt x="428" y="764"/>
                  </a:lnTo>
                  <a:lnTo>
                    <a:pt x="427" y="764"/>
                  </a:lnTo>
                  <a:lnTo>
                    <a:pt x="428" y="764"/>
                  </a:lnTo>
                  <a:lnTo>
                    <a:pt x="428" y="763"/>
                  </a:lnTo>
                  <a:lnTo>
                    <a:pt x="428" y="763"/>
                  </a:lnTo>
                  <a:lnTo>
                    <a:pt x="428" y="763"/>
                  </a:lnTo>
                  <a:lnTo>
                    <a:pt x="428" y="764"/>
                  </a:lnTo>
                  <a:lnTo>
                    <a:pt x="428" y="763"/>
                  </a:lnTo>
                  <a:lnTo>
                    <a:pt x="429" y="762"/>
                  </a:lnTo>
                  <a:lnTo>
                    <a:pt x="429" y="762"/>
                  </a:lnTo>
                  <a:lnTo>
                    <a:pt x="430" y="761"/>
                  </a:lnTo>
                  <a:lnTo>
                    <a:pt x="429" y="761"/>
                  </a:lnTo>
                  <a:lnTo>
                    <a:pt x="429" y="761"/>
                  </a:lnTo>
                  <a:lnTo>
                    <a:pt x="429" y="760"/>
                  </a:lnTo>
                  <a:lnTo>
                    <a:pt x="430" y="760"/>
                  </a:lnTo>
                  <a:lnTo>
                    <a:pt x="432" y="760"/>
                  </a:lnTo>
                  <a:lnTo>
                    <a:pt x="434" y="761"/>
                  </a:lnTo>
                  <a:lnTo>
                    <a:pt x="434" y="760"/>
                  </a:lnTo>
                  <a:lnTo>
                    <a:pt x="435" y="760"/>
                  </a:lnTo>
                  <a:lnTo>
                    <a:pt x="435" y="760"/>
                  </a:lnTo>
                  <a:lnTo>
                    <a:pt x="436" y="760"/>
                  </a:lnTo>
                  <a:lnTo>
                    <a:pt x="436" y="758"/>
                  </a:lnTo>
                  <a:lnTo>
                    <a:pt x="437" y="758"/>
                  </a:lnTo>
                  <a:lnTo>
                    <a:pt x="437" y="757"/>
                  </a:lnTo>
                  <a:lnTo>
                    <a:pt x="438" y="756"/>
                  </a:lnTo>
                  <a:lnTo>
                    <a:pt x="438" y="756"/>
                  </a:lnTo>
                  <a:lnTo>
                    <a:pt x="438" y="756"/>
                  </a:lnTo>
                  <a:lnTo>
                    <a:pt x="438" y="754"/>
                  </a:lnTo>
                  <a:lnTo>
                    <a:pt x="439" y="753"/>
                  </a:lnTo>
                  <a:lnTo>
                    <a:pt x="439" y="753"/>
                  </a:lnTo>
                  <a:lnTo>
                    <a:pt x="440" y="752"/>
                  </a:lnTo>
                  <a:lnTo>
                    <a:pt x="440" y="751"/>
                  </a:lnTo>
                  <a:lnTo>
                    <a:pt x="440" y="751"/>
                  </a:lnTo>
                  <a:lnTo>
                    <a:pt x="439" y="751"/>
                  </a:lnTo>
                  <a:lnTo>
                    <a:pt x="441" y="751"/>
                  </a:lnTo>
                  <a:lnTo>
                    <a:pt x="441" y="750"/>
                  </a:lnTo>
                  <a:lnTo>
                    <a:pt x="441" y="749"/>
                  </a:lnTo>
                  <a:lnTo>
                    <a:pt x="441" y="749"/>
                  </a:lnTo>
                  <a:lnTo>
                    <a:pt x="441" y="748"/>
                  </a:lnTo>
                  <a:lnTo>
                    <a:pt x="442" y="748"/>
                  </a:lnTo>
                  <a:lnTo>
                    <a:pt x="442" y="747"/>
                  </a:lnTo>
                  <a:lnTo>
                    <a:pt x="441" y="747"/>
                  </a:lnTo>
                  <a:lnTo>
                    <a:pt x="441" y="747"/>
                  </a:lnTo>
                  <a:lnTo>
                    <a:pt x="441" y="747"/>
                  </a:lnTo>
                  <a:lnTo>
                    <a:pt x="441" y="747"/>
                  </a:lnTo>
                  <a:lnTo>
                    <a:pt x="442" y="746"/>
                  </a:lnTo>
                  <a:lnTo>
                    <a:pt x="442" y="746"/>
                  </a:lnTo>
                  <a:lnTo>
                    <a:pt x="441" y="745"/>
                  </a:lnTo>
                  <a:lnTo>
                    <a:pt x="441" y="744"/>
                  </a:lnTo>
                  <a:lnTo>
                    <a:pt x="441" y="744"/>
                  </a:lnTo>
                  <a:lnTo>
                    <a:pt x="443" y="743"/>
                  </a:lnTo>
                  <a:lnTo>
                    <a:pt x="443" y="743"/>
                  </a:lnTo>
                  <a:lnTo>
                    <a:pt x="443" y="742"/>
                  </a:lnTo>
                  <a:lnTo>
                    <a:pt x="443" y="741"/>
                  </a:lnTo>
                  <a:lnTo>
                    <a:pt x="442" y="741"/>
                  </a:lnTo>
                  <a:lnTo>
                    <a:pt x="442" y="739"/>
                  </a:lnTo>
                  <a:lnTo>
                    <a:pt x="443" y="739"/>
                  </a:lnTo>
                  <a:lnTo>
                    <a:pt x="443" y="739"/>
                  </a:lnTo>
                  <a:lnTo>
                    <a:pt x="443" y="738"/>
                  </a:lnTo>
                  <a:lnTo>
                    <a:pt x="443" y="738"/>
                  </a:lnTo>
                  <a:lnTo>
                    <a:pt x="442" y="736"/>
                  </a:lnTo>
                  <a:lnTo>
                    <a:pt x="442" y="736"/>
                  </a:lnTo>
                  <a:lnTo>
                    <a:pt x="442" y="734"/>
                  </a:lnTo>
                  <a:lnTo>
                    <a:pt x="443" y="734"/>
                  </a:lnTo>
                  <a:lnTo>
                    <a:pt x="443" y="734"/>
                  </a:lnTo>
                  <a:lnTo>
                    <a:pt x="443" y="734"/>
                  </a:lnTo>
                  <a:lnTo>
                    <a:pt x="443" y="733"/>
                  </a:lnTo>
                  <a:lnTo>
                    <a:pt x="444" y="732"/>
                  </a:lnTo>
                  <a:lnTo>
                    <a:pt x="444" y="732"/>
                  </a:lnTo>
                  <a:lnTo>
                    <a:pt x="445" y="732"/>
                  </a:lnTo>
                  <a:lnTo>
                    <a:pt x="445" y="732"/>
                  </a:lnTo>
                  <a:lnTo>
                    <a:pt x="445" y="732"/>
                  </a:lnTo>
                  <a:lnTo>
                    <a:pt x="445" y="733"/>
                  </a:lnTo>
                  <a:lnTo>
                    <a:pt x="446" y="733"/>
                  </a:lnTo>
                  <a:lnTo>
                    <a:pt x="446" y="734"/>
                  </a:lnTo>
                  <a:lnTo>
                    <a:pt x="449" y="734"/>
                  </a:lnTo>
                  <a:lnTo>
                    <a:pt x="449" y="735"/>
                  </a:lnTo>
                  <a:lnTo>
                    <a:pt x="452" y="736"/>
                  </a:lnTo>
                  <a:lnTo>
                    <a:pt x="452" y="737"/>
                  </a:lnTo>
                  <a:lnTo>
                    <a:pt x="452" y="737"/>
                  </a:lnTo>
                  <a:lnTo>
                    <a:pt x="453" y="737"/>
                  </a:lnTo>
                  <a:lnTo>
                    <a:pt x="453" y="737"/>
                  </a:lnTo>
                  <a:lnTo>
                    <a:pt x="454" y="737"/>
                  </a:lnTo>
                  <a:lnTo>
                    <a:pt x="454" y="737"/>
                  </a:lnTo>
                  <a:lnTo>
                    <a:pt x="454" y="737"/>
                  </a:lnTo>
                  <a:lnTo>
                    <a:pt x="454" y="736"/>
                  </a:lnTo>
                  <a:lnTo>
                    <a:pt x="454" y="736"/>
                  </a:lnTo>
                  <a:lnTo>
                    <a:pt x="455" y="736"/>
                  </a:lnTo>
                  <a:lnTo>
                    <a:pt x="455" y="735"/>
                  </a:lnTo>
                  <a:lnTo>
                    <a:pt x="455" y="735"/>
                  </a:lnTo>
                  <a:lnTo>
                    <a:pt x="456" y="735"/>
                  </a:lnTo>
                  <a:lnTo>
                    <a:pt x="458" y="736"/>
                  </a:lnTo>
                  <a:lnTo>
                    <a:pt x="458" y="736"/>
                  </a:lnTo>
                  <a:lnTo>
                    <a:pt x="459" y="736"/>
                  </a:lnTo>
                  <a:lnTo>
                    <a:pt x="460" y="736"/>
                  </a:lnTo>
                  <a:lnTo>
                    <a:pt x="463" y="737"/>
                  </a:lnTo>
                  <a:lnTo>
                    <a:pt x="463" y="736"/>
                  </a:lnTo>
                  <a:lnTo>
                    <a:pt x="465" y="736"/>
                  </a:lnTo>
                  <a:lnTo>
                    <a:pt x="466" y="735"/>
                  </a:lnTo>
                  <a:lnTo>
                    <a:pt x="466" y="737"/>
                  </a:lnTo>
                  <a:lnTo>
                    <a:pt x="467" y="737"/>
                  </a:lnTo>
                  <a:lnTo>
                    <a:pt x="467" y="737"/>
                  </a:lnTo>
                  <a:lnTo>
                    <a:pt x="467" y="737"/>
                  </a:lnTo>
                  <a:lnTo>
                    <a:pt x="467" y="738"/>
                  </a:lnTo>
                  <a:lnTo>
                    <a:pt x="468" y="738"/>
                  </a:lnTo>
                  <a:lnTo>
                    <a:pt x="470" y="740"/>
                  </a:lnTo>
                  <a:lnTo>
                    <a:pt x="471" y="740"/>
                  </a:lnTo>
                  <a:lnTo>
                    <a:pt x="471" y="740"/>
                  </a:lnTo>
                  <a:lnTo>
                    <a:pt x="471" y="740"/>
                  </a:lnTo>
                  <a:lnTo>
                    <a:pt x="471" y="740"/>
                  </a:lnTo>
                  <a:lnTo>
                    <a:pt x="472" y="740"/>
                  </a:lnTo>
                  <a:lnTo>
                    <a:pt x="472" y="741"/>
                  </a:lnTo>
                  <a:lnTo>
                    <a:pt x="474" y="741"/>
                  </a:lnTo>
                  <a:lnTo>
                    <a:pt x="475" y="742"/>
                  </a:lnTo>
                  <a:lnTo>
                    <a:pt x="474" y="742"/>
                  </a:lnTo>
                  <a:lnTo>
                    <a:pt x="474" y="743"/>
                  </a:lnTo>
                  <a:lnTo>
                    <a:pt x="475" y="743"/>
                  </a:lnTo>
                  <a:lnTo>
                    <a:pt x="475" y="743"/>
                  </a:lnTo>
                  <a:lnTo>
                    <a:pt x="476" y="743"/>
                  </a:lnTo>
                  <a:lnTo>
                    <a:pt x="476" y="745"/>
                  </a:lnTo>
                  <a:lnTo>
                    <a:pt x="476" y="746"/>
                  </a:lnTo>
                  <a:lnTo>
                    <a:pt x="476" y="746"/>
                  </a:lnTo>
                  <a:lnTo>
                    <a:pt x="476" y="747"/>
                  </a:lnTo>
                  <a:lnTo>
                    <a:pt x="475" y="747"/>
                  </a:lnTo>
                  <a:lnTo>
                    <a:pt x="475" y="747"/>
                  </a:lnTo>
                  <a:lnTo>
                    <a:pt x="476" y="747"/>
                  </a:lnTo>
                  <a:lnTo>
                    <a:pt x="476" y="747"/>
                  </a:lnTo>
                  <a:lnTo>
                    <a:pt x="475" y="747"/>
                  </a:lnTo>
                  <a:lnTo>
                    <a:pt x="475" y="750"/>
                  </a:lnTo>
                  <a:lnTo>
                    <a:pt x="475" y="750"/>
                  </a:lnTo>
                  <a:lnTo>
                    <a:pt x="475" y="750"/>
                  </a:lnTo>
                  <a:lnTo>
                    <a:pt x="476" y="749"/>
                  </a:lnTo>
                  <a:lnTo>
                    <a:pt x="476" y="750"/>
                  </a:lnTo>
                  <a:lnTo>
                    <a:pt x="476" y="750"/>
                  </a:lnTo>
                  <a:lnTo>
                    <a:pt x="475" y="752"/>
                  </a:lnTo>
                  <a:lnTo>
                    <a:pt x="476" y="753"/>
                  </a:lnTo>
                  <a:lnTo>
                    <a:pt x="476" y="755"/>
                  </a:lnTo>
                  <a:lnTo>
                    <a:pt x="476" y="755"/>
                  </a:lnTo>
                  <a:lnTo>
                    <a:pt x="477" y="756"/>
                  </a:lnTo>
                  <a:lnTo>
                    <a:pt x="477" y="756"/>
                  </a:lnTo>
                  <a:lnTo>
                    <a:pt x="479" y="756"/>
                  </a:lnTo>
                  <a:lnTo>
                    <a:pt x="479" y="756"/>
                  </a:lnTo>
                  <a:lnTo>
                    <a:pt x="479" y="756"/>
                  </a:lnTo>
                  <a:lnTo>
                    <a:pt x="480" y="757"/>
                  </a:lnTo>
                  <a:lnTo>
                    <a:pt x="480" y="758"/>
                  </a:lnTo>
                  <a:lnTo>
                    <a:pt x="480" y="758"/>
                  </a:lnTo>
                  <a:lnTo>
                    <a:pt x="480" y="759"/>
                  </a:lnTo>
                  <a:lnTo>
                    <a:pt x="480" y="759"/>
                  </a:lnTo>
                  <a:lnTo>
                    <a:pt x="480" y="759"/>
                  </a:lnTo>
                  <a:lnTo>
                    <a:pt x="479" y="760"/>
                  </a:lnTo>
                  <a:lnTo>
                    <a:pt x="479" y="760"/>
                  </a:lnTo>
                  <a:lnTo>
                    <a:pt x="478" y="760"/>
                  </a:lnTo>
                  <a:lnTo>
                    <a:pt x="477" y="760"/>
                  </a:lnTo>
                  <a:lnTo>
                    <a:pt x="476" y="763"/>
                  </a:lnTo>
                  <a:lnTo>
                    <a:pt x="476" y="764"/>
                  </a:lnTo>
                  <a:lnTo>
                    <a:pt x="475" y="764"/>
                  </a:lnTo>
                  <a:lnTo>
                    <a:pt x="475" y="764"/>
                  </a:lnTo>
                  <a:lnTo>
                    <a:pt x="475" y="764"/>
                  </a:lnTo>
                  <a:lnTo>
                    <a:pt x="475" y="764"/>
                  </a:lnTo>
                  <a:lnTo>
                    <a:pt x="475" y="764"/>
                  </a:lnTo>
                  <a:lnTo>
                    <a:pt x="476" y="764"/>
                  </a:lnTo>
                  <a:lnTo>
                    <a:pt x="476" y="765"/>
                  </a:lnTo>
                  <a:lnTo>
                    <a:pt x="476" y="766"/>
                  </a:lnTo>
                  <a:lnTo>
                    <a:pt x="476" y="765"/>
                  </a:lnTo>
                  <a:lnTo>
                    <a:pt x="477" y="765"/>
                  </a:lnTo>
                  <a:lnTo>
                    <a:pt x="477" y="765"/>
                  </a:lnTo>
                  <a:lnTo>
                    <a:pt x="477" y="764"/>
                  </a:lnTo>
                  <a:lnTo>
                    <a:pt x="478" y="764"/>
                  </a:lnTo>
                  <a:lnTo>
                    <a:pt x="478" y="764"/>
                  </a:lnTo>
                  <a:lnTo>
                    <a:pt x="478" y="764"/>
                  </a:lnTo>
                  <a:lnTo>
                    <a:pt x="479" y="764"/>
                  </a:lnTo>
                  <a:lnTo>
                    <a:pt x="479" y="763"/>
                  </a:lnTo>
                  <a:lnTo>
                    <a:pt x="479" y="763"/>
                  </a:lnTo>
                  <a:lnTo>
                    <a:pt x="479" y="762"/>
                  </a:lnTo>
                  <a:lnTo>
                    <a:pt x="480" y="762"/>
                  </a:lnTo>
                  <a:lnTo>
                    <a:pt x="480" y="760"/>
                  </a:lnTo>
                  <a:lnTo>
                    <a:pt x="481" y="760"/>
                  </a:lnTo>
                  <a:lnTo>
                    <a:pt x="481" y="759"/>
                  </a:lnTo>
                  <a:lnTo>
                    <a:pt x="481" y="759"/>
                  </a:lnTo>
                  <a:lnTo>
                    <a:pt x="481" y="757"/>
                  </a:lnTo>
                  <a:lnTo>
                    <a:pt x="482" y="756"/>
                  </a:lnTo>
                  <a:lnTo>
                    <a:pt x="480" y="756"/>
                  </a:lnTo>
                  <a:lnTo>
                    <a:pt x="479" y="755"/>
                  </a:lnTo>
                  <a:lnTo>
                    <a:pt x="478" y="755"/>
                  </a:lnTo>
                  <a:lnTo>
                    <a:pt x="479" y="754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77" y="752"/>
                  </a:lnTo>
                  <a:lnTo>
                    <a:pt x="477" y="752"/>
                  </a:lnTo>
                  <a:lnTo>
                    <a:pt x="478" y="751"/>
                  </a:lnTo>
                  <a:lnTo>
                    <a:pt x="478" y="751"/>
                  </a:lnTo>
                  <a:lnTo>
                    <a:pt x="477" y="751"/>
                  </a:lnTo>
                  <a:lnTo>
                    <a:pt x="478" y="751"/>
                  </a:lnTo>
                  <a:lnTo>
                    <a:pt x="478" y="749"/>
                  </a:lnTo>
                  <a:lnTo>
                    <a:pt x="479" y="747"/>
                  </a:lnTo>
                  <a:lnTo>
                    <a:pt x="478" y="747"/>
                  </a:lnTo>
                  <a:lnTo>
                    <a:pt x="479" y="747"/>
                  </a:lnTo>
                  <a:lnTo>
                    <a:pt x="479" y="747"/>
                  </a:lnTo>
                  <a:lnTo>
                    <a:pt x="479" y="747"/>
                  </a:lnTo>
                  <a:lnTo>
                    <a:pt x="480" y="747"/>
                  </a:lnTo>
                  <a:lnTo>
                    <a:pt x="482" y="747"/>
                  </a:lnTo>
                  <a:lnTo>
                    <a:pt x="484" y="748"/>
                  </a:lnTo>
                  <a:lnTo>
                    <a:pt x="484" y="747"/>
                  </a:lnTo>
                  <a:lnTo>
                    <a:pt x="484" y="747"/>
                  </a:lnTo>
                  <a:lnTo>
                    <a:pt x="484" y="746"/>
                  </a:lnTo>
                  <a:lnTo>
                    <a:pt x="483" y="745"/>
                  </a:lnTo>
                  <a:lnTo>
                    <a:pt x="483" y="744"/>
                  </a:lnTo>
                  <a:lnTo>
                    <a:pt x="482" y="743"/>
                  </a:lnTo>
                  <a:lnTo>
                    <a:pt x="482" y="743"/>
                  </a:lnTo>
                  <a:lnTo>
                    <a:pt x="480" y="743"/>
                  </a:lnTo>
                  <a:lnTo>
                    <a:pt x="480" y="743"/>
                  </a:lnTo>
                  <a:lnTo>
                    <a:pt x="480" y="741"/>
                  </a:lnTo>
                  <a:lnTo>
                    <a:pt x="480" y="741"/>
                  </a:lnTo>
                  <a:lnTo>
                    <a:pt x="479" y="740"/>
                  </a:lnTo>
                  <a:lnTo>
                    <a:pt x="480" y="740"/>
                  </a:lnTo>
                  <a:lnTo>
                    <a:pt x="480" y="740"/>
                  </a:lnTo>
                  <a:lnTo>
                    <a:pt x="480" y="740"/>
                  </a:lnTo>
                  <a:lnTo>
                    <a:pt x="481" y="740"/>
                  </a:lnTo>
                  <a:lnTo>
                    <a:pt x="481" y="739"/>
                  </a:lnTo>
                  <a:lnTo>
                    <a:pt x="481" y="740"/>
                  </a:lnTo>
                  <a:lnTo>
                    <a:pt x="482" y="739"/>
                  </a:lnTo>
                  <a:lnTo>
                    <a:pt x="482" y="739"/>
                  </a:lnTo>
                  <a:lnTo>
                    <a:pt x="483" y="739"/>
                  </a:lnTo>
                  <a:lnTo>
                    <a:pt x="483" y="739"/>
                  </a:lnTo>
                  <a:lnTo>
                    <a:pt x="484" y="739"/>
                  </a:lnTo>
                  <a:lnTo>
                    <a:pt x="484" y="739"/>
                  </a:lnTo>
                  <a:lnTo>
                    <a:pt x="483" y="739"/>
                  </a:lnTo>
                  <a:lnTo>
                    <a:pt x="483" y="740"/>
                  </a:lnTo>
                  <a:lnTo>
                    <a:pt x="484" y="741"/>
                  </a:lnTo>
                  <a:lnTo>
                    <a:pt x="484" y="740"/>
                  </a:lnTo>
                  <a:lnTo>
                    <a:pt x="485" y="740"/>
                  </a:lnTo>
                  <a:lnTo>
                    <a:pt x="485" y="741"/>
                  </a:lnTo>
                  <a:lnTo>
                    <a:pt x="485" y="741"/>
                  </a:lnTo>
                  <a:lnTo>
                    <a:pt x="485" y="741"/>
                  </a:lnTo>
                  <a:lnTo>
                    <a:pt x="484" y="741"/>
                  </a:lnTo>
                  <a:lnTo>
                    <a:pt x="484" y="742"/>
                  </a:lnTo>
                  <a:lnTo>
                    <a:pt x="484" y="742"/>
                  </a:lnTo>
                  <a:lnTo>
                    <a:pt x="484" y="743"/>
                  </a:lnTo>
                  <a:lnTo>
                    <a:pt x="484" y="744"/>
                  </a:lnTo>
                  <a:lnTo>
                    <a:pt x="484" y="744"/>
                  </a:lnTo>
                  <a:lnTo>
                    <a:pt x="485" y="743"/>
                  </a:lnTo>
                  <a:lnTo>
                    <a:pt x="485" y="744"/>
                  </a:lnTo>
                  <a:lnTo>
                    <a:pt x="486" y="744"/>
                  </a:lnTo>
                  <a:lnTo>
                    <a:pt x="486" y="746"/>
                  </a:lnTo>
                  <a:lnTo>
                    <a:pt x="486" y="746"/>
                  </a:lnTo>
                  <a:lnTo>
                    <a:pt x="487" y="745"/>
                  </a:lnTo>
                  <a:lnTo>
                    <a:pt x="487" y="745"/>
                  </a:lnTo>
                  <a:lnTo>
                    <a:pt x="488" y="745"/>
                  </a:lnTo>
                  <a:lnTo>
                    <a:pt x="489" y="746"/>
                  </a:lnTo>
                  <a:lnTo>
                    <a:pt x="489" y="747"/>
                  </a:lnTo>
                  <a:lnTo>
                    <a:pt x="489" y="747"/>
                  </a:lnTo>
                  <a:lnTo>
                    <a:pt x="488" y="748"/>
                  </a:lnTo>
                  <a:lnTo>
                    <a:pt x="488" y="750"/>
                  </a:lnTo>
                  <a:lnTo>
                    <a:pt x="489" y="750"/>
                  </a:lnTo>
                  <a:lnTo>
                    <a:pt x="488" y="751"/>
                  </a:lnTo>
                  <a:lnTo>
                    <a:pt x="489" y="751"/>
                  </a:lnTo>
                  <a:lnTo>
                    <a:pt x="489" y="751"/>
                  </a:lnTo>
                  <a:lnTo>
                    <a:pt x="489" y="751"/>
                  </a:lnTo>
                  <a:lnTo>
                    <a:pt x="489" y="751"/>
                  </a:lnTo>
                  <a:lnTo>
                    <a:pt x="489" y="751"/>
                  </a:lnTo>
                  <a:lnTo>
                    <a:pt x="489" y="751"/>
                  </a:lnTo>
                  <a:lnTo>
                    <a:pt x="489" y="751"/>
                  </a:lnTo>
                  <a:lnTo>
                    <a:pt x="490" y="750"/>
                  </a:lnTo>
                  <a:lnTo>
                    <a:pt x="491" y="750"/>
                  </a:lnTo>
                  <a:lnTo>
                    <a:pt x="493" y="751"/>
                  </a:lnTo>
                  <a:lnTo>
                    <a:pt x="493" y="751"/>
                  </a:lnTo>
                  <a:lnTo>
                    <a:pt x="493" y="751"/>
                  </a:lnTo>
                  <a:lnTo>
                    <a:pt x="494" y="751"/>
                  </a:lnTo>
                  <a:lnTo>
                    <a:pt x="494" y="752"/>
                  </a:lnTo>
                  <a:lnTo>
                    <a:pt x="493" y="752"/>
                  </a:lnTo>
                  <a:lnTo>
                    <a:pt x="493" y="753"/>
                  </a:lnTo>
                  <a:lnTo>
                    <a:pt x="493" y="753"/>
                  </a:lnTo>
                  <a:lnTo>
                    <a:pt x="494" y="755"/>
                  </a:lnTo>
                  <a:lnTo>
                    <a:pt x="494" y="755"/>
                  </a:lnTo>
                  <a:lnTo>
                    <a:pt x="495" y="754"/>
                  </a:lnTo>
                  <a:lnTo>
                    <a:pt x="496" y="755"/>
                  </a:lnTo>
                  <a:lnTo>
                    <a:pt x="497" y="755"/>
                  </a:lnTo>
                  <a:lnTo>
                    <a:pt x="498" y="755"/>
                  </a:lnTo>
                  <a:lnTo>
                    <a:pt x="498" y="756"/>
                  </a:lnTo>
                  <a:lnTo>
                    <a:pt x="498" y="756"/>
                  </a:lnTo>
                  <a:lnTo>
                    <a:pt x="498" y="756"/>
                  </a:lnTo>
                  <a:lnTo>
                    <a:pt x="499" y="756"/>
                  </a:lnTo>
                  <a:lnTo>
                    <a:pt x="500" y="756"/>
                  </a:lnTo>
                  <a:lnTo>
                    <a:pt x="500" y="756"/>
                  </a:lnTo>
                  <a:lnTo>
                    <a:pt x="501" y="756"/>
                  </a:lnTo>
                  <a:lnTo>
                    <a:pt x="502" y="756"/>
                  </a:lnTo>
                  <a:lnTo>
                    <a:pt x="502" y="756"/>
                  </a:lnTo>
                  <a:lnTo>
                    <a:pt x="502" y="756"/>
                  </a:lnTo>
                  <a:lnTo>
                    <a:pt x="502" y="756"/>
                  </a:lnTo>
                  <a:lnTo>
                    <a:pt x="502" y="756"/>
                  </a:lnTo>
                  <a:lnTo>
                    <a:pt x="502" y="757"/>
                  </a:lnTo>
                  <a:lnTo>
                    <a:pt x="502" y="757"/>
                  </a:lnTo>
                  <a:lnTo>
                    <a:pt x="502" y="757"/>
                  </a:lnTo>
                  <a:lnTo>
                    <a:pt x="502" y="757"/>
                  </a:lnTo>
                  <a:lnTo>
                    <a:pt x="502" y="758"/>
                  </a:lnTo>
                  <a:lnTo>
                    <a:pt x="502" y="758"/>
                  </a:lnTo>
                  <a:lnTo>
                    <a:pt x="502" y="759"/>
                  </a:lnTo>
                  <a:lnTo>
                    <a:pt x="502" y="759"/>
                  </a:lnTo>
                  <a:lnTo>
                    <a:pt x="502" y="759"/>
                  </a:lnTo>
                  <a:lnTo>
                    <a:pt x="503" y="760"/>
                  </a:lnTo>
                  <a:lnTo>
                    <a:pt x="503" y="762"/>
                  </a:lnTo>
                  <a:lnTo>
                    <a:pt x="502" y="762"/>
                  </a:lnTo>
                  <a:lnTo>
                    <a:pt x="502" y="764"/>
                  </a:lnTo>
                  <a:lnTo>
                    <a:pt x="501" y="764"/>
                  </a:lnTo>
                  <a:lnTo>
                    <a:pt x="501" y="764"/>
                  </a:lnTo>
                  <a:lnTo>
                    <a:pt x="500" y="764"/>
                  </a:lnTo>
                  <a:lnTo>
                    <a:pt x="500" y="764"/>
                  </a:lnTo>
                  <a:lnTo>
                    <a:pt x="499" y="765"/>
                  </a:lnTo>
                  <a:lnTo>
                    <a:pt x="499" y="766"/>
                  </a:lnTo>
                  <a:lnTo>
                    <a:pt x="499" y="766"/>
                  </a:lnTo>
                  <a:lnTo>
                    <a:pt x="498" y="766"/>
                  </a:lnTo>
                  <a:lnTo>
                    <a:pt x="499" y="766"/>
                  </a:lnTo>
                  <a:lnTo>
                    <a:pt x="499" y="767"/>
                  </a:lnTo>
                  <a:lnTo>
                    <a:pt x="498" y="767"/>
                  </a:lnTo>
                  <a:lnTo>
                    <a:pt x="498" y="767"/>
                  </a:lnTo>
                  <a:lnTo>
                    <a:pt x="498" y="767"/>
                  </a:lnTo>
                  <a:lnTo>
                    <a:pt x="497" y="768"/>
                  </a:lnTo>
                  <a:lnTo>
                    <a:pt x="498" y="768"/>
                  </a:lnTo>
                  <a:lnTo>
                    <a:pt x="498" y="769"/>
                  </a:lnTo>
                  <a:lnTo>
                    <a:pt x="498" y="769"/>
                  </a:lnTo>
                  <a:lnTo>
                    <a:pt x="498" y="769"/>
                  </a:lnTo>
                  <a:lnTo>
                    <a:pt x="497" y="770"/>
                  </a:lnTo>
                  <a:lnTo>
                    <a:pt x="496" y="770"/>
                  </a:lnTo>
                  <a:lnTo>
                    <a:pt x="496" y="771"/>
                  </a:lnTo>
                  <a:lnTo>
                    <a:pt x="496" y="771"/>
                  </a:lnTo>
                  <a:lnTo>
                    <a:pt x="495" y="772"/>
                  </a:lnTo>
                  <a:lnTo>
                    <a:pt x="495" y="772"/>
                  </a:lnTo>
                  <a:lnTo>
                    <a:pt x="494" y="773"/>
                  </a:lnTo>
                  <a:lnTo>
                    <a:pt x="493" y="773"/>
                  </a:lnTo>
                  <a:lnTo>
                    <a:pt x="493" y="774"/>
                  </a:lnTo>
                  <a:lnTo>
                    <a:pt x="492" y="776"/>
                  </a:lnTo>
                  <a:lnTo>
                    <a:pt x="492" y="777"/>
                  </a:lnTo>
                  <a:lnTo>
                    <a:pt x="492" y="777"/>
                  </a:lnTo>
                  <a:lnTo>
                    <a:pt x="491" y="777"/>
                  </a:lnTo>
                  <a:lnTo>
                    <a:pt x="492" y="777"/>
                  </a:lnTo>
                  <a:lnTo>
                    <a:pt x="490" y="779"/>
                  </a:lnTo>
                  <a:lnTo>
                    <a:pt x="490" y="780"/>
                  </a:lnTo>
                  <a:lnTo>
                    <a:pt x="489" y="781"/>
                  </a:lnTo>
                  <a:lnTo>
                    <a:pt x="489" y="782"/>
                  </a:lnTo>
                  <a:lnTo>
                    <a:pt x="489" y="782"/>
                  </a:lnTo>
                  <a:lnTo>
                    <a:pt x="489" y="782"/>
                  </a:lnTo>
                  <a:lnTo>
                    <a:pt x="488" y="785"/>
                  </a:lnTo>
                  <a:lnTo>
                    <a:pt x="488" y="786"/>
                  </a:lnTo>
                  <a:lnTo>
                    <a:pt x="487" y="786"/>
                  </a:lnTo>
                  <a:lnTo>
                    <a:pt x="487" y="786"/>
                  </a:lnTo>
                  <a:lnTo>
                    <a:pt x="487" y="786"/>
                  </a:lnTo>
                  <a:lnTo>
                    <a:pt x="486" y="786"/>
                  </a:lnTo>
                  <a:lnTo>
                    <a:pt x="487" y="788"/>
                  </a:lnTo>
                  <a:lnTo>
                    <a:pt x="488" y="788"/>
                  </a:lnTo>
                  <a:lnTo>
                    <a:pt x="488" y="789"/>
                  </a:lnTo>
                  <a:lnTo>
                    <a:pt x="489" y="789"/>
                  </a:lnTo>
                  <a:lnTo>
                    <a:pt x="489" y="789"/>
                  </a:lnTo>
                  <a:lnTo>
                    <a:pt x="489" y="788"/>
                  </a:lnTo>
                  <a:lnTo>
                    <a:pt x="490" y="787"/>
                  </a:lnTo>
                  <a:lnTo>
                    <a:pt x="490" y="786"/>
                  </a:lnTo>
                  <a:lnTo>
                    <a:pt x="490" y="786"/>
                  </a:lnTo>
                  <a:lnTo>
                    <a:pt x="490" y="786"/>
                  </a:lnTo>
                  <a:lnTo>
                    <a:pt x="491" y="784"/>
                  </a:lnTo>
                  <a:lnTo>
                    <a:pt x="491" y="784"/>
                  </a:lnTo>
                  <a:lnTo>
                    <a:pt x="493" y="784"/>
                  </a:lnTo>
                  <a:lnTo>
                    <a:pt x="493" y="783"/>
                  </a:lnTo>
                  <a:lnTo>
                    <a:pt x="493" y="783"/>
                  </a:lnTo>
                  <a:lnTo>
                    <a:pt x="495" y="782"/>
                  </a:lnTo>
                  <a:lnTo>
                    <a:pt x="495" y="782"/>
                  </a:lnTo>
                  <a:lnTo>
                    <a:pt x="496" y="779"/>
                  </a:lnTo>
                  <a:lnTo>
                    <a:pt x="497" y="779"/>
                  </a:lnTo>
                  <a:lnTo>
                    <a:pt x="497" y="779"/>
                  </a:lnTo>
                  <a:lnTo>
                    <a:pt x="497" y="779"/>
                  </a:lnTo>
                  <a:lnTo>
                    <a:pt x="498" y="777"/>
                  </a:lnTo>
                  <a:lnTo>
                    <a:pt x="500" y="777"/>
                  </a:lnTo>
                  <a:lnTo>
                    <a:pt x="501" y="777"/>
                  </a:lnTo>
                  <a:lnTo>
                    <a:pt x="501" y="777"/>
                  </a:lnTo>
                  <a:lnTo>
                    <a:pt x="502" y="776"/>
                  </a:lnTo>
                  <a:lnTo>
                    <a:pt x="501" y="775"/>
                  </a:lnTo>
                  <a:lnTo>
                    <a:pt x="502" y="774"/>
                  </a:lnTo>
                  <a:lnTo>
                    <a:pt x="502" y="773"/>
                  </a:lnTo>
                  <a:lnTo>
                    <a:pt x="501" y="773"/>
                  </a:lnTo>
                  <a:lnTo>
                    <a:pt x="500" y="773"/>
                  </a:lnTo>
                  <a:lnTo>
                    <a:pt x="500" y="773"/>
                  </a:lnTo>
                  <a:lnTo>
                    <a:pt x="501" y="773"/>
                  </a:lnTo>
                  <a:lnTo>
                    <a:pt x="502" y="773"/>
                  </a:lnTo>
                  <a:lnTo>
                    <a:pt x="502" y="772"/>
                  </a:lnTo>
                  <a:lnTo>
                    <a:pt x="502" y="771"/>
                  </a:lnTo>
                  <a:lnTo>
                    <a:pt x="502" y="770"/>
                  </a:lnTo>
                  <a:lnTo>
                    <a:pt x="502" y="769"/>
                  </a:lnTo>
                  <a:lnTo>
                    <a:pt x="503" y="768"/>
                  </a:lnTo>
                  <a:lnTo>
                    <a:pt x="503" y="768"/>
                  </a:lnTo>
                  <a:lnTo>
                    <a:pt x="503" y="767"/>
                  </a:lnTo>
                  <a:lnTo>
                    <a:pt x="504" y="766"/>
                  </a:lnTo>
                  <a:lnTo>
                    <a:pt x="505" y="765"/>
                  </a:lnTo>
                  <a:lnTo>
                    <a:pt x="505" y="765"/>
                  </a:lnTo>
                  <a:lnTo>
                    <a:pt x="506" y="765"/>
                  </a:lnTo>
                  <a:lnTo>
                    <a:pt x="506" y="765"/>
                  </a:lnTo>
                  <a:lnTo>
                    <a:pt x="507" y="765"/>
                  </a:lnTo>
                  <a:lnTo>
                    <a:pt x="507" y="764"/>
                  </a:lnTo>
                  <a:lnTo>
                    <a:pt x="509" y="764"/>
                  </a:lnTo>
                  <a:lnTo>
                    <a:pt x="509" y="765"/>
                  </a:lnTo>
                  <a:lnTo>
                    <a:pt x="509" y="765"/>
                  </a:lnTo>
                  <a:lnTo>
                    <a:pt x="510" y="765"/>
                  </a:lnTo>
                  <a:lnTo>
                    <a:pt x="510" y="764"/>
                  </a:lnTo>
                  <a:lnTo>
                    <a:pt x="510" y="764"/>
                  </a:lnTo>
                  <a:lnTo>
                    <a:pt x="511" y="764"/>
                  </a:lnTo>
                  <a:lnTo>
                    <a:pt x="511" y="762"/>
                  </a:lnTo>
                  <a:lnTo>
                    <a:pt x="512" y="761"/>
                  </a:lnTo>
                  <a:lnTo>
                    <a:pt x="512" y="760"/>
                  </a:lnTo>
                  <a:lnTo>
                    <a:pt x="513" y="760"/>
                  </a:lnTo>
                  <a:lnTo>
                    <a:pt x="512" y="757"/>
                  </a:lnTo>
                  <a:lnTo>
                    <a:pt x="511" y="756"/>
                  </a:lnTo>
                  <a:lnTo>
                    <a:pt x="511" y="756"/>
                  </a:lnTo>
                  <a:lnTo>
                    <a:pt x="511" y="756"/>
                  </a:lnTo>
                  <a:lnTo>
                    <a:pt x="511" y="755"/>
                  </a:lnTo>
                  <a:lnTo>
                    <a:pt x="512" y="753"/>
                  </a:lnTo>
                  <a:lnTo>
                    <a:pt x="512" y="753"/>
                  </a:lnTo>
                  <a:lnTo>
                    <a:pt x="512" y="752"/>
                  </a:lnTo>
                  <a:lnTo>
                    <a:pt x="512" y="752"/>
                  </a:lnTo>
                  <a:lnTo>
                    <a:pt x="512" y="751"/>
                  </a:lnTo>
                  <a:lnTo>
                    <a:pt x="512" y="751"/>
                  </a:lnTo>
                  <a:lnTo>
                    <a:pt x="512" y="751"/>
                  </a:lnTo>
                  <a:lnTo>
                    <a:pt x="512" y="750"/>
                  </a:lnTo>
                  <a:lnTo>
                    <a:pt x="513" y="749"/>
                  </a:lnTo>
                  <a:lnTo>
                    <a:pt x="513" y="748"/>
                  </a:lnTo>
                  <a:lnTo>
                    <a:pt x="514" y="748"/>
                  </a:lnTo>
                  <a:lnTo>
                    <a:pt x="514" y="747"/>
                  </a:lnTo>
                  <a:lnTo>
                    <a:pt x="515" y="747"/>
                  </a:lnTo>
                  <a:lnTo>
                    <a:pt x="515" y="747"/>
                  </a:lnTo>
                  <a:lnTo>
                    <a:pt x="515" y="747"/>
                  </a:lnTo>
                  <a:lnTo>
                    <a:pt x="515" y="747"/>
                  </a:lnTo>
                  <a:lnTo>
                    <a:pt x="515" y="747"/>
                  </a:lnTo>
                  <a:lnTo>
                    <a:pt x="516" y="747"/>
                  </a:lnTo>
                  <a:lnTo>
                    <a:pt x="516" y="747"/>
                  </a:lnTo>
                  <a:lnTo>
                    <a:pt x="516" y="747"/>
                  </a:lnTo>
                  <a:lnTo>
                    <a:pt x="517" y="748"/>
                  </a:lnTo>
                  <a:lnTo>
                    <a:pt x="517" y="747"/>
                  </a:lnTo>
                  <a:lnTo>
                    <a:pt x="518" y="747"/>
                  </a:lnTo>
                  <a:lnTo>
                    <a:pt x="519" y="747"/>
                  </a:lnTo>
                  <a:lnTo>
                    <a:pt x="519" y="747"/>
                  </a:lnTo>
                  <a:lnTo>
                    <a:pt x="519" y="747"/>
                  </a:lnTo>
                  <a:lnTo>
                    <a:pt x="519" y="747"/>
                  </a:lnTo>
                  <a:lnTo>
                    <a:pt x="519" y="747"/>
                  </a:lnTo>
                  <a:lnTo>
                    <a:pt x="519" y="747"/>
                  </a:lnTo>
                  <a:lnTo>
                    <a:pt x="520" y="747"/>
                  </a:lnTo>
                  <a:lnTo>
                    <a:pt x="521" y="747"/>
                  </a:lnTo>
                  <a:lnTo>
                    <a:pt x="521" y="747"/>
                  </a:lnTo>
                  <a:lnTo>
                    <a:pt x="522" y="747"/>
                  </a:lnTo>
                  <a:lnTo>
                    <a:pt x="523" y="747"/>
                  </a:lnTo>
                  <a:lnTo>
                    <a:pt x="523" y="747"/>
                  </a:lnTo>
                  <a:lnTo>
                    <a:pt x="523" y="747"/>
                  </a:lnTo>
                  <a:lnTo>
                    <a:pt x="523" y="747"/>
                  </a:lnTo>
                  <a:lnTo>
                    <a:pt x="523" y="747"/>
                  </a:lnTo>
                  <a:lnTo>
                    <a:pt x="524" y="747"/>
                  </a:lnTo>
                  <a:lnTo>
                    <a:pt x="524" y="747"/>
                  </a:lnTo>
                  <a:lnTo>
                    <a:pt x="524" y="747"/>
                  </a:lnTo>
                  <a:lnTo>
                    <a:pt x="525" y="747"/>
                  </a:lnTo>
                  <a:lnTo>
                    <a:pt x="526" y="747"/>
                  </a:lnTo>
                  <a:lnTo>
                    <a:pt x="528" y="748"/>
                  </a:lnTo>
                  <a:lnTo>
                    <a:pt x="528" y="748"/>
                  </a:lnTo>
                  <a:lnTo>
                    <a:pt x="529" y="748"/>
                  </a:lnTo>
                  <a:lnTo>
                    <a:pt x="529" y="749"/>
                  </a:lnTo>
                  <a:lnTo>
                    <a:pt x="530" y="749"/>
                  </a:lnTo>
                  <a:lnTo>
                    <a:pt x="530" y="751"/>
                  </a:lnTo>
                  <a:lnTo>
                    <a:pt x="531" y="751"/>
                  </a:lnTo>
                  <a:lnTo>
                    <a:pt x="531" y="751"/>
                  </a:lnTo>
                  <a:lnTo>
                    <a:pt x="532" y="751"/>
                  </a:lnTo>
                  <a:lnTo>
                    <a:pt x="532" y="752"/>
                  </a:lnTo>
                  <a:lnTo>
                    <a:pt x="533" y="752"/>
                  </a:lnTo>
                  <a:lnTo>
                    <a:pt x="533" y="751"/>
                  </a:lnTo>
                  <a:lnTo>
                    <a:pt x="534" y="752"/>
                  </a:lnTo>
                  <a:lnTo>
                    <a:pt x="536" y="753"/>
                  </a:lnTo>
                  <a:lnTo>
                    <a:pt x="536" y="754"/>
                  </a:lnTo>
                  <a:lnTo>
                    <a:pt x="536" y="755"/>
                  </a:lnTo>
                  <a:lnTo>
                    <a:pt x="536" y="756"/>
                  </a:lnTo>
                  <a:lnTo>
                    <a:pt x="536" y="757"/>
                  </a:lnTo>
                  <a:lnTo>
                    <a:pt x="536" y="757"/>
                  </a:lnTo>
                  <a:lnTo>
                    <a:pt x="536" y="756"/>
                  </a:lnTo>
                  <a:lnTo>
                    <a:pt x="536" y="756"/>
                  </a:lnTo>
                  <a:lnTo>
                    <a:pt x="537" y="755"/>
                  </a:lnTo>
                  <a:lnTo>
                    <a:pt x="537" y="756"/>
                  </a:lnTo>
                  <a:lnTo>
                    <a:pt x="538" y="756"/>
                  </a:lnTo>
                  <a:lnTo>
                    <a:pt x="538" y="756"/>
                  </a:lnTo>
                  <a:lnTo>
                    <a:pt x="537" y="755"/>
                  </a:lnTo>
                  <a:lnTo>
                    <a:pt x="538" y="755"/>
                  </a:lnTo>
                  <a:lnTo>
                    <a:pt x="539" y="755"/>
                  </a:lnTo>
                  <a:lnTo>
                    <a:pt x="539" y="755"/>
                  </a:lnTo>
                  <a:lnTo>
                    <a:pt x="540" y="756"/>
                  </a:lnTo>
                  <a:lnTo>
                    <a:pt x="540" y="756"/>
                  </a:lnTo>
                  <a:lnTo>
                    <a:pt x="541" y="756"/>
                  </a:lnTo>
                  <a:lnTo>
                    <a:pt x="541" y="756"/>
                  </a:lnTo>
                  <a:lnTo>
                    <a:pt x="541" y="756"/>
                  </a:lnTo>
                  <a:lnTo>
                    <a:pt x="541" y="757"/>
                  </a:lnTo>
                  <a:lnTo>
                    <a:pt x="541" y="757"/>
                  </a:lnTo>
                  <a:lnTo>
                    <a:pt x="541" y="758"/>
                  </a:lnTo>
                  <a:lnTo>
                    <a:pt x="541" y="760"/>
                  </a:lnTo>
                  <a:lnTo>
                    <a:pt x="541" y="760"/>
                  </a:lnTo>
                  <a:lnTo>
                    <a:pt x="541" y="760"/>
                  </a:lnTo>
                  <a:lnTo>
                    <a:pt x="541" y="761"/>
                  </a:lnTo>
                  <a:lnTo>
                    <a:pt x="541" y="761"/>
                  </a:lnTo>
                  <a:lnTo>
                    <a:pt x="541" y="762"/>
                  </a:lnTo>
                  <a:lnTo>
                    <a:pt x="540" y="762"/>
                  </a:lnTo>
                  <a:lnTo>
                    <a:pt x="540" y="763"/>
                  </a:lnTo>
                  <a:lnTo>
                    <a:pt x="541" y="764"/>
                  </a:lnTo>
                  <a:lnTo>
                    <a:pt x="541" y="764"/>
                  </a:lnTo>
                  <a:lnTo>
                    <a:pt x="541" y="764"/>
                  </a:lnTo>
                  <a:lnTo>
                    <a:pt x="541" y="764"/>
                  </a:lnTo>
                  <a:lnTo>
                    <a:pt x="541" y="764"/>
                  </a:lnTo>
                  <a:lnTo>
                    <a:pt x="541" y="764"/>
                  </a:lnTo>
                  <a:lnTo>
                    <a:pt x="543" y="764"/>
                  </a:lnTo>
                  <a:lnTo>
                    <a:pt x="543" y="764"/>
                  </a:lnTo>
                  <a:lnTo>
                    <a:pt x="543" y="764"/>
                  </a:lnTo>
                  <a:lnTo>
                    <a:pt x="544" y="765"/>
                  </a:lnTo>
                  <a:lnTo>
                    <a:pt x="543" y="766"/>
                  </a:lnTo>
                  <a:lnTo>
                    <a:pt x="543" y="766"/>
                  </a:lnTo>
                  <a:lnTo>
                    <a:pt x="542" y="767"/>
                  </a:lnTo>
                  <a:lnTo>
                    <a:pt x="542" y="767"/>
                  </a:lnTo>
                  <a:lnTo>
                    <a:pt x="541" y="769"/>
                  </a:lnTo>
                  <a:lnTo>
                    <a:pt x="541" y="769"/>
                  </a:lnTo>
                  <a:lnTo>
                    <a:pt x="541" y="769"/>
                  </a:lnTo>
                  <a:lnTo>
                    <a:pt x="541" y="769"/>
                  </a:lnTo>
                  <a:lnTo>
                    <a:pt x="541" y="768"/>
                  </a:lnTo>
                  <a:lnTo>
                    <a:pt x="541" y="769"/>
                  </a:lnTo>
                  <a:lnTo>
                    <a:pt x="541" y="769"/>
                  </a:lnTo>
                  <a:lnTo>
                    <a:pt x="541" y="769"/>
                  </a:lnTo>
                  <a:lnTo>
                    <a:pt x="541" y="769"/>
                  </a:lnTo>
                  <a:lnTo>
                    <a:pt x="539" y="770"/>
                  </a:lnTo>
                  <a:lnTo>
                    <a:pt x="538" y="771"/>
                  </a:lnTo>
                  <a:lnTo>
                    <a:pt x="537" y="772"/>
                  </a:lnTo>
                  <a:lnTo>
                    <a:pt x="537" y="773"/>
                  </a:lnTo>
                  <a:lnTo>
                    <a:pt x="536" y="773"/>
                  </a:lnTo>
                  <a:lnTo>
                    <a:pt x="536" y="773"/>
                  </a:lnTo>
                  <a:lnTo>
                    <a:pt x="536" y="774"/>
                  </a:lnTo>
                  <a:lnTo>
                    <a:pt x="536" y="774"/>
                  </a:lnTo>
                  <a:lnTo>
                    <a:pt x="536" y="775"/>
                  </a:lnTo>
                  <a:lnTo>
                    <a:pt x="536" y="776"/>
                  </a:lnTo>
                  <a:lnTo>
                    <a:pt x="536" y="777"/>
                  </a:lnTo>
                  <a:lnTo>
                    <a:pt x="536" y="777"/>
                  </a:lnTo>
                  <a:lnTo>
                    <a:pt x="536" y="778"/>
                  </a:lnTo>
                  <a:lnTo>
                    <a:pt x="535" y="779"/>
                  </a:lnTo>
                  <a:lnTo>
                    <a:pt x="535" y="779"/>
                  </a:lnTo>
                  <a:lnTo>
                    <a:pt x="535" y="780"/>
                  </a:lnTo>
                  <a:lnTo>
                    <a:pt x="534" y="782"/>
                  </a:lnTo>
                  <a:lnTo>
                    <a:pt x="534" y="782"/>
                  </a:lnTo>
                  <a:lnTo>
                    <a:pt x="534" y="782"/>
                  </a:lnTo>
                  <a:lnTo>
                    <a:pt x="534" y="783"/>
                  </a:lnTo>
                  <a:lnTo>
                    <a:pt x="534" y="783"/>
                  </a:lnTo>
                  <a:lnTo>
                    <a:pt x="534" y="786"/>
                  </a:lnTo>
                  <a:lnTo>
                    <a:pt x="534" y="786"/>
                  </a:lnTo>
                  <a:lnTo>
                    <a:pt x="533" y="786"/>
                  </a:lnTo>
                  <a:lnTo>
                    <a:pt x="533" y="786"/>
                  </a:lnTo>
                  <a:lnTo>
                    <a:pt x="532" y="787"/>
                  </a:lnTo>
                  <a:lnTo>
                    <a:pt x="532" y="787"/>
                  </a:lnTo>
                  <a:lnTo>
                    <a:pt x="532" y="788"/>
                  </a:lnTo>
                  <a:lnTo>
                    <a:pt x="532" y="789"/>
                  </a:lnTo>
                  <a:lnTo>
                    <a:pt x="532" y="790"/>
                  </a:lnTo>
                  <a:lnTo>
                    <a:pt x="532" y="790"/>
                  </a:lnTo>
                  <a:lnTo>
                    <a:pt x="532" y="790"/>
                  </a:lnTo>
                  <a:lnTo>
                    <a:pt x="532" y="790"/>
                  </a:lnTo>
                  <a:lnTo>
                    <a:pt x="533" y="789"/>
                  </a:lnTo>
                  <a:lnTo>
                    <a:pt x="533" y="789"/>
                  </a:lnTo>
                  <a:lnTo>
                    <a:pt x="534" y="788"/>
                  </a:lnTo>
                  <a:lnTo>
                    <a:pt x="534" y="788"/>
                  </a:lnTo>
                  <a:lnTo>
                    <a:pt x="535" y="786"/>
                  </a:lnTo>
                  <a:lnTo>
                    <a:pt x="535" y="786"/>
                  </a:lnTo>
                  <a:lnTo>
                    <a:pt x="536" y="786"/>
                  </a:lnTo>
                  <a:lnTo>
                    <a:pt x="536" y="785"/>
                  </a:lnTo>
                  <a:lnTo>
                    <a:pt x="536" y="785"/>
                  </a:lnTo>
                  <a:lnTo>
                    <a:pt x="536" y="784"/>
                  </a:lnTo>
                  <a:lnTo>
                    <a:pt x="537" y="783"/>
                  </a:lnTo>
                  <a:lnTo>
                    <a:pt x="537" y="782"/>
                  </a:lnTo>
                  <a:lnTo>
                    <a:pt x="537" y="782"/>
                  </a:lnTo>
                  <a:lnTo>
                    <a:pt x="538" y="781"/>
                  </a:lnTo>
                  <a:lnTo>
                    <a:pt x="539" y="780"/>
                  </a:lnTo>
                  <a:lnTo>
                    <a:pt x="539" y="779"/>
                  </a:lnTo>
                  <a:lnTo>
                    <a:pt x="540" y="779"/>
                  </a:lnTo>
                  <a:lnTo>
                    <a:pt x="540" y="779"/>
                  </a:lnTo>
                  <a:lnTo>
                    <a:pt x="541" y="778"/>
                  </a:lnTo>
                  <a:lnTo>
                    <a:pt x="541" y="776"/>
                  </a:lnTo>
                  <a:lnTo>
                    <a:pt x="540" y="775"/>
                  </a:lnTo>
                  <a:lnTo>
                    <a:pt x="540" y="775"/>
                  </a:lnTo>
                  <a:lnTo>
                    <a:pt x="538" y="775"/>
                  </a:lnTo>
                  <a:lnTo>
                    <a:pt x="539" y="774"/>
                  </a:lnTo>
                  <a:lnTo>
                    <a:pt x="541" y="774"/>
                  </a:lnTo>
                  <a:lnTo>
                    <a:pt x="543" y="773"/>
                  </a:lnTo>
                  <a:lnTo>
                    <a:pt x="544" y="772"/>
                  </a:lnTo>
                  <a:lnTo>
                    <a:pt x="545" y="770"/>
                  </a:lnTo>
                  <a:lnTo>
                    <a:pt x="545" y="769"/>
                  </a:lnTo>
                  <a:lnTo>
                    <a:pt x="547" y="769"/>
                  </a:lnTo>
                  <a:lnTo>
                    <a:pt x="547" y="769"/>
                  </a:lnTo>
                  <a:lnTo>
                    <a:pt x="548" y="768"/>
                  </a:lnTo>
                  <a:lnTo>
                    <a:pt x="548" y="767"/>
                  </a:lnTo>
                  <a:lnTo>
                    <a:pt x="549" y="766"/>
                  </a:lnTo>
                  <a:lnTo>
                    <a:pt x="549" y="765"/>
                  </a:lnTo>
                  <a:lnTo>
                    <a:pt x="549" y="764"/>
                  </a:lnTo>
                  <a:lnTo>
                    <a:pt x="550" y="764"/>
                  </a:lnTo>
                  <a:lnTo>
                    <a:pt x="550" y="763"/>
                  </a:lnTo>
                  <a:lnTo>
                    <a:pt x="551" y="763"/>
                  </a:lnTo>
                  <a:lnTo>
                    <a:pt x="551" y="761"/>
                  </a:lnTo>
                  <a:lnTo>
                    <a:pt x="552" y="761"/>
                  </a:lnTo>
                  <a:lnTo>
                    <a:pt x="552" y="760"/>
                  </a:lnTo>
                  <a:lnTo>
                    <a:pt x="554" y="760"/>
                  </a:lnTo>
                  <a:lnTo>
                    <a:pt x="554" y="760"/>
                  </a:lnTo>
                  <a:lnTo>
                    <a:pt x="555" y="759"/>
                  </a:lnTo>
                  <a:lnTo>
                    <a:pt x="556" y="760"/>
                  </a:lnTo>
                  <a:lnTo>
                    <a:pt x="556" y="760"/>
                  </a:lnTo>
                  <a:lnTo>
                    <a:pt x="556" y="759"/>
                  </a:lnTo>
                  <a:lnTo>
                    <a:pt x="557" y="759"/>
                  </a:lnTo>
                  <a:lnTo>
                    <a:pt x="558" y="760"/>
                  </a:lnTo>
                  <a:lnTo>
                    <a:pt x="558" y="759"/>
                  </a:lnTo>
                  <a:lnTo>
                    <a:pt x="559" y="759"/>
                  </a:lnTo>
                  <a:lnTo>
                    <a:pt x="561" y="758"/>
                  </a:lnTo>
                  <a:lnTo>
                    <a:pt x="561" y="758"/>
                  </a:lnTo>
                  <a:lnTo>
                    <a:pt x="562" y="759"/>
                  </a:lnTo>
                  <a:lnTo>
                    <a:pt x="563" y="760"/>
                  </a:lnTo>
                  <a:lnTo>
                    <a:pt x="565" y="760"/>
                  </a:lnTo>
                  <a:lnTo>
                    <a:pt x="565" y="760"/>
                  </a:lnTo>
                  <a:lnTo>
                    <a:pt x="565" y="760"/>
                  </a:lnTo>
                  <a:lnTo>
                    <a:pt x="566" y="760"/>
                  </a:lnTo>
                  <a:lnTo>
                    <a:pt x="566" y="760"/>
                  </a:lnTo>
                  <a:lnTo>
                    <a:pt x="567" y="760"/>
                  </a:lnTo>
                  <a:lnTo>
                    <a:pt x="567" y="761"/>
                  </a:lnTo>
                  <a:lnTo>
                    <a:pt x="568" y="762"/>
                  </a:lnTo>
                  <a:lnTo>
                    <a:pt x="568" y="762"/>
                  </a:lnTo>
                  <a:lnTo>
                    <a:pt x="568" y="763"/>
                  </a:lnTo>
                  <a:lnTo>
                    <a:pt x="568" y="763"/>
                  </a:lnTo>
                  <a:lnTo>
                    <a:pt x="567" y="764"/>
                  </a:lnTo>
                  <a:lnTo>
                    <a:pt x="567" y="764"/>
                  </a:lnTo>
                  <a:lnTo>
                    <a:pt x="567" y="764"/>
                  </a:lnTo>
                  <a:lnTo>
                    <a:pt x="567" y="764"/>
                  </a:lnTo>
                  <a:lnTo>
                    <a:pt x="567" y="764"/>
                  </a:lnTo>
                  <a:lnTo>
                    <a:pt x="567" y="764"/>
                  </a:lnTo>
                  <a:lnTo>
                    <a:pt x="567" y="765"/>
                  </a:lnTo>
                  <a:lnTo>
                    <a:pt x="568" y="765"/>
                  </a:lnTo>
                  <a:lnTo>
                    <a:pt x="568" y="764"/>
                  </a:lnTo>
                  <a:lnTo>
                    <a:pt x="569" y="764"/>
                  </a:lnTo>
                  <a:lnTo>
                    <a:pt x="571" y="764"/>
                  </a:lnTo>
                  <a:lnTo>
                    <a:pt x="571" y="764"/>
                  </a:lnTo>
                  <a:lnTo>
                    <a:pt x="571" y="764"/>
                  </a:lnTo>
                  <a:lnTo>
                    <a:pt x="571" y="765"/>
                  </a:lnTo>
                  <a:lnTo>
                    <a:pt x="572" y="765"/>
                  </a:lnTo>
                  <a:lnTo>
                    <a:pt x="573" y="765"/>
                  </a:lnTo>
                  <a:lnTo>
                    <a:pt x="573" y="765"/>
                  </a:lnTo>
                  <a:lnTo>
                    <a:pt x="573" y="764"/>
                  </a:lnTo>
                  <a:lnTo>
                    <a:pt x="572" y="764"/>
                  </a:lnTo>
                  <a:lnTo>
                    <a:pt x="572" y="764"/>
                  </a:lnTo>
                  <a:lnTo>
                    <a:pt x="572" y="764"/>
                  </a:lnTo>
                  <a:lnTo>
                    <a:pt x="571" y="762"/>
                  </a:lnTo>
                  <a:lnTo>
                    <a:pt x="571" y="762"/>
                  </a:lnTo>
                  <a:lnTo>
                    <a:pt x="571" y="762"/>
                  </a:lnTo>
                  <a:lnTo>
                    <a:pt x="571" y="761"/>
                  </a:lnTo>
                  <a:lnTo>
                    <a:pt x="571" y="760"/>
                  </a:lnTo>
                  <a:lnTo>
                    <a:pt x="571" y="760"/>
                  </a:lnTo>
                  <a:lnTo>
                    <a:pt x="573" y="760"/>
                  </a:lnTo>
                  <a:lnTo>
                    <a:pt x="574" y="761"/>
                  </a:lnTo>
                  <a:lnTo>
                    <a:pt x="574" y="761"/>
                  </a:lnTo>
                  <a:lnTo>
                    <a:pt x="575" y="762"/>
                  </a:lnTo>
                  <a:lnTo>
                    <a:pt x="575" y="762"/>
                  </a:lnTo>
                  <a:lnTo>
                    <a:pt x="576" y="762"/>
                  </a:lnTo>
                  <a:lnTo>
                    <a:pt x="576" y="763"/>
                  </a:lnTo>
                  <a:lnTo>
                    <a:pt x="577" y="762"/>
                  </a:lnTo>
                  <a:lnTo>
                    <a:pt x="575" y="761"/>
                  </a:lnTo>
                  <a:lnTo>
                    <a:pt x="575" y="760"/>
                  </a:lnTo>
                  <a:lnTo>
                    <a:pt x="575" y="760"/>
                  </a:lnTo>
                  <a:lnTo>
                    <a:pt x="575" y="760"/>
                  </a:lnTo>
                  <a:lnTo>
                    <a:pt x="576" y="760"/>
                  </a:lnTo>
                  <a:lnTo>
                    <a:pt x="576" y="758"/>
                  </a:lnTo>
                  <a:lnTo>
                    <a:pt x="576" y="758"/>
                  </a:lnTo>
                  <a:lnTo>
                    <a:pt x="576" y="756"/>
                  </a:lnTo>
                  <a:lnTo>
                    <a:pt x="576" y="756"/>
                  </a:lnTo>
                  <a:lnTo>
                    <a:pt x="577" y="756"/>
                  </a:lnTo>
                  <a:lnTo>
                    <a:pt x="579" y="756"/>
                  </a:lnTo>
                  <a:lnTo>
                    <a:pt x="579" y="756"/>
                  </a:lnTo>
                  <a:lnTo>
                    <a:pt x="579" y="756"/>
                  </a:lnTo>
                  <a:lnTo>
                    <a:pt x="580" y="757"/>
                  </a:lnTo>
                  <a:lnTo>
                    <a:pt x="580" y="757"/>
                  </a:lnTo>
                  <a:lnTo>
                    <a:pt x="581" y="757"/>
                  </a:lnTo>
                  <a:lnTo>
                    <a:pt x="581" y="758"/>
                  </a:lnTo>
                  <a:lnTo>
                    <a:pt x="582" y="759"/>
                  </a:lnTo>
                  <a:lnTo>
                    <a:pt x="582" y="759"/>
                  </a:lnTo>
                  <a:lnTo>
                    <a:pt x="582" y="758"/>
                  </a:lnTo>
                  <a:lnTo>
                    <a:pt x="584" y="758"/>
                  </a:lnTo>
                  <a:lnTo>
                    <a:pt x="584" y="756"/>
                  </a:lnTo>
                  <a:lnTo>
                    <a:pt x="584" y="756"/>
                  </a:lnTo>
                  <a:lnTo>
                    <a:pt x="585" y="757"/>
                  </a:lnTo>
                  <a:lnTo>
                    <a:pt x="585" y="756"/>
                  </a:lnTo>
                  <a:lnTo>
                    <a:pt x="585" y="756"/>
                  </a:lnTo>
                  <a:lnTo>
                    <a:pt x="585" y="756"/>
                  </a:lnTo>
                  <a:lnTo>
                    <a:pt x="585" y="756"/>
                  </a:lnTo>
                  <a:lnTo>
                    <a:pt x="585" y="755"/>
                  </a:lnTo>
                  <a:lnTo>
                    <a:pt x="586" y="753"/>
                  </a:lnTo>
                  <a:lnTo>
                    <a:pt x="586" y="752"/>
                  </a:lnTo>
                  <a:lnTo>
                    <a:pt x="586" y="752"/>
                  </a:lnTo>
                  <a:lnTo>
                    <a:pt x="587" y="752"/>
                  </a:lnTo>
                  <a:lnTo>
                    <a:pt x="587" y="751"/>
                  </a:lnTo>
                  <a:lnTo>
                    <a:pt x="588" y="751"/>
                  </a:lnTo>
                  <a:lnTo>
                    <a:pt x="588" y="751"/>
                  </a:lnTo>
                  <a:lnTo>
                    <a:pt x="588" y="751"/>
                  </a:lnTo>
                  <a:lnTo>
                    <a:pt x="589" y="752"/>
                  </a:lnTo>
                  <a:lnTo>
                    <a:pt x="590" y="751"/>
                  </a:lnTo>
                  <a:lnTo>
                    <a:pt x="590" y="751"/>
                  </a:lnTo>
                  <a:lnTo>
                    <a:pt x="590" y="750"/>
                  </a:lnTo>
                  <a:lnTo>
                    <a:pt x="591" y="750"/>
                  </a:lnTo>
                  <a:lnTo>
                    <a:pt x="592" y="751"/>
                  </a:lnTo>
                  <a:lnTo>
                    <a:pt x="592" y="750"/>
                  </a:lnTo>
                  <a:lnTo>
                    <a:pt x="593" y="750"/>
                  </a:lnTo>
                  <a:lnTo>
                    <a:pt x="593" y="751"/>
                  </a:lnTo>
                  <a:lnTo>
                    <a:pt x="593" y="751"/>
                  </a:lnTo>
                  <a:lnTo>
                    <a:pt x="593" y="752"/>
                  </a:lnTo>
                  <a:lnTo>
                    <a:pt x="593" y="753"/>
                  </a:lnTo>
                  <a:lnTo>
                    <a:pt x="593" y="752"/>
                  </a:lnTo>
                  <a:lnTo>
                    <a:pt x="593" y="751"/>
                  </a:lnTo>
                  <a:lnTo>
                    <a:pt x="594" y="751"/>
                  </a:lnTo>
                  <a:lnTo>
                    <a:pt x="594" y="752"/>
                  </a:lnTo>
                  <a:lnTo>
                    <a:pt x="595" y="752"/>
                  </a:lnTo>
                  <a:lnTo>
                    <a:pt x="596" y="754"/>
                  </a:lnTo>
                  <a:lnTo>
                    <a:pt x="597" y="754"/>
                  </a:lnTo>
                  <a:lnTo>
                    <a:pt x="597" y="753"/>
                  </a:lnTo>
                  <a:lnTo>
                    <a:pt x="597" y="753"/>
                  </a:lnTo>
                  <a:lnTo>
                    <a:pt x="597" y="753"/>
                  </a:lnTo>
                  <a:lnTo>
                    <a:pt x="597" y="752"/>
                  </a:lnTo>
                  <a:lnTo>
                    <a:pt x="597" y="752"/>
                  </a:lnTo>
                  <a:lnTo>
                    <a:pt x="597" y="753"/>
                  </a:lnTo>
                  <a:lnTo>
                    <a:pt x="597" y="753"/>
                  </a:lnTo>
                  <a:lnTo>
                    <a:pt x="598" y="756"/>
                  </a:lnTo>
                  <a:lnTo>
                    <a:pt x="600" y="756"/>
                  </a:lnTo>
                  <a:lnTo>
                    <a:pt x="600" y="756"/>
                  </a:lnTo>
                  <a:lnTo>
                    <a:pt x="600" y="756"/>
                  </a:lnTo>
                  <a:lnTo>
                    <a:pt x="600" y="755"/>
                  </a:lnTo>
                  <a:lnTo>
                    <a:pt x="600" y="755"/>
                  </a:lnTo>
                  <a:lnTo>
                    <a:pt x="600" y="754"/>
                  </a:lnTo>
                  <a:lnTo>
                    <a:pt x="599" y="752"/>
                  </a:lnTo>
                  <a:lnTo>
                    <a:pt x="600" y="751"/>
                  </a:lnTo>
                  <a:lnTo>
                    <a:pt x="601" y="751"/>
                  </a:lnTo>
                  <a:lnTo>
                    <a:pt x="601" y="751"/>
                  </a:lnTo>
                  <a:lnTo>
                    <a:pt x="601" y="751"/>
                  </a:lnTo>
                  <a:lnTo>
                    <a:pt x="602" y="751"/>
                  </a:lnTo>
                  <a:lnTo>
                    <a:pt x="603" y="749"/>
                  </a:lnTo>
                  <a:lnTo>
                    <a:pt x="603" y="749"/>
                  </a:lnTo>
                  <a:lnTo>
                    <a:pt x="603" y="748"/>
                  </a:lnTo>
                  <a:lnTo>
                    <a:pt x="603" y="748"/>
                  </a:lnTo>
                  <a:lnTo>
                    <a:pt x="603" y="748"/>
                  </a:lnTo>
                  <a:lnTo>
                    <a:pt x="603" y="747"/>
                  </a:lnTo>
                  <a:lnTo>
                    <a:pt x="603" y="747"/>
                  </a:lnTo>
                  <a:lnTo>
                    <a:pt x="602" y="747"/>
                  </a:lnTo>
                  <a:lnTo>
                    <a:pt x="602" y="747"/>
                  </a:lnTo>
                  <a:lnTo>
                    <a:pt x="603" y="747"/>
                  </a:lnTo>
                  <a:lnTo>
                    <a:pt x="603" y="747"/>
                  </a:lnTo>
                  <a:lnTo>
                    <a:pt x="603" y="747"/>
                  </a:lnTo>
                  <a:lnTo>
                    <a:pt x="603" y="746"/>
                  </a:lnTo>
                  <a:lnTo>
                    <a:pt x="603" y="746"/>
                  </a:lnTo>
                  <a:lnTo>
                    <a:pt x="604" y="746"/>
                  </a:lnTo>
                  <a:lnTo>
                    <a:pt x="604" y="745"/>
                  </a:lnTo>
                  <a:lnTo>
                    <a:pt x="604" y="743"/>
                  </a:lnTo>
                  <a:lnTo>
                    <a:pt x="605" y="743"/>
                  </a:lnTo>
                  <a:lnTo>
                    <a:pt x="606" y="743"/>
                  </a:lnTo>
                  <a:lnTo>
                    <a:pt x="606" y="743"/>
                  </a:lnTo>
                  <a:lnTo>
                    <a:pt x="606" y="743"/>
                  </a:lnTo>
                  <a:lnTo>
                    <a:pt x="606" y="743"/>
                  </a:lnTo>
                  <a:lnTo>
                    <a:pt x="606" y="742"/>
                  </a:lnTo>
                  <a:lnTo>
                    <a:pt x="607" y="743"/>
                  </a:lnTo>
                  <a:lnTo>
                    <a:pt x="608" y="743"/>
                  </a:lnTo>
                  <a:lnTo>
                    <a:pt x="608" y="742"/>
                  </a:lnTo>
                  <a:lnTo>
                    <a:pt x="608" y="742"/>
                  </a:lnTo>
                  <a:lnTo>
                    <a:pt x="608" y="741"/>
                  </a:lnTo>
                  <a:lnTo>
                    <a:pt x="608" y="740"/>
                  </a:lnTo>
                  <a:lnTo>
                    <a:pt x="608" y="740"/>
                  </a:lnTo>
                  <a:lnTo>
                    <a:pt x="608" y="740"/>
                  </a:lnTo>
                  <a:lnTo>
                    <a:pt x="608" y="740"/>
                  </a:lnTo>
                  <a:lnTo>
                    <a:pt x="609" y="740"/>
                  </a:lnTo>
                  <a:lnTo>
                    <a:pt x="609" y="742"/>
                  </a:lnTo>
                  <a:lnTo>
                    <a:pt x="609" y="743"/>
                  </a:lnTo>
                  <a:lnTo>
                    <a:pt x="610" y="743"/>
                  </a:lnTo>
                  <a:lnTo>
                    <a:pt x="610" y="743"/>
                  </a:lnTo>
                  <a:lnTo>
                    <a:pt x="610" y="744"/>
                  </a:lnTo>
                  <a:lnTo>
                    <a:pt x="610" y="745"/>
                  </a:lnTo>
                  <a:lnTo>
                    <a:pt x="610" y="746"/>
                  </a:lnTo>
                  <a:lnTo>
                    <a:pt x="610" y="747"/>
                  </a:lnTo>
                  <a:lnTo>
                    <a:pt x="610" y="747"/>
                  </a:lnTo>
                  <a:lnTo>
                    <a:pt x="610" y="749"/>
                  </a:lnTo>
                  <a:lnTo>
                    <a:pt x="610" y="750"/>
                  </a:lnTo>
                  <a:lnTo>
                    <a:pt x="610" y="751"/>
                  </a:lnTo>
                  <a:lnTo>
                    <a:pt x="611" y="751"/>
                  </a:lnTo>
                  <a:lnTo>
                    <a:pt x="612" y="751"/>
                  </a:lnTo>
                  <a:lnTo>
                    <a:pt x="612" y="751"/>
                  </a:lnTo>
                  <a:lnTo>
                    <a:pt x="613" y="751"/>
                  </a:lnTo>
                  <a:lnTo>
                    <a:pt x="615" y="750"/>
                  </a:lnTo>
                  <a:lnTo>
                    <a:pt x="616" y="750"/>
                  </a:lnTo>
                  <a:lnTo>
                    <a:pt x="616" y="750"/>
                  </a:lnTo>
                  <a:lnTo>
                    <a:pt x="617" y="750"/>
                  </a:lnTo>
                  <a:lnTo>
                    <a:pt x="618" y="749"/>
                  </a:lnTo>
                  <a:lnTo>
                    <a:pt x="619" y="748"/>
                  </a:lnTo>
                  <a:lnTo>
                    <a:pt x="619" y="749"/>
                  </a:lnTo>
                  <a:lnTo>
                    <a:pt x="620" y="750"/>
                  </a:lnTo>
                  <a:lnTo>
                    <a:pt x="620" y="750"/>
                  </a:lnTo>
                  <a:lnTo>
                    <a:pt x="620" y="751"/>
                  </a:lnTo>
                  <a:lnTo>
                    <a:pt x="621" y="751"/>
                  </a:lnTo>
                  <a:lnTo>
                    <a:pt x="621" y="751"/>
                  </a:lnTo>
                  <a:lnTo>
                    <a:pt x="621" y="750"/>
                  </a:lnTo>
                  <a:lnTo>
                    <a:pt x="621" y="749"/>
                  </a:lnTo>
                  <a:lnTo>
                    <a:pt x="622" y="749"/>
                  </a:lnTo>
                  <a:lnTo>
                    <a:pt x="623" y="749"/>
                  </a:lnTo>
                  <a:lnTo>
                    <a:pt x="623" y="749"/>
                  </a:lnTo>
                  <a:lnTo>
                    <a:pt x="623" y="749"/>
                  </a:lnTo>
                  <a:lnTo>
                    <a:pt x="623" y="749"/>
                  </a:lnTo>
                  <a:lnTo>
                    <a:pt x="623" y="750"/>
                  </a:lnTo>
                  <a:lnTo>
                    <a:pt x="623" y="750"/>
                  </a:lnTo>
                  <a:lnTo>
                    <a:pt x="624" y="751"/>
                  </a:lnTo>
                  <a:lnTo>
                    <a:pt x="625" y="753"/>
                  </a:lnTo>
                  <a:lnTo>
                    <a:pt x="626" y="754"/>
                  </a:lnTo>
                  <a:lnTo>
                    <a:pt x="627" y="753"/>
                  </a:lnTo>
                  <a:lnTo>
                    <a:pt x="627" y="751"/>
                  </a:lnTo>
                  <a:lnTo>
                    <a:pt x="628" y="751"/>
                  </a:lnTo>
                  <a:lnTo>
                    <a:pt x="628" y="751"/>
                  </a:lnTo>
                  <a:lnTo>
                    <a:pt x="628" y="751"/>
                  </a:lnTo>
                  <a:lnTo>
                    <a:pt x="630" y="751"/>
                  </a:lnTo>
                  <a:lnTo>
                    <a:pt x="630" y="751"/>
                  </a:lnTo>
                  <a:lnTo>
                    <a:pt x="632" y="751"/>
                  </a:lnTo>
                  <a:lnTo>
                    <a:pt x="634" y="751"/>
                  </a:lnTo>
                  <a:lnTo>
                    <a:pt x="635" y="751"/>
                  </a:lnTo>
                  <a:lnTo>
                    <a:pt x="636" y="751"/>
                  </a:lnTo>
                  <a:lnTo>
                    <a:pt x="637" y="751"/>
                  </a:lnTo>
                  <a:lnTo>
                    <a:pt x="637" y="751"/>
                  </a:lnTo>
                  <a:lnTo>
                    <a:pt x="638" y="751"/>
                  </a:lnTo>
                  <a:lnTo>
                    <a:pt x="641" y="751"/>
                  </a:lnTo>
                  <a:lnTo>
                    <a:pt x="645" y="749"/>
                  </a:lnTo>
                  <a:lnTo>
                    <a:pt x="646" y="749"/>
                  </a:lnTo>
                  <a:lnTo>
                    <a:pt x="646" y="751"/>
                  </a:lnTo>
                  <a:lnTo>
                    <a:pt x="646" y="751"/>
                  </a:lnTo>
                  <a:lnTo>
                    <a:pt x="646" y="751"/>
                  </a:lnTo>
                  <a:lnTo>
                    <a:pt x="646" y="751"/>
                  </a:lnTo>
                  <a:lnTo>
                    <a:pt x="647" y="752"/>
                  </a:lnTo>
                  <a:lnTo>
                    <a:pt x="649" y="752"/>
                  </a:lnTo>
                  <a:lnTo>
                    <a:pt x="649" y="751"/>
                  </a:lnTo>
                  <a:lnTo>
                    <a:pt x="649" y="751"/>
                  </a:lnTo>
                  <a:lnTo>
                    <a:pt x="649" y="750"/>
                  </a:lnTo>
                  <a:lnTo>
                    <a:pt x="649" y="748"/>
                  </a:lnTo>
                  <a:lnTo>
                    <a:pt x="650" y="748"/>
                  </a:lnTo>
                  <a:lnTo>
                    <a:pt x="651" y="747"/>
                  </a:lnTo>
                  <a:lnTo>
                    <a:pt x="651" y="747"/>
                  </a:lnTo>
                  <a:lnTo>
                    <a:pt x="653" y="747"/>
                  </a:lnTo>
                  <a:lnTo>
                    <a:pt x="654" y="746"/>
                  </a:lnTo>
                  <a:lnTo>
                    <a:pt x="654" y="746"/>
                  </a:lnTo>
                  <a:lnTo>
                    <a:pt x="657" y="742"/>
                  </a:lnTo>
                  <a:lnTo>
                    <a:pt x="660" y="740"/>
                  </a:lnTo>
                  <a:lnTo>
                    <a:pt x="662" y="739"/>
                  </a:lnTo>
                  <a:lnTo>
                    <a:pt x="663" y="739"/>
                  </a:lnTo>
                  <a:lnTo>
                    <a:pt x="664" y="738"/>
                  </a:lnTo>
                  <a:lnTo>
                    <a:pt x="665" y="738"/>
                  </a:lnTo>
                  <a:lnTo>
                    <a:pt x="666" y="738"/>
                  </a:lnTo>
                  <a:lnTo>
                    <a:pt x="666" y="736"/>
                  </a:lnTo>
                  <a:lnTo>
                    <a:pt x="667" y="735"/>
                  </a:lnTo>
                  <a:lnTo>
                    <a:pt x="667" y="734"/>
                  </a:lnTo>
                  <a:lnTo>
                    <a:pt x="667" y="734"/>
                  </a:lnTo>
                  <a:lnTo>
                    <a:pt x="670" y="733"/>
                  </a:lnTo>
                  <a:lnTo>
                    <a:pt x="670" y="733"/>
                  </a:lnTo>
                  <a:lnTo>
                    <a:pt x="671" y="734"/>
                  </a:lnTo>
                  <a:lnTo>
                    <a:pt x="671" y="734"/>
                  </a:lnTo>
                  <a:lnTo>
                    <a:pt x="671" y="735"/>
                  </a:lnTo>
                  <a:lnTo>
                    <a:pt x="674" y="735"/>
                  </a:lnTo>
                  <a:lnTo>
                    <a:pt x="676" y="735"/>
                  </a:lnTo>
                  <a:lnTo>
                    <a:pt x="678" y="735"/>
                  </a:lnTo>
                  <a:lnTo>
                    <a:pt x="680" y="734"/>
                  </a:lnTo>
                  <a:lnTo>
                    <a:pt x="681" y="734"/>
                  </a:lnTo>
                  <a:lnTo>
                    <a:pt x="684" y="734"/>
                  </a:lnTo>
                  <a:lnTo>
                    <a:pt x="685" y="733"/>
                  </a:lnTo>
                  <a:lnTo>
                    <a:pt x="688" y="733"/>
                  </a:lnTo>
                  <a:lnTo>
                    <a:pt x="689" y="734"/>
                  </a:lnTo>
                  <a:lnTo>
                    <a:pt x="688" y="735"/>
                  </a:lnTo>
                  <a:lnTo>
                    <a:pt x="688" y="736"/>
                  </a:lnTo>
                  <a:lnTo>
                    <a:pt x="688" y="736"/>
                  </a:lnTo>
                  <a:lnTo>
                    <a:pt x="688" y="737"/>
                  </a:lnTo>
                  <a:lnTo>
                    <a:pt x="687" y="737"/>
                  </a:lnTo>
                  <a:lnTo>
                    <a:pt x="687" y="738"/>
                  </a:lnTo>
                  <a:lnTo>
                    <a:pt x="686" y="738"/>
                  </a:lnTo>
                  <a:lnTo>
                    <a:pt x="687" y="739"/>
                  </a:lnTo>
                  <a:lnTo>
                    <a:pt x="687" y="739"/>
                  </a:lnTo>
                  <a:lnTo>
                    <a:pt x="688" y="740"/>
                  </a:lnTo>
                  <a:lnTo>
                    <a:pt x="688" y="740"/>
                  </a:lnTo>
                  <a:lnTo>
                    <a:pt x="690" y="740"/>
                  </a:lnTo>
                  <a:lnTo>
                    <a:pt x="691" y="742"/>
                  </a:lnTo>
                  <a:lnTo>
                    <a:pt x="693" y="741"/>
                  </a:lnTo>
                  <a:lnTo>
                    <a:pt x="692" y="741"/>
                  </a:lnTo>
                  <a:lnTo>
                    <a:pt x="693" y="740"/>
                  </a:lnTo>
                  <a:lnTo>
                    <a:pt x="693" y="741"/>
                  </a:lnTo>
                  <a:lnTo>
                    <a:pt x="693" y="741"/>
                  </a:lnTo>
                  <a:lnTo>
                    <a:pt x="693" y="739"/>
                  </a:lnTo>
                  <a:lnTo>
                    <a:pt x="693" y="739"/>
                  </a:lnTo>
                  <a:lnTo>
                    <a:pt x="694" y="739"/>
                  </a:lnTo>
                  <a:lnTo>
                    <a:pt x="697" y="738"/>
                  </a:lnTo>
                  <a:lnTo>
                    <a:pt x="699" y="737"/>
                  </a:lnTo>
                  <a:lnTo>
                    <a:pt x="702" y="737"/>
                  </a:lnTo>
                  <a:lnTo>
                    <a:pt x="703" y="737"/>
                  </a:lnTo>
                  <a:lnTo>
                    <a:pt x="703" y="738"/>
                  </a:lnTo>
                  <a:lnTo>
                    <a:pt x="703" y="738"/>
                  </a:lnTo>
                  <a:lnTo>
                    <a:pt x="704" y="737"/>
                  </a:lnTo>
                  <a:lnTo>
                    <a:pt x="705" y="737"/>
                  </a:lnTo>
                  <a:lnTo>
                    <a:pt x="706" y="737"/>
                  </a:lnTo>
                  <a:lnTo>
                    <a:pt x="706" y="737"/>
                  </a:lnTo>
                  <a:lnTo>
                    <a:pt x="706" y="737"/>
                  </a:lnTo>
                  <a:lnTo>
                    <a:pt x="706" y="737"/>
                  </a:lnTo>
                  <a:lnTo>
                    <a:pt x="707" y="737"/>
                  </a:lnTo>
                  <a:lnTo>
                    <a:pt x="707" y="739"/>
                  </a:lnTo>
                  <a:lnTo>
                    <a:pt x="706" y="739"/>
                  </a:lnTo>
                  <a:lnTo>
                    <a:pt x="706" y="739"/>
                  </a:lnTo>
                  <a:lnTo>
                    <a:pt x="706" y="739"/>
                  </a:lnTo>
                  <a:lnTo>
                    <a:pt x="707" y="739"/>
                  </a:lnTo>
                  <a:lnTo>
                    <a:pt x="707" y="739"/>
                  </a:lnTo>
                  <a:lnTo>
                    <a:pt x="707" y="739"/>
                  </a:lnTo>
                  <a:lnTo>
                    <a:pt x="707" y="739"/>
                  </a:lnTo>
                  <a:lnTo>
                    <a:pt x="708" y="739"/>
                  </a:lnTo>
                  <a:lnTo>
                    <a:pt x="708" y="739"/>
                  </a:lnTo>
                  <a:lnTo>
                    <a:pt x="709" y="739"/>
                  </a:lnTo>
                  <a:lnTo>
                    <a:pt x="710" y="739"/>
                  </a:lnTo>
                  <a:lnTo>
                    <a:pt x="711" y="739"/>
                  </a:lnTo>
                  <a:lnTo>
                    <a:pt x="713" y="739"/>
                  </a:lnTo>
                  <a:lnTo>
                    <a:pt x="714" y="740"/>
                  </a:lnTo>
                  <a:lnTo>
                    <a:pt x="715" y="742"/>
                  </a:lnTo>
                  <a:lnTo>
                    <a:pt x="716" y="743"/>
                  </a:lnTo>
                  <a:lnTo>
                    <a:pt x="717" y="742"/>
                  </a:lnTo>
                  <a:lnTo>
                    <a:pt x="718" y="742"/>
                  </a:lnTo>
                  <a:lnTo>
                    <a:pt x="718" y="741"/>
                  </a:lnTo>
                  <a:lnTo>
                    <a:pt x="719" y="740"/>
                  </a:lnTo>
                  <a:lnTo>
                    <a:pt x="719" y="739"/>
                  </a:lnTo>
                  <a:lnTo>
                    <a:pt x="719" y="739"/>
                  </a:lnTo>
                  <a:lnTo>
                    <a:pt x="720" y="737"/>
                  </a:lnTo>
                  <a:lnTo>
                    <a:pt x="720" y="736"/>
                  </a:lnTo>
                  <a:lnTo>
                    <a:pt x="720" y="735"/>
                  </a:lnTo>
                  <a:lnTo>
                    <a:pt x="720" y="734"/>
                  </a:lnTo>
                  <a:lnTo>
                    <a:pt x="719" y="734"/>
                  </a:lnTo>
                  <a:lnTo>
                    <a:pt x="719" y="734"/>
                  </a:lnTo>
                  <a:lnTo>
                    <a:pt x="719" y="734"/>
                  </a:lnTo>
                  <a:lnTo>
                    <a:pt x="718" y="734"/>
                  </a:lnTo>
                  <a:lnTo>
                    <a:pt x="718" y="734"/>
                  </a:lnTo>
                  <a:lnTo>
                    <a:pt x="716" y="734"/>
                  </a:lnTo>
                  <a:lnTo>
                    <a:pt x="716" y="732"/>
                  </a:lnTo>
                  <a:lnTo>
                    <a:pt x="714" y="732"/>
                  </a:lnTo>
                  <a:lnTo>
                    <a:pt x="714" y="731"/>
                  </a:lnTo>
                  <a:lnTo>
                    <a:pt x="710" y="729"/>
                  </a:lnTo>
                  <a:lnTo>
                    <a:pt x="709" y="727"/>
                  </a:lnTo>
                  <a:lnTo>
                    <a:pt x="710" y="726"/>
                  </a:lnTo>
                  <a:lnTo>
                    <a:pt x="709" y="726"/>
                  </a:lnTo>
                  <a:lnTo>
                    <a:pt x="710" y="726"/>
                  </a:lnTo>
                  <a:lnTo>
                    <a:pt x="710" y="725"/>
                  </a:lnTo>
                  <a:lnTo>
                    <a:pt x="710" y="721"/>
                  </a:lnTo>
                  <a:lnTo>
                    <a:pt x="710" y="721"/>
                  </a:lnTo>
                  <a:lnTo>
                    <a:pt x="710" y="721"/>
                  </a:lnTo>
                  <a:lnTo>
                    <a:pt x="711" y="721"/>
                  </a:lnTo>
                  <a:lnTo>
                    <a:pt x="712" y="719"/>
                  </a:lnTo>
                  <a:lnTo>
                    <a:pt x="713" y="719"/>
                  </a:lnTo>
                  <a:lnTo>
                    <a:pt x="713" y="719"/>
                  </a:lnTo>
                  <a:lnTo>
                    <a:pt x="714" y="718"/>
                  </a:lnTo>
                  <a:lnTo>
                    <a:pt x="715" y="717"/>
                  </a:lnTo>
                  <a:lnTo>
                    <a:pt x="716" y="717"/>
                  </a:lnTo>
                  <a:lnTo>
                    <a:pt x="718" y="718"/>
                  </a:lnTo>
                  <a:lnTo>
                    <a:pt x="719" y="720"/>
                  </a:lnTo>
                  <a:lnTo>
                    <a:pt x="719" y="721"/>
                  </a:lnTo>
                  <a:lnTo>
                    <a:pt x="719" y="722"/>
                  </a:lnTo>
                  <a:lnTo>
                    <a:pt x="720" y="723"/>
                  </a:lnTo>
                  <a:lnTo>
                    <a:pt x="721" y="725"/>
                  </a:lnTo>
                  <a:lnTo>
                    <a:pt x="721" y="725"/>
                  </a:lnTo>
                  <a:lnTo>
                    <a:pt x="721" y="725"/>
                  </a:lnTo>
                  <a:lnTo>
                    <a:pt x="721" y="725"/>
                  </a:lnTo>
                  <a:lnTo>
                    <a:pt x="721" y="726"/>
                  </a:lnTo>
                  <a:lnTo>
                    <a:pt x="722" y="726"/>
                  </a:lnTo>
                  <a:lnTo>
                    <a:pt x="723" y="725"/>
                  </a:lnTo>
                  <a:lnTo>
                    <a:pt x="724" y="726"/>
                  </a:lnTo>
                  <a:lnTo>
                    <a:pt x="724" y="725"/>
                  </a:lnTo>
                  <a:lnTo>
                    <a:pt x="725" y="725"/>
                  </a:lnTo>
                  <a:lnTo>
                    <a:pt x="726" y="725"/>
                  </a:lnTo>
                  <a:lnTo>
                    <a:pt x="726" y="726"/>
                  </a:lnTo>
                  <a:lnTo>
                    <a:pt x="727" y="726"/>
                  </a:lnTo>
                  <a:lnTo>
                    <a:pt x="727" y="726"/>
                  </a:lnTo>
                  <a:lnTo>
                    <a:pt x="727" y="727"/>
                  </a:lnTo>
                  <a:lnTo>
                    <a:pt x="729" y="726"/>
                  </a:lnTo>
                  <a:lnTo>
                    <a:pt x="730" y="726"/>
                  </a:lnTo>
                  <a:lnTo>
                    <a:pt x="731" y="726"/>
                  </a:lnTo>
                  <a:lnTo>
                    <a:pt x="732" y="725"/>
                  </a:lnTo>
                  <a:lnTo>
                    <a:pt x="732" y="725"/>
                  </a:lnTo>
                  <a:lnTo>
                    <a:pt x="732" y="724"/>
                  </a:lnTo>
                  <a:lnTo>
                    <a:pt x="732" y="724"/>
                  </a:lnTo>
                  <a:lnTo>
                    <a:pt x="733" y="724"/>
                  </a:lnTo>
                  <a:lnTo>
                    <a:pt x="733" y="724"/>
                  </a:lnTo>
                  <a:lnTo>
                    <a:pt x="733" y="724"/>
                  </a:lnTo>
                  <a:lnTo>
                    <a:pt x="735" y="725"/>
                  </a:lnTo>
                  <a:lnTo>
                    <a:pt x="736" y="724"/>
                  </a:lnTo>
                  <a:lnTo>
                    <a:pt x="737" y="724"/>
                  </a:lnTo>
                  <a:lnTo>
                    <a:pt x="739" y="724"/>
                  </a:lnTo>
                  <a:lnTo>
                    <a:pt x="739" y="725"/>
                  </a:lnTo>
                  <a:lnTo>
                    <a:pt x="739" y="725"/>
                  </a:lnTo>
                  <a:lnTo>
                    <a:pt x="739" y="725"/>
                  </a:lnTo>
                  <a:lnTo>
                    <a:pt x="740" y="725"/>
                  </a:lnTo>
                  <a:lnTo>
                    <a:pt x="740" y="725"/>
                  </a:lnTo>
                  <a:lnTo>
                    <a:pt x="740" y="725"/>
                  </a:lnTo>
                  <a:lnTo>
                    <a:pt x="741" y="724"/>
                  </a:lnTo>
                  <a:lnTo>
                    <a:pt x="741" y="724"/>
                  </a:lnTo>
                  <a:lnTo>
                    <a:pt x="741" y="723"/>
                  </a:lnTo>
                  <a:lnTo>
                    <a:pt x="745" y="723"/>
                  </a:lnTo>
                  <a:lnTo>
                    <a:pt x="745" y="723"/>
                  </a:lnTo>
                  <a:lnTo>
                    <a:pt x="746" y="722"/>
                  </a:lnTo>
                  <a:lnTo>
                    <a:pt x="747" y="722"/>
                  </a:lnTo>
                  <a:lnTo>
                    <a:pt x="748" y="723"/>
                  </a:lnTo>
                  <a:lnTo>
                    <a:pt x="749" y="725"/>
                  </a:lnTo>
                  <a:lnTo>
                    <a:pt x="749" y="725"/>
                  </a:lnTo>
                  <a:lnTo>
                    <a:pt x="749" y="724"/>
                  </a:lnTo>
                  <a:lnTo>
                    <a:pt x="749" y="725"/>
                  </a:lnTo>
                  <a:lnTo>
                    <a:pt x="749" y="725"/>
                  </a:lnTo>
                  <a:lnTo>
                    <a:pt x="750" y="727"/>
                  </a:lnTo>
                  <a:lnTo>
                    <a:pt x="750" y="727"/>
                  </a:lnTo>
                  <a:lnTo>
                    <a:pt x="751" y="728"/>
                  </a:lnTo>
                  <a:lnTo>
                    <a:pt x="751" y="729"/>
                  </a:lnTo>
                  <a:lnTo>
                    <a:pt x="752" y="729"/>
                  </a:lnTo>
                  <a:lnTo>
                    <a:pt x="752" y="729"/>
                  </a:lnTo>
                  <a:lnTo>
                    <a:pt x="753" y="729"/>
                  </a:lnTo>
                  <a:lnTo>
                    <a:pt x="753" y="729"/>
                  </a:lnTo>
                  <a:lnTo>
                    <a:pt x="755" y="729"/>
                  </a:lnTo>
                  <a:lnTo>
                    <a:pt x="757" y="727"/>
                  </a:lnTo>
                  <a:lnTo>
                    <a:pt x="759" y="728"/>
                  </a:lnTo>
                  <a:lnTo>
                    <a:pt x="760" y="727"/>
                  </a:lnTo>
                  <a:lnTo>
                    <a:pt x="761" y="726"/>
                  </a:lnTo>
                  <a:lnTo>
                    <a:pt x="761" y="726"/>
                  </a:lnTo>
                  <a:lnTo>
                    <a:pt x="763" y="726"/>
                  </a:lnTo>
                  <a:lnTo>
                    <a:pt x="767" y="727"/>
                  </a:lnTo>
                  <a:lnTo>
                    <a:pt x="769" y="726"/>
                  </a:lnTo>
                  <a:lnTo>
                    <a:pt x="769" y="726"/>
                  </a:lnTo>
                  <a:lnTo>
                    <a:pt x="770" y="726"/>
                  </a:lnTo>
                  <a:lnTo>
                    <a:pt x="772" y="727"/>
                  </a:lnTo>
                  <a:lnTo>
                    <a:pt x="772" y="726"/>
                  </a:lnTo>
                  <a:lnTo>
                    <a:pt x="773" y="726"/>
                  </a:lnTo>
                  <a:lnTo>
                    <a:pt x="775" y="727"/>
                  </a:lnTo>
                  <a:lnTo>
                    <a:pt x="775" y="727"/>
                  </a:lnTo>
                  <a:lnTo>
                    <a:pt x="775" y="729"/>
                  </a:lnTo>
                  <a:lnTo>
                    <a:pt x="773" y="729"/>
                  </a:lnTo>
                  <a:lnTo>
                    <a:pt x="773" y="730"/>
                  </a:lnTo>
                  <a:lnTo>
                    <a:pt x="773" y="730"/>
                  </a:lnTo>
                  <a:lnTo>
                    <a:pt x="772" y="731"/>
                  </a:lnTo>
                  <a:lnTo>
                    <a:pt x="772" y="734"/>
                  </a:lnTo>
                  <a:lnTo>
                    <a:pt x="772" y="735"/>
                  </a:lnTo>
                  <a:lnTo>
                    <a:pt x="772" y="737"/>
                  </a:lnTo>
                  <a:lnTo>
                    <a:pt x="772" y="738"/>
                  </a:lnTo>
                  <a:lnTo>
                    <a:pt x="772" y="739"/>
                  </a:lnTo>
                  <a:lnTo>
                    <a:pt x="771" y="740"/>
                  </a:lnTo>
                  <a:lnTo>
                    <a:pt x="771" y="742"/>
                  </a:lnTo>
                  <a:lnTo>
                    <a:pt x="771" y="743"/>
                  </a:lnTo>
                  <a:lnTo>
                    <a:pt x="768" y="743"/>
                  </a:lnTo>
                  <a:lnTo>
                    <a:pt x="767" y="743"/>
                  </a:lnTo>
                  <a:lnTo>
                    <a:pt x="767" y="743"/>
                  </a:lnTo>
                  <a:lnTo>
                    <a:pt x="767" y="745"/>
                  </a:lnTo>
                  <a:lnTo>
                    <a:pt x="767" y="745"/>
                  </a:lnTo>
                  <a:lnTo>
                    <a:pt x="767" y="746"/>
                  </a:lnTo>
                  <a:lnTo>
                    <a:pt x="768" y="747"/>
                  </a:lnTo>
                  <a:lnTo>
                    <a:pt x="767" y="751"/>
                  </a:lnTo>
                  <a:lnTo>
                    <a:pt x="767" y="753"/>
                  </a:lnTo>
                  <a:lnTo>
                    <a:pt x="767" y="753"/>
                  </a:lnTo>
                  <a:lnTo>
                    <a:pt x="766" y="754"/>
                  </a:lnTo>
                  <a:lnTo>
                    <a:pt x="765" y="756"/>
                  </a:lnTo>
                  <a:lnTo>
                    <a:pt x="765" y="757"/>
                  </a:lnTo>
                  <a:lnTo>
                    <a:pt x="764" y="758"/>
                  </a:lnTo>
                  <a:lnTo>
                    <a:pt x="764" y="758"/>
                  </a:lnTo>
                  <a:lnTo>
                    <a:pt x="762" y="760"/>
                  </a:lnTo>
                  <a:lnTo>
                    <a:pt x="762" y="760"/>
                  </a:lnTo>
                  <a:lnTo>
                    <a:pt x="761" y="761"/>
                  </a:lnTo>
                  <a:lnTo>
                    <a:pt x="761" y="762"/>
                  </a:lnTo>
                  <a:lnTo>
                    <a:pt x="760" y="763"/>
                  </a:lnTo>
                  <a:lnTo>
                    <a:pt x="758" y="763"/>
                  </a:lnTo>
                  <a:lnTo>
                    <a:pt x="758" y="765"/>
                  </a:lnTo>
                  <a:lnTo>
                    <a:pt x="757" y="768"/>
                  </a:lnTo>
                  <a:lnTo>
                    <a:pt x="756" y="771"/>
                  </a:lnTo>
                  <a:lnTo>
                    <a:pt x="757" y="773"/>
                  </a:lnTo>
                  <a:lnTo>
                    <a:pt x="758" y="777"/>
                  </a:lnTo>
                  <a:lnTo>
                    <a:pt x="758" y="780"/>
                  </a:lnTo>
                  <a:lnTo>
                    <a:pt x="760" y="781"/>
                  </a:lnTo>
                  <a:lnTo>
                    <a:pt x="761" y="782"/>
                  </a:lnTo>
                  <a:lnTo>
                    <a:pt x="762" y="782"/>
                  </a:lnTo>
                  <a:lnTo>
                    <a:pt x="762" y="782"/>
                  </a:lnTo>
                  <a:lnTo>
                    <a:pt x="765" y="781"/>
                  </a:lnTo>
                  <a:lnTo>
                    <a:pt x="766" y="781"/>
                  </a:lnTo>
                  <a:lnTo>
                    <a:pt x="768" y="780"/>
                  </a:lnTo>
                  <a:lnTo>
                    <a:pt x="769" y="780"/>
                  </a:lnTo>
                  <a:lnTo>
                    <a:pt x="771" y="779"/>
                  </a:lnTo>
                  <a:lnTo>
                    <a:pt x="771" y="781"/>
                  </a:lnTo>
                  <a:lnTo>
                    <a:pt x="771" y="783"/>
                  </a:lnTo>
                  <a:lnTo>
                    <a:pt x="770" y="786"/>
                  </a:lnTo>
                  <a:lnTo>
                    <a:pt x="771" y="789"/>
                  </a:lnTo>
                  <a:lnTo>
                    <a:pt x="770" y="790"/>
                  </a:lnTo>
                  <a:lnTo>
                    <a:pt x="770" y="790"/>
                  </a:lnTo>
                  <a:lnTo>
                    <a:pt x="769" y="790"/>
                  </a:lnTo>
                  <a:lnTo>
                    <a:pt x="769" y="790"/>
                  </a:lnTo>
                  <a:lnTo>
                    <a:pt x="768" y="790"/>
                  </a:lnTo>
                  <a:lnTo>
                    <a:pt x="769" y="791"/>
                  </a:lnTo>
                  <a:lnTo>
                    <a:pt x="769" y="792"/>
                  </a:lnTo>
                  <a:lnTo>
                    <a:pt x="764" y="791"/>
                  </a:lnTo>
                  <a:lnTo>
                    <a:pt x="765" y="792"/>
                  </a:lnTo>
                  <a:lnTo>
                    <a:pt x="765" y="792"/>
                  </a:lnTo>
                  <a:lnTo>
                    <a:pt x="765" y="793"/>
                  </a:lnTo>
                  <a:lnTo>
                    <a:pt x="767" y="795"/>
                  </a:lnTo>
                  <a:lnTo>
                    <a:pt x="767" y="795"/>
                  </a:lnTo>
                  <a:lnTo>
                    <a:pt x="767" y="796"/>
                  </a:lnTo>
                  <a:lnTo>
                    <a:pt x="767" y="797"/>
                  </a:lnTo>
                  <a:lnTo>
                    <a:pt x="766" y="798"/>
                  </a:lnTo>
                  <a:lnTo>
                    <a:pt x="765" y="799"/>
                  </a:lnTo>
                  <a:lnTo>
                    <a:pt x="765" y="799"/>
                  </a:lnTo>
                  <a:lnTo>
                    <a:pt x="765" y="800"/>
                  </a:lnTo>
                  <a:lnTo>
                    <a:pt x="764" y="803"/>
                  </a:lnTo>
                  <a:lnTo>
                    <a:pt x="763" y="804"/>
                  </a:lnTo>
                  <a:lnTo>
                    <a:pt x="762" y="806"/>
                  </a:lnTo>
                  <a:lnTo>
                    <a:pt x="762" y="807"/>
                  </a:lnTo>
                  <a:lnTo>
                    <a:pt x="762" y="807"/>
                  </a:lnTo>
                  <a:lnTo>
                    <a:pt x="762" y="809"/>
                  </a:lnTo>
                  <a:lnTo>
                    <a:pt x="761" y="812"/>
                  </a:lnTo>
                  <a:lnTo>
                    <a:pt x="761" y="814"/>
                  </a:lnTo>
                  <a:lnTo>
                    <a:pt x="761" y="814"/>
                  </a:lnTo>
                  <a:lnTo>
                    <a:pt x="759" y="816"/>
                  </a:lnTo>
                  <a:lnTo>
                    <a:pt x="758" y="816"/>
                  </a:lnTo>
                  <a:lnTo>
                    <a:pt x="758" y="817"/>
                  </a:lnTo>
                  <a:lnTo>
                    <a:pt x="757" y="818"/>
                  </a:lnTo>
                  <a:lnTo>
                    <a:pt x="757" y="818"/>
                  </a:lnTo>
                  <a:lnTo>
                    <a:pt x="755" y="819"/>
                  </a:lnTo>
                  <a:lnTo>
                    <a:pt x="754" y="821"/>
                  </a:lnTo>
                  <a:lnTo>
                    <a:pt x="753" y="821"/>
                  </a:lnTo>
                  <a:lnTo>
                    <a:pt x="753" y="821"/>
                  </a:lnTo>
                  <a:lnTo>
                    <a:pt x="753" y="821"/>
                  </a:lnTo>
                  <a:lnTo>
                    <a:pt x="753" y="822"/>
                  </a:lnTo>
                  <a:lnTo>
                    <a:pt x="753" y="822"/>
                  </a:lnTo>
                  <a:lnTo>
                    <a:pt x="752" y="823"/>
                  </a:lnTo>
                  <a:lnTo>
                    <a:pt x="752" y="824"/>
                  </a:lnTo>
                  <a:lnTo>
                    <a:pt x="750" y="825"/>
                  </a:lnTo>
                  <a:lnTo>
                    <a:pt x="750" y="825"/>
                  </a:lnTo>
                  <a:lnTo>
                    <a:pt x="749" y="826"/>
                  </a:lnTo>
                  <a:lnTo>
                    <a:pt x="748" y="827"/>
                  </a:lnTo>
                  <a:lnTo>
                    <a:pt x="748" y="828"/>
                  </a:lnTo>
                  <a:lnTo>
                    <a:pt x="747" y="828"/>
                  </a:lnTo>
                  <a:lnTo>
                    <a:pt x="747" y="829"/>
                  </a:lnTo>
                  <a:lnTo>
                    <a:pt x="747" y="829"/>
                  </a:lnTo>
                  <a:lnTo>
                    <a:pt x="746" y="830"/>
                  </a:lnTo>
                  <a:lnTo>
                    <a:pt x="745" y="832"/>
                  </a:lnTo>
                  <a:lnTo>
                    <a:pt x="744" y="833"/>
                  </a:lnTo>
                  <a:lnTo>
                    <a:pt x="742" y="834"/>
                  </a:lnTo>
                  <a:lnTo>
                    <a:pt x="741" y="835"/>
                  </a:lnTo>
                  <a:lnTo>
                    <a:pt x="740" y="835"/>
                  </a:lnTo>
                  <a:lnTo>
                    <a:pt x="740" y="836"/>
                  </a:lnTo>
                  <a:lnTo>
                    <a:pt x="739" y="836"/>
                  </a:lnTo>
                  <a:lnTo>
                    <a:pt x="739" y="836"/>
                  </a:lnTo>
                  <a:lnTo>
                    <a:pt x="738" y="837"/>
                  </a:lnTo>
                  <a:lnTo>
                    <a:pt x="738" y="837"/>
                  </a:lnTo>
                  <a:lnTo>
                    <a:pt x="736" y="838"/>
                  </a:lnTo>
                  <a:lnTo>
                    <a:pt x="736" y="837"/>
                  </a:lnTo>
                  <a:lnTo>
                    <a:pt x="733" y="838"/>
                  </a:lnTo>
                  <a:lnTo>
                    <a:pt x="732" y="838"/>
                  </a:lnTo>
                  <a:lnTo>
                    <a:pt x="732" y="838"/>
                  </a:lnTo>
                  <a:lnTo>
                    <a:pt x="732" y="838"/>
                  </a:lnTo>
                  <a:lnTo>
                    <a:pt x="731" y="838"/>
                  </a:lnTo>
                  <a:lnTo>
                    <a:pt x="730" y="838"/>
                  </a:lnTo>
                  <a:lnTo>
                    <a:pt x="730" y="840"/>
                  </a:lnTo>
                  <a:lnTo>
                    <a:pt x="729" y="840"/>
                  </a:lnTo>
                  <a:lnTo>
                    <a:pt x="725" y="841"/>
                  </a:lnTo>
                  <a:lnTo>
                    <a:pt x="723" y="841"/>
                  </a:lnTo>
                  <a:lnTo>
                    <a:pt x="723" y="842"/>
                  </a:lnTo>
                  <a:lnTo>
                    <a:pt x="724" y="842"/>
                  </a:lnTo>
                  <a:lnTo>
                    <a:pt x="723" y="842"/>
                  </a:lnTo>
                  <a:lnTo>
                    <a:pt x="723" y="842"/>
                  </a:lnTo>
                  <a:lnTo>
                    <a:pt x="722" y="843"/>
                  </a:lnTo>
                  <a:lnTo>
                    <a:pt x="720" y="843"/>
                  </a:lnTo>
                  <a:lnTo>
                    <a:pt x="717" y="845"/>
                  </a:lnTo>
                  <a:lnTo>
                    <a:pt x="714" y="847"/>
                  </a:lnTo>
                  <a:lnTo>
                    <a:pt x="714" y="848"/>
                  </a:lnTo>
                  <a:lnTo>
                    <a:pt x="713" y="848"/>
                  </a:lnTo>
                  <a:lnTo>
                    <a:pt x="713" y="849"/>
                  </a:lnTo>
                  <a:lnTo>
                    <a:pt x="712" y="850"/>
                  </a:lnTo>
                  <a:lnTo>
                    <a:pt x="712" y="851"/>
                  </a:lnTo>
                  <a:lnTo>
                    <a:pt x="710" y="852"/>
                  </a:lnTo>
                  <a:lnTo>
                    <a:pt x="710" y="854"/>
                  </a:lnTo>
                  <a:lnTo>
                    <a:pt x="709" y="854"/>
                  </a:lnTo>
                  <a:lnTo>
                    <a:pt x="707" y="854"/>
                  </a:lnTo>
                  <a:lnTo>
                    <a:pt x="707" y="856"/>
                  </a:lnTo>
                  <a:lnTo>
                    <a:pt x="706" y="859"/>
                  </a:lnTo>
                  <a:lnTo>
                    <a:pt x="706" y="860"/>
                  </a:lnTo>
                  <a:lnTo>
                    <a:pt x="706" y="860"/>
                  </a:lnTo>
                  <a:lnTo>
                    <a:pt x="705" y="860"/>
                  </a:lnTo>
                  <a:lnTo>
                    <a:pt x="704" y="861"/>
                  </a:lnTo>
                  <a:lnTo>
                    <a:pt x="702" y="862"/>
                  </a:lnTo>
                  <a:lnTo>
                    <a:pt x="702" y="864"/>
                  </a:lnTo>
                  <a:lnTo>
                    <a:pt x="702" y="864"/>
                  </a:lnTo>
                  <a:lnTo>
                    <a:pt x="701" y="865"/>
                  </a:lnTo>
                  <a:lnTo>
                    <a:pt x="701" y="865"/>
                  </a:lnTo>
                  <a:lnTo>
                    <a:pt x="701" y="865"/>
                  </a:lnTo>
                  <a:lnTo>
                    <a:pt x="701" y="866"/>
                  </a:lnTo>
                  <a:lnTo>
                    <a:pt x="700" y="867"/>
                  </a:lnTo>
                  <a:lnTo>
                    <a:pt x="700" y="868"/>
                  </a:lnTo>
                  <a:lnTo>
                    <a:pt x="700" y="869"/>
                  </a:lnTo>
                  <a:lnTo>
                    <a:pt x="700" y="869"/>
                  </a:lnTo>
                  <a:lnTo>
                    <a:pt x="698" y="870"/>
                  </a:lnTo>
                  <a:lnTo>
                    <a:pt x="697" y="871"/>
                  </a:lnTo>
                  <a:lnTo>
                    <a:pt x="697" y="873"/>
                  </a:lnTo>
                  <a:lnTo>
                    <a:pt x="696" y="875"/>
                  </a:lnTo>
                  <a:lnTo>
                    <a:pt x="695" y="875"/>
                  </a:lnTo>
                  <a:lnTo>
                    <a:pt x="694" y="877"/>
                  </a:lnTo>
                  <a:lnTo>
                    <a:pt x="694" y="877"/>
                  </a:lnTo>
                  <a:lnTo>
                    <a:pt x="693" y="877"/>
                  </a:lnTo>
                  <a:lnTo>
                    <a:pt x="693" y="878"/>
                  </a:lnTo>
                  <a:lnTo>
                    <a:pt x="693" y="878"/>
                  </a:lnTo>
                  <a:lnTo>
                    <a:pt x="690" y="879"/>
                  </a:lnTo>
                  <a:lnTo>
                    <a:pt x="688" y="881"/>
                  </a:lnTo>
                  <a:lnTo>
                    <a:pt x="688" y="881"/>
                  </a:lnTo>
                  <a:lnTo>
                    <a:pt x="685" y="884"/>
                  </a:lnTo>
                  <a:lnTo>
                    <a:pt x="684" y="886"/>
                  </a:lnTo>
                  <a:lnTo>
                    <a:pt x="684" y="886"/>
                  </a:lnTo>
                  <a:lnTo>
                    <a:pt x="680" y="888"/>
                  </a:lnTo>
                  <a:lnTo>
                    <a:pt x="680" y="889"/>
                  </a:lnTo>
                  <a:lnTo>
                    <a:pt x="679" y="889"/>
                  </a:lnTo>
                  <a:lnTo>
                    <a:pt x="678" y="889"/>
                  </a:lnTo>
                  <a:lnTo>
                    <a:pt x="676" y="890"/>
                  </a:lnTo>
                  <a:lnTo>
                    <a:pt x="676" y="890"/>
                  </a:lnTo>
                  <a:lnTo>
                    <a:pt x="675" y="890"/>
                  </a:lnTo>
                  <a:lnTo>
                    <a:pt x="675" y="891"/>
                  </a:lnTo>
                  <a:lnTo>
                    <a:pt x="675" y="892"/>
                  </a:lnTo>
                  <a:lnTo>
                    <a:pt x="674" y="893"/>
                  </a:lnTo>
                  <a:lnTo>
                    <a:pt x="673" y="894"/>
                  </a:lnTo>
                  <a:lnTo>
                    <a:pt x="672" y="894"/>
                  </a:lnTo>
                  <a:lnTo>
                    <a:pt x="671" y="894"/>
                  </a:lnTo>
                  <a:lnTo>
                    <a:pt x="669" y="895"/>
                  </a:lnTo>
                  <a:lnTo>
                    <a:pt x="668" y="895"/>
                  </a:lnTo>
                  <a:lnTo>
                    <a:pt x="667" y="899"/>
                  </a:lnTo>
                  <a:lnTo>
                    <a:pt x="665" y="899"/>
                  </a:lnTo>
                  <a:lnTo>
                    <a:pt x="663" y="902"/>
                  </a:lnTo>
                  <a:lnTo>
                    <a:pt x="662" y="903"/>
                  </a:lnTo>
                  <a:lnTo>
                    <a:pt x="661" y="903"/>
                  </a:lnTo>
                  <a:lnTo>
                    <a:pt x="661" y="904"/>
                  </a:lnTo>
                  <a:lnTo>
                    <a:pt x="659" y="904"/>
                  </a:lnTo>
                  <a:lnTo>
                    <a:pt x="659" y="905"/>
                  </a:lnTo>
                  <a:lnTo>
                    <a:pt x="658" y="905"/>
                  </a:lnTo>
                  <a:lnTo>
                    <a:pt x="656" y="906"/>
                  </a:lnTo>
                  <a:lnTo>
                    <a:pt x="655" y="907"/>
                  </a:lnTo>
                  <a:lnTo>
                    <a:pt x="654" y="909"/>
                  </a:lnTo>
                  <a:lnTo>
                    <a:pt x="654" y="910"/>
                  </a:lnTo>
                  <a:lnTo>
                    <a:pt x="652" y="910"/>
                  </a:lnTo>
                  <a:lnTo>
                    <a:pt x="652" y="910"/>
                  </a:lnTo>
                  <a:lnTo>
                    <a:pt x="651" y="912"/>
                  </a:lnTo>
                  <a:lnTo>
                    <a:pt x="649" y="911"/>
                  </a:lnTo>
                  <a:lnTo>
                    <a:pt x="649" y="911"/>
                  </a:lnTo>
                  <a:lnTo>
                    <a:pt x="648" y="911"/>
                  </a:lnTo>
                  <a:lnTo>
                    <a:pt x="646" y="912"/>
                  </a:lnTo>
                  <a:lnTo>
                    <a:pt x="645" y="912"/>
                  </a:lnTo>
                  <a:lnTo>
                    <a:pt x="645" y="913"/>
                  </a:lnTo>
                  <a:lnTo>
                    <a:pt x="643" y="916"/>
                  </a:lnTo>
                  <a:lnTo>
                    <a:pt x="642" y="917"/>
                  </a:lnTo>
                  <a:lnTo>
                    <a:pt x="641" y="917"/>
                  </a:lnTo>
                  <a:lnTo>
                    <a:pt x="640" y="919"/>
                  </a:lnTo>
                  <a:lnTo>
                    <a:pt x="638" y="925"/>
                  </a:lnTo>
                  <a:lnTo>
                    <a:pt x="639" y="927"/>
                  </a:lnTo>
                  <a:lnTo>
                    <a:pt x="638" y="927"/>
                  </a:lnTo>
                  <a:lnTo>
                    <a:pt x="638" y="927"/>
                  </a:lnTo>
                  <a:lnTo>
                    <a:pt x="637" y="928"/>
                  </a:lnTo>
                  <a:lnTo>
                    <a:pt x="637" y="929"/>
                  </a:lnTo>
                  <a:lnTo>
                    <a:pt x="635" y="929"/>
                  </a:lnTo>
                  <a:lnTo>
                    <a:pt x="634" y="930"/>
                  </a:lnTo>
                  <a:lnTo>
                    <a:pt x="633" y="930"/>
                  </a:lnTo>
                  <a:lnTo>
                    <a:pt x="632" y="931"/>
                  </a:lnTo>
                  <a:lnTo>
                    <a:pt x="632" y="931"/>
                  </a:lnTo>
                  <a:lnTo>
                    <a:pt x="632" y="932"/>
                  </a:lnTo>
                  <a:lnTo>
                    <a:pt x="632" y="932"/>
                  </a:lnTo>
                  <a:lnTo>
                    <a:pt x="631" y="933"/>
                  </a:lnTo>
                  <a:lnTo>
                    <a:pt x="631" y="933"/>
                  </a:lnTo>
                  <a:lnTo>
                    <a:pt x="630" y="934"/>
                  </a:lnTo>
                  <a:lnTo>
                    <a:pt x="630" y="934"/>
                  </a:lnTo>
                  <a:lnTo>
                    <a:pt x="629" y="935"/>
                  </a:lnTo>
                  <a:lnTo>
                    <a:pt x="628" y="935"/>
                  </a:lnTo>
                  <a:lnTo>
                    <a:pt x="626" y="936"/>
                  </a:lnTo>
                  <a:lnTo>
                    <a:pt x="623" y="936"/>
                  </a:lnTo>
                  <a:lnTo>
                    <a:pt x="622" y="937"/>
                  </a:lnTo>
                  <a:lnTo>
                    <a:pt x="622" y="937"/>
                  </a:lnTo>
                  <a:lnTo>
                    <a:pt x="621" y="938"/>
                  </a:lnTo>
                  <a:lnTo>
                    <a:pt x="620" y="938"/>
                  </a:lnTo>
                  <a:lnTo>
                    <a:pt x="619" y="938"/>
                  </a:lnTo>
                  <a:lnTo>
                    <a:pt x="619" y="938"/>
                  </a:lnTo>
                  <a:lnTo>
                    <a:pt x="618" y="939"/>
                  </a:lnTo>
                  <a:lnTo>
                    <a:pt x="618" y="939"/>
                  </a:lnTo>
                  <a:lnTo>
                    <a:pt x="618" y="939"/>
                  </a:lnTo>
                  <a:lnTo>
                    <a:pt x="617" y="939"/>
                  </a:lnTo>
                  <a:lnTo>
                    <a:pt x="616" y="939"/>
                  </a:lnTo>
                  <a:lnTo>
                    <a:pt x="615" y="940"/>
                  </a:lnTo>
                  <a:lnTo>
                    <a:pt x="615" y="940"/>
                  </a:lnTo>
                  <a:lnTo>
                    <a:pt x="615" y="940"/>
                  </a:lnTo>
                  <a:lnTo>
                    <a:pt x="614" y="941"/>
                  </a:lnTo>
                  <a:lnTo>
                    <a:pt x="614" y="942"/>
                  </a:lnTo>
                  <a:lnTo>
                    <a:pt x="614" y="942"/>
                  </a:lnTo>
                  <a:lnTo>
                    <a:pt x="613" y="944"/>
                  </a:lnTo>
                  <a:lnTo>
                    <a:pt x="613" y="944"/>
                  </a:lnTo>
                  <a:lnTo>
                    <a:pt x="613" y="946"/>
                  </a:lnTo>
                  <a:lnTo>
                    <a:pt x="613" y="946"/>
                  </a:lnTo>
                  <a:lnTo>
                    <a:pt x="612" y="948"/>
                  </a:lnTo>
                  <a:lnTo>
                    <a:pt x="612" y="948"/>
                  </a:lnTo>
                  <a:lnTo>
                    <a:pt x="611" y="951"/>
                  </a:lnTo>
                  <a:lnTo>
                    <a:pt x="611" y="951"/>
                  </a:lnTo>
                  <a:lnTo>
                    <a:pt x="611" y="951"/>
                  </a:lnTo>
                  <a:lnTo>
                    <a:pt x="610" y="951"/>
                  </a:lnTo>
                  <a:lnTo>
                    <a:pt x="610" y="951"/>
                  </a:lnTo>
                  <a:lnTo>
                    <a:pt x="610" y="951"/>
                  </a:lnTo>
                  <a:lnTo>
                    <a:pt x="610" y="951"/>
                  </a:lnTo>
                  <a:lnTo>
                    <a:pt x="608" y="951"/>
                  </a:lnTo>
                  <a:lnTo>
                    <a:pt x="607" y="951"/>
                  </a:lnTo>
                  <a:lnTo>
                    <a:pt x="606" y="952"/>
                  </a:lnTo>
                  <a:lnTo>
                    <a:pt x="606" y="951"/>
                  </a:lnTo>
                  <a:lnTo>
                    <a:pt x="606" y="951"/>
                  </a:lnTo>
                  <a:lnTo>
                    <a:pt x="607" y="951"/>
                  </a:lnTo>
                  <a:lnTo>
                    <a:pt x="608" y="951"/>
                  </a:lnTo>
                  <a:lnTo>
                    <a:pt x="608" y="949"/>
                  </a:lnTo>
                  <a:lnTo>
                    <a:pt x="609" y="948"/>
                  </a:lnTo>
                  <a:lnTo>
                    <a:pt x="610" y="948"/>
                  </a:lnTo>
                  <a:lnTo>
                    <a:pt x="610" y="947"/>
                  </a:lnTo>
                  <a:lnTo>
                    <a:pt x="610" y="947"/>
                  </a:lnTo>
                  <a:lnTo>
                    <a:pt x="610" y="946"/>
                  </a:lnTo>
                  <a:lnTo>
                    <a:pt x="608" y="946"/>
                  </a:lnTo>
                  <a:lnTo>
                    <a:pt x="607" y="947"/>
                  </a:lnTo>
                  <a:lnTo>
                    <a:pt x="606" y="947"/>
                  </a:lnTo>
                  <a:lnTo>
                    <a:pt x="605" y="948"/>
                  </a:lnTo>
                  <a:lnTo>
                    <a:pt x="605" y="948"/>
                  </a:lnTo>
                  <a:lnTo>
                    <a:pt x="604" y="948"/>
                  </a:lnTo>
                  <a:lnTo>
                    <a:pt x="603" y="947"/>
                  </a:lnTo>
                  <a:lnTo>
                    <a:pt x="603" y="947"/>
                  </a:lnTo>
                  <a:lnTo>
                    <a:pt x="603" y="946"/>
                  </a:lnTo>
                  <a:lnTo>
                    <a:pt x="602" y="946"/>
                  </a:lnTo>
                  <a:lnTo>
                    <a:pt x="602" y="946"/>
                  </a:lnTo>
                  <a:lnTo>
                    <a:pt x="601" y="946"/>
                  </a:lnTo>
                  <a:lnTo>
                    <a:pt x="601" y="946"/>
                  </a:lnTo>
                  <a:lnTo>
                    <a:pt x="601" y="946"/>
                  </a:lnTo>
                  <a:lnTo>
                    <a:pt x="600" y="945"/>
                  </a:lnTo>
                  <a:lnTo>
                    <a:pt x="599" y="944"/>
                  </a:lnTo>
                  <a:lnTo>
                    <a:pt x="598" y="944"/>
                  </a:lnTo>
                  <a:lnTo>
                    <a:pt x="598" y="944"/>
                  </a:lnTo>
                  <a:lnTo>
                    <a:pt x="598" y="944"/>
                  </a:lnTo>
                  <a:lnTo>
                    <a:pt x="599" y="945"/>
                  </a:lnTo>
                  <a:lnTo>
                    <a:pt x="599" y="945"/>
                  </a:lnTo>
                  <a:lnTo>
                    <a:pt x="598" y="946"/>
                  </a:lnTo>
                  <a:lnTo>
                    <a:pt x="598" y="948"/>
                  </a:lnTo>
                  <a:lnTo>
                    <a:pt x="599" y="948"/>
                  </a:lnTo>
                  <a:lnTo>
                    <a:pt x="600" y="950"/>
                  </a:lnTo>
                  <a:lnTo>
                    <a:pt x="601" y="951"/>
                  </a:lnTo>
                  <a:lnTo>
                    <a:pt x="602" y="951"/>
                  </a:lnTo>
                  <a:lnTo>
                    <a:pt x="605" y="952"/>
                  </a:lnTo>
                  <a:lnTo>
                    <a:pt x="605" y="952"/>
                  </a:lnTo>
                  <a:lnTo>
                    <a:pt x="605" y="952"/>
                  </a:lnTo>
                  <a:lnTo>
                    <a:pt x="606" y="953"/>
                  </a:lnTo>
                  <a:lnTo>
                    <a:pt x="606" y="953"/>
                  </a:lnTo>
                  <a:lnTo>
                    <a:pt x="606" y="954"/>
                  </a:lnTo>
                  <a:lnTo>
                    <a:pt x="606" y="954"/>
                  </a:lnTo>
                  <a:lnTo>
                    <a:pt x="608" y="953"/>
                  </a:lnTo>
                  <a:lnTo>
                    <a:pt x="609" y="952"/>
                  </a:lnTo>
                  <a:lnTo>
                    <a:pt x="609" y="952"/>
                  </a:lnTo>
                  <a:lnTo>
                    <a:pt x="610" y="952"/>
                  </a:lnTo>
                  <a:lnTo>
                    <a:pt x="610" y="952"/>
                  </a:lnTo>
                  <a:lnTo>
                    <a:pt x="610" y="952"/>
                  </a:lnTo>
                  <a:lnTo>
                    <a:pt x="610" y="952"/>
                  </a:lnTo>
                  <a:lnTo>
                    <a:pt x="610" y="952"/>
                  </a:lnTo>
                  <a:lnTo>
                    <a:pt x="611" y="954"/>
                  </a:lnTo>
                  <a:lnTo>
                    <a:pt x="612" y="958"/>
                  </a:lnTo>
                  <a:lnTo>
                    <a:pt x="612" y="959"/>
                  </a:lnTo>
                  <a:lnTo>
                    <a:pt x="613" y="961"/>
                  </a:lnTo>
                  <a:lnTo>
                    <a:pt x="612" y="961"/>
                  </a:lnTo>
                  <a:lnTo>
                    <a:pt x="612" y="962"/>
                  </a:lnTo>
                  <a:lnTo>
                    <a:pt x="611" y="962"/>
                  </a:lnTo>
                  <a:lnTo>
                    <a:pt x="611" y="964"/>
                  </a:lnTo>
                  <a:lnTo>
                    <a:pt x="610" y="964"/>
                  </a:lnTo>
                  <a:lnTo>
                    <a:pt x="610" y="965"/>
                  </a:lnTo>
                  <a:lnTo>
                    <a:pt x="610" y="966"/>
                  </a:lnTo>
                  <a:lnTo>
                    <a:pt x="610" y="967"/>
                  </a:lnTo>
                  <a:lnTo>
                    <a:pt x="610" y="967"/>
                  </a:lnTo>
                  <a:lnTo>
                    <a:pt x="610" y="968"/>
                  </a:lnTo>
                  <a:lnTo>
                    <a:pt x="610" y="968"/>
                  </a:lnTo>
                  <a:lnTo>
                    <a:pt x="609" y="970"/>
                  </a:lnTo>
                  <a:lnTo>
                    <a:pt x="610" y="971"/>
                  </a:lnTo>
                  <a:lnTo>
                    <a:pt x="610" y="971"/>
                  </a:lnTo>
                  <a:lnTo>
                    <a:pt x="610" y="973"/>
                  </a:lnTo>
                  <a:lnTo>
                    <a:pt x="610" y="974"/>
                  </a:lnTo>
                  <a:lnTo>
                    <a:pt x="610" y="975"/>
                  </a:lnTo>
                  <a:lnTo>
                    <a:pt x="610" y="975"/>
                  </a:lnTo>
                  <a:lnTo>
                    <a:pt x="608" y="976"/>
                  </a:lnTo>
                  <a:lnTo>
                    <a:pt x="608" y="975"/>
                  </a:lnTo>
                  <a:lnTo>
                    <a:pt x="609" y="975"/>
                  </a:lnTo>
                  <a:lnTo>
                    <a:pt x="610" y="975"/>
                  </a:lnTo>
                  <a:lnTo>
                    <a:pt x="610" y="974"/>
                  </a:lnTo>
                  <a:lnTo>
                    <a:pt x="609" y="974"/>
                  </a:lnTo>
                  <a:lnTo>
                    <a:pt x="609" y="974"/>
                  </a:lnTo>
                  <a:lnTo>
                    <a:pt x="609" y="973"/>
                  </a:lnTo>
                  <a:lnTo>
                    <a:pt x="608" y="973"/>
                  </a:lnTo>
                  <a:lnTo>
                    <a:pt x="607" y="973"/>
                  </a:lnTo>
                  <a:lnTo>
                    <a:pt x="606" y="972"/>
                  </a:lnTo>
                  <a:lnTo>
                    <a:pt x="603" y="972"/>
                  </a:lnTo>
                  <a:lnTo>
                    <a:pt x="602" y="972"/>
                  </a:lnTo>
                  <a:lnTo>
                    <a:pt x="601" y="972"/>
                  </a:lnTo>
                  <a:lnTo>
                    <a:pt x="601" y="972"/>
                  </a:lnTo>
                  <a:lnTo>
                    <a:pt x="599" y="972"/>
                  </a:lnTo>
                  <a:lnTo>
                    <a:pt x="597" y="973"/>
                  </a:lnTo>
                  <a:lnTo>
                    <a:pt x="595" y="975"/>
                  </a:lnTo>
                  <a:lnTo>
                    <a:pt x="595" y="976"/>
                  </a:lnTo>
                  <a:lnTo>
                    <a:pt x="593" y="977"/>
                  </a:lnTo>
                  <a:lnTo>
                    <a:pt x="593" y="978"/>
                  </a:lnTo>
                  <a:lnTo>
                    <a:pt x="593" y="978"/>
                  </a:lnTo>
                  <a:lnTo>
                    <a:pt x="593" y="977"/>
                  </a:lnTo>
                  <a:lnTo>
                    <a:pt x="593" y="977"/>
                  </a:lnTo>
                  <a:lnTo>
                    <a:pt x="591" y="976"/>
                  </a:lnTo>
                  <a:lnTo>
                    <a:pt x="591" y="977"/>
                  </a:lnTo>
                  <a:lnTo>
                    <a:pt x="589" y="976"/>
                  </a:lnTo>
                  <a:lnTo>
                    <a:pt x="588" y="977"/>
                  </a:lnTo>
                  <a:lnTo>
                    <a:pt x="587" y="976"/>
                  </a:lnTo>
                  <a:lnTo>
                    <a:pt x="587" y="975"/>
                  </a:lnTo>
                  <a:lnTo>
                    <a:pt x="584" y="975"/>
                  </a:lnTo>
                  <a:lnTo>
                    <a:pt x="584" y="975"/>
                  </a:lnTo>
                  <a:lnTo>
                    <a:pt x="584" y="975"/>
                  </a:lnTo>
                  <a:lnTo>
                    <a:pt x="583" y="975"/>
                  </a:lnTo>
                  <a:lnTo>
                    <a:pt x="583" y="974"/>
                  </a:lnTo>
                  <a:lnTo>
                    <a:pt x="583" y="972"/>
                  </a:lnTo>
                  <a:lnTo>
                    <a:pt x="583" y="972"/>
                  </a:lnTo>
                  <a:lnTo>
                    <a:pt x="582" y="972"/>
                  </a:lnTo>
                  <a:lnTo>
                    <a:pt x="582" y="972"/>
                  </a:lnTo>
                  <a:lnTo>
                    <a:pt x="580" y="972"/>
                  </a:lnTo>
                  <a:lnTo>
                    <a:pt x="580" y="972"/>
                  </a:lnTo>
                  <a:lnTo>
                    <a:pt x="579" y="972"/>
                  </a:lnTo>
                  <a:lnTo>
                    <a:pt x="578" y="971"/>
                  </a:lnTo>
                  <a:lnTo>
                    <a:pt x="576" y="971"/>
                  </a:lnTo>
                  <a:lnTo>
                    <a:pt x="575" y="971"/>
                  </a:lnTo>
                  <a:lnTo>
                    <a:pt x="573" y="970"/>
                  </a:lnTo>
                  <a:lnTo>
                    <a:pt x="573" y="971"/>
                  </a:lnTo>
                  <a:lnTo>
                    <a:pt x="567" y="972"/>
                  </a:lnTo>
                  <a:lnTo>
                    <a:pt x="567" y="972"/>
                  </a:lnTo>
                  <a:lnTo>
                    <a:pt x="567" y="972"/>
                  </a:lnTo>
                  <a:lnTo>
                    <a:pt x="567" y="974"/>
                  </a:lnTo>
                  <a:lnTo>
                    <a:pt x="565" y="974"/>
                  </a:lnTo>
                  <a:lnTo>
                    <a:pt x="563" y="974"/>
                  </a:lnTo>
                  <a:lnTo>
                    <a:pt x="561" y="971"/>
                  </a:lnTo>
                  <a:lnTo>
                    <a:pt x="561" y="971"/>
                  </a:lnTo>
                  <a:lnTo>
                    <a:pt x="561" y="971"/>
                  </a:lnTo>
                  <a:lnTo>
                    <a:pt x="559" y="970"/>
                  </a:lnTo>
                  <a:lnTo>
                    <a:pt x="558" y="969"/>
                  </a:lnTo>
                  <a:lnTo>
                    <a:pt x="557" y="969"/>
                  </a:lnTo>
                  <a:lnTo>
                    <a:pt x="557" y="968"/>
                  </a:lnTo>
                  <a:lnTo>
                    <a:pt x="556" y="968"/>
                  </a:lnTo>
                  <a:lnTo>
                    <a:pt x="555" y="967"/>
                  </a:lnTo>
                  <a:lnTo>
                    <a:pt x="555" y="967"/>
                  </a:lnTo>
                  <a:lnTo>
                    <a:pt x="555" y="967"/>
                  </a:lnTo>
                  <a:lnTo>
                    <a:pt x="554" y="966"/>
                  </a:lnTo>
                  <a:lnTo>
                    <a:pt x="554" y="964"/>
                  </a:lnTo>
                  <a:lnTo>
                    <a:pt x="554" y="963"/>
                  </a:lnTo>
                  <a:lnTo>
                    <a:pt x="552" y="961"/>
                  </a:lnTo>
                  <a:lnTo>
                    <a:pt x="551" y="960"/>
                  </a:lnTo>
                  <a:lnTo>
                    <a:pt x="549" y="959"/>
                  </a:lnTo>
                  <a:lnTo>
                    <a:pt x="549" y="959"/>
                  </a:lnTo>
                  <a:lnTo>
                    <a:pt x="549" y="959"/>
                  </a:lnTo>
                  <a:lnTo>
                    <a:pt x="549" y="959"/>
                  </a:lnTo>
                  <a:lnTo>
                    <a:pt x="548" y="959"/>
                  </a:lnTo>
                  <a:lnTo>
                    <a:pt x="548" y="959"/>
                  </a:lnTo>
                  <a:lnTo>
                    <a:pt x="545" y="958"/>
                  </a:lnTo>
                  <a:lnTo>
                    <a:pt x="545" y="956"/>
                  </a:lnTo>
                  <a:lnTo>
                    <a:pt x="545" y="956"/>
                  </a:lnTo>
                  <a:lnTo>
                    <a:pt x="545" y="958"/>
                  </a:lnTo>
                  <a:lnTo>
                    <a:pt x="546" y="958"/>
                  </a:lnTo>
                  <a:lnTo>
                    <a:pt x="546" y="959"/>
                  </a:lnTo>
                  <a:lnTo>
                    <a:pt x="546" y="959"/>
                  </a:lnTo>
                  <a:lnTo>
                    <a:pt x="546" y="959"/>
                  </a:lnTo>
                  <a:lnTo>
                    <a:pt x="546" y="959"/>
                  </a:lnTo>
                  <a:lnTo>
                    <a:pt x="547" y="960"/>
                  </a:lnTo>
                  <a:lnTo>
                    <a:pt x="549" y="962"/>
                  </a:lnTo>
                  <a:lnTo>
                    <a:pt x="549" y="962"/>
                  </a:lnTo>
                  <a:lnTo>
                    <a:pt x="549" y="962"/>
                  </a:lnTo>
                  <a:lnTo>
                    <a:pt x="549" y="961"/>
                  </a:lnTo>
                  <a:lnTo>
                    <a:pt x="550" y="962"/>
                  </a:lnTo>
                  <a:lnTo>
                    <a:pt x="551" y="962"/>
                  </a:lnTo>
                  <a:lnTo>
                    <a:pt x="553" y="963"/>
                  </a:lnTo>
                  <a:lnTo>
                    <a:pt x="554" y="964"/>
                  </a:lnTo>
                  <a:lnTo>
                    <a:pt x="554" y="966"/>
                  </a:lnTo>
                  <a:lnTo>
                    <a:pt x="554" y="966"/>
                  </a:lnTo>
                  <a:lnTo>
                    <a:pt x="554" y="966"/>
                  </a:lnTo>
                  <a:lnTo>
                    <a:pt x="553" y="966"/>
                  </a:lnTo>
                  <a:lnTo>
                    <a:pt x="552" y="967"/>
                  </a:lnTo>
                  <a:lnTo>
                    <a:pt x="552" y="968"/>
                  </a:lnTo>
                  <a:lnTo>
                    <a:pt x="552" y="969"/>
                  </a:lnTo>
                  <a:lnTo>
                    <a:pt x="553" y="969"/>
                  </a:lnTo>
                  <a:lnTo>
                    <a:pt x="554" y="969"/>
                  </a:lnTo>
                  <a:lnTo>
                    <a:pt x="554" y="971"/>
                  </a:lnTo>
                  <a:lnTo>
                    <a:pt x="556" y="972"/>
                  </a:lnTo>
                  <a:lnTo>
                    <a:pt x="556" y="972"/>
                  </a:lnTo>
                  <a:lnTo>
                    <a:pt x="556" y="972"/>
                  </a:lnTo>
                  <a:lnTo>
                    <a:pt x="558" y="973"/>
                  </a:lnTo>
                  <a:lnTo>
                    <a:pt x="558" y="973"/>
                  </a:lnTo>
                  <a:lnTo>
                    <a:pt x="559" y="974"/>
                  </a:lnTo>
                  <a:lnTo>
                    <a:pt x="560" y="974"/>
                  </a:lnTo>
                  <a:lnTo>
                    <a:pt x="561" y="974"/>
                  </a:lnTo>
                  <a:lnTo>
                    <a:pt x="562" y="976"/>
                  </a:lnTo>
                  <a:lnTo>
                    <a:pt x="562" y="976"/>
                  </a:lnTo>
                  <a:lnTo>
                    <a:pt x="562" y="977"/>
                  </a:lnTo>
                  <a:lnTo>
                    <a:pt x="563" y="977"/>
                  </a:lnTo>
                  <a:lnTo>
                    <a:pt x="563" y="977"/>
                  </a:lnTo>
                  <a:lnTo>
                    <a:pt x="563" y="977"/>
                  </a:lnTo>
                  <a:lnTo>
                    <a:pt x="563" y="976"/>
                  </a:lnTo>
                  <a:lnTo>
                    <a:pt x="565" y="976"/>
                  </a:lnTo>
                  <a:lnTo>
                    <a:pt x="565" y="976"/>
                  </a:lnTo>
                  <a:lnTo>
                    <a:pt x="565" y="976"/>
                  </a:lnTo>
                  <a:lnTo>
                    <a:pt x="566" y="977"/>
                  </a:lnTo>
                  <a:lnTo>
                    <a:pt x="567" y="977"/>
                  </a:lnTo>
                  <a:lnTo>
                    <a:pt x="567" y="977"/>
                  </a:lnTo>
                  <a:lnTo>
                    <a:pt x="567" y="977"/>
                  </a:lnTo>
                  <a:lnTo>
                    <a:pt x="570" y="976"/>
                  </a:lnTo>
                  <a:lnTo>
                    <a:pt x="572" y="975"/>
                  </a:lnTo>
                  <a:lnTo>
                    <a:pt x="575" y="975"/>
                  </a:lnTo>
                  <a:lnTo>
                    <a:pt x="575" y="975"/>
                  </a:lnTo>
                  <a:lnTo>
                    <a:pt x="576" y="975"/>
                  </a:lnTo>
                  <a:lnTo>
                    <a:pt x="577" y="974"/>
                  </a:lnTo>
                  <a:lnTo>
                    <a:pt x="577" y="974"/>
                  </a:lnTo>
                  <a:lnTo>
                    <a:pt x="579" y="974"/>
                  </a:lnTo>
                  <a:lnTo>
                    <a:pt x="580" y="974"/>
                  </a:lnTo>
                  <a:lnTo>
                    <a:pt x="580" y="977"/>
                  </a:lnTo>
                  <a:lnTo>
                    <a:pt x="580" y="977"/>
                  </a:lnTo>
                  <a:lnTo>
                    <a:pt x="580" y="977"/>
                  </a:lnTo>
                  <a:lnTo>
                    <a:pt x="580" y="976"/>
                  </a:lnTo>
                  <a:lnTo>
                    <a:pt x="581" y="976"/>
                  </a:lnTo>
                  <a:lnTo>
                    <a:pt x="582" y="977"/>
                  </a:lnTo>
                  <a:lnTo>
                    <a:pt x="582" y="978"/>
                  </a:lnTo>
                  <a:lnTo>
                    <a:pt x="584" y="979"/>
                  </a:lnTo>
                  <a:lnTo>
                    <a:pt x="584" y="983"/>
                  </a:lnTo>
                  <a:lnTo>
                    <a:pt x="586" y="983"/>
                  </a:lnTo>
                  <a:lnTo>
                    <a:pt x="587" y="984"/>
                  </a:lnTo>
                  <a:lnTo>
                    <a:pt x="588" y="985"/>
                  </a:lnTo>
                  <a:lnTo>
                    <a:pt x="589" y="985"/>
                  </a:lnTo>
                  <a:lnTo>
                    <a:pt x="589" y="985"/>
                  </a:lnTo>
                  <a:lnTo>
                    <a:pt x="590" y="985"/>
                  </a:lnTo>
                  <a:lnTo>
                    <a:pt x="592" y="984"/>
                  </a:lnTo>
                  <a:lnTo>
                    <a:pt x="592" y="984"/>
                  </a:lnTo>
                  <a:lnTo>
                    <a:pt x="592" y="983"/>
                  </a:lnTo>
                  <a:lnTo>
                    <a:pt x="591" y="982"/>
                  </a:lnTo>
                  <a:lnTo>
                    <a:pt x="590" y="982"/>
                  </a:lnTo>
                  <a:lnTo>
                    <a:pt x="590" y="982"/>
                  </a:lnTo>
                  <a:lnTo>
                    <a:pt x="589" y="981"/>
                  </a:lnTo>
                  <a:lnTo>
                    <a:pt x="589" y="981"/>
                  </a:lnTo>
                  <a:lnTo>
                    <a:pt x="588" y="980"/>
                  </a:lnTo>
                  <a:lnTo>
                    <a:pt x="588" y="980"/>
                  </a:lnTo>
                  <a:lnTo>
                    <a:pt x="589" y="979"/>
                  </a:lnTo>
                  <a:lnTo>
                    <a:pt x="589" y="980"/>
                  </a:lnTo>
                  <a:lnTo>
                    <a:pt x="590" y="981"/>
                  </a:lnTo>
                  <a:lnTo>
                    <a:pt x="590" y="981"/>
                  </a:lnTo>
                  <a:lnTo>
                    <a:pt x="593" y="982"/>
                  </a:lnTo>
                  <a:lnTo>
                    <a:pt x="593" y="983"/>
                  </a:lnTo>
                  <a:lnTo>
                    <a:pt x="594" y="982"/>
                  </a:lnTo>
                  <a:lnTo>
                    <a:pt x="595" y="981"/>
                  </a:lnTo>
                  <a:lnTo>
                    <a:pt x="596" y="982"/>
                  </a:lnTo>
                  <a:lnTo>
                    <a:pt x="595" y="983"/>
                  </a:lnTo>
                  <a:lnTo>
                    <a:pt x="595" y="983"/>
                  </a:lnTo>
                  <a:lnTo>
                    <a:pt x="599" y="985"/>
                  </a:lnTo>
                  <a:lnTo>
                    <a:pt x="600" y="985"/>
                  </a:lnTo>
                  <a:lnTo>
                    <a:pt x="601" y="985"/>
                  </a:lnTo>
                  <a:lnTo>
                    <a:pt x="601" y="986"/>
                  </a:lnTo>
                  <a:lnTo>
                    <a:pt x="601" y="986"/>
                  </a:lnTo>
                  <a:lnTo>
                    <a:pt x="601" y="987"/>
                  </a:lnTo>
                  <a:lnTo>
                    <a:pt x="602" y="988"/>
                  </a:lnTo>
                  <a:lnTo>
                    <a:pt x="603" y="988"/>
                  </a:lnTo>
                  <a:lnTo>
                    <a:pt x="603" y="989"/>
                  </a:lnTo>
                  <a:lnTo>
                    <a:pt x="604" y="989"/>
                  </a:lnTo>
                  <a:lnTo>
                    <a:pt x="605" y="988"/>
                  </a:lnTo>
                  <a:lnTo>
                    <a:pt x="606" y="988"/>
                  </a:lnTo>
                  <a:lnTo>
                    <a:pt x="607" y="987"/>
                  </a:lnTo>
                  <a:lnTo>
                    <a:pt x="608" y="986"/>
                  </a:lnTo>
                  <a:lnTo>
                    <a:pt x="608" y="985"/>
                  </a:lnTo>
                  <a:lnTo>
                    <a:pt x="609" y="985"/>
                  </a:lnTo>
                  <a:lnTo>
                    <a:pt x="609" y="985"/>
                  </a:lnTo>
                  <a:lnTo>
                    <a:pt x="610" y="985"/>
                  </a:lnTo>
                  <a:lnTo>
                    <a:pt x="611" y="984"/>
                  </a:lnTo>
                  <a:lnTo>
                    <a:pt x="614" y="981"/>
                  </a:lnTo>
                  <a:lnTo>
                    <a:pt x="615" y="981"/>
                  </a:lnTo>
                  <a:lnTo>
                    <a:pt x="617" y="979"/>
                  </a:lnTo>
                  <a:lnTo>
                    <a:pt x="618" y="979"/>
                  </a:lnTo>
                  <a:lnTo>
                    <a:pt x="619" y="979"/>
                  </a:lnTo>
                  <a:lnTo>
                    <a:pt x="620" y="980"/>
                  </a:lnTo>
                  <a:lnTo>
                    <a:pt x="620" y="980"/>
                  </a:lnTo>
                  <a:lnTo>
                    <a:pt x="622" y="981"/>
                  </a:lnTo>
                  <a:lnTo>
                    <a:pt x="622" y="981"/>
                  </a:lnTo>
                  <a:lnTo>
                    <a:pt x="623" y="981"/>
                  </a:lnTo>
                  <a:lnTo>
                    <a:pt x="623" y="982"/>
                  </a:lnTo>
                  <a:lnTo>
                    <a:pt x="623" y="982"/>
                  </a:lnTo>
                  <a:lnTo>
                    <a:pt x="623" y="982"/>
                  </a:lnTo>
                  <a:lnTo>
                    <a:pt x="625" y="982"/>
                  </a:lnTo>
                  <a:lnTo>
                    <a:pt x="625" y="981"/>
                  </a:lnTo>
                  <a:lnTo>
                    <a:pt x="625" y="981"/>
                  </a:lnTo>
                  <a:lnTo>
                    <a:pt x="628" y="983"/>
                  </a:lnTo>
                  <a:lnTo>
                    <a:pt x="628" y="984"/>
                  </a:lnTo>
                  <a:lnTo>
                    <a:pt x="628" y="985"/>
                  </a:lnTo>
                  <a:lnTo>
                    <a:pt x="629" y="985"/>
                  </a:lnTo>
                  <a:lnTo>
                    <a:pt x="628" y="985"/>
                  </a:lnTo>
                  <a:lnTo>
                    <a:pt x="628" y="985"/>
                  </a:lnTo>
                  <a:lnTo>
                    <a:pt x="627" y="985"/>
                  </a:lnTo>
                  <a:lnTo>
                    <a:pt x="626" y="985"/>
                  </a:lnTo>
                  <a:lnTo>
                    <a:pt x="626" y="985"/>
                  </a:lnTo>
                  <a:lnTo>
                    <a:pt x="626" y="985"/>
                  </a:lnTo>
                  <a:lnTo>
                    <a:pt x="624" y="985"/>
                  </a:lnTo>
                  <a:lnTo>
                    <a:pt x="624" y="986"/>
                  </a:lnTo>
                  <a:lnTo>
                    <a:pt x="624" y="987"/>
                  </a:lnTo>
                  <a:lnTo>
                    <a:pt x="622" y="987"/>
                  </a:lnTo>
                  <a:lnTo>
                    <a:pt x="621" y="988"/>
                  </a:lnTo>
                  <a:lnTo>
                    <a:pt x="621" y="988"/>
                  </a:lnTo>
                  <a:lnTo>
                    <a:pt x="621" y="989"/>
                  </a:lnTo>
                  <a:lnTo>
                    <a:pt x="621" y="989"/>
                  </a:lnTo>
                  <a:lnTo>
                    <a:pt x="620" y="990"/>
                  </a:lnTo>
                  <a:lnTo>
                    <a:pt x="620" y="989"/>
                  </a:lnTo>
                  <a:lnTo>
                    <a:pt x="620" y="989"/>
                  </a:lnTo>
                  <a:lnTo>
                    <a:pt x="619" y="989"/>
                  </a:lnTo>
                  <a:lnTo>
                    <a:pt x="619" y="989"/>
                  </a:lnTo>
                  <a:lnTo>
                    <a:pt x="619" y="990"/>
                  </a:lnTo>
                  <a:lnTo>
                    <a:pt x="620" y="990"/>
                  </a:lnTo>
                  <a:lnTo>
                    <a:pt x="621" y="990"/>
                  </a:lnTo>
                  <a:lnTo>
                    <a:pt x="622" y="990"/>
                  </a:lnTo>
                  <a:lnTo>
                    <a:pt x="622" y="990"/>
                  </a:lnTo>
                  <a:lnTo>
                    <a:pt x="622" y="990"/>
                  </a:lnTo>
                  <a:lnTo>
                    <a:pt x="622" y="989"/>
                  </a:lnTo>
                  <a:lnTo>
                    <a:pt x="622" y="989"/>
                  </a:lnTo>
                  <a:lnTo>
                    <a:pt x="623" y="988"/>
                  </a:lnTo>
                  <a:lnTo>
                    <a:pt x="623" y="989"/>
                  </a:lnTo>
                  <a:lnTo>
                    <a:pt x="625" y="988"/>
                  </a:lnTo>
                  <a:lnTo>
                    <a:pt x="625" y="987"/>
                  </a:lnTo>
                  <a:lnTo>
                    <a:pt x="627" y="986"/>
                  </a:lnTo>
                  <a:lnTo>
                    <a:pt x="627" y="986"/>
                  </a:lnTo>
                  <a:lnTo>
                    <a:pt x="627" y="986"/>
                  </a:lnTo>
                  <a:lnTo>
                    <a:pt x="629" y="987"/>
                  </a:lnTo>
                  <a:lnTo>
                    <a:pt x="630" y="987"/>
                  </a:lnTo>
                  <a:lnTo>
                    <a:pt x="631" y="986"/>
                  </a:lnTo>
                  <a:lnTo>
                    <a:pt x="632" y="986"/>
                  </a:lnTo>
                  <a:lnTo>
                    <a:pt x="633" y="986"/>
                  </a:lnTo>
                  <a:lnTo>
                    <a:pt x="633" y="986"/>
                  </a:lnTo>
                  <a:lnTo>
                    <a:pt x="633" y="986"/>
                  </a:lnTo>
                  <a:lnTo>
                    <a:pt x="636" y="985"/>
                  </a:lnTo>
                  <a:lnTo>
                    <a:pt x="636" y="985"/>
                  </a:lnTo>
                  <a:lnTo>
                    <a:pt x="636" y="985"/>
                  </a:lnTo>
                  <a:lnTo>
                    <a:pt x="636" y="984"/>
                  </a:lnTo>
                  <a:lnTo>
                    <a:pt x="637" y="984"/>
                  </a:lnTo>
                  <a:lnTo>
                    <a:pt x="638" y="983"/>
                  </a:lnTo>
                  <a:lnTo>
                    <a:pt x="640" y="983"/>
                  </a:lnTo>
                  <a:lnTo>
                    <a:pt x="640" y="983"/>
                  </a:lnTo>
                  <a:lnTo>
                    <a:pt x="641" y="982"/>
                  </a:lnTo>
                  <a:lnTo>
                    <a:pt x="640" y="982"/>
                  </a:lnTo>
                  <a:lnTo>
                    <a:pt x="641" y="981"/>
                  </a:lnTo>
                  <a:lnTo>
                    <a:pt x="641" y="980"/>
                  </a:lnTo>
                  <a:lnTo>
                    <a:pt x="641" y="978"/>
                  </a:lnTo>
                  <a:lnTo>
                    <a:pt x="641" y="978"/>
                  </a:lnTo>
                  <a:lnTo>
                    <a:pt x="642" y="977"/>
                  </a:lnTo>
                  <a:lnTo>
                    <a:pt x="642" y="977"/>
                  </a:lnTo>
                  <a:lnTo>
                    <a:pt x="643" y="976"/>
                  </a:lnTo>
                  <a:lnTo>
                    <a:pt x="642" y="976"/>
                  </a:lnTo>
                  <a:lnTo>
                    <a:pt x="642" y="975"/>
                  </a:lnTo>
                  <a:lnTo>
                    <a:pt x="643" y="975"/>
                  </a:lnTo>
                  <a:lnTo>
                    <a:pt x="645" y="973"/>
                  </a:lnTo>
                  <a:lnTo>
                    <a:pt x="647" y="973"/>
                  </a:lnTo>
                  <a:lnTo>
                    <a:pt x="648" y="972"/>
                  </a:lnTo>
                  <a:lnTo>
                    <a:pt x="649" y="972"/>
                  </a:lnTo>
                  <a:lnTo>
                    <a:pt x="649" y="972"/>
                  </a:lnTo>
                  <a:lnTo>
                    <a:pt x="649" y="973"/>
                  </a:lnTo>
                  <a:lnTo>
                    <a:pt x="649" y="973"/>
                  </a:lnTo>
                  <a:lnTo>
                    <a:pt x="649" y="975"/>
                  </a:lnTo>
                  <a:lnTo>
                    <a:pt x="649" y="975"/>
                  </a:lnTo>
                  <a:lnTo>
                    <a:pt x="649" y="976"/>
                  </a:lnTo>
                  <a:lnTo>
                    <a:pt x="649" y="976"/>
                  </a:lnTo>
                  <a:lnTo>
                    <a:pt x="649" y="977"/>
                  </a:lnTo>
                  <a:lnTo>
                    <a:pt x="647" y="982"/>
                  </a:lnTo>
                  <a:lnTo>
                    <a:pt x="645" y="983"/>
                  </a:lnTo>
                  <a:lnTo>
                    <a:pt x="645" y="984"/>
                  </a:lnTo>
                  <a:lnTo>
                    <a:pt x="645" y="985"/>
                  </a:lnTo>
                  <a:lnTo>
                    <a:pt x="643" y="986"/>
                  </a:lnTo>
                  <a:lnTo>
                    <a:pt x="643" y="988"/>
                  </a:lnTo>
                  <a:lnTo>
                    <a:pt x="642" y="988"/>
                  </a:lnTo>
                  <a:lnTo>
                    <a:pt x="641" y="990"/>
                  </a:lnTo>
                  <a:lnTo>
                    <a:pt x="641" y="990"/>
                  </a:lnTo>
                  <a:lnTo>
                    <a:pt x="641" y="991"/>
                  </a:lnTo>
                  <a:lnTo>
                    <a:pt x="640" y="992"/>
                  </a:lnTo>
                  <a:lnTo>
                    <a:pt x="640" y="992"/>
                  </a:lnTo>
                  <a:lnTo>
                    <a:pt x="639" y="993"/>
                  </a:lnTo>
                  <a:lnTo>
                    <a:pt x="638" y="994"/>
                  </a:lnTo>
                  <a:lnTo>
                    <a:pt x="638" y="994"/>
                  </a:lnTo>
                  <a:lnTo>
                    <a:pt x="636" y="997"/>
                  </a:lnTo>
                  <a:lnTo>
                    <a:pt x="636" y="997"/>
                  </a:lnTo>
                  <a:lnTo>
                    <a:pt x="636" y="998"/>
                  </a:lnTo>
                  <a:lnTo>
                    <a:pt x="636" y="998"/>
                  </a:lnTo>
                  <a:lnTo>
                    <a:pt x="634" y="1000"/>
                  </a:lnTo>
                  <a:lnTo>
                    <a:pt x="633" y="1002"/>
                  </a:lnTo>
                  <a:lnTo>
                    <a:pt x="632" y="1003"/>
                  </a:lnTo>
                  <a:lnTo>
                    <a:pt x="631" y="1003"/>
                  </a:lnTo>
                  <a:lnTo>
                    <a:pt x="631" y="1003"/>
                  </a:lnTo>
                  <a:lnTo>
                    <a:pt x="629" y="1004"/>
                  </a:lnTo>
                  <a:lnTo>
                    <a:pt x="629" y="1006"/>
                  </a:lnTo>
                  <a:lnTo>
                    <a:pt x="628" y="1007"/>
                  </a:lnTo>
                  <a:lnTo>
                    <a:pt x="628" y="1007"/>
                  </a:lnTo>
                  <a:lnTo>
                    <a:pt x="627" y="1008"/>
                  </a:lnTo>
                  <a:lnTo>
                    <a:pt x="626" y="1008"/>
                  </a:lnTo>
                  <a:lnTo>
                    <a:pt x="625" y="1009"/>
                  </a:lnTo>
                  <a:lnTo>
                    <a:pt x="626" y="1011"/>
                  </a:lnTo>
                  <a:lnTo>
                    <a:pt x="625" y="1011"/>
                  </a:lnTo>
                  <a:lnTo>
                    <a:pt x="624" y="1014"/>
                  </a:lnTo>
                  <a:lnTo>
                    <a:pt x="623" y="1014"/>
                  </a:lnTo>
                  <a:lnTo>
                    <a:pt x="623" y="1015"/>
                  </a:lnTo>
                  <a:lnTo>
                    <a:pt x="623" y="1016"/>
                  </a:lnTo>
                  <a:lnTo>
                    <a:pt x="623" y="1017"/>
                  </a:lnTo>
                  <a:lnTo>
                    <a:pt x="622" y="1019"/>
                  </a:lnTo>
                  <a:lnTo>
                    <a:pt x="621" y="1020"/>
                  </a:lnTo>
                  <a:lnTo>
                    <a:pt x="621" y="1020"/>
                  </a:lnTo>
                  <a:lnTo>
                    <a:pt x="620" y="1020"/>
                  </a:lnTo>
                  <a:lnTo>
                    <a:pt x="620" y="1021"/>
                  </a:lnTo>
                  <a:lnTo>
                    <a:pt x="619" y="1022"/>
                  </a:lnTo>
                  <a:lnTo>
                    <a:pt x="619" y="1023"/>
                  </a:lnTo>
                  <a:lnTo>
                    <a:pt x="617" y="1024"/>
                  </a:lnTo>
                  <a:lnTo>
                    <a:pt x="617" y="1026"/>
                  </a:lnTo>
                  <a:lnTo>
                    <a:pt x="616" y="1026"/>
                  </a:lnTo>
                  <a:lnTo>
                    <a:pt x="616" y="1027"/>
                  </a:lnTo>
                  <a:lnTo>
                    <a:pt x="615" y="1027"/>
                  </a:lnTo>
                  <a:lnTo>
                    <a:pt x="614" y="1028"/>
                  </a:lnTo>
                  <a:lnTo>
                    <a:pt x="612" y="1027"/>
                  </a:lnTo>
                  <a:lnTo>
                    <a:pt x="610" y="1027"/>
                  </a:lnTo>
                  <a:lnTo>
                    <a:pt x="608" y="1028"/>
                  </a:lnTo>
                  <a:lnTo>
                    <a:pt x="608" y="1027"/>
                  </a:lnTo>
                  <a:lnTo>
                    <a:pt x="607" y="1027"/>
                  </a:lnTo>
                  <a:lnTo>
                    <a:pt x="606" y="1027"/>
                  </a:lnTo>
                  <a:lnTo>
                    <a:pt x="606" y="1025"/>
                  </a:lnTo>
                  <a:lnTo>
                    <a:pt x="606" y="1025"/>
                  </a:lnTo>
                  <a:lnTo>
                    <a:pt x="606" y="1024"/>
                  </a:lnTo>
                  <a:lnTo>
                    <a:pt x="606" y="1022"/>
                  </a:lnTo>
                  <a:lnTo>
                    <a:pt x="607" y="1020"/>
                  </a:lnTo>
                  <a:lnTo>
                    <a:pt x="607" y="1020"/>
                  </a:lnTo>
                  <a:lnTo>
                    <a:pt x="607" y="1020"/>
                  </a:lnTo>
                  <a:lnTo>
                    <a:pt x="607" y="1020"/>
                  </a:lnTo>
                  <a:lnTo>
                    <a:pt x="607" y="1019"/>
                  </a:lnTo>
                  <a:lnTo>
                    <a:pt x="608" y="1018"/>
                  </a:lnTo>
                  <a:lnTo>
                    <a:pt x="610" y="1016"/>
                  </a:lnTo>
                  <a:lnTo>
                    <a:pt x="610" y="1016"/>
                  </a:lnTo>
                  <a:lnTo>
                    <a:pt x="610" y="1016"/>
                  </a:lnTo>
                  <a:lnTo>
                    <a:pt x="610" y="1015"/>
                  </a:lnTo>
                  <a:lnTo>
                    <a:pt x="610" y="1014"/>
                  </a:lnTo>
                  <a:lnTo>
                    <a:pt x="610" y="1013"/>
                  </a:lnTo>
                  <a:lnTo>
                    <a:pt x="610" y="1014"/>
                  </a:lnTo>
                  <a:lnTo>
                    <a:pt x="609" y="1014"/>
                  </a:lnTo>
                  <a:lnTo>
                    <a:pt x="609" y="1014"/>
                  </a:lnTo>
                  <a:lnTo>
                    <a:pt x="609" y="1013"/>
                  </a:lnTo>
                  <a:lnTo>
                    <a:pt x="608" y="1013"/>
                  </a:lnTo>
                  <a:lnTo>
                    <a:pt x="608" y="1013"/>
                  </a:lnTo>
                  <a:lnTo>
                    <a:pt x="606" y="1013"/>
                  </a:lnTo>
                  <a:lnTo>
                    <a:pt x="605" y="1014"/>
                  </a:lnTo>
                  <a:lnTo>
                    <a:pt x="604" y="1015"/>
                  </a:lnTo>
                  <a:lnTo>
                    <a:pt x="604" y="1016"/>
                  </a:lnTo>
                  <a:lnTo>
                    <a:pt x="601" y="1016"/>
                  </a:lnTo>
                  <a:lnTo>
                    <a:pt x="599" y="1015"/>
                  </a:lnTo>
                  <a:lnTo>
                    <a:pt x="598" y="1016"/>
                  </a:lnTo>
                  <a:lnTo>
                    <a:pt x="597" y="1016"/>
                  </a:lnTo>
                  <a:lnTo>
                    <a:pt x="597" y="1016"/>
                  </a:lnTo>
                  <a:lnTo>
                    <a:pt x="597" y="1017"/>
                  </a:lnTo>
                  <a:lnTo>
                    <a:pt x="597" y="1017"/>
                  </a:lnTo>
                  <a:lnTo>
                    <a:pt x="596" y="1017"/>
                  </a:lnTo>
                  <a:lnTo>
                    <a:pt x="596" y="1018"/>
                  </a:lnTo>
                  <a:lnTo>
                    <a:pt x="595" y="1019"/>
                  </a:lnTo>
                  <a:lnTo>
                    <a:pt x="594" y="1019"/>
                  </a:lnTo>
                  <a:lnTo>
                    <a:pt x="593" y="1019"/>
                  </a:lnTo>
                  <a:lnTo>
                    <a:pt x="593" y="1020"/>
                  </a:lnTo>
                  <a:lnTo>
                    <a:pt x="593" y="1020"/>
                  </a:lnTo>
                  <a:lnTo>
                    <a:pt x="593" y="1021"/>
                  </a:lnTo>
                  <a:lnTo>
                    <a:pt x="591" y="1022"/>
                  </a:lnTo>
                  <a:lnTo>
                    <a:pt x="590" y="1023"/>
                  </a:lnTo>
                  <a:lnTo>
                    <a:pt x="590" y="1023"/>
                  </a:lnTo>
                  <a:lnTo>
                    <a:pt x="589" y="1024"/>
                  </a:lnTo>
                  <a:lnTo>
                    <a:pt x="589" y="1024"/>
                  </a:lnTo>
                  <a:lnTo>
                    <a:pt x="588" y="1024"/>
                  </a:lnTo>
                  <a:lnTo>
                    <a:pt x="588" y="1024"/>
                  </a:lnTo>
                  <a:lnTo>
                    <a:pt x="588" y="1026"/>
                  </a:lnTo>
                  <a:lnTo>
                    <a:pt x="587" y="1026"/>
                  </a:lnTo>
                  <a:lnTo>
                    <a:pt x="587" y="1026"/>
                  </a:lnTo>
                  <a:lnTo>
                    <a:pt x="585" y="1028"/>
                  </a:lnTo>
                  <a:lnTo>
                    <a:pt x="584" y="1029"/>
                  </a:lnTo>
                  <a:lnTo>
                    <a:pt x="584" y="1029"/>
                  </a:lnTo>
                  <a:lnTo>
                    <a:pt x="584" y="1029"/>
                  </a:lnTo>
                  <a:lnTo>
                    <a:pt x="582" y="1029"/>
                  </a:lnTo>
                  <a:lnTo>
                    <a:pt x="582" y="1029"/>
                  </a:lnTo>
                  <a:lnTo>
                    <a:pt x="581" y="1029"/>
                  </a:lnTo>
                  <a:lnTo>
                    <a:pt x="581" y="1029"/>
                  </a:lnTo>
                  <a:lnTo>
                    <a:pt x="577" y="1027"/>
                  </a:lnTo>
                  <a:lnTo>
                    <a:pt x="576" y="1028"/>
                  </a:lnTo>
                  <a:lnTo>
                    <a:pt x="573" y="1028"/>
                  </a:lnTo>
                  <a:lnTo>
                    <a:pt x="573" y="1029"/>
                  </a:lnTo>
                  <a:lnTo>
                    <a:pt x="571" y="1029"/>
                  </a:lnTo>
                  <a:lnTo>
                    <a:pt x="571" y="1029"/>
                  </a:lnTo>
                  <a:lnTo>
                    <a:pt x="571" y="1029"/>
                  </a:lnTo>
                  <a:lnTo>
                    <a:pt x="571" y="1030"/>
                  </a:lnTo>
                  <a:lnTo>
                    <a:pt x="569" y="1032"/>
                  </a:lnTo>
                  <a:lnTo>
                    <a:pt x="567" y="1032"/>
                  </a:lnTo>
                  <a:lnTo>
                    <a:pt x="567" y="1031"/>
                  </a:lnTo>
                  <a:lnTo>
                    <a:pt x="567" y="1031"/>
                  </a:lnTo>
                  <a:lnTo>
                    <a:pt x="566" y="1030"/>
                  </a:lnTo>
                  <a:lnTo>
                    <a:pt x="565" y="1030"/>
                  </a:lnTo>
                  <a:lnTo>
                    <a:pt x="563" y="1031"/>
                  </a:lnTo>
                  <a:lnTo>
                    <a:pt x="562" y="1031"/>
                  </a:lnTo>
                  <a:lnTo>
                    <a:pt x="562" y="1032"/>
                  </a:lnTo>
                  <a:lnTo>
                    <a:pt x="562" y="1032"/>
                  </a:lnTo>
                  <a:lnTo>
                    <a:pt x="562" y="1033"/>
                  </a:lnTo>
                  <a:lnTo>
                    <a:pt x="561" y="1034"/>
                  </a:lnTo>
                  <a:lnTo>
                    <a:pt x="562" y="1035"/>
                  </a:lnTo>
                  <a:lnTo>
                    <a:pt x="562" y="1036"/>
                  </a:lnTo>
                  <a:lnTo>
                    <a:pt x="562" y="1036"/>
                  </a:lnTo>
                  <a:lnTo>
                    <a:pt x="562" y="1037"/>
                  </a:lnTo>
                  <a:lnTo>
                    <a:pt x="562" y="1037"/>
                  </a:lnTo>
                  <a:lnTo>
                    <a:pt x="561" y="1037"/>
                  </a:lnTo>
                  <a:lnTo>
                    <a:pt x="561" y="1038"/>
                  </a:lnTo>
                  <a:lnTo>
                    <a:pt x="560" y="1038"/>
                  </a:lnTo>
                  <a:lnTo>
                    <a:pt x="559" y="1039"/>
                  </a:lnTo>
                  <a:lnTo>
                    <a:pt x="558" y="1039"/>
                  </a:lnTo>
                  <a:lnTo>
                    <a:pt x="558" y="1039"/>
                  </a:lnTo>
                  <a:lnTo>
                    <a:pt x="558" y="1039"/>
                  </a:lnTo>
                  <a:lnTo>
                    <a:pt x="558" y="1039"/>
                  </a:lnTo>
                  <a:lnTo>
                    <a:pt x="557" y="1039"/>
                  </a:lnTo>
                  <a:lnTo>
                    <a:pt x="556" y="1040"/>
                  </a:lnTo>
                  <a:lnTo>
                    <a:pt x="555" y="1041"/>
                  </a:lnTo>
                  <a:lnTo>
                    <a:pt x="554" y="1043"/>
                  </a:lnTo>
                  <a:lnTo>
                    <a:pt x="554" y="1043"/>
                  </a:lnTo>
                  <a:lnTo>
                    <a:pt x="554" y="1043"/>
                  </a:lnTo>
                  <a:lnTo>
                    <a:pt x="553" y="1044"/>
                  </a:lnTo>
                  <a:lnTo>
                    <a:pt x="553" y="1044"/>
                  </a:lnTo>
                  <a:lnTo>
                    <a:pt x="553" y="1044"/>
                  </a:lnTo>
                  <a:lnTo>
                    <a:pt x="551" y="1046"/>
                  </a:lnTo>
                  <a:lnTo>
                    <a:pt x="550" y="1046"/>
                  </a:lnTo>
                  <a:lnTo>
                    <a:pt x="550" y="1047"/>
                  </a:lnTo>
                  <a:lnTo>
                    <a:pt x="549" y="1048"/>
                  </a:lnTo>
                  <a:lnTo>
                    <a:pt x="549" y="1048"/>
                  </a:lnTo>
                  <a:lnTo>
                    <a:pt x="548" y="1049"/>
                  </a:lnTo>
                  <a:lnTo>
                    <a:pt x="548" y="1050"/>
                  </a:lnTo>
                  <a:lnTo>
                    <a:pt x="547" y="1050"/>
                  </a:lnTo>
                  <a:lnTo>
                    <a:pt x="547" y="1050"/>
                  </a:lnTo>
                  <a:lnTo>
                    <a:pt x="545" y="1050"/>
                  </a:lnTo>
                  <a:lnTo>
                    <a:pt x="545" y="1051"/>
                  </a:lnTo>
                  <a:lnTo>
                    <a:pt x="545" y="1051"/>
                  </a:lnTo>
                  <a:lnTo>
                    <a:pt x="545" y="1052"/>
                  </a:lnTo>
                  <a:lnTo>
                    <a:pt x="544" y="1052"/>
                  </a:lnTo>
                  <a:lnTo>
                    <a:pt x="543" y="1053"/>
                  </a:lnTo>
                  <a:lnTo>
                    <a:pt x="543" y="1054"/>
                  </a:lnTo>
                  <a:lnTo>
                    <a:pt x="542" y="1054"/>
                  </a:lnTo>
                  <a:lnTo>
                    <a:pt x="542" y="1055"/>
                  </a:lnTo>
                  <a:lnTo>
                    <a:pt x="542" y="1055"/>
                  </a:lnTo>
                  <a:lnTo>
                    <a:pt x="542" y="1055"/>
                  </a:lnTo>
                  <a:lnTo>
                    <a:pt x="542" y="1056"/>
                  </a:lnTo>
                  <a:lnTo>
                    <a:pt x="543" y="1057"/>
                  </a:lnTo>
                  <a:lnTo>
                    <a:pt x="543" y="1057"/>
                  </a:lnTo>
                  <a:lnTo>
                    <a:pt x="543" y="1058"/>
                  </a:lnTo>
                  <a:lnTo>
                    <a:pt x="544" y="1058"/>
                  </a:lnTo>
                  <a:lnTo>
                    <a:pt x="544" y="1059"/>
                  </a:lnTo>
                  <a:lnTo>
                    <a:pt x="543" y="1059"/>
                  </a:lnTo>
                  <a:lnTo>
                    <a:pt x="543" y="1059"/>
                  </a:lnTo>
                  <a:lnTo>
                    <a:pt x="542" y="1059"/>
                  </a:lnTo>
                  <a:lnTo>
                    <a:pt x="542" y="1060"/>
                  </a:lnTo>
                  <a:lnTo>
                    <a:pt x="541" y="1060"/>
                  </a:lnTo>
                  <a:lnTo>
                    <a:pt x="541" y="1061"/>
                  </a:lnTo>
                  <a:lnTo>
                    <a:pt x="541" y="1061"/>
                  </a:lnTo>
                  <a:lnTo>
                    <a:pt x="541" y="1061"/>
                  </a:lnTo>
                  <a:lnTo>
                    <a:pt x="541" y="1062"/>
                  </a:lnTo>
                  <a:lnTo>
                    <a:pt x="541" y="1062"/>
                  </a:lnTo>
                  <a:lnTo>
                    <a:pt x="542" y="1061"/>
                  </a:lnTo>
                  <a:lnTo>
                    <a:pt x="541" y="1061"/>
                  </a:lnTo>
                  <a:lnTo>
                    <a:pt x="541" y="1061"/>
                  </a:lnTo>
                  <a:lnTo>
                    <a:pt x="542" y="1061"/>
                  </a:lnTo>
                  <a:lnTo>
                    <a:pt x="542" y="1062"/>
                  </a:lnTo>
                  <a:lnTo>
                    <a:pt x="542" y="1062"/>
                  </a:lnTo>
                  <a:lnTo>
                    <a:pt x="543" y="1062"/>
                  </a:lnTo>
                  <a:lnTo>
                    <a:pt x="543" y="1062"/>
                  </a:lnTo>
                  <a:lnTo>
                    <a:pt x="545" y="1060"/>
                  </a:lnTo>
                  <a:lnTo>
                    <a:pt x="545" y="1060"/>
                  </a:lnTo>
                  <a:lnTo>
                    <a:pt x="545" y="1059"/>
                  </a:lnTo>
                  <a:lnTo>
                    <a:pt x="546" y="1059"/>
                  </a:lnTo>
                  <a:lnTo>
                    <a:pt x="547" y="1059"/>
                  </a:lnTo>
                  <a:lnTo>
                    <a:pt x="547" y="1058"/>
                  </a:lnTo>
                  <a:lnTo>
                    <a:pt x="548" y="1058"/>
                  </a:lnTo>
                  <a:lnTo>
                    <a:pt x="549" y="1056"/>
                  </a:lnTo>
                  <a:lnTo>
                    <a:pt x="550" y="1055"/>
                  </a:lnTo>
                  <a:lnTo>
                    <a:pt x="550" y="1055"/>
                  </a:lnTo>
                  <a:lnTo>
                    <a:pt x="551" y="1054"/>
                  </a:lnTo>
                  <a:lnTo>
                    <a:pt x="551" y="1054"/>
                  </a:lnTo>
                  <a:lnTo>
                    <a:pt x="553" y="1053"/>
                  </a:lnTo>
                  <a:lnTo>
                    <a:pt x="553" y="1052"/>
                  </a:lnTo>
                  <a:lnTo>
                    <a:pt x="553" y="1052"/>
                  </a:lnTo>
                  <a:lnTo>
                    <a:pt x="553" y="1052"/>
                  </a:lnTo>
                  <a:lnTo>
                    <a:pt x="553" y="1052"/>
                  </a:lnTo>
                  <a:lnTo>
                    <a:pt x="554" y="1050"/>
                  </a:lnTo>
                  <a:lnTo>
                    <a:pt x="557" y="1046"/>
                  </a:lnTo>
                  <a:lnTo>
                    <a:pt x="558" y="1046"/>
                  </a:lnTo>
                  <a:lnTo>
                    <a:pt x="559" y="1045"/>
                  </a:lnTo>
                  <a:lnTo>
                    <a:pt x="560" y="1044"/>
                  </a:lnTo>
                  <a:lnTo>
                    <a:pt x="562" y="1043"/>
                  </a:lnTo>
                  <a:lnTo>
                    <a:pt x="562" y="1042"/>
                  </a:lnTo>
                  <a:lnTo>
                    <a:pt x="563" y="1042"/>
                  </a:lnTo>
                  <a:lnTo>
                    <a:pt x="563" y="1042"/>
                  </a:lnTo>
                  <a:lnTo>
                    <a:pt x="564" y="1042"/>
                  </a:lnTo>
                  <a:lnTo>
                    <a:pt x="564" y="1041"/>
                  </a:lnTo>
                  <a:lnTo>
                    <a:pt x="565" y="1041"/>
                  </a:lnTo>
                  <a:lnTo>
                    <a:pt x="565" y="1040"/>
                  </a:lnTo>
                  <a:lnTo>
                    <a:pt x="566" y="1040"/>
                  </a:lnTo>
                  <a:lnTo>
                    <a:pt x="567" y="1039"/>
                  </a:lnTo>
                  <a:lnTo>
                    <a:pt x="567" y="1038"/>
                  </a:lnTo>
                  <a:lnTo>
                    <a:pt x="567" y="1038"/>
                  </a:lnTo>
                  <a:lnTo>
                    <a:pt x="567" y="1038"/>
                  </a:lnTo>
                  <a:lnTo>
                    <a:pt x="567" y="1037"/>
                  </a:lnTo>
                  <a:lnTo>
                    <a:pt x="569" y="1037"/>
                  </a:lnTo>
                  <a:lnTo>
                    <a:pt x="571" y="1035"/>
                  </a:lnTo>
                  <a:lnTo>
                    <a:pt x="574" y="1033"/>
                  </a:lnTo>
                  <a:lnTo>
                    <a:pt x="574" y="1033"/>
                  </a:lnTo>
                  <a:lnTo>
                    <a:pt x="575" y="1033"/>
                  </a:lnTo>
                  <a:lnTo>
                    <a:pt x="575" y="1033"/>
                  </a:lnTo>
                  <a:lnTo>
                    <a:pt x="577" y="1033"/>
                  </a:lnTo>
                  <a:lnTo>
                    <a:pt x="579" y="1033"/>
                  </a:lnTo>
                  <a:lnTo>
                    <a:pt x="580" y="1033"/>
                  </a:lnTo>
                  <a:lnTo>
                    <a:pt x="580" y="1033"/>
                  </a:lnTo>
                  <a:lnTo>
                    <a:pt x="581" y="1033"/>
                  </a:lnTo>
                  <a:lnTo>
                    <a:pt x="583" y="1033"/>
                  </a:lnTo>
                  <a:lnTo>
                    <a:pt x="584" y="1033"/>
                  </a:lnTo>
                  <a:lnTo>
                    <a:pt x="584" y="1033"/>
                  </a:lnTo>
                  <a:lnTo>
                    <a:pt x="584" y="1034"/>
                  </a:lnTo>
                  <a:lnTo>
                    <a:pt x="584" y="1035"/>
                  </a:lnTo>
                  <a:lnTo>
                    <a:pt x="584" y="1035"/>
                  </a:lnTo>
                  <a:lnTo>
                    <a:pt x="584" y="1037"/>
                  </a:lnTo>
                  <a:lnTo>
                    <a:pt x="584" y="1037"/>
                  </a:lnTo>
                  <a:lnTo>
                    <a:pt x="584" y="1038"/>
                  </a:lnTo>
                  <a:lnTo>
                    <a:pt x="585" y="1038"/>
                  </a:lnTo>
                  <a:lnTo>
                    <a:pt x="588" y="1037"/>
                  </a:lnTo>
                  <a:lnTo>
                    <a:pt x="589" y="1037"/>
                  </a:lnTo>
                  <a:lnTo>
                    <a:pt x="589" y="1037"/>
                  </a:lnTo>
                  <a:lnTo>
                    <a:pt x="590" y="1037"/>
                  </a:lnTo>
                  <a:lnTo>
                    <a:pt x="592" y="1037"/>
                  </a:lnTo>
                  <a:lnTo>
                    <a:pt x="593" y="1037"/>
                  </a:lnTo>
                  <a:lnTo>
                    <a:pt x="593" y="1037"/>
                  </a:lnTo>
                  <a:lnTo>
                    <a:pt x="594" y="1036"/>
                  </a:lnTo>
                  <a:lnTo>
                    <a:pt x="597" y="1036"/>
                  </a:lnTo>
                  <a:lnTo>
                    <a:pt x="599" y="1034"/>
                  </a:lnTo>
                  <a:lnTo>
                    <a:pt x="600" y="1034"/>
                  </a:lnTo>
                  <a:lnTo>
                    <a:pt x="601" y="1033"/>
                  </a:lnTo>
                  <a:lnTo>
                    <a:pt x="601" y="1033"/>
                  </a:lnTo>
                  <a:lnTo>
                    <a:pt x="602" y="1033"/>
                  </a:lnTo>
                  <a:lnTo>
                    <a:pt x="603" y="1033"/>
                  </a:lnTo>
                  <a:lnTo>
                    <a:pt x="604" y="1032"/>
                  </a:lnTo>
                  <a:lnTo>
                    <a:pt x="605" y="1031"/>
                  </a:lnTo>
                  <a:lnTo>
                    <a:pt x="606" y="1030"/>
                  </a:lnTo>
                  <a:lnTo>
                    <a:pt x="605" y="1030"/>
                  </a:lnTo>
                  <a:lnTo>
                    <a:pt x="605" y="1030"/>
                  </a:lnTo>
                  <a:lnTo>
                    <a:pt x="606" y="1030"/>
                  </a:lnTo>
                  <a:lnTo>
                    <a:pt x="606" y="1029"/>
                  </a:lnTo>
                  <a:lnTo>
                    <a:pt x="606" y="1030"/>
                  </a:lnTo>
                  <a:lnTo>
                    <a:pt x="606" y="1031"/>
                  </a:lnTo>
                  <a:lnTo>
                    <a:pt x="608" y="1031"/>
                  </a:lnTo>
                  <a:lnTo>
                    <a:pt x="610" y="1031"/>
                  </a:lnTo>
                  <a:lnTo>
                    <a:pt x="610" y="1031"/>
                  </a:lnTo>
                  <a:lnTo>
                    <a:pt x="611" y="1031"/>
                  </a:lnTo>
                  <a:lnTo>
                    <a:pt x="613" y="1032"/>
                  </a:lnTo>
                  <a:lnTo>
                    <a:pt x="613" y="1033"/>
                  </a:lnTo>
                  <a:lnTo>
                    <a:pt x="613" y="1033"/>
                  </a:lnTo>
                  <a:lnTo>
                    <a:pt x="613" y="1033"/>
                  </a:lnTo>
                  <a:lnTo>
                    <a:pt x="612" y="1033"/>
                  </a:lnTo>
                  <a:lnTo>
                    <a:pt x="611" y="1035"/>
                  </a:lnTo>
                  <a:lnTo>
                    <a:pt x="610" y="1036"/>
                  </a:lnTo>
                  <a:lnTo>
                    <a:pt x="610" y="1037"/>
                  </a:lnTo>
                  <a:lnTo>
                    <a:pt x="610" y="1037"/>
                  </a:lnTo>
                  <a:lnTo>
                    <a:pt x="607" y="1037"/>
                  </a:lnTo>
                  <a:lnTo>
                    <a:pt x="607" y="1038"/>
                  </a:lnTo>
                  <a:lnTo>
                    <a:pt x="607" y="1039"/>
                  </a:lnTo>
                  <a:lnTo>
                    <a:pt x="607" y="1039"/>
                  </a:lnTo>
                  <a:lnTo>
                    <a:pt x="605" y="1041"/>
                  </a:lnTo>
                  <a:lnTo>
                    <a:pt x="605" y="1042"/>
                  </a:lnTo>
                  <a:lnTo>
                    <a:pt x="604" y="1042"/>
                  </a:lnTo>
                  <a:lnTo>
                    <a:pt x="603" y="1043"/>
                  </a:lnTo>
                  <a:lnTo>
                    <a:pt x="603" y="1043"/>
                  </a:lnTo>
                  <a:lnTo>
                    <a:pt x="601" y="1046"/>
                  </a:lnTo>
                  <a:lnTo>
                    <a:pt x="601" y="1047"/>
                  </a:lnTo>
                  <a:lnTo>
                    <a:pt x="601" y="1047"/>
                  </a:lnTo>
                  <a:lnTo>
                    <a:pt x="598" y="1049"/>
                  </a:lnTo>
                  <a:lnTo>
                    <a:pt x="598" y="1050"/>
                  </a:lnTo>
                  <a:lnTo>
                    <a:pt x="597" y="1050"/>
                  </a:lnTo>
                  <a:lnTo>
                    <a:pt x="597" y="1052"/>
                  </a:lnTo>
                  <a:lnTo>
                    <a:pt x="595" y="1054"/>
                  </a:lnTo>
                  <a:lnTo>
                    <a:pt x="594" y="1057"/>
                  </a:lnTo>
                  <a:lnTo>
                    <a:pt x="593" y="1057"/>
                  </a:lnTo>
                  <a:lnTo>
                    <a:pt x="593" y="1058"/>
                  </a:lnTo>
                  <a:lnTo>
                    <a:pt x="593" y="1059"/>
                  </a:lnTo>
                  <a:lnTo>
                    <a:pt x="594" y="1061"/>
                  </a:lnTo>
                  <a:lnTo>
                    <a:pt x="594" y="1062"/>
                  </a:lnTo>
                  <a:lnTo>
                    <a:pt x="594" y="1062"/>
                  </a:lnTo>
                  <a:lnTo>
                    <a:pt x="595" y="1063"/>
                  </a:lnTo>
                  <a:lnTo>
                    <a:pt x="596" y="1063"/>
                  </a:lnTo>
                  <a:lnTo>
                    <a:pt x="597" y="1063"/>
                  </a:lnTo>
                  <a:lnTo>
                    <a:pt x="597" y="1064"/>
                  </a:lnTo>
                  <a:lnTo>
                    <a:pt x="596" y="1064"/>
                  </a:lnTo>
                  <a:lnTo>
                    <a:pt x="595" y="1063"/>
                  </a:lnTo>
                  <a:lnTo>
                    <a:pt x="593" y="1063"/>
                  </a:lnTo>
                  <a:lnTo>
                    <a:pt x="591" y="1063"/>
                  </a:lnTo>
                  <a:lnTo>
                    <a:pt x="589" y="1062"/>
                  </a:lnTo>
                  <a:lnTo>
                    <a:pt x="588" y="1063"/>
                  </a:lnTo>
                  <a:lnTo>
                    <a:pt x="588" y="1063"/>
                  </a:lnTo>
                  <a:lnTo>
                    <a:pt x="588" y="1063"/>
                  </a:lnTo>
                  <a:lnTo>
                    <a:pt x="587" y="1063"/>
                  </a:lnTo>
                  <a:lnTo>
                    <a:pt x="585" y="1064"/>
                  </a:lnTo>
                  <a:lnTo>
                    <a:pt x="585" y="1065"/>
                  </a:lnTo>
                  <a:lnTo>
                    <a:pt x="584" y="1066"/>
                  </a:lnTo>
                  <a:lnTo>
                    <a:pt x="584" y="1066"/>
                  </a:lnTo>
                  <a:lnTo>
                    <a:pt x="584" y="1066"/>
                  </a:lnTo>
                  <a:lnTo>
                    <a:pt x="584" y="1066"/>
                  </a:lnTo>
                  <a:lnTo>
                    <a:pt x="584" y="1067"/>
                  </a:lnTo>
                  <a:lnTo>
                    <a:pt x="583" y="1067"/>
                  </a:lnTo>
                  <a:lnTo>
                    <a:pt x="583" y="1068"/>
                  </a:lnTo>
                  <a:lnTo>
                    <a:pt x="582" y="1068"/>
                  </a:lnTo>
                  <a:lnTo>
                    <a:pt x="583" y="1070"/>
                  </a:lnTo>
                  <a:lnTo>
                    <a:pt x="583" y="1071"/>
                  </a:lnTo>
                  <a:lnTo>
                    <a:pt x="582" y="1071"/>
                  </a:lnTo>
                  <a:lnTo>
                    <a:pt x="581" y="1072"/>
                  </a:lnTo>
                  <a:lnTo>
                    <a:pt x="580" y="1072"/>
                  </a:lnTo>
                  <a:lnTo>
                    <a:pt x="580" y="1072"/>
                  </a:lnTo>
                  <a:lnTo>
                    <a:pt x="579" y="1072"/>
                  </a:lnTo>
                  <a:lnTo>
                    <a:pt x="579" y="1072"/>
                  </a:lnTo>
                  <a:lnTo>
                    <a:pt x="578" y="1072"/>
                  </a:lnTo>
                  <a:lnTo>
                    <a:pt x="577" y="1072"/>
                  </a:lnTo>
                  <a:lnTo>
                    <a:pt x="576" y="1072"/>
                  </a:lnTo>
                  <a:lnTo>
                    <a:pt x="574" y="1071"/>
                  </a:lnTo>
                  <a:lnTo>
                    <a:pt x="573" y="1071"/>
                  </a:lnTo>
                  <a:lnTo>
                    <a:pt x="572" y="1071"/>
                  </a:lnTo>
                  <a:lnTo>
                    <a:pt x="571" y="1071"/>
                  </a:lnTo>
                  <a:lnTo>
                    <a:pt x="571" y="1071"/>
                  </a:lnTo>
                  <a:lnTo>
                    <a:pt x="571" y="1071"/>
                  </a:lnTo>
                  <a:lnTo>
                    <a:pt x="571" y="1072"/>
                  </a:lnTo>
                  <a:lnTo>
                    <a:pt x="571" y="1072"/>
                  </a:lnTo>
                  <a:lnTo>
                    <a:pt x="571" y="1072"/>
                  </a:lnTo>
                  <a:lnTo>
                    <a:pt x="571" y="1072"/>
                  </a:lnTo>
                  <a:lnTo>
                    <a:pt x="571" y="1072"/>
                  </a:lnTo>
                  <a:lnTo>
                    <a:pt x="573" y="1072"/>
                  </a:lnTo>
                  <a:lnTo>
                    <a:pt x="574" y="1073"/>
                  </a:lnTo>
                  <a:lnTo>
                    <a:pt x="574" y="1073"/>
                  </a:lnTo>
                  <a:lnTo>
                    <a:pt x="575" y="1073"/>
                  </a:lnTo>
                  <a:lnTo>
                    <a:pt x="576" y="1073"/>
                  </a:lnTo>
                  <a:lnTo>
                    <a:pt x="577" y="1074"/>
                  </a:lnTo>
                  <a:lnTo>
                    <a:pt x="578" y="1073"/>
                  </a:lnTo>
                  <a:lnTo>
                    <a:pt x="579" y="1073"/>
                  </a:lnTo>
                  <a:lnTo>
                    <a:pt x="579" y="1074"/>
                  </a:lnTo>
                  <a:lnTo>
                    <a:pt x="580" y="1074"/>
                  </a:lnTo>
                  <a:lnTo>
                    <a:pt x="580" y="1076"/>
                  </a:lnTo>
                  <a:lnTo>
                    <a:pt x="579" y="1076"/>
                  </a:lnTo>
                  <a:lnTo>
                    <a:pt x="579" y="1078"/>
                  </a:lnTo>
                  <a:lnTo>
                    <a:pt x="578" y="1079"/>
                  </a:lnTo>
                  <a:lnTo>
                    <a:pt x="577" y="1081"/>
                  </a:lnTo>
                  <a:lnTo>
                    <a:pt x="577" y="1081"/>
                  </a:lnTo>
                  <a:lnTo>
                    <a:pt x="575" y="1081"/>
                  </a:lnTo>
                  <a:lnTo>
                    <a:pt x="575" y="1082"/>
                  </a:lnTo>
                  <a:lnTo>
                    <a:pt x="575" y="1083"/>
                  </a:lnTo>
                  <a:lnTo>
                    <a:pt x="574" y="1084"/>
                  </a:lnTo>
                  <a:lnTo>
                    <a:pt x="573" y="1085"/>
                  </a:lnTo>
                  <a:lnTo>
                    <a:pt x="573" y="1085"/>
                  </a:lnTo>
                  <a:lnTo>
                    <a:pt x="573" y="1085"/>
                  </a:lnTo>
                  <a:lnTo>
                    <a:pt x="573" y="1086"/>
                  </a:lnTo>
                  <a:lnTo>
                    <a:pt x="571" y="1087"/>
                  </a:lnTo>
                  <a:lnTo>
                    <a:pt x="568" y="1086"/>
                  </a:lnTo>
                  <a:lnTo>
                    <a:pt x="567" y="1085"/>
                  </a:lnTo>
                  <a:lnTo>
                    <a:pt x="566" y="1085"/>
                  </a:lnTo>
                  <a:lnTo>
                    <a:pt x="564" y="1085"/>
                  </a:lnTo>
                  <a:lnTo>
                    <a:pt x="560" y="1086"/>
                  </a:lnTo>
                  <a:lnTo>
                    <a:pt x="559" y="1086"/>
                  </a:lnTo>
                  <a:lnTo>
                    <a:pt x="558" y="1085"/>
                  </a:lnTo>
                  <a:lnTo>
                    <a:pt x="557" y="1085"/>
                  </a:lnTo>
                  <a:lnTo>
                    <a:pt x="556" y="1085"/>
                  </a:lnTo>
                  <a:lnTo>
                    <a:pt x="555" y="1085"/>
                  </a:lnTo>
                  <a:lnTo>
                    <a:pt x="554" y="1085"/>
                  </a:lnTo>
                  <a:lnTo>
                    <a:pt x="554" y="1085"/>
                  </a:lnTo>
                  <a:lnTo>
                    <a:pt x="554" y="1085"/>
                  </a:lnTo>
                  <a:lnTo>
                    <a:pt x="553" y="1084"/>
                  </a:lnTo>
                  <a:lnTo>
                    <a:pt x="553" y="1084"/>
                  </a:lnTo>
                  <a:lnTo>
                    <a:pt x="551" y="1083"/>
                  </a:lnTo>
                  <a:lnTo>
                    <a:pt x="550" y="1084"/>
                  </a:lnTo>
                  <a:lnTo>
                    <a:pt x="550" y="1083"/>
                  </a:lnTo>
                  <a:lnTo>
                    <a:pt x="550" y="1083"/>
                  </a:lnTo>
                  <a:lnTo>
                    <a:pt x="549" y="1084"/>
                  </a:lnTo>
                  <a:lnTo>
                    <a:pt x="549" y="1083"/>
                  </a:lnTo>
                  <a:lnTo>
                    <a:pt x="546" y="1084"/>
                  </a:lnTo>
                  <a:lnTo>
                    <a:pt x="545" y="1085"/>
                  </a:lnTo>
                  <a:lnTo>
                    <a:pt x="544" y="1085"/>
                  </a:lnTo>
                  <a:lnTo>
                    <a:pt x="542" y="1085"/>
                  </a:lnTo>
                  <a:lnTo>
                    <a:pt x="542" y="1087"/>
                  </a:lnTo>
                  <a:lnTo>
                    <a:pt x="541" y="1089"/>
                  </a:lnTo>
                  <a:lnTo>
                    <a:pt x="540" y="1089"/>
                  </a:lnTo>
                  <a:lnTo>
                    <a:pt x="540" y="1090"/>
                  </a:lnTo>
                  <a:lnTo>
                    <a:pt x="539" y="1092"/>
                  </a:lnTo>
                  <a:lnTo>
                    <a:pt x="538" y="1092"/>
                  </a:lnTo>
                  <a:lnTo>
                    <a:pt x="537" y="1092"/>
                  </a:lnTo>
                  <a:lnTo>
                    <a:pt x="537" y="1092"/>
                  </a:lnTo>
                  <a:lnTo>
                    <a:pt x="539" y="1092"/>
                  </a:lnTo>
                  <a:lnTo>
                    <a:pt x="539" y="1092"/>
                  </a:lnTo>
                  <a:lnTo>
                    <a:pt x="539" y="1092"/>
                  </a:lnTo>
                  <a:lnTo>
                    <a:pt x="540" y="1090"/>
                  </a:lnTo>
                  <a:lnTo>
                    <a:pt x="540" y="1090"/>
                  </a:lnTo>
                  <a:lnTo>
                    <a:pt x="540" y="1090"/>
                  </a:lnTo>
                  <a:lnTo>
                    <a:pt x="541" y="1089"/>
                  </a:lnTo>
                  <a:lnTo>
                    <a:pt x="541" y="1089"/>
                  </a:lnTo>
                  <a:lnTo>
                    <a:pt x="541" y="1089"/>
                  </a:lnTo>
                  <a:lnTo>
                    <a:pt x="542" y="1088"/>
                  </a:lnTo>
                  <a:lnTo>
                    <a:pt x="543" y="1088"/>
                  </a:lnTo>
                  <a:lnTo>
                    <a:pt x="544" y="1087"/>
                  </a:lnTo>
                  <a:lnTo>
                    <a:pt x="545" y="1089"/>
                  </a:lnTo>
                  <a:lnTo>
                    <a:pt x="545" y="1089"/>
                  </a:lnTo>
                  <a:lnTo>
                    <a:pt x="546" y="1089"/>
                  </a:lnTo>
                  <a:lnTo>
                    <a:pt x="546" y="1090"/>
                  </a:lnTo>
                  <a:lnTo>
                    <a:pt x="547" y="1091"/>
                  </a:lnTo>
                  <a:lnTo>
                    <a:pt x="547" y="1092"/>
                  </a:lnTo>
                  <a:lnTo>
                    <a:pt x="548" y="1092"/>
                  </a:lnTo>
                  <a:lnTo>
                    <a:pt x="548" y="1092"/>
                  </a:lnTo>
                  <a:lnTo>
                    <a:pt x="548" y="1092"/>
                  </a:lnTo>
                  <a:lnTo>
                    <a:pt x="549" y="1093"/>
                  </a:lnTo>
                  <a:lnTo>
                    <a:pt x="550" y="1093"/>
                  </a:lnTo>
                  <a:lnTo>
                    <a:pt x="551" y="1093"/>
                  </a:lnTo>
                  <a:lnTo>
                    <a:pt x="551" y="1093"/>
                  </a:lnTo>
                  <a:lnTo>
                    <a:pt x="551" y="1092"/>
                  </a:lnTo>
                  <a:lnTo>
                    <a:pt x="553" y="1092"/>
                  </a:lnTo>
                  <a:lnTo>
                    <a:pt x="558" y="1091"/>
                  </a:lnTo>
                  <a:lnTo>
                    <a:pt x="558" y="1092"/>
                  </a:lnTo>
                  <a:lnTo>
                    <a:pt x="558" y="1092"/>
                  </a:lnTo>
                  <a:lnTo>
                    <a:pt x="558" y="1093"/>
                  </a:lnTo>
                  <a:lnTo>
                    <a:pt x="559" y="1093"/>
                  </a:lnTo>
                  <a:lnTo>
                    <a:pt x="559" y="1093"/>
                  </a:lnTo>
                  <a:lnTo>
                    <a:pt x="560" y="1093"/>
                  </a:lnTo>
                  <a:lnTo>
                    <a:pt x="561" y="1092"/>
                  </a:lnTo>
                  <a:lnTo>
                    <a:pt x="561" y="1092"/>
                  </a:lnTo>
                  <a:lnTo>
                    <a:pt x="561" y="1092"/>
                  </a:lnTo>
                  <a:lnTo>
                    <a:pt x="563" y="1092"/>
                  </a:lnTo>
                  <a:lnTo>
                    <a:pt x="564" y="1092"/>
                  </a:lnTo>
                  <a:lnTo>
                    <a:pt x="565" y="1092"/>
                  </a:lnTo>
                  <a:lnTo>
                    <a:pt x="566" y="1091"/>
                  </a:lnTo>
                  <a:lnTo>
                    <a:pt x="568" y="1090"/>
                  </a:lnTo>
                  <a:lnTo>
                    <a:pt x="568" y="1090"/>
                  </a:lnTo>
                  <a:lnTo>
                    <a:pt x="567" y="1089"/>
                  </a:lnTo>
                  <a:lnTo>
                    <a:pt x="568" y="1089"/>
                  </a:lnTo>
                  <a:lnTo>
                    <a:pt x="568" y="1089"/>
                  </a:lnTo>
                  <a:lnTo>
                    <a:pt x="570" y="1089"/>
                  </a:lnTo>
                  <a:lnTo>
                    <a:pt x="571" y="1089"/>
                  </a:lnTo>
                  <a:lnTo>
                    <a:pt x="571" y="1088"/>
                  </a:lnTo>
                  <a:lnTo>
                    <a:pt x="571" y="1088"/>
                  </a:lnTo>
                  <a:lnTo>
                    <a:pt x="571" y="1088"/>
                  </a:lnTo>
                  <a:lnTo>
                    <a:pt x="572" y="1089"/>
                  </a:lnTo>
                  <a:lnTo>
                    <a:pt x="575" y="1088"/>
                  </a:lnTo>
                  <a:lnTo>
                    <a:pt x="575" y="1088"/>
                  </a:lnTo>
                  <a:lnTo>
                    <a:pt x="575" y="1088"/>
                  </a:lnTo>
                  <a:lnTo>
                    <a:pt x="576" y="1088"/>
                  </a:lnTo>
                  <a:lnTo>
                    <a:pt x="576" y="1089"/>
                  </a:lnTo>
                  <a:lnTo>
                    <a:pt x="577" y="1089"/>
                  </a:lnTo>
                  <a:lnTo>
                    <a:pt x="577" y="1089"/>
                  </a:lnTo>
                  <a:lnTo>
                    <a:pt x="578" y="1089"/>
                  </a:lnTo>
                  <a:lnTo>
                    <a:pt x="578" y="1089"/>
                  </a:lnTo>
                  <a:lnTo>
                    <a:pt x="578" y="1089"/>
                  </a:lnTo>
                  <a:lnTo>
                    <a:pt x="579" y="1090"/>
                  </a:lnTo>
                  <a:lnTo>
                    <a:pt x="580" y="1090"/>
                  </a:lnTo>
                  <a:lnTo>
                    <a:pt x="580" y="1090"/>
                  </a:lnTo>
                  <a:lnTo>
                    <a:pt x="580" y="1090"/>
                  </a:lnTo>
                  <a:lnTo>
                    <a:pt x="580" y="1091"/>
                  </a:lnTo>
                  <a:lnTo>
                    <a:pt x="581" y="1091"/>
                  </a:lnTo>
                  <a:lnTo>
                    <a:pt x="582" y="1091"/>
                  </a:lnTo>
                  <a:lnTo>
                    <a:pt x="583" y="1090"/>
                  </a:lnTo>
                  <a:lnTo>
                    <a:pt x="584" y="1089"/>
                  </a:lnTo>
                  <a:lnTo>
                    <a:pt x="584" y="1089"/>
                  </a:lnTo>
                  <a:lnTo>
                    <a:pt x="584" y="1089"/>
                  </a:lnTo>
                  <a:lnTo>
                    <a:pt x="584" y="1089"/>
                  </a:lnTo>
                  <a:lnTo>
                    <a:pt x="585" y="1089"/>
                  </a:lnTo>
                  <a:lnTo>
                    <a:pt x="585" y="1089"/>
                  </a:lnTo>
                  <a:lnTo>
                    <a:pt x="585" y="1088"/>
                  </a:lnTo>
                  <a:lnTo>
                    <a:pt x="586" y="1088"/>
                  </a:lnTo>
                  <a:lnTo>
                    <a:pt x="586" y="1087"/>
                  </a:lnTo>
                  <a:lnTo>
                    <a:pt x="587" y="1086"/>
                  </a:lnTo>
                  <a:lnTo>
                    <a:pt x="587" y="1085"/>
                  </a:lnTo>
                  <a:lnTo>
                    <a:pt x="587" y="1083"/>
                  </a:lnTo>
                  <a:lnTo>
                    <a:pt x="587" y="1081"/>
                  </a:lnTo>
                  <a:lnTo>
                    <a:pt x="588" y="1081"/>
                  </a:lnTo>
                  <a:lnTo>
                    <a:pt x="589" y="1081"/>
                  </a:lnTo>
                  <a:lnTo>
                    <a:pt x="591" y="1082"/>
                  </a:lnTo>
                  <a:lnTo>
                    <a:pt x="593" y="1081"/>
                  </a:lnTo>
                  <a:lnTo>
                    <a:pt x="593" y="1081"/>
                  </a:lnTo>
                  <a:lnTo>
                    <a:pt x="593" y="1081"/>
                  </a:lnTo>
                  <a:lnTo>
                    <a:pt x="592" y="1081"/>
                  </a:lnTo>
                  <a:lnTo>
                    <a:pt x="592" y="1081"/>
                  </a:lnTo>
                  <a:lnTo>
                    <a:pt x="593" y="1080"/>
                  </a:lnTo>
                  <a:lnTo>
                    <a:pt x="594" y="1076"/>
                  </a:lnTo>
                  <a:lnTo>
                    <a:pt x="596" y="1075"/>
                  </a:lnTo>
                  <a:lnTo>
                    <a:pt x="597" y="1074"/>
                  </a:lnTo>
                  <a:lnTo>
                    <a:pt x="597" y="1074"/>
                  </a:lnTo>
                  <a:lnTo>
                    <a:pt x="597" y="1073"/>
                  </a:lnTo>
                  <a:lnTo>
                    <a:pt x="599" y="1072"/>
                  </a:lnTo>
                  <a:lnTo>
                    <a:pt x="599" y="1072"/>
                  </a:lnTo>
                  <a:lnTo>
                    <a:pt x="601" y="1072"/>
                  </a:lnTo>
                  <a:lnTo>
                    <a:pt x="603" y="1070"/>
                  </a:lnTo>
                  <a:lnTo>
                    <a:pt x="605" y="1069"/>
                  </a:lnTo>
                  <a:lnTo>
                    <a:pt x="605" y="1068"/>
                  </a:lnTo>
                  <a:lnTo>
                    <a:pt x="605" y="1068"/>
                  </a:lnTo>
                  <a:lnTo>
                    <a:pt x="605" y="1067"/>
                  </a:lnTo>
                  <a:lnTo>
                    <a:pt x="606" y="1065"/>
                  </a:lnTo>
                  <a:lnTo>
                    <a:pt x="604" y="1063"/>
                  </a:lnTo>
                  <a:lnTo>
                    <a:pt x="602" y="1061"/>
                  </a:lnTo>
                  <a:lnTo>
                    <a:pt x="601" y="1061"/>
                  </a:lnTo>
                  <a:lnTo>
                    <a:pt x="601" y="1061"/>
                  </a:lnTo>
                  <a:lnTo>
                    <a:pt x="600" y="1062"/>
                  </a:lnTo>
                  <a:lnTo>
                    <a:pt x="599" y="1061"/>
                  </a:lnTo>
                  <a:lnTo>
                    <a:pt x="599" y="1061"/>
                  </a:lnTo>
                  <a:lnTo>
                    <a:pt x="600" y="1060"/>
                  </a:lnTo>
                  <a:lnTo>
                    <a:pt x="601" y="1059"/>
                  </a:lnTo>
                  <a:lnTo>
                    <a:pt x="601" y="1059"/>
                  </a:lnTo>
                  <a:lnTo>
                    <a:pt x="601" y="1059"/>
                  </a:lnTo>
                  <a:lnTo>
                    <a:pt x="602" y="1058"/>
                  </a:lnTo>
                  <a:lnTo>
                    <a:pt x="602" y="1058"/>
                  </a:lnTo>
                  <a:lnTo>
                    <a:pt x="603" y="1059"/>
                  </a:lnTo>
                  <a:lnTo>
                    <a:pt x="605" y="1058"/>
                  </a:lnTo>
                  <a:lnTo>
                    <a:pt x="606" y="1059"/>
                  </a:lnTo>
                  <a:lnTo>
                    <a:pt x="609" y="1058"/>
                  </a:lnTo>
                  <a:lnTo>
                    <a:pt x="610" y="1058"/>
                  </a:lnTo>
                  <a:lnTo>
                    <a:pt x="610" y="1057"/>
                  </a:lnTo>
                  <a:lnTo>
                    <a:pt x="610" y="1058"/>
                  </a:lnTo>
                  <a:lnTo>
                    <a:pt x="610" y="1057"/>
                  </a:lnTo>
                  <a:lnTo>
                    <a:pt x="609" y="1057"/>
                  </a:lnTo>
                  <a:lnTo>
                    <a:pt x="609" y="1056"/>
                  </a:lnTo>
                  <a:lnTo>
                    <a:pt x="610" y="1055"/>
                  </a:lnTo>
                  <a:lnTo>
                    <a:pt x="611" y="1055"/>
                  </a:lnTo>
                  <a:lnTo>
                    <a:pt x="611" y="1055"/>
                  </a:lnTo>
                  <a:lnTo>
                    <a:pt x="613" y="1056"/>
                  </a:lnTo>
                  <a:lnTo>
                    <a:pt x="615" y="1058"/>
                  </a:lnTo>
                  <a:lnTo>
                    <a:pt x="615" y="1057"/>
                  </a:lnTo>
                  <a:lnTo>
                    <a:pt x="615" y="1057"/>
                  </a:lnTo>
                  <a:lnTo>
                    <a:pt x="614" y="1056"/>
                  </a:lnTo>
                  <a:lnTo>
                    <a:pt x="612" y="1055"/>
                  </a:lnTo>
                  <a:lnTo>
                    <a:pt x="611" y="1055"/>
                  </a:lnTo>
                  <a:lnTo>
                    <a:pt x="610" y="1055"/>
                  </a:lnTo>
                  <a:lnTo>
                    <a:pt x="610" y="1055"/>
                  </a:lnTo>
                  <a:lnTo>
                    <a:pt x="611" y="1055"/>
                  </a:lnTo>
                  <a:lnTo>
                    <a:pt x="617" y="1058"/>
                  </a:lnTo>
                  <a:lnTo>
                    <a:pt x="619" y="1059"/>
                  </a:lnTo>
                  <a:lnTo>
                    <a:pt x="619" y="1059"/>
                  </a:lnTo>
                  <a:lnTo>
                    <a:pt x="623" y="1060"/>
                  </a:lnTo>
                  <a:lnTo>
                    <a:pt x="623" y="1060"/>
                  </a:lnTo>
                  <a:lnTo>
                    <a:pt x="624" y="1059"/>
                  </a:lnTo>
                  <a:lnTo>
                    <a:pt x="626" y="1060"/>
                  </a:lnTo>
                  <a:lnTo>
                    <a:pt x="627" y="1060"/>
                  </a:lnTo>
                  <a:lnTo>
                    <a:pt x="627" y="1059"/>
                  </a:lnTo>
                  <a:lnTo>
                    <a:pt x="628" y="1060"/>
                  </a:lnTo>
                  <a:lnTo>
                    <a:pt x="628" y="1059"/>
                  </a:lnTo>
                  <a:lnTo>
                    <a:pt x="629" y="1059"/>
                  </a:lnTo>
                  <a:lnTo>
                    <a:pt x="630" y="1059"/>
                  </a:lnTo>
                  <a:lnTo>
                    <a:pt x="632" y="1059"/>
                  </a:lnTo>
                  <a:lnTo>
                    <a:pt x="634" y="1059"/>
                  </a:lnTo>
                  <a:lnTo>
                    <a:pt x="639" y="1056"/>
                  </a:lnTo>
                  <a:lnTo>
                    <a:pt x="641" y="1056"/>
                  </a:lnTo>
                  <a:lnTo>
                    <a:pt x="642" y="1055"/>
                  </a:lnTo>
                  <a:lnTo>
                    <a:pt x="643" y="1055"/>
                  </a:lnTo>
                  <a:lnTo>
                    <a:pt x="643" y="1054"/>
                  </a:lnTo>
                  <a:lnTo>
                    <a:pt x="644" y="1054"/>
                  </a:lnTo>
                  <a:lnTo>
                    <a:pt x="644" y="1053"/>
                  </a:lnTo>
                  <a:lnTo>
                    <a:pt x="645" y="1053"/>
                  </a:lnTo>
                  <a:lnTo>
                    <a:pt x="645" y="1053"/>
                  </a:lnTo>
                  <a:lnTo>
                    <a:pt x="645" y="1051"/>
                  </a:lnTo>
                  <a:lnTo>
                    <a:pt x="646" y="1051"/>
                  </a:lnTo>
                  <a:lnTo>
                    <a:pt x="646" y="1051"/>
                  </a:lnTo>
                  <a:lnTo>
                    <a:pt x="646" y="1050"/>
                  </a:lnTo>
                  <a:lnTo>
                    <a:pt x="646" y="1050"/>
                  </a:lnTo>
                  <a:lnTo>
                    <a:pt x="648" y="1050"/>
                  </a:lnTo>
                  <a:lnTo>
                    <a:pt x="647" y="1050"/>
                  </a:lnTo>
                  <a:lnTo>
                    <a:pt x="648" y="1050"/>
                  </a:lnTo>
                  <a:lnTo>
                    <a:pt x="648" y="1049"/>
                  </a:lnTo>
                  <a:lnTo>
                    <a:pt x="648" y="1049"/>
                  </a:lnTo>
                  <a:lnTo>
                    <a:pt x="648" y="1048"/>
                  </a:lnTo>
                  <a:lnTo>
                    <a:pt x="646" y="1049"/>
                  </a:lnTo>
                  <a:lnTo>
                    <a:pt x="645" y="1050"/>
                  </a:lnTo>
                  <a:lnTo>
                    <a:pt x="645" y="1050"/>
                  </a:lnTo>
                  <a:lnTo>
                    <a:pt x="644" y="1050"/>
                  </a:lnTo>
                  <a:lnTo>
                    <a:pt x="644" y="1050"/>
                  </a:lnTo>
                  <a:lnTo>
                    <a:pt x="642" y="1052"/>
                  </a:lnTo>
                  <a:lnTo>
                    <a:pt x="641" y="1052"/>
                  </a:lnTo>
                  <a:lnTo>
                    <a:pt x="641" y="1053"/>
                  </a:lnTo>
                  <a:lnTo>
                    <a:pt x="641" y="1053"/>
                  </a:lnTo>
                  <a:lnTo>
                    <a:pt x="641" y="1052"/>
                  </a:lnTo>
                  <a:lnTo>
                    <a:pt x="642" y="1051"/>
                  </a:lnTo>
                  <a:lnTo>
                    <a:pt x="642" y="1050"/>
                  </a:lnTo>
                  <a:lnTo>
                    <a:pt x="643" y="1050"/>
                  </a:lnTo>
                  <a:lnTo>
                    <a:pt x="643" y="1050"/>
                  </a:lnTo>
                  <a:lnTo>
                    <a:pt x="645" y="1048"/>
                  </a:lnTo>
                  <a:lnTo>
                    <a:pt x="648" y="1048"/>
                  </a:lnTo>
                  <a:lnTo>
                    <a:pt x="650" y="1047"/>
                  </a:lnTo>
                  <a:lnTo>
                    <a:pt x="650" y="1046"/>
                  </a:lnTo>
                  <a:lnTo>
                    <a:pt x="654" y="1045"/>
                  </a:lnTo>
                  <a:lnTo>
                    <a:pt x="654" y="1044"/>
                  </a:lnTo>
                  <a:lnTo>
                    <a:pt x="654" y="1043"/>
                  </a:lnTo>
                  <a:lnTo>
                    <a:pt x="654" y="1043"/>
                  </a:lnTo>
                  <a:lnTo>
                    <a:pt x="656" y="1042"/>
                  </a:lnTo>
                  <a:lnTo>
                    <a:pt x="656" y="1042"/>
                  </a:lnTo>
                  <a:lnTo>
                    <a:pt x="656" y="1042"/>
                  </a:lnTo>
                  <a:lnTo>
                    <a:pt x="657" y="1042"/>
                  </a:lnTo>
                  <a:lnTo>
                    <a:pt x="657" y="1042"/>
                  </a:lnTo>
                  <a:lnTo>
                    <a:pt x="656" y="1042"/>
                  </a:lnTo>
                  <a:lnTo>
                    <a:pt x="656" y="1042"/>
                  </a:lnTo>
                  <a:lnTo>
                    <a:pt x="654" y="1044"/>
                  </a:lnTo>
                  <a:lnTo>
                    <a:pt x="654" y="1045"/>
                  </a:lnTo>
                  <a:lnTo>
                    <a:pt x="654" y="1045"/>
                  </a:lnTo>
                  <a:lnTo>
                    <a:pt x="654" y="1046"/>
                  </a:lnTo>
                  <a:lnTo>
                    <a:pt x="654" y="1046"/>
                  </a:lnTo>
                  <a:lnTo>
                    <a:pt x="655" y="1046"/>
                  </a:lnTo>
                  <a:lnTo>
                    <a:pt x="657" y="1044"/>
                  </a:lnTo>
                  <a:lnTo>
                    <a:pt x="661" y="1042"/>
                  </a:lnTo>
                  <a:lnTo>
                    <a:pt x="661" y="1042"/>
                  </a:lnTo>
                  <a:lnTo>
                    <a:pt x="662" y="1042"/>
                  </a:lnTo>
                  <a:lnTo>
                    <a:pt x="662" y="1040"/>
                  </a:lnTo>
                  <a:lnTo>
                    <a:pt x="662" y="1040"/>
                  </a:lnTo>
                  <a:lnTo>
                    <a:pt x="662" y="1039"/>
                  </a:lnTo>
                  <a:lnTo>
                    <a:pt x="662" y="1039"/>
                  </a:lnTo>
                  <a:lnTo>
                    <a:pt x="662" y="1038"/>
                  </a:lnTo>
                  <a:lnTo>
                    <a:pt x="662" y="1038"/>
                  </a:lnTo>
                  <a:lnTo>
                    <a:pt x="663" y="1038"/>
                  </a:lnTo>
                  <a:lnTo>
                    <a:pt x="662" y="1037"/>
                  </a:lnTo>
                  <a:lnTo>
                    <a:pt x="662" y="1038"/>
                  </a:lnTo>
                  <a:lnTo>
                    <a:pt x="661" y="1038"/>
                  </a:lnTo>
                  <a:lnTo>
                    <a:pt x="659" y="1039"/>
                  </a:lnTo>
                  <a:lnTo>
                    <a:pt x="659" y="1039"/>
                  </a:lnTo>
                  <a:lnTo>
                    <a:pt x="658" y="1040"/>
                  </a:lnTo>
                  <a:lnTo>
                    <a:pt x="658" y="1039"/>
                  </a:lnTo>
                  <a:lnTo>
                    <a:pt x="660" y="1038"/>
                  </a:lnTo>
                  <a:lnTo>
                    <a:pt x="662" y="1037"/>
                  </a:lnTo>
                  <a:lnTo>
                    <a:pt x="664" y="1037"/>
                  </a:lnTo>
                  <a:lnTo>
                    <a:pt x="664" y="1037"/>
                  </a:lnTo>
                  <a:lnTo>
                    <a:pt x="667" y="1037"/>
                  </a:lnTo>
                  <a:lnTo>
                    <a:pt x="671" y="1036"/>
                  </a:lnTo>
                  <a:lnTo>
                    <a:pt x="673" y="1037"/>
                  </a:lnTo>
                  <a:lnTo>
                    <a:pt x="673" y="1037"/>
                  </a:lnTo>
                  <a:lnTo>
                    <a:pt x="675" y="1037"/>
                  </a:lnTo>
                  <a:lnTo>
                    <a:pt x="675" y="1038"/>
                  </a:lnTo>
                  <a:lnTo>
                    <a:pt x="675" y="1038"/>
                  </a:lnTo>
                  <a:lnTo>
                    <a:pt x="675" y="1039"/>
                  </a:lnTo>
                  <a:lnTo>
                    <a:pt x="675" y="1040"/>
                  </a:lnTo>
                  <a:lnTo>
                    <a:pt x="674" y="1041"/>
                  </a:lnTo>
                  <a:lnTo>
                    <a:pt x="674" y="1042"/>
                  </a:lnTo>
                  <a:lnTo>
                    <a:pt x="674" y="1042"/>
                  </a:lnTo>
                  <a:lnTo>
                    <a:pt x="674" y="1042"/>
                  </a:lnTo>
                  <a:lnTo>
                    <a:pt x="673" y="1042"/>
                  </a:lnTo>
                  <a:lnTo>
                    <a:pt x="672" y="1042"/>
                  </a:lnTo>
                  <a:lnTo>
                    <a:pt x="671" y="1042"/>
                  </a:lnTo>
                  <a:lnTo>
                    <a:pt x="671" y="1042"/>
                  </a:lnTo>
                  <a:lnTo>
                    <a:pt x="671" y="1043"/>
                  </a:lnTo>
                  <a:lnTo>
                    <a:pt x="671" y="1043"/>
                  </a:lnTo>
                  <a:lnTo>
                    <a:pt x="673" y="1044"/>
                  </a:lnTo>
                  <a:lnTo>
                    <a:pt x="673" y="1044"/>
                  </a:lnTo>
                  <a:lnTo>
                    <a:pt x="673" y="1043"/>
                  </a:lnTo>
                  <a:lnTo>
                    <a:pt x="673" y="1043"/>
                  </a:lnTo>
                  <a:lnTo>
                    <a:pt x="673" y="1044"/>
                  </a:lnTo>
                  <a:lnTo>
                    <a:pt x="674" y="1044"/>
                  </a:lnTo>
                  <a:lnTo>
                    <a:pt x="674" y="1044"/>
                  </a:lnTo>
                  <a:lnTo>
                    <a:pt x="675" y="1045"/>
                  </a:lnTo>
                  <a:lnTo>
                    <a:pt x="675" y="1044"/>
                  </a:lnTo>
                  <a:lnTo>
                    <a:pt x="675" y="1045"/>
                  </a:lnTo>
                  <a:lnTo>
                    <a:pt x="676" y="1045"/>
                  </a:lnTo>
                  <a:lnTo>
                    <a:pt x="677" y="1045"/>
                  </a:lnTo>
                  <a:lnTo>
                    <a:pt x="677" y="1045"/>
                  </a:lnTo>
                  <a:lnTo>
                    <a:pt x="678" y="1046"/>
                  </a:lnTo>
                  <a:lnTo>
                    <a:pt x="680" y="1046"/>
                  </a:lnTo>
                  <a:lnTo>
                    <a:pt x="680" y="1046"/>
                  </a:lnTo>
                  <a:lnTo>
                    <a:pt x="680" y="1046"/>
                  </a:lnTo>
                  <a:lnTo>
                    <a:pt x="680" y="1045"/>
                  </a:lnTo>
                  <a:lnTo>
                    <a:pt x="681" y="1045"/>
                  </a:lnTo>
                  <a:lnTo>
                    <a:pt x="681" y="1045"/>
                  </a:lnTo>
                  <a:lnTo>
                    <a:pt x="681" y="1043"/>
                  </a:lnTo>
                  <a:lnTo>
                    <a:pt x="681" y="1043"/>
                  </a:lnTo>
                  <a:lnTo>
                    <a:pt x="681" y="1042"/>
                  </a:lnTo>
                  <a:lnTo>
                    <a:pt x="681" y="1042"/>
                  </a:lnTo>
                  <a:lnTo>
                    <a:pt x="681" y="1042"/>
                  </a:lnTo>
                  <a:lnTo>
                    <a:pt x="681" y="1042"/>
                  </a:lnTo>
                  <a:lnTo>
                    <a:pt x="680" y="1041"/>
                  </a:lnTo>
                  <a:lnTo>
                    <a:pt x="680" y="1041"/>
                  </a:lnTo>
                  <a:lnTo>
                    <a:pt x="680" y="1040"/>
                  </a:lnTo>
                  <a:lnTo>
                    <a:pt x="679" y="1040"/>
                  </a:lnTo>
                  <a:lnTo>
                    <a:pt x="678" y="1040"/>
                  </a:lnTo>
                  <a:lnTo>
                    <a:pt x="678" y="1039"/>
                  </a:lnTo>
                  <a:lnTo>
                    <a:pt x="677" y="1038"/>
                  </a:lnTo>
                  <a:lnTo>
                    <a:pt x="676" y="1037"/>
                  </a:lnTo>
                  <a:lnTo>
                    <a:pt x="675" y="1037"/>
                  </a:lnTo>
                  <a:lnTo>
                    <a:pt x="675" y="1036"/>
                  </a:lnTo>
                  <a:lnTo>
                    <a:pt x="675" y="1037"/>
                  </a:lnTo>
                  <a:lnTo>
                    <a:pt x="675" y="1036"/>
                  </a:lnTo>
                  <a:lnTo>
                    <a:pt x="675" y="1036"/>
                  </a:lnTo>
                  <a:lnTo>
                    <a:pt x="676" y="1036"/>
                  </a:lnTo>
                  <a:lnTo>
                    <a:pt x="680" y="1036"/>
                  </a:lnTo>
                  <a:lnTo>
                    <a:pt x="680" y="1036"/>
                  </a:lnTo>
                  <a:lnTo>
                    <a:pt x="680" y="1037"/>
                  </a:lnTo>
                  <a:lnTo>
                    <a:pt x="681" y="1036"/>
                  </a:lnTo>
                  <a:lnTo>
                    <a:pt x="682" y="1037"/>
                  </a:lnTo>
                  <a:lnTo>
                    <a:pt x="684" y="1037"/>
                  </a:lnTo>
                  <a:lnTo>
                    <a:pt x="684" y="1037"/>
                  </a:lnTo>
                  <a:lnTo>
                    <a:pt x="687" y="1037"/>
                  </a:lnTo>
                  <a:lnTo>
                    <a:pt x="690" y="1036"/>
                  </a:lnTo>
                  <a:lnTo>
                    <a:pt x="693" y="1035"/>
                  </a:lnTo>
                  <a:lnTo>
                    <a:pt x="693" y="1033"/>
                  </a:lnTo>
                  <a:lnTo>
                    <a:pt x="696" y="1031"/>
                  </a:lnTo>
                  <a:lnTo>
                    <a:pt x="697" y="1026"/>
                  </a:lnTo>
                  <a:lnTo>
                    <a:pt x="697" y="1024"/>
                  </a:lnTo>
                  <a:lnTo>
                    <a:pt x="695" y="1024"/>
                  </a:lnTo>
                  <a:lnTo>
                    <a:pt x="695" y="1024"/>
                  </a:lnTo>
                  <a:lnTo>
                    <a:pt x="695" y="1024"/>
                  </a:lnTo>
                  <a:lnTo>
                    <a:pt x="697" y="1023"/>
                  </a:lnTo>
                  <a:lnTo>
                    <a:pt x="697" y="1024"/>
                  </a:lnTo>
                  <a:lnTo>
                    <a:pt x="701" y="1023"/>
                  </a:lnTo>
                  <a:lnTo>
                    <a:pt x="701" y="1023"/>
                  </a:lnTo>
                  <a:lnTo>
                    <a:pt x="702" y="1023"/>
                  </a:lnTo>
                  <a:lnTo>
                    <a:pt x="702" y="1023"/>
                  </a:lnTo>
                  <a:lnTo>
                    <a:pt x="704" y="1022"/>
                  </a:lnTo>
                  <a:lnTo>
                    <a:pt x="704" y="1021"/>
                  </a:lnTo>
                  <a:lnTo>
                    <a:pt x="705" y="1021"/>
                  </a:lnTo>
                  <a:lnTo>
                    <a:pt x="706" y="1022"/>
                  </a:lnTo>
                  <a:lnTo>
                    <a:pt x="706" y="1020"/>
                  </a:lnTo>
                  <a:lnTo>
                    <a:pt x="706" y="1021"/>
                  </a:lnTo>
                  <a:lnTo>
                    <a:pt x="706" y="1021"/>
                  </a:lnTo>
                  <a:lnTo>
                    <a:pt x="706" y="1021"/>
                  </a:lnTo>
                  <a:lnTo>
                    <a:pt x="707" y="1021"/>
                  </a:lnTo>
                  <a:lnTo>
                    <a:pt x="707" y="1020"/>
                  </a:lnTo>
                  <a:lnTo>
                    <a:pt x="708" y="1020"/>
                  </a:lnTo>
                  <a:lnTo>
                    <a:pt x="708" y="1020"/>
                  </a:lnTo>
                  <a:lnTo>
                    <a:pt x="709" y="1020"/>
                  </a:lnTo>
                  <a:lnTo>
                    <a:pt x="709" y="1020"/>
                  </a:lnTo>
                  <a:lnTo>
                    <a:pt x="710" y="1020"/>
                  </a:lnTo>
                  <a:lnTo>
                    <a:pt x="712" y="1019"/>
                  </a:lnTo>
                  <a:lnTo>
                    <a:pt x="712" y="1020"/>
                  </a:lnTo>
                  <a:lnTo>
                    <a:pt x="713" y="1020"/>
                  </a:lnTo>
                  <a:lnTo>
                    <a:pt x="714" y="1018"/>
                  </a:lnTo>
                  <a:lnTo>
                    <a:pt x="715" y="1018"/>
                  </a:lnTo>
                  <a:lnTo>
                    <a:pt x="715" y="1018"/>
                  </a:lnTo>
                  <a:lnTo>
                    <a:pt x="718" y="1017"/>
                  </a:lnTo>
                  <a:lnTo>
                    <a:pt x="720" y="1017"/>
                  </a:lnTo>
                  <a:lnTo>
                    <a:pt x="722" y="1017"/>
                  </a:lnTo>
                  <a:lnTo>
                    <a:pt x="723" y="1016"/>
                  </a:lnTo>
                  <a:lnTo>
                    <a:pt x="723" y="1017"/>
                  </a:lnTo>
                  <a:lnTo>
                    <a:pt x="726" y="1018"/>
                  </a:lnTo>
                  <a:lnTo>
                    <a:pt x="727" y="1018"/>
                  </a:lnTo>
                  <a:lnTo>
                    <a:pt x="727" y="1017"/>
                  </a:lnTo>
                  <a:lnTo>
                    <a:pt x="728" y="1017"/>
                  </a:lnTo>
                  <a:lnTo>
                    <a:pt x="729" y="1016"/>
                  </a:lnTo>
                  <a:lnTo>
                    <a:pt x="730" y="1016"/>
                  </a:lnTo>
                  <a:lnTo>
                    <a:pt x="732" y="1016"/>
                  </a:lnTo>
                  <a:lnTo>
                    <a:pt x="732" y="1017"/>
                  </a:lnTo>
                  <a:lnTo>
                    <a:pt x="732" y="1018"/>
                  </a:lnTo>
                  <a:lnTo>
                    <a:pt x="732" y="1019"/>
                  </a:lnTo>
                  <a:lnTo>
                    <a:pt x="732" y="1020"/>
                  </a:lnTo>
                  <a:lnTo>
                    <a:pt x="732" y="1020"/>
                  </a:lnTo>
                  <a:lnTo>
                    <a:pt x="732" y="1020"/>
                  </a:lnTo>
                  <a:lnTo>
                    <a:pt x="732" y="1020"/>
                  </a:lnTo>
                  <a:lnTo>
                    <a:pt x="732" y="1019"/>
                  </a:lnTo>
                  <a:lnTo>
                    <a:pt x="732" y="1019"/>
                  </a:lnTo>
                  <a:lnTo>
                    <a:pt x="732" y="1020"/>
                  </a:lnTo>
                  <a:lnTo>
                    <a:pt x="733" y="1020"/>
                  </a:lnTo>
                  <a:lnTo>
                    <a:pt x="736" y="1021"/>
                  </a:lnTo>
                  <a:lnTo>
                    <a:pt x="736" y="1022"/>
                  </a:lnTo>
                  <a:lnTo>
                    <a:pt x="737" y="1023"/>
                  </a:lnTo>
                  <a:lnTo>
                    <a:pt x="741" y="1024"/>
                  </a:lnTo>
                  <a:lnTo>
                    <a:pt x="745" y="1026"/>
                  </a:lnTo>
                  <a:lnTo>
                    <a:pt x="745" y="1027"/>
                  </a:lnTo>
                  <a:lnTo>
                    <a:pt x="746" y="1027"/>
                  </a:lnTo>
                  <a:lnTo>
                    <a:pt x="749" y="1029"/>
                  </a:lnTo>
                  <a:lnTo>
                    <a:pt x="757" y="1031"/>
                  </a:lnTo>
                  <a:lnTo>
                    <a:pt x="760" y="1032"/>
                  </a:lnTo>
                  <a:lnTo>
                    <a:pt x="762" y="1032"/>
                  </a:lnTo>
                  <a:lnTo>
                    <a:pt x="762" y="1032"/>
                  </a:lnTo>
                  <a:lnTo>
                    <a:pt x="763" y="1033"/>
                  </a:lnTo>
                  <a:lnTo>
                    <a:pt x="767" y="1034"/>
                  </a:lnTo>
                  <a:lnTo>
                    <a:pt x="768" y="1034"/>
                  </a:lnTo>
                  <a:lnTo>
                    <a:pt x="768" y="1034"/>
                  </a:lnTo>
                  <a:lnTo>
                    <a:pt x="769" y="1034"/>
                  </a:lnTo>
                  <a:lnTo>
                    <a:pt x="769" y="1034"/>
                  </a:lnTo>
                  <a:lnTo>
                    <a:pt x="773" y="1036"/>
                  </a:lnTo>
                  <a:lnTo>
                    <a:pt x="775" y="1036"/>
                  </a:lnTo>
                  <a:lnTo>
                    <a:pt x="776" y="1035"/>
                  </a:lnTo>
                  <a:lnTo>
                    <a:pt x="777" y="1035"/>
                  </a:lnTo>
                  <a:lnTo>
                    <a:pt x="779" y="1034"/>
                  </a:lnTo>
                  <a:lnTo>
                    <a:pt x="779" y="1033"/>
                  </a:lnTo>
                  <a:lnTo>
                    <a:pt x="780" y="1033"/>
                  </a:lnTo>
                  <a:lnTo>
                    <a:pt x="781" y="1032"/>
                  </a:lnTo>
                  <a:lnTo>
                    <a:pt x="782" y="1032"/>
                  </a:lnTo>
                  <a:lnTo>
                    <a:pt x="782" y="1032"/>
                  </a:lnTo>
                  <a:lnTo>
                    <a:pt x="783" y="1031"/>
                  </a:lnTo>
                  <a:lnTo>
                    <a:pt x="783" y="1031"/>
                  </a:lnTo>
                  <a:lnTo>
                    <a:pt x="784" y="1031"/>
                  </a:lnTo>
                  <a:lnTo>
                    <a:pt x="784" y="1031"/>
                  </a:lnTo>
                  <a:lnTo>
                    <a:pt x="785" y="1030"/>
                  </a:lnTo>
                  <a:lnTo>
                    <a:pt x="786" y="1030"/>
                  </a:lnTo>
                  <a:lnTo>
                    <a:pt x="786" y="1029"/>
                  </a:lnTo>
                  <a:lnTo>
                    <a:pt x="787" y="1029"/>
                  </a:lnTo>
                  <a:lnTo>
                    <a:pt x="787" y="1029"/>
                  </a:lnTo>
                  <a:lnTo>
                    <a:pt x="789" y="1029"/>
                  </a:lnTo>
                  <a:lnTo>
                    <a:pt x="790" y="1028"/>
                  </a:lnTo>
                  <a:lnTo>
                    <a:pt x="790" y="1027"/>
                  </a:lnTo>
                  <a:lnTo>
                    <a:pt x="790" y="1026"/>
                  </a:lnTo>
                  <a:lnTo>
                    <a:pt x="791" y="1025"/>
                  </a:lnTo>
                  <a:lnTo>
                    <a:pt x="792" y="1025"/>
                  </a:lnTo>
                  <a:lnTo>
                    <a:pt x="793" y="1024"/>
                  </a:lnTo>
                  <a:lnTo>
                    <a:pt x="794" y="1024"/>
                  </a:lnTo>
                  <a:lnTo>
                    <a:pt x="794" y="1024"/>
                  </a:lnTo>
                  <a:lnTo>
                    <a:pt x="794" y="1024"/>
                  </a:lnTo>
                  <a:lnTo>
                    <a:pt x="795" y="1024"/>
                  </a:lnTo>
                  <a:lnTo>
                    <a:pt x="796" y="1024"/>
                  </a:lnTo>
                  <a:lnTo>
                    <a:pt x="796" y="1024"/>
                  </a:lnTo>
                  <a:lnTo>
                    <a:pt x="797" y="1024"/>
                  </a:lnTo>
                  <a:lnTo>
                    <a:pt x="797" y="1024"/>
                  </a:lnTo>
                  <a:lnTo>
                    <a:pt x="798" y="1023"/>
                  </a:lnTo>
                  <a:lnTo>
                    <a:pt x="798" y="1023"/>
                  </a:lnTo>
                  <a:lnTo>
                    <a:pt x="799" y="1023"/>
                  </a:lnTo>
                  <a:lnTo>
                    <a:pt x="800" y="1023"/>
                  </a:lnTo>
                  <a:lnTo>
                    <a:pt x="801" y="1023"/>
                  </a:lnTo>
                  <a:lnTo>
                    <a:pt x="801" y="1023"/>
                  </a:lnTo>
                  <a:lnTo>
                    <a:pt x="802" y="1023"/>
                  </a:lnTo>
                  <a:lnTo>
                    <a:pt x="803" y="1022"/>
                  </a:lnTo>
                  <a:lnTo>
                    <a:pt x="803" y="1023"/>
                  </a:lnTo>
                  <a:lnTo>
                    <a:pt x="804" y="1023"/>
                  </a:lnTo>
                  <a:lnTo>
                    <a:pt x="804" y="1025"/>
                  </a:lnTo>
                  <a:lnTo>
                    <a:pt x="805" y="1026"/>
                  </a:lnTo>
                  <a:lnTo>
                    <a:pt x="806" y="1026"/>
                  </a:lnTo>
                  <a:lnTo>
                    <a:pt x="806" y="1026"/>
                  </a:lnTo>
                  <a:lnTo>
                    <a:pt x="807" y="1026"/>
                  </a:lnTo>
                  <a:lnTo>
                    <a:pt x="807" y="1026"/>
                  </a:lnTo>
                  <a:lnTo>
                    <a:pt x="808" y="1026"/>
                  </a:lnTo>
                  <a:lnTo>
                    <a:pt x="808" y="1026"/>
                  </a:lnTo>
                  <a:lnTo>
                    <a:pt x="810" y="1025"/>
                  </a:lnTo>
                  <a:lnTo>
                    <a:pt x="810" y="1025"/>
                  </a:lnTo>
                  <a:lnTo>
                    <a:pt x="811" y="1025"/>
                  </a:lnTo>
                  <a:lnTo>
                    <a:pt x="812" y="1025"/>
                  </a:lnTo>
                  <a:lnTo>
                    <a:pt x="812" y="1024"/>
                  </a:lnTo>
                  <a:lnTo>
                    <a:pt x="813" y="1024"/>
                  </a:lnTo>
                  <a:lnTo>
                    <a:pt x="814" y="1024"/>
                  </a:lnTo>
                  <a:lnTo>
                    <a:pt x="814" y="1025"/>
                  </a:lnTo>
                  <a:lnTo>
                    <a:pt x="814" y="1025"/>
                  </a:lnTo>
                  <a:lnTo>
                    <a:pt x="814" y="1026"/>
                  </a:lnTo>
                  <a:lnTo>
                    <a:pt x="814" y="1026"/>
                  </a:lnTo>
                  <a:lnTo>
                    <a:pt x="814" y="1026"/>
                  </a:lnTo>
                  <a:lnTo>
                    <a:pt x="816" y="1027"/>
                  </a:lnTo>
                  <a:lnTo>
                    <a:pt x="817" y="1026"/>
                  </a:lnTo>
                  <a:lnTo>
                    <a:pt x="819" y="1026"/>
                  </a:lnTo>
                  <a:lnTo>
                    <a:pt x="819" y="1027"/>
                  </a:lnTo>
                  <a:lnTo>
                    <a:pt x="820" y="1027"/>
                  </a:lnTo>
                  <a:lnTo>
                    <a:pt x="820" y="1029"/>
                  </a:lnTo>
                  <a:lnTo>
                    <a:pt x="820" y="1030"/>
                  </a:lnTo>
                  <a:lnTo>
                    <a:pt x="820" y="1030"/>
                  </a:lnTo>
                  <a:lnTo>
                    <a:pt x="820" y="1030"/>
                  </a:lnTo>
                  <a:lnTo>
                    <a:pt x="821" y="1030"/>
                  </a:lnTo>
                  <a:lnTo>
                    <a:pt x="822" y="1030"/>
                  </a:lnTo>
                  <a:lnTo>
                    <a:pt x="822" y="1029"/>
                  </a:lnTo>
                  <a:lnTo>
                    <a:pt x="824" y="1028"/>
                  </a:lnTo>
                  <a:lnTo>
                    <a:pt x="824" y="1028"/>
                  </a:lnTo>
                  <a:lnTo>
                    <a:pt x="825" y="1027"/>
                  </a:lnTo>
                  <a:lnTo>
                    <a:pt x="826" y="1027"/>
                  </a:lnTo>
                  <a:lnTo>
                    <a:pt x="826" y="1027"/>
                  </a:lnTo>
                  <a:lnTo>
                    <a:pt x="827" y="1029"/>
                  </a:lnTo>
                  <a:lnTo>
                    <a:pt x="828" y="1029"/>
                  </a:lnTo>
                  <a:lnTo>
                    <a:pt x="829" y="1029"/>
                  </a:lnTo>
                  <a:lnTo>
                    <a:pt x="830" y="1029"/>
                  </a:lnTo>
                  <a:lnTo>
                    <a:pt x="831" y="1029"/>
                  </a:lnTo>
                  <a:lnTo>
                    <a:pt x="831" y="1029"/>
                  </a:lnTo>
                  <a:lnTo>
                    <a:pt x="831" y="1029"/>
                  </a:lnTo>
                  <a:lnTo>
                    <a:pt x="831" y="1029"/>
                  </a:lnTo>
                  <a:lnTo>
                    <a:pt x="832" y="1029"/>
                  </a:lnTo>
                  <a:lnTo>
                    <a:pt x="832" y="1029"/>
                  </a:lnTo>
                  <a:lnTo>
                    <a:pt x="833" y="1028"/>
                  </a:lnTo>
                  <a:lnTo>
                    <a:pt x="834" y="1028"/>
                  </a:lnTo>
                  <a:lnTo>
                    <a:pt x="835" y="1028"/>
                  </a:lnTo>
                  <a:lnTo>
                    <a:pt x="835" y="1029"/>
                  </a:lnTo>
                  <a:lnTo>
                    <a:pt x="835" y="1029"/>
                  </a:lnTo>
                  <a:lnTo>
                    <a:pt x="837" y="1029"/>
                  </a:lnTo>
                  <a:lnTo>
                    <a:pt x="837" y="1029"/>
                  </a:lnTo>
                  <a:lnTo>
                    <a:pt x="837" y="1029"/>
                  </a:lnTo>
                  <a:lnTo>
                    <a:pt x="837" y="1029"/>
                  </a:lnTo>
                  <a:lnTo>
                    <a:pt x="839" y="1030"/>
                  </a:lnTo>
                  <a:lnTo>
                    <a:pt x="840" y="1030"/>
                  </a:lnTo>
                  <a:lnTo>
                    <a:pt x="840" y="1030"/>
                  </a:lnTo>
                  <a:lnTo>
                    <a:pt x="840" y="1030"/>
                  </a:lnTo>
                  <a:lnTo>
                    <a:pt x="840" y="1030"/>
                  </a:lnTo>
                  <a:lnTo>
                    <a:pt x="842" y="1030"/>
                  </a:lnTo>
                  <a:lnTo>
                    <a:pt x="842" y="1031"/>
                  </a:lnTo>
                  <a:lnTo>
                    <a:pt x="843" y="1031"/>
                  </a:lnTo>
                  <a:lnTo>
                    <a:pt x="843" y="1030"/>
                  </a:lnTo>
                  <a:lnTo>
                    <a:pt x="843" y="1030"/>
                  </a:lnTo>
                  <a:lnTo>
                    <a:pt x="845" y="1030"/>
                  </a:lnTo>
                  <a:lnTo>
                    <a:pt x="845" y="1030"/>
                  </a:lnTo>
                  <a:lnTo>
                    <a:pt x="846" y="1031"/>
                  </a:lnTo>
                  <a:lnTo>
                    <a:pt x="848" y="1031"/>
                  </a:lnTo>
                  <a:lnTo>
                    <a:pt x="848" y="1031"/>
                  </a:lnTo>
                  <a:lnTo>
                    <a:pt x="849" y="1030"/>
                  </a:lnTo>
                  <a:lnTo>
                    <a:pt x="850" y="1030"/>
                  </a:lnTo>
                  <a:lnTo>
                    <a:pt x="850" y="1031"/>
                  </a:lnTo>
                  <a:lnTo>
                    <a:pt x="850" y="1032"/>
                  </a:lnTo>
                  <a:lnTo>
                    <a:pt x="852" y="1033"/>
                  </a:lnTo>
                  <a:lnTo>
                    <a:pt x="853" y="1033"/>
                  </a:lnTo>
                  <a:lnTo>
                    <a:pt x="855" y="1033"/>
                  </a:lnTo>
                  <a:lnTo>
                    <a:pt x="856" y="1033"/>
                  </a:lnTo>
                  <a:lnTo>
                    <a:pt x="858" y="1033"/>
                  </a:lnTo>
                  <a:lnTo>
                    <a:pt x="858" y="1033"/>
                  </a:lnTo>
                  <a:lnTo>
                    <a:pt x="858" y="1034"/>
                  </a:lnTo>
                  <a:lnTo>
                    <a:pt x="858" y="1035"/>
                  </a:lnTo>
                  <a:lnTo>
                    <a:pt x="859" y="1035"/>
                  </a:lnTo>
                  <a:lnTo>
                    <a:pt x="860" y="1035"/>
                  </a:lnTo>
                  <a:lnTo>
                    <a:pt x="860" y="1034"/>
                  </a:lnTo>
                  <a:lnTo>
                    <a:pt x="862" y="1033"/>
                  </a:lnTo>
                  <a:lnTo>
                    <a:pt x="862" y="1033"/>
                  </a:lnTo>
                  <a:lnTo>
                    <a:pt x="862" y="1033"/>
                  </a:lnTo>
                  <a:lnTo>
                    <a:pt x="862" y="1033"/>
                  </a:lnTo>
                  <a:lnTo>
                    <a:pt x="863" y="1033"/>
                  </a:lnTo>
                  <a:lnTo>
                    <a:pt x="864" y="1033"/>
                  </a:lnTo>
                  <a:lnTo>
                    <a:pt x="866" y="1033"/>
                  </a:lnTo>
                  <a:lnTo>
                    <a:pt x="866" y="1033"/>
                  </a:lnTo>
                  <a:lnTo>
                    <a:pt x="866" y="1033"/>
                  </a:lnTo>
                  <a:lnTo>
                    <a:pt x="866" y="1033"/>
                  </a:lnTo>
                  <a:lnTo>
                    <a:pt x="866" y="1033"/>
                  </a:lnTo>
                  <a:lnTo>
                    <a:pt x="867" y="1033"/>
                  </a:lnTo>
                  <a:lnTo>
                    <a:pt x="867" y="1033"/>
                  </a:lnTo>
                  <a:lnTo>
                    <a:pt x="868" y="1033"/>
                  </a:lnTo>
                  <a:lnTo>
                    <a:pt x="869" y="1033"/>
                  </a:lnTo>
                  <a:lnTo>
                    <a:pt x="871" y="1033"/>
                  </a:lnTo>
                  <a:lnTo>
                    <a:pt x="871" y="1033"/>
                  </a:lnTo>
                  <a:lnTo>
                    <a:pt x="872" y="1033"/>
                  </a:lnTo>
                  <a:lnTo>
                    <a:pt x="874" y="1033"/>
                  </a:lnTo>
                  <a:lnTo>
                    <a:pt x="874" y="1033"/>
                  </a:lnTo>
                  <a:lnTo>
                    <a:pt x="875" y="1033"/>
                  </a:lnTo>
                  <a:lnTo>
                    <a:pt x="876" y="1033"/>
                  </a:lnTo>
                  <a:lnTo>
                    <a:pt x="877" y="1033"/>
                  </a:lnTo>
                  <a:lnTo>
                    <a:pt x="877" y="1034"/>
                  </a:lnTo>
                  <a:lnTo>
                    <a:pt x="879" y="1034"/>
                  </a:lnTo>
                  <a:lnTo>
                    <a:pt x="881" y="1034"/>
                  </a:lnTo>
                  <a:lnTo>
                    <a:pt x="884" y="1032"/>
                  </a:lnTo>
                  <a:lnTo>
                    <a:pt x="884" y="1032"/>
                  </a:lnTo>
                  <a:lnTo>
                    <a:pt x="886" y="1033"/>
                  </a:lnTo>
                  <a:lnTo>
                    <a:pt x="886" y="1033"/>
                  </a:lnTo>
                  <a:lnTo>
                    <a:pt x="887" y="1033"/>
                  </a:lnTo>
                  <a:lnTo>
                    <a:pt x="888" y="1033"/>
                  </a:lnTo>
                  <a:lnTo>
                    <a:pt x="888" y="1033"/>
                  </a:lnTo>
                  <a:lnTo>
                    <a:pt x="889" y="1033"/>
                  </a:lnTo>
                  <a:lnTo>
                    <a:pt x="889" y="1032"/>
                  </a:lnTo>
                  <a:lnTo>
                    <a:pt x="890" y="1032"/>
                  </a:lnTo>
                  <a:lnTo>
                    <a:pt x="891" y="1031"/>
                  </a:lnTo>
                  <a:lnTo>
                    <a:pt x="890" y="1030"/>
                  </a:lnTo>
                  <a:lnTo>
                    <a:pt x="890" y="1030"/>
                  </a:lnTo>
                  <a:lnTo>
                    <a:pt x="890" y="1029"/>
                  </a:lnTo>
                  <a:lnTo>
                    <a:pt x="892" y="1028"/>
                  </a:lnTo>
                  <a:lnTo>
                    <a:pt x="892" y="1027"/>
                  </a:lnTo>
                  <a:lnTo>
                    <a:pt x="892" y="1027"/>
                  </a:lnTo>
                  <a:lnTo>
                    <a:pt x="892" y="1027"/>
                  </a:lnTo>
                  <a:lnTo>
                    <a:pt x="893" y="1027"/>
                  </a:lnTo>
                  <a:lnTo>
                    <a:pt x="895" y="1026"/>
                  </a:lnTo>
                  <a:lnTo>
                    <a:pt x="896" y="1026"/>
                  </a:lnTo>
                  <a:lnTo>
                    <a:pt x="897" y="1026"/>
                  </a:lnTo>
                  <a:lnTo>
                    <a:pt x="897" y="1027"/>
                  </a:lnTo>
                  <a:lnTo>
                    <a:pt x="897" y="1028"/>
                  </a:lnTo>
                  <a:lnTo>
                    <a:pt x="897" y="1028"/>
                  </a:lnTo>
                  <a:lnTo>
                    <a:pt x="898" y="1028"/>
                  </a:lnTo>
                  <a:lnTo>
                    <a:pt x="900" y="1029"/>
                  </a:lnTo>
                  <a:lnTo>
                    <a:pt x="900" y="1030"/>
                  </a:lnTo>
                  <a:lnTo>
                    <a:pt x="901" y="1030"/>
                  </a:lnTo>
                  <a:lnTo>
                    <a:pt x="901" y="1030"/>
                  </a:lnTo>
                  <a:lnTo>
                    <a:pt x="901" y="1030"/>
                  </a:lnTo>
                  <a:lnTo>
                    <a:pt x="901" y="1031"/>
                  </a:lnTo>
                  <a:lnTo>
                    <a:pt x="901" y="1031"/>
                  </a:lnTo>
                  <a:lnTo>
                    <a:pt x="902" y="1030"/>
                  </a:lnTo>
                  <a:lnTo>
                    <a:pt x="902" y="1030"/>
                  </a:lnTo>
                  <a:lnTo>
                    <a:pt x="904" y="1030"/>
                  </a:lnTo>
                  <a:lnTo>
                    <a:pt x="905" y="1030"/>
                  </a:lnTo>
                  <a:lnTo>
                    <a:pt x="906" y="1030"/>
                  </a:lnTo>
                  <a:lnTo>
                    <a:pt x="909" y="1031"/>
                  </a:lnTo>
                  <a:lnTo>
                    <a:pt x="910" y="1031"/>
                  </a:lnTo>
                  <a:lnTo>
                    <a:pt x="912" y="1033"/>
                  </a:lnTo>
                  <a:lnTo>
                    <a:pt x="914" y="1033"/>
                  </a:lnTo>
                  <a:lnTo>
                    <a:pt x="915" y="1033"/>
                  </a:lnTo>
                  <a:lnTo>
                    <a:pt x="916" y="1032"/>
                  </a:lnTo>
                  <a:lnTo>
                    <a:pt x="917" y="1031"/>
                  </a:lnTo>
                  <a:lnTo>
                    <a:pt x="917" y="1031"/>
                  </a:lnTo>
                  <a:lnTo>
                    <a:pt x="918" y="1029"/>
                  </a:lnTo>
                  <a:lnTo>
                    <a:pt x="919" y="1029"/>
                  </a:lnTo>
                  <a:lnTo>
                    <a:pt x="919" y="1030"/>
                  </a:lnTo>
                  <a:lnTo>
                    <a:pt x="919" y="1030"/>
                  </a:lnTo>
                  <a:lnTo>
                    <a:pt x="919" y="1029"/>
                  </a:lnTo>
                  <a:lnTo>
                    <a:pt x="920" y="1029"/>
                  </a:lnTo>
                  <a:lnTo>
                    <a:pt x="920" y="1029"/>
                  </a:lnTo>
                  <a:lnTo>
                    <a:pt x="920" y="1029"/>
                  </a:lnTo>
                  <a:lnTo>
                    <a:pt x="921" y="1028"/>
                  </a:lnTo>
                  <a:lnTo>
                    <a:pt x="921" y="1028"/>
                  </a:lnTo>
                  <a:lnTo>
                    <a:pt x="923" y="1026"/>
                  </a:lnTo>
                  <a:lnTo>
                    <a:pt x="923" y="1026"/>
                  </a:lnTo>
                  <a:lnTo>
                    <a:pt x="923" y="1025"/>
                  </a:lnTo>
                  <a:lnTo>
                    <a:pt x="925" y="1024"/>
                  </a:lnTo>
                  <a:lnTo>
                    <a:pt x="926" y="1024"/>
                  </a:lnTo>
                  <a:lnTo>
                    <a:pt x="926" y="1025"/>
                  </a:lnTo>
                  <a:lnTo>
                    <a:pt x="927" y="1025"/>
                  </a:lnTo>
                  <a:lnTo>
                    <a:pt x="932" y="1024"/>
                  </a:lnTo>
                  <a:lnTo>
                    <a:pt x="936" y="1025"/>
                  </a:lnTo>
                  <a:lnTo>
                    <a:pt x="936" y="1026"/>
                  </a:lnTo>
                  <a:lnTo>
                    <a:pt x="937" y="1026"/>
                  </a:lnTo>
                  <a:lnTo>
                    <a:pt x="938" y="1027"/>
                  </a:lnTo>
                  <a:lnTo>
                    <a:pt x="938" y="1027"/>
                  </a:lnTo>
                  <a:lnTo>
                    <a:pt x="941" y="1025"/>
                  </a:lnTo>
                  <a:lnTo>
                    <a:pt x="942" y="1025"/>
                  </a:lnTo>
                  <a:lnTo>
                    <a:pt x="943" y="1025"/>
                  </a:lnTo>
                  <a:lnTo>
                    <a:pt x="942" y="1025"/>
                  </a:lnTo>
                  <a:lnTo>
                    <a:pt x="943" y="1026"/>
                  </a:lnTo>
                  <a:lnTo>
                    <a:pt x="943" y="1025"/>
                  </a:lnTo>
                  <a:lnTo>
                    <a:pt x="945" y="1025"/>
                  </a:lnTo>
                  <a:lnTo>
                    <a:pt x="945" y="1025"/>
                  </a:lnTo>
                  <a:lnTo>
                    <a:pt x="945" y="1026"/>
                  </a:lnTo>
                  <a:lnTo>
                    <a:pt x="945" y="1027"/>
                  </a:lnTo>
                  <a:lnTo>
                    <a:pt x="945" y="1027"/>
                  </a:lnTo>
                  <a:lnTo>
                    <a:pt x="945" y="1027"/>
                  </a:lnTo>
                  <a:lnTo>
                    <a:pt x="945" y="1029"/>
                  </a:lnTo>
                  <a:lnTo>
                    <a:pt x="945" y="1029"/>
                  </a:lnTo>
                  <a:lnTo>
                    <a:pt x="945" y="1029"/>
                  </a:lnTo>
                  <a:lnTo>
                    <a:pt x="945" y="1030"/>
                  </a:lnTo>
                  <a:lnTo>
                    <a:pt x="946" y="1030"/>
                  </a:lnTo>
                  <a:lnTo>
                    <a:pt x="949" y="1032"/>
                  </a:lnTo>
                  <a:lnTo>
                    <a:pt x="952" y="1033"/>
                  </a:lnTo>
                  <a:lnTo>
                    <a:pt x="953" y="1033"/>
                  </a:lnTo>
                  <a:lnTo>
                    <a:pt x="953" y="1032"/>
                  </a:lnTo>
                  <a:lnTo>
                    <a:pt x="953" y="1032"/>
                  </a:lnTo>
                  <a:lnTo>
                    <a:pt x="953" y="1031"/>
                  </a:lnTo>
                  <a:lnTo>
                    <a:pt x="953" y="1031"/>
                  </a:lnTo>
                  <a:lnTo>
                    <a:pt x="953" y="1030"/>
                  </a:lnTo>
                  <a:lnTo>
                    <a:pt x="954" y="1030"/>
                  </a:lnTo>
                  <a:lnTo>
                    <a:pt x="954" y="1030"/>
                  </a:lnTo>
                  <a:lnTo>
                    <a:pt x="957" y="1031"/>
                  </a:lnTo>
                  <a:lnTo>
                    <a:pt x="958" y="1033"/>
                  </a:lnTo>
                  <a:lnTo>
                    <a:pt x="959" y="1033"/>
                  </a:lnTo>
                  <a:lnTo>
                    <a:pt x="958" y="1033"/>
                  </a:lnTo>
                  <a:lnTo>
                    <a:pt x="958" y="1034"/>
                  </a:lnTo>
                  <a:lnTo>
                    <a:pt x="959" y="1035"/>
                  </a:lnTo>
                  <a:lnTo>
                    <a:pt x="960" y="1036"/>
                  </a:lnTo>
                  <a:lnTo>
                    <a:pt x="960" y="1037"/>
                  </a:lnTo>
                  <a:lnTo>
                    <a:pt x="961" y="1037"/>
                  </a:lnTo>
                  <a:lnTo>
                    <a:pt x="962" y="1038"/>
                  </a:lnTo>
                  <a:lnTo>
                    <a:pt x="962" y="1038"/>
                  </a:lnTo>
                  <a:lnTo>
                    <a:pt x="962" y="1039"/>
                  </a:lnTo>
                  <a:lnTo>
                    <a:pt x="962" y="1040"/>
                  </a:lnTo>
                  <a:lnTo>
                    <a:pt x="962" y="1041"/>
                  </a:lnTo>
                  <a:lnTo>
                    <a:pt x="962" y="1042"/>
                  </a:lnTo>
                  <a:lnTo>
                    <a:pt x="963" y="1044"/>
                  </a:lnTo>
                  <a:lnTo>
                    <a:pt x="966" y="1047"/>
                  </a:lnTo>
                  <a:lnTo>
                    <a:pt x="970" y="1049"/>
                  </a:lnTo>
                  <a:lnTo>
                    <a:pt x="971" y="1050"/>
                  </a:lnTo>
                  <a:lnTo>
                    <a:pt x="974" y="1051"/>
                  </a:lnTo>
                  <a:lnTo>
                    <a:pt x="975" y="1053"/>
                  </a:lnTo>
                  <a:lnTo>
                    <a:pt x="974" y="1055"/>
                  </a:lnTo>
                  <a:lnTo>
                    <a:pt x="974" y="1055"/>
                  </a:lnTo>
                  <a:lnTo>
                    <a:pt x="973" y="1059"/>
                  </a:lnTo>
                  <a:lnTo>
                    <a:pt x="974" y="1063"/>
                  </a:lnTo>
                  <a:lnTo>
                    <a:pt x="975" y="1065"/>
                  </a:lnTo>
                  <a:lnTo>
                    <a:pt x="975" y="1066"/>
                  </a:lnTo>
                  <a:lnTo>
                    <a:pt x="975" y="1068"/>
                  </a:lnTo>
                  <a:lnTo>
                    <a:pt x="976" y="1068"/>
                  </a:lnTo>
                  <a:lnTo>
                    <a:pt x="978" y="1069"/>
                  </a:lnTo>
                  <a:lnTo>
                    <a:pt x="978" y="1069"/>
                  </a:lnTo>
                  <a:lnTo>
                    <a:pt x="977" y="1070"/>
                  </a:lnTo>
                  <a:lnTo>
                    <a:pt x="977" y="1070"/>
                  </a:lnTo>
                  <a:lnTo>
                    <a:pt x="977" y="1070"/>
                  </a:lnTo>
                  <a:lnTo>
                    <a:pt x="977" y="1071"/>
                  </a:lnTo>
                  <a:lnTo>
                    <a:pt x="978" y="1073"/>
                  </a:lnTo>
                  <a:lnTo>
                    <a:pt x="977" y="1075"/>
                  </a:lnTo>
                  <a:lnTo>
                    <a:pt x="977" y="1077"/>
                  </a:lnTo>
                  <a:lnTo>
                    <a:pt x="978" y="1079"/>
                  </a:lnTo>
                  <a:lnTo>
                    <a:pt x="978" y="1079"/>
                  </a:lnTo>
                  <a:lnTo>
                    <a:pt x="978" y="1081"/>
                  </a:lnTo>
                  <a:lnTo>
                    <a:pt x="979" y="1081"/>
                  </a:lnTo>
                  <a:lnTo>
                    <a:pt x="979" y="1081"/>
                  </a:lnTo>
                  <a:lnTo>
                    <a:pt x="980" y="1082"/>
                  </a:lnTo>
                  <a:lnTo>
                    <a:pt x="981" y="1082"/>
                  </a:lnTo>
                  <a:lnTo>
                    <a:pt x="981" y="1083"/>
                  </a:lnTo>
                  <a:lnTo>
                    <a:pt x="983" y="1083"/>
                  </a:lnTo>
                  <a:lnTo>
                    <a:pt x="983" y="1084"/>
                  </a:lnTo>
                  <a:lnTo>
                    <a:pt x="984" y="1085"/>
                  </a:lnTo>
                  <a:lnTo>
                    <a:pt x="984" y="1085"/>
                  </a:lnTo>
                  <a:lnTo>
                    <a:pt x="984" y="1085"/>
                  </a:lnTo>
                  <a:lnTo>
                    <a:pt x="984" y="1086"/>
                  </a:lnTo>
                  <a:lnTo>
                    <a:pt x="983" y="1086"/>
                  </a:lnTo>
                  <a:lnTo>
                    <a:pt x="982" y="1087"/>
                  </a:lnTo>
                  <a:lnTo>
                    <a:pt x="982" y="1086"/>
                  </a:lnTo>
                  <a:lnTo>
                    <a:pt x="981" y="1086"/>
                  </a:lnTo>
                  <a:lnTo>
                    <a:pt x="980" y="1085"/>
                  </a:lnTo>
                  <a:lnTo>
                    <a:pt x="980" y="1086"/>
                  </a:lnTo>
                  <a:lnTo>
                    <a:pt x="980" y="1087"/>
                  </a:lnTo>
                  <a:lnTo>
                    <a:pt x="979" y="1087"/>
                  </a:lnTo>
                  <a:lnTo>
                    <a:pt x="979" y="1088"/>
                  </a:lnTo>
                  <a:lnTo>
                    <a:pt x="980" y="1088"/>
                  </a:lnTo>
                  <a:lnTo>
                    <a:pt x="980" y="1089"/>
                  </a:lnTo>
                  <a:lnTo>
                    <a:pt x="981" y="1089"/>
                  </a:lnTo>
                  <a:lnTo>
                    <a:pt x="981" y="1089"/>
                  </a:lnTo>
                  <a:lnTo>
                    <a:pt x="981" y="1088"/>
                  </a:lnTo>
                  <a:lnTo>
                    <a:pt x="981" y="1089"/>
                  </a:lnTo>
                  <a:lnTo>
                    <a:pt x="981" y="1089"/>
                  </a:lnTo>
                  <a:lnTo>
                    <a:pt x="981" y="1089"/>
                  </a:lnTo>
                  <a:lnTo>
                    <a:pt x="981" y="1089"/>
                  </a:lnTo>
                  <a:lnTo>
                    <a:pt x="981" y="1090"/>
                  </a:lnTo>
                  <a:lnTo>
                    <a:pt x="979" y="1091"/>
                  </a:lnTo>
                  <a:lnTo>
                    <a:pt x="979" y="1091"/>
                  </a:lnTo>
                  <a:lnTo>
                    <a:pt x="979" y="1091"/>
                  </a:lnTo>
                  <a:lnTo>
                    <a:pt x="979" y="1092"/>
                  </a:lnTo>
                  <a:lnTo>
                    <a:pt x="979" y="1093"/>
                  </a:lnTo>
                  <a:lnTo>
                    <a:pt x="980" y="1093"/>
                  </a:lnTo>
                  <a:lnTo>
                    <a:pt x="980" y="1094"/>
                  </a:lnTo>
                  <a:lnTo>
                    <a:pt x="981" y="1094"/>
                  </a:lnTo>
                  <a:lnTo>
                    <a:pt x="983" y="1094"/>
                  </a:lnTo>
                  <a:lnTo>
                    <a:pt x="983" y="1095"/>
                  </a:lnTo>
                  <a:lnTo>
                    <a:pt x="982" y="1095"/>
                  </a:lnTo>
                  <a:lnTo>
                    <a:pt x="983" y="1095"/>
                  </a:lnTo>
                  <a:lnTo>
                    <a:pt x="983" y="1096"/>
                  </a:lnTo>
                  <a:lnTo>
                    <a:pt x="982" y="1096"/>
                  </a:lnTo>
                  <a:lnTo>
                    <a:pt x="981" y="1098"/>
                  </a:lnTo>
                  <a:lnTo>
                    <a:pt x="981" y="1098"/>
                  </a:lnTo>
                  <a:lnTo>
                    <a:pt x="981" y="1099"/>
                  </a:lnTo>
                  <a:lnTo>
                    <a:pt x="980" y="1099"/>
                  </a:lnTo>
                  <a:lnTo>
                    <a:pt x="979" y="1100"/>
                  </a:lnTo>
                  <a:lnTo>
                    <a:pt x="979" y="1101"/>
                  </a:lnTo>
                  <a:lnTo>
                    <a:pt x="979" y="1101"/>
                  </a:lnTo>
                  <a:lnTo>
                    <a:pt x="979" y="1102"/>
                  </a:lnTo>
                  <a:lnTo>
                    <a:pt x="979" y="1103"/>
                  </a:lnTo>
                  <a:lnTo>
                    <a:pt x="977" y="1104"/>
                  </a:lnTo>
                  <a:lnTo>
                    <a:pt x="977" y="1106"/>
                  </a:lnTo>
                  <a:lnTo>
                    <a:pt x="976" y="1106"/>
                  </a:lnTo>
                  <a:lnTo>
                    <a:pt x="975" y="1107"/>
                  </a:lnTo>
                  <a:lnTo>
                    <a:pt x="975" y="1107"/>
                  </a:lnTo>
                  <a:lnTo>
                    <a:pt x="975" y="1107"/>
                  </a:lnTo>
                  <a:lnTo>
                    <a:pt x="975" y="1107"/>
                  </a:lnTo>
                  <a:lnTo>
                    <a:pt x="975" y="1108"/>
                  </a:lnTo>
                  <a:lnTo>
                    <a:pt x="975" y="1109"/>
                  </a:lnTo>
                  <a:lnTo>
                    <a:pt x="975" y="1109"/>
                  </a:lnTo>
                  <a:lnTo>
                    <a:pt x="975" y="1109"/>
                  </a:lnTo>
                  <a:lnTo>
                    <a:pt x="975" y="1111"/>
                  </a:lnTo>
                  <a:lnTo>
                    <a:pt x="975" y="1111"/>
                  </a:lnTo>
                  <a:lnTo>
                    <a:pt x="973" y="1111"/>
                  </a:lnTo>
                  <a:lnTo>
                    <a:pt x="973" y="1112"/>
                  </a:lnTo>
                  <a:lnTo>
                    <a:pt x="973" y="1112"/>
                  </a:lnTo>
                  <a:lnTo>
                    <a:pt x="973" y="1113"/>
                  </a:lnTo>
                  <a:lnTo>
                    <a:pt x="972" y="1114"/>
                  </a:lnTo>
                  <a:lnTo>
                    <a:pt x="972" y="1115"/>
                  </a:lnTo>
                  <a:lnTo>
                    <a:pt x="971" y="1115"/>
                  </a:lnTo>
                  <a:lnTo>
                    <a:pt x="971" y="1115"/>
                  </a:lnTo>
                  <a:lnTo>
                    <a:pt x="971" y="1115"/>
                  </a:lnTo>
                  <a:lnTo>
                    <a:pt x="970" y="1114"/>
                  </a:lnTo>
                  <a:lnTo>
                    <a:pt x="970" y="1114"/>
                  </a:lnTo>
                  <a:lnTo>
                    <a:pt x="968" y="1115"/>
                  </a:lnTo>
                  <a:lnTo>
                    <a:pt x="968" y="1115"/>
                  </a:lnTo>
                  <a:lnTo>
                    <a:pt x="967" y="1116"/>
                  </a:lnTo>
                  <a:lnTo>
                    <a:pt x="967" y="1118"/>
                  </a:lnTo>
                  <a:lnTo>
                    <a:pt x="967" y="1119"/>
                  </a:lnTo>
                  <a:lnTo>
                    <a:pt x="968" y="1120"/>
                  </a:lnTo>
                  <a:lnTo>
                    <a:pt x="968" y="1121"/>
                  </a:lnTo>
                  <a:lnTo>
                    <a:pt x="966" y="1122"/>
                  </a:lnTo>
                  <a:lnTo>
                    <a:pt x="966" y="1123"/>
                  </a:lnTo>
                  <a:lnTo>
                    <a:pt x="964" y="1125"/>
                  </a:lnTo>
                  <a:lnTo>
                    <a:pt x="964" y="1125"/>
                  </a:lnTo>
                  <a:lnTo>
                    <a:pt x="964" y="1125"/>
                  </a:lnTo>
                  <a:lnTo>
                    <a:pt x="963" y="1126"/>
                  </a:lnTo>
                  <a:lnTo>
                    <a:pt x="962" y="1126"/>
                  </a:lnTo>
                  <a:lnTo>
                    <a:pt x="962" y="1126"/>
                  </a:lnTo>
                  <a:lnTo>
                    <a:pt x="962" y="1128"/>
                  </a:lnTo>
                  <a:lnTo>
                    <a:pt x="961" y="1128"/>
                  </a:lnTo>
                  <a:lnTo>
                    <a:pt x="960" y="1128"/>
                  </a:lnTo>
                  <a:lnTo>
                    <a:pt x="960" y="1128"/>
                  </a:lnTo>
                  <a:lnTo>
                    <a:pt x="960" y="1128"/>
                  </a:lnTo>
                  <a:lnTo>
                    <a:pt x="959" y="1129"/>
                  </a:lnTo>
                  <a:lnTo>
                    <a:pt x="959" y="1129"/>
                  </a:lnTo>
                  <a:lnTo>
                    <a:pt x="960" y="1129"/>
                  </a:lnTo>
                  <a:lnTo>
                    <a:pt x="960" y="1130"/>
                  </a:lnTo>
                  <a:lnTo>
                    <a:pt x="959" y="1130"/>
                  </a:lnTo>
                  <a:lnTo>
                    <a:pt x="958" y="1132"/>
                  </a:lnTo>
                  <a:lnTo>
                    <a:pt x="958" y="1133"/>
                  </a:lnTo>
                  <a:lnTo>
                    <a:pt x="957" y="1133"/>
                  </a:lnTo>
                  <a:lnTo>
                    <a:pt x="957" y="1133"/>
                  </a:lnTo>
                  <a:lnTo>
                    <a:pt x="956" y="1134"/>
                  </a:lnTo>
                  <a:lnTo>
                    <a:pt x="956" y="1135"/>
                  </a:lnTo>
                  <a:lnTo>
                    <a:pt x="955" y="1135"/>
                  </a:lnTo>
                  <a:lnTo>
                    <a:pt x="955" y="1136"/>
                  </a:lnTo>
                  <a:lnTo>
                    <a:pt x="954" y="1137"/>
                  </a:lnTo>
                  <a:lnTo>
                    <a:pt x="953" y="1137"/>
                  </a:lnTo>
                  <a:lnTo>
                    <a:pt x="953" y="1138"/>
                  </a:lnTo>
                  <a:lnTo>
                    <a:pt x="953" y="1139"/>
                  </a:lnTo>
                  <a:lnTo>
                    <a:pt x="952" y="1140"/>
                  </a:lnTo>
                  <a:lnTo>
                    <a:pt x="951" y="1140"/>
                  </a:lnTo>
                  <a:lnTo>
                    <a:pt x="950" y="1140"/>
                  </a:lnTo>
                  <a:lnTo>
                    <a:pt x="949" y="1141"/>
                  </a:lnTo>
                  <a:lnTo>
                    <a:pt x="949" y="1142"/>
                  </a:lnTo>
                  <a:lnTo>
                    <a:pt x="949" y="1143"/>
                  </a:lnTo>
                  <a:lnTo>
                    <a:pt x="948" y="1144"/>
                  </a:lnTo>
                  <a:lnTo>
                    <a:pt x="947" y="1145"/>
                  </a:lnTo>
                  <a:lnTo>
                    <a:pt x="947" y="1146"/>
                  </a:lnTo>
                  <a:lnTo>
                    <a:pt x="946" y="1147"/>
                  </a:lnTo>
                  <a:lnTo>
                    <a:pt x="946" y="1148"/>
                  </a:lnTo>
                  <a:lnTo>
                    <a:pt x="944" y="1151"/>
                  </a:lnTo>
                  <a:lnTo>
                    <a:pt x="943" y="1154"/>
                  </a:lnTo>
                  <a:lnTo>
                    <a:pt x="942" y="1154"/>
                  </a:lnTo>
                  <a:lnTo>
                    <a:pt x="940" y="1161"/>
                  </a:lnTo>
                  <a:lnTo>
                    <a:pt x="940" y="1161"/>
                  </a:lnTo>
                  <a:lnTo>
                    <a:pt x="940" y="1162"/>
                  </a:lnTo>
                  <a:lnTo>
                    <a:pt x="939" y="1163"/>
                  </a:lnTo>
                  <a:lnTo>
                    <a:pt x="939" y="1163"/>
                  </a:lnTo>
                  <a:lnTo>
                    <a:pt x="938" y="1164"/>
                  </a:lnTo>
                  <a:lnTo>
                    <a:pt x="938" y="1164"/>
                  </a:lnTo>
                  <a:lnTo>
                    <a:pt x="937" y="1167"/>
                  </a:lnTo>
                  <a:lnTo>
                    <a:pt x="936" y="1169"/>
                  </a:lnTo>
                  <a:lnTo>
                    <a:pt x="936" y="1169"/>
                  </a:lnTo>
                  <a:lnTo>
                    <a:pt x="936" y="1170"/>
                  </a:lnTo>
                  <a:lnTo>
                    <a:pt x="936" y="1173"/>
                  </a:lnTo>
                  <a:lnTo>
                    <a:pt x="935" y="1176"/>
                  </a:lnTo>
                  <a:lnTo>
                    <a:pt x="933" y="1180"/>
                  </a:lnTo>
                  <a:lnTo>
                    <a:pt x="932" y="1183"/>
                  </a:lnTo>
                  <a:lnTo>
                    <a:pt x="932" y="1186"/>
                  </a:lnTo>
                  <a:lnTo>
                    <a:pt x="932" y="1192"/>
                  </a:lnTo>
                  <a:lnTo>
                    <a:pt x="932" y="1193"/>
                  </a:lnTo>
                  <a:lnTo>
                    <a:pt x="933" y="1196"/>
                  </a:lnTo>
                  <a:lnTo>
                    <a:pt x="933" y="1197"/>
                  </a:lnTo>
                  <a:lnTo>
                    <a:pt x="934" y="1197"/>
                  </a:lnTo>
                  <a:lnTo>
                    <a:pt x="935" y="1197"/>
                  </a:lnTo>
                  <a:lnTo>
                    <a:pt x="936" y="1197"/>
                  </a:lnTo>
                  <a:lnTo>
                    <a:pt x="936" y="1198"/>
                  </a:lnTo>
                  <a:lnTo>
                    <a:pt x="937" y="1198"/>
                  </a:lnTo>
                  <a:lnTo>
                    <a:pt x="937" y="1198"/>
                  </a:lnTo>
                  <a:lnTo>
                    <a:pt x="937" y="1198"/>
                  </a:lnTo>
                  <a:lnTo>
                    <a:pt x="937" y="1198"/>
                  </a:lnTo>
                  <a:lnTo>
                    <a:pt x="936" y="1199"/>
                  </a:lnTo>
                  <a:lnTo>
                    <a:pt x="935" y="1199"/>
                  </a:lnTo>
                  <a:lnTo>
                    <a:pt x="935" y="1200"/>
                  </a:lnTo>
                  <a:lnTo>
                    <a:pt x="935" y="1200"/>
                  </a:lnTo>
                  <a:lnTo>
                    <a:pt x="935" y="1200"/>
                  </a:lnTo>
                  <a:lnTo>
                    <a:pt x="936" y="1201"/>
                  </a:lnTo>
                  <a:lnTo>
                    <a:pt x="936" y="1201"/>
                  </a:lnTo>
                  <a:lnTo>
                    <a:pt x="936" y="1202"/>
                  </a:lnTo>
                  <a:lnTo>
                    <a:pt x="936" y="1202"/>
                  </a:lnTo>
                  <a:lnTo>
                    <a:pt x="936" y="1202"/>
                  </a:lnTo>
                  <a:lnTo>
                    <a:pt x="936" y="1202"/>
                  </a:lnTo>
                  <a:lnTo>
                    <a:pt x="936" y="1203"/>
                  </a:lnTo>
                  <a:lnTo>
                    <a:pt x="936" y="1205"/>
                  </a:lnTo>
                  <a:lnTo>
                    <a:pt x="934" y="1207"/>
                  </a:lnTo>
                  <a:lnTo>
                    <a:pt x="934" y="1208"/>
                  </a:lnTo>
                  <a:lnTo>
                    <a:pt x="933" y="1209"/>
                  </a:lnTo>
                  <a:lnTo>
                    <a:pt x="932" y="1211"/>
                  </a:lnTo>
                  <a:lnTo>
                    <a:pt x="933" y="1211"/>
                  </a:lnTo>
                  <a:lnTo>
                    <a:pt x="933" y="1211"/>
                  </a:lnTo>
                  <a:lnTo>
                    <a:pt x="932" y="1211"/>
                  </a:lnTo>
                  <a:lnTo>
                    <a:pt x="932" y="1211"/>
                  </a:lnTo>
                  <a:lnTo>
                    <a:pt x="932" y="1212"/>
                  </a:lnTo>
                  <a:lnTo>
                    <a:pt x="931" y="1214"/>
                  </a:lnTo>
                  <a:lnTo>
                    <a:pt x="931" y="1214"/>
                  </a:lnTo>
                  <a:lnTo>
                    <a:pt x="930" y="1215"/>
                  </a:lnTo>
                  <a:lnTo>
                    <a:pt x="930" y="1216"/>
                  </a:lnTo>
                  <a:lnTo>
                    <a:pt x="930" y="1216"/>
                  </a:lnTo>
                  <a:lnTo>
                    <a:pt x="929" y="1217"/>
                  </a:lnTo>
                  <a:lnTo>
                    <a:pt x="929" y="1218"/>
                  </a:lnTo>
                  <a:lnTo>
                    <a:pt x="929" y="1219"/>
                  </a:lnTo>
                  <a:lnTo>
                    <a:pt x="927" y="1220"/>
                  </a:lnTo>
                  <a:lnTo>
                    <a:pt x="927" y="1222"/>
                  </a:lnTo>
                  <a:lnTo>
                    <a:pt x="927" y="1222"/>
                  </a:lnTo>
                  <a:lnTo>
                    <a:pt x="927" y="1222"/>
                  </a:lnTo>
                  <a:lnTo>
                    <a:pt x="927" y="1222"/>
                  </a:lnTo>
                  <a:lnTo>
                    <a:pt x="927" y="1223"/>
                  </a:lnTo>
                  <a:lnTo>
                    <a:pt x="927" y="1223"/>
                  </a:lnTo>
                  <a:lnTo>
                    <a:pt x="927" y="1224"/>
                  </a:lnTo>
                  <a:lnTo>
                    <a:pt x="926" y="1224"/>
                  </a:lnTo>
                  <a:lnTo>
                    <a:pt x="926" y="1224"/>
                  </a:lnTo>
                  <a:lnTo>
                    <a:pt x="926" y="1224"/>
                  </a:lnTo>
                  <a:lnTo>
                    <a:pt x="926" y="1225"/>
                  </a:lnTo>
                  <a:lnTo>
                    <a:pt x="924" y="1226"/>
                  </a:lnTo>
                  <a:lnTo>
                    <a:pt x="924" y="1226"/>
                  </a:lnTo>
                  <a:lnTo>
                    <a:pt x="925" y="1227"/>
                  </a:lnTo>
                  <a:lnTo>
                    <a:pt x="925" y="1227"/>
                  </a:lnTo>
                  <a:lnTo>
                    <a:pt x="923" y="1228"/>
                  </a:lnTo>
                  <a:lnTo>
                    <a:pt x="923" y="1228"/>
                  </a:lnTo>
                  <a:lnTo>
                    <a:pt x="923" y="1228"/>
                  </a:lnTo>
                  <a:lnTo>
                    <a:pt x="923" y="1229"/>
                  </a:lnTo>
                  <a:lnTo>
                    <a:pt x="923" y="1229"/>
                  </a:lnTo>
                  <a:lnTo>
                    <a:pt x="923" y="1230"/>
                  </a:lnTo>
                  <a:lnTo>
                    <a:pt x="921" y="1231"/>
                  </a:lnTo>
                  <a:lnTo>
                    <a:pt x="921" y="1232"/>
                  </a:lnTo>
                  <a:lnTo>
                    <a:pt x="921" y="1232"/>
                  </a:lnTo>
                  <a:lnTo>
                    <a:pt x="920" y="1233"/>
                  </a:lnTo>
                  <a:lnTo>
                    <a:pt x="919" y="1235"/>
                  </a:lnTo>
                  <a:lnTo>
                    <a:pt x="918" y="1235"/>
                  </a:lnTo>
                  <a:lnTo>
                    <a:pt x="919" y="1236"/>
                  </a:lnTo>
                  <a:lnTo>
                    <a:pt x="918" y="1237"/>
                  </a:lnTo>
                  <a:lnTo>
                    <a:pt x="918" y="1237"/>
                  </a:lnTo>
                  <a:lnTo>
                    <a:pt x="917" y="1238"/>
                  </a:lnTo>
                  <a:lnTo>
                    <a:pt x="917" y="1240"/>
                  </a:lnTo>
                  <a:lnTo>
                    <a:pt x="917" y="1240"/>
                  </a:lnTo>
                  <a:lnTo>
                    <a:pt x="917" y="1241"/>
                  </a:lnTo>
                  <a:lnTo>
                    <a:pt x="916" y="1241"/>
                  </a:lnTo>
                  <a:lnTo>
                    <a:pt x="915" y="1241"/>
                  </a:lnTo>
                  <a:lnTo>
                    <a:pt x="915" y="1243"/>
                  </a:lnTo>
                  <a:lnTo>
                    <a:pt x="915" y="1243"/>
                  </a:lnTo>
                  <a:lnTo>
                    <a:pt x="914" y="1245"/>
                  </a:lnTo>
                  <a:lnTo>
                    <a:pt x="914" y="1245"/>
                  </a:lnTo>
                  <a:lnTo>
                    <a:pt x="914" y="1245"/>
                  </a:lnTo>
                  <a:lnTo>
                    <a:pt x="914" y="1246"/>
                  </a:lnTo>
                  <a:lnTo>
                    <a:pt x="915" y="1246"/>
                  </a:lnTo>
                  <a:lnTo>
                    <a:pt x="915" y="1247"/>
                  </a:lnTo>
                  <a:lnTo>
                    <a:pt x="914" y="1247"/>
                  </a:lnTo>
                  <a:lnTo>
                    <a:pt x="914" y="1247"/>
                  </a:lnTo>
                  <a:lnTo>
                    <a:pt x="914" y="1248"/>
                  </a:lnTo>
                  <a:lnTo>
                    <a:pt x="913" y="1248"/>
                  </a:lnTo>
                  <a:lnTo>
                    <a:pt x="913" y="1248"/>
                  </a:lnTo>
                  <a:lnTo>
                    <a:pt x="912" y="1249"/>
                  </a:lnTo>
                  <a:lnTo>
                    <a:pt x="912" y="1250"/>
                  </a:lnTo>
                  <a:lnTo>
                    <a:pt x="911" y="1250"/>
                  </a:lnTo>
                  <a:lnTo>
                    <a:pt x="910" y="1250"/>
                  </a:lnTo>
                  <a:lnTo>
                    <a:pt x="910" y="1252"/>
                  </a:lnTo>
                  <a:lnTo>
                    <a:pt x="911" y="1252"/>
                  </a:lnTo>
                  <a:lnTo>
                    <a:pt x="911" y="1253"/>
                  </a:lnTo>
                  <a:lnTo>
                    <a:pt x="911" y="1254"/>
                  </a:lnTo>
                  <a:lnTo>
                    <a:pt x="912" y="1253"/>
                  </a:lnTo>
                  <a:lnTo>
                    <a:pt x="912" y="1254"/>
                  </a:lnTo>
                  <a:lnTo>
                    <a:pt x="912" y="1254"/>
                  </a:lnTo>
                  <a:lnTo>
                    <a:pt x="911" y="1254"/>
                  </a:lnTo>
                  <a:lnTo>
                    <a:pt x="912" y="1254"/>
                  </a:lnTo>
                  <a:lnTo>
                    <a:pt x="913" y="1254"/>
                  </a:lnTo>
                  <a:lnTo>
                    <a:pt x="913" y="1256"/>
                  </a:lnTo>
                  <a:lnTo>
                    <a:pt x="912" y="1256"/>
                  </a:lnTo>
                  <a:lnTo>
                    <a:pt x="911" y="1256"/>
                  </a:lnTo>
                  <a:lnTo>
                    <a:pt x="911" y="1256"/>
                  </a:lnTo>
                  <a:lnTo>
                    <a:pt x="912" y="1257"/>
                  </a:lnTo>
                  <a:lnTo>
                    <a:pt x="912" y="1257"/>
                  </a:lnTo>
                  <a:lnTo>
                    <a:pt x="913" y="1257"/>
                  </a:lnTo>
                  <a:lnTo>
                    <a:pt x="912" y="1257"/>
                  </a:lnTo>
                  <a:lnTo>
                    <a:pt x="912" y="1257"/>
                  </a:lnTo>
                  <a:lnTo>
                    <a:pt x="911" y="1258"/>
                  </a:lnTo>
                  <a:lnTo>
                    <a:pt x="912" y="1258"/>
                  </a:lnTo>
                  <a:lnTo>
                    <a:pt x="912" y="1258"/>
                  </a:lnTo>
                  <a:lnTo>
                    <a:pt x="912" y="1259"/>
                  </a:lnTo>
                  <a:lnTo>
                    <a:pt x="912" y="1259"/>
                  </a:lnTo>
                  <a:lnTo>
                    <a:pt x="911" y="1259"/>
                  </a:lnTo>
                  <a:lnTo>
                    <a:pt x="911" y="1260"/>
                  </a:lnTo>
                  <a:lnTo>
                    <a:pt x="912" y="1260"/>
                  </a:lnTo>
                  <a:lnTo>
                    <a:pt x="911" y="1261"/>
                  </a:lnTo>
                  <a:lnTo>
                    <a:pt x="911" y="1261"/>
                  </a:lnTo>
                  <a:lnTo>
                    <a:pt x="912" y="1262"/>
                  </a:lnTo>
                  <a:lnTo>
                    <a:pt x="912" y="1263"/>
                  </a:lnTo>
                  <a:lnTo>
                    <a:pt x="912" y="1263"/>
                  </a:lnTo>
                  <a:lnTo>
                    <a:pt x="912" y="1263"/>
                  </a:lnTo>
                  <a:lnTo>
                    <a:pt x="911" y="1263"/>
                  </a:lnTo>
                  <a:lnTo>
                    <a:pt x="911" y="1265"/>
                  </a:lnTo>
                  <a:lnTo>
                    <a:pt x="912" y="1267"/>
                  </a:lnTo>
                  <a:lnTo>
                    <a:pt x="912" y="1267"/>
                  </a:lnTo>
                  <a:lnTo>
                    <a:pt x="912" y="1268"/>
                  </a:lnTo>
                  <a:lnTo>
                    <a:pt x="912" y="1268"/>
                  </a:lnTo>
                  <a:lnTo>
                    <a:pt x="911" y="1269"/>
                  </a:lnTo>
                  <a:lnTo>
                    <a:pt x="911" y="1269"/>
                  </a:lnTo>
                  <a:lnTo>
                    <a:pt x="911" y="1271"/>
                  </a:lnTo>
                  <a:lnTo>
                    <a:pt x="910" y="1271"/>
                  </a:lnTo>
                  <a:lnTo>
                    <a:pt x="910" y="1271"/>
                  </a:lnTo>
                  <a:lnTo>
                    <a:pt x="910" y="1271"/>
                  </a:lnTo>
                  <a:lnTo>
                    <a:pt x="909" y="1272"/>
                  </a:lnTo>
                  <a:lnTo>
                    <a:pt x="909" y="1273"/>
                  </a:lnTo>
                  <a:lnTo>
                    <a:pt x="910" y="1273"/>
                  </a:lnTo>
                  <a:lnTo>
                    <a:pt x="910" y="1273"/>
                  </a:lnTo>
                  <a:lnTo>
                    <a:pt x="910" y="1273"/>
                  </a:lnTo>
                  <a:lnTo>
                    <a:pt x="909" y="1275"/>
                  </a:lnTo>
                  <a:lnTo>
                    <a:pt x="908" y="1275"/>
                  </a:lnTo>
                  <a:lnTo>
                    <a:pt x="908" y="1275"/>
                  </a:lnTo>
                  <a:lnTo>
                    <a:pt x="909" y="1275"/>
                  </a:lnTo>
                  <a:lnTo>
                    <a:pt x="909" y="1275"/>
                  </a:lnTo>
                  <a:lnTo>
                    <a:pt x="910" y="1275"/>
                  </a:lnTo>
                  <a:lnTo>
                    <a:pt x="909" y="1276"/>
                  </a:lnTo>
                  <a:lnTo>
                    <a:pt x="909" y="1277"/>
                  </a:lnTo>
                  <a:lnTo>
                    <a:pt x="908" y="1279"/>
                  </a:lnTo>
                  <a:lnTo>
                    <a:pt x="907" y="1280"/>
                  </a:lnTo>
                  <a:lnTo>
                    <a:pt x="907" y="1280"/>
                  </a:lnTo>
                  <a:lnTo>
                    <a:pt x="906" y="1282"/>
                  </a:lnTo>
                  <a:lnTo>
                    <a:pt x="906" y="1282"/>
                  </a:lnTo>
                  <a:lnTo>
                    <a:pt x="905" y="1282"/>
                  </a:lnTo>
                  <a:lnTo>
                    <a:pt x="905" y="1283"/>
                  </a:lnTo>
                  <a:lnTo>
                    <a:pt x="905" y="1283"/>
                  </a:lnTo>
                  <a:lnTo>
                    <a:pt x="905" y="1283"/>
                  </a:lnTo>
                  <a:lnTo>
                    <a:pt x="905" y="1284"/>
                  </a:lnTo>
                  <a:lnTo>
                    <a:pt x="904" y="1284"/>
                  </a:lnTo>
                  <a:lnTo>
                    <a:pt x="903" y="1286"/>
                  </a:lnTo>
                  <a:lnTo>
                    <a:pt x="902" y="1286"/>
                  </a:lnTo>
                  <a:lnTo>
                    <a:pt x="902" y="1287"/>
                  </a:lnTo>
                  <a:lnTo>
                    <a:pt x="902" y="1288"/>
                  </a:lnTo>
                  <a:lnTo>
                    <a:pt x="899" y="1288"/>
                  </a:lnTo>
                  <a:lnTo>
                    <a:pt x="899" y="1289"/>
                  </a:lnTo>
                  <a:lnTo>
                    <a:pt x="899" y="1289"/>
                  </a:lnTo>
                  <a:lnTo>
                    <a:pt x="900" y="1291"/>
                  </a:lnTo>
                  <a:lnTo>
                    <a:pt x="899" y="1291"/>
                  </a:lnTo>
                  <a:lnTo>
                    <a:pt x="899" y="1292"/>
                  </a:lnTo>
                  <a:lnTo>
                    <a:pt x="899" y="1293"/>
                  </a:lnTo>
                  <a:lnTo>
                    <a:pt x="897" y="1293"/>
                  </a:lnTo>
                  <a:lnTo>
                    <a:pt x="897" y="1293"/>
                  </a:lnTo>
                  <a:lnTo>
                    <a:pt x="897" y="1293"/>
                  </a:lnTo>
                  <a:lnTo>
                    <a:pt x="897" y="1294"/>
                  </a:lnTo>
                  <a:lnTo>
                    <a:pt x="896" y="1295"/>
                  </a:lnTo>
                  <a:lnTo>
                    <a:pt x="896" y="1296"/>
                  </a:lnTo>
                  <a:lnTo>
                    <a:pt x="895" y="1297"/>
                  </a:lnTo>
                  <a:lnTo>
                    <a:pt x="894" y="1298"/>
                  </a:lnTo>
                  <a:lnTo>
                    <a:pt x="894" y="1299"/>
                  </a:lnTo>
                  <a:lnTo>
                    <a:pt x="893" y="1300"/>
                  </a:lnTo>
                  <a:lnTo>
                    <a:pt x="892" y="1300"/>
                  </a:lnTo>
                  <a:lnTo>
                    <a:pt x="892" y="1301"/>
                  </a:lnTo>
                  <a:lnTo>
                    <a:pt x="892" y="1301"/>
                  </a:lnTo>
                  <a:lnTo>
                    <a:pt x="892" y="1301"/>
                  </a:lnTo>
                  <a:lnTo>
                    <a:pt x="892" y="1302"/>
                  </a:lnTo>
                  <a:lnTo>
                    <a:pt x="891" y="1303"/>
                  </a:lnTo>
                  <a:lnTo>
                    <a:pt x="889" y="1303"/>
                  </a:lnTo>
                  <a:lnTo>
                    <a:pt x="889" y="1303"/>
                  </a:lnTo>
                  <a:lnTo>
                    <a:pt x="888" y="1304"/>
                  </a:lnTo>
                  <a:lnTo>
                    <a:pt x="888" y="1304"/>
                  </a:lnTo>
                  <a:lnTo>
                    <a:pt x="888" y="1304"/>
                  </a:lnTo>
                  <a:lnTo>
                    <a:pt x="887" y="1304"/>
                  </a:lnTo>
                  <a:lnTo>
                    <a:pt x="887" y="1305"/>
                  </a:lnTo>
                  <a:lnTo>
                    <a:pt x="885" y="1305"/>
                  </a:lnTo>
                  <a:lnTo>
                    <a:pt x="884" y="1306"/>
                  </a:lnTo>
                  <a:lnTo>
                    <a:pt x="884" y="1306"/>
                  </a:lnTo>
                  <a:lnTo>
                    <a:pt x="884" y="1307"/>
                  </a:lnTo>
                  <a:lnTo>
                    <a:pt x="884" y="1307"/>
                  </a:lnTo>
                  <a:lnTo>
                    <a:pt x="884" y="1308"/>
                  </a:lnTo>
                  <a:lnTo>
                    <a:pt x="883" y="1308"/>
                  </a:lnTo>
                  <a:lnTo>
                    <a:pt x="883" y="1309"/>
                  </a:lnTo>
                  <a:lnTo>
                    <a:pt x="881" y="1309"/>
                  </a:lnTo>
                  <a:lnTo>
                    <a:pt x="880" y="1309"/>
                  </a:lnTo>
                  <a:lnTo>
                    <a:pt x="878" y="1309"/>
                  </a:lnTo>
                  <a:lnTo>
                    <a:pt x="877" y="1310"/>
                  </a:lnTo>
                  <a:lnTo>
                    <a:pt x="876" y="1311"/>
                  </a:lnTo>
                  <a:lnTo>
                    <a:pt x="876" y="1311"/>
                  </a:lnTo>
                  <a:lnTo>
                    <a:pt x="875" y="1313"/>
                  </a:lnTo>
                  <a:lnTo>
                    <a:pt x="875" y="1314"/>
                  </a:lnTo>
                  <a:lnTo>
                    <a:pt x="875" y="1314"/>
                  </a:lnTo>
                  <a:lnTo>
                    <a:pt x="874" y="1315"/>
                  </a:lnTo>
                  <a:lnTo>
                    <a:pt x="874" y="1315"/>
                  </a:lnTo>
                  <a:lnTo>
                    <a:pt x="874" y="1315"/>
                  </a:lnTo>
                  <a:lnTo>
                    <a:pt x="873" y="1319"/>
                  </a:lnTo>
                  <a:lnTo>
                    <a:pt x="872" y="1319"/>
                  </a:lnTo>
                  <a:lnTo>
                    <a:pt x="872" y="1321"/>
                  </a:lnTo>
                  <a:lnTo>
                    <a:pt x="871" y="1323"/>
                  </a:lnTo>
                  <a:lnTo>
                    <a:pt x="871" y="1324"/>
                  </a:lnTo>
                  <a:lnTo>
                    <a:pt x="871" y="1324"/>
                  </a:lnTo>
                  <a:lnTo>
                    <a:pt x="871" y="1326"/>
                  </a:lnTo>
                  <a:lnTo>
                    <a:pt x="871" y="1326"/>
                  </a:lnTo>
                  <a:lnTo>
                    <a:pt x="871" y="1327"/>
                  </a:lnTo>
                  <a:lnTo>
                    <a:pt x="870" y="1329"/>
                  </a:lnTo>
                  <a:lnTo>
                    <a:pt x="870" y="1330"/>
                  </a:lnTo>
                  <a:lnTo>
                    <a:pt x="870" y="1330"/>
                  </a:lnTo>
                  <a:lnTo>
                    <a:pt x="867" y="1331"/>
                  </a:lnTo>
                  <a:lnTo>
                    <a:pt x="866" y="1330"/>
                  </a:lnTo>
                  <a:lnTo>
                    <a:pt x="866" y="1329"/>
                  </a:lnTo>
                  <a:lnTo>
                    <a:pt x="866" y="1329"/>
                  </a:lnTo>
                  <a:lnTo>
                    <a:pt x="866" y="1329"/>
                  </a:lnTo>
                  <a:lnTo>
                    <a:pt x="866" y="1327"/>
                  </a:lnTo>
                  <a:lnTo>
                    <a:pt x="866" y="1327"/>
                  </a:lnTo>
                  <a:lnTo>
                    <a:pt x="866" y="1326"/>
                  </a:lnTo>
                  <a:lnTo>
                    <a:pt x="866" y="1326"/>
                  </a:lnTo>
                  <a:lnTo>
                    <a:pt x="866" y="1325"/>
                  </a:lnTo>
                  <a:lnTo>
                    <a:pt x="865" y="1325"/>
                  </a:lnTo>
                  <a:lnTo>
                    <a:pt x="864" y="1325"/>
                  </a:lnTo>
                  <a:lnTo>
                    <a:pt x="863" y="1325"/>
                  </a:lnTo>
                  <a:lnTo>
                    <a:pt x="862" y="1325"/>
                  </a:lnTo>
                  <a:lnTo>
                    <a:pt x="861" y="1324"/>
                  </a:lnTo>
                  <a:lnTo>
                    <a:pt x="859" y="1324"/>
                  </a:lnTo>
                  <a:lnTo>
                    <a:pt x="858" y="1325"/>
                  </a:lnTo>
                  <a:lnTo>
                    <a:pt x="858" y="1326"/>
                  </a:lnTo>
                  <a:lnTo>
                    <a:pt x="858" y="1327"/>
                  </a:lnTo>
                  <a:lnTo>
                    <a:pt x="858" y="1327"/>
                  </a:lnTo>
                  <a:lnTo>
                    <a:pt x="858" y="1327"/>
                  </a:lnTo>
                  <a:lnTo>
                    <a:pt x="857" y="1328"/>
                  </a:lnTo>
                  <a:lnTo>
                    <a:pt x="856" y="1328"/>
                  </a:lnTo>
                  <a:lnTo>
                    <a:pt x="856" y="1328"/>
                  </a:lnTo>
                  <a:lnTo>
                    <a:pt x="856" y="1329"/>
                  </a:lnTo>
                  <a:lnTo>
                    <a:pt x="857" y="1330"/>
                  </a:lnTo>
                  <a:lnTo>
                    <a:pt x="858" y="1330"/>
                  </a:lnTo>
                  <a:lnTo>
                    <a:pt x="858" y="1331"/>
                  </a:lnTo>
                  <a:lnTo>
                    <a:pt x="858" y="1332"/>
                  </a:lnTo>
                  <a:lnTo>
                    <a:pt x="859" y="1332"/>
                  </a:lnTo>
                  <a:lnTo>
                    <a:pt x="861" y="1332"/>
                  </a:lnTo>
                  <a:lnTo>
                    <a:pt x="862" y="1332"/>
                  </a:lnTo>
                  <a:lnTo>
                    <a:pt x="862" y="1332"/>
                  </a:lnTo>
                  <a:lnTo>
                    <a:pt x="864" y="1332"/>
                  </a:lnTo>
                  <a:lnTo>
                    <a:pt x="864" y="1331"/>
                  </a:lnTo>
                  <a:lnTo>
                    <a:pt x="864" y="1331"/>
                  </a:lnTo>
                  <a:lnTo>
                    <a:pt x="864" y="1332"/>
                  </a:lnTo>
                  <a:lnTo>
                    <a:pt x="865" y="1332"/>
                  </a:lnTo>
                  <a:lnTo>
                    <a:pt x="865" y="1330"/>
                  </a:lnTo>
                  <a:lnTo>
                    <a:pt x="866" y="1330"/>
                  </a:lnTo>
                  <a:lnTo>
                    <a:pt x="866" y="1330"/>
                  </a:lnTo>
                  <a:lnTo>
                    <a:pt x="866" y="1331"/>
                  </a:lnTo>
                  <a:lnTo>
                    <a:pt x="868" y="1331"/>
                  </a:lnTo>
                  <a:lnTo>
                    <a:pt x="871" y="1331"/>
                  </a:lnTo>
                  <a:lnTo>
                    <a:pt x="872" y="1331"/>
                  </a:lnTo>
                  <a:lnTo>
                    <a:pt x="873" y="1331"/>
                  </a:lnTo>
                  <a:lnTo>
                    <a:pt x="873" y="1332"/>
                  </a:lnTo>
                  <a:lnTo>
                    <a:pt x="872" y="1332"/>
                  </a:lnTo>
                  <a:lnTo>
                    <a:pt x="871" y="1332"/>
                  </a:lnTo>
                  <a:lnTo>
                    <a:pt x="871" y="1334"/>
                  </a:lnTo>
                  <a:lnTo>
                    <a:pt x="872" y="1334"/>
                  </a:lnTo>
                  <a:lnTo>
                    <a:pt x="872" y="1335"/>
                  </a:lnTo>
                  <a:lnTo>
                    <a:pt x="872" y="1336"/>
                  </a:lnTo>
                  <a:lnTo>
                    <a:pt x="871" y="1336"/>
                  </a:lnTo>
                  <a:lnTo>
                    <a:pt x="871" y="1336"/>
                  </a:lnTo>
                  <a:lnTo>
                    <a:pt x="871" y="1336"/>
                  </a:lnTo>
                  <a:lnTo>
                    <a:pt x="871" y="1336"/>
                  </a:lnTo>
                  <a:lnTo>
                    <a:pt x="871" y="1337"/>
                  </a:lnTo>
                  <a:lnTo>
                    <a:pt x="870" y="1338"/>
                  </a:lnTo>
                  <a:lnTo>
                    <a:pt x="869" y="1338"/>
                  </a:lnTo>
                  <a:lnTo>
                    <a:pt x="868" y="1339"/>
                  </a:lnTo>
                  <a:lnTo>
                    <a:pt x="867" y="1339"/>
                  </a:lnTo>
                  <a:lnTo>
                    <a:pt x="867" y="1340"/>
                  </a:lnTo>
                  <a:lnTo>
                    <a:pt x="867" y="1340"/>
                  </a:lnTo>
                  <a:lnTo>
                    <a:pt x="866" y="1340"/>
                  </a:lnTo>
                  <a:lnTo>
                    <a:pt x="866" y="1340"/>
                  </a:lnTo>
                  <a:lnTo>
                    <a:pt x="866" y="1340"/>
                  </a:lnTo>
                  <a:lnTo>
                    <a:pt x="865" y="1340"/>
                  </a:lnTo>
                  <a:lnTo>
                    <a:pt x="864" y="1341"/>
                  </a:lnTo>
                  <a:lnTo>
                    <a:pt x="862" y="1343"/>
                  </a:lnTo>
                  <a:lnTo>
                    <a:pt x="862" y="1345"/>
                  </a:lnTo>
                  <a:lnTo>
                    <a:pt x="861" y="1345"/>
                  </a:lnTo>
                  <a:lnTo>
                    <a:pt x="861" y="1345"/>
                  </a:lnTo>
                  <a:lnTo>
                    <a:pt x="861" y="1345"/>
                  </a:lnTo>
                  <a:lnTo>
                    <a:pt x="861" y="1345"/>
                  </a:lnTo>
                  <a:lnTo>
                    <a:pt x="861" y="1346"/>
                  </a:lnTo>
                  <a:lnTo>
                    <a:pt x="860" y="1346"/>
                  </a:lnTo>
                  <a:lnTo>
                    <a:pt x="861" y="1352"/>
                  </a:lnTo>
                  <a:lnTo>
                    <a:pt x="862" y="1353"/>
                  </a:lnTo>
                  <a:lnTo>
                    <a:pt x="864" y="1353"/>
                  </a:lnTo>
                  <a:lnTo>
                    <a:pt x="864" y="1353"/>
                  </a:lnTo>
                  <a:lnTo>
                    <a:pt x="865" y="1353"/>
                  </a:lnTo>
                  <a:lnTo>
                    <a:pt x="865" y="1353"/>
                  </a:lnTo>
                  <a:lnTo>
                    <a:pt x="865" y="1354"/>
                  </a:lnTo>
                  <a:lnTo>
                    <a:pt x="865" y="1355"/>
                  </a:lnTo>
                  <a:lnTo>
                    <a:pt x="864" y="1356"/>
                  </a:lnTo>
                  <a:lnTo>
                    <a:pt x="864" y="1356"/>
                  </a:lnTo>
                  <a:lnTo>
                    <a:pt x="864" y="1356"/>
                  </a:lnTo>
                  <a:lnTo>
                    <a:pt x="864" y="1358"/>
                  </a:lnTo>
                  <a:lnTo>
                    <a:pt x="863" y="1358"/>
                  </a:lnTo>
                  <a:lnTo>
                    <a:pt x="862" y="1359"/>
                  </a:lnTo>
                  <a:lnTo>
                    <a:pt x="862" y="1360"/>
                  </a:lnTo>
                  <a:lnTo>
                    <a:pt x="862" y="1360"/>
                  </a:lnTo>
                  <a:lnTo>
                    <a:pt x="862" y="1360"/>
                  </a:lnTo>
                  <a:lnTo>
                    <a:pt x="861" y="1362"/>
                  </a:lnTo>
                  <a:lnTo>
                    <a:pt x="861" y="1362"/>
                  </a:lnTo>
                  <a:lnTo>
                    <a:pt x="860" y="1363"/>
                  </a:lnTo>
                  <a:lnTo>
                    <a:pt x="860" y="1363"/>
                  </a:lnTo>
                  <a:lnTo>
                    <a:pt x="859" y="1364"/>
                  </a:lnTo>
                  <a:lnTo>
                    <a:pt x="858" y="1364"/>
                  </a:lnTo>
                  <a:lnTo>
                    <a:pt x="858" y="1365"/>
                  </a:lnTo>
                  <a:lnTo>
                    <a:pt x="859" y="1365"/>
                  </a:lnTo>
                  <a:lnTo>
                    <a:pt x="859" y="1366"/>
                  </a:lnTo>
                  <a:lnTo>
                    <a:pt x="858" y="1366"/>
                  </a:lnTo>
                  <a:lnTo>
                    <a:pt x="858" y="1367"/>
                  </a:lnTo>
                  <a:lnTo>
                    <a:pt x="858" y="1367"/>
                  </a:lnTo>
                  <a:lnTo>
                    <a:pt x="858" y="1368"/>
                  </a:lnTo>
                  <a:lnTo>
                    <a:pt x="856" y="1368"/>
                  </a:lnTo>
                  <a:lnTo>
                    <a:pt x="856" y="1369"/>
                  </a:lnTo>
                  <a:lnTo>
                    <a:pt x="856" y="1369"/>
                  </a:lnTo>
                  <a:lnTo>
                    <a:pt x="856" y="1369"/>
                  </a:lnTo>
                  <a:lnTo>
                    <a:pt x="856" y="1370"/>
                  </a:lnTo>
                  <a:lnTo>
                    <a:pt x="855" y="1370"/>
                  </a:lnTo>
                  <a:lnTo>
                    <a:pt x="856" y="1371"/>
                  </a:lnTo>
                  <a:lnTo>
                    <a:pt x="856" y="1371"/>
                  </a:lnTo>
                  <a:lnTo>
                    <a:pt x="855" y="1371"/>
                  </a:lnTo>
                  <a:lnTo>
                    <a:pt x="855" y="1372"/>
                  </a:lnTo>
                  <a:lnTo>
                    <a:pt x="854" y="1373"/>
                  </a:lnTo>
                  <a:lnTo>
                    <a:pt x="852" y="1374"/>
                  </a:lnTo>
                  <a:lnTo>
                    <a:pt x="851" y="1374"/>
                  </a:lnTo>
                  <a:lnTo>
                    <a:pt x="850" y="1374"/>
                  </a:lnTo>
                  <a:lnTo>
                    <a:pt x="849" y="1375"/>
                  </a:lnTo>
                  <a:lnTo>
                    <a:pt x="849" y="1375"/>
                  </a:lnTo>
                  <a:lnTo>
                    <a:pt x="849" y="1375"/>
                  </a:lnTo>
                  <a:lnTo>
                    <a:pt x="848" y="1375"/>
                  </a:lnTo>
                  <a:lnTo>
                    <a:pt x="847" y="1375"/>
                  </a:lnTo>
                  <a:lnTo>
                    <a:pt x="848" y="1376"/>
                  </a:lnTo>
                  <a:lnTo>
                    <a:pt x="847" y="1376"/>
                  </a:lnTo>
                  <a:lnTo>
                    <a:pt x="846" y="1376"/>
                  </a:lnTo>
                  <a:lnTo>
                    <a:pt x="845" y="1377"/>
                  </a:lnTo>
                  <a:lnTo>
                    <a:pt x="845" y="1376"/>
                  </a:lnTo>
                  <a:lnTo>
                    <a:pt x="844" y="1377"/>
                  </a:lnTo>
                  <a:lnTo>
                    <a:pt x="843" y="1378"/>
                  </a:lnTo>
                  <a:lnTo>
                    <a:pt x="842" y="1379"/>
                  </a:lnTo>
                  <a:lnTo>
                    <a:pt x="842" y="1379"/>
                  </a:lnTo>
                  <a:lnTo>
                    <a:pt x="841" y="1380"/>
                  </a:lnTo>
                  <a:lnTo>
                    <a:pt x="840" y="1380"/>
                  </a:lnTo>
                  <a:lnTo>
                    <a:pt x="840" y="1383"/>
                  </a:lnTo>
                  <a:lnTo>
                    <a:pt x="839" y="1383"/>
                  </a:lnTo>
                  <a:lnTo>
                    <a:pt x="839" y="1384"/>
                  </a:lnTo>
                  <a:lnTo>
                    <a:pt x="840" y="1384"/>
                  </a:lnTo>
                  <a:lnTo>
                    <a:pt x="838" y="1384"/>
                  </a:lnTo>
                  <a:lnTo>
                    <a:pt x="838" y="1385"/>
                  </a:lnTo>
                  <a:lnTo>
                    <a:pt x="836" y="1385"/>
                  </a:lnTo>
                  <a:lnTo>
                    <a:pt x="836" y="1386"/>
                  </a:lnTo>
                  <a:lnTo>
                    <a:pt x="836" y="1386"/>
                  </a:lnTo>
                  <a:lnTo>
                    <a:pt x="835" y="1387"/>
                  </a:lnTo>
                  <a:lnTo>
                    <a:pt x="835" y="1387"/>
                  </a:lnTo>
                  <a:lnTo>
                    <a:pt x="834" y="1387"/>
                  </a:lnTo>
                  <a:lnTo>
                    <a:pt x="834" y="1387"/>
                  </a:lnTo>
                  <a:lnTo>
                    <a:pt x="834" y="1388"/>
                  </a:lnTo>
                  <a:lnTo>
                    <a:pt x="833" y="1389"/>
                  </a:lnTo>
                  <a:lnTo>
                    <a:pt x="833" y="1389"/>
                  </a:lnTo>
                  <a:lnTo>
                    <a:pt x="832" y="1390"/>
                  </a:lnTo>
                  <a:lnTo>
                    <a:pt x="832" y="1390"/>
                  </a:lnTo>
                  <a:lnTo>
                    <a:pt x="831" y="1390"/>
                  </a:lnTo>
                  <a:lnTo>
                    <a:pt x="830" y="1391"/>
                  </a:lnTo>
                  <a:lnTo>
                    <a:pt x="830" y="1392"/>
                  </a:lnTo>
                  <a:lnTo>
                    <a:pt x="829" y="1392"/>
                  </a:lnTo>
                  <a:lnTo>
                    <a:pt x="828" y="1392"/>
                  </a:lnTo>
                  <a:lnTo>
                    <a:pt x="827" y="1392"/>
                  </a:lnTo>
                  <a:lnTo>
                    <a:pt x="827" y="1392"/>
                  </a:lnTo>
                  <a:lnTo>
                    <a:pt x="826" y="1394"/>
                  </a:lnTo>
                  <a:lnTo>
                    <a:pt x="825" y="1398"/>
                  </a:lnTo>
                  <a:lnTo>
                    <a:pt x="825" y="1399"/>
                  </a:lnTo>
                  <a:lnTo>
                    <a:pt x="824" y="1400"/>
                  </a:lnTo>
                  <a:lnTo>
                    <a:pt x="823" y="1401"/>
                  </a:lnTo>
                  <a:lnTo>
                    <a:pt x="823" y="1402"/>
                  </a:lnTo>
                  <a:lnTo>
                    <a:pt x="823" y="1402"/>
                  </a:lnTo>
                  <a:lnTo>
                    <a:pt x="823" y="1402"/>
                  </a:lnTo>
                  <a:lnTo>
                    <a:pt x="822" y="1403"/>
                  </a:lnTo>
                  <a:lnTo>
                    <a:pt x="820" y="1402"/>
                  </a:lnTo>
                  <a:lnTo>
                    <a:pt x="819" y="1401"/>
                  </a:lnTo>
                  <a:lnTo>
                    <a:pt x="819" y="1401"/>
                  </a:lnTo>
                  <a:lnTo>
                    <a:pt x="819" y="1401"/>
                  </a:lnTo>
                  <a:lnTo>
                    <a:pt x="817" y="1401"/>
                  </a:lnTo>
                  <a:lnTo>
                    <a:pt x="814" y="1398"/>
                  </a:lnTo>
                  <a:lnTo>
                    <a:pt x="811" y="1398"/>
                  </a:lnTo>
                  <a:lnTo>
                    <a:pt x="807" y="1399"/>
                  </a:lnTo>
                  <a:lnTo>
                    <a:pt x="807" y="1399"/>
                  </a:lnTo>
                  <a:lnTo>
                    <a:pt x="806" y="1399"/>
                  </a:lnTo>
                  <a:lnTo>
                    <a:pt x="806" y="1400"/>
                  </a:lnTo>
                  <a:lnTo>
                    <a:pt x="806" y="1400"/>
                  </a:lnTo>
                  <a:lnTo>
                    <a:pt x="806" y="1400"/>
                  </a:lnTo>
                  <a:lnTo>
                    <a:pt x="805" y="1401"/>
                  </a:lnTo>
                  <a:lnTo>
                    <a:pt x="804" y="1401"/>
                  </a:lnTo>
                  <a:lnTo>
                    <a:pt x="801" y="1401"/>
                  </a:lnTo>
                  <a:lnTo>
                    <a:pt x="801" y="1402"/>
                  </a:lnTo>
                  <a:lnTo>
                    <a:pt x="801" y="1402"/>
                  </a:lnTo>
                  <a:lnTo>
                    <a:pt x="800" y="1403"/>
                  </a:lnTo>
                  <a:lnTo>
                    <a:pt x="800" y="1402"/>
                  </a:lnTo>
                  <a:lnTo>
                    <a:pt x="798" y="1402"/>
                  </a:lnTo>
                  <a:lnTo>
                    <a:pt x="797" y="1401"/>
                  </a:lnTo>
                  <a:lnTo>
                    <a:pt x="797" y="1401"/>
                  </a:lnTo>
                  <a:lnTo>
                    <a:pt x="796" y="1401"/>
                  </a:lnTo>
                  <a:lnTo>
                    <a:pt x="793" y="1401"/>
                  </a:lnTo>
                  <a:lnTo>
                    <a:pt x="793" y="1401"/>
                  </a:lnTo>
                  <a:lnTo>
                    <a:pt x="793" y="1401"/>
                  </a:lnTo>
                  <a:lnTo>
                    <a:pt x="793" y="1402"/>
                  </a:lnTo>
                  <a:lnTo>
                    <a:pt x="793" y="1402"/>
                  </a:lnTo>
                  <a:lnTo>
                    <a:pt x="791" y="1402"/>
                  </a:lnTo>
                  <a:lnTo>
                    <a:pt x="789" y="1402"/>
                  </a:lnTo>
                  <a:lnTo>
                    <a:pt x="786" y="1403"/>
                  </a:lnTo>
                  <a:lnTo>
                    <a:pt x="786" y="1403"/>
                  </a:lnTo>
                  <a:lnTo>
                    <a:pt x="785" y="1404"/>
                  </a:lnTo>
                  <a:lnTo>
                    <a:pt x="783" y="1405"/>
                  </a:lnTo>
                  <a:lnTo>
                    <a:pt x="781" y="1406"/>
                  </a:lnTo>
                  <a:lnTo>
                    <a:pt x="780" y="1406"/>
                  </a:lnTo>
                  <a:lnTo>
                    <a:pt x="771" y="1406"/>
                  </a:lnTo>
                  <a:lnTo>
                    <a:pt x="771" y="1406"/>
                  </a:lnTo>
                  <a:lnTo>
                    <a:pt x="770" y="1405"/>
                  </a:lnTo>
                  <a:lnTo>
                    <a:pt x="770" y="1405"/>
                  </a:lnTo>
                  <a:lnTo>
                    <a:pt x="769" y="1405"/>
                  </a:lnTo>
                  <a:lnTo>
                    <a:pt x="769" y="1405"/>
                  </a:lnTo>
                  <a:lnTo>
                    <a:pt x="768" y="1406"/>
                  </a:lnTo>
                  <a:lnTo>
                    <a:pt x="767" y="1406"/>
                  </a:lnTo>
                  <a:lnTo>
                    <a:pt x="767" y="1407"/>
                  </a:lnTo>
                  <a:lnTo>
                    <a:pt x="765" y="1406"/>
                  </a:lnTo>
                  <a:lnTo>
                    <a:pt x="763" y="1409"/>
                  </a:lnTo>
                  <a:lnTo>
                    <a:pt x="762" y="1410"/>
                  </a:lnTo>
                  <a:lnTo>
                    <a:pt x="762" y="1410"/>
                  </a:lnTo>
                  <a:lnTo>
                    <a:pt x="760" y="1411"/>
                  </a:lnTo>
                  <a:lnTo>
                    <a:pt x="759" y="1412"/>
                  </a:lnTo>
                  <a:lnTo>
                    <a:pt x="758" y="1413"/>
                  </a:lnTo>
                  <a:lnTo>
                    <a:pt x="757" y="1414"/>
                  </a:lnTo>
                  <a:lnTo>
                    <a:pt x="756" y="1416"/>
                  </a:lnTo>
                  <a:lnTo>
                    <a:pt x="754" y="1417"/>
                  </a:lnTo>
                  <a:lnTo>
                    <a:pt x="753" y="1418"/>
                  </a:lnTo>
                  <a:lnTo>
                    <a:pt x="753" y="1419"/>
                  </a:lnTo>
                  <a:lnTo>
                    <a:pt x="753" y="1420"/>
                  </a:lnTo>
                  <a:lnTo>
                    <a:pt x="750" y="1423"/>
                  </a:lnTo>
                  <a:lnTo>
                    <a:pt x="749" y="1423"/>
                  </a:lnTo>
                  <a:lnTo>
                    <a:pt x="749" y="1424"/>
                  </a:lnTo>
                  <a:lnTo>
                    <a:pt x="748" y="1425"/>
                  </a:lnTo>
                  <a:lnTo>
                    <a:pt x="746" y="1427"/>
                  </a:lnTo>
                  <a:lnTo>
                    <a:pt x="745" y="1428"/>
                  </a:lnTo>
                  <a:lnTo>
                    <a:pt x="741" y="1430"/>
                  </a:lnTo>
                  <a:lnTo>
                    <a:pt x="740" y="1431"/>
                  </a:lnTo>
                  <a:lnTo>
                    <a:pt x="740" y="1431"/>
                  </a:lnTo>
                  <a:lnTo>
                    <a:pt x="736" y="1432"/>
                  </a:lnTo>
                  <a:lnTo>
                    <a:pt x="736" y="1431"/>
                  </a:lnTo>
                  <a:lnTo>
                    <a:pt x="734" y="1433"/>
                  </a:lnTo>
                  <a:lnTo>
                    <a:pt x="732" y="1434"/>
                  </a:lnTo>
                  <a:lnTo>
                    <a:pt x="731" y="1435"/>
                  </a:lnTo>
                  <a:lnTo>
                    <a:pt x="731" y="1436"/>
                  </a:lnTo>
                  <a:lnTo>
                    <a:pt x="735" y="1436"/>
                  </a:lnTo>
                  <a:lnTo>
                    <a:pt x="739" y="1436"/>
                  </a:lnTo>
                  <a:lnTo>
                    <a:pt x="740" y="1435"/>
                  </a:lnTo>
                  <a:lnTo>
                    <a:pt x="743" y="1434"/>
                  </a:lnTo>
                  <a:lnTo>
                    <a:pt x="745" y="1433"/>
                  </a:lnTo>
                  <a:lnTo>
                    <a:pt x="746" y="1432"/>
                  </a:lnTo>
                  <a:lnTo>
                    <a:pt x="747" y="1431"/>
                  </a:lnTo>
                  <a:lnTo>
                    <a:pt x="749" y="1430"/>
                  </a:lnTo>
                  <a:lnTo>
                    <a:pt x="751" y="1429"/>
                  </a:lnTo>
                  <a:lnTo>
                    <a:pt x="753" y="1427"/>
                  </a:lnTo>
                  <a:lnTo>
                    <a:pt x="753" y="1427"/>
                  </a:lnTo>
                  <a:lnTo>
                    <a:pt x="757" y="1426"/>
                  </a:lnTo>
                  <a:lnTo>
                    <a:pt x="758" y="1425"/>
                  </a:lnTo>
                  <a:lnTo>
                    <a:pt x="758" y="1425"/>
                  </a:lnTo>
                  <a:lnTo>
                    <a:pt x="762" y="1424"/>
                  </a:lnTo>
                  <a:lnTo>
                    <a:pt x="765" y="1422"/>
                  </a:lnTo>
                  <a:lnTo>
                    <a:pt x="768" y="1421"/>
                  </a:lnTo>
                  <a:lnTo>
                    <a:pt x="771" y="1419"/>
                  </a:lnTo>
                  <a:lnTo>
                    <a:pt x="771" y="1418"/>
                  </a:lnTo>
                  <a:lnTo>
                    <a:pt x="771" y="1418"/>
                  </a:lnTo>
                  <a:lnTo>
                    <a:pt x="772" y="1417"/>
                  </a:lnTo>
                  <a:lnTo>
                    <a:pt x="775" y="1417"/>
                  </a:lnTo>
                  <a:lnTo>
                    <a:pt x="775" y="1417"/>
                  </a:lnTo>
                  <a:lnTo>
                    <a:pt x="777" y="1416"/>
                  </a:lnTo>
                  <a:lnTo>
                    <a:pt x="780" y="1416"/>
                  </a:lnTo>
                  <a:lnTo>
                    <a:pt x="780" y="1416"/>
                  </a:lnTo>
                  <a:lnTo>
                    <a:pt x="780" y="1415"/>
                  </a:lnTo>
                  <a:lnTo>
                    <a:pt x="781" y="1414"/>
                  </a:lnTo>
                  <a:lnTo>
                    <a:pt x="781" y="1414"/>
                  </a:lnTo>
                  <a:lnTo>
                    <a:pt x="783" y="1414"/>
                  </a:lnTo>
                  <a:lnTo>
                    <a:pt x="783" y="1414"/>
                  </a:lnTo>
                  <a:lnTo>
                    <a:pt x="784" y="1413"/>
                  </a:lnTo>
                  <a:lnTo>
                    <a:pt x="785" y="1412"/>
                  </a:lnTo>
                  <a:lnTo>
                    <a:pt x="786" y="1411"/>
                  </a:lnTo>
                  <a:lnTo>
                    <a:pt x="787" y="1411"/>
                  </a:lnTo>
                  <a:lnTo>
                    <a:pt x="787" y="1410"/>
                  </a:lnTo>
                  <a:lnTo>
                    <a:pt x="788" y="1410"/>
                  </a:lnTo>
                  <a:lnTo>
                    <a:pt x="788" y="1410"/>
                  </a:lnTo>
                  <a:lnTo>
                    <a:pt x="788" y="1410"/>
                  </a:lnTo>
                  <a:lnTo>
                    <a:pt x="788" y="1409"/>
                  </a:lnTo>
                  <a:lnTo>
                    <a:pt x="788" y="1408"/>
                  </a:lnTo>
                  <a:lnTo>
                    <a:pt x="791" y="1407"/>
                  </a:lnTo>
                  <a:lnTo>
                    <a:pt x="791" y="1406"/>
                  </a:lnTo>
                  <a:lnTo>
                    <a:pt x="793" y="1406"/>
                  </a:lnTo>
                  <a:lnTo>
                    <a:pt x="794" y="1406"/>
                  </a:lnTo>
                  <a:lnTo>
                    <a:pt x="796" y="1406"/>
                  </a:lnTo>
                  <a:lnTo>
                    <a:pt x="797" y="1406"/>
                  </a:lnTo>
                  <a:lnTo>
                    <a:pt x="798" y="1406"/>
                  </a:lnTo>
                  <a:lnTo>
                    <a:pt x="799" y="1407"/>
                  </a:lnTo>
                  <a:lnTo>
                    <a:pt x="800" y="1408"/>
                  </a:lnTo>
                  <a:lnTo>
                    <a:pt x="801" y="1408"/>
                  </a:lnTo>
                  <a:lnTo>
                    <a:pt x="801" y="1408"/>
                  </a:lnTo>
                  <a:lnTo>
                    <a:pt x="801" y="1408"/>
                  </a:lnTo>
                  <a:lnTo>
                    <a:pt x="801" y="1409"/>
                  </a:lnTo>
                  <a:lnTo>
                    <a:pt x="801" y="1409"/>
                  </a:lnTo>
                  <a:lnTo>
                    <a:pt x="801" y="1410"/>
                  </a:lnTo>
                  <a:lnTo>
                    <a:pt x="801" y="1409"/>
                  </a:lnTo>
                  <a:lnTo>
                    <a:pt x="801" y="1409"/>
                  </a:lnTo>
                  <a:lnTo>
                    <a:pt x="801" y="1410"/>
                  </a:lnTo>
                  <a:lnTo>
                    <a:pt x="801" y="1410"/>
                  </a:lnTo>
                  <a:lnTo>
                    <a:pt x="801" y="1410"/>
                  </a:lnTo>
                  <a:lnTo>
                    <a:pt x="801" y="1410"/>
                  </a:lnTo>
                  <a:lnTo>
                    <a:pt x="801" y="1410"/>
                  </a:lnTo>
                  <a:lnTo>
                    <a:pt x="803" y="1410"/>
                  </a:lnTo>
                  <a:lnTo>
                    <a:pt x="805" y="1410"/>
                  </a:lnTo>
                  <a:lnTo>
                    <a:pt x="806" y="1409"/>
                  </a:lnTo>
                  <a:lnTo>
                    <a:pt x="809" y="1409"/>
                  </a:lnTo>
                  <a:lnTo>
                    <a:pt x="809" y="1408"/>
                  </a:lnTo>
                  <a:lnTo>
                    <a:pt x="810" y="1408"/>
                  </a:lnTo>
                  <a:lnTo>
                    <a:pt x="810" y="1409"/>
                  </a:lnTo>
                  <a:lnTo>
                    <a:pt x="810" y="1409"/>
                  </a:lnTo>
                  <a:lnTo>
                    <a:pt x="810" y="1410"/>
                  </a:lnTo>
                  <a:lnTo>
                    <a:pt x="810" y="1410"/>
                  </a:lnTo>
                  <a:lnTo>
                    <a:pt x="810" y="1410"/>
                  </a:lnTo>
                  <a:lnTo>
                    <a:pt x="810" y="1409"/>
                  </a:lnTo>
                  <a:lnTo>
                    <a:pt x="810" y="1409"/>
                  </a:lnTo>
                  <a:lnTo>
                    <a:pt x="810" y="1409"/>
                  </a:lnTo>
                  <a:lnTo>
                    <a:pt x="811" y="1410"/>
                  </a:lnTo>
                  <a:lnTo>
                    <a:pt x="811" y="1411"/>
                  </a:lnTo>
                  <a:lnTo>
                    <a:pt x="810" y="1415"/>
                  </a:lnTo>
                  <a:lnTo>
                    <a:pt x="810" y="1415"/>
                  </a:lnTo>
                  <a:lnTo>
                    <a:pt x="810" y="1417"/>
                  </a:lnTo>
                  <a:lnTo>
                    <a:pt x="810" y="1418"/>
                  </a:lnTo>
                  <a:lnTo>
                    <a:pt x="810" y="1426"/>
                  </a:lnTo>
                  <a:lnTo>
                    <a:pt x="809" y="1426"/>
                  </a:lnTo>
                  <a:lnTo>
                    <a:pt x="808" y="1427"/>
                  </a:lnTo>
                  <a:lnTo>
                    <a:pt x="807" y="1429"/>
                  </a:lnTo>
                  <a:lnTo>
                    <a:pt x="806" y="1429"/>
                  </a:lnTo>
                  <a:lnTo>
                    <a:pt x="806" y="1430"/>
                  </a:lnTo>
                  <a:lnTo>
                    <a:pt x="806" y="1430"/>
                  </a:lnTo>
                  <a:lnTo>
                    <a:pt x="804" y="1431"/>
                  </a:lnTo>
                  <a:lnTo>
                    <a:pt x="802" y="1431"/>
                  </a:lnTo>
                  <a:lnTo>
                    <a:pt x="802" y="1431"/>
                  </a:lnTo>
                  <a:lnTo>
                    <a:pt x="802" y="1431"/>
                  </a:lnTo>
                  <a:lnTo>
                    <a:pt x="801" y="1431"/>
                  </a:lnTo>
                  <a:lnTo>
                    <a:pt x="801" y="1431"/>
                  </a:lnTo>
                  <a:lnTo>
                    <a:pt x="800" y="1431"/>
                  </a:lnTo>
                  <a:lnTo>
                    <a:pt x="800" y="1431"/>
                  </a:lnTo>
                  <a:lnTo>
                    <a:pt x="799" y="1431"/>
                  </a:lnTo>
                  <a:lnTo>
                    <a:pt x="798" y="1431"/>
                  </a:lnTo>
                  <a:lnTo>
                    <a:pt x="797" y="1432"/>
                  </a:lnTo>
                  <a:lnTo>
                    <a:pt x="797" y="1432"/>
                  </a:lnTo>
                  <a:lnTo>
                    <a:pt x="797" y="1434"/>
                  </a:lnTo>
                  <a:lnTo>
                    <a:pt x="797" y="1433"/>
                  </a:lnTo>
                  <a:lnTo>
                    <a:pt x="798" y="1433"/>
                  </a:lnTo>
                  <a:lnTo>
                    <a:pt x="798" y="1434"/>
                  </a:lnTo>
                  <a:lnTo>
                    <a:pt x="800" y="1434"/>
                  </a:lnTo>
                  <a:lnTo>
                    <a:pt x="801" y="1433"/>
                  </a:lnTo>
                  <a:lnTo>
                    <a:pt x="801" y="1434"/>
                  </a:lnTo>
                  <a:lnTo>
                    <a:pt x="803" y="1435"/>
                  </a:lnTo>
                  <a:lnTo>
                    <a:pt x="804" y="1435"/>
                  </a:lnTo>
                  <a:lnTo>
                    <a:pt x="805" y="1436"/>
                  </a:lnTo>
                  <a:lnTo>
                    <a:pt x="805" y="1436"/>
                  </a:lnTo>
                  <a:lnTo>
                    <a:pt x="806" y="1436"/>
                  </a:lnTo>
                  <a:lnTo>
                    <a:pt x="807" y="1435"/>
                  </a:lnTo>
                  <a:lnTo>
                    <a:pt x="807" y="1433"/>
                  </a:lnTo>
                  <a:lnTo>
                    <a:pt x="808" y="1432"/>
                  </a:lnTo>
                  <a:lnTo>
                    <a:pt x="809" y="1431"/>
                  </a:lnTo>
                  <a:lnTo>
                    <a:pt x="810" y="1433"/>
                  </a:lnTo>
                  <a:lnTo>
                    <a:pt x="810" y="1434"/>
                  </a:lnTo>
                  <a:lnTo>
                    <a:pt x="811" y="1439"/>
                  </a:lnTo>
                  <a:lnTo>
                    <a:pt x="812" y="1439"/>
                  </a:lnTo>
                  <a:lnTo>
                    <a:pt x="813" y="1439"/>
                  </a:lnTo>
                  <a:lnTo>
                    <a:pt x="814" y="1439"/>
                  </a:lnTo>
                  <a:lnTo>
                    <a:pt x="814" y="1440"/>
                  </a:lnTo>
                  <a:lnTo>
                    <a:pt x="814" y="1441"/>
                  </a:lnTo>
                  <a:lnTo>
                    <a:pt x="815" y="1442"/>
                  </a:lnTo>
                  <a:lnTo>
                    <a:pt x="815" y="1442"/>
                  </a:lnTo>
                  <a:lnTo>
                    <a:pt x="817" y="1442"/>
                  </a:lnTo>
                  <a:lnTo>
                    <a:pt x="818" y="1442"/>
                  </a:lnTo>
                  <a:lnTo>
                    <a:pt x="819" y="1442"/>
                  </a:lnTo>
                  <a:lnTo>
                    <a:pt x="819" y="1442"/>
                  </a:lnTo>
                  <a:lnTo>
                    <a:pt x="820" y="1442"/>
                  </a:lnTo>
                  <a:lnTo>
                    <a:pt x="821" y="1443"/>
                  </a:lnTo>
                  <a:lnTo>
                    <a:pt x="822" y="1444"/>
                  </a:lnTo>
                  <a:lnTo>
                    <a:pt x="824" y="1444"/>
                  </a:lnTo>
                  <a:lnTo>
                    <a:pt x="824" y="1444"/>
                  </a:lnTo>
                  <a:lnTo>
                    <a:pt x="825" y="1444"/>
                  </a:lnTo>
                  <a:lnTo>
                    <a:pt x="826" y="1444"/>
                  </a:lnTo>
                  <a:lnTo>
                    <a:pt x="827" y="1444"/>
                  </a:lnTo>
                  <a:lnTo>
                    <a:pt x="827" y="1444"/>
                  </a:lnTo>
                  <a:lnTo>
                    <a:pt x="827" y="1444"/>
                  </a:lnTo>
                  <a:lnTo>
                    <a:pt x="829" y="1444"/>
                  </a:lnTo>
                  <a:lnTo>
                    <a:pt x="830" y="1444"/>
                  </a:lnTo>
                  <a:lnTo>
                    <a:pt x="831" y="1444"/>
                  </a:lnTo>
                  <a:lnTo>
                    <a:pt x="832" y="1445"/>
                  </a:lnTo>
                  <a:lnTo>
                    <a:pt x="832" y="1445"/>
                  </a:lnTo>
                  <a:lnTo>
                    <a:pt x="832" y="1446"/>
                  </a:lnTo>
                  <a:lnTo>
                    <a:pt x="832" y="1446"/>
                  </a:lnTo>
                  <a:lnTo>
                    <a:pt x="833" y="1445"/>
                  </a:lnTo>
                  <a:lnTo>
                    <a:pt x="833" y="1446"/>
                  </a:lnTo>
                  <a:lnTo>
                    <a:pt x="835" y="1446"/>
                  </a:lnTo>
                  <a:lnTo>
                    <a:pt x="836" y="1447"/>
                  </a:lnTo>
                  <a:lnTo>
                    <a:pt x="836" y="1448"/>
                  </a:lnTo>
                  <a:lnTo>
                    <a:pt x="836" y="1449"/>
                  </a:lnTo>
                  <a:lnTo>
                    <a:pt x="836" y="1449"/>
                  </a:lnTo>
                  <a:lnTo>
                    <a:pt x="837" y="1450"/>
                  </a:lnTo>
                  <a:lnTo>
                    <a:pt x="838" y="1450"/>
                  </a:lnTo>
                  <a:lnTo>
                    <a:pt x="838" y="1450"/>
                  </a:lnTo>
                  <a:lnTo>
                    <a:pt x="838" y="1451"/>
                  </a:lnTo>
                  <a:lnTo>
                    <a:pt x="838" y="1452"/>
                  </a:lnTo>
                  <a:lnTo>
                    <a:pt x="839" y="1453"/>
                  </a:lnTo>
                  <a:lnTo>
                    <a:pt x="840" y="1453"/>
                  </a:lnTo>
                  <a:lnTo>
                    <a:pt x="840" y="1453"/>
                  </a:lnTo>
                  <a:lnTo>
                    <a:pt x="840" y="1453"/>
                  </a:lnTo>
                  <a:lnTo>
                    <a:pt x="841" y="1454"/>
                  </a:lnTo>
                  <a:lnTo>
                    <a:pt x="841" y="1454"/>
                  </a:lnTo>
                  <a:lnTo>
                    <a:pt x="842" y="1454"/>
                  </a:lnTo>
                  <a:lnTo>
                    <a:pt x="842" y="1455"/>
                  </a:lnTo>
                  <a:lnTo>
                    <a:pt x="843" y="1455"/>
                  </a:lnTo>
                  <a:lnTo>
                    <a:pt x="843" y="1455"/>
                  </a:lnTo>
                  <a:lnTo>
                    <a:pt x="844" y="1455"/>
                  </a:lnTo>
                  <a:lnTo>
                    <a:pt x="844" y="1455"/>
                  </a:lnTo>
                  <a:lnTo>
                    <a:pt x="845" y="1456"/>
                  </a:lnTo>
                  <a:lnTo>
                    <a:pt x="845" y="1457"/>
                  </a:lnTo>
                  <a:lnTo>
                    <a:pt x="846" y="1457"/>
                  </a:lnTo>
                  <a:lnTo>
                    <a:pt x="846" y="1457"/>
                  </a:lnTo>
                  <a:lnTo>
                    <a:pt x="847" y="1457"/>
                  </a:lnTo>
                  <a:lnTo>
                    <a:pt x="848" y="1458"/>
                  </a:lnTo>
                  <a:lnTo>
                    <a:pt x="848" y="1458"/>
                  </a:lnTo>
                  <a:lnTo>
                    <a:pt x="848" y="1458"/>
                  </a:lnTo>
                  <a:lnTo>
                    <a:pt x="847" y="1460"/>
                  </a:lnTo>
                  <a:lnTo>
                    <a:pt x="846" y="1461"/>
                  </a:lnTo>
                  <a:lnTo>
                    <a:pt x="846" y="1461"/>
                  </a:lnTo>
                  <a:lnTo>
                    <a:pt x="845" y="1462"/>
                  </a:lnTo>
                  <a:lnTo>
                    <a:pt x="845" y="1463"/>
                  </a:lnTo>
                  <a:lnTo>
                    <a:pt x="843" y="1464"/>
                  </a:lnTo>
                  <a:lnTo>
                    <a:pt x="842" y="1464"/>
                  </a:lnTo>
                  <a:lnTo>
                    <a:pt x="841" y="1464"/>
                  </a:lnTo>
                  <a:lnTo>
                    <a:pt x="841" y="1465"/>
                  </a:lnTo>
                  <a:lnTo>
                    <a:pt x="840" y="1465"/>
                  </a:lnTo>
                  <a:lnTo>
                    <a:pt x="840" y="1466"/>
                  </a:lnTo>
                  <a:lnTo>
                    <a:pt x="840" y="1466"/>
                  </a:lnTo>
                  <a:lnTo>
                    <a:pt x="839" y="1467"/>
                  </a:lnTo>
                  <a:lnTo>
                    <a:pt x="838" y="1468"/>
                  </a:lnTo>
                  <a:lnTo>
                    <a:pt x="837" y="1469"/>
                  </a:lnTo>
                  <a:lnTo>
                    <a:pt x="837" y="1470"/>
                  </a:lnTo>
                  <a:lnTo>
                    <a:pt x="836" y="1470"/>
                  </a:lnTo>
                  <a:lnTo>
                    <a:pt x="833" y="1472"/>
                  </a:lnTo>
                  <a:lnTo>
                    <a:pt x="832" y="1473"/>
                  </a:lnTo>
                  <a:lnTo>
                    <a:pt x="832" y="1473"/>
                  </a:lnTo>
                  <a:lnTo>
                    <a:pt x="832" y="1475"/>
                  </a:lnTo>
                  <a:lnTo>
                    <a:pt x="830" y="1475"/>
                  </a:lnTo>
                  <a:lnTo>
                    <a:pt x="828" y="1475"/>
                  </a:lnTo>
                  <a:lnTo>
                    <a:pt x="828" y="1475"/>
                  </a:lnTo>
                  <a:lnTo>
                    <a:pt x="827" y="1475"/>
                  </a:lnTo>
                  <a:lnTo>
                    <a:pt x="827" y="1476"/>
                  </a:lnTo>
                  <a:lnTo>
                    <a:pt x="827" y="1477"/>
                  </a:lnTo>
                  <a:lnTo>
                    <a:pt x="827" y="1477"/>
                  </a:lnTo>
                  <a:lnTo>
                    <a:pt x="826" y="1477"/>
                  </a:lnTo>
                  <a:lnTo>
                    <a:pt x="826" y="1478"/>
                  </a:lnTo>
                  <a:lnTo>
                    <a:pt x="825" y="1478"/>
                  </a:lnTo>
                  <a:lnTo>
                    <a:pt x="824" y="1478"/>
                  </a:lnTo>
                  <a:lnTo>
                    <a:pt x="823" y="1479"/>
                  </a:lnTo>
                  <a:lnTo>
                    <a:pt x="821" y="1479"/>
                  </a:lnTo>
                  <a:lnTo>
                    <a:pt x="820" y="1479"/>
                  </a:lnTo>
                  <a:lnTo>
                    <a:pt x="819" y="1480"/>
                  </a:lnTo>
                  <a:lnTo>
                    <a:pt x="818" y="1481"/>
                  </a:lnTo>
                  <a:lnTo>
                    <a:pt x="817" y="1481"/>
                  </a:lnTo>
                  <a:lnTo>
                    <a:pt x="816" y="1482"/>
                  </a:lnTo>
                  <a:lnTo>
                    <a:pt x="814" y="1482"/>
                  </a:lnTo>
                  <a:lnTo>
                    <a:pt x="814" y="1483"/>
                  </a:lnTo>
                  <a:lnTo>
                    <a:pt x="813" y="1483"/>
                  </a:lnTo>
                  <a:lnTo>
                    <a:pt x="813" y="1483"/>
                  </a:lnTo>
                  <a:lnTo>
                    <a:pt x="812" y="1483"/>
                  </a:lnTo>
                  <a:lnTo>
                    <a:pt x="812" y="1484"/>
                  </a:lnTo>
                  <a:lnTo>
                    <a:pt x="811" y="1484"/>
                  </a:lnTo>
                  <a:lnTo>
                    <a:pt x="811" y="1485"/>
                  </a:lnTo>
                  <a:lnTo>
                    <a:pt x="810" y="1487"/>
                  </a:lnTo>
                  <a:lnTo>
                    <a:pt x="810" y="1487"/>
                  </a:lnTo>
                  <a:lnTo>
                    <a:pt x="810" y="1487"/>
                  </a:lnTo>
                  <a:lnTo>
                    <a:pt x="809" y="1487"/>
                  </a:lnTo>
                  <a:lnTo>
                    <a:pt x="810" y="1486"/>
                  </a:lnTo>
                  <a:lnTo>
                    <a:pt x="809" y="1486"/>
                  </a:lnTo>
                  <a:lnTo>
                    <a:pt x="809" y="1486"/>
                  </a:lnTo>
                  <a:lnTo>
                    <a:pt x="808" y="1487"/>
                  </a:lnTo>
                  <a:lnTo>
                    <a:pt x="808" y="1486"/>
                  </a:lnTo>
                  <a:lnTo>
                    <a:pt x="809" y="1486"/>
                  </a:lnTo>
                  <a:lnTo>
                    <a:pt x="809" y="1485"/>
                  </a:lnTo>
                  <a:lnTo>
                    <a:pt x="808" y="1485"/>
                  </a:lnTo>
                  <a:lnTo>
                    <a:pt x="807" y="1485"/>
                  </a:lnTo>
                  <a:lnTo>
                    <a:pt x="806" y="1486"/>
                  </a:lnTo>
                  <a:lnTo>
                    <a:pt x="806" y="1487"/>
                  </a:lnTo>
                  <a:lnTo>
                    <a:pt x="805" y="1487"/>
                  </a:lnTo>
                  <a:lnTo>
                    <a:pt x="804" y="1487"/>
                  </a:lnTo>
                  <a:lnTo>
                    <a:pt x="804" y="1486"/>
                  </a:lnTo>
                  <a:lnTo>
                    <a:pt x="802" y="1485"/>
                  </a:lnTo>
                  <a:lnTo>
                    <a:pt x="801" y="1486"/>
                  </a:lnTo>
                  <a:lnTo>
                    <a:pt x="801" y="1486"/>
                  </a:lnTo>
                  <a:lnTo>
                    <a:pt x="800" y="1486"/>
                  </a:lnTo>
                  <a:lnTo>
                    <a:pt x="800" y="1485"/>
                  </a:lnTo>
                  <a:lnTo>
                    <a:pt x="800" y="1485"/>
                  </a:lnTo>
                  <a:lnTo>
                    <a:pt x="801" y="1484"/>
                  </a:lnTo>
                  <a:lnTo>
                    <a:pt x="800" y="1483"/>
                  </a:lnTo>
                  <a:lnTo>
                    <a:pt x="798" y="1484"/>
                  </a:lnTo>
                  <a:lnTo>
                    <a:pt x="798" y="1484"/>
                  </a:lnTo>
                  <a:lnTo>
                    <a:pt x="798" y="1485"/>
                  </a:lnTo>
                  <a:lnTo>
                    <a:pt x="798" y="1484"/>
                  </a:lnTo>
                  <a:lnTo>
                    <a:pt x="797" y="1484"/>
                  </a:lnTo>
                  <a:lnTo>
                    <a:pt x="798" y="1483"/>
                  </a:lnTo>
                  <a:lnTo>
                    <a:pt x="799" y="1483"/>
                  </a:lnTo>
                  <a:lnTo>
                    <a:pt x="799" y="1483"/>
                  </a:lnTo>
                  <a:lnTo>
                    <a:pt x="799" y="1483"/>
                  </a:lnTo>
                  <a:lnTo>
                    <a:pt x="799" y="1483"/>
                  </a:lnTo>
                  <a:lnTo>
                    <a:pt x="798" y="1482"/>
                  </a:lnTo>
                  <a:lnTo>
                    <a:pt x="798" y="1481"/>
                  </a:lnTo>
                  <a:lnTo>
                    <a:pt x="798" y="1481"/>
                  </a:lnTo>
                  <a:lnTo>
                    <a:pt x="797" y="1480"/>
                  </a:lnTo>
                  <a:lnTo>
                    <a:pt x="797" y="1480"/>
                  </a:lnTo>
                  <a:lnTo>
                    <a:pt x="794" y="1479"/>
                  </a:lnTo>
                  <a:lnTo>
                    <a:pt x="793" y="1479"/>
                  </a:lnTo>
                  <a:lnTo>
                    <a:pt x="793" y="1479"/>
                  </a:lnTo>
                  <a:lnTo>
                    <a:pt x="793" y="1479"/>
                  </a:lnTo>
                  <a:lnTo>
                    <a:pt x="789" y="1479"/>
                  </a:lnTo>
                  <a:lnTo>
                    <a:pt x="786" y="1479"/>
                  </a:lnTo>
                  <a:lnTo>
                    <a:pt x="786" y="1479"/>
                  </a:lnTo>
                  <a:lnTo>
                    <a:pt x="785" y="1479"/>
                  </a:lnTo>
                  <a:lnTo>
                    <a:pt x="783" y="1480"/>
                  </a:lnTo>
                  <a:lnTo>
                    <a:pt x="781" y="1482"/>
                  </a:lnTo>
                  <a:lnTo>
                    <a:pt x="780" y="1483"/>
                  </a:lnTo>
                  <a:lnTo>
                    <a:pt x="780" y="1483"/>
                  </a:lnTo>
                  <a:lnTo>
                    <a:pt x="780" y="1485"/>
                  </a:lnTo>
                  <a:lnTo>
                    <a:pt x="778" y="1486"/>
                  </a:lnTo>
                  <a:lnTo>
                    <a:pt x="777" y="1488"/>
                  </a:lnTo>
                  <a:lnTo>
                    <a:pt x="776" y="1488"/>
                  </a:lnTo>
                  <a:lnTo>
                    <a:pt x="776" y="1488"/>
                  </a:lnTo>
                  <a:lnTo>
                    <a:pt x="775" y="1489"/>
                  </a:lnTo>
                  <a:lnTo>
                    <a:pt x="774" y="1490"/>
                  </a:lnTo>
                  <a:lnTo>
                    <a:pt x="772" y="1492"/>
                  </a:lnTo>
                  <a:lnTo>
                    <a:pt x="772" y="1492"/>
                  </a:lnTo>
                  <a:lnTo>
                    <a:pt x="771" y="1492"/>
                  </a:lnTo>
                  <a:lnTo>
                    <a:pt x="771" y="1492"/>
                  </a:lnTo>
                  <a:lnTo>
                    <a:pt x="770" y="1492"/>
                  </a:lnTo>
                  <a:lnTo>
                    <a:pt x="769" y="1493"/>
                  </a:lnTo>
                  <a:lnTo>
                    <a:pt x="768" y="1494"/>
                  </a:lnTo>
                  <a:lnTo>
                    <a:pt x="768" y="1494"/>
                  </a:lnTo>
                  <a:lnTo>
                    <a:pt x="767" y="1495"/>
                  </a:lnTo>
                  <a:lnTo>
                    <a:pt x="767" y="1495"/>
                  </a:lnTo>
                  <a:lnTo>
                    <a:pt x="767" y="1496"/>
                  </a:lnTo>
                  <a:lnTo>
                    <a:pt x="766" y="1497"/>
                  </a:lnTo>
                  <a:lnTo>
                    <a:pt x="766" y="1497"/>
                  </a:lnTo>
                  <a:lnTo>
                    <a:pt x="764" y="1500"/>
                  </a:lnTo>
                  <a:lnTo>
                    <a:pt x="763" y="1500"/>
                  </a:lnTo>
                  <a:lnTo>
                    <a:pt x="762" y="1500"/>
                  </a:lnTo>
                  <a:lnTo>
                    <a:pt x="762" y="1501"/>
                  </a:lnTo>
                  <a:lnTo>
                    <a:pt x="761" y="1501"/>
                  </a:lnTo>
                  <a:lnTo>
                    <a:pt x="760" y="1502"/>
                  </a:lnTo>
                  <a:lnTo>
                    <a:pt x="760" y="1502"/>
                  </a:lnTo>
                  <a:lnTo>
                    <a:pt x="759" y="1503"/>
                  </a:lnTo>
                  <a:lnTo>
                    <a:pt x="758" y="1505"/>
                  </a:lnTo>
                  <a:lnTo>
                    <a:pt x="758" y="1505"/>
                  </a:lnTo>
                  <a:lnTo>
                    <a:pt x="756" y="1506"/>
                  </a:lnTo>
                  <a:lnTo>
                    <a:pt x="755" y="1506"/>
                  </a:lnTo>
                  <a:lnTo>
                    <a:pt x="755" y="1506"/>
                  </a:lnTo>
                  <a:lnTo>
                    <a:pt x="754" y="1506"/>
                  </a:lnTo>
                  <a:lnTo>
                    <a:pt x="753" y="1507"/>
                  </a:lnTo>
                  <a:lnTo>
                    <a:pt x="753" y="1507"/>
                  </a:lnTo>
                  <a:lnTo>
                    <a:pt x="753" y="1508"/>
                  </a:lnTo>
                  <a:lnTo>
                    <a:pt x="753" y="1509"/>
                  </a:lnTo>
                  <a:lnTo>
                    <a:pt x="752" y="1511"/>
                  </a:lnTo>
                  <a:lnTo>
                    <a:pt x="752" y="1514"/>
                  </a:lnTo>
                  <a:lnTo>
                    <a:pt x="752" y="1515"/>
                  </a:lnTo>
                  <a:lnTo>
                    <a:pt x="752" y="1517"/>
                  </a:lnTo>
                  <a:lnTo>
                    <a:pt x="751" y="1519"/>
                  </a:lnTo>
                  <a:lnTo>
                    <a:pt x="750" y="1520"/>
                  </a:lnTo>
                  <a:lnTo>
                    <a:pt x="750" y="1521"/>
                  </a:lnTo>
                  <a:lnTo>
                    <a:pt x="749" y="1521"/>
                  </a:lnTo>
                  <a:lnTo>
                    <a:pt x="749" y="1522"/>
                  </a:lnTo>
                  <a:lnTo>
                    <a:pt x="749" y="1522"/>
                  </a:lnTo>
                  <a:lnTo>
                    <a:pt x="748" y="1523"/>
                  </a:lnTo>
                  <a:lnTo>
                    <a:pt x="748" y="1522"/>
                  </a:lnTo>
                  <a:lnTo>
                    <a:pt x="747" y="1522"/>
                  </a:lnTo>
                  <a:lnTo>
                    <a:pt x="742" y="1522"/>
                  </a:lnTo>
                  <a:lnTo>
                    <a:pt x="741" y="1523"/>
                  </a:lnTo>
                  <a:lnTo>
                    <a:pt x="740" y="1523"/>
                  </a:lnTo>
                  <a:lnTo>
                    <a:pt x="741" y="1525"/>
                  </a:lnTo>
                  <a:lnTo>
                    <a:pt x="740" y="1524"/>
                  </a:lnTo>
                  <a:lnTo>
                    <a:pt x="740" y="1525"/>
                  </a:lnTo>
                  <a:lnTo>
                    <a:pt x="739" y="1526"/>
                  </a:lnTo>
                  <a:lnTo>
                    <a:pt x="739" y="1525"/>
                  </a:lnTo>
                  <a:lnTo>
                    <a:pt x="738" y="1525"/>
                  </a:lnTo>
                  <a:lnTo>
                    <a:pt x="737" y="1524"/>
                  </a:lnTo>
                  <a:lnTo>
                    <a:pt x="736" y="1524"/>
                  </a:lnTo>
                  <a:lnTo>
                    <a:pt x="737" y="1523"/>
                  </a:lnTo>
                  <a:lnTo>
                    <a:pt x="736" y="1523"/>
                  </a:lnTo>
                  <a:lnTo>
                    <a:pt x="735" y="1524"/>
                  </a:lnTo>
                  <a:lnTo>
                    <a:pt x="734" y="1523"/>
                  </a:lnTo>
                  <a:lnTo>
                    <a:pt x="731" y="1525"/>
                  </a:lnTo>
                  <a:lnTo>
                    <a:pt x="731" y="1526"/>
                  </a:lnTo>
                  <a:lnTo>
                    <a:pt x="731" y="1526"/>
                  </a:lnTo>
                  <a:lnTo>
                    <a:pt x="731" y="1527"/>
                  </a:lnTo>
                  <a:lnTo>
                    <a:pt x="731" y="1527"/>
                  </a:lnTo>
                  <a:lnTo>
                    <a:pt x="730" y="1527"/>
                  </a:lnTo>
                  <a:lnTo>
                    <a:pt x="730" y="1527"/>
                  </a:lnTo>
                  <a:lnTo>
                    <a:pt x="729" y="1526"/>
                  </a:lnTo>
                  <a:lnTo>
                    <a:pt x="728" y="1527"/>
                  </a:lnTo>
                  <a:lnTo>
                    <a:pt x="728" y="1527"/>
                  </a:lnTo>
                  <a:lnTo>
                    <a:pt x="728" y="1527"/>
                  </a:lnTo>
                  <a:lnTo>
                    <a:pt x="727" y="1527"/>
                  </a:lnTo>
                  <a:lnTo>
                    <a:pt x="727" y="1528"/>
                  </a:lnTo>
                  <a:lnTo>
                    <a:pt x="727" y="1528"/>
                  </a:lnTo>
                  <a:lnTo>
                    <a:pt x="727" y="1528"/>
                  </a:lnTo>
                  <a:lnTo>
                    <a:pt x="727" y="1529"/>
                  </a:lnTo>
                  <a:lnTo>
                    <a:pt x="727" y="1529"/>
                  </a:lnTo>
                  <a:lnTo>
                    <a:pt x="727" y="1530"/>
                  </a:lnTo>
                  <a:lnTo>
                    <a:pt x="727" y="1530"/>
                  </a:lnTo>
                  <a:lnTo>
                    <a:pt x="726" y="1530"/>
                  </a:lnTo>
                  <a:lnTo>
                    <a:pt x="727" y="1530"/>
                  </a:lnTo>
                  <a:lnTo>
                    <a:pt x="727" y="1531"/>
                  </a:lnTo>
                  <a:lnTo>
                    <a:pt x="726" y="1531"/>
                  </a:lnTo>
                  <a:lnTo>
                    <a:pt x="726" y="1531"/>
                  </a:lnTo>
                  <a:lnTo>
                    <a:pt x="725" y="1531"/>
                  </a:lnTo>
                  <a:lnTo>
                    <a:pt x="725" y="1531"/>
                  </a:lnTo>
                  <a:lnTo>
                    <a:pt x="724" y="1531"/>
                  </a:lnTo>
                  <a:lnTo>
                    <a:pt x="724" y="1531"/>
                  </a:lnTo>
                  <a:lnTo>
                    <a:pt x="723" y="1530"/>
                  </a:lnTo>
                  <a:lnTo>
                    <a:pt x="722" y="1530"/>
                  </a:lnTo>
                  <a:lnTo>
                    <a:pt x="720" y="1530"/>
                  </a:lnTo>
                  <a:lnTo>
                    <a:pt x="720" y="1531"/>
                  </a:lnTo>
                  <a:lnTo>
                    <a:pt x="722" y="1531"/>
                  </a:lnTo>
                  <a:lnTo>
                    <a:pt x="722" y="1531"/>
                  </a:lnTo>
                  <a:lnTo>
                    <a:pt x="721" y="1531"/>
                  </a:lnTo>
                  <a:lnTo>
                    <a:pt x="719" y="1532"/>
                  </a:lnTo>
                  <a:lnTo>
                    <a:pt x="719" y="1533"/>
                  </a:lnTo>
                  <a:lnTo>
                    <a:pt x="720" y="1533"/>
                  </a:lnTo>
                  <a:lnTo>
                    <a:pt x="719" y="1534"/>
                  </a:lnTo>
                  <a:lnTo>
                    <a:pt x="718" y="1534"/>
                  </a:lnTo>
                  <a:lnTo>
                    <a:pt x="716" y="1533"/>
                  </a:lnTo>
                  <a:lnTo>
                    <a:pt x="715" y="1533"/>
                  </a:lnTo>
                  <a:lnTo>
                    <a:pt x="714" y="1534"/>
                  </a:lnTo>
                  <a:lnTo>
                    <a:pt x="714" y="1534"/>
                  </a:lnTo>
                  <a:lnTo>
                    <a:pt x="712" y="1534"/>
                  </a:lnTo>
                  <a:lnTo>
                    <a:pt x="711" y="1534"/>
                  </a:lnTo>
                  <a:lnTo>
                    <a:pt x="714" y="1535"/>
                  </a:lnTo>
                  <a:lnTo>
                    <a:pt x="714" y="1535"/>
                  </a:lnTo>
                  <a:lnTo>
                    <a:pt x="713" y="1536"/>
                  </a:lnTo>
                  <a:lnTo>
                    <a:pt x="714" y="1537"/>
                  </a:lnTo>
                  <a:lnTo>
                    <a:pt x="714" y="1538"/>
                  </a:lnTo>
                  <a:lnTo>
                    <a:pt x="714" y="1539"/>
                  </a:lnTo>
                  <a:lnTo>
                    <a:pt x="713" y="1540"/>
                  </a:lnTo>
                  <a:lnTo>
                    <a:pt x="712" y="1539"/>
                  </a:lnTo>
                  <a:lnTo>
                    <a:pt x="711" y="1539"/>
                  </a:lnTo>
                  <a:lnTo>
                    <a:pt x="711" y="1539"/>
                  </a:lnTo>
                  <a:lnTo>
                    <a:pt x="710" y="1539"/>
                  </a:lnTo>
                  <a:lnTo>
                    <a:pt x="710" y="1538"/>
                  </a:lnTo>
                  <a:lnTo>
                    <a:pt x="710" y="1536"/>
                  </a:lnTo>
                  <a:lnTo>
                    <a:pt x="709" y="1536"/>
                  </a:lnTo>
                  <a:lnTo>
                    <a:pt x="706" y="1535"/>
                  </a:lnTo>
                  <a:lnTo>
                    <a:pt x="704" y="1535"/>
                  </a:lnTo>
                  <a:lnTo>
                    <a:pt x="704" y="1535"/>
                  </a:lnTo>
                  <a:lnTo>
                    <a:pt x="704" y="1535"/>
                  </a:lnTo>
                  <a:lnTo>
                    <a:pt x="702" y="1535"/>
                  </a:lnTo>
                  <a:lnTo>
                    <a:pt x="702" y="1535"/>
                  </a:lnTo>
                  <a:lnTo>
                    <a:pt x="701" y="1535"/>
                  </a:lnTo>
                  <a:lnTo>
                    <a:pt x="701" y="1535"/>
                  </a:lnTo>
                  <a:lnTo>
                    <a:pt x="701" y="1534"/>
                  </a:lnTo>
                  <a:lnTo>
                    <a:pt x="701" y="1533"/>
                  </a:lnTo>
                  <a:lnTo>
                    <a:pt x="701" y="1533"/>
                  </a:lnTo>
                  <a:lnTo>
                    <a:pt x="700" y="1532"/>
                  </a:lnTo>
                  <a:lnTo>
                    <a:pt x="697" y="1531"/>
                  </a:lnTo>
                  <a:lnTo>
                    <a:pt x="694" y="1531"/>
                  </a:lnTo>
                  <a:lnTo>
                    <a:pt x="694" y="1531"/>
                  </a:lnTo>
                  <a:lnTo>
                    <a:pt x="693" y="1530"/>
                  </a:lnTo>
                  <a:lnTo>
                    <a:pt x="693" y="1530"/>
                  </a:lnTo>
                  <a:lnTo>
                    <a:pt x="693" y="1529"/>
                  </a:lnTo>
                  <a:lnTo>
                    <a:pt x="690" y="1529"/>
                  </a:lnTo>
                  <a:lnTo>
                    <a:pt x="690" y="1530"/>
                  </a:lnTo>
                  <a:lnTo>
                    <a:pt x="690" y="1530"/>
                  </a:lnTo>
                  <a:lnTo>
                    <a:pt x="687" y="1529"/>
                  </a:lnTo>
                  <a:lnTo>
                    <a:pt x="687" y="1529"/>
                  </a:lnTo>
                  <a:lnTo>
                    <a:pt x="686" y="1529"/>
                  </a:lnTo>
                  <a:lnTo>
                    <a:pt x="685" y="1528"/>
                  </a:lnTo>
                  <a:lnTo>
                    <a:pt x="685" y="1527"/>
                  </a:lnTo>
                  <a:lnTo>
                    <a:pt x="684" y="1526"/>
                  </a:lnTo>
                  <a:lnTo>
                    <a:pt x="684" y="1525"/>
                  </a:lnTo>
                  <a:lnTo>
                    <a:pt x="683" y="1525"/>
                  </a:lnTo>
                  <a:lnTo>
                    <a:pt x="682" y="1524"/>
                  </a:lnTo>
                  <a:lnTo>
                    <a:pt x="680" y="1524"/>
                  </a:lnTo>
                  <a:lnTo>
                    <a:pt x="680" y="1523"/>
                  </a:lnTo>
                  <a:lnTo>
                    <a:pt x="680" y="1524"/>
                  </a:lnTo>
                  <a:lnTo>
                    <a:pt x="680" y="1524"/>
                  </a:lnTo>
                  <a:lnTo>
                    <a:pt x="680" y="1525"/>
                  </a:lnTo>
                  <a:lnTo>
                    <a:pt x="680" y="1526"/>
                  </a:lnTo>
                  <a:lnTo>
                    <a:pt x="680" y="1526"/>
                  </a:lnTo>
                  <a:lnTo>
                    <a:pt x="680" y="1527"/>
                  </a:lnTo>
                  <a:lnTo>
                    <a:pt x="680" y="1527"/>
                  </a:lnTo>
                  <a:lnTo>
                    <a:pt x="680" y="1527"/>
                  </a:lnTo>
                  <a:lnTo>
                    <a:pt x="680" y="1527"/>
                  </a:lnTo>
                  <a:lnTo>
                    <a:pt x="677" y="1528"/>
                  </a:lnTo>
                  <a:lnTo>
                    <a:pt x="676" y="1527"/>
                  </a:lnTo>
                  <a:lnTo>
                    <a:pt x="676" y="1526"/>
                  </a:lnTo>
                  <a:lnTo>
                    <a:pt x="675" y="1525"/>
                  </a:lnTo>
                  <a:lnTo>
                    <a:pt x="675" y="1525"/>
                  </a:lnTo>
                  <a:lnTo>
                    <a:pt x="675" y="1525"/>
                  </a:lnTo>
                  <a:lnTo>
                    <a:pt x="673" y="1526"/>
                  </a:lnTo>
                  <a:lnTo>
                    <a:pt x="672" y="1525"/>
                  </a:lnTo>
                  <a:lnTo>
                    <a:pt x="671" y="1526"/>
                  </a:lnTo>
                  <a:lnTo>
                    <a:pt x="669" y="1526"/>
                  </a:lnTo>
                  <a:lnTo>
                    <a:pt x="667" y="1527"/>
                  </a:lnTo>
                  <a:lnTo>
                    <a:pt x="666" y="1527"/>
                  </a:lnTo>
                  <a:lnTo>
                    <a:pt x="664" y="1527"/>
                  </a:lnTo>
                  <a:lnTo>
                    <a:pt x="661" y="1526"/>
                  </a:lnTo>
                  <a:lnTo>
                    <a:pt x="658" y="1522"/>
                  </a:lnTo>
                  <a:lnTo>
                    <a:pt x="657" y="1522"/>
                  </a:lnTo>
                  <a:lnTo>
                    <a:pt x="657" y="1522"/>
                  </a:lnTo>
                  <a:lnTo>
                    <a:pt x="656" y="1525"/>
                  </a:lnTo>
                  <a:lnTo>
                    <a:pt x="657" y="1525"/>
                  </a:lnTo>
                  <a:lnTo>
                    <a:pt x="657" y="1527"/>
                  </a:lnTo>
                  <a:lnTo>
                    <a:pt x="657" y="1531"/>
                  </a:lnTo>
                  <a:lnTo>
                    <a:pt x="657" y="1531"/>
                  </a:lnTo>
                  <a:lnTo>
                    <a:pt x="658" y="1533"/>
                  </a:lnTo>
                  <a:lnTo>
                    <a:pt x="658" y="1533"/>
                  </a:lnTo>
                  <a:lnTo>
                    <a:pt x="659" y="1534"/>
                  </a:lnTo>
                  <a:lnTo>
                    <a:pt x="660" y="1534"/>
                  </a:lnTo>
                  <a:lnTo>
                    <a:pt x="661" y="1533"/>
                  </a:lnTo>
                  <a:lnTo>
                    <a:pt x="662" y="1533"/>
                  </a:lnTo>
                  <a:lnTo>
                    <a:pt x="662" y="1531"/>
                  </a:lnTo>
                  <a:lnTo>
                    <a:pt x="663" y="1531"/>
                  </a:lnTo>
                  <a:lnTo>
                    <a:pt x="664" y="1530"/>
                  </a:lnTo>
                  <a:lnTo>
                    <a:pt x="664" y="1531"/>
                  </a:lnTo>
                  <a:lnTo>
                    <a:pt x="665" y="1531"/>
                  </a:lnTo>
                  <a:lnTo>
                    <a:pt x="665" y="1534"/>
                  </a:lnTo>
                  <a:lnTo>
                    <a:pt x="665" y="1534"/>
                  </a:lnTo>
                  <a:lnTo>
                    <a:pt x="665" y="1535"/>
                  </a:lnTo>
                  <a:lnTo>
                    <a:pt x="667" y="1536"/>
                  </a:lnTo>
                  <a:lnTo>
                    <a:pt x="667" y="1537"/>
                  </a:lnTo>
                  <a:lnTo>
                    <a:pt x="666" y="1538"/>
                  </a:lnTo>
                  <a:lnTo>
                    <a:pt x="666" y="1538"/>
                  </a:lnTo>
                  <a:lnTo>
                    <a:pt x="668" y="1537"/>
                  </a:lnTo>
                  <a:lnTo>
                    <a:pt x="668" y="1538"/>
                  </a:lnTo>
                  <a:lnTo>
                    <a:pt x="669" y="1538"/>
                  </a:lnTo>
                  <a:lnTo>
                    <a:pt x="669" y="1537"/>
                  </a:lnTo>
                  <a:lnTo>
                    <a:pt x="669" y="1537"/>
                  </a:lnTo>
                  <a:lnTo>
                    <a:pt x="672" y="1537"/>
                  </a:lnTo>
                  <a:lnTo>
                    <a:pt x="673" y="1537"/>
                  </a:lnTo>
                  <a:lnTo>
                    <a:pt x="673" y="1537"/>
                  </a:lnTo>
                  <a:lnTo>
                    <a:pt x="672" y="1536"/>
                  </a:lnTo>
                  <a:lnTo>
                    <a:pt x="673" y="1536"/>
                  </a:lnTo>
                  <a:lnTo>
                    <a:pt x="675" y="1535"/>
                  </a:lnTo>
                  <a:lnTo>
                    <a:pt x="675" y="1536"/>
                  </a:lnTo>
                  <a:lnTo>
                    <a:pt x="675" y="1536"/>
                  </a:lnTo>
                  <a:lnTo>
                    <a:pt x="676" y="1536"/>
                  </a:lnTo>
                  <a:lnTo>
                    <a:pt x="677" y="1535"/>
                  </a:lnTo>
                  <a:lnTo>
                    <a:pt x="678" y="1535"/>
                  </a:lnTo>
                  <a:lnTo>
                    <a:pt x="679" y="1535"/>
                  </a:lnTo>
                  <a:lnTo>
                    <a:pt x="680" y="1535"/>
                  </a:lnTo>
                  <a:lnTo>
                    <a:pt x="681" y="1536"/>
                  </a:lnTo>
                  <a:lnTo>
                    <a:pt x="682" y="1535"/>
                  </a:lnTo>
                  <a:lnTo>
                    <a:pt x="682" y="1536"/>
                  </a:lnTo>
                  <a:lnTo>
                    <a:pt x="684" y="1536"/>
                  </a:lnTo>
                  <a:lnTo>
                    <a:pt x="684" y="1537"/>
                  </a:lnTo>
                  <a:lnTo>
                    <a:pt x="684" y="1538"/>
                  </a:lnTo>
                  <a:lnTo>
                    <a:pt x="685" y="1538"/>
                  </a:lnTo>
                  <a:lnTo>
                    <a:pt x="687" y="1539"/>
                  </a:lnTo>
                  <a:lnTo>
                    <a:pt x="690" y="1540"/>
                  </a:lnTo>
                  <a:lnTo>
                    <a:pt x="691" y="1540"/>
                  </a:lnTo>
                  <a:lnTo>
                    <a:pt x="692" y="1540"/>
                  </a:lnTo>
                  <a:lnTo>
                    <a:pt x="693" y="1540"/>
                  </a:lnTo>
                  <a:lnTo>
                    <a:pt x="693" y="1540"/>
                  </a:lnTo>
                  <a:lnTo>
                    <a:pt x="693" y="1540"/>
                  </a:lnTo>
                  <a:lnTo>
                    <a:pt x="693" y="1541"/>
                  </a:lnTo>
                  <a:lnTo>
                    <a:pt x="693" y="1542"/>
                  </a:lnTo>
                  <a:lnTo>
                    <a:pt x="697" y="1542"/>
                  </a:lnTo>
                  <a:lnTo>
                    <a:pt x="698" y="1541"/>
                  </a:lnTo>
                  <a:lnTo>
                    <a:pt x="700" y="1541"/>
                  </a:lnTo>
                  <a:lnTo>
                    <a:pt x="701" y="1542"/>
                  </a:lnTo>
                  <a:lnTo>
                    <a:pt x="703" y="1542"/>
                  </a:lnTo>
                  <a:lnTo>
                    <a:pt x="705" y="1543"/>
                  </a:lnTo>
                  <a:lnTo>
                    <a:pt x="707" y="1544"/>
                  </a:lnTo>
                  <a:lnTo>
                    <a:pt x="708" y="1543"/>
                  </a:lnTo>
                  <a:lnTo>
                    <a:pt x="710" y="1544"/>
                  </a:lnTo>
                  <a:lnTo>
                    <a:pt x="710" y="1544"/>
                  </a:lnTo>
                  <a:lnTo>
                    <a:pt x="710" y="1543"/>
                  </a:lnTo>
                  <a:lnTo>
                    <a:pt x="710" y="1543"/>
                  </a:lnTo>
                  <a:lnTo>
                    <a:pt x="710" y="1543"/>
                  </a:lnTo>
                  <a:lnTo>
                    <a:pt x="711" y="1544"/>
                  </a:lnTo>
                  <a:lnTo>
                    <a:pt x="713" y="1544"/>
                  </a:lnTo>
                  <a:lnTo>
                    <a:pt x="714" y="1544"/>
                  </a:lnTo>
                  <a:lnTo>
                    <a:pt x="716" y="1544"/>
                  </a:lnTo>
                  <a:lnTo>
                    <a:pt x="716" y="1544"/>
                  </a:lnTo>
                  <a:lnTo>
                    <a:pt x="717" y="1543"/>
                  </a:lnTo>
                  <a:lnTo>
                    <a:pt x="717" y="1542"/>
                  </a:lnTo>
                  <a:lnTo>
                    <a:pt x="720" y="1541"/>
                  </a:lnTo>
                  <a:lnTo>
                    <a:pt x="722" y="1543"/>
                  </a:lnTo>
                  <a:lnTo>
                    <a:pt x="723" y="1544"/>
                  </a:lnTo>
                  <a:lnTo>
                    <a:pt x="723" y="1544"/>
                  </a:lnTo>
                  <a:lnTo>
                    <a:pt x="723" y="1544"/>
                  </a:lnTo>
                  <a:lnTo>
                    <a:pt x="724" y="1545"/>
                  </a:lnTo>
                  <a:lnTo>
                    <a:pt x="725" y="1546"/>
                  </a:lnTo>
                  <a:lnTo>
                    <a:pt x="726" y="1546"/>
                  </a:lnTo>
                  <a:lnTo>
                    <a:pt x="726" y="1546"/>
                  </a:lnTo>
                  <a:lnTo>
                    <a:pt x="727" y="1546"/>
                  </a:lnTo>
                  <a:lnTo>
                    <a:pt x="728" y="1547"/>
                  </a:lnTo>
                  <a:lnTo>
                    <a:pt x="731" y="1548"/>
                  </a:lnTo>
                  <a:lnTo>
                    <a:pt x="732" y="1547"/>
                  </a:lnTo>
                  <a:lnTo>
                    <a:pt x="735" y="1548"/>
                  </a:lnTo>
                  <a:lnTo>
                    <a:pt x="736" y="1547"/>
                  </a:lnTo>
                  <a:lnTo>
                    <a:pt x="736" y="1546"/>
                  </a:lnTo>
                  <a:lnTo>
                    <a:pt x="736" y="1546"/>
                  </a:lnTo>
                  <a:lnTo>
                    <a:pt x="738" y="1546"/>
                  </a:lnTo>
                  <a:lnTo>
                    <a:pt x="739" y="1546"/>
                  </a:lnTo>
                  <a:lnTo>
                    <a:pt x="739" y="1546"/>
                  </a:lnTo>
                  <a:lnTo>
                    <a:pt x="740" y="1546"/>
                  </a:lnTo>
                  <a:lnTo>
                    <a:pt x="740" y="1545"/>
                  </a:lnTo>
                  <a:lnTo>
                    <a:pt x="740" y="1545"/>
                  </a:lnTo>
                  <a:lnTo>
                    <a:pt x="740" y="1545"/>
                  </a:lnTo>
                  <a:lnTo>
                    <a:pt x="740" y="1545"/>
                  </a:lnTo>
                  <a:lnTo>
                    <a:pt x="740" y="1546"/>
                  </a:lnTo>
                  <a:lnTo>
                    <a:pt x="740" y="1546"/>
                  </a:lnTo>
                  <a:lnTo>
                    <a:pt x="741" y="1545"/>
                  </a:lnTo>
                  <a:lnTo>
                    <a:pt x="741" y="1545"/>
                  </a:lnTo>
                  <a:lnTo>
                    <a:pt x="741" y="1546"/>
                  </a:lnTo>
                  <a:lnTo>
                    <a:pt x="741" y="1547"/>
                  </a:lnTo>
                  <a:lnTo>
                    <a:pt x="741" y="1547"/>
                  </a:lnTo>
                  <a:lnTo>
                    <a:pt x="742" y="1547"/>
                  </a:lnTo>
                  <a:lnTo>
                    <a:pt x="743" y="1547"/>
                  </a:lnTo>
                  <a:lnTo>
                    <a:pt x="745" y="1547"/>
                  </a:lnTo>
                  <a:lnTo>
                    <a:pt x="745" y="1547"/>
                  </a:lnTo>
                  <a:lnTo>
                    <a:pt x="745" y="1546"/>
                  </a:lnTo>
                  <a:lnTo>
                    <a:pt x="747" y="1545"/>
                  </a:lnTo>
                  <a:lnTo>
                    <a:pt x="748" y="1545"/>
                  </a:lnTo>
                  <a:lnTo>
                    <a:pt x="748" y="1545"/>
                  </a:lnTo>
                  <a:lnTo>
                    <a:pt x="747" y="1545"/>
                  </a:lnTo>
                  <a:lnTo>
                    <a:pt x="746" y="1546"/>
                  </a:lnTo>
                  <a:lnTo>
                    <a:pt x="747" y="1547"/>
                  </a:lnTo>
                  <a:lnTo>
                    <a:pt x="748" y="1547"/>
                  </a:lnTo>
                  <a:lnTo>
                    <a:pt x="749" y="1547"/>
                  </a:lnTo>
                  <a:lnTo>
                    <a:pt x="749" y="1546"/>
                  </a:lnTo>
                  <a:lnTo>
                    <a:pt x="749" y="1545"/>
                  </a:lnTo>
                  <a:lnTo>
                    <a:pt x="749" y="1545"/>
                  </a:lnTo>
                  <a:lnTo>
                    <a:pt x="748" y="1545"/>
                  </a:lnTo>
                  <a:lnTo>
                    <a:pt x="748" y="1544"/>
                  </a:lnTo>
                  <a:lnTo>
                    <a:pt x="749" y="1544"/>
                  </a:lnTo>
                  <a:lnTo>
                    <a:pt x="752" y="1546"/>
                  </a:lnTo>
                  <a:lnTo>
                    <a:pt x="753" y="1547"/>
                  </a:lnTo>
                  <a:lnTo>
                    <a:pt x="752" y="1547"/>
                  </a:lnTo>
                  <a:lnTo>
                    <a:pt x="753" y="1548"/>
                  </a:lnTo>
                  <a:lnTo>
                    <a:pt x="754" y="1549"/>
                  </a:lnTo>
                  <a:lnTo>
                    <a:pt x="755" y="1550"/>
                  </a:lnTo>
                  <a:lnTo>
                    <a:pt x="755" y="1550"/>
                  </a:lnTo>
                  <a:lnTo>
                    <a:pt x="756" y="1551"/>
                  </a:lnTo>
                  <a:lnTo>
                    <a:pt x="757" y="1551"/>
                  </a:lnTo>
                  <a:lnTo>
                    <a:pt x="758" y="1553"/>
                  </a:lnTo>
                  <a:lnTo>
                    <a:pt x="760" y="1555"/>
                  </a:lnTo>
                  <a:lnTo>
                    <a:pt x="760" y="1555"/>
                  </a:lnTo>
                  <a:lnTo>
                    <a:pt x="762" y="1556"/>
                  </a:lnTo>
                  <a:lnTo>
                    <a:pt x="763" y="1557"/>
                  </a:lnTo>
                  <a:lnTo>
                    <a:pt x="764" y="1557"/>
                  </a:lnTo>
                  <a:lnTo>
                    <a:pt x="766" y="1557"/>
                  </a:lnTo>
                  <a:lnTo>
                    <a:pt x="767" y="1557"/>
                  </a:lnTo>
                  <a:lnTo>
                    <a:pt x="767" y="1557"/>
                  </a:lnTo>
                  <a:lnTo>
                    <a:pt x="769" y="1557"/>
                  </a:lnTo>
                  <a:lnTo>
                    <a:pt x="769" y="1556"/>
                  </a:lnTo>
                  <a:lnTo>
                    <a:pt x="773" y="1555"/>
                  </a:lnTo>
                  <a:lnTo>
                    <a:pt x="775" y="1556"/>
                  </a:lnTo>
                  <a:lnTo>
                    <a:pt x="775" y="1556"/>
                  </a:lnTo>
                  <a:lnTo>
                    <a:pt x="777" y="1555"/>
                  </a:lnTo>
                  <a:lnTo>
                    <a:pt x="777" y="1555"/>
                  </a:lnTo>
                  <a:lnTo>
                    <a:pt x="779" y="1554"/>
                  </a:lnTo>
                  <a:lnTo>
                    <a:pt x="780" y="1554"/>
                  </a:lnTo>
                  <a:lnTo>
                    <a:pt x="782" y="1553"/>
                  </a:lnTo>
                  <a:lnTo>
                    <a:pt x="782" y="1551"/>
                  </a:lnTo>
                  <a:lnTo>
                    <a:pt x="783" y="1550"/>
                  </a:lnTo>
                  <a:lnTo>
                    <a:pt x="784" y="1550"/>
                  </a:lnTo>
                  <a:lnTo>
                    <a:pt x="784" y="1550"/>
                  </a:lnTo>
                  <a:lnTo>
                    <a:pt x="784" y="1550"/>
                  </a:lnTo>
                  <a:lnTo>
                    <a:pt x="784" y="1550"/>
                  </a:lnTo>
                  <a:lnTo>
                    <a:pt x="786" y="1549"/>
                  </a:lnTo>
                  <a:lnTo>
                    <a:pt x="788" y="1549"/>
                  </a:lnTo>
                  <a:lnTo>
                    <a:pt x="789" y="1549"/>
                  </a:lnTo>
                  <a:lnTo>
                    <a:pt x="791" y="1549"/>
                  </a:lnTo>
                  <a:lnTo>
                    <a:pt x="793" y="1548"/>
                  </a:lnTo>
                  <a:lnTo>
                    <a:pt x="794" y="1548"/>
                  </a:lnTo>
                  <a:lnTo>
                    <a:pt x="794" y="1547"/>
                  </a:lnTo>
                  <a:lnTo>
                    <a:pt x="795" y="1547"/>
                  </a:lnTo>
                  <a:lnTo>
                    <a:pt x="796" y="1546"/>
                  </a:lnTo>
                  <a:lnTo>
                    <a:pt x="796" y="1545"/>
                  </a:lnTo>
                  <a:lnTo>
                    <a:pt x="794" y="1545"/>
                  </a:lnTo>
                  <a:lnTo>
                    <a:pt x="794" y="1545"/>
                  </a:lnTo>
                  <a:lnTo>
                    <a:pt x="796" y="1544"/>
                  </a:lnTo>
                  <a:lnTo>
                    <a:pt x="797" y="1544"/>
                  </a:lnTo>
                  <a:lnTo>
                    <a:pt x="797" y="1544"/>
                  </a:lnTo>
                  <a:lnTo>
                    <a:pt x="797" y="1544"/>
                  </a:lnTo>
                  <a:lnTo>
                    <a:pt x="797" y="1542"/>
                  </a:lnTo>
                  <a:lnTo>
                    <a:pt x="797" y="1541"/>
                  </a:lnTo>
                  <a:lnTo>
                    <a:pt x="797" y="1540"/>
                  </a:lnTo>
                  <a:lnTo>
                    <a:pt x="796" y="1539"/>
                  </a:lnTo>
                  <a:lnTo>
                    <a:pt x="797" y="1538"/>
                  </a:lnTo>
                  <a:lnTo>
                    <a:pt x="797" y="1537"/>
                  </a:lnTo>
                  <a:lnTo>
                    <a:pt x="798" y="1538"/>
                  </a:lnTo>
                  <a:lnTo>
                    <a:pt x="799" y="1537"/>
                  </a:lnTo>
                  <a:lnTo>
                    <a:pt x="801" y="1538"/>
                  </a:lnTo>
                  <a:lnTo>
                    <a:pt x="801" y="1538"/>
                  </a:lnTo>
                  <a:lnTo>
                    <a:pt x="802" y="1538"/>
                  </a:lnTo>
                  <a:lnTo>
                    <a:pt x="803" y="1537"/>
                  </a:lnTo>
                  <a:lnTo>
                    <a:pt x="802" y="1536"/>
                  </a:lnTo>
                  <a:lnTo>
                    <a:pt x="800" y="1535"/>
                  </a:lnTo>
                  <a:lnTo>
                    <a:pt x="800" y="1535"/>
                  </a:lnTo>
                  <a:lnTo>
                    <a:pt x="800" y="1533"/>
                  </a:lnTo>
                  <a:lnTo>
                    <a:pt x="800" y="1532"/>
                  </a:lnTo>
                  <a:lnTo>
                    <a:pt x="801" y="1531"/>
                  </a:lnTo>
                  <a:lnTo>
                    <a:pt x="801" y="1531"/>
                  </a:lnTo>
                  <a:lnTo>
                    <a:pt x="801" y="1531"/>
                  </a:lnTo>
                  <a:lnTo>
                    <a:pt x="801" y="1530"/>
                  </a:lnTo>
                  <a:lnTo>
                    <a:pt x="801" y="1530"/>
                  </a:lnTo>
                  <a:lnTo>
                    <a:pt x="801" y="1530"/>
                  </a:lnTo>
                  <a:lnTo>
                    <a:pt x="801" y="1530"/>
                  </a:lnTo>
                  <a:lnTo>
                    <a:pt x="803" y="1530"/>
                  </a:lnTo>
                  <a:lnTo>
                    <a:pt x="803" y="1530"/>
                  </a:lnTo>
                  <a:lnTo>
                    <a:pt x="804" y="1530"/>
                  </a:lnTo>
                  <a:lnTo>
                    <a:pt x="805" y="1530"/>
                  </a:lnTo>
                  <a:lnTo>
                    <a:pt x="806" y="1528"/>
                  </a:lnTo>
                  <a:lnTo>
                    <a:pt x="806" y="1527"/>
                  </a:lnTo>
                  <a:lnTo>
                    <a:pt x="806" y="1527"/>
                  </a:lnTo>
                  <a:lnTo>
                    <a:pt x="807" y="1526"/>
                  </a:lnTo>
                  <a:lnTo>
                    <a:pt x="808" y="1525"/>
                  </a:lnTo>
                  <a:lnTo>
                    <a:pt x="808" y="1524"/>
                  </a:lnTo>
                  <a:lnTo>
                    <a:pt x="809" y="1523"/>
                  </a:lnTo>
                  <a:lnTo>
                    <a:pt x="809" y="1523"/>
                  </a:lnTo>
                  <a:lnTo>
                    <a:pt x="809" y="1522"/>
                  </a:lnTo>
                  <a:lnTo>
                    <a:pt x="810" y="1522"/>
                  </a:lnTo>
                  <a:lnTo>
                    <a:pt x="810" y="1522"/>
                  </a:lnTo>
                  <a:lnTo>
                    <a:pt x="812" y="1522"/>
                  </a:lnTo>
                  <a:lnTo>
                    <a:pt x="813" y="1522"/>
                  </a:lnTo>
                  <a:lnTo>
                    <a:pt x="814" y="1522"/>
                  </a:lnTo>
                  <a:lnTo>
                    <a:pt x="814" y="1522"/>
                  </a:lnTo>
                  <a:lnTo>
                    <a:pt x="814" y="1522"/>
                  </a:lnTo>
                  <a:lnTo>
                    <a:pt x="815" y="1522"/>
                  </a:lnTo>
                  <a:lnTo>
                    <a:pt x="816" y="1522"/>
                  </a:lnTo>
                  <a:lnTo>
                    <a:pt x="816" y="1522"/>
                  </a:lnTo>
                  <a:lnTo>
                    <a:pt x="817" y="1522"/>
                  </a:lnTo>
                  <a:lnTo>
                    <a:pt x="817" y="1522"/>
                  </a:lnTo>
                  <a:lnTo>
                    <a:pt x="816" y="1522"/>
                  </a:lnTo>
                  <a:lnTo>
                    <a:pt x="817" y="1522"/>
                  </a:lnTo>
                  <a:lnTo>
                    <a:pt x="819" y="1523"/>
                  </a:lnTo>
                  <a:lnTo>
                    <a:pt x="821" y="1522"/>
                  </a:lnTo>
                  <a:lnTo>
                    <a:pt x="822" y="1522"/>
                  </a:lnTo>
                  <a:lnTo>
                    <a:pt x="822" y="1522"/>
                  </a:lnTo>
                  <a:lnTo>
                    <a:pt x="824" y="1523"/>
                  </a:lnTo>
                  <a:lnTo>
                    <a:pt x="824" y="1523"/>
                  </a:lnTo>
                  <a:lnTo>
                    <a:pt x="825" y="1523"/>
                  </a:lnTo>
                  <a:lnTo>
                    <a:pt x="825" y="1523"/>
                  </a:lnTo>
                  <a:lnTo>
                    <a:pt x="826" y="1522"/>
                  </a:lnTo>
                  <a:lnTo>
                    <a:pt x="826" y="1523"/>
                  </a:lnTo>
                  <a:lnTo>
                    <a:pt x="827" y="1524"/>
                  </a:lnTo>
                  <a:lnTo>
                    <a:pt x="827" y="1523"/>
                  </a:lnTo>
                  <a:lnTo>
                    <a:pt x="827" y="1523"/>
                  </a:lnTo>
                  <a:lnTo>
                    <a:pt x="827" y="1524"/>
                  </a:lnTo>
                  <a:lnTo>
                    <a:pt x="828" y="1524"/>
                  </a:lnTo>
                  <a:lnTo>
                    <a:pt x="828" y="1524"/>
                  </a:lnTo>
                  <a:lnTo>
                    <a:pt x="828" y="1523"/>
                  </a:lnTo>
                  <a:lnTo>
                    <a:pt x="830" y="1523"/>
                  </a:lnTo>
                  <a:lnTo>
                    <a:pt x="830" y="1522"/>
                  </a:lnTo>
                  <a:lnTo>
                    <a:pt x="830" y="1522"/>
                  </a:lnTo>
                  <a:lnTo>
                    <a:pt x="830" y="1522"/>
                  </a:lnTo>
                  <a:lnTo>
                    <a:pt x="830" y="1522"/>
                  </a:lnTo>
                  <a:lnTo>
                    <a:pt x="831" y="1523"/>
                  </a:lnTo>
                  <a:lnTo>
                    <a:pt x="831" y="1523"/>
                  </a:lnTo>
                  <a:lnTo>
                    <a:pt x="832" y="1522"/>
                  </a:lnTo>
                  <a:lnTo>
                    <a:pt x="832" y="1522"/>
                  </a:lnTo>
                  <a:lnTo>
                    <a:pt x="832" y="1522"/>
                  </a:lnTo>
                  <a:lnTo>
                    <a:pt x="832" y="1522"/>
                  </a:lnTo>
                  <a:lnTo>
                    <a:pt x="832" y="1523"/>
                  </a:lnTo>
                  <a:lnTo>
                    <a:pt x="832" y="1523"/>
                  </a:lnTo>
                  <a:lnTo>
                    <a:pt x="833" y="1524"/>
                  </a:lnTo>
                  <a:lnTo>
                    <a:pt x="834" y="1524"/>
                  </a:lnTo>
                  <a:lnTo>
                    <a:pt x="835" y="1523"/>
                  </a:lnTo>
                  <a:lnTo>
                    <a:pt x="835" y="1523"/>
                  </a:lnTo>
                  <a:lnTo>
                    <a:pt x="836" y="1523"/>
                  </a:lnTo>
                  <a:lnTo>
                    <a:pt x="836" y="1525"/>
                  </a:lnTo>
                  <a:lnTo>
                    <a:pt x="837" y="1525"/>
                  </a:lnTo>
                  <a:lnTo>
                    <a:pt x="838" y="1525"/>
                  </a:lnTo>
                  <a:lnTo>
                    <a:pt x="838" y="1525"/>
                  </a:lnTo>
                  <a:lnTo>
                    <a:pt x="839" y="1526"/>
                  </a:lnTo>
                  <a:lnTo>
                    <a:pt x="840" y="1526"/>
                  </a:lnTo>
                  <a:lnTo>
                    <a:pt x="840" y="1526"/>
                  </a:lnTo>
                  <a:lnTo>
                    <a:pt x="840" y="1526"/>
                  </a:lnTo>
                  <a:lnTo>
                    <a:pt x="840" y="1526"/>
                  </a:lnTo>
                  <a:lnTo>
                    <a:pt x="840" y="1526"/>
                  </a:lnTo>
                  <a:lnTo>
                    <a:pt x="841" y="1526"/>
                  </a:lnTo>
                  <a:lnTo>
                    <a:pt x="841" y="1527"/>
                  </a:lnTo>
                  <a:lnTo>
                    <a:pt x="842" y="1527"/>
                  </a:lnTo>
                  <a:lnTo>
                    <a:pt x="842" y="1528"/>
                  </a:lnTo>
                  <a:lnTo>
                    <a:pt x="842" y="1528"/>
                  </a:lnTo>
                  <a:lnTo>
                    <a:pt x="842" y="1528"/>
                  </a:lnTo>
                  <a:lnTo>
                    <a:pt x="843" y="1529"/>
                  </a:lnTo>
                  <a:lnTo>
                    <a:pt x="844" y="1529"/>
                  </a:lnTo>
                  <a:lnTo>
                    <a:pt x="844" y="1530"/>
                  </a:lnTo>
                  <a:lnTo>
                    <a:pt x="844" y="1530"/>
                  </a:lnTo>
                  <a:lnTo>
                    <a:pt x="843" y="1531"/>
                  </a:lnTo>
                  <a:lnTo>
                    <a:pt x="845" y="1533"/>
                  </a:lnTo>
                  <a:lnTo>
                    <a:pt x="845" y="1533"/>
                  </a:lnTo>
                  <a:lnTo>
                    <a:pt x="845" y="1534"/>
                  </a:lnTo>
                  <a:lnTo>
                    <a:pt x="848" y="1535"/>
                  </a:lnTo>
                  <a:lnTo>
                    <a:pt x="848" y="1535"/>
                  </a:lnTo>
                  <a:lnTo>
                    <a:pt x="848" y="1535"/>
                  </a:lnTo>
                  <a:lnTo>
                    <a:pt x="847" y="1536"/>
                  </a:lnTo>
                  <a:lnTo>
                    <a:pt x="849" y="1538"/>
                  </a:lnTo>
                  <a:lnTo>
                    <a:pt x="851" y="1539"/>
                  </a:lnTo>
                  <a:lnTo>
                    <a:pt x="852" y="1540"/>
                  </a:lnTo>
                  <a:lnTo>
                    <a:pt x="853" y="1540"/>
                  </a:lnTo>
                  <a:lnTo>
                    <a:pt x="853" y="1540"/>
                  </a:lnTo>
                  <a:lnTo>
                    <a:pt x="854" y="1540"/>
                  </a:lnTo>
                  <a:lnTo>
                    <a:pt x="854" y="1540"/>
                  </a:lnTo>
                  <a:lnTo>
                    <a:pt x="856" y="1540"/>
                  </a:lnTo>
                  <a:lnTo>
                    <a:pt x="858" y="1540"/>
                  </a:lnTo>
                  <a:lnTo>
                    <a:pt x="858" y="1540"/>
                  </a:lnTo>
                  <a:lnTo>
                    <a:pt x="858" y="1540"/>
                  </a:lnTo>
                  <a:lnTo>
                    <a:pt x="859" y="1540"/>
                  </a:lnTo>
                  <a:lnTo>
                    <a:pt x="859" y="1540"/>
                  </a:lnTo>
                  <a:lnTo>
                    <a:pt x="859" y="1540"/>
                  </a:lnTo>
                  <a:lnTo>
                    <a:pt x="860" y="1540"/>
                  </a:lnTo>
                  <a:lnTo>
                    <a:pt x="860" y="1540"/>
                  </a:lnTo>
                  <a:lnTo>
                    <a:pt x="861" y="1541"/>
                  </a:lnTo>
                  <a:lnTo>
                    <a:pt x="862" y="1542"/>
                  </a:lnTo>
                  <a:lnTo>
                    <a:pt x="863" y="1542"/>
                  </a:lnTo>
                  <a:lnTo>
                    <a:pt x="865" y="1542"/>
                  </a:lnTo>
                  <a:lnTo>
                    <a:pt x="866" y="1543"/>
                  </a:lnTo>
                  <a:lnTo>
                    <a:pt x="866" y="1543"/>
                  </a:lnTo>
                  <a:lnTo>
                    <a:pt x="866" y="1543"/>
                  </a:lnTo>
                  <a:lnTo>
                    <a:pt x="866" y="1544"/>
                  </a:lnTo>
                  <a:lnTo>
                    <a:pt x="867" y="1545"/>
                  </a:lnTo>
                  <a:lnTo>
                    <a:pt x="868" y="1545"/>
                  </a:lnTo>
                  <a:lnTo>
                    <a:pt x="870" y="1544"/>
                  </a:lnTo>
                  <a:lnTo>
                    <a:pt x="871" y="1544"/>
                  </a:lnTo>
                  <a:lnTo>
                    <a:pt x="871" y="1544"/>
                  </a:lnTo>
                  <a:lnTo>
                    <a:pt x="871" y="1546"/>
                  </a:lnTo>
                  <a:lnTo>
                    <a:pt x="872" y="1547"/>
                  </a:lnTo>
                  <a:lnTo>
                    <a:pt x="872" y="1548"/>
                  </a:lnTo>
                  <a:lnTo>
                    <a:pt x="875" y="1548"/>
                  </a:lnTo>
                  <a:lnTo>
                    <a:pt x="875" y="1549"/>
                  </a:lnTo>
                  <a:lnTo>
                    <a:pt x="875" y="1549"/>
                  </a:lnTo>
                  <a:lnTo>
                    <a:pt x="875" y="1549"/>
                  </a:lnTo>
                  <a:lnTo>
                    <a:pt x="876" y="1550"/>
                  </a:lnTo>
                  <a:lnTo>
                    <a:pt x="877" y="1550"/>
                  </a:lnTo>
                  <a:lnTo>
                    <a:pt x="877" y="1549"/>
                  </a:lnTo>
                  <a:lnTo>
                    <a:pt x="877" y="1549"/>
                  </a:lnTo>
                  <a:lnTo>
                    <a:pt x="879" y="1550"/>
                  </a:lnTo>
                  <a:lnTo>
                    <a:pt x="879" y="1551"/>
                  </a:lnTo>
                  <a:lnTo>
                    <a:pt x="879" y="1552"/>
                  </a:lnTo>
                  <a:lnTo>
                    <a:pt x="879" y="1552"/>
                  </a:lnTo>
                  <a:lnTo>
                    <a:pt x="879" y="1553"/>
                  </a:lnTo>
                  <a:lnTo>
                    <a:pt x="879" y="1553"/>
                  </a:lnTo>
                  <a:lnTo>
                    <a:pt x="879" y="1555"/>
                  </a:lnTo>
                  <a:lnTo>
                    <a:pt x="880" y="1555"/>
                  </a:lnTo>
                  <a:lnTo>
                    <a:pt x="883" y="1557"/>
                  </a:lnTo>
                  <a:lnTo>
                    <a:pt x="884" y="1557"/>
                  </a:lnTo>
                  <a:lnTo>
                    <a:pt x="884" y="1557"/>
                  </a:lnTo>
                  <a:lnTo>
                    <a:pt x="884" y="1557"/>
                  </a:lnTo>
                  <a:lnTo>
                    <a:pt x="886" y="1558"/>
                  </a:lnTo>
                  <a:lnTo>
                    <a:pt x="886" y="1559"/>
                  </a:lnTo>
                  <a:lnTo>
                    <a:pt x="888" y="1560"/>
                  </a:lnTo>
                  <a:lnTo>
                    <a:pt x="888" y="1560"/>
                  </a:lnTo>
                  <a:lnTo>
                    <a:pt x="888" y="1561"/>
                  </a:lnTo>
                  <a:lnTo>
                    <a:pt x="889" y="1561"/>
                  </a:lnTo>
                  <a:lnTo>
                    <a:pt x="890" y="1562"/>
                  </a:lnTo>
                  <a:lnTo>
                    <a:pt x="891" y="1561"/>
                  </a:lnTo>
                  <a:lnTo>
                    <a:pt x="894" y="1561"/>
                  </a:lnTo>
                  <a:lnTo>
                    <a:pt x="895" y="1561"/>
                  </a:lnTo>
                  <a:lnTo>
                    <a:pt x="898" y="1562"/>
                  </a:lnTo>
                  <a:lnTo>
                    <a:pt x="898" y="1563"/>
                  </a:lnTo>
                  <a:lnTo>
                    <a:pt x="898" y="1563"/>
                  </a:lnTo>
                  <a:lnTo>
                    <a:pt x="902" y="1564"/>
                  </a:lnTo>
                  <a:lnTo>
                    <a:pt x="903" y="1563"/>
                  </a:lnTo>
                  <a:lnTo>
                    <a:pt x="904" y="1563"/>
                  </a:lnTo>
                  <a:lnTo>
                    <a:pt x="904" y="1562"/>
                  </a:lnTo>
                  <a:lnTo>
                    <a:pt x="905" y="1561"/>
                  </a:lnTo>
                  <a:lnTo>
                    <a:pt x="908" y="1561"/>
                  </a:lnTo>
                  <a:lnTo>
                    <a:pt x="909" y="1561"/>
                  </a:lnTo>
                  <a:lnTo>
                    <a:pt x="910" y="1561"/>
                  </a:lnTo>
                  <a:lnTo>
                    <a:pt x="910" y="1562"/>
                  </a:lnTo>
                  <a:lnTo>
                    <a:pt x="911" y="1563"/>
                  </a:lnTo>
                  <a:lnTo>
                    <a:pt x="912" y="1564"/>
                  </a:lnTo>
                  <a:lnTo>
                    <a:pt x="914" y="1565"/>
                  </a:lnTo>
                  <a:lnTo>
                    <a:pt x="914" y="1565"/>
                  </a:lnTo>
                  <a:lnTo>
                    <a:pt x="915" y="1566"/>
                  </a:lnTo>
                  <a:lnTo>
                    <a:pt x="916" y="1566"/>
                  </a:lnTo>
                  <a:lnTo>
                    <a:pt x="918" y="1566"/>
                  </a:lnTo>
                  <a:lnTo>
                    <a:pt x="919" y="1566"/>
                  </a:lnTo>
                  <a:lnTo>
                    <a:pt x="920" y="1566"/>
                  </a:lnTo>
                  <a:lnTo>
                    <a:pt x="921" y="1566"/>
                  </a:lnTo>
                  <a:lnTo>
                    <a:pt x="922" y="1566"/>
                  </a:lnTo>
                  <a:lnTo>
                    <a:pt x="923" y="1569"/>
                  </a:lnTo>
                  <a:lnTo>
                    <a:pt x="923" y="1570"/>
                  </a:lnTo>
                  <a:lnTo>
                    <a:pt x="923" y="1570"/>
                  </a:lnTo>
                  <a:lnTo>
                    <a:pt x="923" y="1570"/>
                  </a:lnTo>
                  <a:lnTo>
                    <a:pt x="923" y="1570"/>
                  </a:lnTo>
                  <a:lnTo>
                    <a:pt x="924" y="1572"/>
                  </a:lnTo>
                  <a:lnTo>
                    <a:pt x="923" y="1574"/>
                  </a:lnTo>
                  <a:lnTo>
                    <a:pt x="923" y="1574"/>
                  </a:lnTo>
                  <a:lnTo>
                    <a:pt x="924" y="1574"/>
                  </a:lnTo>
                  <a:lnTo>
                    <a:pt x="924" y="1575"/>
                  </a:lnTo>
                  <a:lnTo>
                    <a:pt x="927" y="1577"/>
                  </a:lnTo>
                  <a:lnTo>
                    <a:pt x="927" y="1577"/>
                  </a:lnTo>
                  <a:lnTo>
                    <a:pt x="927" y="1577"/>
                  </a:lnTo>
                  <a:lnTo>
                    <a:pt x="928" y="1578"/>
                  </a:lnTo>
                  <a:lnTo>
                    <a:pt x="929" y="1577"/>
                  </a:lnTo>
                  <a:lnTo>
                    <a:pt x="930" y="1578"/>
                  </a:lnTo>
                  <a:lnTo>
                    <a:pt x="930" y="1578"/>
                  </a:lnTo>
                  <a:lnTo>
                    <a:pt x="930" y="1579"/>
                  </a:lnTo>
                  <a:lnTo>
                    <a:pt x="930" y="1579"/>
                  </a:lnTo>
                  <a:lnTo>
                    <a:pt x="930" y="1579"/>
                  </a:lnTo>
                  <a:lnTo>
                    <a:pt x="932" y="1579"/>
                  </a:lnTo>
                  <a:lnTo>
                    <a:pt x="932" y="1579"/>
                  </a:lnTo>
                  <a:lnTo>
                    <a:pt x="933" y="1580"/>
                  </a:lnTo>
                  <a:lnTo>
                    <a:pt x="933" y="1582"/>
                  </a:lnTo>
                  <a:lnTo>
                    <a:pt x="933" y="1583"/>
                  </a:lnTo>
                  <a:lnTo>
                    <a:pt x="933" y="1583"/>
                  </a:lnTo>
                  <a:lnTo>
                    <a:pt x="933" y="1586"/>
                  </a:lnTo>
                  <a:lnTo>
                    <a:pt x="934" y="1587"/>
                  </a:lnTo>
                  <a:lnTo>
                    <a:pt x="934" y="1587"/>
                  </a:lnTo>
                  <a:lnTo>
                    <a:pt x="934" y="1587"/>
                  </a:lnTo>
                  <a:lnTo>
                    <a:pt x="934" y="1587"/>
                  </a:lnTo>
                  <a:lnTo>
                    <a:pt x="933" y="1587"/>
                  </a:lnTo>
                  <a:lnTo>
                    <a:pt x="935" y="1588"/>
                  </a:lnTo>
                  <a:lnTo>
                    <a:pt x="935" y="1588"/>
                  </a:lnTo>
                  <a:lnTo>
                    <a:pt x="935" y="1588"/>
                  </a:lnTo>
                  <a:lnTo>
                    <a:pt x="935" y="1589"/>
                  </a:lnTo>
                  <a:lnTo>
                    <a:pt x="936" y="1589"/>
                  </a:lnTo>
                  <a:lnTo>
                    <a:pt x="936" y="1591"/>
                  </a:lnTo>
                  <a:lnTo>
                    <a:pt x="936" y="1592"/>
                  </a:lnTo>
                  <a:lnTo>
                    <a:pt x="936" y="1592"/>
                  </a:lnTo>
                  <a:lnTo>
                    <a:pt x="937" y="1593"/>
                  </a:lnTo>
                  <a:lnTo>
                    <a:pt x="937" y="1594"/>
                  </a:lnTo>
                  <a:lnTo>
                    <a:pt x="937" y="1595"/>
                  </a:lnTo>
                  <a:lnTo>
                    <a:pt x="939" y="1596"/>
                  </a:lnTo>
                  <a:lnTo>
                    <a:pt x="940" y="1597"/>
                  </a:lnTo>
                  <a:lnTo>
                    <a:pt x="940" y="1598"/>
                  </a:lnTo>
                  <a:lnTo>
                    <a:pt x="940" y="1599"/>
                  </a:lnTo>
                  <a:lnTo>
                    <a:pt x="940" y="1600"/>
                  </a:lnTo>
                  <a:lnTo>
                    <a:pt x="940" y="1600"/>
                  </a:lnTo>
                  <a:lnTo>
                    <a:pt x="932" y="1602"/>
                  </a:lnTo>
                  <a:lnTo>
                    <a:pt x="930" y="1613"/>
                  </a:lnTo>
                  <a:lnTo>
                    <a:pt x="926" y="1618"/>
                  </a:lnTo>
                  <a:lnTo>
                    <a:pt x="922" y="1619"/>
                  </a:lnTo>
                  <a:lnTo>
                    <a:pt x="916" y="1625"/>
                  </a:lnTo>
                  <a:lnTo>
                    <a:pt x="915" y="1630"/>
                  </a:lnTo>
                  <a:lnTo>
                    <a:pt x="913" y="1632"/>
                  </a:lnTo>
                  <a:lnTo>
                    <a:pt x="908" y="1640"/>
                  </a:lnTo>
                  <a:lnTo>
                    <a:pt x="905" y="1644"/>
                  </a:lnTo>
                  <a:lnTo>
                    <a:pt x="890" y="1648"/>
                  </a:lnTo>
                  <a:lnTo>
                    <a:pt x="891" y="1653"/>
                  </a:lnTo>
                  <a:lnTo>
                    <a:pt x="895" y="1656"/>
                  </a:lnTo>
                  <a:lnTo>
                    <a:pt x="895" y="1658"/>
                  </a:lnTo>
                  <a:lnTo>
                    <a:pt x="899" y="1662"/>
                  </a:lnTo>
                  <a:lnTo>
                    <a:pt x="902" y="1674"/>
                  </a:lnTo>
                  <a:lnTo>
                    <a:pt x="909" y="1686"/>
                  </a:lnTo>
                  <a:lnTo>
                    <a:pt x="910" y="1691"/>
                  </a:lnTo>
                  <a:lnTo>
                    <a:pt x="914" y="1698"/>
                  </a:lnTo>
                  <a:lnTo>
                    <a:pt x="914" y="1701"/>
                  </a:lnTo>
                  <a:lnTo>
                    <a:pt x="909" y="1711"/>
                  </a:lnTo>
                  <a:lnTo>
                    <a:pt x="900" y="1713"/>
                  </a:lnTo>
                  <a:lnTo>
                    <a:pt x="896" y="1717"/>
                  </a:lnTo>
                  <a:lnTo>
                    <a:pt x="890" y="1718"/>
                  </a:lnTo>
                  <a:lnTo>
                    <a:pt x="888" y="1722"/>
                  </a:lnTo>
                  <a:lnTo>
                    <a:pt x="887" y="1729"/>
                  </a:lnTo>
                  <a:lnTo>
                    <a:pt x="881" y="1735"/>
                  </a:lnTo>
                  <a:lnTo>
                    <a:pt x="878" y="1730"/>
                  </a:lnTo>
                  <a:lnTo>
                    <a:pt x="874" y="1728"/>
                  </a:lnTo>
                  <a:lnTo>
                    <a:pt x="868" y="1730"/>
                  </a:lnTo>
                  <a:lnTo>
                    <a:pt x="862" y="1735"/>
                  </a:lnTo>
                  <a:lnTo>
                    <a:pt x="858" y="1740"/>
                  </a:lnTo>
                  <a:lnTo>
                    <a:pt x="853" y="1743"/>
                  </a:lnTo>
                  <a:lnTo>
                    <a:pt x="850" y="1750"/>
                  </a:lnTo>
                  <a:lnTo>
                    <a:pt x="840" y="1757"/>
                  </a:lnTo>
                  <a:lnTo>
                    <a:pt x="840" y="1761"/>
                  </a:lnTo>
                  <a:lnTo>
                    <a:pt x="842" y="1764"/>
                  </a:lnTo>
                  <a:lnTo>
                    <a:pt x="840" y="1769"/>
                  </a:lnTo>
                  <a:lnTo>
                    <a:pt x="835" y="1772"/>
                  </a:lnTo>
                  <a:lnTo>
                    <a:pt x="831" y="1779"/>
                  </a:lnTo>
                  <a:lnTo>
                    <a:pt x="831" y="1779"/>
                  </a:lnTo>
                  <a:lnTo>
                    <a:pt x="828" y="1783"/>
                  </a:lnTo>
                  <a:lnTo>
                    <a:pt x="821" y="1790"/>
                  </a:lnTo>
                  <a:lnTo>
                    <a:pt x="817" y="1792"/>
                  </a:lnTo>
                  <a:lnTo>
                    <a:pt x="808" y="1794"/>
                  </a:lnTo>
                  <a:lnTo>
                    <a:pt x="806" y="1799"/>
                  </a:lnTo>
                  <a:lnTo>
                    <a:pt x="800" y="1805"/>
                  </a:lnTo>
                  <a:lnTo>
                    <a:pt x="797" y="1811"/>
                  </a:lnTo>
                  <a:lnTo>
                    <a:pt x="790" y="1814"/>
                  </a:lnTo>
                  <a:lnTo>
                    <a:pt x="787" y="1823"/>
                  </a:lnTo>
                  <a:lnTo>
                    <a:pt x="782" y="1823"/>
                  </a:lnTo>
                  <a:lnTo>
                    <a:pt x="775" y="1819"/>
                  </a:lnTo>
                  <a:lnTo>
                    <a:pt x="773" y="1819"/>
                  </a:lnTo>
                  <a:lnTo>
                    <a:pt x="773" y="1830"/>
                  </a:lnTo>
                  <a:lnTo>
                    <a:pt x="771" y="1834"/>
                  </a:lnTo>
                  <a:lnTo>
                    <a:pt x="770" y="1838"/>
                  </a:lnTo>
                  <a:lnTo>
                    <a:pt x="770" y="1838"/>
                  </a:lnTo>
                  <a:lnTo>
                    <a:pt x="769" y="1838"/>
                  </a:lnTo>
                  <a:lnTo>
                    <a:pt x="767" y="1838"/>
                  </a:lnTo>
                  <a:lnTo>
                    <a:pt x="766" y="1840"/>
                  </a:lnTo>
                  <a:lnTo>
                    <a:pt x="764" y="1840"/>
                  </a:lnTo>
                  <a:lnTo>
                    <a:pt x="763" y="1841"/>
                  </a:lnTo>
                  <a:lnTo>
                    <a:pt x="763" y="1842"/>
                  </a:lnTo>
                  <a:lnTo>
                    <a:pt x="763" y="1842"/>
                  </a:lnTo>
                  <a:lnTo>
                    <a:pt x="762" y="1841"/>
                  </a:lnTo>
                  <a:lnTo>
                    <a:pt x="761" y="1841"/>
                  </a:lnTo>
                  <a:lnTo>
                    <a:pt x="759" y="1841"/>
                  </a:lnTo>
                  <a:lnTo>
                    <a:pt x="758" y="1843"/>
                  </a:lnTo>
                  <a:lnTo>
                    <a:pt x="755" y="1844"/>
                  </a:lnTo>
                  <a:lnTo>
                    <a:pt x="754" y="1845"/>
                  </a:lnTo>
                  <a:lnTo>
                    <a:pt x="753" y="1845"/>
                  </a:lnTo>
                  <a:lnTo>
                    <a:pt x="752" y="1844"/>
                  </a:lnTo>
                  <a:lnTo>
                    <a:pt x="751" y="1843"/>
                  </a:lnTo>
                  <a:lnTo>
                    <a:pt x="750" y="1843"/>
                  </a:lnTo>
                  <a:lnTo>
                    <a:pt x="747" y="1843"/>
                  </a:lnTo>
                  <a:lnTo>
                    <a:pt x="744" y="1842"/>
                  </a:lnTo>
                  <a:lnTo>
                    <a:pt x="740" y="1843"/>
                  </a:lnTo>
                  <a:lnTo>
                    <a:pt x="739" y="1843"/>
                  </a:lnTo>
                  <a:lnTo>
                    <a:pt x="738" y="1843"/>
                  </a:lnTo>
                  <a:lnTo>
                    <a:pt x="738" y="1843"/>
                  </a:lnTo>
                  <a:lnTo>
                    <a:pt x="738" y="1843"/>
                  </a:lnTo>
                  <a:lnTo>
                    <a:pt x="737" y="1843"/>
                  </a:lnTo>
                  <a:lnTo>
                    <a:pt x="736" y="1843"/>
                  </a:lnTo>
                  <a:lnTo>
                    <a:pt x="735" y="1843"/>
                  </a:lnTo>
                  <a:lnTo>
                    <a:pt x="734" y="1843"/>
                  </a:lnTo>
                  <a:lnTo>
                    <a:pt x="734" y="1844"/>
                  </a:lnTo>
                  <a:lnTo>
                    <a:pt x="735" y="1844"/>
                  </a:lnTo>
                  <a:lnTo>
                    <a:pt x="733" y="1845"/>
                  </a:lnTo>
                  <a:lnTo>
                    <a:pt x="732" y="1844"/>
                  </a:lnTo>
                  <a:lnTo>
                    <a:pt x="729" y="1843"/>
                  </a:lnTo>
                  <a:lnTo>
                    <a:pt x="727" y="1842"/>
                  </a:lnTo>
                  <a:lnTo>
                    <a:pt x="725" y="1841"/>
                  </a:lnTo>
                  <a:lnTo>
                    <a:pt x="723" y="1841"/>
                  </a:lnTo>
                  <a:lnTo>
                    <a:pt x="723" y="1842"/>
                  </a:lnTo>
                  <a:lnTo>
                    <a:pt x="722" y="1842"/>
                  </a:lnTo>
                  <a:lnTo>
                    <a:pt x="721" y="1843"/>
                  </a:lnTo>
                  <a:lnTo>
                    <a:pt x="719" y="1842"/>
                  </a:lnTo>
                  <a:lnTo>
                    <a:pt x="717" y="1843"/>
                  </a:lnTo>
                  <a:lnTo>
                    <a:pt x="716" y="1843"/>
                  </a:lnTo>
                  <a:lnTo>
                    <a:pt x="715" y="1843"/>
                  </a:lnTo>
                  <a:lnTo>
                    <a:pt x="714" y="1843"/>
                  </a:lnTo>
                  <a:lnTo>
                    <a:pt x="710" y="1842"/>
                  </a:lnTo>
                  <a:lnTo>
                    <a:pt x="707" y="1838"/>
                  </a:lnTo>
                  <a:lnTo>
                    <a:pt x="706" y="1837"/>
                  </a:lnTo>
                  <a:lnTo>
                    <a:pt x="706" y="1837"/>
                  </a:lnTo>
                  <a:lnTo>
                    <a:pt x="704" y="1837"/>
                  </a:lnTo>
                  <a:lnTo>
                    <a:pt x="703" y="1837"/>
                  </a:lnTo>
                  <a:lnTo>
                    <a:pt x="703" y="1837"/>
                  </a:lnTo>
                  <a:lnTo>
                    <a:pt x="704" y="1838"/>
                  </a:lnTo>
                  <a:lnTo>
                    <a:pt x="706" y="1838"/>
                  </a:lnTo>
                  <a:lnTo>
                    <a:pt x="706" y="1838"/>
                  </a:lnTo>
                  <a:lnTo>
                    <a:pt x="706" y="1838"/>
                  </a:lnTo>
                  <a:lnTo>
                    <a:pt x="705" y="1839"/>
                  </a:lnTo>
                  <a:lnTo>
                    <a:pt x="703" y="1842"/>
                  </a:lnTo>
                  <a:lnTo>
                    <a:pt x="702" y="1843"/>
                  </a:lnTo>
                  <a:lnTo>
                    <a:pt x="701" y="1843"/>
                  </a:lnTo>
                  <a:lnTo>
                    <a:pt x="701" y="1843"/>
                  </a:lnTo>
                  <a:lnTo>
                    <a:pt x="698" y="1844"/>
                  </a:lnTo>
                  <a:lnTo>
                    <a:pt x="696" y="1844"/>
                  </a:lnTo>
                  <a:lnTo>
                    <a:pt x="694" y="1843"/>
                  </a:lnTo>
                  <a:lnTo>
                    <a:pt x="690" y="1844"/>
                  </a:lnTo>
                  <a:lnTo>
                    <a:pt x="688" y="1843"/>
                  </a:lnTo>
                  <a:lnTo>
                    <a:pt x="686" y="1841"/>
                  </a:lnTo>
                  <a:lnTo>
                    <a:pt x="685" y="1838"/>
                  </a:lnTo>
                  <a:lnTo>
                    <a:pt x="684" y="1836"/>
                  </a:lnTo>
                  <a:lnTo>
                    <a:pt x="683" y="1834"/>
                  </a:lnTo>
                  <a:lnTo>
                    <a:pt x="683" y="1834"/>
                  </a:lnTo>
                  <a:lnTo>
                    <a:pt x="682" y="1834"/>
                  </a:lnTo>
                  <a:lnTo>
                    <a:pt x="682" y="1834"/>
                  </a:lnTo>
                  <a:lnTo>
                    <a:pt x="682" y="1836"/>
                  </a:lnTo>
                  <a:lnTo>
                    <a:pt x="683" y="1840"/>
                  </a:lnTo>
                  <a:lnTo>
                    <a:pt x="683" y="1841"/>
                  </a:lnTo>
                  <a:lnTo>
                    <a:pt x="682" y="1841"/>
                  </a:lnTo>
                  <a:lnTo>
                    <a:pt x="681" y="1842"/>
                  </a:lnTo>
                  <a:lnTo>
                    <a:pt x="681" y="1842"/>
                  </a:lnTo>
                  <a:lnTo>
                    <a:pt x="681" y="1843"/>
                  </a:lnTo>
                  <a:lnTo>
                    <a:pt x="681" y="1844"/>
                  </a:lnTo>
                  <a:lnTo>
                    <a:pt x="682" y="1845"/>
                  </a:lnTo>
                  <a:lnTo>
                    <a:pt x="682" y="1848"/>
                  </a:lnTo>
                  <a:lnTo>
                    <a:pt x="682" y="1848"/>
                  </a:lnTo>
                  <a:lnTo>
                    <a:pt x="682" y="1849"/>
                  </a:lnTo>
                  <a:lnTo>
                    <a:pt x="681" y="1850"/>
                  </a:lnTo>
                  <a:lnTo>
                    <a:pt x="681" y="1851"/>
                  </a:lnTo>
                  <a:lnTo>
                    <a:pt x="681" y="1851"/>
                  </a:lnTo>
                  <a:lnTo>
                    <a:pt x="680" y="1851"/>
                  </a:lnTo>
                  <a:lnTo>
                    <a:pt x="681" y="1852"/>
                  </a:lnTo>
                  <a:lnTo>
                    <a:pt x="680" y="1853"/>
                  </a:lnTo>
                  <a:lnTo>
                    <a:pt x="681" y="1854"/>
                  </a:lnTo>
                  <a:lnTo>
                    <a:pt x="680" y="1855"/>
                  </a:lnTo>
                  <a:lnTo>
                    <a:pt x="681" y="1856"/>
                  </a:lnTo>
                  <a:lnTo>
                    <a:pt x="682" y="1856"/>
                  </a:lnTo>
                  <a:lnTo>
                    <a:pt x="683" y="1856"/>
                  </a:lnTo>
                  <a:lnTo>
                    <a:pt x="684" y="1857"/>
                  </a:lnTo>
                  <a:lnTo>
                    <a:pt x="684" y="1859"/>
                  </a:lnTo>
                  <a:lnTo>
                    <a:pt x="684" y="1860"/>
                  </a:lnTo>
                  <a:lnTo>
                    <a:pt x="684" y="1860"/>
                  </a:lnTo>
                  <a:lnTo>
                    <a:pt x="684" y="1860"/>
                  </a:lnTo>
                  <a:lnTo>
                    <a:pt x="684" y="1860"/>
                  </a:lnTo>
                  <a:lnTo>
                    <a:pt x="684" y="1861"/>
                  </a:lnTo>
                  <a:lnTo>
                    <a:pt x="684" y="1862"/>
                  </a:lnTo>
                  <a:lnTo>
                    <a:pt x="684" y="1863"/>
                  </a:lnTo>
                  <a:lnTo>
                    <a:pt x="684" y="1864"/>
                  </a:lnTo>
                  <a:lnTo>
                    <a:pt x="684" y="1864"/>
                  </a:lnTo>
                  <a:lnTo>
                    <a:pt x="683" y="1864"/>
                  </a:lnTo>
                  <a:lnTo>
                    <a:pt x="683" y="1865"/>
                  </a:lnTo>
                  <a:lnTo>
                    <a:pt x="681" y="1866"/>
                  </a:lnTo>
                  <a:lnTo>
                    <a:pt x="680" y="1868"/>
                  </a:lnTo>
                  <a:lnTo>
                    <a:pt x="680" y="1869"/>
                  </a:lnTo>
                  <a:lnTo>
                    <a:pt x="679" y="1869"/>
                  </a:lnTo>
                  <a:lnTo>
                    <a:pt x="680" y="1871"/>
                  </a:lnTo>
                  <a:lnTo>
                    <a:pt x="680" y="1871"/>
                  </a:lnTo>
                  <a:lnTo>
                    <a:pt x="680" y="1872"/>
                  </a:lnTo>
                  <a:lnTo>
                    <a:pt x="677" y="1872"/>
                  </a:lnTo>
                  <a:lnTo>
                    <a:pt x="677" y="1871"/>
                  </a:lnTo>
                  <a:lnTo>
                    <a:pt x="677" y="1871"/>
                  </a:lnTo>
                  <a:lnTo>
                    <a:pt x="672" y="1869"/>
                  </a:lnTo>
                  <a:lnTo>
                    <a:pt x="667" y="1869"/>
                  </a:lnTo>
                  <a:lnTo>
                    <a:pt x="662" y="1869"/>
                  </a:lnTo>
                  <a:lnTo>
                    <a:pt x="662" y="1869"/>
                  </a:lnTo>
                  <a:lnTo>
                    <a:pt x="661" y="1869"/>
                  </a:lnTo>
                  <a:lnTo>
                    <a:pt x="661" y="1869"/>
                  </a:lnTo>
                  <a:lnTo>
                    <a:pt x="662" y="1869"/>
                  </a:lnTo>
                  <a:lnTo>
                    <a:pt x="662" y="1868"/>
                  </a:lnTo>
                  <a:lnTo>
                    <a:pt x="660" y="1869"/>
                  </a:lnTo>
                  <a:lnTo>
                    <a:pt x="659" y="1869"/>
                  </a:lnTo>
                  <a:lnTo>
                    <a:pt x="659" y="1869"/>
                  </a:lnTo>
                  <a:lnTo>
                    <a:pt x="658" y="1869"/>
                  </a:lnTo>
                  <a:lnTo>
                    <a:pt x="657" y="1869"/>
                  </a:lnTo>
                  <a:lnTo>
                    <a:pt x="657" y="1870"/>
                  </a:lnTo>
                  <a:lnTo>
                    <a:pt x="658" y="1870"/>
                  </a:lnTo>
                  <a:lnTo>
                    <a:pt x="658" y="1870"/>
                  </a:lnTo>
                  <a:lnTo>
                    <a:pt x="655" y="1873"/>
                  </a:lnTo>
                  <a:lnTo>
                    <a:pt x="655" y="1873"/>
                  </a:lnTo>
                  <a:lnTo>
                    <a:pt x="653" y="1874"/>
                  </a:lnTo>
                  <a:lnTo>
                    <a:pt x="653" y="1875"/>
                  </a:lnTo>
                  <a:lnTo>
                    <a:pt x="652" y="1876"/>
                  </a:lnTo>
                  <a:lnTo>
                    <a:pt x="650" y="1876"/>
                  </a:lnTo>
                  <a:lnTo>
                    <a:pt x="649" y="1877"/>
                  </a:lnTo>
                  <a:lnTo>
                    <a:pt x="647" y="1877"/>
                  </a:lnTo>
                  <a:lnTo>
                    <a:pt x="647" y="1877"/>
                  </a:lnTo>
                  <a:lnTo>
                    <a:pt x="647" y="1875"/>
                  </a:lnTo>
                  <a:lnTo>
                    <a:pt x="646" y="1874"/>
                  </a:lnTo>
                  <a:lnTo>
                    <a:pt x="645" y="1873"/>
                  </a:lnTo>
                  <a:lnTo>
                    <a:pt x="645" y="1873"/>
                  </a:lnTo>
                  <a:lnTo>
                    <a:pt x="644" y="1873"/>
                  </a:lnTo>
                  <a:lnTo>
                    <a:pt x="643" y="1872"/>
                  </a:lnTo>
                  <a:lnTo>
                    <a:pt x="643" y="1869"/>
                  </a:lnTo>
                  <a:lnTo>
                    <a:pt x="641" y="1869"/>
                  </a:lnTo>
                  <a:lnTo>
                    <a:pt x="641" y="1869"/>
                  </a:lnTo>
                  <a:lnTo>
                    <a:pt x="642" y="1868"/>
                  </a:lnTo>
                  <a:lnTo>
                    <a:pt x="642" y="1867"/>
                  </a:lnTo>
                  <a:lnTo>
                    <a:pt x="642" y="1866"/>
                  </a:lnTo>
                  <a:lnTo>
                    <a:pt x="642" y="1866"/>
                  </a:lnTo>
                  <a:lnTo>
                    <a:pt x="641" y="1866"/>
                  </a:lnTo>
                  <a:lnTo>
                    <a:pt x="641" y="1867"/>
                  </a:lnTo>
                  <a:lnTo>
                    <a:pt x="642" y="1867"/>
                  </a:lnTo>
                  <a:lnTo>
                    <a:pt x="642" y="1868"/>
                  </a:lnTo>
                  <a:lnTo>
                    <a:pt x="641" y="1868"/>
                  </a:lnTo>
                  <a:lnTo>
                    <a:pt x="641" y="1869"/>
                  </a:lnTo>
                  <a:lnTo>
                    <a:pt x="641" y="1869"/>
                  </a:lnTo>
                  <a:lnTo>
                    <a:pt x="642" y="1869"/>
                  </a:lnTo>
                  <a:lnTo>
                    <a:pt x="642" y="1871"/>
                  </a:lnTo>
                  <a:lnTo>
                    <a:pt x="641" y="1871"/>
                  </a:lnTo>
                  <a:lnTo>
                    <a:pt x="641" y="1870"/>
                  </a:lnTo>
                  <a:lnTo>
                    <a:pt x="641" y="1870"/>
                  </a:lnTo>
                  <a:lnTo>
                    <a:pt x="641" y="1871"/>
                  </a:lnTo>
                  <a:lnTo>
                    <a:pt x="641" y="1872"/>
                  </a:lnTo>
                  <a:lnTo>
                    <a:pt x="641" y="1873"/>
                  </a:lnTo>
                  <a:lnTo>
                    <a:pt x="641" y="1874"/>
                  </a:lnTo>
                  <a:lnTo>
                    <a:pt x="642" y="1875"/>
                  </a:lnTo>
                  <a:lnTo>
                    <a:pt x="642" y="1876"/>
                  </a:lnTo>
                  <a:lnTo>
                    <a:pt x="643" y="1877"/>
                  </a:lnTo>
                  <a:lnTo>
                    <a:pt x="643" y="1877"/>
                  </a:lnTo>
                  <a:lnTo>
                    <a:pt x="643" y="1877"/>
                  </a:lnTo>
                  <a:lnTo>
                    <a:pt x="644" y="1877"/>
                  </a:lnTo>
                  <a:lnTo>
                    <a:pt x="644" y="1878"/>
                  </a:lnTo>
                  <a:lnTo>
                    <a:pt x="644" y="1878"/>
                  </a:lnTo>
                  <a:lnTo>
                    <a:pt x="644" y="1878"/>
                  </a:lnTo>
                  <a:lnTo>
                    <a:pt x="644" y="1879"/>
                  </a:lnTo>
                  <a:lnTo>
                    <a:pt x="644" y="1879"/>
                  </a:lnTo>
                  <a:lnTo>
                    <a:pt x="644" y="1879"/>
                  </a:lnTo>
                  <a:lnTo>
                    <a:pt x="643" y="1879"/>
                  </a:lnTo>
                  <a:lnTo>
                    <a:pt x="641" y="1878"/>
                  </a:lnTo>
                  <a:lnTo>
                    <a:pt x="641" y="1878"/>
                  </a:lnTo>
                  <a:lnTo>
                    <a:pt x="641" y="1877"/>
                  </a:lnTo>
                  <a:lnTo>
                    <a:pt x="641" y="1877"/>
                  </a:lnTo>
                  <a:lnTo>
                    <a:pt x="640" y="1877"/>
                  </a:lnTo>
                  <a:lnTo>
                    <a:pt x="640" y="1877"/>
                  </a:lnTo>
                  <a:lnTo>
                    <a:pt x="640" y="1875"/>
                  </a:lnTo>
                  <a:lnTo>
                    <a:pt x="639" y="1875"/>
                  </a:lnTo>
                  <a:lnTo>
                    <a:pt x="639" y="1874"/>
                  </a:lnTo>
                  <a:lnTo>
                    <a:pt x="638" y="1874"/>
                  </a:lnTo>
                  <a:lnTo>
                    <a:pt x="638" y="1874"/>
                  </a:lnTo>
                  <a:lnTo>
                    <a:pt x="637" y="1875"/>
                  </a:lnTo>
                  <a:lnTo>
                    <a:pt x="638" y="1877"/>
                  </a:lnTo>
                  <a:lnTo>
                    <a:pt x="638" y="1877"/>
                  </a:lnTo>
                  <a:lnTo>
                    <a:pt x="637" y="1877"/>
                  </a:lnTo>
                  <a:lnTo>
                    <a:pt x="637" y="1877"/>
                  </a:lnTo>
                  <a:lnTo>
                    <a:pt x="639" y="1877"/>
                  </a:lnTo>
                  <a:lnTo>
                    <a:pt x="639" y="1878"/>
                  </a:lnTo>
                  <a:lnTo>
                    <a:pt x="639" y="1879"/>
                  </a:lnTo>
                  <a:lnTo>
                    <a:pt x="638" y="1879"/>
                  </a:lnTo>
                  <a:lnTo>
                    <a:pt x="638" y="1878"/>
                  </a:lnTo>
                  <a:lnTo>
                    <a:pt x="637" y="1878"/>
                  </a:lnTo>
                  <a:lnTo>
                    <a:pt x="637" y="1878"/>
                  </a:lnTo>
                  <a:lnTo>
                    <a:pt x="636" y="1877"/>
                  </a:lnTo>
                  <a:lnTo>
                    <a:pt x="636" y="1878"/>
                  </a:lnTo>
                  <a:lnTo>
                    <a:pt x="635" y="1879"/>
                  </a:lnTo>
                  <a:lnTo>
                    <a:pt x="636" y="1881"/>
                  </a:lnTo>
                  <a:lnTo>
                    <a:pt x="636" y="1881"/>
                  </a:lnTo>
                  <a:lnTo>
                    <a:pt x="636" y="1882"/>
                  </a:lnTo>
                  <a:lnTo>
                    <a:pt x="637" y="1882"/>
                  </a:lnTo>
                  <a:lnTo>
                    <a:pt x="638" y="1882"/>
                  </a:lnTo>
                  <a:lnTo>
                    <a:pt x="639" y="1884"/>
                  </a:lnTo>
                  <a:lnTo>
                    <a:pt x="641" y="1884"/>
                  </a:lnTo>
                  <a:lnTo>
                    <a:pt x="641" y="1885"/>
                  </a:lnTo>
                  <a:lnTo>
                    <a:pt x="641" y="1886"/>
                  </a:lnTo>
                  <a:lnTo>
                    <a:pt x="640" y="1886"/>
                  </a:lnTo>
                  <a:lnTo>
                    <a:pt x="640" y="1887"/>
                  </a:lnTo>
                  <a:lnTo>
                    <a:pt x="639" y="1888"/>
                  </a:lnTo>
                  <a:lnTo>
                    <a:pt x="636" y="1888"/>
                  </a:lnTo>
                  <a:lnTo>
                    <a:pt x="636" y="1888"/>
                  </a:lnTo>
                  <a:lnTo>
                    <a:pt x="635" y="1888"/>
                  </a:lnTo>
                  <a:lnTo>
                    <a:pt x="634" y="1889"/>
                  </a:lnTo>
                  <a:lnTo>
                    <a:pt x="634" y="1890"/>
                  </a:lnTo>
                  <a:lnTo>
                    <a:pt x="632" y="1891"/>
                  </a:lnTo>
                  <a:lnTo>
                    <a:pt x="631" y="1891"/>
                  </a:lnTo>
                  <a:lnTo>
                    <a:pt x="631" y="1892"/>
                  </a:lnTo>
                  <a:lnTo>
                    <a:pt x="630" y="1892"/>
                  </a:lnTo>
                  <a:lnTo>
                    <a:pt x="628" y="1893"/>
                  </a:lnTo>
                  <a:lnTo>
                    <a:pt x="628" y="1894"/>
                  </a:lnTo>
                  <a:lnTo>
                    <a:pt x="626" y="1895"/>
                  </a:lnTo>
                  <a:lnTo>
                    <a:pt x="624" y="1895"/>
                  </a:lnTo>
                  <a:lnTo>
                    <a:pt x="622" y="1895"/>
                  </a:lnTo>
                  <a:lnTo>
                    <a:pt x="622" y="1896"/>
                  </a:lnTo>
                  <a:lnTo>
                    <a:pt x="621" y="1897"/>
                  </a:lnTo>
                  <a:lnTo>
                    <a:pt x="619" y="1898"/>
                  </a:lnTo>
                  <a:lnTo>
                    <a:pt x="619" y="1899"/>
                  </a:lnTo>
                  <a:lnTo>
                    <a:pt x="618" y="1900"/>
                  </a:lnTo>
                  <a:lnTo>
                    <a:pt x="615" y="1901"/>
                  </a:lnTo>
                  <a:lnTo>
                    <a:pt x="615" y="1901"/>
                  </a:lnTo>
                  <a:lnTo>
                    <a:pt x="613" y="1901"/>
                  </a:lnTo>
                  <a:lnTo>
                    <a:pt x="612" y="1900"/>
                  </a:lnTo>
                  <a:lnTo>
                    <a:pt x="611" y="1900"/>
                  </a:lnTo>
                  <a:lnTo>
                    <a:pt x="610" y="1900"/>
                  </a:lnTo>
                  <a:lnTo>
                    <a:pt x="610" y="1900"/>
                  </a:lnTo>
                  <a:lnTo>
                    <a:pt x="609" y="1900"/>
                  </a:lnTo>
                  <a:lnTo>
                    <a:pt x="608" y="1900"/>
                  </a:lnTo>
                  <a:lnTo>
                    <a:pt x="607" y="1900"/>
                  </a:lnTo>
                  <a:lnTo>
                    <a:pt x="607" y="1900"/>
                  </a:lnTo>
                  <a:lnTo>
                    <a:pt x="605" y="1901"/>
                  </a:lnTo>
                  <a:lnTo>
                    <a:pt x="604" y="1901"/>
                  </a:lnTo>
                  <a:lnTo>
                    <a:pt x="604" y="1900"/>
                  </a:lnTo>
                  <a:lnTo>
                    <a:pt x="602" y="1899"/>
                  </a:lnTo>
                  <a:lnTo>
                    <a:pt x="601" y="1899"/>
                  </a:lnTo>
                  <a:lnTo>
                    <a:pt x="601" y="1898"/>
                  </a:lnTo>
                  <a:lnTo>
                    <a:pt x="601" y="1896"/>
                  </a:lnTo>
                  <a:lnTo>
                    <a:pt x="601" y="1895"/>
                  </a:lnTo>
                  <a:lnTo>
                    <a:pt x="601" y="1894"/>
                  </a:lnTo>
                  <a:lnTo>
                    <a:pt x="601" y="1893"/>
                  </a:lnTo>
                  <a:lnTo>
                    <a:pt x="601" y="1892"/>
                  </a:lnTo>
                  <a:lnTo>
                    <a:pt x="601" y="1892"/>
                  </a:lnTo>
                  <a:lnTo>
                    <a:pt x="602" y="1892"/>
                  </a:lnTo>
                  <a:lnTo>
                    <a:pt x="602" y="1890"/>
                  </a:lnTo>
                  <a:lnTo>
                    <a:pt x="603" y="1890"/>
                  </a:lnTo>
                  <a:lnTo>
                    <a:pt x="603" y="1888"/>
                  </a:lnTo>
                  <a:lnTo>
                    <a:pt x="604" y="1888"/>
                  </a:lnTo>
                  <a:lnTo>
                    <a:pt x="604" y="1888"/>
                  </a:lnTo>
                  <a:lnTo>
                    <a:pt x="603" y="1886"/>
                  </a:lnTo>
                  <a:lnTo>
                    <a:pt x="603" y="1886"/>
                  </a:lnTo>
                  <a:lnTo>
                    <a:pt x="603" y="1886"/>
                  </a:lnTo>
                  <a:lnTo>
                    <a:pt x="603" y="1886"/>
                  </a:lnTo>
                  <a:lnTo>
                    <a:pt x="602" y="1885"/>
                  </a:lnTo>
                  <a:lnTo>
                    <a:pt x="601" y="1886"/>
                  </a:lnTo>
                  <a:lnTo>
                    <a:pt x="602" y="1886"/>
                  </a:lnTo>
                  <a:lnTo>
                    <a:pt x="601" y="1888"/>
                  </a:lnTo>
                  <a:lnTo>
                    <a:pt x="601" y="1888"/>
                  </a:lnTo>
                  <a:lnTo>
                    <a:pt x="601" y="1888"/>
                  </a:lnTo>
                  <a:lnTo>
                    <a:pt x="601" y="1889"/>
                  </a:lnTo>
                  <a:lnTo>
                    <a:pt x="600" y="1889"/>
                  </a:lnTo>
                  <a:lnTo>
                    <a:pt x="600" y="1889"/>
                  </a:lnTo>
                  <a:lnTo>
                    <a:pt x="599" y="1887"/>
                  </a:lnTo>
                  <a:lnTo>
                    <a:pt x="600" y="1886"/>
                  </a:lnTo>
                  <a:lnTo>
                    <a:pt x="600" y="1886"/>
                  </a:lnTo>
                  <a:lnTo>
                    <a:pt x="600" y="1886"/>
                  </a:lnTo>
                  <a:lnTo>
                    <a:pt x="600" y="1886"/>
                  </a:lnTo>
                  <a:lnTo>
                    <a:pt x="601" y="1884"/>
                  </a:lnTo>
                  <a:lnTo>
                    <a:pt x="601" y="1883"/>
                  </a:lnTo>
                  <a:lnTo>
                    <a:pt x="601" y="1883"/>
                  </a:lnTo>
                  <a:lnTo>
                    <a:pt x="601" y="1882"/>
                  </a:lnTo>
                  <a:lnTo>
                    <a:pt x="601" y="1882"/>
                  </a:lnTo>
                  <a:lnTo>
                    <a:pt x="601" y="1881"/>
                  </a:lnTo>
                  <a:lnTo>
                    <a:pt x="604" y="1881"/>
                  </a:lnTo>
                  <a:lnTo>
                    <a:pt x="605" y="1878"/>
                  </a:lnTo>
                  <a:lnTo>
                    <a:pt x="605" y="1878"/>
                  </a:lnTo>
                  <a:lnTo>
                    <a:pt x="604" y="1877"/>
                  </a:lnTo>
                  <a:lnTo>
                    <a:pt x="604" y="1877"/>
                  </a:lnTo>
                  <a:lnTo>
                    <a:pt x="604" y="1879"/>
                  </a:lnTo>
                  <a:lnTo>
                    <a:pt x="604" y="1879"/>
                  </a:lnTo>
                  <a:lnTo>
                    <a:pt x="603" y="1881"/>
                  </a:lnTo>
                  <a:lnTo>
                    <a:pt x="602" y="1881"/>
                  </a:lnTo>
                  <a:lnTo>
                    <a:pt x="602" y="1881"/>
                  </a:lnTo>
                  <a:lnTo>
                    <a:pt x="602" y="1881"/>
                  </a:lnTo>
                  <a:lnTo>
                    <a:pt x="601" y="1881"/>
                  </a:lnTo>
                  <a:lnTo>
                    <a:pt x="601" y="1882"/>
                  </a:lnTo>
                  <a:lnTo>
                    <a:pt x="601" y="1882"/>
                  </a:lnTo>
                  <a:lnTo>
                    <a:pt x="601" y="1883"/>
                  </a:lnTo>
                  <a:lnTo>
                    <a:pt x="600" y="1883"/>
                  </a:lnTo>
                  <a:lnTo>
                    <a:pt x="599" y="1884"/>
                  </a:lnTo>
                  <a:lnTo>
                    <a:pt x="600" y="1884"/>
                  </a:lnTo>
                  <a:lnTo>
                    <a:pt x="599" y="1885"/>
                  </a:lnTo>
                  <a:lnTo>
                    <a:pt x="599" y="1886"/>
                  </a:lnTo>
                  <a:lnTo>
                    <a:pt x="598" y="1887"/>
                  </a:lnTo>
                  <a:lnTo>
                    <a:pt x="597" y="1888"/>
                  </a:lnTo>
                  <a:lnTo>
                    <a:pt x="597" y="1890"/>
                  </a:lnTo>
                  <a:lnTo>
                    <a:pt x="597" y="1891"/>
                  </a:lnTo>
                  <a:lnTo>
                    <a:pt x="597" y="1893"/>
                  </a:lnTo>
                  <a:lnTo>
                    <a:pt x="597" y="1894"/>
                  </a:lnTo>
                  <a:lnTo>
                    <a:pt x="597" y="1895"/>
                  </a:lnTo>
                  <a:lnTo>
                    <a:pt x="597" y="1895"/>
                  </a:lnTo>
                  <a:lnTo>
                    <a:pt x="597" y="1896"/>
                  </a:lnTo>
                  <a:lnTo>
                    <a:pt x="597" y="1897"/>
                  </a:lnTo>
                  <a:lnTo>
                    <a:pt x="596" y="1897"/>
                  </a:lnTo>
                  <a:lnTo>
                    <a:pt x="596" y="1897"/>
                  </a:lnTo>
                  <a:lnTo>
                    <a:pt x="595" y="1898"/>
                  </a:lnTo>
                  <a:lnTo>
                    <a:pt x="594" y="1898"/>
                  </a:lnTo>
                  <a:lnTo>
                    <a:pt x="594" y="1898"/>
                  </a:lnTo>
                  <a:lnTo>
                    <a:pt x="594" y="1898"/>
                  </a:lnTo>
                  <a:lnTo>
                    <a:pt x="594" y="1899"/>
                  </a:lnTo>
                  <a:lnTo>
                    <a:pt x="595" y="1899"/>
                  </a:lnTo>
                  <a:lnTo>
                    <a:pt x="597" y="1899"/>
                  </a:lnTo>
                  <a:lnTo>
                    <a:pt x="597" y="1899"/>
                  </a:lnTo>
                  <a:lnTo>
                    <a:pt x="597" y="1899"/>
                  </a:lnTo>
                  <a:lnTo>
                    <a:pt x="597" y="1901"/>
                  </a:lnTo>
                  <a:lnTo>
                    <a:pt x="597" y="1902"/>
                  </a:lnTo>
                  <a:lnTo>
                    <a:pt x="597" y="1903"/>
                  </a:lnTo>
                  <a:lnTo>
                    <a:pt x="596" y="1903"/>
                  </a:lnTo>
                  <a:lnTo>
                    <a:pt x="594" y="1902"/>
                  </a:lnTo>
                  <a:lnTo>
                    <a:pt x="593" y="1902"/>
                  </a:lnTo>
                  <a:lnTo>
                    <a:pt x="593" y="1901"/>
                  </a:lnTo>
                  <a:lnTo>
                    <a:pt x="593" y="1899"/>
                  </a:lnTo>
                  <a:lnTo>
                    <a:pt x="593" y="1899"/>
                  </a:lnTo>
                  <a:lnTo>
                    <a:pt x="593" y="1899"/>
                  </a:lnTo>
                  <a:lnTo>
                    <a:pt x="593" y="1899"/>
                  </a:lnTo>
                  <a:lnTo>
                    <a:pt x="591" y="1899"/>
                  </a:lnTo>
                  <a:lnTo>
                    <a:pt x="591" y="1899"/>
                  </a:lnTo>
                  <a:lnTo>
                    <a:pt x="591" y="1898"/>
                  </a:lnTo>
                  <a:lnTo>
                    <a:pt x="591" y="1897"/>
                  </a:lnTo>
                  <a:lnTo>
                    <a:pt x="591" y="1896"/>
                  </a:lnTo>
                  <a:lnTo>
                    <a:pt x="591" y="1896"/>
                  </a:lnTo>
                  <a:lnTo>
                    <a:pt x="590" y="1899"/>
                  </a:lnTo>
                  <a:lnTo>
                    <a:pt x="590" y="1899"/>
                  </a:lnTo>
                  <a:lnTo>
                    <a:pt x="590" y="1899"/>
                  </a:lnTo>
                  <a:lnTo>
                    <a:pt x="589" y="1899"/>
                  </a:lnTo>
                  <a:lnTo>
                    <a:pt x="588" y="1899"/>
                  </a:lnTo>
                  <a:lnTo>
                    <a:pt x="588" y="1899"/>
                  </a:lnTo>
                  <a:lnTo>
                    <a:pt x="586" y="1899"/>
                  </a:lnTo>
                  <a:lnTo>
                    <a:pt x="586" y="1899"/>
                  </a:lnTo>
                  <a:lnTo>
                    <a:pt x="585" y="1899"/>
                  </a:lnTo>
                  <a:lnTo>
                    <a:pt x="585" y="1898"/>
                  </a:lnTo>
                  <a:lnTo>
                    <a:pt x="585" y="1898"/>
                  </a:lnTo>
                  <a:lnTo>
                    <a:pt x="585" y="1897"/>
                  </a:lnTo>
                  <a:lnTo>
                    <a:pt x="584" y="1897"/>
                  </a:lnTo>
                  <a:lnTo>
                    <a:pt x="584" y="1896"/>
                  </a:lnTo>
                  <a:lnTo>
                    <a:pt x="584" y="1896"/>
                  </a:lnTo>
                  <a:lnTo>
                    <a:pt x="583" y="1896"/>
                  </a:lnTo>
                  <a:lnTo>
                    <a:pt x="583" y="1895"/>
                  </a:lnTo>
                  <a:lnTo>
                    <a:pt x="582" y="1895"/>
                  </a:lnTo>
                  <a:lnTo>
                    <a:pt x="582" y="1894"/>
                  </a:lnTo>
                  <a:lnTo>
                    <a:pt x="581" y="1893"/>
                  </a:lnTo>
                  <a:lnTo>
                    <a:pt x="580" y="1891"/>
                  </a:lnTo>
                  <a:lnTo>
                    <a:pt x="582" y="1890"/>
                  </a:lnTo>
                  <a:lnTo>
                    <a:pt x="582" y="1890"/>
                  </a:lnTo>
                  <a:lnTo>
                    <a:pt x="581" y="1890"/>
                  </a:lnTo>
                  <a:lnTo>
                    <a:pt x="581" y="1891"/>
                  </a:lnTo>
                  <a:lnTo>
                    <a:pt x="580" y="1891"/>
                  </a:lnTo>
                  <a:lnTo>
                    <a:pt x="581" y="1890"/>
                  </a:lnTo>
                  <a:lnTo>
                    <a:pt x="580" y="1890"/>
                  </a:lnTo>
                  <a:lnTo>
                    <a:pt x="580" y="1890"/>
                  </a:lnTo>
                  <a:lnTo>
                    <a:pt x="580" y="1890"/>
                  </a:lnTo>
                  <a:lnTo>
                    <a:pt x="580" y="1890"/>
                  </a:lnTo>
                  <a:lnTo>
                    <a:pt x="580" y="1890"/>
                  </a:lnTo>
                  <a:lnTo>
                    <a:pt x="580" y="1890"/>
                  </a:lnTo>
                  <a:lnTo>
                    <a:pt x="580" y="1890"/>
                  </a:lnTo>
                  <a:lnTo>
                    <a:pt x="580" y="1890"/>
                  </a:lnTo>
                  <a:lnTo>
                    <a:pt x="579" y="1890"/>
                  </a:lnTo>
                  <a:lnTo>
                    <a:pt x="579" y="1890"/>
                  </a:lnTo>
                  <a:lnTo>
                    <a:pt x="578" y="1890"/>
                  </a:lnTo>
                  <a:lnTo>
                    <a:pt x="579" y="1889"/>
                  </a:lnTo>
                  <a:lnTo>
                    <a:pt x="577" y="1889"/>
                  </a:lnTo>
                  <a:lnTo>
                    <a:pt x="577" y="1889"/>
                  </a:lnTo>
                  <a:lnTo>
                    <a:pt x="577" y="1889"/>
                  </a:lnTo>
                  <a:lnTo>
                    <a:pt x="577" y="1887"/>
                  </a:lnTo>
                  <a:lnTo>
                    <a:pt x="577" y="1886"/>
                  </a:lnTo>
                  <a:lnTo>
                    <a:pt x="576" y="1886"/>
                  </a:lnTo>
                  <a:lnTo>
                    <a:pt x="576" y="1886"/>
                  </a:lnTo>
                  <a:lnTo>
                    <a:pt x="575" y="1886"/>
                  </a:lnTo>
                  <a:lnTo>
                    <a:pt x="575" y="1886"/>
                  </a:lnTo>
                  <a:lnTo>
                    <a:pt x="575" y="1886"/>
                  </a:lnTo>
                  <a:lnTo>
                    <a:pt x="575" y="1885"/>
                  </a:lnTo>
                  <a:lnTo>
                    <a:pt x="575" y="1885"/>
                  </a:lnTo>
                  <a:lnTo>
                    <a:pt x="575" y="1884"/>
                  </a:lnTo>
                  <a:lnTo>
                    <a:pt x="575" y="1884"/>
                  </a:lnTo>
                  <a:lnTo>
                    <a:pt x="575" y="1884"/>
                  </a:lnTo>
                  <a:lnTo>
                    <a:pt x="575" y="1883"/>
                  </a:lnTo>
                  <a:lnTo>
                    <a:pt x="576" y="1882"/>
                  </a:lnTo>
                  <a:lnTo>
                    <a:pt x="575" y="1882"/>
                  </a:lnTo>
                  <a:lnTo>
                    <a:pt x="575" y="1882"/>
                  </a:lnTo>
                  <a:lnTo>
                    <a:pt x="575" y="1882"/>
                  </a:lnTo>
                  <a:lnTo>
                    <a:pt x="575" y="1882"/>
                  </a:lnTo>
                  <a:lnTo>
                    <a:pt x="575" y="1882"/>
                  </a:lnTo>
                  <a:lnTo>
                    <a:pt x="575" y="1881"/>
                  </a:lnTo>
                  <a:lnTo>
                    <a:pt x="575" y="1881"/>
                  </a:lnTo>
                  <a:lnTo>
                    <a:pt x="575" y="1880"/>
                  </a:lnTo>
                  <a:lnTo>
                    <a:pt x="575" y="1879"/>
                  </a:lnTo>
                  <a:lnTo>
                    <a:pt x="575" y="1879"/>
                  </a:lnTo>
                  <a:lnTo>
                    <a:pt x="575" y="1878"/>
                  </a:lnTo>
                  <a:lnTo>
                    <a:pt x="575" y="1878"/>
                  </a:lnTo>
                  <a:lnTo>
                    <a:pt x="575" y="1877"/>
                  </a:lnTo>
                  <a:lnTo>
                    <a:pt x="576" y="1876"/>
                  </a:lnTo>
                  <a:lnTo>
                    <a:pt x="576" y="1876"/>
                  </a:lnTo>
                  <a:lnTo>
                    <a:pt x="577" y="1875"/>
                  </a:lnTo>
                  <a:lnTo>
                    <a:pt x="577" y="1874"/>
                  </a:lnTo>
                  <a:lnTo>
                    <a:pt x="576" y="1874"/>
                  </a:lnTo>
                  <a:lnTo>
                    <a:pt x="575" y="1874"/>
                  </a:lnTo>
                  <a:lnTo>
                    <a:pt x="575" y="1874"/>
                  </a:lnTo>
                  <a:lnTo>
                    <a:pt x="575" y="1874"/>
                  </a:lnTo>
                  <a:lnTo>
                    <a:pt x="574" y="1874"/>
                  </a:lnTo>
                  <a:lnTo>
                    <a:pt x="574" y="1877"/>
                  </a:lnTo>
                  <a:lnTo>
                    <a:pt x="573" y="1877"/>
                  </a:lnTo>
                  <a:lnTo>
                    <a:pt x="572" y="1877"/>
                  </a:lnTo>
                  <a:lnTo>
                    <a:pt x="572" y="1878"/>
                  </a:lnTo>
                  <a:lnTo>
                    <a:pt x="571" y="1879"/>
                  </a:lnTo>
                  <a:lnTo>
                    <a:pt x="571" y="1879"/>
                  </a:lnTo>
                  <a:lnTo>
                    <a:pt x="571" y="1880"/>
                  </a:lnTo>
                  <a:lnTo>
                    <a:pt x="570" y="1880"/>
                  </a:lnTo>
                  <a:lnTo>
                    <a:pt x="570" y="1880"/>
                  </a:lnTo>
                  <a:lnTo>
                    <a:pt x="570" y="1881"/>
                  </a:lnTo>
                  <a:lnTo>
                    <a:pt x="570" y="1881"/>
                  </a:lnTo>
                  <a:lnTo>
                    <a:pt x="570" y="1882"/>
                  </a:lnTo>
                  <a:lnTo>
                    <a:pt x="568" y="1882"/>
                  </a:lnTo>
                  <a:lnTo>
                    <a:pt x="569" y="1882"/>
                  </a:lnTo>
                  <a:lnTo>
                    <a:pt x="568" y="1882"/>
                  </a:lnTo>
                  <a:lnTo>
                    <a:pt x="568" y="1882"/>
                  </a:lnTo>
                  <a:lnTo>
                    <a:pt x="567" y="1882"/>
                  </a:lnTo>
                  <a:lnTo>
                    <a:pt x="567" y="1882"/>
                  </a:lnTo>
                  <a:lnTo>
                    <a:pt x="567" y="1882"/>
                  </a:lnTo>
                  <a:lnTo>
                    <a:pt x="566" y="1882"/>
                  </a:lnTo>
                  <a:lnTo>
                    <a:pt x="565" y="1881"/>
                  </a:lnTo>
                  <a:lnTo>
                    <a:pt x="564" y="1881"/>
                  </a:lnTo>
                  <a:lnTo>
                    <a:pt x="563" y="1880"/>
                  </a:lnTo>
                  <a:lnTo>
                    <a:pt x="562" y="1880"/>
                  </a:lnTo>
                  <a:lnTo>
                    <a:pt x="561" y="1880"/>
                  </a:lnTo>
                  <a:lnTo>
                    <a:pt x="561" y="1880"/>
                  </a:lnTo>
                  <a:lnTo>
                    <a:pt x="560" y="1879"/>
                  </a:lnTo>
                  <a:lnTo>
                    <a:pt x="558" y="1878"/>
                  </a:lnTo>
                  <a:lnTo>
                    <a:pt x="558" y="1878"/>
                  </a:lnTo>
                  <a:lnTo>
                    <a:pt x="557" y="1877"/>
                  </a:lnTo>
                  <a:lnTo>
                    <a:pt x="554" y="1876"/>
                  </a:lnTo>
                  <a:lnTo>
                    <a:pt x="554" y="1875"/>
                  </a:lnTo>
                  <a:lnTo>
                    <a:pt x="552" y="1874"/>
                  </a:lnTo>
                  <a:lnTo>
                    <a:pt x="552" y="1874"/>
                  </a:lnTo>
                  <a:lnTo>
                    <a:pt x="551" y="1873"/>
                  </a:lnTo>
                  <a:lnTo>
                    <a:pt x="551" y="1873"/>
                  </a:lnTo>
                  <a:lnTo>
                    <a:pt x="550" y="1873"/>
                  </a:lnTo>
                  <a:lnTo>
                    <a:pt x="550" y="1871"/>
                  </a:lnTo>
                  <a:lnTo>
                    <a:pt x="549" y="1871"/>
                  </a:lnTo>
                  <a:lnTo>
                    <a:pt x="549" y="1870"/>
                  </a:lnTo>
                  <a:lnTo>
                    <a:pt x="549" y="1870"/>
                  </a:lnTo>
                  <a:lnTo>
                    <a:pt x="548" y="1870"/>
                  </a:lnTo>
                  <a:lnTo>
                    <a:pt x="548" y="1870"/>
                  </a:lnTo>
                  <a:lnTo>
                    <a:pt x="549" y="1869"/>
                  </a:lnTo>
                  <a:lnTo>
                    <a:pt x="549" y="1867"/>
                  </a:lnTo>
                  <a:lnTo>
                    <a:pt x="548" y="1867"/>
                  </a:lnTo>
                  <a:lnTo>
                    <a:pt x="548" y="1866"/>
                  </a:lnTo>
                  <a:lnTo>
                    <a:pt x="548" y="1865"/>
                  </a:lnTo>
                  <a:lnTo>
                    <a:pt x="547" y="1865"/>
                  </a:lnTo>
                  <a:lnTo>
                    <a:pt x="546" y="1864"/>
                  </a:lnTo>
                  <a:lnTo>
                    <a:pt x="545" y="1863"/>
                  </a:lnTo>
                  <a:lnTo>
                    <a:pt x="545" y="1862"/>
                  </a:lnTo>
                  <a:lnTo>
                    <a:pt x="546" y="1860"/>
                  </a:lnTo>
                  <a:lnTo>
                    <a:pt x="546" y="1859"/>
                  </a:lnTo>
                  <a:lnTo>
                    <a:pt x="545" y="1859"/>
                  </a:lnTo>
                  <a:lnTo>
                    <a:pt x="545" y="1859"/>
                  </a:lnTo>
                  <a:lnTo>
                    <a:pt x="543" y="1858"/>
                  </a:lnTo>
                  <a:lnTo>
                    <a:pt x="542" y="1857"/>
                  </a:lnTo>
                  <a:lnTo>
                    <a:pt x="542" y="1856"/>
                  </a:lnTo>
                  <a:lnTo>
                    <a:pt x="542" y="1855"/>
                  </a:lnTo>
                  <a:lnTo>
                    <a:pt x="542" y="1855"/>
                  </a:lnTo>
                  <a:lnTo>
                    <a:pt x="541" y="1854"/>
                  </a:lnTo>
                  <a:lnTo>
                    <a:pt x="539" y="1854"/>
                  </a:lnTo>
                  <a:lnTo>
                    <a:pt x="538" y="1855"/>
                  </a:lnTo>
                  <a:lnTo>
                    <a:pt x="537" y="1854"/>
                  </a:lnTo>
                  <a:lnTo>
                    <a:pt x="537" y="1853"/>
                  </a:lnTo>
                  <a:lnTo>
                    <a:pt x="537" y="1853"/>
                  </a:lnTo>
                  <a:lnTo>
                    <a:pt x="537" y="1853"/>
                  </a:lnTo>
                  <a:lnTo>
                    <a:pt x="538" y="1853"/>
                  </a:lnTo>
                  <a:lnTo>
                    <a:pt x="538" y="1853"/>
                  </a:lnTo>
                  <a:lnTo>
                    <a:pt x="538" y="1853"/>
                  </a:lnTo>
                  <a:lnTo>
                    <a:pt x="536" y="1852"/>
                  </a:lnTo>
                  <a:lnTo>
                    <a:pt x="536" y="1853"/>
                  </a:lnTo>
                  <a:lnTo>
                    <a:pt x="537" y="1854"/>
                  </a:lnTo>
                  <a:lnTo>
                    <a:pt x="537" y="1855"/>
                  </a:lnTo>
                  <a:lnTo>
                    <a:pt x="538" y="1855"/>
                  </a:lnTo>
                  <a:lnTo>
                    <a:pt x="538" y="1855"/>
                  </a:lnTo>
                  <a:lnTo>
                    <a:pt x="539" y="1855"/>
                  </a:lnTo>
                  <a:lnTo>
                    <a:pt x="540" y="1854"/>
                  </a:lnTo>
                  <a:lnTo>
                    <a:pt x="540" y="1855"/>
                  </a:lnTo>
                  <a:lnTo>
                    <a:pt x="541" y="1854"/>
                  </a:lnTo>
                  <a:lnTo>
                    <a:pt x="541" y="1855"/>
                  </a:lnTo>
                  <a:lnTo>
                    <a:pt x="541" y="1856"/>
                  </a:lnTo>
                  <a:lnTo>
                    <a:pt x="541" y="1856"/>
                  </a:lnTo>
                  <a:lnTo>
                    <a:pt x="541" y="1857"/>
                  </a:lnTo>
                  <a:lnTo>
                    <a:pt x="542" y="1858"/>
                  </a:lnTo>
                  <a:lnTo>
                    <a:pt x="545" y="1859"/>
                  </a:lnTo>
                  <a:lnTo>
                    <a:pt x="545" y="1860"/>
                  </a:lnTo>
                  <a:lnTo>
                    <a:pt x="545" y="1860"/>
                  </a:lnTo>
                  <a:lnTo>
                    <a:pt x="545" y="1862"/>
                  </a:lnTo>
                  <a:lnTo>
                    <a:pt x="545" y="1864"/>
                  </a:lnTo>
                  <a:lnTo>
                    <a:pt x="545" y="1865"/>
                  </a:lnTo>
                  <a:lnTo>
                    <a:pt x="546" y="1866"/>
                  </a:lnTo>
                  <a:lnTo>
                    <a:pt x="545" y="1867"/>
                  </a:lnTo>
                  <a:lnTo>
                    <a:pt x="544" y="1867"/>
                  </a:lnTo>
                  <a:lnTo>
                    <a:pt x="544" y="1868"/>
                  </a:lnTo>
                  <a:lnTo>
                    <a:pt x="543" y="1868"/>
                  </a:lnTo>
                  <a:lnTo>
                    <a:pt x="542" y="1868"/>
                  </a:lnTo>
                  <a:lnTo>
                    <a:pt x="543" y="1868"/>
                  </a:lnTo>
                  <a:lnTo>
                    <a:pt x="542" y="1869"/>
                  </a:lnTo>
                  <a:lnTo>
                    <a:pt x="542" y="1869"/>
                  </a:lnTo>
                  <a:lnTo>
                    <a:pt x="542" y="1869"/>
                  </a:lnTo>
                  <a:lnTo>
                    <a:pt x="541" y="1869"/>
                  </a:lnTo>
                  <a:lnTo>
                    <a:pt x="541" y="1870"/>
                  </a:lnTo>
                  <a:lnTo>
                    <a:pt x="541" y="1872"/>
                  </a:lnTo>
                  <a:lnTo>
                    <a:pt x="542" y="1873"/>
                  </a:lnTo>
                  <a:lnTo>
                    <a:pt x="541" y="1873"/>
                  </a:lnTo>
                  <a:lnTo>
                    <a:pt x="541" y="1873"/>
                  </a:lnTo>
                  <a:lnTo>
                    <a:pt x="541" y="1874"/>
                  </a:lnTo>
                  <a:lnTo>
                    <a:pt x="541" y="1874"/>
                  </a:lnTo>
                  <a:lnTo>
                    <a:pt x="541" y="1873"/>
                  </a:lnTo>
                  <a:lnTo>
                    <a:pt x="542" y="1873"/>
                  </a:lnTo>
                  <a:lnTo>
                    <a:pt x="542" y="1874"/>
                  </a:lnTo>
                  <a:lnTo>
                    <a:pt x="542" y="1875"/>
                  </a:lnTo>
                  <a:lnTo>
                    <a:pt x="542" y="1877"/>
                  </a:lnTo>
                  <a:lnTo>
                    <a:pt x="542" y="1877"/>
                  </a:lnTo>
                  <a:lnTo>
                    <a:pt x="542" y="1878"/>
                  </a:lnTo>
                  <a:lnTo>
                    <a:pt x="542" y="1879"/>
                  </a:lnTo>
                  <a:lnTo>
                    <a:pt x="543" y="1883"/>
                  </a:lnTo>
                  <a:lnTo>
                    <a:pt x="543" y="1884"/>
                  </a:lnTo>
                  <a:lnTo>
                    <a:pt x="544" y="1884"/>
                  </a:lnTo>
                  <a:lnTo>
                    <a:pt x="544" y="1885"/>
                  </a:lnTo>
                  <a:lnTo>
                    <a:pt x="544" y="1885"/>
                  </a:lnTo>
                  <a:lnTo>
                    <a:pt x="545" y="1886"/>
                  </a:lnTo>
                  <a:lnTo>
                    <a:pt x="545" y="1886"/>
                  </a:lnTo>
                  <a:lnTo>
                    <a:pt x="546" y="1886"/>
                  </a:lnTo>
                  <a:lnTo>
                    <a:pt x="547" y="1886"/>
                  </a:lnTo>
                  <a:lnTo>
                    <a:pt x="548" y="1886"/>
                  </a:lnTo>
                  <a:lnTo>
                    <a:pt x="549" y="1887"/>
                  </a:lnTo>
                  <a:lnTo>
                    <a:pt x="550" y="1888"/>
                  </a:lnTo>
                  <a:lnTo>
                    <a:pt x="552" y="1888"/>
                  </a:lnTo>
                  <a:lnTo>
                    <a:pt x="553" y="1889"/>
                  </a:lnTo>
                  <a:lnTo>
                    <a:pt x="553" y="1889"/>
                  </a:lnTo>
                  <a:lnTo>
                    <a:pt x="554" y="1889"/>
                  </a:lnTo>
                  <a:lnTo>
                    <a:pt x="554" y="1890"/>
                  </a:lnTo>
                  <a:lnTo>
                    <a:pt x="554" y="1890"/>
                  </a:lnTo>
                  <a:lnTo>
                    <a:pt x="554" y="1890"/>
                  </a:lnTo>
                  <a:lnTo>
                    <a:pt x="555" y="1892"/>
                  </a:lnTo>
                  <a:lnTo>
                    <a:pt x="555" y="1893"/>
                  </a:lnTo>
                  <a:lnTo>
                    <a:pt x="555" y="1895"/>
                  </a:lnTo>
                  <a:lnTo>
                    <a:pt x="554" y="1895"/>
                  </a:lnTo>
                  <a:lnTo>
                    <a:pt x="554" y="1895"/>
                  </a:lnTo>
                  <a:lnTo>
                    <a:pt x="554" y="1895"/>
                  </a:lnTo>
                  <a:lnTo>
                    <a:pt x="554" y="1895"/>
                  </a:lnTo>
                  <a:lnTo>
                    <a:pt x="553" y="1895"/>
                  </a:lnTo>
                  <a:lnTo>
                    <a:pt x="551" y="1894"/>
                  </a:lnTo>
                  <a:lnTo>
                    <a:pt x="550" y="1895"/>
                  </a:lnTo>
                  <a:lnTo>
                    <a:pt x="551" y="1895"/>
                  </a:lnTo>
                  <a:lnTo>
                    <a:pt x="551" y="1895"/>
                  </a:lnTo>
                  <a:lnTo>
                    <a:pt x="550" y="1895"/>
                  </a:lnTo>
                  <a:lnTo>
                    <a:pt x="550" y="1896"/>
                  </a:lnTo>
                  <a:lnTo>
                    <a:pt x="551" y="1896"/>
                  </a:lnTo>
                  <a:lnTo>
                    <a:pt x="551" y="1896"/>
                  </a:lnTo>
                  <a:lnTo>
                    <a:pt x="552" y="1896"/>
                  </a:lnTo>
                  <a:lnTo>
                    <a:pt x="552" y="1899"/>
                  </a:lnTo>
                  <a:lnTo>
                    <a:pt x="552" y="1899"/>
                  </a:lnTo>
                  <a:lnTo>
                    <a:pt x="552" y="1899"/>
                  </a:lnTo>
                  <a:lnTo>
                    <a:pt x="550" y="1900"/>
                  </a:lnTo>
                  <a:lnTo>
                    <a:pt x="550" y="1901"/>
                  </a:lnTo>
                  <a:lnTo>
                    <a:pt x="551" y="1901"/>
                  </a:lnTo>
                  <a:lnTo>
                    <a:pt x="553" y="1902"/>
                  </a:lnTo>
                  <a:lnTo>
                    <a:pt x="553" y="1902"/>
                  </a:lnTo>
                  <a:lnTo>
                    <a:pt x="553" y="1904"/>
                  </a:lnTo>
                  <a:lnTo>
                    <a:pt x="553" y="1905"/>
                  </a:lnTo>
                  <a:lnTo>
                    <a:pt x="552" y="1906"/>
                  </a:lnTo>
                  <a:lnTo>
                    <a:pt x="553" y="1906"/>
                  </a:lnTo>
                  <a:lnTo>
                    <a:pt x="553" y="1907"/>
                  </a:lnTo>
                  <a:lnTo>
                    <a:pt x="552" y="1907"/>
                  </a:lnTo>
                  <a:lnTo>
                    <a:pt x="551" y="1910"/>
                  </a:lnTo>
                  <a:lnTo>
                    <a:pt x="551" y="1910"/>
                  </a:lnTo>
                  <a:lnTo>
                    <a:pt x="552" y="1911"/>
                  </a:lnTo>
                  <a:lnTo>
                    <a:pt x="551" y="1912"/>
                  </a:lnTo>
                  <a:lnTo>
                    <a:pt x="551" y="1912"/>
                  </a:lnTo>
                  <a:lnTo>
                    <a:pt x="551" y="1912"/>
                  </a:lnTo>
                  <a:lnTo>
                    <a:pt x="551" y="1913"/>
                  </a:lnTo>
                  <a:lnTo>
                    <a:pt x="551" y="1914"/>
                  </a:lnTo>
                  <a:lnTo>
                    <a:pt x="551" y="1914"/>
                  </a:lnTo>
                  <a:lnTo>
                    <a:pt x="551" y="1915"/>
                  </a:lnTo>
                  <a:lnTo>
                    <a:pt x="552" y="1916"/>
                  </a:lnTo>
                  <a:lnTo>
                    <a:pt x="552" y="1916"/>
                  </a:lnTo>
                  <a:lnTo>
                    <a:pt x="553" y="1916"/>
                  </a:lnTo>
                  <a:lnTo>
                    <a:pt x="553" y="1916"/>
                  </a:lnTo>
                  <a:lnTo>
                    <a:pt x="554" y="1916"/>
                  </a:lnTo>
                  <a:lnTo>
                    <a:pt x="554" y="1918"/>
                  </a:lnTo>
                  <a:lnTo>
                    <a:pt x="554" y="1920"/>
                  </a:lnTo>
                  <a:lnTo>
                    <a:pt x="552" y="1921"/>
                  </a:lnTo>
                  <a:lnTo>
                    <a:pt x="552" y="1922"/>
                  </a:lnTo>
                  <a:lnTo>
                    <a:pt x="552" y="1922"/>
                  </a:lnTo>
                  <a:lnTo>
                    <a:pt x="552" y="1923"/>
                  </a:lnTo>
                  <a:lnTo>
                    <a:pt x="552" y="1923"/>
                  </a:lnTo>
                  <a:lnTo>
                    <a:pt x="552" y="1922"/>
                  </a:lnTo>
                  <a:lnTo>
                    <a:pt x="551" y="1922"/>
                  </a:lnTo>
                  <a:lnTo>
                    <a:pt x="551" y="1921"/>
                  </a:lnTo>
                  <a:lnTo>
                    <a:pt x="551" y="1921"/>
                  </a:lnTo>
                  <a:lnTo>
                    <a:pt x="551" y="1921"/>
                  </a:lnTo>
                  <a:lnTo>
                    <a:pt x="551" y="1924"/>
                  </a:lnTo>
                  <a:lnTo>
                    <a:pt x="549" y="1925"/>
                  </a:lnTo>
                  <a:lnTo>
                    <a:pt x="549" y="1926"/>
                  </a:lnTo>
                  <a:lnTo>
                    <a:pt x="549" y="1926"/>
                  </a:lnTo>
                  <a:lnTo>
                    <a:pt x="548" y="1927"/>
                  </a:lnTo>
                  <a:lnTo>
                    <a:pt x="548" y="1927"/>
                  </a:lnTo>
                  <a:lnTo>
                    <a:pt x="546" y="1928"/>
                  </a:lnTo>
                  <a:lnTo>
                    <a:pt x="545" y="1928"/>
                  </a:lnTo>
                  <a:lnTo>
                    <a:pt x="544" y="1928"/>
                  </a:lnTo>
                  <a:lnTo>
                    <a:pt x="541" y="1926"/>
                  </a:lnTo>
                  <a:lnTo>
                    <a:pt x="540" y="1925"/>
                  </a:lnTo>
                  <a:lnTo>
                    <a:pt x="539" y="1925"/>
                  </a:lnTo>
                  <a:lnTo>
                    <a:pt x="538" y="1924"/>
                  </a:lnTo>
                  <a:lnTo>
                    <a:pt x="536" y="1923"/>
                  </a:lnTo>
                  <a:lnTo>
                    <a:pt x="536" y="1923"/>
                  </a:lnTo>
                  <a:lnTo>
                    <a:pt x="535" y="1923"/>
                  </a:lnTo>
                  <a:lnTo>
                    <a:pt x="532" y="1921"/>
                  </a:lnTo>
                  <a:lnTo>
                    <a:pt x="530" y="1921"/>
                  </a:lnTo>
                  <a:lnTo>
                    <a:pt x="530" y="1921"/>
                  </a:lnTo>
                  <a:lnTo>
                    <a:pt x="529" y="1921"/>
                  </a:lnTo>
                  <a:lnTo>
                    <a:pt x="528" y="1919"/>
                  </a:lnTo>
                  <a:lnTo>
                    <a:pt x="528" y="1919"/>
                  </a:lnTo>
                  <a:lnTo>
                    <a:pt x="526" y="1918"/>
                  </a:lnTo>
                  <a:lnTo>
                    <a:pt x="526" y="1918"/>
                  </a:lnTo>
                  <a:lnTo>
                    <a:pt x="525" y="1917"/>
                  </a:lnTo>
                  <a:lnTo>
                    <a:pt x="525" y="1916"/>
                  </a:lnTo>
                  <a:lnTo>
                    <a:pt x="523" y="1915"/>
                  </a:lnTo>
                  <a:lnTo>
                    <a:pt x="523" y="1915"/>
                  </a:lnTo>
                  <a:lnTo>
                    <a:pt x="522" y="1915"/>
                  </a:lnTo>
                  <a:lnTo>
                    <a:pt x="521" y="1914"/>
                  </a:lnTo>
                  <a:lnTo>
                    <a:pt x="522" y="1914"/>
                  </a:lnTo>
                  <a:lnTo>
                    <a:pt x="522" y="1913"/>
                  </a:lnTo>
                  <a:lnTo>
                    <a:pt x="521" y="1912"/>
                  </a:lnTo>
                  <a:lnTo>
                    <a:pt x="519" y="1911"/>
                  </a:lnTo>
                  <a:lnTo>
                    <a:pt x="519" y="1911"/>
                  </a:lnTo>
                  <a:lnTo>
                    <a:pt x="517" y="1911"/>
                  </a:lnTo>
                  <a:lnTo>
                    <a:pt x="517" y="1911"/>
                  </a:lnTo>
                  <a:lnTo>
                    <a:pt x="516" y="1909"/>
                  </a:lnTo>
                  <a:lnTo>
                    <a:pt x="515" y="1908"/>
                  </a:lnTo>
                  <a:lnTo>
                    <a:pt x="515" y="1907"/>
                  </a:lnTo>
                  <a:lnTo>
                    <a:pt x="515" y="1906"/>
                  </a:lnTo>
                  <a:lnTo>
                    <a:pt x="515" y="1905"/>
                  </a:lnTo>
                  <a:lnTo>
                    <a:pt x="515" y="1905"/>
                  </a:lnTo>
                  <a:lnTo>
                    <a:pt x="515" y="1904"/>
                  </a:lnTo>
                  <a:lnTo>
                    <a:pt x="515" y="1903"/>
                  </a:lnTo>
                  <a:lnTo>
                    <a:pt x="514" y="1902"/>
                  </a:lnTo>
                  <a:lnTo>
                    <a:pt x="513" y="1901"/>
                  </a:lnTo>
                  <a:lnTo>
                    <a:pt x="513" y="1901"/>
                  </a:lnTo>
                  <a:lnTo>
                    <a:pt x="512" y="1900"/>
                  </a:lnTo>
                  <a:lnTo>
                    <a:pt x="511" y="1899"/>
                  </a:lnTo>
                  <a:lnTo>
                    <a:pt x="511" y="1899"/>
                  </a:lnTo>
                  <a:lnTo>
                    <a:pt x="511" y="1899"/>
                  </a:lnTo>
                  <a:lnTo>
                    <a:pt x="510" y="1899"/>
                  </a:lnTo>
                  <a:lnTo>
                    <a:pt x="510" y="1899"/>
                  </a:lnTo>
                  <a:lnTo>
                    <a:pt x="510" y="1899"/>
                  </a:lnTo>
                  <a:lnTo>
                    <a:pt x="510" y="1899"/>
                  </a:lnTo>
                  <a:lnTo>
                    <a:pt x="510" y="1899"/>
                  </a:lnTo>
                  <a:lnTo>
                    <a:pt x="510" y="1899"/>
                  </a:lnTo>
                  <a:lnTo>
                    <a:pt x="510" y="1898"/>
                  </a:lnTo>
                  <a:lnTo>
                    <a:pt x="508" y="1898"/>
                  </a:lnTo>
                  <a:lnTo>
                    <a:pt x="508" y="1898"/>
                  </a:lnTo>
                  <a:lnTo>
                    <a:pt x="508" y="1898"/>
                  </a:lnTo>
                  <a:lnTo>
                    <a:pt x="504" y="1895"/>
                  </a:lnTo>
                  <a:lnTo>
                    <a:pt x="501" y="1893"/>
                  </a:lnTo>
                  <a:lnTo>
                    <a:pt x="498" y="1891"/>
                  </a:lnTo>
                  <a:lnTo>
                    <a:pt x="496" y="1888"/>
                  </a:lnTo>
                  <a:lnTo>
                    <a:pt x="496" y="1888"/>
                  </a:lnTo>
                  <a:lnTo>
                    <a:pt x="494" y="1886"/>
                  </a:lnTo>
                  <a:lnTo>
                    <a:pt x="493" y="1885"/>
                  </a:lnTo>
                  <a:lnTo>
                    <a:pt x="488" y="1885"/>
                  </a:lnTo>
                  <a:lnTo>
                    <a:pt x="488" y="1884"/>
                  </a:lnTo>
                  <a:lnTo>
                    <a:pt x="486" y="1884"/>
                  </a:lnTo>
                  <a:lnTo>
                    <a:pt x="486" y="1885"/>
                  </a:lnTo>
                  <a:lnTo>
                    <a:pt x="486" y="1885"/>
                  </a:lnTo>
                  <a:lnTo>
                    <a:pt x="484" y="1885"/>
                  </a:lnTo>
                  <a:lnTo>
                    <a:pt x="482" y="1883"/>
                  </a:lnTo>
                  <a:lnTo>
                    <a:pt x="481" y="1883"/>
                  </a:lnTo>
                  <a:lnTo>
                    <a:pt x="480" y="1882"/>
                  </a:lnTo>
                  <a:lnTo>
                    <a:pt x="480" y="1881"/>
                  </a:lnTo>
                  <a:lnTo>
                    <a:pt x="480" y="1879"/>
                  </a:lnTo>
                  <a:lnTo>
                    <a:pt x="479" y="1879"/>
                  </a:lnTo>
                  <a:lnTo>
                    <a:pt x="478" y="1878"/>
                  </a:lnTo>
                  <a:lnTo>
                    <a:pt x="478" y="1877"/>
                  </a:lnTo>
                  <a:lnTo>
                    <a:pt x="477" y="1875"/>
                  </a:lnTo>
                  <a:lnTo>
                    <a:pt x="476" y="1875"/>
                  </a:lnTo>
                  <a:lnTo>
                    <a:pt x="476" y="1874"/>
                  </a:lnTo>
                  <a:lnTo>
                    <a:pt x="476" y="1875"/>
                  </a:lnTo>
                  <a:lnTo>
                    <a:pt x="476" y="1874"/>
                  </a:lnTo>
                  <a:lnTo>
                    <a:pt x="472" y="1874"/>
                  </a:lnTo>
                  <a:lnTo>
                    <a:pt x="471" y="1873"/>
                  </a:lnTo>
                  <a:lnTo>
                    <a:pt x="471" y="1873"/>
                  </a:lnTo>
                  <a:lnTo>
                    <a:pt x="471" y="1873"/>
                  </a:lnTo>
                  <a:lnTo>
                    <a:pt x="471" y="1873"/>
                  </a:lnTo>
                  <a:lnTo>
                    <a:pt x="471" y="1873"/>
                  </a:lnTo>
                  <a:lnTo>
                    <a:pt x="471" y="1876"/>
                  </a:lnTo>
                  <a:lnTo>
                    <a:pt x="469" y="1877"/>
                  </a:lnTo>
                  <a:lnTo>
                    <a:pt x="467" y="1877"/>
                  </a:lnTo>
                  <a:lnTo>
                    <a:pt x="465" y="1878"/>
                  </a:lnTo>
                  <a:lnTo>
                    <a:pt x="460" y="1882"/>
                  </a:lnTo>
                  <a:lnTo>
                    <a:pt x="460" y="1882"/>
                  </a:lnTo>
                  <a:lnTo>
                    <a:pt x="458" y="1882"/>
                  </a:lnTo>
                  <a:lnTo>
                    <a:pt x="458" y="1883"/>
                  </a:lnTo>
                  <a:lnTo>
                    <a:pt x="456" y="1883"/>
                  </a:lnTo>
                  <a:lnTo>
                    <a:pt x="454" y="1886"/>
                  </a:lnTo>
                  <a:lnTo>
                    <a:pt x="454" y="1888"/>
                  </a:lnTo>
                  <a:lnTo>
                    <a:pt x="452" y="1890"/>
                  </a:lnTo>
                  <a:lnTo>
                    <a:pt x="452" y="1892"/>
                  </a:lnTo>
                  <a:lnTo>
                    <a:pt x="453" y="1893"/>
                  </a:lnTo>
                  <a:lnTo>
                    <a:pt x="454" y="1893"/>
                  </a:lnTo>
                  <a:lnTo>
                    <a:pt x="454" y="1894"/>
                  </a:lnTo>
                  <a:lnTo>
                    <a:pt x="454" y="1894"/>
                  </a:lnTo>
                  <a:lnTo>
                    <a:pt x="454" y="1895"/>
                  </a:lnTo>
                  <a:lnTo>
                    <a:pt x="454" y="1897"/>
                  </a:lnTo>
                  <a:lnTo>
                    <a:pt x="455" y="1897"/>
                  </a:lnTo>
                  <a:lnTo>
                    <a:pt x="455" y="1899"/>
                  </a:lnTo>
                  <a:lnTo>
                    <a:pt x="455" y="1899"/>
                  </a:lnTo>
                  <a:lnTo>
                    <a:pt x="455" y="1899"/>
                  </a:lnTo>
                  <a:lnTo>
                    <a:pt x="456" y="1900"/>
                  </a:lnTo>
                  <a:lnTo>
                    <a:pt x="455" y="1900"/>
                  </a:lnTo>
                  <a:lnTo>
                    <a:pt x="456" y="1902"/>
                  </a:lnTo>
                  <a:lnTo>
                    <a:pt x="455" y="1902"/>
                  </a:lnTo>
                  <a:lnTo>
                    <a:pt x="455" y="1903"/>
                  </a:lnTo>
                  <a:lnTo>
                    <a:pt x="457" y="1903"/>
                  </a:lnTo>
                  <a:lnTo>
                    <a:pt x="457" y="1904"/>
                  </a:lnTo>
                  <a:lnTo>
                    <a:pt x="458" y="1905"/>
                  </a:lnTo>
                  <a:lnTo>
                    <a:pt x="458" y="1906"/>
                  </a:lnTo>
                  <a:lnTo>
                    <a:pt x="458" y="1907"/>
                  </a:lnTo>
                  <a:lnTo>
                    <a:pt x="458" y="1907"/>
                  </a:lnTo>
                  <a:lnTo>
                    <a:pt x="459" y="1908"/>
                  </a:lnTo>
                  <a:lnTo>
                    <a:pt x="459" y="1909"/>
                  </a:lnTo>
                  <a:lnTo>
                    <a:pt x="459" y="1909"/>
                  </a:lnTo>
                  <a:lnTo>
                    <a:pt x="458" y="1909"/>
                  </a:lnTo>
                  <a:lnTo>
                    <a:pt x="458" y="1911"/>
                  </a:lnTo>
                  <a:lnTo>
                    <a:pt x="459" y="1911"/>
                  </a:lnTo>
                  <a:lnTo>
                    <a:pt x="459" y="1911"/>
                  </a:lnTo>
                  <a:lnTo>
                    <a:pt x="459" y="1913"/>
                  </a:lnTo>
                  <a:lnTo>
                    <a:pt x="460" y="1913"/>
                  </a:lnTo>
                  <a:lnTo>
                    <a:pt x="460" y="1915"/>
                  </a:lnTo>
                  <a:lnTo>
                    <a:pt x="461" y="1917"/>
                  </a:lnTo>
                  <a:lnTo>
                    <a:pt x="461" y="1917"/>
                  </a:lnTo>
                  <a:lnTo>
                    <a:pt x="462" y="1918"/>
                  </a:lnTo>
                  <a:lnTo>
                    <a:pt x="461" y="1918"/>
                  </a:lnTo>
                  <a:lnTo>
                    <a:pt x="461" y="1920"/>
                  </a:lnTo>
                  <a:lnTo>
                    <a:pt x="461" y="1921"/>
                  </a:lnTo>
                  <a:lnTo>
                    <a:pt x="461" y="1921"/>
                  </a:lnTo>
                  <a:lnTo>
                    <a:pt x="462" y="1921"/>
                  </a:lnTo>
                  <a:lnTo>
                    <a:pt x="463" y="1922"/>
                  </a:lnTo>
                  <a:lnTo>
                    <a:pt x="463" y="1923"/>
                  </a:lnTo>
                  <a:lnTo>
                    <a:pt x="463" y="1923"/>
                  </a:lnTo>
                  <a:lnTo>
                    <a:pt x="463" y="1924"/>
                  </a:lnTo>
                  <a:lnTo>
                    <a:pt x="463" y="1924"/>
                  </a:lnTo>
                  <a:lnTo>
                    <a:pt x="463" y="1923"/>
                  </a:lnTo>
                  <a:lnTo>
                    <a:pt x="464" y="1924"/>
                  </a:lnTo>
                  <a:lnTo>
                    <a:pt x="464" y="1925"/>
                  </a:lnTo>
                  <a:lnTo>
                    <a:pt x="465" y="1925"/>
                  </a:lnTo>
                  <a:lnTo>
                    <a:pt x="465" y="1925"/>
                  </a:lnTo>
                  <a:lnTo>
                    <a:pt x="466" y="1925"/>
                  </a:lnTo>
                  <a:lnTo>
                    <a:pt x="467" y="1926"/>
                  </a:lnTo>
                  <a:lnTo>
                    <a:pt x="467" y="1926"/>
                  </a:lnTo>
                  <a:lnTo>
                    <a:pt x="466" y="1928"/>
                  </a:lnTo>
                  <a:lnTo>
                    <a:pt x="465" y="1929"/>
                  </a:lnTo>
                  <a:lnTo>
                    <a:pt x="465" y="1930"/>
                  </a:lnTo>
                  <a:lnTo>
                    <a:pt x="466" y="1932"/>
                  </a:lnTo>
                  <a:lnTo>
                    <a:pt x="466" y="1933"/>
                  </a:lnTo>
                  <a:lnTo>
                    <a:pt x="465" y="1933"/>
                  </a:lnTo>
                  <a:lnTo>
                    <a:pt x="465" y="1933"/>
                  </a:lnTo>
                  <a:lnTo>
                    <a:pt x="465" y="1934"/>
                  </a:lnTo>
                  <a:lnTo>
                    <a:pt x="466" y="1936"/>
                  </a:lnTo>
                  <a:lnTo>
                    <a:pt x="466" y="1938"/>
                  </a:lnTo>
                  <a:lnTo>
                    <a:pt x="467" y="1939"/>
                  </a:lnTo>
                  <a:lnTo>
                    <a:pt x="469" y="1938"/>
                  </a:lnTo>
                  <a:lnTo>
                    <a:pt x="470" y="1939"/>
                  </a:lnTo>
                  <a:lnTo>
                    <a:pt x="470" y="1940"/>
                  </a:lnTo>
                  <a:lnTo>
                    <a:pt x="469" y="1940"/>
                  </a:lnTo>
                  <a:lnTo>
                    <a:pt x="467" y="1940"/>
                  </a:lnTo>
                  <a:lnTo>
                    <a:pt x="467" y="1941"/>
                  </a:lnTo>
                  <a:lnTo>
                    <a:pt x="466" y="1941"/>
                  </a:lnTo>
                  <a:lnTo>
                    <a:pt x="466" y="1940"/>
                  </a:lnTo>
                  <a:lnTo>
                    <a:pt x="465" y="1940"/>
                  </a:lnTo>
                  <a:lnTo>
                    <a:pt x="465" y="1939"/>
                  </a:lnTo>
                  <a:lnTo>
                    <a:pt x="464" y="1939"/>
                  </a:lnTo>
                  <a:lnTo>
                    <a:pt x="465" y="1939"/>
                  </a:lnTo>
                  <a:lnTo>
                    <a:pt x="465" y="1938"/>
                  </a:lnTo>
                  <a:lnTo>
                    <a:pt x="463" y="1939"/>
                  </a:lnTo>
                  <a:lnTo>
                    <a:pt x="462" y="1938"/>
                  </a:lnTo>
                  <a:lnTo>
                    <a:pt x="461" y="1938"/>
                  </a:lnTo>
                  <a:lnTo>
                    <a:pt x="458" y="1938"/>
                  </a:lnTo>
                  <a:lnTo>
                    <a:pt x="456" y="1936"/>
                  </a:lnTo>
                  <a:lnTo>
                    <a:pt x="456" y="1935"/>
                  </a:lnTo>
                  <a:lnTo>
                    <a:pt x="455" y="1935"/>
                  </a:lnTo>
                  <a:lnTo>
                    <a:pt x="454" y="1934"/>
                  </a:lnTo>
                  <a:lnTo>
                    <a:pt x="454" y="1934"/>
                  </a:lnTo>
                  <a:lnTo>
                    <a:pt x="454" y="1934"/>
                  </a:lnTo>
                  <a:lnTo>
                    <a:pt x="453" y="1932"/>
                  </a:lnTo>
                  <a:lnTo>
                    <a:pt x="451" y="1932"/>
                  </a:lnTo>
                  <a:lnTo>
                    <a:pt x="451" y="1931"/>
                  </a:lnTo>
                  <a:lnTo>
                    <a:pt x="451" y="1930"/>
                  </a:lnTo>
                  <a:lnTo>
                    <a:pt x="450" y="1929"/>
                  </a:lnTo>
                  <a:lnTo>
                    <a:pt x="451" y="1928"/>
                  </a:lnTo>
                  <a:lnTo>
                    <a:pt x="450" y="1928"/>
                  </a:lnTo>
                  <a:lnTo>
                    <a:pt x="450" y="1927"/>
                  </a:lnTo>
                  <a:lnTo>
                    <a:pt x="449" y="1926"/>
                  </a:lnTo>
                  <a:lnTo>
                    <a:pt x="449" y="1925"/>
                  </a:lnTo>
                  <a:lnTo>
                    <a:pt x="450" y="1925"/>
                  </a:lnTo>
                  <a:lnTo>
                    <a:pt x="449" y="1924"/>
                  </a:lnTo>
                  <a:lnTo>
                    <a:pt x="450" y="1924"/>
                  </a:lnTo>
                  <a:lnTo>
                    <a:pt x="450" y="1924"/>
                  </a:lnTo>
                  <a:lnTo>
                    <a:pt x="451" y="1924"/>
                  </a:lnTo>
                  <a:lnTo>
                    <a:pt x="453" y="1921"/>
                  </a:lnTo>
                  <a:lnTo>
                    <a:pt x="454" y="1921"/>
                  </a:lnTo>
                  <a:lnTo>
                    <a:pt x="454" y="1921"/>
                  </a:lnTo>
                  <a:lnTo>
                    <a:pt x="453" y="1921"/>
                  </a:lnTo>
                  <a:lnTo>
                    <a:pt x="453" y="1920"/>
                  </a:lnTo>
                  <a:lnTo>
                    <a:pt x="453" y="1920"/>
                  </a:lnTo>
                  <a:lnTo>
                    <a:pt x="452" y="1919"/>
                  </a:lnTo>
                  <a:lnTo>
                    <a:pt x="452" y="1918"/>
                  </a:lnTo>
                  <a:lnTo>
                    <a:pt x="451" y="1916"/>
                  </a:lnTo>
                  <a:lnTo>
                    <a:pt x="451" y="1916"/>
                  </a:lnTo>
                  <a:lnTo>
                    <a:pt x="451" y="1915"/>
                  </a:lnTo>
                  <a:lnTo>
                    <a:pt x="453" y="1914"/>
                  </a:lnTo>
                  <a:lnTo>
                    <a:pt x="453" y="1914"/>
                  </a:lnTo>
                  <a:lnTo>
                    <a:pt x="453" y="1913"/>
                  </a:lnTo>
                  <a:lnTo>
                    <a:pt x="452" y="1912"/>
                  </a:lnTo>
                  <a:lnTo>
                    <a:pt x="451" y="1912"/>
                  </a:lnTo>
                  <a:lnTo>
                    <a:pt x="449" y="1912"/>
                  </a:lnTo>
                  <a:lnTo>
                    <a:pt x="449" y="1912"/>
                  </a:lnTo>
                  <a:lnTo>
                    <a:pt x="448" y="1912"/>
                  </a:lnTo>
                  <a:lnTo>
                    <a:pt x="447" y="1912"/>
                  </a:lnTo>
                  <a:lnTo>
                    <a:pt x="446" y="1911"/>
                  </a:lnTo>
                  <a:lnTo>
                    <a:pt x="447" y="1910"/>
                  </a:lnTo>
                  <a:lnTo>
                    <a:pt x="447" y="1909"/>
                  </a:lnTo>
                  <a:lnTo>
                    <a:pt x="447" y="1909"/>
                  </a:lnTo>
                  <a:lnTo>
                    <a:pt x="447" y="1908"/>
                  </a:lnTo>
                  <a:lnTo>
                    <a:pt x="447" y="1908"/>
                  </a:lnTo>
                  <a:lnTo>
                    <a:pt x="448" y="1907"/>
                  </a:lnTo>
                  <a:lnTo>
                    <a:pt x="446" y="1907"/>
                  </a:lnTo>
                  <a:lnTo>
                    <a:pt x="446" y="1906"/>
                  </a:lnTo>
                  <a:lnTo>
                    <a:pt x="445" y="1906"/>
                  </a:lnTo>
                  <a:lnTo>
                    <a:pt x="445" y="1906"/>
                  </a:lnTo>
                  <a:lnTo>
                    <a:pt x="445" y="1906"/>
                  </a:lnTo>
                  <a:lnTo>
                    <a:pt x="445" y="1904"/>
                  </a:lnTo>
                  <a:lnTo>
                    <a:pt x="444" y="1904"/>
                  </a:lnTo>
                  <a:lnTo>
                    <a:pt x="445" y="1903"/>
                  </a:lnTo>
                  <a:lnTo>
                    <a:pt x="445" y="1903"/>
                  </a:lnTo>
                  <a:lnTo>
                    <a:pt x="445" y="1903"/>
                  </a:lnTo>
                  <a:lnTo>
                    <a:pt x="445" y="1903"/>
                  </a:lnTo>
                  <a:lnTo>
                    <a:pt x="445" y="1903"/>
                  </a:lnTo>
                  <a:lnTo>
                    <a:pt x="445" y="1901"/>
                  </a:lnTo>
                  <a:lnTo>
                    <a:pt x="445" y="1901"/>
                  </a:lnTo>
                  <a:lnTo>
                    <a:pt x="445" y="1900"/>
                  </a:lnTo>
                  <a:lnTo>
                    <a:pt x="444" y="1899"/>
                  </a:lnTo>
                  <a:lnTo>
                    <a:pt x="444" y="1899"/>
                  </a:lnTo>
                  <a:lnTo>
                    <a:pt x="443" y="1899"/>
                  </a:lnTo>
                  <a:lnTo>
                    <a:pt x="443" y="1898"/>
                  </a:lnTo>
                  <a:lnTo>
                    <a:pt x="444" y="1898"/>
                  </a:lnTo>
                  <a:lnTo>
                    <a:pt x="443" y="1897"/>
                  </a:lnTo>
                  <a:lnTo>
                    <a:pt x="442" y="1898"/>
                  </a:lnTo>
                  <a:lnTo>
                    <a:pt x="442" y="1898"/>
                  </a:lnTo>
                  <a:lnTo>
                    <a:pt x="442" y="1897"/>
                  </a:lnTo>
                  <a:lnTo>
                    <a:pt x="441" y="1897"/>
                  </a:lnTo>
                  <a:lnTo>
                    <a:pt x="440" y="1895"/>
                  </a:lnTo>
                  <a:lnTo>
                    <a:pt x="439" y="1895"/>
                  </a:lnTo>
                  <a:lnTo>
                    <a:pt x="439" y="1895"/>
                  </a:lnTo>
                  <a:lnTo>
                    <a:pt x="438" y="1895"/>
                  </a:lnTo>
                  <a:lnTo>
                    <a:pt x="438" y="1895"/>
                  </a:lnTo>
                  <a:lnTo>
                    <a:pt x="438" y="1893"/>
                  </a:lnTo>
                  <a:lnTo>
                    <a:pt x="439" y="1893"/>
                  </a:lnTo>
                  <a:lnTo>
                    <a:pt x="438" y="1891"/>
                  </a:lnTo>
                  <a:lnTo>
                    <a:pt x="437" y="1891"/>
                  </a:lnTo>
                  <a:lnTo>
                    <a:pt x="437" y="1891"/>
                  </a:lnTo>
                  <a:lnTo>
                    <a:pt x="437" y="1891"/>
                  </a:lnTo>
                  <a:lnTo>
                    <a:pt x="436" y="1891"/>
                  </a:lnTo>
                  <a:lnTo>
                    <a:pt x="436" y="1890"/>
                  </a:lnTo>
                  <a:lnTo>
                    <a:pt x="435" y="1890"/>
                  </a:lnTo>
                  <a:lnTo>
                    <a:pt x="433" y="1888"/>
                  </a:lnTo>
                  <a:lnTo>
                    <a:pt x="432" y="1888"/>
                  </a:lnTo>
                  <a:lnTo>
                    <a:pt x="432" y="1887"/>
                  </a:lnTo>
                  <a:lnTo>
                    <a:pt x="431" y="1885"/>
                  </a:lnTo>
                  <a:lnTo>
                    <a:pt x="430" y="1884"/>
                  </a:lnTo>
                  <a:lnTo>
                    <a:pt x="429" y="1885"/>
                  </a:lnTo>
                  <a:lnTo>
                    <a:pt x="429" y="1884"/>
                  </a:lnTo>
                  <a:lnTo>
                    <a:pt x="428" y="1884"/>
                  </a:lnTo>
                  <a:lnTo>
                    <a:pt x="428" y="1884"/>
                  </a:lnTo>
                  <a:lnTo>
                    <a:pt x="428" y="1882"/>
                  </a:lnTo>
                  <a:lnTo>
                    <a:pt x="426" y="1882"/>
                  </a:lnTo>
                  <a:lnTo>
                    <a:pt x="426" y="1881"/>
                  </a:lnTo>
                  <a:lnTo>
                    <a:pt x="424" y="1880"/>
                  </a:lnTo>
                  <a:lnTo>
                    <a:pt x="424" y="1879"/>
                  </a:lnTo>
                  <a:lnTo>
                    <a:pt x="424" y="1878"/>
                  </a:lnTo>
                  <a:lnTo>
                    <a:pt x="423" y="1878"/>
                  </a:lnTo>
                  <a:lnTo>
                    <a:pt x="422" y="1878"/>
                  </a:lnTo>
                  <a:lnTo>
                    <a:pt x="422" y="1877"/>
                  </a:lnTo>
                  <a:lnTo>
                    <a:pt x="421" y="1877"/>
                  </a:lnTo>
                  <a:lnTo>
                    <a:pt x="421" y="1875"/>
                  </a:lnTo>
                  <a:lnTo>
                    <a:pt x="421" y="1875"/>
                  </a:lnTo>
                  <a:lnTo>
                    <a:pt x="420" y="1874"/>
                  </a:lnTo>
                  <a:lnTo>
                    <a:pt x="421" y="1873"/>
                  </a:lnTo>
                  <a:lnTo>
                    <a:pt x="421" y="1872"/>
                  </a:lnTo>
                  <a:lnTo>
                    <a:pt x="421" y="1872"/>
                  </a:lnTo>
                  <a:lnTo>
                    <a:pt x="420" y="1871"/>
                  </a:lnTo>
                  <a:lnTo>
                    <a:pt x="419" y="1869"/>
                  </a:lnTo>
                  <a:lnTo>
                    <a:pt x="419" y="1869"/>
                  </a:lnTo>
                  <a:lnTo>
                    <a:pt x="419" y="1867"/>
                  </a:lnTo>
                  <a:lnTo>
                    <a:pt x="419" y="1866"/>
                  </a:lnTo>
                  <a:lnTo>
                    <a:pt x="418" y="1865"/>
                  </a:lnTo>
                  <a:lnTo>
                    <a:pt x="418" y="1865"/>
                  </a:lnTo>
                  <a:lnTo>
                    <a:pt x="418" y="1864"/>
                  </a:lnTo>
                  <a:lnTo>
                    <a:pt x="418" y="1864"/>
                  </a:lnTo>
                  <a:lnTo>
                    <a:pt x="417" y="1864"/>
                  </a:lnTo>
                  <a:lnTo>
                    <a:pt x="416" y="1863"/>
                  </a:lnTo>
                  <a:lnTo>
                    <a:pt x="416" y="1862"/>
                  </a:lnTo>
                  <a:lnTo>
                    <a:pt x="415" y="1862"/>
                  </a:lnTo>
                  <a:lnTo>
                    <a:pt x="415" y="1861"/>
                  </a:lnTo>
                  <a:lnTo>
                    <a:pt x="415" y="1860"/>
                  </a:lnTo>
                  <a:lnTo>
                    <a:pt x="415" y="1856"/>
                  </a:lnTo>
                  <a:lnTo>
                    <a:pt x="415" y="1854"/>
                  </a:lnTo>
                  <a:lnTo>
                    <a:pt x="415" y="1852"/>
                  </a:lnTo>
                  <a:lnTo>
                    <a:pt x="415" y="1849"/>
                  </a:lnTo>
                  <a:lnTo>
                    <a:pt x="415" y="1844"/>
                  </a:lnTo>
                  <a:lnTo>
                    <a:pt x="415" y="1843"/>
                  </a:lnTo>
                  <a:lnTo>
                    <a:pt x="415" y="1843"/>
                  </a:lnTo>
                  <a:lnTo>
                    <a:pt x="415" y="1843"/>
                  </a:lnTo>
                  <a:lnTo>
                    <a:pt x="414" y="1843"/>
                  </a:lnTo>
                  <a:lnTo>
                    <a:pt x="414" y="1842"/>
                  </a:lnTo>
                  <a:lnTo>
                    <a:pt x="415" y="1840"/>
                  </a:lnTo>
                  <a:lnTo>
                    <a:pt x="415" y="1838"/>
                  </a:lnTo>
                  <a:lnTo>
                    <a:pt x="416" y="1838"/>
                  </a:lnTo>
                  <a:lnTo>
                    <a:pt x="416" y="1838"/>
                  </a:lnTo>
                  <a:lnTo>
                    <a:pt x="416" y="1836"/>
                  </a:lnTo>
                  <a:lnTo>
                    <a:pt x="417" y="1834"/>
                  </a:lnTo>
                  <a:lnTo>
                    <a:pt x="417" y="1834"/>
                  </a:lnTo>
                  <a:lnTo>
                    <a:pt x="418" y="1834"/>
                  </a:lnTo>
                  <a:lnTo>
                    <a:pt x="418" y="1833"/>
                  </a:lnTo>
                  <a:lnTo>
                    <a:pt x="418" y="1833"/>
                  </a:lnTo>
                  <a:lnTo>
                    <a:pt x="419" y="1832"/>
                  </a:lnTo>
                  <a:lnTo>
                    <a:pt x="420" y="1832"/>
                  </a:lnTo>
                  <a:lnTo>
                    <a:pt x="420" y="1832"/>
                  </a:lnTo>
                  <a:lnTo>
                    <a:pt x="421" y="1832"/>
                  </a:lnTo>
                  <a:lnTo>
                    <a:pt x="421" y="1833"/>
                  </a:lnTo>
                  <a:lnTo>
                    <a:pt x="421" y="1833"/>
                  </a:lnTo>
                  <a:lnTo>
                    <a:pt x="422" y="1833"/>
                  </a:lnTo>
                  <a:lnTo>
                    <a:pt x="423" y="1832"/>
                  </a:lnTo>
                  <a:lnTo>
                    <a:pt x="424" y="1831"/>
                  </a:lnTo>
                  <a:lnTo>
                    <a:pt x="424" y="1830"/>
                  </a:lnTo>
                  <a:lnTo>
                    <a:pt x="426" y="1830"/>
                  </a:lnTo>
                  <a:lnTo>
                    <a:pt x="428" y="1830"/>
                  </a:lnTo>
                  <a:lnTo>
                    <a:pt x="429" y="1830"/>
                  </a:lnTo>
                  <a:lnTo>
                    <a:pt x="430" y="1830"/>
                  </a:lnTo>
                  <a:lnTo>
                    <a:pt x="431" y="1833"/>
                  </a:lnTo>
                  <a:lnTo>
                    <a:pt x="431" y="1834"/>
                  </a:lnTo>
                  <a:lnTo>
                    <a:pt x="431" y="1834"/>
                  </a:lnTo>
                  <a:lnTo>
                    <a:pt x="431" y="1834"/>
                  </a:lnTo>
                  <a:lnTo>
                    <a:pt x="432" y="1834"/>
                  </a:lnTo>
                  <a:lnTo>
                    <a:pt x="432" y="1836"/>
                  </a:lnTo>
                  <a:lnTo>
                    <a:pt x="432" y="1838"/>
                  </a:lnTo>
                  <a:lnTo>
                    <a:pt x="433" y="1838"/>
                  </a:lnTo>
                  <a:lnTo>
                    <a:pt x="433" y="1839"/>
                  </a:lnTo>
                  <a:lnTo>
                    <a:pt x="433" y="1840"/>
                  </a:lnTo>
                  <a:lnTo>
                    <a:pt x="433" y="1841"/>
                  </a:lnTo>
                  <a:lnTo>
                    <a:pt x="434" y="1843"/>
                  </a:lnTo>
                  <a:lnTo>
                    <a:pt x="434" y="1843"/>
                  </a:lnTo>
                  <a:lnTo>
                    <a:pt x="436" y="1845"/>
                  </a:lnTo>
                  <a:lnTo>
                    <a:pt x="436" y="1845"/>
                  </a:lnTo>
                  <a:lnTo>
                    <a:pt x="436" y="1845"/>
                  </a:lnTo>
                  <a:lnTo>
                    <a:pt x="436" y="1845"/>
                  </a:lnTo>
                  <a:lnTo>
                    <a:pt x="435" y="1844"/>
                  </a:lnTo>
                  <a:lnTo>
                    <a:pt x="434" y="1844"/>
                  </a:lnTo>
                  <a:lnTo>
                    <a:pt x="433" y="1845"/>
                  </a:lnTo>
                  <a:lnTo>
                    <a:pt x="433" y="1847"/>
                  </a:lnTo>
                  <a:lnTo>
                    <a:pt x="433" y="1847"/>
                  </a:lnTo>
                  <a:lnTo>
                    <a:pt x="434" y="1848"/>
                  </a:lnTo>
                  <a:lnTo>
                    <a:pt x="433" y="1848"/>
                  </a:lnTo>
                  <a:lnTo>
                    <a:pt x="433" y="1849"/>
                  </a:lnTo>
                  <a:lnTo>
                    <a:pt x="434" y="1851"/>
                  </a:lnTo>
                  <a:lnTo>
                    <a:pt x="433" y="1852"/>
                  </a:lnTo>
                  <a:lnTo>
                    <a:pt x="434" y="1853"/>
                  </a:lnTo>
                  <a:lnTo>
                    <a:pt x="434" y="1854"/>
                  </a:lnTo>
                  <a:lnTo>
                    <a:pt x="434" y="1855"/>
                  </a:lnTo>
                  <a:lnTo>
                    <a:pt x="434" y="1856"/>
                  </a:lnTo>
                  <a:lnTo>
                    <a:pt x="435" y="1856"/>
                  </a:lnTo>
                  <a:lnTo>
                    <a:pt x="436" y="1857"/>
                  </a:lnTo>
                  <a:lnTo>
                    <a:pt x="437" y="1859"/>
                  </a:lnTo>
                  <a:lnTo>
                    <a:pt x="439" y="1860"/>
                  </a:lnTo>
                  <a:lnTo>
                    <a:pt x="440" y="1861"/>
                  </a:lnTo>
                  <a:lnTo>
                    <a:pt x="440" y="1861"/>
                  </a:lnTo>
                  <a:lnTo>
                    <a:pt x="441" y="1861"/>
                  </a:lnTo>
                  <a:lnTo>
                    <a:pt x="441" y="1862"/>
                  </a:lnTo>
                  <a:lnTo>
                    <a:pt x="441" y="1862"/>
                  </a:lnTo>
                  <a:lnTo>
                    <a:pt x="441" y="1862"/>
                  </a:lnTo>
                  <a:lnTo>
                    <a:pt x="441" y="1861"/>
                  </a:lnTo>
                  <a:lnTo>
                    <a:pt x="441" y="1861"/>
                  </a:lnTo>
                  <a:lnTo>
                    <a:pt x="441" y="1860"/>
                  </a:lnTo>
                  <a:lnTo>
                    <a:pt x="441" y="1861"/>
                  </a:lnTo>
                  <a:lnTo>
                    <a:pt x="441" y="1861"/>
                  </a:lnTo>
                  <a:lnTo>
                    <a:pt x="441" y="1862"/>
                  </a:lnTo>
                  <a:lnTo>
                    <a:pt x="443" y="1862"/>
                  </a:lnTo>
                  <a:lnTo>
                    <a:pt x="445" y="1860"/>
                  </a:lnTo>
                  <a:lnTo>
                    <a:pt x="445" y="1860"/>
                  </a:lnTo>
                  <a:lnTo>
                    <a:pt x="446" y="1859"/>
                  </a:lnTo>
                  <a:lnTo>
                    <a:pt x="447" y="1859"/>
                  </a:lnTo>
                  <a:lnTo>
                    <a:pt x="447" y="1858"/>
                  </a:lnTo>
                  <a:lnTo>
                    <a:pt x="446" y="1858"/>
                  </a:lnTo>
                  <a:lnTo>
                    <a:pt x="446" y="1857"/>
                  </a:lnTo>
                  <a:lnTo>
                    <a:pt x="446" y="1856"/>
                  </a:lnTo>
                  <a:lnTo>
                    <a:pt x="446" y="1856"/>
                  </a:lnTo>
                  <a:lnTo>
                    <a:pt x="445" y="1853"/>
                  </a:lnTo>
                  <a:lnTo>
                    <a:pt x="445" y="1852"/>
                  </a:lnTo>
                  <a:lnTo>
                    <a:pt x="445" y="1851"/>
                  </a:lnTo>
                  <a:lnTo>
                    <a:pt x="445" y="1851"/>
                  </a:lnTo>
                  <a:lnTo>
                    <a:pt x="444" y="1851"/>
                  </a:lnTo>
                  <a:lnTo>
                    <a:pt x="444" y="1850"/>
                  </a:lnTo>
                  <a:lnTo>
                    <a:pt x="444" y="1849"/>
                  </a:lnTo>
                  <a:lnTo>
                    <a:pt x="444" y="1849"/>
                  </a:lnTo>
                  <a:lnTo>
                    <a:pt x="444" y="1848"/>
                  </a:lnTo>
                  <a:lnTo>
                    <a:pt x="443" y="1847"/>
                  </a:lnTo>
                  <a:lnTo>
                    <a:pt x="443" y="1846"/>
                  </a:lnTo>
                  <a:lnTo>
                    <a:pt x="442" y="1846"/>
                  </a:lnTo>
                  <a:lnTo>
                    <a:pt x="442" y="1846"/>
                  </a:lnTo>
                  <a:lnTo>
                    <a:pt x="442" y="1845"/>
                  </a:lnTo>
                  <a:lnTo>
                    <a:pt x="442" y="1845"/>
                  </a:lnTo>
                  <a:lnTo>
                    <a:pt x="442" y="1845"/>
                  </a:lnTo>
                  <a:lnTo>
                    <a:pt x="442" y="1843"/>
                  </a:lnTo>
                  <a:lnTo>
                    <a:pt x="441" y="1843"/>
                  </a:lnTo>
                  <a:lnTo>
                    <a:pt x="441" y="1843"/>
                  </a:lnTo>
                  <a:lnTo>
                    <a:pt x="441" y="1844"/>
                  </a:lnTo>
                  <a:lnTo>
                    <a:pt x="440" y="1843"/>
                  </a:lnTo>
                  <a:lnTo>
                    <a:pt x="440" y="1842"/>
                  </a:lnTo>
                  <a:lnTo>
                    <a:pt x="440" y="1840"/>
                  </a:lnTo>
                  <a:lnTo>
                    <a:pt x="439" y="1839"/>
                  </a:lnTo>
                  <a:lnTo>
                    <a:pt x="439" y="1838"/>
                  </a:lnTo>
                  <a:lnTo>
                    <a:pt x="439" y="1838"/>
                  </a:lnTo>
                  <a:lnTo>
                    <a:pt x="438" y="1836"/>
                  </a:lnTo>
                  <a:lnTo>
                    <a:pt x="436" y="1833"/>
                  </a:lnTo>
                  <a:lnTo>
                    <a:pt x="436" y="1831"/>
                  </a:lnTo>
                  <a:lnTo>
                    <a:pt x="436" y="1832"/>
                  </a:lnTo>
                  <a:lnTo>
                    <a:pt x="436" y="1831"/>
                  </a:lnTo>
                  <a:lnTo>
                    <a:pt x="436" y="1830"/>
                  </a:lnTo>
                  <a:lnTo>
                    <a:pt x="435" y="1826"/>
                  </a:lnTo>
                  <a:lnTo>
                    <a:pt x="435" y="1825"/>
                  </a:lnTo>
                  <a:lnTo>
                    <a:pt x="436" y="1822"/>
                  </a:lnTo>
                  <a:lnTo>
                    <a:pt x="436" y="1820"/>
                  </a:lnTo>
                  <a:lnTo>
                    <a:pt x="436" y="1818"/>
                  </a:lnTo>
                  <a:lnTo>
                    <a:pt x="437" y="1817"/>
                  </a:lnTo>
                  <a:lnTo>
                    <a:pt x="437" y="1817"/>
                  </a:lnTo>
                  <a:lnTo>
                    <a:pt x="439" y="1814"/>
                  </a:lnTo>
                  <a:lnTo>
                    <a:pt x="440" y="1812"/>
                  </a:lnTo>
                  <a:lnTo>
                    <a:pt x="441" y="1811"/>
                  </a:lnTo>
                  <a:lnTo>
                    <a:pt x="441" y="1811"/>
                  </a:lnTo>
                  <a:lnTo>
                    <a:pt x="441" y="1810"/>
                  </a:lnTo>
                  <a:lnTo>
                    <a:pt x="442" y="1809"/>
                  </a:lnTo>
                  <a:lnTo>
                    <a:pt x="443" y="1808"/>
                  </a:lnTo>
                  <a:lnTo>
                    <a:pt x="443" y="1804"/>
                  </a:lnTo>
                  <a:lnTo>
                    <a:pt x="443" y="1804"/>
                  </a:lnTo>
                  <a:lnTo>
                    <a:pt x="444" y="1804"/>
                  </a:lnTo>
                  <a:lnTo>
                    <a:pt x="444" y="1804"/>
                  </a:lnTo>
                  <a:lnTo>
                    <a:pt x="445" y="1804"/>
                  </a:lnTo>
                  <a:lnTo>
                    <a:pt x="445" y="1804"/>
                  </a:lnTo>
                  <a:lnTo>
                    <a:pt x="445" y="1804"/>
                  </a:lnTo>
                  <a:lnTo>
                    <a:pt x="445" y="1804"/>
                  </a:lnTo>
                  <a:lnTo>
                    <a:pt x="445" y="1797"/>
                  </a:lnTo>
                  <a:lnTo>
                    <a:pt x="445" y="1795"/>
                  </a:lnTo>
                  <a:lnTo>
                    <a:pt x="445" y="1794"/>
                  </a:lnTo>
                  <a:lnTo>
                    <a:pt x="446" y="1794"/>
                  </a:lnTo>
                  <a:lnTo>
                    <a:pt x="446" y="1793"/>
                  </a:lnTo>
                  <a:lnTo>
                    <a:pt x="446" y="1793"/>
                  </a:lnTo>
                  <a:lnTo>
                    <a:pt x="447" y="1792"/>
                  </a:lnTo>
                  <a:lnTo>
                    <a:pt x="448" y="1791"/>
                  </a:lnTo>
                  <a:lnTo>
                    <a:pt x="449" y="1791"/>
                  </a:lnTo>
                  <a:lnTo>
                    <a:pt x="449" y="1791"/>
                  </a:lnTo>
                  <a:lnTo>
                    <a:pt x="451" y="1789"/>
                  </a:lnTo>
                  <a:lnTo>
                    <a:pt x="451" y="1789"/>
                  </a:lnTo>
                  <a:lnTo>
                    <a:pt x="452" y="1789"/>
                  </a:lnTo>
                  <a:lnTo>
                    <a:pt x="453" y="1788"/>
                  </a:lnTo>
                  <a:lnTo>
                    <a:pt x="454" y="1787"/>
                  </a:lnTo>
                  <a:lnTo>
                    <a:pt x="454" y="1787"/>
                  </a:lnTo>
                  <a:lnTo>
                    <a:pt x="454" y="1787"/>
                  </a:lnTo>
                  <a:lnTo>
                    <a:pt x="455" y="1786"/>
                  </a:lnTo>
                  <a:lnTo>
                    <a:pt x="456" y="1785"/>
                  </a:lnTo>
                  <a:lnTo>
                    <a:pt x="457" y="1783"/>
                  </a:lnTo>
                  <a:lnTo>
                    <a:pt x="458" y="1781"/>
                  </a:lnTo>
                  <a:lnTo>
                    <a:pt x="458" y="1779"/>
                  </a:lnTo>
                  <a:lnTo>
                    <a:pt x="459" y="1778"/>
                  </a:lnTo>
                  <a:lnTo>
                    <a:pt x="460" y="1777"/>
                  </a:lnTo>
                  <a:lnTo>
                    <a:pt x="461" y="1777"/>
                  </a:lnTo>
                  <a:lnTo>
                    <a:pt x="461" y="1776"/>
                  </a:lnTo>
                  <a:lnTo>
                    <a:pt x="463" y="1774"/>
                  </a:lnTo>
                  <a:lnTo>
                    <a:pt x="463" y="1774"/>
                  </a:lnTo>
                  <a:lnTo>
                    <a:pt x="463" y="1774"/>
                  </a:lnTo>
                  <a:lnTo>
                    <a:pt x="464" y="1773"/>
                  </a:lnTo>
                  <a:lnTo>
                    <a:pt x="465" y="1773"/>
                  </a:lnTo>
                  <a:lnTo>
                    <a:pt x="465" y="1772"/>
                  </a:lnTo>
                  <a:lnTo>
                    <a:pt x="466" y="1771"/>
                  </a:lnTo>
                  <a:lnTo>
                    <a:pt x="467" y="1772"/>
                  </a:lnTo>
                  <a:lnTo>
                    <a:pt x="467" y="1771"/>
                  </a:lnTo>
                  <a:lnTo>
                    <a:pt x="467" y="1770"/>
                  </a:lnTo>
                  <a:lnTo>
                    <a:pt x="467" y="1769"/>
                  </a:lnTo>
                  <a:lnTo>
                    <a:pt x="468" y="1769"/>
                  </a:lnTo>
                  <a:lnTo>
                    <a:pt x="468" y="1767"/>
                  </a:lnTo>
                  <a:lnTo>
                    <a:pt x="468" y="1765"/>
                  </a:lnTo>
                  <a:lnTo>
                    <a:pt x="468" y="1765"/>
                  </a:lnTo>
                  <a:lnTo>
                    <a:pt x="468" y="1763"/>
                  </a:lnTo>
                  <a:lnTo>
                    <a:pt x="468" y="1761"/>
                  </a:lnTo>
                  <a:lnTo>
                    <a:pt x="469" y="1761"/>
                  </a:lnTo>
                  <a:lnTo>
                    <a:pt x="469" y="1761"/>
                  </a:lnTo>
                  <a:lnTo>
                    <a:pt x="469" y="1761"/>
                  </a:lnTo>
                  <a:lnTo>
                    <a:pt x="471" y="1756"/>
                  </a:lnTo>
                  <a:lnTo>
                    <a:pt x="471" y="1755"/>
                  </a:lnTo>
                  <a:lnTo>
                    <a:pt x="471" y="1755"/>
                  </a:lnTo>
                  <a:lnTo>
                    <a:pt x="471" y="1755"/>
                  </a:lnTo>
                  <a:lnTo>
                    <a:pt x="472" y="1754"/>
                  </a:lnTo>
                  <a:lnTo>
                    <a:pt x="472" y="1750"/>
                  </a:lnTo>
                  <a:lnTo>
                    <a:pt x="472" y="1749"/>
                  </a:lnTo>
                  <a:lnTo>
                    <a:pt x="471" y="1747"/>
                  </a:lnTo>
                  <a:lnTo>
                    <a:pt x="472" y="1746"/>
                  </a:lnTo>
                  <a:lnTo>
                    <a:pt x="472" y="1746"/>
                  </a:lnTo>
                  <a:lnTo>
                    <a:pt x="472" y="1744"/>
                  </a:lnTo>
                  <a:lnTo>
                    <a:pt x="472" y="1743"/>
                  </a:lnTo>
                  <a:lnTo>
                    <a:pt x="471" y="1741"/>
                  </a:lnTo>
                  <a:lnTo>
                    <a:pt x="471" y="1740"/>
                  </a:lnTo>
                  <a:lnTo>
                    <a:pt x="471" y="1739"/>
                  </a:lnTo>
                  <a:lnTo>
                    <a:pt x="473" y="1738"/>
                  </a:lnTo>
                  <a:lnTo>
                    <a:pt x="474" y="1738"/>
                  </a:lnTo>
                  <a:lnTo>
                    <a:pt x="475" y="1737"/>
                  </a:lnTo>
                  <a:lnTo>
                    <a:pt x="476" y="1737"/>
                  </a:lnTo>
                  <a:lnTo>
                    <a:pt x="477" y="1735"/>
                  </a:lnTo>
                  <a:lnTo>
                    <a:pt x="477" y="1734"/>
                  </a:lnTo>
                  <a:lnTo>
                    <a:pt x="478" y="1733"/>
                  </a:lnTo>
                  <a:lnTo>
                    <a:pt x="479" y="1732"/>
                  </a:lnTo>
                  <a:lnTo>
                    <a:pt x="480" y="1731"/>
                  </a:lnTo>
                  <a:lnTo>
                    <a:pt x="480" y="1731"/>
                  </a:lnTo>
                  <a:lnTo>
                    <a:pt x="481" y="1731"/>
                  </a:lnTo>
                  <a:lnTo>
                    <a:pt x="481" y="1730"/>
                  </a:lnTo>
                  <a:lnTo>
                    <a:pt x="482" y="1730"/>
                  </a:lnTo>
                  <a:lnTo>
                    <a:pt x="482" y="1730"/>
                  </a:lnTo>
                  <a:lnTo>
                    <a:pt x="483" y="1730"/>
                  </a:lnTo>
                  <a:lnTo>
                    <a:pt x="483" y="1730"/>
                  </a:lnTo>
                  <a:lnTo>
                    <a:pt x="484" y="1726"/>
                  </a:lnTo>
                  <a:lnTo>
                    <a:pt x="483" y="1724"/>
                  </a:lnTo>
                  <a:lnTo>
                    <a:pt x="484" y="1723"/>
                  </a:lnTo>
                  <a:lnTo>
                    <a:pt x="483" y="1722"/>
                  </a:lnTo>
                  <a:lnTo>
                    <a:pt x="483" y="1720"/>
                  </a:lnTo>
                  <a:lnTo>
                    <a:pt x="484" y="1718"/>
                  </a:lnTo>
                  <a:lnTo>
                    <a:pt x="484" y="1718"/>
                  </a:lnTo>
                  <a:lnTo>
                    <a:pt x="484" y="1717"/>
                  </a:lnTo>
                  <a:lnTo>
                    <a:pt x="484" y="1717"/>
                  </a:lnTo>
                  <a:lnTo>
                    <a:pt x="484" y="1717"/>
                  </a:lnTo>
                  <a:lnTo>
                    <a:pt x="484" y="1717"/>
                  </a:lnTo>
                  <a:lnTo>
                    <a:pt x="485" y="1717"/>
                  </a:lnTo>
                  <a:lnTo>
                    <a:pt x="485" y="1716"/>
                  </a:lnTo>
                  <a:lnTo>
                    <a:pt x="485" y="1716"/>
                  </a:lnTo>
                  <a:lnTo>
                    <a:pt x="486" y="1714"/>
                  </a:lnTo>
                  <a:lnTo>
                    <a:pt x="488" y="1712"/>
                  </a:lnTo>
                  <a:lnTo>
                    <a:pt x="490" y="1710"/>
                  </a:lnTo>
                  <a:lnTo>
                    <a:pt x="492" y="1710"/>
                  </a:lnTo>
                  <a:lnTo>
                    <a:pt x="492" y="1710"/>
                  </a:lnTo>
                  <a:lnTo>
                    <a:pt x="493" y="1709"/>
                  </a:lnTo>
                  <a:lnTo>
                    <a:pt x="493" y="1709"/>
                  </a:lnTo>
                  <a:lnTo>
                    <a:pt x="493" y="1709"/>
                  </a:lnTo>
                  <a:lnTo>
                    <a:pt x="494" y="1709"/>
                  </a:lnTo>
                  <a:lnTo>
                    <a:pt x="495" y="1708"/>
                  </a:lnTo>
                  <a:lnTo>
                    <a:pt x="497" y="1709"/>
                  </a:lnTo>
                  <a:lnTo>
                    <a:pt x="497" y="1709"/>
                  </a:lnTo>
                  <a:lnTo>
                    <a:pt x="499" y="1707"/>
                  </a:lnTo>
                  <a:lnTo>
                    <a:pt x="500" y="1707"/>
                  </a:lnTo>
                  <a:lnTo>
                    <a:pt x="502" y="1707"/>
                  </a:lnTo>
                  <a:lnTo>
                    <a:pt x="503" y="1705"/>
                  </a:lnTo>
                  <a:lnTo>
                    <a:pt x="504" y="1704"/>
                  </a:lnTo>
                  <a:lnTo>
                    <a:pt x="505" y="1701"/>
                  </a:lnTo>
                  <a:lnTo>
                    <a:pt x="505" y="1698"/>
                  </a:lnTo>
                  <a:lnTo>
                    <a:pt x="505" y="1697"/>
                  </a:lnTo>
                  <a:lnTo>
                    <a:pt x="506" y="1696"/>
                  </a:lnTo>
                  <a:lnTo>
                    <a:pt x="507" y="1696"/>
                  </a:lnTo>
                  <a:lnTo>
                    <a:pt x="507" y="1691"/>
                  </a:lnTo>
                  <a:lnTo>
                    <a:pt x="509" y="1691"/>
                  </a:lnTo>
                  <a:lnTo>
                    <a:pt x="509" y="1689"/>
                  </a:lnTo>
                  <a:lnTo>
                    <a:pt x="508" y="1686"/>
                  </a:lnTo>
                  <a:lnTo>
                    <a:pt x="506" y="1683"/>
                  </a:lnTo>
                  <a:lnTo>
                    <a:pt x="505" y="1682"/>
                  </a:lnTo>
                  <a:lnTo>
                    <a:pt x="504" y="1681"/>
                  </a:lnTo>
                  <a:lnTo>
                    <a:pt x="503" y="1679"/>
                  </a:lnTo>
                  <a:lnTo>
                    <a:pt x="502" y="1677"/>
                  </a:lnTo>
                  <a:lnTo>
                    <a:pt x="501" y="1677"/>
                  </a:lnTo>
                  <a:lnTo>
                    <a:pt x="500" y="1678"/>
                  </a:lnTo>
                  <a:lnTo>
                    <a:pt x="498" y="1677"/>
                  </a:lnTo>
                  <a:lnTo>
                    <a:pt x="498" y="1676"/>
                  </a:lnTo>
                  <a:lnTo>
                    <a:pt x="497" y="1676"/>
                  </a:lnTo>
                  <a:lnTo>
                    <a:pt x="497" y="1674"/>
                  </a:lnTo>
                  <a:lnTo>
                    <a:pt x="498" y="1674"/>
                  </a:lnTo>
                  <a:lnTo>
                    <a:pt x="498" y="1674"/>
                  </a:lnTo>
                  <a:lnTo>
                    <a:pt x="498" y="1675"/>
                  </a:lnTo>
                  <a:lnTo>
                    <a:pt x="498" y="1674"/>
                  </a:lnTo>
                  <a:lnTo>
                    <a:pt x="499" y="1675"/>
                  </a:lnTo>
                  <a:lnTo>
                    <a:pt x="499" y="1675"/>
                  </a:lnTo>
                  <a:lnTo>
                    <a:pt x="500" y="1675"/>
                  </a:lnTo>
                  <a:lnTo>
                    <a:pt x="502" y="1675"/>
                  </a:lnTo>
                  <a:lnTo>
                    <a:pt x="502" y="1675"/>
                  </a:lnTo>
                  <a:lnTo>
                    <a:pt x="502" y="1675"/>
                  </a:lnTo>
                  <a:lnTo>
                    <a:pt x="502" y="1673"/>
                  </a:lnTo>
                  <a:lnTo>
                    <a:pt x="502" y="1669"/>
                  </a:lnTo>
                  <a:lnTo>
                    <a:pt x="502" y="1669"/>
                  </a:lnTo>
                  <a:lnTo>
                    <a:pt x="502" y="1668"/>
                  </a:lnTo>
                  <a:lnTo>
                    <a:pt x="502" y="1668"/>
                  </a:lnTo>
                  <a:lnTo>
                    <a:pt x="502" y="1667"/>
                  </a:lnTo>
                  <a:lnTo>
                    <a:pt x="502" y="1666"/>
                  </a:lnTo>
                  <a:lnTo>
                    <a:pt x="502" y="1665"/>
                  </a:lnTo>
                  <a:lnTo>
                    <a:pt x="502" y="1665"/>
                  </a:lnTo>
                  <a:lnTo>
                    <a:pt x="502" y="1665"/>
                  </a:lnTo>
                  <a:lnTo>
                    <a:pt x="502" y="1664"/>
                  </a:lnTo>
                  <a:lnTo>
                    <a:pt x="501" y="1664"/>
                  </a:lnTo>
                  <a:lnTo>
                    <a:pt x="501" y="1663"/>
                  </a:lnTo>
                  <a:lnTo>
                    <a:pt x="500" y="1662"/>
                  </a:lnTo>
                  <a:lnTo>
                    <a:pt x="500" y="1662"/>
                  </a:lnTo>
                  <a:lnTo>
                    <a:pt x="497" y="1659"/>
                  </a:lnTo>
                  <a:lnTo>
                    <a:pt x="496" y="1658"/>
                  </a:lnTo>
                  <a:lnTo>
                    <a:pt x="496" y="1657"/>
                  </a:lnTo>
                  <a:lnTo>
                    <a:pt x="497" y="1657"/>
                  </a:lnTo>
                  <a:lnTo>
                    <a:pt x="497" y="1657"/>
                  </a:lnTo>
                  <a:lnTo>
                    <a:pt x="497" y="1655"/>
                  </a:lnTo>
                  <a:lnTo>
                    <a:pt x="496" y="1654"/>
                  </a:lnTo>
                  <a:lnTo>
                    <a:pt x="495" y="1654"/>
                  </a:lnTo>
                  <a:lnTo>
                    <a:pt x="493" y="1650"/>
                  </a:lnTo>
                  <a:lnTo>
                    <a:pt x="493" y="1650"/>
                  </a:lnTo>
                  <a:lnTo>
                    <a:pt x="494" y="1653"/>
                  </a:lnTo>
                  <a:lnTo>
                    <a:pt x="497" y="1656"/>
                  </a:lnTo>
                  <a:lnTo>
                    <a:pt x="497" y="1657"/>
                  </a:lnTo>
                  <a:lnTo>
                    <a:pt x="496" y="1657"/>
                  </a:lnTo>
                  <a:lnTo>
                    <a:pt x="496" y="1658"/>
                  </a:lnTo>
                  <a:lnTo>
                    <a:pt x="496" y="1657"/>
                  </a:lnTo>
                  <a:lnTo>
                    <a:pt x="496" y="1657"/>
                  </a:lnTo>
                  <a:lnTo>
                    <a:pt x="494" y="1657"/>
                  </a:lnTo>
                  <a:lnTo>
                    <a:pt x="493" y="1655"/>
                  </a:lnTo>
                  <a:lnTo>
                    <a:pt x="490" y="1653"/>
                  </a:lnTo>
                  <a:lnTo>
                    <a:pt x="489" y="1652"/>
                  </a:lnTo>
                  <a:lnTo>
                    <a:pt x="488" y="1652"/>
                  </a:lnTo>
                  <a:lnTo>
                    <a:pt x="487" y="1652"/>
                  </a:lnTo>
                  <a:lnTo>
                    <a:pt x="487" y="1651"/>
                  </a:lnTo>
                  <a:lnTo>
                    <a:pt x="486" y="1651"/>
                  </a:lnTo>
                  <a:lnTo>
                    <a:pt x="486" y="1650"/>
                  </a:lnTo>
                  <a:lnTo>
                    <a:pt x="485" y="1651"/>
                  </a:lnTo>
                  <a:lnTo>
                    <a:pt x="484" y="1650"/>
                  </a:lnTo>
                  <a:lnTo>
                    <a:pt x="482" y="1650"/>
                  </a:lnTo>
                  <a:lnTo>
                    <a:pt x="481" y="1650"/>
                  </a:lnTo>
                  <a:lnTo>
                    <a:pt x="481" y="1651"/>
                  </a:lnTo>
                  <a:lnTo>
                    <a:pt x="480" y="1651"/>
                  </a:lnTo>
                  <a:lnTo>
                    <a:pt x="479" y="1651"/>
                  </a:lnTo>
                  <a:lnTo>
                    <a:pt x="479" y="1650"/>
                  </a:lnTo>
                  <a:lnTo>
                    <a:pt x="479" y="1650"/>
                  </a:lnTo>
                  <a:lnTo>
                    <a:pt x="479" y="1649"/>
                  </a:lnTo>
                  <a:lnTo>
                    <a:pt x="479" y="1648"/>
                  </a:lnTo>
                  <a:lnTo>
                    <a:pt x="478" y="1648"/>
                  </a:lnTo>
                  <a:lnTo>
                    <a:pt x="477" y="1648"/>
                  </a:lnTo>
                  <a:lnTo>
                    <a:pt x="477" y="1648"/>
                  </a:lnTo>
                  <a:lnTo>
                    <a:pt x="476" y="1648"/>
                  </a:lnTo>
                  <a:lnTo>
                    <a:pt x="476" y="1649"/>
                  </a:lnTo>
                  <a:lnTo>
                    <a:pt x="476" y="1649"/>
                  </a:lnTo>
                  <a:lnTo>
                    <a:pt x="475" y="1649"/>
                  </a:lnTo>
                  <a:lnTo>
                    <a:pt x="475" y="1648"/>
                  </a:lnTo>
                  <a:lnTo>
                    <a:pt x="475" y="1648"/>
                  </a:lnTo>
                  <a:lnTo>
                    <a:pt x="475" y="1647"/>
                  </a:lnTo>
                  <a:lnTo>
                    <a:pt x="476" y="1647"/>
                  </a:lnTo>
                  <a:lnTo>
                    <a:pt x="476" y="1647"/>
                  </a:lnTo>
                  <a:lnTo>
                    <a:pt x="476" y="1646"/>
                  </a:lnTo>
                  <a:lnTo>
                    <a:pt x="476" y="1645"/>
                  </a:lnTo>
                  <a:lnTo>
                    <a:pt x="476" y="1644"/>
                  </a:lnTo>
                  <a:lnTo>
                    <a:pt x="475" y="1644"/>
                  </a:lnTo>
                  <a:lnTo>
                    <a:pt x="474" y="1644"/>
                  </a:lnTo>
                  <a:lnTo>
                    <a:pt x="473" y="1642"/>
                  </a:lnTo>
                  <a:lnTo>
                    <a:pt x="473" y="1641"/>
                  </a:lnTo>
                  <a:lnTo>
                    <a:pt x="472" y="1641"/>
                  </a:lnTo>
                  <a:lnTo>
                    <a:pt x="472" y="1640"/>
                  </a:lnTo>
                  <a:lnTo>
                    <a:pt x="472" y="1640"/>
                  </a:lnTo>
                  <a:lnTo>
                    <a:pt x="470" y="1639"/>
                  </a:lnTo>
                  <a:lnTo>
                    <a:pt x="468" y="1637"/>
                  </a:lnTo>
                  <a:lnTo>
                    <a:pt x="468" y="1637"/>
                  </a:lnTo>
                  <a:lnTo>
                    <a:pt x="468" y="1637"/>
                  </a:lnTo>
                  <a:lnTo>
                    <a:pt x="468" y="1636"/>
                  </a:lnTo>
                  <a:lnTo>
                    <a:pt x="467" y="1635"/>
                  </a:lnTo>
                  <a:lnTo>
                    <a:pt x="467" y="1635"/>
                  </a:lnTo>
                  <a:lnTo>
                    <a:pt x="467" y="1635"/>
                  </a:lnTo>
                  <a:lnTo>
                    <a:pt x="467" y="1634"/>
                  </a:lnTo>
                  <a:lnTo>
                    <a:pt x="467" y="1634"/>
                  </a:lnTo>
                  <a:lnTo>
                    <a:pt x="465" y="1632"/>
                  </a:lnTo>
                  <a:lnTo>
                    <a:pt x="464" y="1631"/>
                  </a:lnTo>
                  <a:lnTo>
                    <a:pt x="463" y="1631"/>
                  </a:lnTo>
                  <a:lnTo>
                    <a:pt x="463" y="1631"/>
                  </a:lnTo>
                  <a:lnTo>
                    <a:pt x="462" y="1631"/>
                  </a:lnTo>
                  <a:lnTo>
                    <a:pt x="462" y="1631"/>
                  </a:lnTo>
                  <a:lnTo>
                    <a:pt x="461" y="1631"/>
                  </a:lnTo>
                  <a:lnTo>
                    <a:pt x="461" y="1626"/>
                  </a:lnTo>
                  <a:lnTo>
                    <a:pt x="462" y="1625"/>
                  </a:lnTo>
                  <a:lnTo>
                    <a:pt x="461" y="1623"/>
                  </a:lnTo>
                  <a:lnTo>
                    <a:pt x="462" y="1622"/>
                  </a:lnTo>
                  <a:lnTo>
                    <a:pt x="462" y="1622"/>
                  </a:lnTo>
                  <a:lnTo>
                    <a:pt x="461" y="1621"/>
                  </a:lnTo>
                  <a:lnTo>
                    <a:pt x="462" y="1621"/>
                  </a:lnTo>
                  <a:lnTo>
                    <a:pt x="462" y="1622"/>
                  </a:lnTo>
                  <a:lnTo>
                    <a:pt x="463" y="1622"/>
                  </a:lnTo>
                  <a:lnTo>
                    <a:pt x="463" y="1622"/>
                  </a:lnTo>
                  <a:lnTo>
                    <a:pt x="464" y="1622"/>
                  </a:lnTo>
                  <a:lnTo>
                    <a:pt x="464" y="1622"/>
                  </a:lnTo>
                  <a:close/>
                  <a:moveTo>
                    <a:pt x="759" y="662"/>
                  </a:moveTo>
                  <a:lnTo>
                    <a:pt x="759" y="663"/>
                  </a:lnTo>
                  <a:lnTo>
                    <a:pt x="759" y="663"/>
                  </a:lnTo>
                  <a:lnTo>
                    <a:pt x="758" y="663"/>
                  </a:lnTo>
                  <a:lnTo>
                    <a:pt x="758" y="662"/>
                  </a:lnTo>
                  <a:lnTo>
                    <a:pt x="759" y="662"/>
                  </a:lnTo>
                  <a:close/>
                  <a:moveTo>
                    <a:pt x="767" y="661"/>
                  </a:moveTo>
                  <a:lnTo>
                    <a:pt x="767" y="661"/>
                  </a:lnTo>
                  <a:lnTo>
                    <a:pt x="767" y="662"/>
                  </a:lnTo>
                  <a:lnTo>
                    <a:pt x="768" y="662"/>
                  </a:lnTo>
                  <a:lnTo>
                    <a:pt x="767" y="663"/>
                  </a:lnTo>
                  <a:lnTo>
                    <a:pt x="767" y="664"/>
                  </a:lnTo>
                  <a:lnTo>
                    <a:pt x="766" y="663"/>
                  </a:lnTo>
                  <a:lnTo>
                    <a:pt x="765" y="663"/>
                  </a:lnTo>
                  <a:lnTo>
                    <a:pt x="764" y="664"/>
                  </a:lnTo>
                  <a:lnTo>
                    <a:pt x="763" y="664"/>
                  </a:lnTo>
                  <a:lnTo>
                    <a:pt x="762" y="665"/>
                  </a:lnTo>
                  <a:lnTo>
                    <a:pt x="762" y="665"/>
                  </a:lnTo>
                  <a:lnTo>
                    <a:pt x="762" y="666"/>
                  </a:lnTo>
                  <a:lnTo>
                    <a:pt x="761" y="666"/>
                  </a:lnTo>
                  <a:lnTo>
                    <a:pt x="761" y="665"/>
                  </a:lnTo>
                  <a:lnTo>
                    <a:pt x="761" y="665"/>
                  </a:lnTo>
                  <a:lnTo>
                    <a:pt x="759" y="665"/>
                  </a:lnTo>
                  <a:lnTo>
                    <a:pt x="760" y="665"/>
                  </a:lnTo>
                  <a:lnTo>
                    <a:pt x="760" y="666"/>
                  </a:lnTo>
                  <a:lnTo>
                    <a:pt x="760" y="667"/>
                  </a:lnTo>
                  <a:lnTo>
                    <a:pt x="761" y="668"/>
                  </a:lnTo>
                  <a:lnTo>
                    <a:pt x="762" y="668"/>
                  </a:lnTo>
                  <a:lnTo>
                    <a:pt x="763" y="668"/>
                  </a:lnTo>
                  <a:lnTo>
                    <a:pt x="763" y="667"/>
                  </a:lnTo>
                  <a:lnTo>
                    <a:pt x="763" y="667"/>
                  </a:lnTo>
                  <a:lnTo>
                    <a:pt x="763" y="667"/>
                  </a:lnTo>
                  <a:lnTo>
                    <a:pt x="764" y="667"/>
                  </a:lnTo>
                  <a:lnTo>
                    <a:pt x="764" y="667"/>
                  </a:lnTo>
                  <a:lnTo>
                    <a:pt x="765" y="666"/>
                  </a:lnTo>
                  <a:lnTo>
                    <a:pt x="766" y="667"/>
                  </a:lnTo>
                  <a:lnTo>
                    <a:pt x="766" y="669"/>
                  </a:lnTo>
                  <a:lnTo>
                    <a:pt x="764" y="669"/>
                  </a:lnTo>
                  <a:lnTo>
                    <a:pt x="764" y="670"/>
                  </a:lnTo>
                  <a:lnTo>
                    <a:pt x="765" y="671"/>
                  </a:lnTo>
                  <a:lnTo>
                    <a:pt x="765" y="673"/>
                  </a:lnTo>
                  <a:lnTo>
                    <a:pt x="765" y="673"/>
                  </a:lnTo>
                  <a:lnTo>
                    <a:pt x="763" y="673"/>
                  </a:lnTo>
                  <a:lnTo>
                    <a:pt x="763" y="672"/>
                  </a:lnTo>
                  <a:lnTo>
                    <a:pt x="762" y="671"/>
                  </a:lnTo>
                  <a:lnTo>
                    <a:pt x="762" y="671"/>
                  </a:lnTo>
                  <a:lnTo>
                    <a:pt x="762" y="671"/>
                  </a:lnTo>
                  <a:lnTo>
                    <a:pt x="761" y="671"/>
                  </a:lnTo>
                  <a:lnTo>
                    <a:pt x="761" y="672"/>
                  </a:lnTo>
                  <a:lnTo>
                    <a:pt x="761" y="673"/>
                  </a:lnTo>
                  <a:lnTo>
                    <a:pt x="760" y="673"/>
                  </a:lnTo>
                  <a:lnTo>
                    <a:pt x="758" y="672"/>
                  </a:lnTo>
                  <a:lnTo>
                    <a:pt x="758" y="672"/>
                  </a:lnTo>
                  <a:lnTo>
                    <a:pt x="758" y="673"/>
                  </a:lnTo>
                  <a:lnTo>
                    <a:pt x="758" y="673"/>
                  </a:lnTo>
                  <a:lnTo>
                    <a:pt x="758" y="673"/>
                  </a:lnTo>
                  <a:lnTo>
                    <a:pt x="757" y="673"/>
                  </a:lnTo>
                  <a:lnTo>
                    <a:pt x="755" y="672"/>
                  </a:lnTo>
                  <a:lnTo>
                    <a:pt x="753" y="668"/>
                  </a:lnTo>
                  <a:lnTo>
                    <a:pt x="753" y="667"/>
                  </a:lnTo>
                  <a:lnTo>
                    <a:pt x="754" y="666"/>
                  </a:lnTo>
                  <a:lnTo>
                    <a:pt x="755" y="666"/>
                  </a:lnTo>
                  <a:lnTo>
                    <a:pt x="755" y="665"/>
                  </a:lnTo>
                  <a:lnTo>
                    <a:pt x="756" y="665"/>
                  </a:lnTo>
                  <a:lnTo>
                    <a:pt x="756" y="665"/>
                  </a:lnTo>
                  <a:lnTo>
                    <a:pt x="756" y="666"/>
                  </a:lnTo>
                  <a:lnTo>
                    <a:pt x="757" y="665"/>
                  </a:lnTo>
                  <a:lnTo>
                    <a:pt x="757" y="664"/>
                  </a:lnTo>
                  <a:lnTo>
                    <a:pt x="758" y="663"/>
                  </a:lnTo>
                  <a:lnTo>
                    <a:pt x="759" y="663"/>
                  </a:lnTo>
                  <a:lnTo>
                    <a:pt x="761" y="662"/>
                  </a:lnTo>
                  <a:lnTo>
                    <a:pt x="763" y="662"/>
                  </a:lnTo>
                  <a:lnTo>
                    <a:pt x="765" y="661"/>
                  </a:lnTo>
                  <a:lnTo>
                    <a:pt x="766" y="661"/>
                  </a:lnTo>
                  <a:lnTo>
                    <a:pt x="767" y="661"/>
                  </a:lnTo>
                  <a:lnTo>
                    <a:pt x="767" y="661"/>
                  </a:lnTo>
                  <a:close/>
                  <a:moveTo>
                    <a:pt x="721" y="635"/>
                  </a:moveTo>
                  <a:lnTo>
                    <a:pt x="722" y="635"/>
                  </a:lnTo>
                  <a:lnTo>
                    <a:pt x="723" y="635"/>
                  </a:lnTo>
                  <a:lnTo>
                    <a:pt x="724" y="636"/>
                  </a:lnTo>
                  <a:lnTo>
                    <a:pt x="724" y="636"/>
                  </a:lnTo>
                  <a:lnTo>
                    <a:pt x="724" y="638"/>
                  </a:lnTo>
                  <a:lnTo>
                    <a:pt x="724" y="639"/>
                  </a:lnTo>
                  <a:lnTo>
                    <a:pt x="725" y="639"/>
                  </a:lnTo>
                  <a:lnTo>
                    <a:pt x="725" y="639"/>
                  </a:lnTo>
                  <a:lnTo>
                    <a:pt x="726" y="639"/>
                  </a:lnTo>
                  <a:lnTo>
                    <a:pt x="727" y="639"/>
                  </a:lnTo>
                  <a:lnTo>
                    <a:pt x="727" y="640"/>
                  </a:lnTo>
                  <a:lnTo>
                    <a:pt x="726" y="641"/>
                  </a:lnTo>
                  <a:lnTo>
                    <a:pt x="726" y="641"/>
                  </a:lnTo>
                  <a:lnTo>
                    <a:pt x="725" y="642"/>
                  </a:lnTo>
                  <a:lnTo>
                    <a:pt x="726" y="643"/>
                  </a:lnTo>
                  <a:lnTo>
                    <a:pt x="727" y="643"/>
                  </a:lnTo>
                  <a:lnTo>
                    <a:pt x="728" y="643"/>
                  </a:lnTo>
                  <a:lnTo>
                    <a:pt x="729" y="643"/>
                  </a:lnTo>
                  <a:lnTo>
                    <a:pt x="730" y="643"/>
                  </a:lnTo>
                  <a:lnTo>
                    <a:pt x="730" y="643"/>
                  </a:lnTo>
                  <a:lnTo>
                    <a:pt x="731" y="643"/>
                  </a:lnTo>
                  <a:lnTo>
                    <a:pt x="732" y="644"/>
                  </a:lnTo>
                  <a:lnTo>
                    <a:pt x="734" y="645"/>
                  </a:lnTo>
                  <a:lnTo>
                    <a:pt x="734" y="645"/>
                  </a:lnTo>
                  <a:lnTo>
                    <a:pt x="734" y="645"/>
                  </a:lnTo>
                  <a:lnTo>
                    <a:pt x="735" y="646"/>
                  </a:lnTo>
                  <a:lnTo>
                    <a:pt x="736" y="647"/>
                  </a:lnTo>
                  <a:lnTo>
                    <a:pt x="736" y="648"/>
                  </a:lnTo>
                  <a:lnTo>
                    <a:pt x="738" y="648"/>
                  </a:lnTo>
                  <a:lnTo>
                    <a:pt x="738" y="649"/>
                  </a:lnTo>
                  <a:lnTo>
                    <a:pt x="739" y="649"/>
                  </a:lnTo>
                  <a:lnTo>
                    <a:pt x="739" y="648"/>
                  </a:lnTo>
                  <a:lnTo>
                    <a:pt x="739" y="648"/>
                  </a:lnTo>
                  <a:lnTo>
                    <a:pt x="740" y="649"/>
                  </a:lnTo>
                  <a:lnTo>
                    <a:pt x="740" y="650"/>
                  </a:lnTo>
                  <a:lnTo>
                    <a:pt x="741" y="651"/>
                  </a:lnTo>
                  <a:lnTo>
                    <a:pt x="743" y="652"/>
                  </a:lnTo>
                  <a:lnTo>
                    <a:pt x="743" y="653"/>
                  </a:lnTo>
                  <a:lnTo>
                    <a:pt x="743" y="653"/>
                  </a:lnTo>
                  <a:lnTo>
                    <a:pt x="741" y="653"/>
                  </a:lnTo>
                  <a:lnTo>
                    <a:pt x="741" y="653"/>
                  </a:lnTo>
                  <a:lnTo>
                    <a:pt x="740" y="654"/>
                  </a:lnTo>
                  <a:lnTo>
                    <a:pt x="740" y="655"/>
                  </a:lnTo>
                  <a:lnTo>
                    <a:pt x="741" y="655"/>
                  </a:lnTo>
                  <a:lnTo>
                    <a:pt x="743" y="655"/>
                  </a:lnTo>
                  <a:lnTo>
                    <a:pt x="743" y="656"/>
                  </a:lnTo>
                  <a:lnTo>
                    <a:pt x="743" y="656"/>
                  </a:lnTo>
                  <a:lnTo>
                    <a:pt x="742" y="657"/>
                  </a:lnTo>
                  <a:lnTo>
                    <a:pt x="742" y="658"/>
                  </a:lnTo>
                  <a:lnTo>
                    <a:pt x="743" y="658"/>
                  </a:lnTo>
                  <a:lnTo>
                    <a:pt x="744" y="659"/>
                  </a:lnTo>
                  <a:lnTo>
                    <a:pt x="745" y="659"/>
                  </a:lnTo>
                  <a:lnTo>
                    <a:pt x="745" y="661"/>
                  </a:lnTo>
                  <a:lnTo>
                    <a:pt x="745" y="661"/>
                  </a:lnTo>
                  <a:lnTo>
                    <a:pt x="745" y="661"/>
                  </a:lnTo>
                  <a:lnTo>
                    <a:pt x="745" y="661"/>
                  </a:lnTo>
                  <a:lnTo>
                    <a:pt x="745" y="662"/>
                  </a:lnTo>
                  <a:lnTo>
                    <a:pt x="745" y="662"/>
                  </a:lnTo>
                  <a:lnTo>
                    <a:pt x="744" y="663"/>
                  </a:lnTo>
                  <a:lnTo>
                    <a:pt x="743" y="664"/>
                  </a:lnTo>
                  <a:lnTo>
                    <a:pt x="743" y="664"/>
                  </a:lnTo>
                  <a:lnTo>
                    <a:pt x="743" y="665"/>
                  </a:lnTo>
                  <a:lnTo>
                    <a:pt x="743" y="665"/>
                  </a:lnTo>
                  <a:lnTo>
                    <a:pt x="745" y="665"/>
                  </a:lnTo>
                  <a:lnTo>
                    <a:pt x="746" y="665"/>
                  </a:lnTo>
                  <a:lnTo>
                    <a:pt x="746" y="665"/>
                  </a:lnTo>
                  <a:lnTo>
                    <a:pt x="747" y="666"/>
                  </a:lnTo>
                  <a:lnTo>
                    <a:pt x="747" y="666"/>
                  </a:lnTo>
                  <a:lnTo>
                    <a:pt x="746" y="666"/>
                  </a:lnTo>
                  <a:lnTo>
                    <a:pt x="745" y="667"/>
                  </a:lnTo>
                  <a:lnTo>
                    <a:pt x="745" y="668"/>
                  </a:lnTo>
                  <a:lnTo>
                    <a:pt x="745" y="669"/>
                  </a:lnTo>
                  <a:lnTo>
                    <a:pt x="747" y="669"/>
                  </a:lnTo>
                  <a:lnTo>
                    <a:pt x="747" y="669"/>
                  </a:lnTo>
                  <a:lnTo>
                    <a:pt x="748" y="669"/>
                  </a:lnTo>
                  <a:lnTo>
                    <a:pt x="749" y="669"/>
                  </a:lnTo>
                  <a:lnTo>
                    <a:pt x="749" y="669"/>
                  </a:lnTo>
                  <a:lnTo>
                    <a:pt x="750" y="669"/>
                  </a:lnTo>
                  <a:lnTo>
                    <a:pt x="750" y="671"/>
                  </a:lnTo>
                  <a:lnTo>
                    <a:pt x="749" y="671"/>
                  </a:lnTo>
                  <a:lnTo>
                    <a:pt x="749" y="671"/>
                  </a:lnTo>
                  <a:lnTo>
                    <a:pt x="748" y="673"/>
                  </a:lnTo>
                  <a:lnTo>
                    <a:pt x="746" y="673"/>
                  </a:lnTo>
                  <a:lnTo>
                    <a:pt x="745" y="673"/>
                  </a:lnTo>
                  <a:lnTo>
                    <a:pt x="745" y="674"/>
                  </a:lnTo>
                  <a:lnTo>
                    <a:pt x="745" y="675"/>
                  </a:lnTo>
                  <a:lnTo>
                    <a:pt x="745" y="675"/>
                  </a:lnTo>
                  <a:lnTo>
                    <a:pt x="745" y="676"/>
                  </a:lnTo>
                  <a:lnTo>
                    <a:pt x="744" y="676"/>
                  </a:lnTo>
                  <a:lnTo>
                    <a:pt x="743" y="675"/>
                  </a:lnTo>
                  <a:lnTo>
                    <a:pt x="743" y="675"/>
                  </a:lnTo>
                  <a:lnTo>
                    <a:pt x="742" y="675"/>
                  </a:lnTo>
                  <a:lnTo>
                    <a:pt x="740" y="677"/>
                  </a:lnTo>
                  <a:lnTo>
                    <a:pt x="739" y="677"/>
                  </a:lnTo>
                  <a:lnTo>
                    <a:pt x="737" y="677"/>
                  </a:lnTo>
                  <a:lnTo>
                    <a:pt x="736" y="678"/>
                  </a:lnTo>
                  <a:lnTo>
                    <a:pt x="736" y="679"/>
                  </a:lnTo>
                  <a:lnTo>
                    <a:pt x="736" y="680"/>
                  </a:lnTo>
                  <a:lnTo>
                    <a:pt x="736" y="680"/>
                  </a:lnTo>
                  <a:lnTo>
                    <a:pt x="736" y="681"/>
                  </a:lnTo>
                  <a:lnTo>
                    <a:pt x="735" y="681"/>
                  </a:lnTo>
                  <a:lnTo>
                    <a:pt x="736" y="681"/>
                  </a:lnTo>
                  <a:lnTo>
                    <a:pt x="736" y="682"/>
                  </a:lnTo>
                  <a:lnTo>
                    <a:pt x="737" y="682"/>
                  </a:lnTo>
                  <a:lnTo>
                    <a:pt x="737" y="682"/>
                  </a:lnTo>
                  <a:lnTo>
                    <a:pt x="738" y="682"/>
                  </a:lnTo>
                  <a:lnTo>
                    <a:pt x="739" y="682"/>
                  </a:lnTo>
                  <a:lnTo>
                    <a:pt x="739" y="682"/>
                  </a:lnTo>
                  <a:lnTo>
                    <a:pt x="740" y="682"/>
                  </a:lnTo>
                  <a:lnTo>
                    <a:pt x="740" y="682"/>
                  </a:lnTo>
                  <a:lnTo>
                    <a:pt x="740" y="682"/>
                  </a:lnTo>
                  <a:lnTo>
                    <a:pt x="740" y="682"/>
                  </a:lnTo>
                  <a:lnTo>
                    <a:pt x="741" y="681"/>
                  </a:lnTo>
                  <a:lnTo>
                    <a:pt x="742" y="679"/>
                  </a:lnTo>
                  <a:lnTo>
                    <a:pt x="743" y="678"/>
                  </a:lnTo>
                  <a:lnTo>
                    <a:pt x="743" y="677"/>
                  </a:lnTo>
                  <a:lnTo>
                    <a:pt x="745" y="677"/>
                  </a:lnTo>
                  <a:lnTo>
                    <a:pt x="745" y="677"/>
                  </a:lnTo>
                  <a:lnTo>
                    <a:pt x="745" y="677"/>
                  </a:lnTo>
                  <a:lnTo>
                    <a:pt x="745" y="678"/>
                  </a:lnTo>
                  <a:lnTo>
                    <a:pt x="746" y="677"/>
                  </a:lnTo>
                  <a:lnTo>
                    <a:pt x="748" y="677"/>
                  </a:lnTo>
                  <a:lnTo>
                    <a:pt x="748" y="676"/>
                  </a:lnTo>
                  <a:lnTo>
                    <a:pt x="749" y="676"/>
                  </a:lnTo>
                  <a:lnTo>
                    <a:pt x="750" y="677"/>
                  </a:lnTo>
                  <a:lnTo>
                    <a:pt x="751" y="677"/>
                  </a:lnTo>
                  <a:lnTo>
                    <a:pt x="752" y="675"/>
                  </a:lnTo>
                  <a:lnTo>
                    <a:pt x="753" y="675"/>
                  </a:lnTo>
                  <a:lnTo>
                    <a:pt x="753" y="675"/>
                  </a:lnTo>
                  <a:lnTo>
                    <a:pt x="754" y="675"/>
                  </a:lnTo>
                  <a:lnTo>
                    <a:pt x="755" y="676"/>
                  </a:lnTo>
                  <a:lnTo>
                    <a:pt x="755" y="676"/>
                  </a:lnTo>
                  <a:lnTo>
                    <a:pt x="755" y="676"/>
                  </a:lnTo>
                  <a:lnTo>
                    <a:pt x="755" y="678"/>
                  </a:lnTo>
                  <a:lnTo>
                    <a:pt x="755" y="678"/>
                  </a:lnTo>
                  <a:lnTo>
                    <a:pt x="754" y="679"/>
                  </a:lnTo>
                  <a:lnTo>
                    <a:pt x="753" y="680"/>
                  </a:lnTo>
                  <a:lnTo>
                    <a:pt x="753" y="682"/>
                  </a:lnTo>
                  <a:lnTo>
                    <a:pt x="754" y="682"/>
                  </a:lnTo>
                  <a:lnTo>
                    <a:pt x="754" y="681"/>
                  </a:lnTo>
                  <a:lnTo>
                    <a:pt x="755" y="680"/>
                  </a:lnTo>
                  <a:lnTo>
                    <a:pt x="756" y="680"/>
                  </a:lnTo>
                  <a:lnTo>
                    <a:pt x="757" y="681"/>
                  </a:lnTo>
                  <a:lnTo>
                    <a:pt x="756" y="682"/>
                  </a:lnTo>
                  <a:lnTo>
                    <a:pt x="755" y="682"/>
                  </a:lnTo>
                  <a:lnTo>
                    <a:pt x="750" y="683"/>
                  </a:lnTo>
                  <a:lnTo>
                    <a:pt x="748" y="684"/>
                  </a:lnTo>
                  <a:lnTo>
                    <a:pt x="745" y="684"/>
                  </a:lnTo>
                  <a:lnTo>
                    <a:pt x="744" y="683"/>
                  </a:lnTo>
                  <a:lnTo>
                    <a:pt x="743" y="683"/>
                  </a:lnTo>
                  <a:lnTo>
                    <a:pt x="743" y="683"/>
                  </a:lnTo>
                  <a:lnTo>
                    <a:pt x="742" y="683"/>
                  </a:lnTo>
                  <a:lnTo>
                    <a:pt x="741" y="683"/>
                  </a:lnTo>
                  <a:lnTo>
                    <a:pt x="741" y="682"/>
                  </a:lnTo>
                  <a:lnTo>
                    <a:pt x="740" y="682"/>
                  </a:lnTo>
                  <a:lnTo>
                    <a:pt x="740" y="682"/>
                  </a:lnTo>
                  <a:lnTo>
                    <a:pt x="740" y="682"/>
                  </a:lnTo>
                  <a:lnTo>
                    <a:pt x="740" y="683"/>
                  </a:lnTo>
                  <a:lnTo>
                    <a:pt x="740" y="684"/>
                  </a:lnTo>
                  <a:lnTo>
                    <a:pt x="741" y="685"/>
                  </a:lnTo>
                  <a:lnTo>
                    <a:pt x="741" y="686"/>
                  </a:lnTo>
                  <a:lnTo>
                    <a:pt x="740" y="686"/>
                  </a:lnTo>
                  <a:lnTo>
                    <a:pt x="740" y="687"/>
                  </a:lnTo>
                  <a:lnTo>
                    <a:pt x="740" y="687"/>
                  </a:lnTo>
                  <a:lnTo>
                    <a:pt x="740" y="687"/>
                  </a:lnTo>
                  <a:lnTo>
                    <a:pt x="738" y="686"/>
                  </a:lnTo>
                  <a:lnTo>
                    <a:pt x="738" y="684"/>
                  </a:lnTo>
                  <a:lnTo>
                    <a:pt x="737" y="684"/>
                  </a:lnTo>
                  <a:lnTo>
                    <a:pt x="736" y="683"/>
                  </a:lnTo>
                  <a:lnTo>
                    <a:pt x="736" y="683"/>
                  </a:lnTo>
                  <a:lnTo>
                    <a:pt x="735" y="684"/>
                  </a:lnTo>
                  <a:lnTo>
                    <a:pt x="733" y="684"/>
                  </a:lnTo>
                  <a:lnTo>
                    <a:pt x="733" y="684"/>
                  </a:lnTo>
                  <a:lnTo>
                    <a:pt x="732" y="684"/>
                  </a:lnTo>
                  <a:lnTo>
                    <a:pt x="732" y="684"/>
                  </a:lnTo>
                  <a:lnTo>
                    <a:pt x="732" y="684"/>
                  </a:lnTo>
                  <a:lnTo>
                    <a:pt x="731" y="684"/>
                  </a:lnTo>
                  <a:lnTo>
                    <a:pt x="731" y="685"/>
                  </a:lnTo>
                  <a:lnTo>
                    <a:pt x="730" y="685"/>
                  </a:lnTo>
                  <a:lnTo>
                    <a:pt x="729" y="684"/>
                  </a:lnTo>
                  <a:lnTo>
                    <a:pt x="728" y="684"/>
                  </a:lnTo>
                  <a:lnTo>
                    <a:pt x="728" y="683"/>
                  </a:lnTo>
                  <a:lnTo>
                    <a:pt x="728" y="682"/>
                  </a:lnTo>
                  <a:lnTo>
                    <a:pt x="727" y="682"/>
                  </a:lnTo>
                  <a:lnTo>
                    <a:pt x="727" y="681"/>
                  </a:lnTo>
                  <a:lnTo>
                    <a:pt x="726" y="680"/>
                  </a:lnTo>
                  <a:lnTo>
                    <a:pt x="726" y="680"/>
                  </a:lnTo>
                  <a:lnTo>
                    <a:pt x="725" y="679"/>
                  </a:lnTo>
                  <a:lnTo>
                    <a:pt x="725" y="679"/>
                  </a:lnTo>
                  <a:lnTo>
                    <a:pt x="725" y="678"/>
                  </a:lnTo>
                  <a:lnTo>
                    <a:pt x="725" y="678"/>
                  </a:lnTo>
                  <a:lnTo>
                    <a:pt x="725" y="678"/>
                  </a:lnTo>
                  <a:lnTo>
                    <a:pt x="724" y="678"/>
                  </a:lnTo>
                  <a:lnTo>
                    <a:pt x="724" y="678"/>
                  </a:lnTo>
                  <a:lnTo>
                    <a:pt x="724" y="676"/>
                  </a:lnTo>
                  <a:lnTo>
                    <a:pt x="723" y="675"/>
                  </a:lnTo>
                  <a:lnTo>
                    <a:pt x="723" y="674"/>
                  </a:lnTo>
                  <a:lnTo>
                    <a:pt x="723" y="674"/>
                  </a:lnTo>
                  <a:lnTo>
                    <a:pt x="723" y="674"/>
                  </a:lnTo>
                  <a:lnTo>
                    <a:pt x="723" y="674"/>
                  </a:lnTo>
                  <a:lnTo>
                    <a:pt x="723" y="673"/>
                  </a:lnTo>
                  <a:lnTo>
                    <a:pt x="723" y="673"/>
                  </a:lnTo>
                  <a:lnTo>
                    <a:pt x="723" y="672"/>
                  </a:lnTo>
                  <a:lnTo>
                    <a:pt x="723" y="672"/>
                  </a:lnTo>
                  <a:lnTo>
                    <a:pt x="723" y="671"/>
                  </a:lnTo>
                  <a:lnTo>
                    <a:pt x="722" y="671"/>
                  </a:lnTo>
                  <a:lnTo>
                    <a:pt x="722" y="671"/>
                  </a:lnTo>
                  <a:lnTo>
                    <a:pt x="721" y="670"/>
                  </a:lnTo>
                  <a:lnTo>
                    <a:pt x="721" y="670"/>
                  </a:lnTo>
                  <a:lnTo>
                    <a:pt x="721" y="670"/>
                  </a:lnTo>
                  <a:lnTo>
                    <a:pt x="721" y="669"/>
                  </a:lnTo>
                  <a:lnTo>
                    <a:pt x="720" y="669"/>
                  </a:lnTo>
                  <a:lnTo>
                    <a:pt x="720" y="669"/>
                  </a:lnTo>
                  <a:lnTo>
                    <a:pt x="719" y="669"/>
                  </a:lnTo>
                  <a:lnTo>
                    <a:pt x="719" y="668"/>
                  </a:lnTo>
                  <a:lnTo>
                    <a:pt x="719" y="667"/>
                  </a:lnTo>
                  <a:lnTo>
                    <a:pt x="719" y="667"/>
                  </a:lnTo>
                  <a:lnTo>
                    <a:pt x="719" y="667"/>
                  </a:lnTo>
                  <a:lnTo>
                    <a:pt x="718" y="667"/>
                  </a:lnTo>
                  <a:lnTo>
                    <a:pt x="718" y="665"/>
                  </a:lnTo>
                  <a:lnTo>
                    <a:pt x="717" y="665"/>
                  </a:lnTo>
                  <a:lnTo>
                    <a:pt x="717" y="665"/>
                  </a:lnTo>
                  <a:lnTo>
                    <a:pt x="717" y="664"/>
                  </a:lnTo>
                  <a:lnTo>
                    <a:pt x="716" y="664"/>
                  </a:lnTo>
                  <a:lnTo>
                    <a:pt x="716" y="663"/>
                  </a:lnTo>
                  <a:lnTo>
                    <a:pt x="715" y="663"/>
                  </a:lnTo>
                  <a:lnTo>
                    <a:pt x="716" y="661"/>
                  </a:lnTo>
                  <a:lnTo>
                    <a:pt x="716" y="661"/>
                  </a:lnTo>
                  <a:lnTo>
                    <a:pt x="716" y="661"/>
                  </a:lnTo>
                  <a:lnTo>
                    <a:pt x="715" y="660"/>
                  </a:lnTo>
                  <a:lnTo>
                    <a:pt x="715" y="659"/>
                  </a:lnTo>
                  <a:lnTo>
                    <a:pt x="715" y="658"/>
                  </a:lnTo>
                  <a:lnTo>
                    <a:pt x="715" y="657"/>
                  </a:lnTo>
                  <a:lnTo>
                    <a:pt x="715" y="656"/>
                  </a:lnTo>
                  <a:lnTo>
                    <a:pt x="715" y="656"/>
                  </a:lnTo>
                  <a:lnTo>
                    <a:pt x="714" y="655"/>
                  </a:lnTo>
                  <a:lnTo>
                    <a:pt x="712" y="655"/>
                  </a:lnTo>
                  <a:lnTo>
                    <a:pt x="711" y="655"/>
                  </a:lnTo>
                  <a:lnTo>
                    <a:pt x="710" y="655"/>
                  </a:lnTo>
                  <a:lnTo>
                    <a:pt x="709" y="654"/>
                  </a:lnTo>
                  <a:lnTo>
                    <a:pt x="708" y="654"/>
                  </a:lnTo>
                  <a:lnTo>
                    <a:pt x="707" y="654"/>
                  </a:lnTo>
                  <a:lnTo>
                    <a:pt x="707" y="655"/>
                  </a:lnTo>
                  <a:lnTo>
                    <a:pt x="706" y="655"/>
                  </a:lnTo>
                  <a:lnTo>
                    <a:pt x="706" y="654"/>
                  </a:lnTo>
                  <a:lnTo>
                    <a:pt x="706" y="652"/>
                  </a:lnTo>
                  <a:lnTo>
                    <a:pt x="706" y="651"/>
                  </a:lnTo>
                  <a:lnTo>
                    <a:pt x="706" y="651"/>
                  </a:lnTo>
                  <a:lnTo>
                    <a:pt x="707" y="650"/>
                  </a:lnTo>
                  <a:lnTo>
                    <a:pt x="707" y="650"/>
                  </a:lnTo>
                  <a:lnTo>
                    <a:pt x="706" y="650"/>
                  </a:lnTo>
                  <a:lnTo>
                    <a:pt x="706" y="649"/>
                  </a:lnTo>
                  <a:lnTo>
                    <a:pt x="706" y="649"/>
                  </a:lnTo>
                  <a:lnTo>
                    <a:pt x="707" y="649"/>
                  </a:lnTo>
                  <a:lnTo>
                    <a:pt x="707" y="648"/>
                  </a:lnTo>
                  <a:lnTo>
                    <a:pt x="708" y="644"/>
                  </a:lnTo>
                  <a:lnTo>
                    <a:pt x="708" y="643"/>
                  </a:lnTo>
                  <a:lnTo>
                    <a:pt x="708" y="643"/>
                  </a:lnTo>
                  <a:lnTo>
                    <a:pt x="709" y="642"/>
                  </a:lnTo>
                  <a:lnTo>
                    <a:pt x="709" y="642"/>
                  </a:lnTo>
                  <a:lnTo>
                    <a:pt x="709" y="642"/>
                  </a:lnTo>
                  <a:lnTo>
                    <a:pt x="710" y="640"/>
                  </a:lnTo>
                  <a:lnTo>
                    <a:pt x="710" y="640"/>
                  </a:lnTo>
                  <a:lnTo>
                    <a:pt x="710" y="640"/>
                  </a:lnTo>
                  <a:lnTo>
                    <a:pt x="710" y="639"/>
                  </a:lnTo>
                  <a:lnTo>
                    <a:pt x="710" y="639"/>
                  </a:lnTo>
                  <a:lnTo>
                    <a:pt x="710" y="639"/>
                  </a:lnTo>
                  <a:lnTo>
                    <a:pt x="711" y="639"/>
                  </a:lnTo>
                  <a:lnTo>
                    <a:pt x="711" y="639"/>
                  </a:lnTo>
                  <a:lnTo>
                    <a:pt x="712" y="637"/>
                  </a:lnTo>
                  <a:lnTo>
                    <a:pt x="713" y="637"/>
                  </a:lnTo>
                  <a:lnTo>
                    <a:pt x="713" y="638"/>
                  </a:lnTo>
                  <a:lnTo>
                    <a:pt x="713" y="637"/>
                  </a:lnTo>
                  <a:lnTo>
                    <a:pt x="714" y="638"/>
                  </a:lnTo>
                  <a:lnTo>
                    <a:pt x="714" y="638"/>
                  </a:lnTo>
                  <a:lnTo>
                    <a:pt x="714" y="637"/>
                  </a:lnTo>
                  <a:lnTo>
                    <a:pt x="715" y="637"/>
                  </a:lnTo>
                  <a:lnTo>
                    <a:pt x="715" y="636"/>
                  </a:lnTo>
                  <a:lnTo>
                    <a:pt x="716" y="636"/>
                  </a:lnTo>
                  <a:lnTo>
                    <a:pt x="717" y="635"/>
                  </a:lnTo>
                  <a:lnTo>
                    <a:pt x="719" y="635"/>
                  </a:lnTo>
                  <a:lnTo>
                    <a:pt x="719" y="635"/>
                  </a:lnTo>
                  <a:lnTo>
                    <a:pt x="721" y="635"/>
                  </a:lnTo>
                  <a:lnTo>
                    <a:pt x="722" y="635"/>
                  </a:lnTo>
                  <a:lnTo>
                    <a:pt x="721" y="635"/>
                  </a:lnTo>
                  <a:lnTo>
                    <a:pt x="721" y="635"/>
                  </a:lnTo>
                  <a:lnTo>
                    <a:pt x="721" y="635"/>
                  </a:lnTo>
                  <a:close/>
                  <a:moveTo>
                    <a:pt x="811" y="584"/>
                  </a:moveTo>
                  <a:lnTo>
                    <a:pt x="812" y="585"/>
                  </a:lnTo>
                  <a:lnTo>
                    <a:pt x="812" y="586"/>
                  </a:lnTo>
                  <a:lnTo>
                    <a:pt x="812" y="587"/>
                  </a:lnTo>
                  <a:lnTo>
                    <a:pt x="812" y="587"/>
                  </a:lnTo>
                  <a:lnTo>
                    <a:pt x="812" y="590"/>
                  </a:lnTo>
                  <a:lnTo>
                    <a:pt x="811" y="591"/>
                  </a:lnTo>
                  <a:lnTo>
                    <a:pt x="810" y="592"/>
                  </a:lnTo>
                  <a:lnTo>
                    <a:pt x="810" y="592"/>
                  </a:lnTo>
                  <a:lnTo>
                    <a:pt x="810" y="593"/>
                  </a:lnTo>
                  <a:lnTo>
                    <a:pt x="810" y="593"/>
                  </a:lnTo>
                  <a:lnTo>
                    <a:pt x="809" y="594"/>
                  </a:lnTo>
                  <a:lnTo>
                    <a:pt x="809" y="596"/>
                  </a:lnTo>
                  <a:lnTo>
                    <a:pt x="809" y="596"/>
                  </a:lnTo>
                  <a:lnTo>
                    <a:pt x="808" y="596"/>
                  </a:lnTo>
                  <a:lnTo>
                    <a:pt x="808" y="596"/>
                  </a:lnTo>
                  <a:lnTo>
                    <a:pt x="808" y="597"/>
                  </a:lnTo>
                  <a:lnTo>
                    <a:pt x="808" y="598"/>
                  </a:lnTo>
                  <a:lnTo>
                    <a:pt x="809" y="599"/>
                  </a:lnTo>
                  <a:lnTo>
                    <a:pt x="809" y="600"/>
                  </a:lnTo>
                  <a:lnTo>
                    <a:pt x="810" y="600"/>
                  </a:lnTo>
                  <a:lnTo>
                    <a:pt x="810" y="600"/>
                  </a:lnTo>
                  <a:lnTo>
                    <a:pt x="810" y="601"/>
                  </a:lnTo>
                  <a:lnTo>
                    <a:pt x="811" y="603"/>
                  </a:lnTo>
                  <a:lnTo>
                    <a:pt x="810" y="604"/>
                  </a:lnTo>
                  <a:lnTo>
                    <a:pt x="810" y="604"/>
                  </a:lnTo>
                  <a:lnTo>
                    <a:pt x="809" y="605"/>
                  </a:lnTo>
                  <a:lnTo>
                    <a:pt x="808" y="606"/>
                  </a:lnTo>
                  <a:lnTo>
                    <a:pt x="807" y="607"/>
                  </a:lnTo>
                  <a:lnTo>
                    <a:pt x="806" y="608"/>
                  </a:lnTo>
                  <a:lnTo>
                    <a:pt x="806" y="608"/>
                  </a:lnTo>
                  <a:lnTo>
                    <a:pt x="806" y="607"/>
                  </a:lnTo>
                  <a:lnTo>
                    <a:pt x="806" y="606"/>
                  </a:lnTo>
                  <a:lnTo>
                    <a:pt x="806" y="606"/>
                  </a:lnTo>
                  <a:lnTo>
                    <a:pt x="806" y="605"/>
                  </a:lnTo>
                  <a:lnTo>
                    <a:pt x="806" y="604"/>
                  </a:lnTo>
                  <a:lnTo>
                    <a:pt x="805" y="604"/>
                  </a:lnTo>
                  <a:lnTo>
                    <a:pt x="805" y="605"/>
                  </a:lnTo>
                  <a:lnTo>
                    <a:pt x="803" y="604"/>
                  </a:lnTo>
                  <a:lnTo>
                    <a:pt x="803" y="604"/>
                  </a:lnTo>
                  <a:lnTo>
                    <a:pt x="802" y="604"/>
                  </a:lnTo>
                  <a:lnTo>
                    <a:pt x="802" y="603"/>
                  </a:lnTo>
                  <a:lnTo>
                    <a:pt x="800" y="603"/>
                  </a:lnTo>
                  <a:lnTo>
                    <a:pt x="799" y="603"/>
                  </a:lnTo>
                  <a:lnTo>
                    <a:pt x="799" y="602"/>
                  </a:lnTo>
                  <a:lnTo>
                    <a:pt x="798" y="602"/>
                  </a:lnTo>
                  <a:lnTo>
                    <a:pt x="797" y="603"/>
                  </a:lnTo>
                  <a:lnTo>
                    <a:pt x="797" y="603"/>
                  </a:lnTo>
                  <a:lnTo>
                    <a:pt x="796" y="603"/>
                  </a:lnTo>
                  <a:lnTo>
                    <a:pt x="796" y="602"/>
                  </a:lnTo>
                  <a:lnTo>
                    <a:pt x="795" y="601"/>
                  </a:lnTo>
                  <a:lnTo>
                    <a:pt x="795" y="601"/>
                  </a:lnTo>
                  <a:lnTo>
                    <a:pt x="795" y="602"/>
                  </a:lnTo>
                  <a:lnTo>
                    <a:pt x="793" y="604"/>
                  </a:lnTo>
                  <a:lnTo>
                    <a:pt x="791" y="604"/>
                  </a:lnTo>
                  <a:lnTo>
                    <a:pt x="791" y="603"/>
                  </a:lnTo>
                  <a:lnTo>
                    <a:pt x="790" y="603"/>
                  </a:lnTo>
                  <a:lnTo>
                    <a:pt x="789" y="603"/>
                  </a:lnTo>
                  <a:lnTo>
                    <a:pt x="789" y="601"/>
                  </a:lnTo>
                  <a:lnTo>
                    <a:pt x="790" y="600"/>
                  </a:lnTo>
                  <a:lnTo>
                    <a:pt x="790" y="599"/>
                  </a:lnTo>
                  <a:lnTo>
                    <a:pt x="790" y="599"/>
                  </a:lnTo>
                  <a:lnTo>
                    <a:pt x="791" y="598"/>
                  </a:lnTo>
                  <a:lnTo>
                    <a:pt x="791" y="596"/>
                  </a:lnTo>
                  <a:lnTo>
                    <a:pt x="791" y="596"/>
                  </a:lnTo>
                  <a:lnTo>
                    <a:pt x="792" y="596"/>
                  </a:lnTo>
                  <a:lnTo>
                    <a:pt x="793" y="596"/>
                  </a:lnTo>
                  <a:lnTo>
                    <a:pt x="793" y="596"/>
                  </a:lnTo>
                  <a:lnTo>
                    <a:pt x="792" y="592"/>
                  </a:lnTo>
                  <a:lnTo>
                    <a:pt x="793" y="591"/>
                  </a:lnTo>
                  <a:lnTo>
                    <a:pt x="794" y="591"/>
                  </a:lnTo>
                  <a:lnTo>
                    <a:pt x="794" y="590"/>
                  </a:lnTo>
                  <a:lnTo>
                    <a:pt x="794" y="590"/>
                  </a:lnTo>
                  <a:lnTo>
                    <a:pt x="794" y="590"/>
                  </a:lnTo>
                  <a:lnTo>
                    <a:pt x="794" y="587"/>
                  </a:lnTo>
                  <a:lnTo>
                    <a:pt x="795" y="588"/>
                  </a:lnTo>
                  <a:lnTo>
                    <a:pt x="795" y="590"/>
                  </a:lnTo>
                  <a:lnTo>
                    <a:pt x="796" y="590"/>
                  </a:lnTo>
                  <a:lnTo>
                    <a:pt x="796" y="591"/>
                  </a:lnTo>
                  <a:lnTo>
                    <a:pt x="796" y="591"/>
                  </a:lnTo>
                  <a:lnTo>
                    <a:pt x="797" y="592"/>
                  </a:lnTo>
                  <a:lnTo>
                    <a:pt x="797" y="592"/>
                  </a:lnTo>
                  <a:lnTo>
                    <a:pt x="797" y="593"/>
                  </a:lnTo>
                  <a:lnTo>
                    <a:pt x="797" y="593"/>
                  </a:lnTo>
                  <a:lnTo>
                    <a:pt x="798" y="594"/>
                  </a:lnTo>
                  <a:lnTo>
                    <a:pt x="800" y="594"/>
                  </a:lnTo>
                  <a:lnTo>
                    <a:pt x="800" y="593"/>
                  </a:lnTo>
                  <a:lnTo>
                    <a:pt x="800" y="594"/>
                  </a:lnTo>
                  <a:lnTo>
                    <a:pt x="801" y="595"/>
                  </a:lnTo>
                  <a:lnTo>
                    <a:pt x="802" y="595"/>
                  </a:lnTo>
                  <a:lnTo>
                    <a:pt x="802" y="595"/>
                  </a:lnTo>
                  <a:lnTo>
                    <a:pt x="802" y="594"/>
                  </a:lnTo>
                  <a:lnTo>
                    <a:pt x="804" y="594"/>
                  </a:lnTo>
                  <a:lnTo>
                    <a:pt x="804" y="593"/>
                  </a:lnTo>
                  <a:lnTo>
                    <a:pt x="804" y="592"/>
                  </a:lnTo>
                  <a:lnTo>
                    <a:pt x="805" y="592"/>
                  </a:lnTo>
                  <a:lnTo>
                    <a:pt x="806" y="591"/>
                  </a:lnTo>
                  <a:lnTo>
                    <a:pt x="806" y="591"/>
                  </a:lnTo>
                  <a:lnTo>
                    <a:pt x="805" y="590"/>
                  </a:lnTo>
                  <a:lnTo>
                    <a:pt x="805" y="589"/>
                  </a:lnTo>
                  <a:lnTo>
                    <a:pt x="805" y="588"/>
                  </a:lnTo>
                  <a:lnTo>
                    <a:pt x="805" y="587"/>
                  </a:lnTo>
                  <a:lnTo>
                    <a:pt x="806" y="587"/>
                  </a:lnTo>
                  <a:lnTo>
                    <a:pt x="806" y="587"/>
                  </a:lnTo>
                  <a:lnTo>
                    <a:pt x="806" y="588"/>
                  </a:lnTo>
                  <a:lnTo>
                    <a:pt x="806" y="587"/>
                  </a:lnTo>
                  <a:lnTo>
                    <a:pt x="806" y="587"/>
                  </a:lnTo>
                  <a:lnTo>
                    <a:pt x="809" y="587"/>
                  </a:lnTo>
                  <a:lnTo>
                    <a:pt x="809" y="587"/>
                  </a:lnTo>
                  <a:lnTo>
                    <a:pt x="810" y="585"/>
                  </a:lnTo>
                  <a:lnTo>
                    <a:pt x="810" y="585"/>
                  </a:lnTo>
                  <a:lnTo>
                    <a:pt x="811" y="584"/>
                  </a:lnTo>
                  <a:close/>
                  <a:moveTo>
                    <a:pt x="745" y="563"/>
                  </a:moveTo>
                  <a:lnTo>
                    <a:pt x="746" y="563"/>
                  </a:lnTo>
                  <a:lnTo>
                    <a:pt x="746" y="564"/>
                  </a:lnTo>
                  <a:lnTo>
                    <a:pt x="746" y="564"/>
                  </a:lnTo>
                  <a:lnTo>
                    <a:pt x="746" y="564"/>
                  </a:lnTo>
                  <a:lnTo>
                    <a:pt x="746" y="564"/>
                  </a:lnTo>
                  <a:lnTo>
                    <a:pt x="746" y="565"/>
                  </a:lnTo>
                  <a:lnTo>
                    <a:pt x="747" y="565"/>
                  </a:lnTo>
                  <a:lnTo>
                    <a:pt x="747" y="565"/>
                  </a:lnTo>
                  <a:lnTo>
                    <a:pt x="747" y="565"/>
                  </a:lnTo>
                  <a:lnTo>
                    <a:pt x="749" y="566"/>
                  </a:lnTo>
                  <a:lnTo>
                    <a:pt x="750" y="567"/>
                  </a:lnTo>
                  <a:lnTo>
                    <a:pt x="751" y="567"/>
                  </a:lnTo>
                  <a:lnTo>
                    <a:pt x="751" y="567"/>
                  </a:lnTo>
                  <a:lnTo>
                    <a:pt x="752" y="568"/>
                  </a:lnTo>
                  <a:lnTo>
                    <a:pt x="753" y="568"/>
                  </a:lnTo>
                  <a:lnTo>
                    <a:pt x="753" y="568"/>
                  </a:lnTo>
                  <a:lnTo>
                    <a:pt x="753" y="568"/>
                  </a:lnTo>
                  <a:lnTo>
                    <a:pt x="753" y="569"/>
                  </a:lnTo>
                  <a:lnTo>
                    <a:pt x="753" y="570"/>
                  </a:lnTo>
                  <a:lnTo>
                    <a:pt x="753" y="570"/>
                  </a:lnTo>
                  <a:lnTo>
                    <a:pt x="755" y="570"/>
                  </a:lnTo>
                  <a:lnTo>
                    <a:pt x="755" y="570"/>
                  </a:lnTo>
                  <a:lnTo>
                    <a:pt x="756" y="570"/>
                  </a:lnTo>
                  <a:lnTo>
                    <a:pt x="757" y="570"/>
                  </a:lnTo>
                  <a:lnTo>
                    <a:pt x="757" y="570"/>
                  </a:lnTo>
                  <a:lnTo>
                    <a:pt x="757" y="570"/>
                  </a:lnTo>
                  <a:lnTo>
                    <a:pt x="757" y="571"/>
                  </a:lnTo>
                  <a:lnTo>
                    <a:pt x="758" y="571"/>
                  </a:lnTo>
                  <a:lnTo>
                    <a:pt x="758" y="571"/>
                  </a:lnTo>
                  <a:lnTo>
                    <a:pt x="759" y="572"/>
                  </a:lnTo>
                  <a:lnTo>
                    <a:pt x="759" y="573"/>
                  </a:lnTo>
                  <a:lnTo>
                    <a:pt x="759" y="573"/>
                  </a:lnTo>
                  <a:lnTo>
                    <a:pt x="761" y="573"/>
                  </a:lnTo>
                  <a:lnTo>
                    <a:pt x="761" y="574"/>
                  </a:lnTo>
                  <a:lnTo>
                    <a:pt x="762" y="574"/>
                  </a:lnTo>
                  <a:lnTo>
                    <a:pt x="762" y="574"/>
                  </a:lnTo>
                  <a:lnTo>
                    <a:pt x="763" y="574"/>
                  </a:lnTo>
                  <a:lnTo>
                    <a:pt x="763" y="574"/>
                  </a:lnTo>
                  <a:lnTo>
                    <a:pt x="764" y="574"/>
                  </a:lnTo>
                  <a:lnTo>
                    <a:pt x="764" y="574"/>
                  </a:lnTo>
                  <a:lnTo>
                    <a:pt x="764" y="574"/>
                  </a:lnTo>
                  <a:lnTo>
                    <a:pt x="764" y="573"/>
                  </a:lnTo>
                  <a:lnTo>
                    <a:pt x="765" y="573"/>
                  </a:lnTo>
                  <a:lnTo>
                    <a:pt x="765" y="573"/>
                  </a:lnTo>
                  <a:lnTo>
                    <a:pt x="765" y="573"/>
                  </a:lnTo>
                  <a:lnTo>
                    <a:pt x="766" y="573"/>
                  </a:lnTo>
                  <a:lnTo>
                    <a:pt x="767" y="573"/>
                  </a:lnTo>
                  <a:lnTo>
                    <a:pt x="767" y="574"/>
                  </a:lnTo>
                  <a:lnTo>
                    <a:pt x="767" y="574"/>
                  </a:lnTo>
                  <a:lnTo>
                    <a:pt x="767" y="574"/>
                  </a:lnTo>
                  <a:lnTo>
                    <a:pt x="767" y="574"/>
                  </a:lnTo>
                  <a:lnTo>
                    <a:pt x="767" y="575"/>
                  </a:lnTo>
                  <a:lnTo>
                    <a:pt x="767" y="576"/>
                  </a:lnTo>
                  <a:lnTo>
                    <a:pt x="767" y="577"/>
                  </a:lnTo>
                  <a:lnTo>
                    <a:pt x="767" y="577"/>
                  </a:lnTo>
                  <a:lnTo>
                    <a:pt x="767" y="576"/>
                  </a:lnTo>
                  <a:lnTo>
                    <a:pt x="768" y="576"/>
                  </a:lnTo>
                  <a:lnTo>
                    <a:pt x="768" y="577"/>
                  </a:lnTo>
                  <a:lnTo>
                    <a:pt x="769" y="577"/>
                  </a:lnTo>
                  <a:lnTo>
                    <a:pt x="769" y="577"/>
                  </a:lnTo>
                  <a:lnTo>
                    <a:pt x="769" y="577"/>
                  </a:lnTo>
                  <a:lnTo>
                    <a:pt x="770" y="577"/>
                  </a:lnTo>
                  <a:lnTo>
                    <a:pt x="770" y="577"/>
                  </a:lnTo>
                  <a:lnTo>
                    <a:pt x="770" y="577"/>
                  </a:lnTo>
                  <a:lnTo>
                    <a:pt x="770" y="578"/>
                  </a:lnTo>
                  <a:lnTo>
                    <a:pt x="770" y="578"/>
                  </a:lnTo>
                  <a:lnTo>
                    <a:pt x="770" y="578"/>
                  </a:lnTo>
                  <a:lnTo>
                    <a:pt x="771" y="578"/>
                  </a:lnTo>
                  <a:lnTo>
                    <a:pt x="771" y="578"/>
                  </a:lnTo>
                  <a:lnTo>
                    <a:pt x="771" y="579"/>
                  </a:lnTo>
                  <a:lnTo>
                    <a:pt x="771" y="580"/>
                  </a:lnTo>
                  <a:lnTo>
                    <a:pt x="770" y="580"/>
                  </a:lnTo>
                  <a:lnTo>
                    <a:pt x="770" y="580"/>
                  </a:lnTo>
                  <a:lnTo>
                    <a:pt x="769" y="580"/>
                  </a:lnTo>
                  <a:lnTo>
                    <a:pt x="769" y="580"/>
                  </a:lnTo>
                  <a:lnTo>
                    <a:pt x="768" y="581"/>
                  </a:lnTo>
                  <a:lnTo>
                    <a:pt x="768" y="580"/>
                  </a:lnTo>
                  <a:lnTo>
                    <a:pt x="767" y="581"/>
                  </a:lnTo>
                  <a:lnTo>
                    <a:pt x="768" y="582"/>
                  </a:lnTo>
                  <a:lnTo>
                    <a:pt x="768" y="582"/>
                  </a:lnTo>
                  <a:lnTo>
                    <a:pt x="768" y="582"/>
                  </a:lnTo>
                  <a:lnTo>
                    <a:pt x="769" y="582"/>
                  </a:lnTo>
                  <a:lnTo>
                    <a:pt x="769" y="582"/>
                  </a:lnTo>
                  <a:lnTo>
                    <a:pt x="770" y="582"/>
                  </a:lnTo>
                  <a:lnTo>
                    <a:pt x="770" y="583"/>
                  </a:lnTo>
                  <a:lnTo>
                    <a:pt x="771" y="582"/>
                  </a:lnTo>
                  <a:lnTo>
                    <a:pt x="771" y="583"/>
                  </a:lnTo>
                  <a:lnTo>
                    <a:pt x="771" y="583"/>
                  </a:lnTo>
                  <a:lnTo>
                    <a:pt x="772" y="584"/>
                  </a:lnTo>
                  <a:lnTo>
                    <a:pt x="772" y="585"/>
                  </a:lnTo>
                  <a:lnTo>
                    <a:pt x="772" y="585"/>
                  </a:lnTo>
                  <a:lnTo>
                    <a:pt x="772" y="585"/>
                  </a:lnTo>
                  <a:lnTo>
                    <a:pt x="773" y="585"/>
                  </a:lnTo>
                  <a:lnTo>
                    <a:pt x="773" y="586"/>
                  </a:lnTo>
                  <a:lnTo>
                    <a:pt x="773" y="586"/>
                  </a:lnTo>
                  <a:lnTo>
                    <a:pt x="774" y="587"/>
                  </a:lnTo>
                  <a:lnTo>
                    <a:pt x="774" y="587"/>
                  </a:lnTo>
                  <a:lnTo>
                    <a:pt x="775" y="587"/>
                  </a:lnTo>
                  <a:lnTo>
                    <a:pt x="775" y="587"/>
                  </a:lnTo>
                  <a:lnTo>
                    <a:pt x="776" y="587"/>
                  </a:lnTo>
                  <a:lnTo>
                    <a:pt x="776" y="587"/>
                  </a:lnTo>
                  <a:lnTo>
                    <a:pt x="777" y="587"/>
                  </a:lnTo>
                  <a:lnTo>
                    <a:pt x="777" y="587"/>
                  </a:lnTo>
                  <a:lnTo>
                    <a:pt x="777" y="588"/>
                  </a:lnTo>
                  <a:lnTo>
                    <a:pt x="777" y="589"/>
                  </a:lnTo>
                  <a:lnTo>
                    <a:pt x="777" y="589"/>
                  </a:lnTo>
                  <a:lnTo>
                    <a:pt x="778" y="590"/>
                  </a:lnTo>
                  <a:lnTo>
                    <a:pt x="778" y="590"/>
                  </a:lnTo>
                  <a:lnTo>
                    <a:pt x="778" y="591"/>
                  </a:lnTo>
                  <a:lnTo>
                    <a:pt x="777" y="591"/>
                  </a:lnTo>
                  <a:lnTo>
                    <a:pt x="777" y="591"/>
                  </a:lnTo>
                  <a:lnTo>
                    <a:pt x="778" y="591"/>
                  </a:lnTo>
                  <a:lnTo>
                    <a:pt x="778" y="591"/>
                  </a:lnTo>
                  <a:lnTo>
                    <a:pt x="778" y="591"/>
                  </a:lnTo>
                  <a:lnTo>
                    <a:pt x="778" y="592"/>
                  </a:lnTo>
                  <a:lnTo>
                    <a:pt x="778" y="592"/>
                  </a:lnTo>
                  <a:lnTo>
                    <a:pt x="778" y="593"/>
                  </a:lnTo>
                  <a:lnTo>
                    <a:pt x="777" y="593"/>
                  </a:lnTo>
                  <a:lnTo>
                    <a:pt x="777" y="594"/>
                  </a:lnTo>
                  <a:lnTo>
                    <a:pt x="777" y="594"/>
                  </a:lnTo>
                  <a:lnTo>
                    <a:pt x="778" y="595"/>
                  </a:lnTo>
                  <a:lnTo>
                    <a:pt x="778" y="596"/>
                  </a:lnTo>
                  <a:lnTo>
                    <a:pt x="778" y="596"/>
                  </a:lnTo>
                  <a:lnTo>
                    <a:pt x="777" y="596"/>
                  </a:lnTo>
                  <a:lnTo>
                    <a:pt x="777" y="596"/>
                  </a:lnTo>
                  <a:lnTo>
                    <a:pt x="776" y="596"/>
                  </a:lnTo>
                  <a:lnTo>
                    <a:pt x="776" y="596"/>
                  </a:lnTo>
                  <a:lnTo>
                    <a:pt x="776" y="597"/>
                  </a:lnTo>
                  <a:lnTo>
                    <a:pt x="776" y="598"/>
                  </a:lnTo>
                  <a:lnTo>
                    <a:pt x="776" y="598"/>
                  </a:lnTo>
                  <a:lnTo>
                    <a:pt x="776" y="599"/>
                  </a:lnTo>
                  <a:lnTo>
                    <a:pt x="776" y="599"/>
                  </a:lnTo>
                  <a:lnTo>
                    <a:pt x="776" y="599"/>
                  </a:lnTo>
                  <a:lnTo>
                    <a:pt x="775" y="599"/>
                  </a:lnTo>
                  <a:lnTo>
                    <a:pt x="775" y="599"/>
                  </a:lnTo>
                  <a:lnTo>
                    <a:pt x="776" y="600"/>
                  </a:lnTo>
                  <a:lnTo>
                    <a:pt x="776" y="600"/>
                  </a:lnTo>
                  <a:lnTo>
                    <a:pt x="777" y="600"/>
                  </a:lnTo>
                  <a:lnTo>
                    <a:pt x="777" y="600"/>
                  </a:lnTo>
                  <a:lnTo>
                    <a:pt x="776" y="600"/>
                  </a:lnTo>
                  <a:lnTo>
                    <a:pt x="776" y="600"/>
                  </a:lnTo>
                  <a:lnTo>
                    <a:pt x="775" y="600"/>
                  </a:lnTo>
                  <a:lnTo>
                    <a:pt x="775" y="600"/>
                  </a:lnTo>
                  <a:lnTo>
                    <a:pt x="775" y="601"/>
                  </a:lnTo>
                  <a:lnTo>
                    <a:pt x="775" y="601"/>
                  </a:lnTo>
                  <a:lnTo>
                    <a:pt x="775" y="600"/>
                  </a:lnTo>
                  <a:lnTo>
                    <a:pt x="774" y="600"/>
                  </a:lnTo>
                  <a:lnTo>
                    <a:pt x="774" y="600"/>
                  </a:lnTo>
                  <a:lnTo>
                    <a:pt x="773" y="599"/>
                  </a:lnTo>
                  <a:lnTo>
                    <a:pt x="773" y="598"/>
                  </a:lnTo>
                  <a:lnTo>
                    <a:pt x="772" y="598"/>
                  </a:lnTo>
                  <a:lnTo>
                    <a:pt x="772" y="597"/>
                  </a:lnTo>
                  <a:lnTo>
                    <a:pt x="771" y="597"/>
                  </a:lnTo>
                  <a:lnTo>
                    <a:pt x="771" y="597"/>
                  </a:lnTo>
                  <a:lnTo>
                    <a:pt x="771" y="597"/>
                  </a:lnTo>
                  <a:lnTo>
                    <a:pt x="770" y="597"/>
                  </a:lnTo>
                  <a:lnTo>
                    <a:pt x="770" y="597"/>
                  </a:lnTo>
                  <a:lnTo>
                    <a:pt x="770" y="597"/>
                  </a:lnTo>
                  <a:lnTo>
                    <a:pt x="769" y="597"/>
                  </a:lnTo>
                  <a:lnTo>
                    <a:pt x="769" y="597"/>
                  </a:lnTo>
                  <a:lnTo>
                    <a:pt x="769" y="597"/>
                  </a:lnTo>
                  <a:lnTo>
                    <a:pt x="769" y="598"/>
                  </a:lnTo>
                  <a:lnTo>
                    <a:pt x="768" y="598"/>
                  </a:lnTo>
                  <a:lnTo>
                    <a:pt x="768" y="598"/>
                  </a:lnTo>
                  <a:lnTo>
                    <a:pt x="768" y="598"/>
                  </a:lnTo>
                  <a:lnTo>
                    <a:pt x="768" y="599"/>
                  </a:lnTo>
                  <a:lnTo>
                    <a:pt x="769" y="600"/>
                  </a:lnTo>
                  <a:lnTo>
                    <a:pt x="769" y="600"/>
                  </a:lnTo>
                  <a:lnTo>
                    <a:pt x="769" y="600"/>
                  </a:lnTo>
                  <a:lnTo>
                    <a:pt x="770" y="600"/>
                  </a:lnTo>
                  <a:lnTo>
                    <a:pt x="770" y="601"/>
                  </a:lnTo>
                  <a:lnTo>
                    <a:pt x="770" y="601"/>
                  </a:lnTo>
                  <a:lnTo>
                    <a:pt x="769" y="603"/>
                  </a:lnTo>
                  <a:lnTo>
                    <a:pt x="768" y="603"/>
                  </a:lnTo>
                  <a:lnTo>
                    <a:pt x="768" y="603"/>
                  </a:lnTo>
                  <a:lnTo>
                    <a:pt x="768" y="603"/>
                  </a:lnTo>
                  <a:lnTo>
                    <a:pt x="768" y="604"/>
                  </a:lnTo>
                  <a:lnTo>
                    <a:pt x="768" y="604"/>
                  </a:lnTo>
                  <a:lnTo>
                    <a:pt x="768" y="605"/>
                  </a:lnTo>
                  <a:lnTo>
                    <a:pt x="768" y="606"/>
                  </a:lnTo>
                  <a:lnTo>
                    <a:pt x="767" y="606"/>
                  </a:lnTo>
                  <a:lnTo>
                    <a:pt x="767" y="605"/>
                  </a:lnTo>
                  <a:lnTo>
                    <a:pt x="767" y="605"/>
                  </a:lnTo>
                  <a:lnTo>
                    <a:pt x="767" y="605"/>
                  </a:lnTo>
                  <a:lnTo>
                    <a:pt x="766" y="605"/>
                  </a:lnTo>
                  <a:lnTo>
                    <a:pt x="765" y="605"/>
                  </a:lnTo>
                  <a:lnTo>
                    <a:pt x="765" y="606"/>
                  </a:lnTo>
                  <a:lnTo>
                    <a:pt x="764" y="605"/>
                  </a:lnTo>
                  <a:lnTo>
                    <a:pt x="764" y="606"/>
                  </a:lnTo>
                  <a:lnTo>
                    <a:pt x="764" y="606"/>
                  </a:lnTo>
                  <a:lnTo>
                    <a:pt x="764" y="607"/>
                  </a:lnTo>
                  <a:lnTo>
                    <a:pt x="763" y="607"/>
                  </a:lnTo>
                  <a:lnTo>
                    <a:pt x="763" y="607"/>
                  </a:lnTo>
                  <a:lnTo>
                    <a:pt x="763" y="608"/>
                  </a:lnTo>
                  <a:lnTo>
                    <a:pt x="762" y="608"/>
                  </a:lnTo>
                  <a:lnTo>
                    <a:pt x="762" y="608"/>
                  </a:lnTo>
                  <a:lnTo>
                    <a:pt x="762" y="608"/>
                  </a:lnTo>
                  <a:lnTo>
                    <a:pt x="762" y="609"/>
                  </a:lnTo>
                  <a:lnTo>
                    <a:pt x="762" y="609"/>
                  </a:lnTo>
                  <a:lnTo>
                    <a:pt x="762" y="609"/>
                  </a:lnTo>
                  <a:lnTo>
                    <a:pt x="762" y="609"/>
                  </a:lnTo>
                  <a:lnTo>
                    <a:pt x="762" y="609"/>
                  </a:lnTo>
                  <a:lnTo>
                    <a:pt x="762" y="609"/>
                  </a:lnTo>
                  <a:lnTo>
                    <a:pt x="762" y="610"/>
                  </a:lnTo>
                  <a:lnTo>
                    <a:pt x="762" y="610"/>
                  </a:lnTo>
                  <a:lnTo>
                    <a:pt x="761" y="610"/>
                  </a:lnTo>
                  <a:lnTo>
                    <a:pt x="761" y="610"/>
                  </a:lnTo>
                  <a:lnTo>
                    <a:pt x="760" y="610"/>
                  </a:lnTo>
                  <a:lnTo>
                    <a:pt x="760" y="610"/>
                  </a:lnTo>
                  <a:lnTo>
                    <a:pt x="759" y="610"/>
                  </a:lnTo>
                  <a:lnTo>
                    <a:pt x="759" y="610"/>
                  </a:lnTo>
                  <a:lnTo>
                    <a:pt x="760" y="610"/>
                  </a:lnTo>
                  <a:lnTo>
                    <a:pt x="759" y="611"/>
                  </a:lnTo>
                  <a:lnTo>
                    <a:pt x="760" y="611"/>
                  </a:lnTo>
                  <a:lnTo>
                    <a:pt x="760" y="612"/>
                  </a:lnTo>
                  <a:lnTo>
                    <a:pt x="761" y="612"/>
                  </a:lnTo>
                  <a:lnTo>
                    <a:pt x="761" y="612"/>
                  </a:lnTo>
                  <a:lnTo>
                    <a:pt x="762" y="613"/>
                  </a:lnTo>
                  <a:lnTo>
                    <a:pt x="763" y="613"/>
                  </a:lnTo>
                  <a:lnTo>
                    <a:pt x="764" y="613"/>
                  </a:lnTo>
                  <a:lnTo>
                    <a:pt x="763" y="613"/>
                  </a:lnTo>
                  <a:lnTo>
                    <a:pt x="763" y="613"/>
                  </a:lnTo>
                  <a:lnTo>
                    <a:pt x="765" y="613"/>
                  </a:lnTo>
                  <a:lnTo>
                    <a:pt x="766" y="613"/>
                  </a:lnTo>
                  <a:lnTo>
                    <a:pt x="766" y="614"/>
                  </a:lnTo>
                  <a:lnTo>
                    <a:pt x="767" y="614"/>
                  </a:lnTo>
                  <a:lnTo>
                    <a:pt x="767" y="614"/>
                  </a:lnTo>
                  <a:lnTo>
                    <a:pt x="767" y="614"/>
                  </a:lnTo>
                  <a:lnTo>
                    <a:pt x="767" y="613"/>
                  </a:lnTo>
                  <a:lnTo>
                    <a:pt x="768" y="613"/>
                  </a:lnTo>
                  <a:lnTo>
                    <a:pt x="769" y="615"/>
                  </a:lnTo>
                  <a:lnTo>
                    <a:pt x="770" y="615"/>
                  </a:lnTo>
                  <a:lnTo>
                    <a:pt x="769" y="614"/>
                  </a:lnTo>
                  <a:lnTo>
                    <a:pt x="769" y="614"/>
                  </a:lnTo>
                  <a:lnTo>
                    <a:pt x="770" y="613"/>
                  </a:lnTo>
                  <a:lnTo>
                    <a:pt x="770" y="613"/>
                  </a:lnTo>
                  <a:lnTo>
                    <a:pt x="770" y="613"/>
                  </a:lnTo>
                  <a:lnTo>
                    <a:pt x="771" y="613"/>
                  </a:lnTo>
                  <a:lnTo>
                    <a:pt x="771" y="613"/>
                  </a:lnTo>
                  <a:lnTo>
                    <a:pt x="771" y="613"/>
                  </a:lnTo>
                  <a:lnTo>
                    <a:pt x="771" y="612"/>
                  </a:lnTo>
                  <a:lnTo>
                    <a:pt x="771" y="612"/>
                  </a:lnTo>
                  <a:lnTo>
                    <a:pt x="771" y="612"/>
                  </a:lnTo>
                  <a:lnTo>
                    <a:pt x="771" y="611"/>
                  </a:lnTo>
                  <a:lnTo>
                    <a:pt x="771" y="611"/>
                  </a:lnTo>
                  <a:lnTo>
                    <a:pt x="771" y="610"/>
                  </a:lnTo>
                  <a:lnTo>
                    <a:pt x="772" y="609"/>
                  </a:lnTo>
                  <a:lnTo>
                    <a:pt x="773" y="609"/>
                  </a:lnTo>
                  <a:lnTo>
                    <a:pt x="774" y="610"/>
                  </a:lnTo>
                  <a:lnTo>
                    <a:pt x="775" y="610"/>
                  </a:lnTo>
                  <a:lnTo>
                    <a:pt x="775" y="610"/>
                  </a:lnTo>
                  <a:lnTo>
                    <a:pt x="775" y="610"/>
                  </a:lnTo>
                  <a:lnTo>
                    <a:pt x="775" y="610"/>
                  </a:lnTo>
                  <a:lnTo>
                    <a:pt x="777" y="609"/>
                  </a:lnTo>
                  <a:lnTo>
                    <a:pt x="778" y="610"/>
                  </a:lnTo>
                  <a:lnTo>
                    <a:pt x="778" y="610"/>
                  </a:lnTo>
                  <a:lnTo>
                    <a:pt x="778" y="610"/>
                  </a:lnTo>
                  <a:lnTo>
                    <a:pt x="779" y="611"/>
                  </a:lnTo>
                  <a:lnTo>
                    <a:pt x="779" y="612"/>
                  </a:lnTo>
                  <a:lnTo>
                    <a:pt x="779" y="612"/>
                  </a:lnTo>
                  <a:lnTo>
                    <a:pt x="780" y="612"/>
                  </a:lnTo>
                  <a:lnTo>
                    <a:pt x="780" y="613"/>
                  </a:lnTo>
                  <a:lnTo>
                    <a:pt x="780" y="613"/>
                  </a:lnTo>
                  <a:lnTo>
                    <a:pt x="782" y="613"/>
                  </a:lnTo>
                  <a:lnTo>
                    <a:pt x="782" y="613"/>
                  </a:lnTo>
                  <a:lnTo>
                    <a:pt x="782" y="613"/>
                  </a:lnTo>
                  <a:lnTo>
                    <a:pt x="783" y="614"/>
                  </a:lnTo>
                  <a:lnTo>
                    <a:pt x="784" y="614"/>
                  </a:lnTo>
                  <a:lnTo>
                    <a:pt x="784" y="615"/>
                  </a:lnTo>
                  <a:lnTo>
                    <a:pt x="784" y="616"/>
                  </a:lnTo>
                  <a:lnTo>
                    <a:pt x="784" y="616"/>
                  </a:lnTo>
                  <a:lnTo>
                    <a:pt x="784" y="616"/>
                  </a:lnTo>
                  <a:lnTo>
                    <a:pt x="784" y="617"/>
                  </a:lnTo>
                  <a:lnTo>
                    <a:pt x="784" y="617"/>
                  </a:lnTo>
                  <a:lnTo>
                    <a:pt x="783" y="617"/>
                  </a:lnTo>
                  <a:lnTo>
                    <a:pt x="783" y="618"/>
                  </a:lnTo>
                  <a:lnTo>
                    <a:pt x="784" y="619"/>
                  </a:lnTo>
                  <a:lnTo>
                    <a:pt x="784" y="619"/>
                  </a:lnTo>
                  <a:lnTo>
                    <a:pt x="784" y="618"/>
                  </a:lnTo>
                  <a:lnTo>
                    <a:pt x="785" y="617"/>
                  </a:lnTo>
                  <a:lnTo>
                    <a:pt x="784" y="617"/>
                  </a:lnTo>
                  <a:lnTo>
                    <a:pt x="785" y="617"/>
                  </a:lnTo>
                  <a:lnTo>
                    <a:pt x="785" y="617"/>
                  </a:lnTo>
                  <a:lnTo>
                    <a:pt x="786" y="617"/>
                  </a:lnTo>
                  <a:lnTo>
                    <a:pt x="786" y="617"/>
                  </a:lnTo>
                  <a:lnTo>
                    <a:pt x="787" y="616"/>
                  </a:lnTo>
                  <a:lnTo>
                    <a:pt x="788" y="615"/>
                  </a:lnTo>
                  <a:lnTo>
                    <a:pt x="787" y="614"/>
                  </a:lnTo>
                  <a:lnTo>
                    <a:pt x="788" y="614"/>
                  </a:lnTo>
                  <a:lnTo>
                    <a:pt x="788" y="613"/>
                  </a:lnTo>
                  <a:lnTo>
                    <a:pt x="788" y="611"/>
                  </a:lnTo>
                  <a:lnTo>
                    <a:pt x="788" y="610"/>
                  </a:lnTo>
                  <a:lnTo>
                    <a:pt x="788" y="610"/>
                  </a:lnTo>
                  <a:lnTo>
                    <a:pt x="788" y="609"/>
                  </a:lnTo>
                  <a:lnTo>
                    <a:pt x="789" y="609"/>
                  </a:lnTo>
                  <a:lnTo>
                    <a:pt x="790" y="608"/>
                  </a:lnTo>
                  <a:lnTo>
                    <a:pt x="790" y="608"/>
                  </a:lnTo>
                  <a:lnTo>
                    <a:pt x="791" y="609"/>
                  </a:lnTo>
                  <a:lnTo>
                    <a:pt x="791" y="609"/>
                  </a:lnTo>
                  <a:lnTo>
                    <a:pt x="789" y="610"/>
                  </a:lnTo>
                  <a:lnTo>
                    <a:pt x="790" y="611"/>
                  </a:lnTo>
                  <a:lnTo>
                    <a:pt x="791" y="611"/>
                  </a:lnTo>
                  <a:lnTo>
                    <a:pt x="793" y="609"/>
                  </a:lnTo>
                  <a:lnTo>
                    <a:pt x="793" y="609"/>
                  </a:lnTo>
                  <a:lnTo>
                    <a:pt x="793" y="609"/>
                  </a:lnTo>
                  <a:lnTo>
                    <a:pt x="795" y="610"/>
                  </a:lnTo>
                  <a:lnTo>
                    <a:pt x="795" y="610"/>
                  </a:lnTo>
                  <a:lnTo>
                    <a:pt x="796" y="610"/>
                  </a:lnTo>
                  <a:lnTo>
                    <a:pt x="796" y="611"/>
                  </a:lnTo>
                  <a:lnTo>
                    <a:pt x="796" y="611"/>
                  </a:lnTo>
                  <a:lnTo>
                    <a:pt x="794" y="611"/>
                  </a:lnTo>
                  <a:lnTo>
                    <a:pt x="794" y="611"/>
                  </a:lnTo>
                  <a:lnTo>
                    <a:pt x="794" y="611"/>
                  </a:lnTo>
                  <a:lnTo>
                    <a:pt x="793" y="611"/>
                  </a:lnTo>
                  <a:lnTo>
                    <a:pt x="793" y="612"/>
                  </a:lnTo>
                  <a:lnTo>
                    <a:pt x="793" y="612"/>
                  </a:lnTo>
                  <a:lnTo>
                    <a:pt x="793" y="613"/>
                  </a:lnTo>
                  <a:lnTo>
                    <a:pt x="794" y="613"/>
                  </a:lnTo>
                  <a:lnTo>
                    <a:pt x="794" y="613"/>
                  </a:lnTo>
                  <a:lnTo>
                    <a:pt x="794" y="613"/>
                  </a:lnTo>
                  <a:lnTo>
                    <a:pt x="793" y="614"/>
                  </a:lnTo>
                  <a:lnTo>
                    <a:pt x="793" y="615"/>
                  </a:lnTo>
                  <a:lnTo>
                    <a:pt x="793" y="615"/>
                  </a:lnTo>
                  <a:lnTo>
                    <a:pt x="793" y="616"/>
                  </a:lnTo>
                  <a:lnTo>
                    <a:pt x="793" y="617"/>
                  </a:lnTo>
                  <a:lnTo>
                    <a:pt x="796" y="617"/>
                  </a:lnTo>
                  <a:lnTo>
                    <a:pt x="796" y="616"/>
                  </a:lnTo>
                  <a:lnTo>
                    <a:pt x="796" y="615"/>
                  </a:lnTo>
                  <a:lnTo>
                    <a:pt x="797" y="615"/>
                  </a:lnTo>
                  <a:lnTo>
                    <a:pt x="797" y="614"/>
                  </a:lnTo>
                  <a:lnTo>
                    <a:pt x="797" y="614"/>
                  </a:lnTo>
                  <a:lnTo>
                    <a:pt x="797" y="616"/>
                  </a:lnTo>
                  <a:lnTo>
                    <a:pt x="797" y="617"/>
                  </a:lnTo>
                  <a:lnTo>
                    <a:pt x="796" y="617"/>
                  </a:lnTo>
                  <a:lnTo>
                    <a:pt x="796" y="617"/>
                  </a:lnTo>
                  <a:lnTo>
                    <a:pt x="795" y="618"/>
                  </a:lnTo>
                  <a:lnTo>
                    <a:pt x="794" y="618"/>
                  </a:lnTo>
                  <a:lnTo>
                    <a:pt x="793" y="618"/>
                  </a:lnTo>
                  <a:lnTo>
                    <a:pt x="793" y="618"/>
                  </a:lnTo>
                  <a:lnTo>
                    <a:pt x="793" y="618"/>
                  </a:lnTo>
                  <a:lnTo>
                    <a:pt x="792" y="618"/>
                  </a:lnTo>
                  <a:lnTo>
                    <a:pt x="792" y="620"/>
                  </a:lnTo>
                  <a:lnTo>
                    <a:pt x="793" y="621"/>
                  </a:lnTo>
                  <a:lnTo>
                    <a:pt x="793" y="622"/>
                  </a:lnTo>
                  <a:lnTo>
                    <a:pt x="793" y="622"/>
                  </a:lnTo>
                  <a:lnTo>
                    <a:pt x="793" y="622"/>
                  </a:lnTo>
                  <a:lnTo>
                    <a:pt x="793" y="623"/>
                  </a:lnTo>
                  <a:lnTo>
                    <a:pt x="792" y="623"/>
                  </a:lnTo>
                  <a:lnTo>
                    <a:pt x="792" y="623"/>
                  </a:lnTo>
                  <a:lnTo>
                    <a:pt x="793" y="625"/>
                  </a:lnTo>
                  <a:lnTo>
                    <a:pt x="793" y="626"/>
                  </a:lnTo>
                  <a:lnTo>
                    <a:pt x="793" y="626"/>
                  </a:lnTo>
                  <a:lnTo>
                    <a:pt x="794" y="625"/>
                  </a:lnTo>
                  <a:lnTo>
                    <a:pt x="794" y="625"/>
                  </a:lnTo>
                  <a:lnTo>
                    <a:pt x="795" y="626"/>
                  </a:lnTo>
                  <a:lnTo>
                    <a:pt x="796" y="626"/>
                  </a:lnTo>
                  <a:lnTo>
                    <a:pt x="796" y="625"/>
                  </a:lnTo>
                  <a:lnTo>
                    <a:pt x="797" y="625"/>
                  </a:lnTo>
                  <a:lnTo>
                    <a:pt x="797" y="626"/>
                  </a:lnTo>
                  <a:lnTo>
                    <a:pt x="797" y="626"/>
                  </a:lnTo>
                  <a:lnTo>
                    <a:pt x="798" y="626"/>
                  </a:lnTo>
                  <a:lnTo>
                    <a:pt x="798" y="626"/>
                  </a:lnTo>
                  <a:lnTo>
                    <a:pt x="798" y="624"/>
                  </a:lnTo>
                  <a:lnTo>
                    <a:pt x="797" y="624"/>
                  </a:lnTo>
                  <a:lnTo>
                    <a:pt x="798" y="623"/>
                  </a:lnTo>
                  <a:lnTo>
                    <a:pt x="798" y="622"/>
                  </a:lnTo>
                  <a:lnTo>
                    <a:pt x="799" y="622"/>
                  </a:lnTo>
                  <a:lnTo>
                    <a:pt x="800" y="622"/>
                  </a:lnTo>
                  <a:lnTo>
                    <a:pt x="800" y="623"/>
                  </a:lnTo>
                  <a:lnTo>
                    <a:pt x="800" y="623"/>
                  </a:lnTo>
                  <a:lnTo>
                    <a:pt x="800" y="622"/>
                  </a:lnTo>
                  <a:lnTo>
                    <a:pt x="801" y="622"/>
                  </a:lnTo>
                  <a:lnTo>
                    <a:pt x="801" y="622"/>
                  </a:lnTo>
                  <a:lnTo>
                    <a:pt x="801" y="620"/>
                  </a:lnTo>
                  <a:lnTo>
                    <a:pt x="801" y="620"/>
                  </a:lnTo>
                  <a:lnTo>
                    <a:pt x="801" y="619"/>
                  </a:lnTo>
                  <a:lnTo>
                    <a:pt x="802" y="618"/>
                  </a:lnTo>
                  <a:lnTo>
                    <a:pt x="802" y="617"/>
                  </a:lnTo>
                  <a:lnTo>
                    <a:pt x="804" y="617"/>
                  </a:lnTo>
                  <a:lnTo>
                    <a:pt x="804" y="618"/>
                  </a:lnTo>
                  <a:lnTo>
                    <a:pt x="804" y="619"/>
                  </a:lnTo>
                  <a:lnTo>
                    <a:pt x="805" y="619"/>
                  </a:lnTo>
                  <a:lnTo>
                    <a:pt x="805" y="619"/>
                  </a:lnTo>
                  <a:lnTo>
                    <a:pt x="805" y="620"/>
                  </a:lnTo>
                  <a:lnTo>
                    <a:pt x="806" y="620"/>
                  </a:lnTo>
                  <a:lnTo>
                    <a:pt x="806" y="619"/>
                  </a:lnTo>
                  <a:lnTo>
                    <a:pt x="806" y="619"/>
                  </a:lnTo>
                  <a:lnTo>
                    <a:pt x="808" y="619"/>
                  </a:lnTo>
                  <a:lnTo>
                    <a:pt x="808" y="618"/>
                  </a:lnTo>
                  <a:lnTo>
                    <a:pt x="809" y="618"/>
                  </a:lnTo>
                  <a:lnTo>
                    <a:pt x="809" y="618"/>
                  </a:lnTo>
                  <a:lnTo>
                    <a:pt x="809" y="618"/>
                  </a:lnTo>
                  <a:lnTo>
                    <a:pt x="810" y="618"/>
                  </a:lnTo>
                  <a:lnTo>
                    <a:pt x="810" y="617"/>
                  </a:lnTo>
                  <a:lnTo>
                    <a:pt x="810" y="617"/>
                  </a:lnTo>
                  <a:lnTo>
                    <a:pt x="810" y="617"/>
                  </a:lnTo>
                  <a:lnTo>
                    <a:pt x="810" y="616"/>
                  </a:lnTo>
                  <a:lnTo>
                    <a:pt x="811" y="616"/>
                  </a:lnTo>
                  <a:lnTo>
                    <a:pt x="811" y="616"/>
                  </a:lnTo>
                  <a:lnTo>
                    <a:pt x="812" y="616"/>
                  </a:lnTo>
                  <a:lnTo>
                    <a:pt x="812" y="616"/>
                  </a:lnTo>
                  <a:lnTo>
                    <a:pt x="812" y="617"/>
                  </a:lnTo>
                  <a:lnTo>
                    <a:pt x="813" y="618"/>
                  </a:lnTo>
                  <a:lnTo>
                    <a:pt x="812" y="619"/>
                  </a:lnTo>
                  <a:lnTo>
                    <a:pt x="813" y="620"/>
                  </a:lnTo>
                  <a:lnTo>
                    <a:pt x="813" y="621"/>
                  </a:lnTo>
                  <a:lnTo>
                    <a:pt x="813" y="622"/>
                  </a:lnTo>
                  <a:lnTo>
                    <a:pt x="814" y="623"/>
                  </a:lnTo>
                  <a:lnTo>
                    <a:pt x="814" y="623"/>
                  </a:lnTo>
                  <a:lnTo>
                    <a:pt x="813" y="624"/>
                  </a:lnTo>
                  <a:lnTo>
                    <a:pt x="813" y="625"/>
                  </a:lnTo>
                  <a:lnTo>
                    <a:pt x="813" y="625"/>
                  </a:lnTo>
                  <a:lnTo>
                    <a:pt x="813" y="625"/>
                  </a:lnTo>
                  <a:lnTo>
                    <a:pt x="813" y="625"/>
                  </a:lnTo>
                  <a:lnTo>
                    <a:pt x="813" y="624"/>
                  </a:lnTo>
                  <a:lnTo>
                    <a:pt x="812" y="623"/>
                  </a:lnTo>
                  <a:lnTo>
                    <a:pt x="810" y="623"/>
                  </a:lnTo>
                  <a:lnTo>
                    <a:pt x="810" y="624"/>
                  </a:lnTo>
                  <a:lnTo>
                    <a:pt x="810" y="624"/>
                  </a:lnTo>
                  <a:lnTo>
                    <a:pt x="810" y="624"/>
                  </a:lnTo>
                  <a:lnTo>
                    <a:pt x="809" y="624"/>
                  </a:lnTo>
                  <a:lnTo>
                    <a:pt x="808" y="624"/>
                  </a:lnTo>
                  <a:lnTo>
                    <a:pt x="807" y="626"/>
                  </a:lnTo>
                  <a:lnTo>
                    <a:pt x="806" y="626"/>
                  </a:lnTo>
                  <a:lnTo>
                    <a:pt x="806" y="626"/>
                  </a:lnTo>
                  <a:lnTo>
                    <a:pt x="805" y="626"/>
                  </a:lnTo>
                  <a:lnTo>
                    <a:pt x="806" y="626"/>
                  </a:lnTo>
                  <a:lnTo>
                    <a:pt x="805" y="627"/>
                  </a:lnTo>
                  <a:lnTo>
                    <a:pt x="805" y="627"/>
                  </a:lnTo>
                  <a:lnTo>
                    <a:pt x="805" y="626"/>
                  </a:lnTo>
                  <a:lnTo>
                    <a:pt x="804" y="626"/>
                  </a:lnTo>
                  <a:lnTo>
                    <a:pt x="804" y="626"/>
                  </a:lnTo>
                  <a:lnTo>
                    <a:pt x="804" y="628"/>
                  </a:lnTo>
                  <a:lnTo>
                    <a:pt x="804" y="630"/>
                  </a:lnTo>
                  <a:lnTo>
                    <a:pt x="805" y="629"/>
                  </a:lnTo>
                  <a:lnTo>
                    <a:pt x="806" y="629"/>
                  </a:lnTo>
                  <a:lnTo>
                    <a:pt x="806" y="629"/>
                  </a:lnTo>
                  <a:lnTo>
                    <a:pt x="806" y="630"/>
                  </a:lnTo>
                  <a:lnTo>
                    <a:pt x="806" y="630"/>
                  </a:lnTo>
                  <a:lnTo>
                    <a:pt x="806" y="630"/>
                  </a:lnTo>
                  <a:lnTo>
                    <a:pt x="807" y="630"/>
                  </a:lnTo>
                  <a:lnTo>
                    <a:pt x="807" y="632"/>
                  </a:lnTo>
                  <a:lnTo>
                    <a:pt x="806" y="633"/>
                  </a:lnTo>
                  <a:lnTo>
                    <a:pt x="807" y="634"/>
                  </a:lnTo>
                  <a:lnTo>
                    <a:pt x="807" y="634"/>
                  </a:lnTo>
                  <a:lnTo>
                    <a:pt x="808" y="635"/>
                  </a:lnTo>
                  <a:lnTo>
                    <a:pt x="807" y="635"/>
                  </a:lnTo>
                  <a:lnTo>
                    <a:pt x="807" y="636"/>
                  </a:lnTo>
                  <a:lnTo>
                    <a:pt x="806" y="637"/>
                  </a:lnTo>
                  <a:lnTo>
                    <a:pt x="806" y="638"/>
                  </a:lnTo>
                  <a:lnTo>
                    <a:pt x="806" y="638"/>
                  </a:lnTo>
                  <a:lnTo>
                    <a:pt x="807" y="638"/>
                  </a:lnTo>
                  <a:lnTo>
                    <a:pt x="807" y="638"/>
                  </a:lnTo>
                  <a:lnTo>
                    <a:pt x="807" y="637"/>
                  </a:lnTo>
                  <a:lnTo>
                    <a:pt x="807" y="637"/>
                  </a:lnTo>
                  <a:lnTo>
                    <a:pt x="808" y="637"/>
                  </a:lnTo>
                  <a:lnTo>
                    <a:pt x="809" y="636"/>
                  </a:lnTo>
                  <a:lnTo>
                    <a:pt x="810" y="636"/>
                  </a:lnTo>
                  <a:lnTo>
                    <a:pt x="811" y="636"/>
                  </a:lnTo>
                  <a:lnTo>
                    <a:pt x="811" y="636"/>
                  </a:lnTo>
                  <a:lnTo>
                    <a:pt x="811" y="637"/>
                  </a:lnTo>
                  <a:lnTo>
                    <a:pt x="811" y="637"/>
                  </a:lnTo>
                  <a:lnTo>
                    <a:pt x="811" y="638"/>
                  </a:lnTo>
                  <a:lnTo>
                    <a:pt x="810" y="638"/>
                  </a:lnTo>
                  <a:lnTo>
                    <a:pt x="811" y="639"/>
                  </a:lnTo>
                  <a:lnTo>
                    <a:pt x="812" y="639"/>
                  </a:lnTo>
                  <a:lnTo>
                    <a:pt x="812" y="639"/>
                  </a:lnTo>
                  <a:lnTo>
                    <a:pt x="812" y="639"/>
                  </a:lnTo>
                  <a:lnTo>
                    <a:pt x="813" y="640"/>
                  </a:lnTo>
                  <a:lnTo>
                    <a:pt x="813" y="640"/>
                  </a:lnTo>
                  <a:lnTo>
                    <a:pt x="814" y="640"/>
                  </a:lnTo>
                  <a:lnTo>
                    <a:pt x="814" y="640"/>
                  </a:lnTo>
                  <a:lnTo>
                    <a:pt x="814" y="640"/>
                  </a:lnTo>
                  <a:lnTo>
                    <a:pt x="814" y="639"/>
                  </a:lnTo>
                  <a:lnTo>
                    <a:pt x="815" y="638"/>
                  </a:lnTo>
                  <a:lnTo>
                    <a:pt x="815" y="637"/>
                  </a:lnTo>
                  <a:lnTo>
                    <a:pt x="814" y="636"/>
                  </a:lnTo>
                  <a:lnTo>
                    <a:pt x="814" y="637"/>
                  </a:lnTo>
                  <a:lnTo>
                    <a:pt x="814" y="637"/>
                  </a:lnTo>
                  <a:lnTo>
                    <a:pt x="814" y="637"/>
                  </a:lnTo>
                  <a:lnTo>
                    <a:pt x="813" y="637"/>
                  </a:lnTo>
                  <a:lnTo>
                    <a:pt x="813" y="635"/>
                  </a:lnTo>
                  <a:lnTo>
                    <a:pt x="813" y="635"/>
                  </a:lnTo>
                  <a:lnTo>
                    <a:pt x="813" y="635"/>
                  </a:lnTo>
                  <a:lnTo>
                    <a:pt x="813" y="635"/>
                  </a:lnTo>
                  <a:lnTo>
                    <a:pt x="814" y="634"/>
                  </a:lnTo>
                  <a:lnTo>
                    <a:pt x="814" y="632"/>
                  </a:lnTo>
                  <a:lnTo>
                    <a:pt x="813" y="632"/>
                  </a:lnTo>
                  <a:lnTo>
                    <a:pt x="813" y="632"/>
                  </a:lnTo>
                  <a:lnTo>
                    <a:pt x="813" y="632"/>
                  </a:lnTo>
                  <a:lnTo>
                    <a:pt x="812" y="631"/>
                  </a:lnTo>
                  <a:lnTo>
                    <a:pt x="811" y="631"/>
                  </a:lnTo>
                  <a:lnTo>
                    <a:pt x="811" y="630"/>
                  </a:lnTo>
                  <a:lnTo>
                    <a:pt x="810" y="631"/>
                  </a:lnTo>
                  <a:lnTo>
                    <a:pt x="810" y="632"/>
                  </a:lnTo>
                  <a:lnTo>
                    <a:pt x="810" y="632"/>
                  </a:lnTo>
                  <a:lnTo>
                    <a:pt x="810" y="631"/>
                  </a:lnTo>
                  <a:lnTo>
                    <a:pt x="810" y="630"/>
                  </a:lnTo>
                  <a:lnTo>
                    <a:pt x="810" y="630"/>
                  </a:lnTo>
                  <a:lnTo>
                    <a:pt x="810" y="630"/>
                  </a:lnTo>
                  <a:lnTo>
                    <a:pt x="812" y="629"/>
                  </a:lnTo>
                  <a:lnTo>
                    <a:pt x="814" y="629"/>
                  </a:lnTo>
                  <a:lnTo>
                    <a:pt x="814" y="629"/>
                  </a:lnTo>
                  <a:lnTo>
                    <a:pt x="814" y="629"/>
                  </a:lnTo>
                  <a:lnTo>
                    <a:pt x="815" y="629"/>
                  </a:lnTo>
                  <a:lnTo>
                    <a:pt x="815" y="628"/>
                  </a:lnTo>
                  <a:lnTo>
                    <a:pt x="816" y="628"/>
                  </a:lnTo>
                  <a:lnTo>
                    <a:pt x="817" y="627"/>
                  </a:lnTo>
                  <a:lnTo>
                    <a:pt x="818" y="627"/>
                  </a:lnTo>
                  <a:lnTo>
                    <a:pt x="818" y="626"/>
                  </a:lnTo>
                  <a:lnTo>
                    <a:pt x="818" y="626"/>
                  </a:lnTo>
                  <a:lnTo>
                    <a:pt x="819" y="626"/>
                  </a:lnTo>
                  <a:lnTo>
                    <a:pt x="819" y="626"/>
                  </a:lnTo>
                  <a:lnTo>
                    <a:pt x="819" y="626"/>
                  </a:lnTo>
                  <a:lnTo>
                    <a:pt x="819" y="626"/>
                  </a:lnTo>
                  <a:lnTo>
                    <a:pt x="820" y="625"/>
                  </a:lnTo>
                  <a:lnTo>
                    <a:pt x="821" y="625"/>
                  </a:lnTo>
                  <a:lnTo>
                    <a:pt x="822" y="625"/>
                  </a:lnTo>
                  <a:lnTo>
                    <a:pt x="823" y="625"/>
                  </a:lnTo>
                  <a:lnTo>
                    <a:pt x="823" y="624"/>
                  </a:lnTo>
                  <a:lnTo>
                    <a:pt x="824" y="623"/>
                  </a:lnTo>
                  <a:lnTo>
                    <a:pt x="825" y="622"/>
                  </a:lnTo>
                  <a:lnTo>
                    <a:pt x="826" y="622"/>
                  </a:lnTo>
                  <a:lnTo>
                    <a:pt x="826" y="622"/>
                  </a:lnTo>
                  <a:lnTo>
                    <a:pt x="827" y="622"/>
                  </a:lnTo>
                  <a:lnTo>
                    <a:pt x="827" y="623"/>
                  </a:lnTo>
                  <a:lnTo>
                    <a:pt x="827" y="624"/>
                  </a:lnTo>
                  <a:lnTo>
                    <a:pt x="827" y="624"/>
                  </a:lnTo>
                  <a:lnTo>
                    <a:pt x="827" y="625"/>
                  </a:lnTo>
                  <a:lnTo>
                    <a:pt x="827" y="625"/>
                  </a:lnTo>
                  <a:lnTo>
                    <a:pt x="827" y="625"/>
                  </a:lnTo>
                  <a:lnTo>
                    <a:pt x="827" y="626"/>
                  </a:lnTo>
                  <a:lnTo>
                    <a:pt x="827" y="626"/>
                  </a:lnTo>
                  <a:lnTo>
                    <a:pt x="827" y="627"/>
                  </a:lnTo>
                  <a:lnTo>
                    <a:pt x="827" y="628"/>
                  </a:lnTo>
                  <a:lnTo>
                    <a:pt x="827" y="629"/>
                  </a:lnTo>
                  <a:lnTo>
                    <a:pt x="827" y="629"/>
                  </a:lnTo>
                  <a:lnTo>
                    <a:pt x="827" y="630"/>
                  </a:lnTo>
                  <a:lnTo>
                    <a:pt x="826" y="630"/>
                  </a:lnTo>
                  <a:lnTo>
                    <a:pt x="826" y="630"/>
                  </a:lnTo>
                  <a:lnTo>
                    <a:pt x="825" y="630"/>
                  </a:lnTo>
                  <a:lnTo>
                    <a:pt x="826" y="631"/>
                  </a:lnTo>
                  <a:lnTo>
                    <a:pt x="826" y="631"/>
                  </a:lnTo>
                  <a:lnTo>
                    <a:pt x="826" y="632"/>
                  </a:lnTo>
                  <a:lnTo>
                    <a:pt x="826" y="632"/>
                  </a:lnTo>
                  <a:lnTo>
                    <a:pt x="826" y="632"/>
                  </a:lnTo>
                  <a:lnTo>
                    <a:pt x="825" y="633"/>
                  </a:lnTo>
                  <a:lnTo>
                    <a:pt x="825" y="634"/>
                  </a:lnTo>
                  <a:lnTo>
                    <a:pt x="826" y="634"/>
                  </a:lnTo>
                  <a:lnTo>
                    <a:pt x="827" y="635"/>
                  </a:lnTo>
                  <a:lnTo>
                    <a:pt x="827" y="636"/>
                  </a:lnTo>
                  <a:lnTo>
                    <a:pt x="826" y="636"/>
                  </a:lnTo>
                  <a:lnTo>
                    <a:pt x="827" y="637"/>
                  </a:lnTo>
                  <a:lnTo>
                    <a:pt x="827" y="638"/>
                  </a:lnTo>
                  <a:lnTo>
                    <a:pt x="827" y="639"/>
                  </a:lnTo>
                  <a:lnTo>
                    <a:pt x="826" y="639"/>
                  </a:lnTo>
                  <a:lnTo>
                    <a:pt x="824" y="639"/>
                  </a:lnTo>
                  <a:lnTo>
                    <a:pt x="823" y="639"/>
                  </a:lnTo>
                  <a:lnTo>
                    <a:pt x="822" y="639"/>
                  </a:lnTo>
                  <a:lnTo>
                    <a:pt x="822" y="639"/>
                  </a:lnTo>
                  <a:lnTo>
                    <a:pt x="822" y="638"/>
                  </a:lnTo>
                  <a:lnTo>
                    <a:pt x="821" y="638"/>
                  </a:lnTo>
                  <a:lnTo>
                    <a:pt x="819" y="638"/>
                  </a:lnTo>
                  <a:lnTo>
                    <a:pt x="819" y="639"/>
                  </a:lnTo>
                  <a:lnTo>
                    <a:pt x="819" y="639"/>
                  </a:lnTo>
                  <a:lnTo>
                    <a:pt x="819" y="640"/>
                  </a:lnTo>
                  <a:lnTo>
                    <a:pt x="819" y="641"/>
                  </a:lnTo>
                  <a:lnTo>
                    <a:pt x="819" y="641"/>
                  </a:lnTo>
                  <a:lnTo>
                    <a:pt x="818" y="641"/>
                  </a:lnTo>
                  <a:lnTo>
                    <a:pt x="817" y="641"/>
                  </a:lnTo>
                  <a:lnTo>
                    <a:pt x="817" y="641"/>
                  </a:lnTo>
                  <a:lnTo>
                    <a:pt x="816" y="641"/>
                  </a:lnTo>
                  <a:lnTo>
                    <a:pt x="815" y="640"/>
                  </a:lnTo>
                  <a:lnTo>
                    <a:pt x="814" y="640"/>
                  </a:lnTo>
                  <a:lnTo>
                    <a:pt x="814" y="640"/>
                  </a:lnTo>
                  <a:lnTo>
                    <a:pt x="814" y="641"/>
                  </a:lnTo>
                  <a:lnTo>
                    <a:pt x="814" y="642"/>
                  </a:lnTo>
                  <a:lnTo>
                    <a:pt x="814" y="643"/>
                  </a:lnTo>
                  <a:lnTo>
                    <a:pt x="813" y="643"/>
                  </a:lnTo>
                  <a:lnTo>
                    <a:pt x="812" y="644"/>
                  </a:lnTo>
                  <a:lnTo>
                    <a:pt x="811" y="646"/>
                  </a:lnTo>
                  <a:lnTo>
                    <a:pt x="811" y="648"/>
                  </a:lnTo>
                  <a:lnTo>
                    <a:pt x="811" y="648"/>
                  </a:lnTo>
                  <a:lnTo>
                    <a:pt x="810" y="648"/>
                  </a:lnTo>
                  <a:lnTo>
                    <a:pt x="810" y="648"/>
                  </a:lnTo>
                  <a:lnTo>
                    <a:pt x="809" y="649"/>
                  </a:lnTo>
                  <a:lnTo>
                    <a:pt x="808" y="650"/>
                  </a:lnTo>
                  <a:lnTo>
                    <a:pt x="808" y="651"/>
                  </a:lnTo>
                  <a:lnTo>
                    <a:pt x="809" y="652"/>
                  </a:lnTo>
                  <a:lnTo>
                    <a:pt x="808" y="652"/>
                  </a:lnTo>
                  <a:lnTo>
                    <a:pt x="808" y="653"/>
                  </a:lnTo>
                  <a:lnTo>
                    <a:pt x="808" y="653"/>
                  </a:lnTo>
                  <a:lnTo>
                    <a:pt x="807" y="654"/>
                  </a:lnTo>
                  <a:lnTo>
                    <a:pt x="806" y="655"/>
                  </a:lnTo>
                  <a:lnTo>
                    <a:pt x="806" y="655"/>
                  </a:lnTo>
                  <a:lnTo>
                    <a:pt x="806" y="654"/>
                  </a:lnTo>
                  <a:lnTo>
                    <a:pt x="805" y="653"/>
                  </a:lnTo>
                  <a:lnTo>
                    <a:pt x="806" y="653"/>
                  </a:lnTo>
                  <a:lnTo>
                    <a:pt x="806" y="652"/>
                  </a:lnTo>
                  <a:lnTo>
                    <a:pt x="806" y="652"/>
                  </a:lnTo>
                  <a:lnTo>
                    <a:pt x="806" y="652"/>
                  </a:lnTo>
                  <a:lnTo>
                    <a:pt x="806" y="652"/>
                  </a:lnTo>
                  <a:lnTo>
                    <a:pt x="806" y="652"/>
                  </a:lnTo>
                  <a:lnTo>
                    <a:pt x="806" y="652"/>
                  </a:lnTo>
                  <a:lnTo>
                    <a:pt x="806" y="652"/>
                  </a:lnTo>
                  <a:lnTo>
                    <a:pt x="806" y="652"/>
                  </a:lnTo>
                  <a:lnTo>
                    <a:pt x="805" y="651"/>
                  </a:lnTo>
                  <a:lnTo>
                    <a:pt x="804" y="650"/>
                  </a:lnTo>
                  <a:lnTo>
                    <a:pt x="804" y="649"/>
                  </a:lnTo>
                  <a:lnTo>
                    <a:pt x="804" y="649"/>
                  </a:lnTo>
                  <a:lnTo>
                    <a:pt x="803" y="649"/>
                  </a:lnTo>
                  <a:lnTo>
                    <a:pt x="803" y="649"/>
                  </a:lnTo>
                  <a:lnTo>
                    <a:pt x="802" y="648"/>
                  </a:lnTo>
                  <a:lnTo>
                    <a:pt x="801" y="648"/>
                  </a:lnTo>
                  <a:lnTo>
                    <a:pt x="801" y="648"/>
                  </a:lnTo>
                  <a:lnTo>
                    <a:pt x="801" y="648"/>
                  </a:lnTo>
                  <a:lnTo>
                    <a:pt x="801" y="648"/>
                  </a:lnTo>
                  <a:lnTo>
                    <a:pt x="799" y="646"/>
                  </a:lnTo>
                  <a:lnTo>
                    <a:pt x="798" y="646"/>
                  </a:lnTo>
                  <a:lnTo>
                    <a:pt x="798" y="646"/>
                  </a:lnTo>
                  <a:lnTo>
                    <a:pt x="798" y="645"/>
                  </a:lnTo>
                  <a:lnTo>
                    <a:pt x="797" y="646"/>
                  </a:lnTo>
                  <a:lnTo>
                    <a:pt x="797" y="646"/>
                  </a:lnTo>
                  <a:lnTo>
                    <a:pt x="796" y="647"/>
                  </a:lnTo>
                  <a:lnTo>
                    <a:pt x="796" y="648"/>
                  </a:lnTo>
                  <a:lnTo>
                    <a:pt x="797" y="648"/>
                  </a:lnTo>
                  <a:lnTo>
                    <a:pt x="798" y="648"/>
                  </a:lnTo>
                  <a:lnTo>
                    <a:pt x="798" y="649"/>
                  </a:lnTo>
                  <a:lnTo>
                    <a:pt x="797" y="650"/>
                  </a:lnTo>
                  <a:lnTo>
                    <a:pt x="797" y="651"/>
                  </a:lnTo>
                  <a:lnTo>
                    <a:pt x="796" y="651"/>
                  </a:lnTo>
                  <a:lnTo>
                    <a:pt x="796" y="651"/>
                  </a:lnTo>
                  <a:lnTo>
                    <a:pt x="795" y="651"/>
                  </a:lnTo>
                  <a:lnTo>
                    <a:pt x="794" y="652"/>
                  </a:lnTo>
                  <a:lnTo>
                    <a:pt x="794" y="652"/>
                  </a:lnTo>
                  <a:lnTo>
                    <a:pt x="795" y="652"/>
                  </a:lnTo>
                  <a:lnTo>
                    <a:pt x="795" y="652"/>
                  </a:lnTo>
                  <a:lnTo>
                    <a:pt x="794" y="652"/>
                  </a:lnTo>
                  <a:lnTo>
                    <a:pt x="793" y="654"/>
                  </a:lnTo>
                  <a:lnTo>
                    <a:pt x="793" y="654"/>
                  </a:lnTo>
                  <a:lnTo>
                    <a:pt x="793" y="655"/>
                  </a:lnTo>
                  <a:lnTo>
                    <a:pt x="793" y="656"/>
                  </a:lnTo>
                  <a:lnTo>
                    <a:pt x="793" y="656"/>
                  </a:lnTo>
                  <a:lnTo>
                    <a:pt x="794" y="655"/>
                  </a:lnTo>
                  <a:lnTo>
                    <a:pt x="794" y="654"/>
                  </a:lnTo>
                  <a:lnTo>
                    <a:pt x="794" y="654"/>
                  </a:lnTo>
                  <a:lnTo>
                    <a:pt x="794" y="654"/>
                  </a:lnTo>
                  <a:lnTo>
                    <a:pt x="795" y="654"/>
                  </a:lnTo>
                  <a:lnTo>
                    <a:pt x="795" y="655"/>
                  </a:lnTo>
                  <a:lnTo>
                    <a:pt x="795" y="655"/>
                  </a:lnTo>
                  <a:lnTo>
                    <a:pt x="796" y="654"/>
                  </a:lnTo>
                  <a:lnTo>
                    <a:pt x="797" y="654"/>
                  </a:lnTo>
                  <a:lnTo>
                    <a:pt x="797" y="654"/>
                  </a:lnTo>
                  <a:lnTo>
                    <a:pt x="797" y="655"/>
                  </a:lnTo>
                  <a:lnTo>
                    <a:pt x="797" y="655"/>
                  </a:lnTo>
                  <a:lnTo>
                    <a:pt x="797" y="656"/>
                  </a:lnTo>
                  <a:lnTo>
                    <a:pt x="797" y="656"/>
                  </a:lnTo>
                  <a:lnTo>
                    <a:pt x="797" y="656"/>
                  </a:lnTo>
                  <a:lnTo>
                    <a:pt x="797" y="656"/>
                  </a:lnTo>
                  <a:lnTo>
                    <a:pt x="797" y="656"/>
                  </a:lnTo>
                  <a:lnTo>
                    <a:pt x="797" y="657"/>
                  </a:lnTo>
                  <a:lnTo>
                    <a:pt x="796" y="658"/>
                  </a:lnTo>
                  <a:lnTo>
                    <a:pt x="797" y="660"/>
                  </a:lnTo>
                  <a:lnTo>
                    <a:pt x="797" y="661"/>
                  </a:lnTo>
                  <a:lnTo>
                    <a:pt x="797" y="661"/>
                  </a:lnTo>
                  <a:lnTo>
                    <a:pt x="797" y="661"/>
                  </a:lnTo>
                  <a:lnTo>
                    <a:pt x="799" y="661"/>
                  </a:lnTo>
                  <a:lnTo>
                    <a:pt x="799" y="661"/>
                  </a:lnTo>
                  <a:lnTo>
                    <a:pt x="802" y="661"/>
                  </a:lnTo>
                  <a:lnTo>
                    <a:pt x="802" y="661"/>
                  </a:lnTo>
                  <a:lnTo>
                    <a:pt x="802" y="661"/>
                  </a:lnTo>
                  <a:lnTo>
                    <a:pt x="801" y="661"/>
                  </a:lnTo>
                  <a:lnTo>
                    <a:pt x="799" y="663"/>
                  </a:lnTo>
                  <a:lnTo>
                    <a:pt x="797" y="664"/>
                  </a:lnTo>
                  <a:lnTo>
                    <a:pt x="797" y="664"/>
                  </a:lnTo>
                  <a:lnTo>
                    <a:pt x="797" y="664"/>
                  </a:lnTo>
                  <a:lnTo>
                    <a:pt x="796" y="665"/>
                  </a:lnTo>
                  <a:lnTo>
                    <a:pt x="796" y="665"/>
                  </a:lnTo>
                  <a:lnTo>
                    <a:pt x="795" y="664"/>
                  </a:lnTo>
                  <a:lnTo>
                    <a:pt x="794" y="665"/>
                  </a:lnTo>
                  <a:lnTo>
                    <a:pt x="794" y="666"/>
                  </a:lnTo>
                  <a:lnTo>
                    <a:pt x="795" y="666"/>
                  </a:lnTo>
                  <a:lnTo>
                    <a:pt x="797" y="667"/>
                  </a:lnTo>
                  <a:lnTo>
                    <a:pt x="797" y="669"/>
                  </a:lnTo>
                  <a:lnTo>
                    <a:pt x="797" y="669"/>
                  </a:lnTo>
                  <a:lnTo>
                    <a:pt x="797" y="669"/>
                  </a:lnTo>
                  <a:lnTo>
                    <a:pt x="797" y="670"/>
                  </a:lnTo>
                  <a:lnTo>
                    <a:pt x="797" y="670"/>
                  </a:lnTo>
                  <a:lnTo>
                    <a:pt x="798" y="670"/>
                  </a:lnTo>
                  <a:lnTo>
                    <a:pt x="799" y="671"/>
                  </a:lnTo>
                  <a:lnTo>
                    <a:pt x="799" y="671"/>
                  </a:lnTo>
                  <a:lnTo>
                    <a:pt x="798" y="672"/>
                  </a:lnTo>
                  <a:lnTo>
                    <a:pt x="797" y="672"/>
                  </a:lnTo>
                  <a:lnTo>
                    <a:pt x="797" y="672"/>
                  </a:lnTo>
                  <a:lnTo>
                    <a:pt x="797" y="671"/>
                  </a:lnTo>
                  <a:lnTo>
                    <a:pt x="797" y="671"/>
                  </a:lnTo>
                  <a:lnTo>
                    <a:pt x="795" y="672"/>
                  </a:lnTo>
                  <a:lnTo>
                    <a:pt x="794" y="673"/>
                  </a:lnTo>
                  <a:lnTo>
                    <a:pt x="794" y="674"/>
                  </a:lnTo>
                  <a:lnTo>
                    <a:pt x="793" y="674"/>
                  </a:lnTo>
                  <a:lnTo>
                    <a:pt x="793" y="675"/>
                  </a:lnTo>
                  <a:lnTo>
                    <a:pt x="794" y="675"/>
                  </a:lnTo>
                  <a:lnTo>
                    <a:pt x="794" y="675"/>
                  </a:lnTo>
                  <a:lnTo>
                    <a:pt x="794" y="676"/>
                  </a:lnTo>
                  <a:lnTo>
                    <a:pt x="793" y="676"/>
                  </a:lnTo>
                  <a:lnTo>
                    <a:pt x="793" y="677"/>
                  </a:lnTo>
                  <a:lnTo>
                    <a:pt x="793" y="678"/>
                  </a:lnTo>
                  <a:lnTo>
                    <a:pt x="792" y="677"/>
                  </a:lnTo>
                  <a:lnTo>
                    <a:pt x="791" y="677"/>
                  </a:lnTo>
                  <a:lnTo>
                    <a:pt x="791" y="678"/>
                  </a:lnTo>
                  <a:lnTo>
                    <a:pt x="791" y="678"/>
                  </a:lnTo>
                  <a:lnTo>
                    <a:pt x="790" y="678"/>
                  </a:lnTo>
                  <a:lnTo>
                    <a:pt x="790" y="678"/>
                  </a:lnTo>
                  <a:lnTo>
                    <a:pt x="790" y="679"/>
                  </a:lnTo>
                  <a:lnTo>
                    <a:pt x="790" y="679"/>
                  </a:lnTo>
                  <a:lnTo>
                    <a:pt x="790" y="679"/>
                  </a:lnTo>
                  <a:lnTo>
                    <a:pt x="790" y="680"/>
                  </a:lnTo>
                  <a:lnTo>
                    <a:pt x="790" y="680"/>
                  </a:lnTo>
                  <a:lnTo>
                    <a:pt x="792" y="680"/>
                  </a:lnTo>
                  <a:lnTo>
                    <a:pt x="792" y="681"/>
                  </a:lnTo>
                  <a:lnTo>
                    <a:pt x="792" y="682"/>
                  </a:lnTo>
                  <a:lnTo>
                    <a:pt x="792" y="682"/>
                  </a:lnTo>
                  <a:lnTo>
                    <a:pt x="792" y="682"/>
                  </a:lnTo>
                  <a:lnTo>
                    <a:pt x="792" y="683"/>
                  </a:lnTo>
                  <a:lnTo>
                    <a:pt x="791" y="684"/>
                  </a:lnTo>
                  <a:lnTo>
                    <a:pt x="791" y="686"/>
                  </a:lnTo>
                  <a:lnTo>
                    <a:pt x="789" y="687"/>
                  </a:lnTo>
                  <a:lnTo>
                    <a:pt x="789" y="687"/>
                  </a:lnTo>
                  <a:lnTo>
                    <a:pt x="788" y="687"/>
                  </a:lnTo>
                  <a:lnTo>
                    <a:pt x="788" y="687"/>
                  </a:lnTo>
                  <a:lnTo>
                    <a:pt x="788" y="688"/>
                  </a:lnTo>
                  <a:lnTo>
                    <a:pt x="788" y="688"/>
                  </a:lnTo>
                  <a:lnTo>
                    <a:pt x="790" y="689"/>
                  </a:lnTo>
                  <a:lnTo>
                    <a:pt x="790" y="690"/>
                  </a:lnTo>
                  <a:lnTo>
                    <a:pt x="791" y="691"/>
                  </a:lnTo>
                  <a:lnTo>
                    <a:pt x="793" y="691"/>
                  </a:lnTo>
                  <a:lnTo>
                    <a:pt x="793" y="691"/>
                  </a:lnTo>
                  <a:lnTo>
                    <a:pt x="793" y="691"/>
                  </a:lnTo>
                  <a:lnTo>
                    <a:pt x="793" y="692"/>
                  </a:lnTo>
                  <a:lnTo>
                    <a:pt x="793" y="693"/>
                  </a:lnTo>
                  <a:lnTo>
                    <a:pt x="793" y="693"/>
                  </a:lnTo>
                  <a:lnTo>
                    <a:pt x="793" y="694"/>
                  </a:lnTo>
                  <a:lnTo>
                    <a:pt x="793" y="695"/>
                  </a:lnTo>
                  <a:lnTo>
                    <a:pt x="793" y="696"/>
                  </a:lnTo>
                  <a:lnTo>
                    <a:pt x="791" y="697"/>
                  </a:lnTo>
                  <a:lnTo>
                    <a:pt x="792" y="697"/>
                  </a:lnTo>
                  <a:lnTo>
                    <a:pt x="792" y="698"/>
                  </a:lnTo>
                  <a:lnTo>
                    <a:pt x="792" y="699"/>
                  </a:lnTo>
                  <a:lnTo>
                    <a:pt x="792" y="699"/>
                  </a:lnTo>
                  <a:lnTo>
                    <a:pt x="791" y="699"/>
                  </a:lnTo>
                  <a:lnTo>
                    <a:pt x="788" y="699"/>
                  </a:lnTo>
                  <a:lnTo>
                    <a:pt x="788" y="700"/>
                  </a:lnTo>
                  <a:lnTo>
                    <a:pt x="787" y="699"/>
                  </a:lnTo>
                  <a:lnTo>
                    <a:pt x="787" y="700"/>
                  </a:lnTo>
                  <a:lnTo>
                    <a:pt x="787" y="700"/>
                  </a:lnTo>
                  <a:lnTo>
                    <a:pt x="785" y="700"/>
                  </a:lnTo>
                  <a:lnTo>
                    <a:pt x="784" y="700"/>
                  </a:lnTo>
                  <a:lnTo>
                    <a:pt x="784" y="698"/>
                  </a:lnTo>
                  <a:lnTo>
                    <a:pt x="784" y="697"/>
                  </a:lnTo>
                  <a:lnTo>
                    <a:pt x="784" y="697"/>
                  </a:lnTo>
                  <a:lnTo>
                    <a:pt x="784" y="697"/>
                  </a:lnTo>
                  <a:lnTo>
                    <a:pt x="784" y="696"/>
                  </a:lnTo>
                  <a:lnTo>
                    <a:pt x="784" y="696"/>
                  </a:lnTo>
                  <a:lnTo>
                    <a:pt x="784" y="696"/>
                  </a:lnTo>
                  <a:lnTo>
                    <a:pt x="783" y="697"/>
                  </a:lnTo>
                  <a:lnTo>
                    <a:pt x="782" y="698"/>
                  </a:lnTo>
                  <a:lnTo>
                    <a:pt x="782" y="696"/>
                  </a:lnTo>
                  <a:lnTo>
                    <a:pt x="782" y="696"/>
                  </a:lnTo>
                  <a:lnTo>
                    <a:pt x="782" y="696"/>
                  </a:lnTo>
                  <a:lnTo>
                    <a:pt x="782" y="696"/>
                  </a:lnTo>
                  <a:lnTo>
                    <a:pt x="782" y="695"/>
                  </a:lnTo>
                  <a:lnTo>
                    <a:pt x="782" y="695"/>
                  </a:lnTo>
                  <a:lnTo>
                    <a:pt x="782" y="695"/>
                  </a:lnTo>
                  <a:lnTo>
                    <a:pt x="781" y="695"/>
                  </a:lnTo>
                  <a:lnTo>
                    <a:pt x="780" y="695"/>
                  </a:lnTo>
                  <a:lnTo>
                    <a:pt x="780" y="694"/>
                  </a:lnTo>
                  <a:lnTo>
                    <a:pt x="780" y="694"/>
                  </a:lnTo>
                  <a:lnTo>
                    <a:pt x="780" y="693"/>
                  </a:lnTo>
                  <a:lnTo>
                    <a:pt x="780" y="693"/>
                  </a:lnTo>
                  <a:lnTo>
                    <a:pt x="780" y="693"/>
                  </a:lnTo>
                  <a:lnTo>
                    <a:pt x="780" y="692"/>
                  </a:lnTo>
                  <a:lnTo>
                    <a:pt x="780" y="691"/>
                  </a:lnTo>
                  <a:lnTo>
                    <a:pt x="780" y="691"/>
                  </a:lnTo>
                  <a:lnTo>
                    <a:pt x="780" y="690"/>
                  </a:lnTo>
                  <a:lnTo>
                    <a:pt x="780" y="690"/>
                  </a:lnTo>
                  <a:lnTo>
                    <a:pt x="781" y="690"/>
                  </a:lnTo>
                  <a:lnTo>
                    <a:pt x="781" y="688"/>
                  </a:lnTo>
                  <a:lnTo>
                    <a:pt x="782" y="687"/>
                  </a:lnTo>
                  <a:lnTo>
                    <a:pt x="781" y="687"/>
                  </a:lnTo>
                  <a:lnTo>
                    <a:pt x="781" y="685"/>
                  </a:lnTo>
                  <a:lnTo>
                    <a:pt x="781" y="685"/>
                  </a:lnTo>
                  <a:lnTo>
                    <a:pt x="781" y="683"/>
                  </a:lnTo>
                  <a:lnTo>
                    <a:pt x="781" y="682"/>
                  </a:lnTo>
                  <a:lnTo>
                    <a:pt x="782" y="682"/>
                  </a:lnTo>
                  <a:lnTo>
                    <a:pt x="780" y="682"/>
                  </a:lnTo>
                  <a:lnTo>
                    <a:pt x="780" y="682"/>
                  </a:lnTo>
                  <a:lnTo>
                    <a:pt x="780" y="682"/>
                  </a:lnTo>
                  <a:lnTo>
                    <a:pt x="779" y="682"/>
                  </a:lnTo>
                  <a:lnTo>
                    <a:pt x="779" y="681"/>
                  </a:lnTo>
                  <a:lnTo>
                    <a:pt x="779" y="680"/>
                  </a:lnTo>
                  <a:lnTo>
                    <a:pt x="778" y="680"/>
                  </a:lnTo>
                  <a:lnTo>
                    <a:pt x="778" y="679"/>
                  </a:lnTo>
                  <a:lnTo>
                    <a:pt x="778" y="679"/>
                  </a:lnTo>
                  <a:lnTo>
                    <a:pt x="778" y="678"/>
                  </a:lnTo>
                  <a:lnTo>
                    <a:pt x="776" y="678"/>
                  </a:lnTo>
                  <a:lnTo>
                    <a:pt x="776" y="678"/>
                  </a:lnTo>
                  <a:lnTo>
                    <a:pt x="775" y="678"/>
                  </a:lnTo>
                  <a:lnTo>
                    <a:pt x="775" y="678"/>
                  </a:lnTo>
                  <a:lnTo>
                    <a:pt x="775" y="677"/>
                  </a:lnTo>
                  <a:lnTo>
                    <a:pt x="775" y="676"/>
                  </a:lnTo>
                  <a:lnTo>
                    <a:pt x="775" y="675"/>
                  </a:lnTo>
                  <a:lnTo>
                    <a:pt x="776" y="674"/>
                  </a:lnTo>
                  <a:lnTo>
                    <a:pt x="776" y="674"/>
                  </a:lnTo>
                  <a:lnTo>
                    <a:pt x="777" y="674"/>
                  </a:lnTo>
                  <a:lnTo>
                    <a:pt x="778" y="675"/>
                  </a:lnTo>
                  <a:lnTo>
                    <a:pt x="779" y="675"/>
                  </a:lnTo>
                  <a:lnTo>
                    <a:pt x="779" y="675"/>
                  </a:lnTo>
                  <a:lnTo>
                    <a:pt x="779" y="676"/>
                  </a:lnTo>
                  <a:lnTo>
                    <a:pt x="778" y="676"/>
                  </a:lnTo>
                  <a:lnTo>
                    <a:pt x="778" y="678"/>
                  </a:lnTo>
                  <a:lnTo>
                    <a:pt x="779" y="678"/>
                  </a:lnTo>
                  <a:lnTo>
                    <a:pt x="780" y="676"/>
                  </a:lnTo>
                  <a:lnTo>
                    <a:pt x="780" y="677"/>
                  </a:lnTo>
                  <a:lnTo>
                    <a:pt x="780" y="676"/>
                  </a:lnTo>
                  <a:lnTo>
                    <a:pt x="780" y="676"/>
                  </a:lnTo>
                  <a:lnTo>
                    <a:pt x="781" y="676"/>
                  </a:lnTo>
                  <a:lnTo>
                    <a:pt x="781" y="675"/>
                  </a:lnTo>
                  <a:lnTo>
                    <a:pt x="782" y="674"/>
                  </a:lnTo>
                  <a:lnTo>
                    <a:pt x="782" y="674"/>
                  </a:lnTo>
                  <a:lnTo>
                    <a:pt x="782" y="673"/>
                  </a:lnTo>
                  <a:lnTo>
                    <a:pt x="783" y="672"/>
                  </a:lnTo>
                  <a:lnTo>
                    <a:pt x="783" y="672"/>
                  </a:lnTo>
                  <a:lnTo>
                    <a:pt x="782" y="672"/>
                  </a:lnTo>
                  <a:lnTo>
                    <a:pt x="781" y="673"/>
                  </a:lnTo>
                  <a:lnTo>
                    <a:pt x="781" y="674"/>
                  </a:lnTo>
                  <a:lnTo>
                    <a:pt x="781" y="674"/>
                  </a:lnTo>
                  <a:lnTo>
                    <a:pt x="781" y="674"/>
                  </a:lnTo>
                  <a:lnTo>
                    <a:pt x="780" y="674"/>
                  </a:lnTo>
                  <a:lnTo>
                    <a:pt x="780" y="673"/>
                  </a:lnTo>
                  <a:lnTo>
                    <a:pt x="780" y="673"/>
                  </a:lnTo>
                  <a:lnTo>
                    <a:pt x="779" y="672"/>
                  </a:lnTo>
                  <a:lnTo>
                    <a:pt x="779" y="672"/>
                  </a:lnTo>
                  <a:lnTo>
                    <a:pt x="779" y="669"/>
                  </a:lnTo>
                  <a:lnTo>
                    <a:pt x="779" y="669"/>
                  </a:lnTo>
                  <a:lnTo>
                    <a:pt x="778" y="669"/>
                  </a:lnTo>
                  <a:lnTo>
                    <a:pt x="778" y="669"/>
                  </a:lnTo>
                  <a:lnTo>
                    <a:pt x="777" y="669"/>
                  </a:lnTo>
                  <a:lnTo>
                    <a:pt x="776" y="670"/>
                  </a:lnTo>
                  <a:lnTo>
                    <a:pt x="775" y="671"/>
                  </a:lnTo>
                  <a:lnTo>
                    <a:pt x="775" y="671"/>
                  </a:lnTo>
                  <a:lnTo>
                    <a:pt x="774" y="672"/>
                  </a:lnTo>
                  <a:lnTo>
                    <a:pt x="773" y="673"/>
                  </a:lnTo>
                  <a:lnTo>
                    <a:pt x="772" y="672"/>
                  </a:lnTo>
                  <a:lnTo>
                    <a:pt x="772" y="671"/>
                  </a:lnTo>
                  <a:lnTo>
                    <a:pt x="772" y="670"/>
                  </a:lnTo>
                  <a:lnTo>
                    <a:pt x="774" y="669"/>
                  </a:lnTo>
                  <a:lnTo>
                    <a:pt x="775" y="667"/>
                  </a:lnTo>
                  <a:lnTo>
                    <a:pt x="777" y="667"/>
                  </a:lnTo>
                  <a:lnTo>
                    <a:pt x="778" y="667"/>
                  </a:lnTo>
                  <a:lnTo>
                    <a:pt x="778" y="668"/>
                  </a:lnTo>
                  <a:lnTo>
                    <a:pt x="779" y="668"/>
                  </a:lnTo>
                  <a:lnTo>
                    <a:pt x="780" y="668"/>
                  </a:lnTo>
                  <a:lnTo>
                    <a:pt x="780" y="668"/>
                  </a:lnTo>
                  <a:lnTo>
                    <a:pt x="780" y="668"/>
                  </a:lnTo>
                  <a:lnTo>
                    <a:pt x="780" y="667"/>
                  </a:lnTo>
                  <a:lnTo>
                    <a:pt x="780" y="667"/>
                  </a:lnTo>
                  <a:lnTo>
                    <a:pt x="783" y="666"/>
                  </a:lnTo>
                  <a:lnTo>
                    <a:pt x="784" y="666"/>
                  </a:lnTo>
                  <a:lnTo>
                    <a:pt x="784" y="665"/>
                  </a:lnTo>
                  <a:lnTo>
                    <a:pt x="785" y="666"/>
                  </a:lnTo>
                  <a:lnTo>
                    <a:pt x="785" y="666"/>
                  </a:lnTo>
                  <a:lnTo>
                    <a:pt x="784" y="666"/>
                  </a:lnTo>
                  <a:lnTo>
                    <a:pt x="784" y="667"/>
                  </a:lnTo>
                  <a:lnTo>
                    <a:pt x="785" y="667"/>
                  </a:lnTo>
                  <a:lnTo>
                    <a:pt x="784" y="667"/>
                  </a:lnTo>
                  <a:lnTo>
                    <a:pt x="785" y="669"/>
                  </a:lnTo>
                  <a:lnTo>
                    <a:pt x="786" y="669"/>
                  </a:lnTo>
                  <a:lnTo>
                    <a:pt x="786" y="668"/>
                  </a:lnTo>
                  <a:lnTo>
                    <a:pt x="787" y="666"/>
                  </a:lnTo>
                  <a:lnTo>
                    <a:pt x="787" y="666"/>
                  </a:lnTo>
                  <a:lnTo>
                    <a:pt x="788" y="666"/>
                  </a:lnTo>
                  <a:lnTo>
                    <a:pt x="788" y="666"/>
                  </a:lnTo>
                  <a:lnTo>
                    <a:pt x="788" y="666"/>
                  </a:lnTo>
                  <a:lnTo>
                    <a:pt x="789" y="666"/>
                  </a:lnTo>
                  <a:lnTo>
                    <a:pt x="789" y="666"/>
                  </a:lnTo>
                  <a:lnTo>
                    <a:pt x="790" y="666"/>
                  </a:lnTo>
                  <a:lnTo>
                    <a:pt x="789" y="666"/>
                  </a:lnTo>
                  <a:lnTo>
                    <a:pt x="790" y="666"/>
                  </a:lnTo>
                  <a:lnTo>
                    <a:pt x="792" y="665"/>
                  </a:lnTo>
                  <a:lnTo>
                    <a:pt x="793" y="665"/>
                  </a:lnTo>
                  <a:lnTo>
                    <a:pt x="793" y="665"/>
                  </a:lnTo>
                  <a:lnTo>
                    <a:pt x="793" y="665"/>
                  </a:lnTo>
                  <a:lnTo>
                    <a:pt x="794" y="664"/>
                  </a:lnTo>
                  <a:lnTo>
                    <a:pt x="794" y="664"/>
                  </a:lnTo>
                  <a:lnTo>
                    <a:pt x="794" y="664"/>
                  </a:lnTo>
                  <a:lnTo>
                    <a:pt x="794" y="663"/>
                  </a:lnTo>
                  <a:lnTo>
                    <a:pt x="793" y="663"/>
                  </a:lnTo>
                  <a:lnTo>
                    <a:pt x="793" y="664"/>
                  </a:lnTo>
                  <a:lnTo>
                    <a:pt x="793" y="664"/>
                  </a:lnTo>
                  <a:lnTo>
                    <a:pt x="792" y="664"/>
                  </a:lnTo>
                  <a:lnTo>
                    <a:pt x="790" y="664"/>
                  </a:lnTo>
                  <a:lnTo>
                    <a:pt x="789" y="664"/>
                  </a:lnTo>
                  <a:lnTo>
                    <a:pt x="788" y="664"/>
                  </a:lnTo>
                  <a:lnTo>
                    <a:pt x="788" y="664"/>
                  </a:lnTo>
                  <a:lnTo>
                    <a:pt x="787" y="663"/>
                  </a:lnTo>
                  <a:lnTo>
                    <a:pt x="787" y="663"/>
                  </a:lnTo>
                  <a:lnTo>
                    <a:pt x="784" y="662"/>
                  </a:lnTo>
                  <a:lnTo>
                    <a:pt x="784" y="662"/>
                  </a:lnTo>
                  <a:lnTo>
                    <a:pt x="784" y="661"/>
                  </a:lnTo>
                  <a:lnTo>
                    <a:pt x="785" y="661"/>
                  </a:lnTo>
                  <a:lnTo>
                    <a:pt x="785" y="661"/>
                  </a:lnTo>
                  <a:lnTo>
                    <a:pt x="786" y="660"/>
                  </a:lnTo>
                  <a:lnTo>
                    <a:pt x="787" y="659"/>
                  </a:lnTo>
                  <a:lnTo>
                    <a:pt x="788" y="658"/>
                  </a:lnTo>
                  <a:lnTo>
                    <a:pt x="788" y="658"/>
                  </a:lnTo>
                  <a:lnTo>
                    <a:pt x="790" y="658"/>
                  </a:lnTo>
                  <a:lnTo>
                    <a:pt x="793" y="661"/>
                  </a:lnTo>
                  <a:lnTo>
                    <a:pt x="793" y="661"/>
                  </a:lnTo>
                  <a:lnTo>
                    <a:pt x="793" y="660"/>
                  </a:lnTo>
                  <a:lnTo>
                    <a:pt x="793" y="660"/>
                  </a:lnTo>
                  <a:lnTo>
                    <a:pt x="793" y="658"/>
                  </a:lnTo>
                  <a:lnTo>
                    <a:pt x="793" y="658"/>
                  </a:lnTo>
                  <a:lnTo>
                    <a:pt x="793" y="656"/>
                  </a:lnTo>
                  <a:lnTo>
                    <a:pt x="792" y="656"/>
                  </a:lnTo>
                  <a:lnTo>
                    <a:pt x="793" y="656"/>
                  </a:lnTo>
                  <a:lnTo>
                    <a:pt x="793" y="656"/>
                  </a:lnTo>
                  <a:lnTo>
                    <a:pt x="793" y="655"/>
                  </a:lnTo>
                  <a:lnTo>
                    <a:pt x="793" y="654"/>
                  </a:lnTo>
                  <a:lnTo>
                    <a:pt x="792" y="655"/>
                  </a:lnTo>
                  <a:lnTo>
                    <a:pt x="792" y="655"/>
                  </a:lnTo>
                  <a:lnTo>
                    <a:pt x="791" y="654"/>
                  </a:lnTo>
                  <a:lnTo>
                    <a:pt x="791" y="654"/>
                  </a:lnTo>
                  <a:lnTo>
                    <a:pt x="791" y="652"/>
                  </a:lnTo>
                  <a:lnTo>
                    <a:pt x="791" y="652"/>
                  </a:lnTo>
                  <a:lnTo>
                    <a:pt x="793" y="652"/>
                  </a:lnTo>
                  <a:lnTo>
                    <a:pt x="793" y="652"/>
                  </a:lnTo>
                  <a:lnTo>
                    <a:pt x="794" y="652"/>
                  </a:lnTo>
                  <a:lnTo>
                    <a:pt x="794" y="652"/>
                  </a:lnTo>
                  <a:lnTo>
                    <a:pt x="795" y="651"/>
                  </a:lnTo>
                  <a:lnTo>
                    <a:pt x="795" y="650"/>
                  </a:lnTo>
                  <a:lnTo>
                    <a:pt x="796" y="649"/>
                  </a:lnTo>
                  <a:lnTo>
                    <a:pt x="796" y="648"/>
                  </a:lnTo>
                  <a:lnTo>
                    <a:pt x="795" y="647"/>
                  </a:lnTo>
                  <a:lnTo>
                    <a:pt x="794" y="647"/>
                  </a:lnTo>
                  <a:lnTo>
                    <a:pt x="793" y="647"/>
                  </a:lnTo>
                  <a:lnTo>
                    <a:pt x="793" y="647"/>
                  </a:lnTo>
                  <a:lnTo>
                    <a:pt x="793" y="647"/>
                  </a:lnTo>
                  <a:lnTo>
                    <a:pt x="792" y="647"/>
                  </a:lnTo>
                  <a:lnTo>
                    <a:pt x="792" y="648"/>
                  </a:lnTo>
                  <a:lnTo>
                    <a:pt x="793" y="648"/>
                  </a:lnTo>
                  <a:lnTo>
                    <a:pt x="792" y="648"/>
                  </a:lnTo>
                  <a:lnTo>
                    <a:pt x="793" y="648"/>
                  </a:lnTo>
                  <a:lnTo>
                    <a:pt x="792" y="649"/>
                  </a:lnTo>
                  <a:lnTo>
                    <a:pt x="791" y="649"/>
                  </a:lnTo>
                  <a:lnTo>
                    <a:pt x="791" y="648"/>
                  </a:lnTo>
                  <a:lnTo>
                    <a:pt x="791" y="648"/>
                  </a:lnTo>
                  <a:lnTo>
                    <a:pt x="790" y="648"/>
                  </a:lnTo>
                  <a:lnTo>
                    <a:pt x="789" y="648"/>
                  </a:lnTo>
                  <a:lnTo>
                    <a:pt x="789" y="648"/>
                  </a:lnTo>
                  <a:lnTo>
                    <a:pt x="789" y="648"/>
                  </a:lnTo>
                  <a:lnTo>
                    <a:pt x="788" y="647"/>
                  </a:lnTo>
                  <a:lnTo>
                    <a:pt x="789" y="647"/>
                  </a:lnTo>
                  <a:lnTo>
                    <a:pt x="789" y="646"/>
                  </a:lnTo>
                  <a:lnTo>
                    <a:pt x="789" y="645"/>
                  </a:lnTo>
                  <a:lnTo>
                    <a:pt x="789" y="644"/>
                  </a:lnTo>
                  <a:lnTo>
                    <a:pt x="788" y="644"/>
                  </a:lnTo>
                  <a:lnTo>
                    <a:pt x="788" y="643"/>
                  </a:lnTo>
                  <a:lnTo>
                    <a:pt x="788" y="643"/>
                  </a:lnTo>
                  <a:lnTo>
                    <a:pt x="787" y="641"/>
                  </a:lnTo>
                  <a:lnTo>
                    <a:pt x="787" y="640"/>
                  </a:lnTo>
                  <a:lnTo>
                    <a:pt x="786" y="638"/>
                  </a:lnTo>
                  <a:lnTo>
                    <a:pt x="785" y="637"/>
                  </a:lnTo>
                  <a:lnTo>
                    <a:pt x="784" y="637"/>
                  </a:lnTo>
                  <a:lnTo>
                    <a:pt x="784" y="635"/>
                  </a:lnTo>
                  <a:lnTo>
                    <a:pt x="784" y="633"/>
                  </a:lnTo>
                  <a:lnTo>
                    <a:pt x="783" y="632"/>
                  </a:lnTo>
                  <a:lnTo>
                    <a:pt x="783" y="630"/>
                  </a:lnTo>
                  <a:lnTo>
                    <a:pt x="783" y="630"/>
                  </a:lnTo>
                  <a:lnTo>
                    <a:pt x="783" y="630"/>
                  </a:lnTo>
                  <a:lnTo>
                    <a:pt x="783" y="629"/>
                  </a:lnTo>
                  <a:lnTo>
                    <a:pt x="783" y="629"/>
                  </a:lnTo>
                  <a:lnTo>
                    <a:pt x="783" y="628"/>
                  </a:lnTo>
                  <a:lnTo>
                    <a:pt x="784" y="626"/>
                  </a:lnTo>
                  <a:lnTo>
                    <a:pt x="784" y="626"/>
                  </a:lnTo>
                  <a:lnTo>
                    <a:pt x="784" y="626"/>
                  </a:lnTo>
                  <a:lnTo>
                    <a:pt x="783" y="626"/>
                  </a:lnTo>
                  <a:lnTo>
                    <a:pt x="782" y="625"/>
                  </a:lnTo>
                  <a:lnTo>
                    <a:pt x="781" y="625"/>
                  </a:lnTo>
                  <a:lnTo>
                    <a:pt x="780" y="626"/>
                  </a:lnTo>
                  <a:lnTo>
                    <a:pt x="780" y="626"/>
                  </a:lnTo>
                  <a:lnTo>
                    <a:pt x="780" y="626"/>
                  </a:lnTo>
                  <a:lnTo>
                    <a:pt x="780" y="627"/>
                  </a:lnTo>
                  <a:lnTo>
                    <a:pt x="780" y="627"/>
                  </a:lnTo>
                  <a:lnTo>
                    <a:pt x="780" y="627"/>
                  </a:lnTo>
                  <a:lnTo>
                    <a:pt x="779" y="629"/>
                  </a:lnTo>
                  <a:lnTo>
                    <a:pt x="779" y="629"/>
                  </a:lnTo>
                  <a:lnTo>
                    <a:pt x="778" y="629"/>
                  </a:lnTo>
                  <a:lnTo>
                    <a:pt x="778" y="630"/>
                  </a:lnTo>
                  <a:lnTo>
                    <a:pt x="778" y="630"/>
                  </a:lnTo>
                  <a:lnTo>
                    <a:pt x="778" y="630"/>
                  </a:lnTo>
                  <a:lnTo>
                    <a:pt x="777" y="630"/>
                  </a:lnTo>
                  <a:lnTo>
                    <a:pt x="777" y="631"/>
                  </a:lnTo>
                  <a:lnTo>
                    <a:pt x="776" y="631"/>
                  </a:lnTo>
                  <a:lnTo>
                    <a:pt x="775" y="632"/>
                  </a:lnTo>
                  <a:lnTo>
                    <a:pt x="774" y="632"/>
                  </a:lnTo>
                  <a:lnTo>
                    <a:pt x="773" y="633"/>
                  </a:lnTo>
                  <a:lnTo>
                    <a:pt x="772" y="633"/>
                  </a:lnTo>
                  <a:lnTo>
                    <a:pt x="771" y="634"/>
                  </a:lnTo>
                  <a:lnTo>
                    <a:pt x="770" y="633"/>
                  </a:lnTo>
                  <a:lnTo>
                    <a:pt x="769" y="633"/>
                  </a:lnTo>
                  <a:lnTo>
                    <a:pt x="769" y="634"/>
                  </a:lnTo>
                  <a:lnTo>
                    <a:pt x="767" y="634"/>
                  </a:lnTo>
                  <a:lnTo>
                    <a:pt x="767" y="634"/>
                  </a:lnTo>
                  <a:lnTo>
                    <a:pt x="767" y="633"/>
                  </a:lnTo>
                  <a:lnTo>
                    <a:pt x="767" y="633"/>
                  </a:lnTo>
                  <a:lnTo>
                    <a:pt x="766" y="632"/>
                  </a:lnTo>
                  <a:lnTo>
                    <a:pt x="765" y="632"/>
                  </a:lnTo>
                  <a:lnTo>
                    <a:pt x="765" y="633"/>
                  </a:lnTo>
                  <a:lnTo>
                    <a:pt x="766" y="633"/>
                  </a:lnTo>
                  <a:lnTo>
                    <a:pt x="766" y="635"/>
                  </a:lnTo>
                  <a:lnTo>
                    <a:pt x="766" y="635"/>
                  </a:lnTo>
                  <a:lnTo>
                    <a:pt x="766" y="636"/>
                  </a:lnTo>
                  <a:lnTo>
                    <a:pt x="765" y="636"/>
                  </a:lnTo>
                  <a:lnTo>
                    <a:pt x="764" y="636"/>
                  </a:lnTo>
                  <a:lnTo>
                    <a:pt x="763" y="636"/>
                  </a:lnTo>
                  <a:lnTo>
                    <a:pt x="762" y="635"/>
                  </a:lnTo>
                  <a:lnTo>
                    <a:pt x="759" y="635"/>
                  </a:lnTo>
                  <a:lnTo>
                    <a:pt x="759" y="636"/>
                  </a:lnTo>
                  <a:lnTo>
                    <a:pt x="758" y="636"/>
                  </a:lnTo>
                  <a:lnTo>
                    <a:pt x="757" y="637"/>
                  </a:lnTo>
                  <a:lnTo>
                    <a:pt x="757" y="637"/>
                  </a:lnTo>
                  <a:lnTo>
                    <a:pt x="757" y="638"/>
                  </a:lnTo>
                  <a:lnTo>
                    <a:pt x="758" y="638"/>
                  </a:lnTo>
                  <a:lnTo>
                    <a:pt x="758" y="639"/>
                  </a:lnTo>
                  <a:lnTo>
                    <a:pt x="758" y="639"/>
                  </a:lnTo>
                  <a:lnTo>
                    <a:pt x="757" y="640"/>
                  </a:lnTo>
                  <a:lnTo>
                    <a:pt x="756" y="640"/>
                  </a:lnTo>
                  <a:lnTo>
                    <a:pt x="755" y="640"/>
                  </a:lnTo>
                  <a:lnTo>
                    <a:pt x="753" y="639"/>
                  </a:lnTo>
                  <a:lnTo>
                    <a:pt x="753" y="639"/>
                  </a:lnTo>
                  <a:lnTo>
                    <a:pt x="752" y="639"/>
                  </a:lnTo>
                  <a:lnTo>
                    <a:pt x="752" y="639"/>
                  </a:lnTo>
                  <a:lnTo>
                    <a:pt x="751" y="640"/>
                  </a:lnTo>
                  <a:lnTo>
                    <a:pt x="751" y="640"/>
                  </a:lnTo>
                  <a:lnTo>
                    <a:pt x="750" y="639"/>
                  </a:lnTo>
                  <a:lnTo>
                    <a:pt x="749" y="639"/>
                  </a:lnTo>
                  <a:lnTo>
                    <a:pt x="749" y="640"/>
                  </a:lnTo>
                  <a:lnTo>
                    <a:pt x="749" y="641"/>
                  </a:lnTo>
                  <a:lnTo>
                    <a:pt x="749" y="641"/>
                  </a:lnTo>
                  <a:lnTo>
                    <a:pt x="749" y="642"/>
                  </a:lnTo>
                  <a:lnTo>
                    <a:pt x="748" y="641"/>
                  </a:lnTo>
                  <a:lnTo>
                    <a:pt x="748" y="641"/>
                  </a:lnTo>
                  <a:lnTo>
                    <a:pt x="748" y="640"/>
                  </a:lnTo>
                  <a:lnTo>
                    <a:pt x="748" y="640"/>
                  </a:lnTo>
                  <a:lnTo>
                    <a:pt x="748" y="640"/>
                  </a:lnTo>
                  <a:lnTo>
                    <a:pt x="747" y="639"/>
                  </a:lnTo>
                  <a:lnTo>
                    <a:pt x="746" y="639"/>
                  </a:lnTo>
                  <a:lnTo>
                    <a:pt x="746" y="641"/>
                  </a:lnTo>
                  <a:lnTo>
                    <a:pt x="746" y="641"/>
                  </a:lnTo>
                  <a:lnTo>
                    <a:pt x="745" y="642"/>
                  </a:lnTo>
                  <a:lnTo>
                    <a:pt x="745" y="642"/>
                  </a:lnTo>
                  <a:lnTo>
                    <a:pt x="744" y="641"/>
                  </a:lnTo>
                  <a:lnTo>
                    <a:pt x="743" y="639"/>
                  </a:lnTo>
                  <a:lnTo>
                    <a:pt x="742" y="639"/>
                  </a:lnTo>
                  <a:lnTo>
                    <a:pt x="741" y="637"/>
                  </a:lnTo>
                  <a:lnTo>
                    <a:pt x="740" y="635"/>
                  </a:lnTo>
                  <a:lnTo>
                    <a:pt x="740" y="633"/>
                  </a:lnTo>
                  <a:lnTo>
                    <a:pt x="739" y="632"/>
                  </a:lnTo>
                  <a:lnTo>
                    <a:pt x="739" y="631"/>
                  </a:lnTo>
                  <a:lnTo>
                    <a:pt x="739" y="630"/>
                  </a:lnTo>
                  <a:lnTo>
                    <a:pt x="739" y="629"/>
                  </a:lnTo>
                  <a:lnTo>
                    <a:pt x="740" y="628"/>
                  </a:lnTo>
                  <a:lnTo>
                    <a:pt x="739" y="627"/>
                  </a:lnTo>
                  <a:lnTo>
                    <a:pt x="739" y="626"/>
                  </a:lnTo>
                  <a:lnTo>
                    <a:pt x="740" y="625"/>
                  </a:lnTo>
                  <a:lnTo>
                    <a:pt x="740" y="624"/>
                  </a:lnTo>
                  <a:lnTo>
                    <a:pt x="740" y="624"/>
                  </a:lnTo>
                  <a:lnTo>
                    <a:pt x="740" y="624"/>
                  </a:lnTo>
                  <a:lnTo>
                    <a:pt x="739" y="623"/>
                  </a:lnTo>
                  <a:lnTo>
                    <a:pt x="738" y="622"/>
                  </a:lnTo>
                  <a:lnTo>
                    <a:pt x="738" y="622"/>
                  </a:lnTo>
                  <a:lnTo>
                    <a:pt x="737" y="622"/>
                  </a:lnTo>
                  <a:lnTo>
                    <a:pt x="737" y="622"/>
                  </a:lnTo>
                  <a:lnTo>
                    <a:pt x="736" y="622"/>
                  </a:lnTo>
                  <a:lnTo>
                    <a:pt x="736" y="622"/>
                  </a:lnTo>
                  <a:lnTo>
                    <a:pt x="736" y="622"/>
                  </a:lnTo>
                  <a:lnTo>
                    <a:pt x="736" y="621"/>
                  </a:lnTo>
                  <a:lnTo>
                    <a:pt x="737" y="621"/>
                  </a:lnTo>
                  <a:lnTo>
                    <a:pt x="736" y="620"/>
                  </a:lnTo>
                  <a:lnTo>
                    <a:pt x="737" y="619"/>
                  </a:lnTo>
                  <a:lnTo>
                    <a:pt x="737" y="619"/>
                  </a:lnTo>
                  <a:lnTo>
                    <a:pt x="736" y="619"/>
                  </a:lnTo>
                  <a:lnTo>
                    <a:pt x="736" y="618"/>
                  </a:lnTo>
                  <a:lnTo>
                    <a:pt x="736" y="618"/>
                  </a:lnTo>
                  <a:lnTo>
                    <a:pt x="736" y="618"/>
                  </a:lnTo>
                  <a:lnTo>
                    <a:pt x="737" y="618"/>
                  </a:lnTo>
                  <a:lnTo>
                    <a:pt x="736" y="617"/>
                  </a:lnTo>
                  <a:lnTo>
                    <a:pt x="737" y="617"/>
                  </a:lnTo>
                  <a:lnTo>
                    <a:pt x="738" y="617"/>
                  </a:lnTo>
                  <a:lnTo>
                    <a:pt x="738" y="617"/>
                  </a:lnTo>
                  <a:lnTo>
                    <a:pt x="739" y="617"/>
                  </a:lnTo>
                  <a:lnTo>
                    <a:pt x="740" y="617"/>
                  </a:lnTo>
                  <a:lnTo>
                    <a:pt x="741" y="617"/>
                  </a:lnTo>
                  <a:lnTo>
                    <a:pt x="742" y="617"/>
                  </a:lnTo>
                  <a:lnTo>
                    <a:pt x="742" y="617"/>
                  </a:lnTo>
                  <a:lnTo>
                    <a:pt x="743" y="617"/>
                  </a:lnTo>
                  <a:lnTo>
                    <a:pt x="743" y="617"/>
                  </a:lnTo>
                  <a:lnTo>
                    <a:pt x="744" y="617"/>
                  </a:lnTo>
                  <a:lnTo>
                    <a:pt x="744" y="617"/>
                  </a:lnTo>
                  <a:lnTo>
                    <a:pt x="744" y="615"/>
                  </a:lnTo>
                  <a:lnTo>
                    <a:pt x="743" y="615"/>
                  </a:lnTo>
                  <a:lnTo>
                    <a:pt x="744" y="614"/>
                  </a:lnTo>
                  <a:lnTo>
                    <a:pt x="745" y="614"/>
                  </a:lnTo>
                  <a:lnTo>
                    <a:pt x="745" y="615"/>
                  </a:lnTo>
                  <a:lnTo>
                    <a:pt x="745" y="615"/>
                  </a:lnTo>
                  <a:lnTo>
                    <a:pt x="745" y="614"/>
                  </a:lnTo>
                  <a:lnTo>
                    <a:pt x="745" y="613"/>
                  </a:lnTo>
                  <a:lnTo>
                    <a:pt x="745" y="613"/>
                  </a:lnTo>
                  <a:lnTo>
                    <a:pt x="744" y="613"/>
                  </a:lnTo>
                  <a:lnTo>
                    <a:pt x="744" y="613"/>
                  </a:lnTo>
                  <a:lnTo>
                    <a:pt x="744" y="613"/>
                  </a:lnTo>
                  <a:lnTo>
                    <a:pt x="744" y="612"/>
                  </a:lnTo>
                  <a:lnTo>
                    <a:pt x="744" y="611"/>
                  </a:lnTo>
                  <a:lnTo>
                    <a:pt x="745" y="610"/>
                  </a:lnTo>
                  <a:lnTo>
                    <a:pt x="745" y="610"/>
                  </a:lnTo>
                  <a:lnTo>
                    <a:pt x="745" y="609"/>
                  </a:lnTo>
                  <a:lnTo>
                    <a:pt x="745" y="609"/>
                  </a:lnTo>
                  <a:lnTo>
                    <a:pt x="745" y="609"/>
                  </a:lnTo>
                  <a:lnTo>
                    <a:pt x="744" y="609"/>
                  </a:lnTo>
                  <a:lnTo>
                    <a:pt x="743" y="609"/>
                  </a:lnTo>
                  <a:lnTo>
                    <a:pt x="743" y="609"/>
                  </a:lnTo>
                  <a:lnTo>
                    <a:pt x="743" y="609"/>
                  </a:lnTo>
                  <a:lnTo>
                    <a:pt x="742" y="609"/>
                  </a:lnTo>
                  <a:lnTo>
                    <a:pt x="742" y="609"/>
                  </a:lnTo>
                  <a:lnTo>
                    <a:pt x="742" y="609"/>
                  </a:lnTo>
                  <a:lnTo>
                    <a:pt x="741" y="608"/>
                  </a:lnTo>
                  <a:lnTo>
                    <a:pt x="741" y="608"/>
                  </a:lnTo>
                  <a:lnTo>
                    <a:pt x="742" y="607"/>
                  </a:lnTo>
                  <a:lnTo>
                    <a:pt x="743" y="607"/>
                  </a:lnTo>
                  <a:lnTo>
                    <a:pt x="743" y="607"/>
                  </a:lnTo>
                  <a:lnTo>
                    <a:pt x="742" y="607"/>
                  </a:lnTo>
                  <a:lnTo>
                    <a:pt x="742" y="606"/>
                  </a:lnTo>
                  <a:lnTo>
                    <a:pt x="742" y="605"/>
                  </a:lnTo>
                  <a:lnTo>
                    <a:pt x="741" y="605"/>
                  </a:lnTo>
                  <a:lnTo>
                    <a:pt x="741" y="605"/>
                  </a:lnTo>
                  <a:lnTo>
                    <a:pt x="741" y="605"/>
                  </a:lnTo>
                  <a:lnTo>
                    <a:pt x="741" y="604"/>
                  </a:lnTo>
                  <a:lnTo>
                    <a:pt x="741" y="604"/>
                  </a:lnTo>
                  <a:lnTo>
                    <a:pt x="741" y="604"/>
                  </a:lnTo>
                  <a:lnTo>
                    <a:pt x="740" y="604"/>
                  </a:lnTo>
                  <a:lnTo>
                    <a:pt x="740" y="603"/>
                  </a:lnTo>
                  <a:lnTo>
                    <a:pt x="740" y="603"/>
                  </a:lnTo>
                  <a:lnTo>
                    <a:pt x="740" y="603"/>
                  </a:lnTo>
                  <a:lnTo>
                    <a:pt x="741" y="603"/>
                  </a:lnTo>
                  <a:lnTo>
                    <a:pt x="741" y="602"/>
                  </a:lnTo>
                  <a:lnTo>
                    <a:pt x="741" y="601"/>
                  </a:lnTo>
                  <a:lnTo>
                    <a:pt x="740" y="601"/>
                  </a:lnTo>
                  <a:lnTo>
                    <a:pt x="740" y="601"/>
                  </a:lnTo>
                  <a:lnTo>
                    <a:pt x="740" y="601"/>
                  </a:lnTo>
                  <a:lnTo>
                    <a:pt x="740" y="601"/>
                  </a:lnTo>
                  <a:lnTo>
                    <a:pt x="740" y="600"/>
                  </a:lnTo>
                  <a:lnTo>
                    <a:pt x="740" y="600"/>
                  </a:lnTo>
                  <a:lnTo>
                    <a:pt x="740" y="600"/>
                  </a:lnTo>
                  <a:lnTo>
                    <a:pt x="740" y="599"/>
                  </a:lnTo>
                  <a:lnTo>
                    <a:pt x="740" y="599"/>
                  </a:lnTo>
                  <a:lnTo>
                    <a:pt x="740" y="600"/>
                  </a:lnTo>
                  <a:lnTo>
                    <a:pt x="740" y="599"/>
                  </a:lnTo>
                  <a:lnTo>
                    <a:pt x="740" y="599"/>
                  </a:lnTo>
                  <a:lnTo>
                    <a:pt x="740" y="599"/>
                  </a:lnTo>
                  <a:lnTo>
                    <a:pt x="740" y="598"/>
                  </a:lnTo>
                  <a:lnTo>
                    <a:pt x="740" y="598"/>
                  </a:lnTo>
                  <a:lnTo>
                    <a:pt x="740" y="598"/>
                  </a:lnTo>
                  <a:lnTo>
                    <a:pt x="740" y="596"/>
                  </a:lnTo>
                  <a:lnTo>
                    <a:pt x="740" y="596"/>
                  </a:lnTo>
                  <a:lnTo>
                    <a:pt x="740" y="596"/>
                  </a:lnTo>
                  <a:lnTo>
                    <a:pt x="740" y="596"/>
                  </a:lnTo>
                  <a:lnTo>
                    <a:pt x="740" y="596"/>
                  </a:lnTo>
                  <a:lnTo>
                    <a:pt x="740" y="596"/>
                  </a:lnTo>
                  <a:lnTo>
                    <a:pt x="740" y="595"/>
                  </a:lnTo>
                  <a:lnTo>
                    <a:pt x="740" y="595"/>
                  </a:lnTo>
                  <a:lnTo>
                    <a:pt x="739" y="595"/>
                  </a:lnTo>
                  <a:lnTo>
                    <a:pt x="738" y="594"/>
                  </a:lnTo>
                  <a:lnTo>
                    <a:pt x="738" y="594"/>
                  </a:lnTo>
                  <a:lnTo>
                    <a:pt x="738" y="594"/>
                  </a:lnTo>
                  <a:lnTo>
                    <a:pt x="737" y="594"/>
                  </a:lnTo>
                  <a:lnTo>
                    <a:pt x="737" y="594"/>
                  </a:lnTo>
                  <a:lnTo>
                    <a:pt x="737" y="594"/>
                  </a:lnTo>
                  <a:lnTo>
                    <a:pt x="737" y="595"/>
                  </a:lnTo>
                  <a:lnTo>
                    <a:pt x="738" y="595"/>
                  </a:lnTo>
                  <a:lnTo>
                    <a:pt x="738" y="596"/>
                  </a:lnTo>
                  <a:lnTo>
                    <a:pt x="739" y="596"/>
                  </a:lnTo>
                  <a:lnTo>
                    <a:pt x="739" y="596"/>
                  </a:lnTo>
                  <a:lnTo>
                    <a:pt x="738" y="596"/>
                  </a:lnTo>
                  <a:lnTo>
                    <a:pt x="738" y="596"/>
                  </a:lnTo>
                  <a:lnTo>
                    <a:pt x="738" y="596"/>
                  </a:lnTo>
                  <a:lnTo>
                    <a:pt x="738" y="597"/>
                  </a:lnTo>
                  <a:lnTo>
                    <a:pt x="738" y="598"/>
                  </a:lnTo>
                  <a:lnTo>
                    <a:pt x="736" y="598"/>
                  </a:lnTo>
                  <a:lnTo>
                    <a:pt x="736" y="597"/>
                  </a:lnTo>
                  <a:lnTo>
                    <a:pt x="735" y="597"/>
                  </a:lnTo>
                  <a:lnTo>
                    <a:pt x="735" y="597"/>
                  </a:lnTo>
                  <a:lnTo>
                    <a:pt x="734" y="596"/>
                  </a:lnTo>
                  <a:lnTo>
                    <a:pt x="734" y="597"/>
                  </a:lnTo>
                  <a:lnTo>
                    <a:pt x="734" y="597"/>
                  </a:lnTo>
                  <a:lnTo>
                    <a:pt x="733" y="597"/>
                  </a:lnTo>
                  <a:lnTo>
                    <a:pt x="732" y="598"/>
                  </a:lnTo>
                  <a:lnTo>
                    <a:pt x="732" y="598"/>
                  </a:lnTo>
                  <a:lnTo>
                    <a:pt x="732" y="598"/>
                  </a:lnTo>
                  <a:lnTo>
                    <a:pt x="732" y="599"/>
                  </a:lnTo>
                  <a:lnTo>
                    <a:pt x="732" y="599"/>
                  </a:lnTo>
                  <a:lnTo>
                    <a:pt x="733" y="599"/>
                  </a:lnTo>
                  <a:lnTo>
                    <a:pt x="734" y="600"/>
                  </a:lnTo>
                  <a:lnTo>
                    <a:pt x="734" y="600"/>
                  </a:lnTo>
                  <a:lnTo>
                    <a:pt x="735" y="600"/>
                  </a:lnTo>
                  <a:lnTo>
                    <a:pt x="735" y="600"/>
                  </a:lnTo>
                  <a:lnTo>
                    <a:pt x="735" y="601"/>
                  </a:lnTo>
                  <a:lnTo>
                    <a:pt x="735" y="601"/>
                  </a:lnTo>
                  <a:lnTo>
                    <a:pt x="735" y="602"/>
                  </a:lnTo>
                  <a:lnTo>
                    <a:pt x="736" y="601"/>
                  </a:lnTo>
                  <a:lnTo>
                    <a:pt x="736" y="602"/>
                  </a:lnTo>
                  <a:lnTo>
                    <a:pt x="736" y="602"/>
                  </a:lnTo>
                  <a:lnTo>
                    <a:pt x="737" y="601"/>
                  </a:lnTo>
                  <a:lnTo>
                    <a:pt x="737" y="601"/>
                  </a:lnTo>
                  <a:lnTo>
                    <a:pt x="737" y="601"/>
                  </a:lnTo>
                  <a:lnTo>
                    <a:pt x="738" y="602"/>
                  </a:lnTo>
                  <a:lnTo>
                    <a:pt x="739" y="603"/>
                  </a:lnTo>
                  <a:lnTo>
                    <a:pt x="739" y="603"/>
                  </a:lnTo>
                  <a:lnTo>
                    <a:pt x="739" y="603"/>
                  </a:lnTo>
                  <a:lnTo>
                    <a:pt x="739" y="604"/>
                  </a:lnTo>
                  <a:lnTo>
                    <a:pt x="739" y="604"/>
                  </a:lnTo>
                  <a:lnTo>
                    <a:pt x="738" y="605"/>
                  </a:lnTo>
                  <a:lnTo>
                    <a:pt x="738" y="605"/>
                  </a:lnTo>
                  <a:lnTo>
                    <a:pt x="738" y="606"/>
                  </a:lnTo>
                  <a:lnTo>
                    <a:pt x="737" y="606"/>
                  </a:lnTo>
                  <a:lnTo>
                    <a:pt x="737" y="605"/>
                  </a:lnTo>
                  <a:lnTo>
                    <a:pt x="737" y="605"/>
                  </a:lnTo>
                  <a:lnTo>
                    <a:pt x="737" y="606"/>
                  </a:lnTo>
                  <a:lnTo>
                    <a:pt x="737" y="606"/>
                  </a:lnTo>
                  <a:lnTo>
                    <a:pt x="738" y="606"/>
                  </a:lnTo>
                  <a:lnTo>
                    <a:pt x="738" y="607"/>
                  </a:lnTo>
                  <a:lnTo>
                    <a:pt x="739" y="607"/>
                  </a:lnTo>
                  <a:lnTo>
                    <a:pt x="739" y="608"/>
                  </a:lnTo>
                  <a:lnTo>
                    <a:pt x="739" y="608"/>
                  </a:lnTo>
                  <a:lnTo>
                    <a:pt x="739" y="609"/>
                  </a:lnTo>
                  <a:lnTo>
                    <a:pt x="739" y="609"/>
                  </a:lnTo>
                  <a:lnTo>
                    <a:pt x="739" y="609"/>
                  </a:lnTo>
                  <a:lnTo>
                    <a:pt x="739" y="610"/>
                  </a:lnTo>
                  <a:lnTo>
                    <a:pt x="739" y="610"/>
                  </a:lnTo>
                  <a:lnTo>
                    <a:pt x="739" y="610"/>
                  </a:lnTo>
                  <a:lnTo>
                    <a:pt x="740" y="611"/>
                  </a:lnTo>
                  <a:lnTo>
                    <a:pt x="740" y="611"/>
                  </a:lnTo>
                  <a:lnTo>
                    <a:pt x="740" y="612"/>
                  </a:lnTo>
                  <a:lnTo>
                    <a:pt x="740" y="612"/>
                  </a:lnTo>
                  <a:lnTo>
                    <a:pt x="740" y="613"/>
                  </a:lnTo>
                  <a:lnTo>
                    <a:pt x="741" y="613"/>
                  </a:lnTo>
                  <a:lnTo>
                    <a:pt x="741" y="613"/>
                  </a:lnTo>
                  <a:lnTo>
                    <a:pt x="743" y="614"/>
                  </a:lnTo>
                  <a:lnTo>
                    <a:pt x="743" y="614"/>
                  </a:lnTo>
                  <a:lnTo>
                    <a:pt x="742" y="614"/>
                  </a:lnTo>
                  <a:lnTo>
                    <a:pt x="741" y="613"/>
                  </a:lnTo>
                  <a:lnTo>
                    <a:pt x="741" y="613"/>
                  </a:lnTo>
                  <a:lnTo>
                    <a:pt x="740" y="613"/>
                  </a:lnTo>
                  <a:lnTo>
                    <a:pt x="739" y="613"/>
                  </a:lnTo>
                  <a:lnTo>
                    <a:pt x="739" y="613"/>
                  </a:lnTo>
                  <a:lnTo>
                    <a:pt x="739" y="612"/>
                  </a:lnTo>
                  <a:lnTo>
                    <a:pt x="738" y="612"/>
                  </a:lnTo>
                  <a:lnTo>
                    <a:pt x="737" y="611"/>
                  </a:lnTo>
                  <a:lnTo>
                    <a:pt x="736" y="611"/>
                  </a:lnTo>
                  <a:lnTo>
                    <a:pt x="736" y="610"/>
                  </a:lnTo>
                  <a:lnTo>
                    <a:pt x="736" y="610"/>
                  </a:lnTo>
                  <a:lnTo>
                    <a:pt x="736" y="610"/>
                  </a:lnTo>
                  <a:lnTo>
                    <a:pt x="736" y="610"/>
                  </a:lnTo>
                  <a:lnTo>
                    <a:pt x="735" y="609"/>
                  </a:lnTo>
                  <a:lnTo>
                    <a:pt x="735" y="609"/>
                  </a:lnTo>
                  <a:lnTo>
                    <a:pt x="735" y="609"/>
                  </a:lnTo>
                  <a:lnTo>
                    <a:pt x="734" y="609"/>
                  </a:lnTo>
                  <a:lnTo>
                    <a:pt x="733" y="608"/>
                  </a:lnTo>
                  <a:lnTo>
                    <a:pt x="733" y="609"/>
                  </a:lnTo>
                  <a:lnTo>
                    <a:pt x="731" y="608"/>
                  </a:lnTo>
                  <a:lnTo>
                    <a:pt x="731" y="608"/>
                  </a:lnTo>
                  <a:lnTo>
                    <a:pt x="730" y="608"/>
                  </a:lnTo>
                  <a:lnTo>
                    <a:pt x="730" y="607"/>
                  </a:lnTo>
                  <a:lnTo>
                    <a:pt x="730" y="608"/>
                  </a:lnTo>
                  <a:lnTo>
                    <a:pt x="730" y="608"/>
                  </a:lnTo>
                  <a:lnTo>
                    <a:pt x="730" y="608"/>
                  </a:lnTo>
                  <a:lnTo>
                    <a:pt x="729" y="608"/>
                  </a:lnTo>
                  <a:lnTo>
                    <a:pt x="729" y="608"/>
                  </a:lnTo>
                  <a:lnTo>
                    <a:pt x="728" y="608"/>
                  </a:lnTo>
                  <a:lnTo>
                    <a:pt x="728" y="608"/>
                  </a:lnTo>
                  <a:lnTo>
                    <a:pt x="729" y="609"/>
                  </a:lnTo>
                  <a:lnTo>
                    <a:pt x="729" y="609"/>
                  </a:lnTo>
                  <a:lnTo>
                    <a:pt x="729" y="609"/>
                  </a:lnTo>
                  <a:lnTo>
                    <a:pt x="730" y="609"/>
                  </a:lnTo>
                  <a:lnTo>
                    <a:pt x="730" y="609"/>
                  </a:lnTo>
                  <a:lnTo>
                    <a:pt x="730" y="609"/>
                  </a:lnTo>
                  <a:lnTo>
                    <a:pt x="731" y="610"/>
                  </a:lnTo>
                  <a:lnTo>
                    <a:pt x="731" y="610"/>
                  </a:lnTo>
                  <a:lnTo>
                    <a:pt x="731" y="610"/>
                  </a:lnTo>
                  <a:lnTo>
                    <a:pt x="732" y="610"/>
                  </a:lnTo>
                  <a:lnTo>
                    <a:pt x="732" y="611"/>
                  </a:lnTo>
                  <a:lnTo>
                    <a:pt x="733" y="611"/>
                  </a:lnTo>
                  <a:lnTo>
                    <a:pt x="734" y="612"/>
                  </a:lnTo>
                  <a:lnTo>
                    <a:pt x="734" y="612"/>
                  </a:lnTo>
                  <a:lnTo>
                    <a:pt x="734" y="613"/>
                  </a:lnTo>
                  <a:lnTo>
                    <a:pt x="735" y="613"/>
                  </a:lnTo>
                  <a:lnTo>
                    <a:pt x="735" y="615"/>
                  </a:lnTo>
                  <a:lnTo>
                    <a:pt x="733" y="615"/>
                  </a:lnTo>
                  <a:lnTo>
                    <a:pt x="732" y="614"/>
                  </a:lnTo>
                  <a:lnTo>
                    <a:pt x="732" y="614"/>
                  </a:lnTo>
                  <a:lnTo>
                    <a:pt x="732" y="614"/>
                  </a:lnTo>
                  <a:lnTo>
                    <a:pt x="732" y="616"/>
                  </a:lnTo>
                  <a:lnTo>
                    <a:pt x="733" y="616"/>
                  </a:lnTo>
                  <a:lnTo>
                    <a:pt x="734" y="617"/>
                  </a:lnTo>
                  <a:lnTo>
                    <a:pt x="734" y="617"/>
                  </a:lnTo>
                  <a:lnTo>
                    <a:pt x="735" y="618"/>
                  </a:lnTo>
                  <a:lnTo>
                    <a:pt x="736" y="618"/>
                  </a:lnTo>
                  <a:lnTo>
                    <a:pt x="736" y="619"/>
                  </a:lnTo>
                  <a:lnTo>
                    <a:pt x="736" y="619"/>
                  </a:lnTo>
                  <a:lnTo>
                    <a:pt x="736" y="619"/>
                  </a:lnTo>
                  <a:lnTo>
                    <a:pt x="736" y="620"/>
                  </a:lnTo>
                  <a:lnTo>
                    <a:pt x="736" y="621"/>
                  </a:lnTo>
                  <a:lnTo>
                    <a:pt x="735" y="621"/>
                  </a:lnTo>
                  <a:lnTo>
                    <a:pt x="735" y="622"/>
                  </a:lnTo>
                  <a:lnTo>
                    <a:pt x="735" y="622"/>
                  </a:lnTo>
                  <a:lnTo>
                    <a:pt x="735" y="622"/>
                  </a:lnTo>
                  <a:lnTo>
                    <a:pt x="734" y="622"/>
                  </a:lnTo>
                  <a:lnTo>
                    <a:pt x="734" y="623"/>
                  </a:lnTo>
                  <a:lnTo>
                    <a:pt x="734" y="624"/>
                  </a:lnTo>
                  <a:lnTo>
                    <a:pt x="735" y="625"/>
                  </a:lnTo>
                  <a:lnTo>
                    <a:pt x="734" y="625"/>
                  </a:lnTo>
                  <a:lnTo>
                    <a:pt x="733" y="625"/>
                  </a:lnTo>
                  <a:lnTo>
                    <a:pt x="732" y="625"/>
                  </a:lnTo>
                  <a:lnTo>
                    <a:pt x="732" y="626"/>
                  </a:lnTo>
                  <a:lnTo>
                    <a:pt x="731" y="626"/>
                  </a:lnTo>
                  <a:lnTo>
                    <a:pt x="730" y="626"/>
                  </a:lnTo>
                  <a:lnTo>
                    <a:pt x="730" y="626"/>
                  </a:lnTo>
                  <a:lnTo>
                    <a:pt x="730" y="624"/>
                  </a:lnTo>
                  <a:lnTo>
                    <a:pt x="730" y="623"/>
                  </a:lnTo>
                  <a:lnTo>
                    <a:pt x="729" y="623"/>
                  </a:lnTo>
                  <a:lnTo>
                    <a:pt x="729" y="624"/>
                  </a:lnTo>
                  <a:lnTo>
                    <a:pt x="729" y="624"/>
                  </a:lnTo>
                  <a:lnTo>
                    <a:pt x="729" y="625"/>
                  </a:lnTo>
                  <a:lnTo>
                    <a:pt x="729" y="625"/>
                  </a:lnTo>
                  <a:lnTo>
                    <a:pt x="728" y="626"/>
                  </a:lnTo>
                  <a:lnTo>
                    <a:pt x="728" y="626"/>
                  </a:lnTo>
                  <a:lnTo>
                    <a:pt x="728" y="626"/>
                  </a:lnTo>
                  <a:lnTo>
                    <a:pt x="728" y="626"/>
                  </a:lnTo>
                  <a:lnTo>
                    <a:pt x="728" y="626"/>
                  </a:lnTo>
                  <a:lnTo>
                    <a:pt x="728" y="627"/>
                  </a:lnTo>
                  <a:lnTo>
                    <a:pt x="728" y="628"/>
                  </a:lnTo>
                  <a:lnTo>
                    <a:pt x="729" y="628"/>
                  </a:lnTo>
                  <a:lnTo>
                    <a:pt x="729" y="629"/>
                  </a:lnTo>
                  <a:lnTo>
                    <a:pt x="728" y="629"/>
                  </a:lnTo>
                  <a:lnTo>
                    <a:pt x="727" y="630"/>
                  </a:lnTo>
                  <a:lnTo>
                    <a:pt x="726" y="629"/>
                  </a:lnTo>
                  <a:lnTo>
                    <a:pt x="725" y="628"/>
                  </a:lnTo>
                  <a:lnTo>
                    <a:pt x="724" y="628"/>
                  </a:lnTo>
                  <a:lnTo>
                    <a:pt x="723" y="628"/>
                  </a:lnTo>
                  <a:lnTo>
                    <a:pt x="723" y="627"/>
                  </a:lnTo>
                  <a:lnTo>
                    <a:pt x="723" y="626"/>
                  </a:lnTo>
                  <a:lnTo>
                    <a:pt x="723" y="626"/>
                  </a:lnTo>
                  <a:lnTo>
                    <a:pt x="723" y="626"/>
                  </a:lnTo>
                  <a:lnTo>
                    <a:pt x="721" y="625"/>
                  </a:lnTo>
                  <a:lnTo>
                    <a:pt x="720" y="625"/>
                  </a:lnTo>
                  <a:lnTo>
                    <a:pt x="720" y="625"/>
                  </a:lnTo>
                  <a:lnTo>
                    <a:pt x="719" y="625"/>
                  </a:lnTo>
                  <a:lnTo>
                    <a:pt x="719" y="625"/>
                  </a:lnTo>
                  <a:lnTo>
                    <a:pt x="719" y="624"/>
                  </a:lnTo>
                  <a:lnTo>
                    <a:pt x="719" y="623"/>
                  </a:lnTo>
                  <a:lnTo>
                    <a:pt x="719" y="622"/>
                  </a:lnTo>
                  <a:lnTo>
                    <a:pt x="719" y="622"/>
                  </a:lnTo>
                  <a:lnTo>
                    <a:pt x="719" y="622"/>
                  </a:lnTo>
                  <a:lnTo>
                    <a:pt x="719" y="621"/>
                  </a:lnTo>
                  <a:lnTo>
                    <a:pt x="719" y="621"/>
                  </a:lnTo>
                  <a:lnTo>
                    <a:pt x="718" y="620"/>
                  </a:lnTo>
                  <a:lnTo>
                    <a:pt x="718" y="618"/>
                  </a:lnTo>
                  <a:lnTo>
                    <a:pt x="719" y="618"/>
                  </a:lnTo>
                  <a:lnTo>
                    <a:pt x="719" y="617"/>
                  </a:lnTo>
                  <a:lnTo>
                    <a:pt x="718" y="617"/>
                  </a:lnTo>
                  <a:lnTo>
                    <a:pt x="718" y="615"/>
                  </a:lnTo>
                  <a:lnTo>
                    <a:pt x="718" y="614"/>
                  </a:lnTo>
                  <a:lnTo>
                    <a:pt x="717" y="614"/>
                  </a:lnTo>
                  <a:lnTo>
                    <a:pt x="717" y="613"/>
                  </a:lnTo>
                  <a:lnTo>
                    <a:pt x="717" y="613"/>
                  </a:lnTo>
                  <a:lnTo>
                    <a:pt x="717" y="613"/>
                  </a:lnTo>
                  <a:lnTo>
                    <a:pt x="718" y="613"/>
                  </a:lnTo>
                  <a:lnTo>
                    <a:pt x="718" y="612"/>
                  </a:lnTo>
                  <a:lnTo>
                    <a:pt x="718" y="611"/>
                  </a:lnTo>
                  <a:lnTo>
                    <a:pt x="718" y="610"/>
                  </a:lnTo>
                  <a:lnTo>
                    <a:pt x="719" y="609"/>
                  </a:lnTo>
                  <a:lnTo>
                    <a:pt x="718" y="609"/>
                  </a:lnTo>
                  <a:lnTo>
                    <a:pt x="718" y="609"/>
                  </a:lnTo>
                  <a:lnTo>
                    <a:pt x="717" y="608"/>
                  </a:lnTo>
                  <a:lnTo>
                    <a:pt x="718" y="608"/>
                  </a:lnTo>
                  <a:lnTo>
                    <a:pt x="719" y="607"/>
                  </a:lnTo>
                  <a:lnTo>
                    <a:pt x="718" y="607"/>
                  </a:lnTo>
                  <a:lnTo>
                    <a:pt x="718" y="607"/>
                  </a:lnTo>
                  <a:lnTo>
                    <a:pt x="718" y="605"/>
                  </a:lnTo>
                  <a:lnTo>
                    <a:pt x="719" y="605"/>
                  </a:lnTo>
                  <a:lnTo>
                    <a:pt x="718" y="603"/>
                  </a:lnTo>
                  <a:lnTo>
                    <a:pt x="719" y="603"/>
                  </a:lnTo>
                  <a:lnTo>
                    <a:pt x="719" y="603"/>
                  </a:lnTo>
                  <a:lnTo>
                    <a:pt x="719" y="602"/>
                  </a:lnTo>
                  <a:lnTo>
                    <a:pt x="719" y="602"/>
                  </a:lnTo>
                  <a:lnTo>
                    <a:pt x="720" y="601"/>
                  </a:lnTo>
                  <a:lnTo>
                    <a:pt x="720" y="600"/>
                  </a:lnTo>
                  <a:lnTo>
                    <a:pt x="719" y="600"/>
                  </a:lnTo>
                  <a:lnTo>
                    <a:pt x="719" y="600"/>
                  </a:lnTo>
                  <a:lnTo>
                    <a:pt x="719" y="599"/>
                  </a:lnTo>
                  <a:lnTo>
                    <a:pt x="719" y="598"/>
                  </a:lnTo>
                  <a:lnTo>
                    <a:pt x="719" y="597"/>
                  </a:lnTo>
                  <a:lnTo>
                    <a:pt x="719" y="596"/>
                  </a:lnTo>
                  <a:lnTo>
                    <a:pt x="720" y="596"/>
                  </a:lnTo>
                  <a:lnTo>
                    <a:pt x="720" y="596"/>
                  </a:lnTo>
                  <a:lnTo>
                    <a:pt x="720" y="596"/>
                  </a:lnTo>
                  <a:lnTo>
                    <a:pt x="720" y="596"/>
                  </a:lnTo>
                  <a:lnTo>
                    <a:pt x="721" y="596"/>
                  </a:lnTo>
                  <a:lnTo>
                    <a:pt x="721" y="596"/>
                  </a:lnTo>
                  <a:lnTo>
                    <a:pt x="721" y="597"/>
                  </a:lnTo>
                  <a:lnTo>
                    <a:pt x="721" y="596"/>
                  </a:lnTo>
                  <a:lnTo>
                    <a:pt x="722" y="596"/>
                  </a:lnTo>
                  <a:lnTo>
                    <a:pt x="723" y="596"/>
                  </a:lnTo>
                  <a:lnTo>
                    <a:pt x="723" y="595"/>
                  </a:lnTo>
                  <a:lnTo>
                    <a:pt x="723" y="595"/>
                  </a:lnTo>
                  <a:lnTo>
                    <a:pt x="722" y="594"/>
                  </a:lnTo>
                  <a:lnTo>
                    <a:pt x="721" y="594"/>
                  </a:lnTo>
                  <a:lnTo>
                    <a:pt x="721" y="594"/>
                  </a:lnTo>
                  <a:lnTo>
                    <a:pt x="720" y="593"/>
                  </a:lnTo>
                  <a:lnTo>
                    <a:pt x="720" y="592"/>
                  </a:lnTo>
                  <a:lnTo>
                    <a:pt x="720" y="591"/>
                  </a:lnTo>
                  <a:lnTo>
                    <a:pt x="720" y="591"/>
                  </a:lnTo>
                  <a:lnTo>
                    <a:pt x="720" y="590"/>
                  </a:lnTo>
                  <a:lnTo>
                    <a:pt x="720" y="588"/>
                  </a:lnTo>
                  <a:lnTo>
                    <a:pt x="720" y="587"/>
                  </a:lnTo>
                  <a:lnTo>
                    <a:pt x="719" y="587"/>
                  </a:lnTo>
                  <a:lnTo>
                    <a:pt x="719" y="586"/>
                  </a:lnTo>
                  <a:lnTo>
                    <a:pt x="719" y="585"/>
                  </a:lnTo>
                  <a:lnTo>
                    <a:pt x="719" y="585"/>
                  </a:lnTo>
                  <a:lnTo>
                    <a:pt x="719" y="585"/>
                  </a:lnTo>
                  <a:lnTo>
                    <a:pt x="719" y="583"/>
                  </a:lnTo>
                  <a:lnTo>
                    <a:pt x="720" y="583"/>
                  </a:lnTo>
                  <a:lnTo>
                    <a:pt x="720" y="583"/>
                  </a:lnTo>
                  <a:lnTo>
                    <a:pt x="719" y="583"/>
                  </a:lnTo>
                  <a:lnTo>
                    <a:pt x="719" y="583"/>
                  </a:lnTo>
                  <a:lnTo>
                    <a:pt x="719" y="582"/>
                  </a:lnTo>
                  <a:lnTo>
                    <a:pt x="720" y="582"/>
                  </a:lnTo>
                  <a:lnTo>
                    <a:pt x="720" y="581"/>
                  </a:lnTo>
                  <a:lnTo>
                    <a:pt x="720" y="581"/>
                  </a:lnTo>
                  <a:lnTo>
                    <a:pt x="720" y="581"/>
                  </a:lnTo>
                  <a:lnTo>
                    <a:pt x="720" y="580"/>
                  </a:lnTo>
                  <a:lnTo>
                    <a:pt x="719" y="580"/>
                  </a:lnTo>
                  <a:lnTo>
                    <a:pt x="719" y="580"/>
                  </a:lnTo>
                  <a:lnTo>
                    <a:pt x="719" y="579"/>
                  </a:lnTo>
                  <a:lnTo>
                    <a:pt x="719" y="579"/>
                  </a:lnTo>
                  <a:lnTo>
                    <a:pt x="719" y="578"/>
                  </a:lnTo>
                  <a:lnTo>
                    <a:pt x="719" y="578"/>
                  </a:lnTo>
                  <a:lnTo>
                    <a:pt x="719" y="578"/>
                  </a:lnTo>
                  <a:lnTo>
                    <a:pt x="720" y="578"/>
                  </a:lnTo>
                  <a:lnTo>
                    <a:pt x="720" y="577"/>
                  </a:lnTo>
                  <a:lnTo>
                    <a:pt x="720" y="576"/>
                  </a:lnTo>
                  <a:lnTo>
                    <a:pt x="721" y="575"/>
                  </a:lnTo>
                  <a:lnTo>
                    <a:pt x="723" y="574"/>
                  </a:lnTo>
                  <a:lnTo>
                    <a:pt x="723" y="574"/>
                  </a:lnTo>
                  <a:lnTo>
                    <a:pt x="723" y="574"/>
                  </a:lnTo>
                  <a:lnTo>
                    <a:pt x="724" y="574"/>
                  </a:lnTo>
                  <a:lnTo>
                    <a:pt x="724" y="571"/>
                  </a:lnTo>
                  <a:lnTo>
                    <a:pt x="725" y="571"/>
                  </a:lnTo>
                  <a:lnTo>
                    <a:pt x="724" y="570"/>
                  </a:lnTo>
                  <a:lnTo>
                    <a:pt x="724" y="570"/>
                  </a:lnTo>
                  <a:lnTo>
                    <a:pt x="723" y="569"/>
                  </a:lnTo>
                  <a:lnTo>
                    <a:pt x="723" y="569"/>
                  </a:lnTo>
                  <a:lnTo>
                    <a:pt x="723" y="570"/>
                  </a:lnTo>
                  <a:lnTo>
                    <a:pt x="722" y="570"/>
                  </a:lnTo>
                  <a:lnTo>
                    <a:pt x="721" y="569"/>
                  </a:lnTo>
                  <a:lnTo>
                    <a:pt x="721" y="568"/>
                  </a:lnTo>
                  <a:lnTo>
                    <a:pt x="722" y="568"/>
                  </a:lnTo>
                  <a:lnTo>
                    <a:pt x="723" y="568"/>
                  </a:lnTo>
                  <a:lnTo>
                    <a:pt x="723" y="568"/>
                  </a:lnTo>
                  <a:lnTo>
                    <a:pt x="724" y="568"/>
                  </a:lnTo>
                  <a:lnTo>
                    <a:pt x="724" y="569"/>
                  </a:lnTo>
                  <a:lnTo>
                    <a:pt x="724" y="569"/>
                  </a:lnTo>
                  <a:lnTo>
                    <a:pt x="725" y="569"/>
                  </a:lnTo>
                  <a:lnTo>
                    <a:pt x="725" y="569"/>
                  </a:lnTo>
                  <a:lnTo>
                    <a:pt x="726" y="569"/>
                  </a:lnTo>
                  <a:lnTo>
                    <a:pt x="726" y="568"/>
                  </a:lnTo>
                  <a:lnTo>
                    <a:pt x="727" y="568"/>
                  </a:lnTo>
                  <a:lnTo>
                    <a:pt x="727" y="568"/>
                  </a:lnTo>
                  <a:lnTo>
                    <a:pt x="727" y="567"/>
                  </a:lnTo>
                  <a:lnTo>
                    <a:pt x="728" y="567"/>
                  </a:lnTo>
                  <a:lnTo>
                    <a:pt x="729" y="567"/>
                  </a:lnTo>
                  <a:lnTo>
                    <a:pt x="730" y="567"/>
                  </a:lnTo>
                  <a:lnTo>
                    <a:pt x="731" y="567"/>
                  </a:lnTo>
                  <a:lnTo>
                    <a:pt x="731" y="567"/>
                  </a:lnTo>
                  <a:lnTo>
                    <a:pt x="732" y="567"/>
                  </a:lnTo>
                  <a:lnTo>
                    <a:pt x="733" y="565"/>
                  </a:lnTo>
                  <a:lnTo>
                    <a:pt x="734" y="565"/>
                  </a:lnTo>
                  <a:lnTo>
                    <a:pt x="734" y="565"/>
                  </a:lnTo>
                  <a:lnTo>
                    <a:pt x="735" y="565"/>
                  </a:lnTo>
                  <a:lnTo>
                    <a:pt x="736" y="565"/>
                  </a:lnTo>
                  <a:lnTo>
                    <a:pt x="736" y="565"/>
                  </a:lnTo>
                  <a:lnTo>
                    <a:pt x="736" y="565"/>
                  </a:lnTo>
                  <a:lnTo>
                    <a:pt x="736" y="565"/>
                  </a:lnTo>
                  <a:lnTo>
                    <a:pt x="737" y="564"/>
                  </a:lnTo>
                  <a:lnTo>
                    <a:pt x="737" y="563"/>
                  </a:lnTo>
                  <a:lnTo>
                    <a:pt x="738" y="563"/>
                  </a:lnTo>
                  <a:lnTo>
                    <a:pt x="739" y="563"/>
                  </a:lnTo>
                  <a:lnTo>
                    <a:pt x="739" y="563"/>
                  </a:lnTo>
                  <a:lnTo>
                    <a:pt x="740" y="563"/>
                  </a:lnTo>
                  <a:lnTo>
                    <a:pt x="740" y="563"/>
                  </a:lnTo>
                  <a:lnTo>
                    <a:pt x="741" y="562"/>
                  </a:lnTo>
                  <a:lnTo>
                    <a:pt x="744" y="563"/>
                  </a:lnTo>
                  <a:lnTo>
                    <a:pt x="744" y="563"/>
                  </a:lnTo>
                  <a:lnTo>
                    <a:pt x="744" y="563"/>
                  </a:lnTo>
                  <a:lnTo>
                    <a:pt x="744" y="562"/>
                  </a:lnTo>
                  <a:lnTo>
                    <a:pt x="745" y="563"/>
                  </a:lnTo>
                  <a:lnTo>
                    <a:pt x="745" y="562"/>
                  </a:lnTo>
                  <a:lnTo>
                    <a:pt x="745" y="562"/>
                  </a:lnTo>
                  <a:lnTo>
                    <a:pt x="745" y="563"/>
                  </a:lnTo>
                  <a:close/>
                  <a:moveTo>
                    <a:pt x="840" y="561"/>
                  </a:moveTo>
                  <a:lnTo>
                    <a:pt x="840" y="561"/>
                  </a:lnTo>
                  <a:lnTo>
                    <a:pt x="841" y="561"/>
                  </a:lnTo>
                  <a:lnTo>
                    <a:pt x="842" y="562"/>
                  </a:lnTo>
                  <a:lnTo>
                    <a:pt x="843" y="562"/>
                  </a:lnTo>
                  <a:lnTo>
                    <a:pt x="842" y="563"/>
                  </a:lnTo>
                  <a:lnTo>
                    <a:pt x="841" y="563"/>
                  </a:lnTo>
                  <a:lnTo>
                    <a:pt x="840" y="562"/>
                  </a:lnTo>
                  <a:lnTo>
                    <a:pt x="840" y="562"/>
                  </a:lnTo>
                  <a:lnTo>
                    <a:pt x="840" y="562"/>
                  </a:lnTo>
                  <a:lnTo>
                    <a:pt x="840" y="563"/>
                  </a:lnTo>
                  <a:lnTo>
                    <a:pt x="840" y="564"/>
                  </a:lnTo>
                  <a:lnTo>
                    <a:pt x="840" y="564"/>
                  </a:lnTo>
                  <a:lnTo>
                    <a:pt x="840" y="564"/>
                  </a:lnTo>
                  <a:lnTo>
                    <a:pt x="841" y="564"/>
                  </a:lnTo>
                  <a:lnTo>
                    <a:pt x="841" y="565"/>
                  </a:lnTo>
                  <a:lnTo>
                    <a:pt x="840" y="565"/>
                  </a:lnTo>
                  <a:lnTo>
                    <a:pt x="840" y="566"/>
                  </a:lnTo>
                  <a:lnTo>
                    <a:pt x="840" y="566"/>
                  </a:lnTo>
                  <a:lnTo>
                    <a:pt x="841" y="567"/>
                  </a:lnTo>
                  <a:lnTo>
                    <a:pt x="841" y="566"/>
                  </a:lnTo>
                  <a:lnTo>
                    <a:pt x="842" y="566"/>
                  </a:lnTo>
                  <a:lnTo>
                    <a:pt x="842" y="565"/>
                  </a:lnTo>
                  <a:lnTo>
                    <a:pt x="842" y="565"/>
                  </a:lnTo>
                  <a:lnTo>
                    <a:pt x="843" y="566"/>
                  </a:lnTo>
                  <a:lnTo>
                    <a:pt x="843" y="566"/>
                  </a:lnTo>
                  <a:lnTo>
                    <a:pt x="844" y="566"/>
                  </a:lnTo>
                  <a:lnTo>
                    <a:pt x="845" y="567"/>
                  </a:lnTo>
                  <a:lnTo>
                    <a:pt x="845" y="567"/>
                  </a:lnTo>
                  <a:lnTo>
                    <a:pt x="845" y="567"/>
                  </a:lnTo>
                  <a:lnTo>
                    <a:pt x="845" y="566"/>
                  </a:lnTo>
                  <a:lnTo>
                    <a:pt x="845" y="567"/>
                  </a:lnTo>
                  <a:lnTo>
                    <a:pt x="846" y="567"/>
                  </a:lnTo>
                  <a:lnTo>
                    <a:pt x="847" y="567"/>
                  </a:lnTo>
                  <a:lnTo>
                    <a:pt x="847" y="567"/>
                  </a:lnTo>
                  <a:lnTo>
                    <a:pt x="848" y="567"/>
                  </a:lnTo>
                  <a:lnTo>
                    <a:pt x="849" y="566"/>
                  </a:lnTo>
                  <a:lnTo>
                    <a:pt x="849" y="566"/>
                  </a:lnTo>
                  <a:lnTo>
                    <a:pt x="849" y="567"/>
                  </a:lnTo>
                  <a:lnTo>
                    <a:pt x="849" y="568"/>
                  </a:lnTo>
                  <a:lnTo>
                    <a:pt x="849" y="568"/>
                  </a:lnTo>
                  <a:lnTo>
                    <a:pt x="848" y="568"/>
                  </a:lnTo>
                  <a:lnTo>
                    <a:pt x="848" y="569"/>
                  </a:lnTo>
                  <a:lnTo>
                    <a:pt x="846" y="568"/>
                  </a:lnTo>
                  <a:lnTo>
                    <a:pt x="846" y="569"/>
                  </a:lnTo>
                  <a:lnTo>
                    <a:pt x="845" y="569"/>
                  </a:lnTo>
                  <a:lnTo>
                    <a:pt x="845" y="569"/>
                  </a:lnTo>
                  <a:lnTo>
                    <a:pt x="845" y="569"/>
                  </a:lnTo>
                  <a:lnTo>
                    <a:pt x="845" y="570"/>
                  </a:lnTo>
                  <a:lnTo>
                    <a:pt x="844" y="570"/>
                  </a:lnTo>
                  <a:lnTo>
                    <a:pt x="845" y="571"/>
                  </a:lnTo>
                  <a:lnTo>
                    <a:pt x="844" y="571"/>
                  </a:lnTo>
                  <a:lnTo>
                    <a:pt x="844" y="572"/>
                  </a:lnTo>
                  <a:lnTo>
                    <a:pt x="844" y="573"/>
                  </a:lnTo>
                  <a:lnTo>
                    <a:pt x="845" y="574"/>
                  </a:lnTo>
                  <a:lnTo>
                    <a:pt x="845" y="575"/>
                  </a:lnTo>
                  <a:lnTo>
                    <a:pt x="847" y="576"/>
                  </a:lnTo>
                  <a:lnTo>
                    <a:pt x="848" y="576"/>
                  </a:lnTo>
                  <a:lnTo>
                    <a:pt x="848" y="575"/>
                  </a:lnTo>
                  <a:lnTo>
                    <a:pt x="848" y="574"/>
                  </a:lnTo>
                  <a:lnTo>
                    <a:pt x="849" y="574"/>
                  </a:lnTo>
                  <a:lnTo>
                    <a:pt x="850" y="574"/>
                  </a:lnTo>
                  <a:lnTo>
                    <a:pt x="852" y="574"/>
                  </a:lnTo>
                  <a:lnTo>
                    <a:pt x="852" y="574"/>
                  </a:lnTo>
                  <a:lnTo>
                    <a:pt x="853" y="574"/>
                  </a:lnTo>
                  <a:lnTo>
                    <a:pt x="853" y="574"/>
                  </a:lnTo>
                  <a:lnTo>
                    <a:pt x="854" y="574"/>
                  </a:lnTo>
                  <a:lnTo>
                    <a:pt x="854" y="574"/>
                  </a:lnTo>
                  <a:lnTo>
                    <a:pt x="855" y="574"/>
                  </a:lnTo>
                  <a:lnTo>
                    <a:pt x="855" y="575"/>
                  </a:lnTo>
                  <a:lnTo>
                    <a:pt x="854" y="575"/>
                  </a:lnTo>
                  <a:lnTo>
                    <a:pt x="854" y="576"/>
                  </a:lnTo>
                  <a:lnTo>
                    <a:pt x="853" y="576"/>
                  </a:lnTo>
                  <a:lnTo>
                    <a:pt x="853" y="577"/>
                  </a:lnTo>
                  <a:lnTo>
                    <a:pt x="853" y="578"/>
                  </a:lnTo>
                  <a:lnTo>
                    <a:pt x="853" y="578"/>
                  </a:lnTo>
                  <a:lnTo>
                    <a:pt x="853" y="578"/>
                  </a:lnTo>
                  <a:lnTo>
                    <a:pt x="853" y="578"/>
                  </a:lnTo>
                  <a:lnTo>
                    <a:pt x="854" y="579"/>
                  </a:lnTo>
                  <a:lnTo>
                    <a:pt x="854" y="580"/>
                  </a:lnTo>
                  <a:lnTo>
                    <a:pt x="853" y="580"/>
                  </a:lnTo>
                  <a:lnTo>
                    <a:pt x="853" y="580"/>
                  </a:lnTo>
                  <a:lnTo>
                    <a:pt x="853" y="581"/>
                  </a:lnTo>
                  <a:lnTo>
                    <a:pt x="853" y="581"/>
                  </a:lnTo>
                  <a:lnTo>
                    <a:pt x="854" y="582"/>
                  </a:lnTo>
                  <a:lnTo>
                    <a:pt x="854" y="582"/>
                  </a:lnTo>
                  <a:lnTo>
                    <a:pt x="855" y="582"/>
                  </a:lnTo>
                  <a:lnTo>
                    <a:pt x="855" y="583"/>
                  </a:lnTo>
                  <a:lnTo>
                    <a:pt x="855" y="583"/>
                  </a:lnTo>
                  <a:lnTo>
                    <a:pt x="856" y="583"/>
                  </a:lnTo>
                  <a:lnTo>
                    <a:pt x="857" y="583"/>
                  </a:lnTo>
                  <a:lnTo>
                    <a:pt x="858" y="583"/>
                  </a:lnTo>
                  <a:lnTo>
                    <a:pt x="858" y="583"/>
                  </a:lnTo>
                  <a:lnTo>
                    <a:pt x="858" y="583"/>
                  </a:lnTo>
                  <a:lnTo>
                    <a:pt x="857" y="583"/>
                  </a:lnTo>
                  <a:lnTo>
                    <a:pt x="857" y="583"/>
                  </a:lnTo>
                  <a:lnTo>
                    <a:pt x="857" y="585"/>
                  </a:lnTo>
                  <a:lnTo>
                    <a:pt x="855" y="586"/>
                  </a:lnTo>
                  <a:lnTo>
                    <a:pt x="855" y="587"/>
                  </a:lnTo>
                  <a:lnTo>
                    <a:pt x="855" y="587"/>
                  </a:lnTo>
                  <a:lnTo>
                    <a:pt x="855" y="587"/>
                  </a:lnTo>
                  <a:lnTo>
                    <a:pt x="856" y="587"/>
                  </a:lnTo>
                  <a:lnTo>
                    <a:pt x="856" y="588"/>
                  </a:lnTo>
                  <a:lnTo>
                    <a:pt x="855" y="588"/>
                  </a:lnTo>
                  <a:lnTo>
                    <a:pt x="854" y="588"/>
                  </a:lnTo>
                  <a:lnTo>
                    <a:pt x="854" y="588"/>
                  </a:lnTo>
                  <a:lnTo>
                    <a:pt x="853" y="587"/>
                  </a:lnTo>
                  <a:lnTo>
                    <a:pt x="851" y="587"/>
                  </a:lnTo>
                  <a:lnTo>
                    <a:pt x="851" y="586"/>
                  </a:lnTo>
                  <a:lnTo>
                    <a:pt x="851" y="586"/>
                  </a:lnTo>
                  <a:lnTo>
                    <a:pt x="851" y="587"/>
                  </a:lnTo>
                  <a:lnTo>
                    <a:pt x="850" y="587"/>
                  </a:lnTo>
                  <a:lnTo>
                    <a:pt x="849" y="588"/>
                  </a:lnTo>
                  <a:lnTo>
                    <a:pt x="849" y="588"/>
                  </a:lnTo>
                  <a:lnTo>
                    <a:pt x="849" y="589"/>
                  </a:lnTo>
                  <a:lnTo>
                    <a:pt x="848" y="588"/>
                  </a:lnTo>
                  <a:lnTo>
                    <a:pt x="848" y="587"/>
                  </a:lnTo>
                  <a:lnTo>
                    <a:pt x="848" y="587"/>
                  </a:lnTo>
                  <a:lnTo>
                    <a:pt x="847" y="587"/>
                  </a:lnTo>
                  <a:lnTo>
                    <a:pt x="846" y="587"/>
                  </a:lnTo>
                  <a:lnTo>
                    <a:pt x="846" y="587"/>
                  </a:lnTo>
                  <a:lnTo>
                    <a:pt x="845" y="587"/>
                  </a:lnTo>
                  <a:lnTo>
                    <a:pt x="845" y="590"/>
                  </a:lnTo>
                  <a:lnTo>
                    <a:pt x="845" y="591"/>
                  </a:lnTo>
                  <a:lnTo>
                    <a:pt x="845" y="591"/>
                  </a:lnTo>
                  <a:lnTo>
                    <a:pt x="844" y="590"/>
                  </a:lnTo>
                  <a:lnTo>
                    <a:pt x="844" y="589"/>
                  </a:lnTo>
                  <a:lnTo>
                    <a:pt x="843" y="589"/>
                  </a:lnTo>
                  <a:lnTo>
                    <a:pt x="843" y="588"/>
                  </a:lnTo>
                  <a:lnTo>
                    <a:pt x="844" y="588"/>
                  </a:lnTo>
                  <a:lnTo>
                    <a:pt x="844" y="587"/>
                  </a:lnTo>
                  <a:lnTo>
                    <a:pt x="844" y="587"/>
                  </a:lnTo>
                  <a:lnTo>
                    <a:pt x="844" y="587"/>
                  </a:lnTo>
                  <a:lnTo>
                    <a:pt x="845" y="587"/>
                  </a:lnTo>
                  <a:lnTo>
                    <a:pt x="844" y="587"/>
                  </a:lnTo>
                  <a:lnTo>
                    <a:pt x="844" y="585"/>
                  </a:lnTo>
                  <a:lnTo>
                    <a:pt x="845" y="584"/>
                  </a:lnTo>
                  <a:lnTo>
                    <a:pt x="845" y="583"/>
                  </a:lnTo>
                  <a:lnTo>
                    <a:pt x="844" y="583"/>
                  </a:lnTo>
                  <a:lnTo>
                    <a:pt x="844" y="581"/>
                  </a:lnTo>
                  <a:lnTo>
                    <a:pt x="843" y="581"/>
                  </a:lnTo>
                  <a:lnTo>
                    <a:pt x="842" y="581"/>
                  </a:lnTo>
                  <a:lnTo>
                    <a:pt x="841" y="580"/>
                  </a:lnTo>
                  <a:lnTo>
                    <a:pt x="841" y="580"/>
                  </a:lnTo>
                  <a:lnTo>
                    <a:pt x="841" y="579"/>
                  </a:lnTo>
                  <a:lnTo>
                    <a:pt x="840" y="578"/>
                  </a:lnTo>
                  <a:lnTo>
                    <a:pt x="840" y="578"/>
                  </a:lnTo>
                  <a:lnTo>
                    <a:pt x="840" y="578"/>
                  </a:lnTo>
                  <a:lnTo>
                    <a:pt x="839" y="578"/>
                  </a:lnTo>
                  <a:lnTo>
                    <a:pt x="838" y="578"/>
                  </a:lnTo>
                  <a:lnTo>
                    <a:pt x="837" y="579"/>
                  </a:lnTo>
                  <a:lnTo>
                    <a:pt x="836" y="579"/>
                  </a:lnTo>
                  <a:lnTo>
                    <a:pt x="836" y="580"/>
                  </a:lnTo>
                  <a:lnTo>
                    <a:pt x="836" y="581"/>
                  </a:lnTo>
                  <a:lnTo>
                    <a:pt x="837" y="582"/>
                  </a:lnTo>
                  <a:lnTo>
                    <a:pt x="837" y="583"/>
                  </a:lnTo>
                  <a:lnTo>
                    <a:pt x="838" y="583"/>
                  </a:lnTo>
                  <a:lnTo>
                    <a:pt x="838" y="583"/>
                  </a:lnTo>
                  <a:lnTo>
                    <a:pt x="838" y="586"/>
                  </a:lnTo>
                  <a:lnTo>
                    <a:pt x="837" y="587"/>
                  </a:lnTo>
                  <a:lnTo>
                    <a:pt x="837" y="587"/>
                  </a:lnTo>
                  <a:lnTo>
                    <a:pt x="837" y="588"/>
                  </a:lnTo>
                  <a:lnTo>
                    <a:pt x="837" y="588"/>
                  </a:lnTo>
                  <a:lnTo>
                    <a:pt x="836" y="589"/>
                  </a:lnTo>
                  <a:lnTo>
                    <a:pt x="835" y="588"/>
                  </a:lnTo>
                  <a:lnTo>
                    <a:pt x="835" y="588"/>
                  </a:lnTo>
                  <a:lnTo>
                    <a:pt x="834" y="588"/>
                  </a:lnTo>
                  <a:lnTo>
                    <a:pt x="833" y="588"/>
                  </a:lnTo>
                  <a:lnTo>
                    <a:pt x="833" y="588"/>
                  </a:lnTo>
                  <a:lnTo>
                    <a:pt x="832" y="588"/>
                  </a:lnTo>
                  <a:lnTo>
                    <a:pt x="832" y="589"/>
                  </a:lnTo>
                  <a:lnTo>
                    <a:pt x="832" y="589"/>
                  </a:lnTo>
                  <a:lnTo>
                    <a:pt x="830" y="588"/>
                  </a:lnTo>
                  <a:lnTo>
                    <a:pt x="830" y="585"/>
                  </a:lnTo>
                  <a:lnTo>
                    <a:pt x="832" y="583"/>
                  </a:lnTo>
                  <a:lnTo>
                    <a:pt x="832" y="583"/>
                  </a:lnTo>
                  <a:lnTo>
                    <a:pt x="832" y="582"/>
                  </a:lnTo>
                  <a:lnTo>
                    <a:pt x="832" y="581"/>
                  </a:lnTo>
                  <a:lnTo>
                    <a:pt x="833" y="581"/>
                  </a:lnTo>
                  <a:lnTo>
                    <a:pt x="833" y="581"/>
                  </a:lnTo>
                  <a:lnTo>
                    <a:pt x="833" y="579"/>
                  </a:lnTo>
                  <a:lnTo>
                    <a:pt x="833" y="578"/>
                  </a:lnTo>
                  <a:lnTo>
                    <a:pt x="833" y="578"/>
                  </a:lnTo>
                  <a:lnTo>
                    <a:pt x="833" y="578"/>
                  </a:lnTo>
                  <a:lnTo>
                    <a:pt x="834" y="578"/>
                  </a:lnTo>
                  <a:lnTo>
                    <a:pt x="834" y="577"/>
                  </a:lnTo>
                  <a:lnTo>
                    <a:pt x="835" y="577"/>
                  </a:lnTo>
                  <a:lnTo>
                    <a:pt x="836" y="577"/>
                  </a:lnTo>
                  <a:lnTo>
                    <a:pt x="836" y="576"/>
                  </a:lnTo>
                  <a:lnTo>
                    <a:pt x="838" y="577"/>
                  </a:lnTo>
                  <a:lnTo>
                    <a:pt x="839" y="577"/>
                  </a:lnTo>
                  <a:lnTo>
                    <a:pt x="839" y="577"/>
                  </a:lnTo>
                  <a:lnTo>
                    <a:pt x="840" y="577"/>
                  </a:lnTo>
                  <a:lnTo>
                    <a:pt x="840" y="576"/>
                  </a:lnTo>
                  <a:lnTo>
                    <a:pt x="841" y="574"/>
                  </a:lnTo>
                  <a:lnTo>
                    <a:pt x="841" y="574"/>
                  </a:lnTo>
                  <a:lnTo>
                    <a:pt x="842" y="574"/>
                  </a:lnTo>
                  <a:lnTo>
                    <a:pt x="842" y="574"/>
                  </a:lnTo>
                  <a:lnTo>
                    <a:pt x="841" y="573"/>
                  </a:lnTo>
                  <a:lnTo>
                    <a:pt x="841" y="573"/>
                  </a:lnTo>
                  <a:lnTo>
                    <a:pt x="840" y="572"/>
                  </a:lnTo>
                  <a:lnTo>
                    <a:pt x="840" y="571"/>
                  </a:lnTo>
                  <a:lnTo>
                    <a:pt x="839" y="571"/>
                  </a:lnTo>
                  <a:lnTo>
                    <a:pt x="839" y="570"/>
                  </a:lnTo>
                  <a:lnTo>
                    <a:pt x="838" y="570"/>
                  </a:lnTo>
                  <a:lnTo>
                    <a:pt x="837" y="568"/>
                  </a:lnTo>
                  <a:lnTo>
                    <a:pt x="836" y="567"/>
                  </a:lnTo>
                  <a:lnTo>
                    <a:pt x="836" y="567"/>
                  </a:lnTo>
                  <a:lnTo>
                    <a:pt x="836" y="567"/>
                  </a:lnTo>
                  <a:lnTo>
                    <a:pt x="835" y="565"/>
                  </a:lnTo>
                  <a:lnTo>
                    <a:pt x="834" y="565"/>
                  </a:lnTo>
                  <a:lnTo>
                    <a:pt x="834" y="564"/>
                  </a:lnTo>
                  <a:lnTo>
                    <a:pt x="832" y="565"/>
                  </a:lnTo>
                  <a:lnTo>
                    <a:pt x="832" y="563"/>
                  </a:lnTo>
                  <a:lnTo>
                    <a:pt x="832" y="563"/>
                  </a:lnTo>
                  <a:lnTo>
                    <a:pt x="833" y="562"/>
                  </a:lnTo>
                  <a:lnTo>
                    <a:pt x="834" y="563"/>
                  </a:lnTo>
                  <a:lnTo>
                    <a:pt x="834" y="564"/>
                  </a:lnTo>
                  <a:lnTo>
                    <a:pt x="836" y="564"/>
                  </a:lnTo>
                  <a:lnTo>
                    <a:pt x="837" y="563"/>
                  </a:lnTo>
                  <a:lnTo>
                    <a:pt x="837" y="562"/>
                  </a:lnTo>
                  <a:lnTo>
                    <a:pt x="838" y="561"/>
                  </a:lnTo>
                  <a:lnTo>
                    <a:pt x="839" y="561"/>
                  </a:lnTo>
                  <a:lnTo>
                    <a:pt x="840" y="561"/>
                  </a:lnTo>
                  <a:close/>
                  <a:moveTo>
                    <a:pt x="790" y="557"/>
                  </a:moveTo>
                  <a:lnTo>
                    <a:pt x="792" y="558"/>
                  </a:lnTo>
                  <a:lnTo>
                    <a:pt x="793" y="559"/>
                  </a:lnTo>
                  <a:lnTo>
                    <a:pt x="793" y="560"/>
                  </a:lnTo>
                  <a:lnTo>
                    <a:pt x="793" y="561"/>
                  </a:lnTo>
                  <a:lnTo>
                    <a:pt x="793" y="562"/>
                  </a:lnTo>
                  <a:lnTo>
                    <a:pt x="793" y="565"/>
                  </a:lnTo>
                  <a:lnTo>
                    <a:pt x="793" y="565"/>
                  </a:lnTo>
                  <a:lnTo>
                    <a:pt x="793" y="568"/>
                  </a:lnTo>
                  <a:lnTo>
                    <a:pt x="793" y="570"/>
                  </a:lnTo>
                  <a:lnTo>
                    <a:pt x="793" y="570"/>
                  </a:lnTo>
                  <a:lnTo>
                    <a:pt x="793" y="573"/>
                  </a:lnTo>
                  <a:lnTo>
                    <a:pt x="792" y="573"/>
                  </a:lnTo>
                  <a:lnTo>
                    <a:pt x="792" y="573"/>
                  </a:lnTo>
                  <a:lnTo>
                    <a:pt x="791" y="571"/>
                  </a:lnTo>
                  <a:lnTo>
                    <a:pt x="791" y="571"/>
                  </a:lnTo>
                  <a:lnTo>
                    <a:pt x="790" y="570"/>
                  </a:lnTo>
                  <a:lnTo>
                    <a:pt x="789" y="570"/>
                  </a:lnTo>
                  <a:lnTo>
                    <a:pt x="789" y="569"/>
                  </a:lnTo>
                  <a:lnTo>
                    <a:pt x="788" y="569"/>
                  </a:lnTo>
                  <a:lnTo>
                    <a:pt x="788" y="567"/>
                  </a:lnTo>
                  <a:lnTo>
                    <a:pt x="788" y="565"/>
                  </a:lnTo>
                  <a:lnTo>
                    <a:pt x="788" y="565"/>
                  </a:lnTo>
                  <a:lnTo>
                    <a:pt x="788" y="565"/>
                  </a:lnTo>
                  <a:lnTo>
                    <a:pt x="788" y="561"/>
                  </a:lnTo>
                  <a:lnTo>
                    <a:pt x="788" y="559"/>
                  </a:lnTo>
                  <a:lnTo>
                    <a:pt x="788" y="559"/>
                  </a:lnTo>
                  <a:lnTo>
                    <a:pt x="788" y="559"/>
                  </a:lnTo>
                  <a:lnTo>
                    <a:pt x="789" y="558"/>
                  </a:lnTo>
                  <a:lnTo>
                    <a:pt x="790" y="557"/>
                  </a:lnTo>
                  <a:close/>
                  <a:moveTo>
                    <a:pt x="766" y="548"/>
                  </a:moveTo>
                  <a:lnTo>
                    <a:pt x="766" y="548"/>
                  </a:lnTo>
                  <a:lnTo>
                    <a:pt x="767" y="548"/>
                  </a:lnTo>
                  <a:lnTo>
                    <a:pt x="767" y="548"/>
                  </a:lnTo>
                  <a:lnTo>
                    <a:pt x="767" y="549"/>
                  </a:lnTo>
                  <a:lnTo>
                    <a:pt x="768" y="549"/>
                  </a:lnTo>
                  <a:lnTo>
                    <a:pt x="769" y="550"/>
                  </a:lnTo>
                  <a:lnTo>
                    <a:pt x="769" y="549"/>
                  </a:lnTo>
                  <a:lnTo>
                    <a:pt x="769" y="548"/>
                  </a:lnTo>
                  <a:lnTo>
                    <a:pt x="770" y="548"/>
                  </a:lnTo>
                  <a:lnTo>
                    <a:pt x="770" y="549"/>
                  </a:lnTo>
                  <a:lnTo>
                    <a:pt x="771" y="549"/>
                  </a:lnTo>
                  <a:lnTo>
                    <a:pt x="771" y="550"/>
                  </a:lnTo>
                  <a:lnTo>
                    <a:pt x="771" y="550"/>
                  </a:lnTo>
                  <a:lnTo>
                    <a:pt x="771" y="551"/>
                  </a:lnTo>
                  <a:lnTo>
                    <a:pt x="770" y="551"/>
                  </a:lnTo>
                  <a:lnTo>
                    <a:pt x="770" y="552"/>
                  </a:lnTo>
                  <a:lnTo>
                    <a:pt x="771" y="552"/>
                  </a:lnTo>
                  <a:lnTo>
                    <a:pt x="771" y="552"/>
                  </a:lnTo>
                  <a:lnTo>
                    <a:pt x="771" y="553"/>
                  </a:lnTo>
                  <a:lnTo>
                    <a:pt x="771" y="553"/>
                  </a:lnTo>
                  <a:lnTo>
                    <a:pt x="771" y="553"/>
                  </a:lnTo>
                  <a:lnTo>
                    <a:pt x="771" y="554"/>
                  </a:lnTo>
                  <a:lnTo>
                    <a:pt x="771" y="554"/>
                  </a:lnTo>
                  <a:lnTo>
                    <a:pt x="771" y="555"/>
                  </a:lnTo>
                  <a:lnTo>
                    <a:pt x="773" y="555"/>
                  </a:lnTo>
                  <a:lnTo>
                    <a:pt x="776" y="555"/>
                  </a:lnTo>
                  <a:lnTo>
                    <a:pt x="776" y="555"/>
                  </a:lnTo>
                  <a:lnTo>
                    <a:pt x="779" y="555"/>
                  </a:lnTo>
                  <a:lnTo>
                    <a:pt x="780" y="553"/>
                  </a:lnTo>
                  <a:lnTo>
                    <a:pt x="782" y="552"/>
                  </a:lnTo>
                  <a:lnTo>
                    <a:pt x="784" y="552"/>
                  </a:lnTo>
                  <a:lnTo>
                    <a:pt x="784" y="552"/>
                  </a:lnTo>
                  <a:lnTo>
                    <a:pt x="784" y="552"/>
                  </a:lnTo>
                  <a:lnTo>
                    <a:pt x="784" y="554"/>
                  </a:lnTo>
                  <a:lnTo>
                    <a:pt x="785" y="554"/>
                  </a:lnTo>
                  <a:lnTo>
                    <a:pt x="786" y="554"/>
                  </a:lnTo>
                  <a:lnTo>
                    <a:pt x="786" y="556"/>
                  </a:lnTo>
                  <a:lnTo>
                    <a:pt x="785" y="557"/>
                  </a:lnTo>
                  <a:lnTo>
                    <a:pt x="785" y="557"/>
                  </a:lnTo>
                  <a:lnTo>
                    <a:pt x="784" y="557"/>
                  </a:lnTo>
                  <a:lnTo>
                    <a:pt x="784" y="557"/>
                  </a:lnTo>
                  <a:lnTo>
                    <a:pt x="784" y="557"/>
                  </a:lnTo>
                  <a:lnTo>
                    <a:pt x="783" y="557"/>
                  </a:lnTo>
                  <a:lnTo>
                    <a:pt x="783" y="558"/>
                  </a:lnTo>
                  <a:lnTo>
                    <a:pt x="783" y="558"/>
                  </a:lnTo>
                  <a:lnTo>
                    <a:pt x="783" y="560"/>
                  </a:lnTo>
                  <a:lnTo>
                    <a:pt x="782" y="561"/>
                  </a:lnTo>
                  <a:lnTo>
                    <a:pt x="782" y="561"/>
                  </a:lnTo>
                  <a:lnTo>
                    <a:pt x="783" y="563"/>
                  </a:lnTo>
                  <a:lnTo>
                    <a:pt x="784" y="565"/>
                  </a:lnTo>
                  <a:lnTo>
                    <a:pt x="784" y="565"/>
                  </a:lnTo>
                  <a:lnTo>
                    <a:pt x="784" y="567"/>
                  </a:lnTo>
                  <a:lnTo>
                    <a:pt x="784" y="569"/>
                  </a:lnTo>
                  <a:lnTo>
                    <a:pt x="784" y="570"/>
                  </a:lnTo>
                  <a:lnTo>
                    <a:pt x="783" y="570"/>
                  </a:lnTo>
                  <a:lnTo>
                    <a:pt x="782" y="570"/>
                  </a:lnTo>
                  <a:lnTo>
                    <a:pt x="781" y="570"/>
                  </a:lnTo>
                  <a:lnTo>
                    <a:pt x="780" y="570"/>
                  </a:lnTo>
                  <a:lnTo>
                    <a:pt x="780" y="571"/>
                  </a:lnTo>
                  <a:lnTo>
                    <a:pt x="780" y="571"/>
                  </a:lnTo>
                  <a:lnTo>
                    <a:pt x="779" y="571"/>
                  </a:lnTo>
                  <a:lnTo>
                    <a:pt x="779" y="572"/>
                  </a:lnTo>
                  <a:lnTo>
                    <a:pt x="778" y="571"/>
                  </a:lnTo>
                  <a:lnTo>
                    <a:pt x="777" y="572"/>
                  </a:lnTo>
                  <a:lnTo>
                    <a:pt x="775" y="572"/>
                  </a:lnTo>
                  <a:lnTo>
                    <a:pt x="775" y="572"/>
                  </a:lnTo>
                  <a:lnTo>
                    <a:pt x="775" y="572"/>
                  </a:lnTo>
                  <a:lnTo>
                    <a:pt x="775" y="572"/>
                  </a:lnTo>
                  <a:lnTo>
                    <a:pt x="771" y="572"/>
                  </a:lnTo>
                  <a:lnTo>
                    <a:pt x="771" y="571"/>
                  </a:lnTo>
                  <a:lnTo>
                    <a:pt x="771" y="571"/>
                  </a:lnTo>
                  <a:lnTo>
                    <a:pt x="771" y="571"/>
                  </a:lnTo>
                  <a:lnTo>
                    <a:pt x="769" y="570"/>
                  </a:lnTo>
                  <a:lnTo>
                    <a:pt x="768" y="570"/>
                  </a:lnTo>
                  <a:lnTo>
                    <a:pt x="767" y="569"/>
                  </a:lnTo>
                  <a:lnTo>
                    <a:pt x="767" y="569"/>
                  </a:lnTo>
                  <a:lnTo>
                    <a:pt x="766" y="569"/>
                  </a:lnTo>
                  <a:lnTo>
                    <a:pt x="766" y="569"/>
                  </a:lnTo>
                  <a:lnTo>
                    <a:pt x="766" y="569"/>
                  </a:lnTo>
                  <a:lnTo>
                    <a:pt x="766" y="568"/>
                  </a:lnTo>
                  <a:lnTo>
                    <a:pt x="765" y="568"/>
                  </a:lnTo>
                  <a:lnTo>
                    <a:pt x="765" y="568"/>
                  </a:lnTo>
                  <a:lnTo>
                    <a:pt x="765" y="568"/>
                  </a:lnTo>
                  <a:lnTo>
                    <a:pt x="765" y="567"/>
                  </a:lnTo>
                  <a:lnTo>
                    <a:pt x="765" y="567"/>
                  </a:lnTo>
                  <a:lnTo>
                    <a:pt x="764" y="566"/>
                  </a:lnTo>
                  <a:lnTo>
                    <a:pt x="763" y="565"/>
                  </a:lnTo>
                  <a:lnTo>
                    <a:pt x="762" y="565"/>
                  </a:lnTo>
                  <a:lnTo>
                    <a:pt x="762" y="565"/>
                  </a:lnTo>
                  <a:lnTo>
                    <a:pt x="762" y="565"/>
                  </a:lnTo>
                  <a:lnTo>
                    <a:pt x="762" y="564"/>
                  </a:lnTo>
                  <a:lnTo>
                    <a:pt x="762" y="563"/>
                  </a:lnTo>
                  <a:lnTo>
                    <a:pt x="762" y="563"/>
                  </a:lnTo>
                  <a:lnTo>
                    <a:pt x="762" y="563"/>
                  </a:lnTo>
                  <a:lnTo>
                    <a:pt x="762" y="562"/>
                  </a:lnTo>
                  <a:lnTo>
                    <a:pt x="761" y="561"/>
                  </a:lnTo>
                  <a:lnTo>
                    <a:pt x="760" y="561"/>
                  </a:lnTo>
                  <a:lnTo>
                    <a:pt x="759" y="561"/>
                  </a:lnTo>
                  <a:lnTo>
                    <a:pt x="759" y="561"/>
                  </a:lnTo>
                  <a:lnTo>
                    <a:pt x="759" y="561"/>
                  </a:lnTo>
                  <a:lnTo>
                    <a:pt x="759" y="561"/>
                  </a:lnTo>
                  <a:lnTo>
                    <a:pt x="759" y="560"/>
                  </a:lnTo>
                  <a:lnTo>
                    <a:pt x="758" y="560"/>
                  </a:lnTo>
                  <a:lnTo>
                    <a:pt x="759" y="559"/>
                  </a:lnTo>
                  <a:lnTo>
                    <a:pt x="759" y="559"/>
                  </a:lnTo>
                  <a:lnTo>
                    <a:pt x="759" y="559"/>
                  </a:lnTo>
                  <a:lnTo>
                    <a:pt x="759" y="558"/>
                  </a:lnTo>
                  <a:lnTo>
                    <a:pt x="758" y="557"/>
                  </a:lnTo>
                  <a:lnTo>
                    <a:pt x="758" y="557"/>
                  </a:lnTo>
                  <a:lnTo>
                    <a:pt x="758" y="557"/>
                  </a:lnTo>
                  <a:lnTo>
                    <a:pt x="758" y="556"/>
                  </a:lnTo>
                  <a:lnTo>
                    <a:pt x="759" y="556"/>
                  </a:lnTo>
                  <a:lnTo>
                    <a:pt x="761" y="555"/>
                  </a:lnTo>
                  <a:lnTo>
                    <a:pt x="761" y="554"/>
                  </a:lnTo>
                  <a:lnTo>
                    <a:pt x="760" y="554"/>
                  </a:lnTo>
                  <a:lnTo>
                    <a:pt x="760" y="554"/>
                  </a:lnTo>
                  <a:lnTo>
                    <a:pt x="761" y="554"/>
                  </a:lnTo>
                  <a:lnTo>
                    <a:pt x="761" y="552"/>
                  </a:lnTo>
                  <a:lnTo>
                    <a:pt x="761" y="552"/>
                  </a:lnTo>
                  <a:lnTo>
                    <a:pt x="762" y="552"/>
                  </a:lnTo>
                  <a:lnTo>
                    <a:pt x="762" y="552"/>
                  </a:lnTo>
                  <a:lnTo>
                    <a:pt x="762" y="552"/>
                  </a:lnTo>
                  <a:lnTo>
                    <a:pt x="762" y="552"/>
                  </a:lnTo>
                  <a:lnTo>
                    <a:pt x="762" y="551"/>
                  </a:lnTo>
                  <a:lnTo>
                    <a:pt x="762" y="551"/>
                  </a:lnTo>
                  <a:lnTo>
                    <a:pt x="762" y="550"/>
                  </a:lnTo>
                  <a:lnTo>
                    <a:pt x="764" y="549"/>
                  </a:lnTo>
                  <a:lnTo>
                    <a:pt x="764" y="548"/>
                  </a:lnTo>
                  <a:lnTo>
                    <a:pt x="764" y="548"/>
                  </a:lnTo>
                  <a:lnTo>
                    <a:pt x="764" y="548"/>
                  </a:lnTo>
                  <a:lnTo>
                    <a:pt x="765" y="548"/>
                  </a:lnTo>
                  <a:lnTo>
                    <a:pt x="765" y="548"/>
                  </a:lnTo>
                  <a:lnTo>
                    <a:pt x="766" y="548"/>
                  </a:lnTo>
                  <a:close/>
                  <a:moveTo>
                    <a:pt x="819" y="531"/>
                  </a:moveTo>
                  <a:lnTo>
                    <a:pt x="819" y="532"/>
                  </a:lnTo>
                  <a:lnTo>
                    <a:pt x="819" y="534"/>
                  </a:lnTo>
                  <a:lnTo>
                    <a:pt x="819" y="534"/>
                  </a:lnTo>
                  <a:lnTo>
                    <a:pt x="819" y="535"/>
                  </a:lnTo>
                  <a:lnTo>
                    <a:pt x="819" y="535"/>
                  </a:lnTo>
                  <a:lnTo>
                    <a:pt x="819" y="535"/>
                  </a:lnTo>
                  <a:lnTo>
                    <a:pt x="819" y="535"/>
                  </a:lnTo>
                  <a:lnTo>
                    <a:pt x="818" y="535"/>
                  </a:lnTo>
                  <a:lnTo>
                    <a:pt x="818" y="536"/>
                  </a:lnTo>
                  <a:lnTo>
                    <a:pt x="818" y="537"/>
                  </a:lnTo>
                  <a:lnTo>
                    <a:pt x="818" y="538"/>
                  </a:lnTo>
                  <a:lnTo>
                    <a:pt x="819" y="538"/>
                  </a:lnTo>
                  <a:lnTo>
                    <a:pt x="819" y="538"/>
                  </a:lnTo>
                  <a:lnTo>
                    <a:pt x="819" y="538"/>
                  </a:lnTo>
                  <a:lnTo>
                    <a:pt x="819" y="538"/>
                  </a:lnTo>
                  <a:lnTo>
                    <a:pt x="820" y="538"/>
                  </a:lnTo>
                  <a:lnTo>
                    <a:pt x="820" y="539"/>
                  </a:lnTo>
                  <a:lnTo>
                    <a:pt x="821" y="539"/>
                  </a:lnTo>
                  <a:lnTo>
                    <a:pt x="821" y="539"/>
                  </a:lnTo>
                  <a:lnTo>
                    <a:pt x="822" y="539"/>
                  </a:lnTo>
                  <a:lnTo>
                    <a:pt x="823" y="540"/>
                  </a:lnTo>
                  <a:lnTo>
                    <a:pt x="823" y="542"/>
                  </a:lnTo>
                  <a:lnTo>
                    <a:pt x="823" y="542"/>
                  </a:lnTo>
                  <a:lnTo>
                    <a:pt x="823" y="544"/>
                  </a:lnTo>
                  <a:lnTo>
                    <a:pt x="822" y="544"/>
                  </a:lnTo>
                  <a:lnTo>
                    <a:pt x="822" y="545"/>
                  </a:lnTo>
                  <a:lnTo>
                    <a:pt x="821" y="545"/>
                  </a:lnTo>
                  <a:lnTo>
                    <a:pt x="821" y="545"/>
                  </a:lnTo>
                  <a:lnTo>
                    <a:pt x="820" y="546"/>
                  </a:lnTo>
                  <a:lnTo>
                    <a:pt x="820" y="547"/>
                  </a:lnTo>
                  <a:lnTo>
                    <a:pt x="820" y="548"/>
                  </a:lnTo>
                  <a:lnTo>
                    <a:pt x="820" y="548"/>
                  </a:lnTo>
                  <a:lnTo>
                    <a:pt x="819" y="548"/>
                  </a:lnTo>
                  <a:lnTo>
                    <a:pt x="819" y="550"/>
                  </a:lnTo>
                  <a:lnTo>
                    <a:pt x="819" y="551"/>
                  </a:lnTo>
                  <a:lnTo>
                    <a:pt x="819" y="552"/>
                  </a:lnTo>
                  <a:lnTo>
                    <a:pt x="819" y="553"/>
                  </a:lnTo>
                  <a:lnTo>
                    <a:pt x="819" y="554"/>
                  </a:lnTo>
                  <a:lnTo>
                    <a:pt x="819" y="556"/>
                  </a:lnTo>
                  <a:lnTo>
                    <a:pt x="819" y="557"/>
                  </a:lnTo>
                  <a:lnTo>
                    <a:pt x="819" y="558"/>
                  </a:lnTo>
                  <a:lnTo>
                    <a:pt x="819" y="558"/>
                  </a:lnTo>
                  <a:lnTo>
                    <a:pt x="819" y="559"/>
                  </a:lnTo>
                  <a:lnTo>
                    <a:pt x="819" y="560"/>
                  </a:lnTo>
                  <a:lnTo>
                    <a:pt x="819" y="561"/>
                  </a:lnTo>
                  <a:lnTo>
                    <a:pt x="819" y="561"/>
                  </a:lnTo>
                  <a:lnTo>
                    <a:pt x="819" y="562"/>
                  </a:lnTo>
                  <a:lnTo>
                    <a:pt x="819" y="562"/>
                  </a:lnTo>
                  <a:lnTo>
                    <a:pt x="820" y="561"/>
                  </a:lnTo>
                  <a:lnTo>
                    <a:pt x="820" y="561"/>
                  </a:lnTo>
                  <a:lnTo>
                    <a:pt x="821" y="562"/>
                  </a:lnTo>
                  <a:lnTo>
                    <a:pt x="822" y="562"/>
                  </a:lnTo>
                  <a:lnTo>
                    <a:pt x="822" y="563"/>
                  </a:lnTo>
                  <a:lnTo>
                    <a:pt x="822" y="563"/>
                  </a:lnTo>
                  <a:lnTo>
                    <a:pt x="822" y="564"/>
                  </a:lnTo>
                  <a:lnTo>
                    <a:pt x="822" y="564"/>
                  </a:lnTo>
                  <a:lnTo>
                    <a:pt x="822" y="565"/>
                  </a:lnTo>
                  <a:lnTo>
                    <a:pt x="822" y="566"/>
                  </a:lnTo>
                  <a:lnTo>
                    <a:pt x="819" y="566"/>
                  </a:lnTo>
                  <a:lnTo>
                    <a:pt x="819" y="566"/>
                  </a:lnTo>
                  <a:lnTo>
                    <a:pt x="816" y="566"/>
                  </a:lnTo>
                  <a:lnTo>
                    <a:pt x="815" y="566"/>
                  </a:lnTo>
                  <a:lnTo>
                    <a:pt x="815" y="568"/>
                  </a:lnTo>
                  <a:lnTo>
                    <a:pt x="813" y="569"/>
                  </a:lnTo>
                  <a:lnTo>
                    <a:pt x="813" y="567"/>
                  </a:lnTo>
                  <a:lnTo>
                    <a:pt x="813" y="566"/>
                  </a:lnTo>
                  <a:lnTo>
                    <a:pt x="813" y="566"/>
                  </a:lnTo>
                  <a:lnTo>
                    <a:pt x="813" y="565"/>
                  </a:lnTo>
                  <a:lnTo>
                    <a:pt x="813" y="565"/>
                  </a:lnTo>
                  <a:lnTo>
                    <a:pt x="812" y="565"/>
                  </a:lnTo>
                  <a:lnTo>
                    <a:pt x="812" y="565"/>
                  </a:lnTo>
                  <a:lnTo>
                    <a:pt x="812" y="561"/>
                  </a:lnTo>
                  <a:lnTo>
                    <a:pt x="812" y="561"/>
                  </a:lnTo>
                  <a:lnTo>
                    <a:pt x="811" y="560"/>
                  </a:lnTo>
                  <a:lnTo>
                    <a:pt x="811" y="559"/>
                  </a:lnTo>
                  <a:lnTo>
                    <a:pt x="810" y="559"/>
                  </a:lnTo>
                  <a:lnTo>
                    <a:pt x="810" y="559"/>
                  </a:lnTo>
                  <a:lnTo>
                    <a:pt x="810" y="558"/>
                  </a:lnTo>
                  <a:lnTo>
                    <a:pt x="809" y="557"/>
                  </a:lnTo>
                  <a:lnTo>
                    <a:pt x="808" y="557"/>
                  </a:lnTo>
                  <a:lnTo>
                    <a:pt x="808" y="558"/>
                  </a:lnTo>
                  <a:lnTo>
                    <a:pt x="807" y="558"/>
                  </a:lnTo>
                  <a:lnTo>
                    <a:pt x="807" y="557"/>
                  </a:lnTo>
                  <a:lnTo>
                    <a:pt x="807" y="555"/>
                  </a:lnTo>
                  <a:lnTo>
                    <a:pt x="807" y="552"/>
                  </a:lnTo>
                  <a:lnTo>
                    <a:pt x="807" y="551"/>
                  </a:lnTo>
                  <a:lnTo>
                    <a:pt x="807" y="549"/>
                  </a:lnTo>
                  <a:lnTo>
                    <a:pt x="807" y="549"/>
                  </a:lnTo>
                  <a:lnTo>
                    <a:pt x="808" y="549"/>
                  </a:lnTo>
                  <a:lnTo>
                    <a:pt x="808" y="552"/>
                  </a:lnTo>
                  <a:lnTo>
                    <a:pt x="809" y="552"/>
                  </a:lnTo>
                  <a:lnTo>
                    <a:pt x="810" y="552"/>
                  </a:lnTo>
                  <a:lnTo>
                    <a:pt x="810" y="552"/>
                  </a:lnTo>
                  <a:lnTo>
                    <a:pt x="810" y="552"/>
                  </a:lnTo>
                  <a:lnTo>
                    <a:pt x="811" y="553"/>
                  </a:lnTo>
                  <a:lnTo>
                    <a:pt x="812" y="553"/>
                  </a:lnTo>
                  <a:lnTo>
                    <a:pt x="813" y="552"/>
                  </a:lnTo>
                  <a:lnTo>
                    <a:pt x="813" y="552"/>
                  </a:lnTo>
                  <a:lnTo>
                    <a:pt x="814" y="552"/>
                  </a:lnTo>
                  <a:lnTo>
                    <a:pt x="814" y="552"/>
                  </a:lnTo>
                  <a:lnTo>
                    <a:pt x="814" y="552"/>
                  </a:lnTo>
                  <a:lnTo>
                    <a:pt x="815" y="550"/>
                  </a:lnTo>
                  <a:lnTo>
                    <a:pt x="815" y="550"/>
                  </a:lnTo>
                  <a:lnTo>
                    <a:pt x="815" y="549"/>
                  </a:lnTo>
                  <a:lnTo>
                    <a:pt x="815" y="549"/>
                  </a:lnTo>
                  <a:lnTo>
                    <a:pt x="815" y="546"/>
                  </a:lnTo>
                  <a:lnTo>
                    <a:pt x="815" y="545"/>
                  </a:lnTo>
                  <a:lnTo>
                    <a:pt x="814" y="545"/>
                  </a:lnTo>
                  <a:lnTo>
                    <a:pt x="814" y="544"/>
                  </a:lnTo>
                  <a:lnTo>
                    <a:pt x="814" y="544"/>
                  </a:lnTo>
                  <a:lnTo>
                    <a:pt x="813" y="544"/>
                  </a:lnTo>
                  <a:lnTo>
                    <a:pt x="814" y="542"/>
                  </a:lnTo>
                  <a:lnTo>
                    <a:pt x="814" y="541"/>
                  </a:lnTo>
                  <a:lnTo>
                    <a:pt x="814" y="540"/>
                  </a:lnTo>
                  <a:lnTo>
                    <a:pt x="814" y="539"/>
                  </a:lnTo>
                  <a:lnTo>
                    <a:pt x="814" y="539"/>
                  </a:lnTo>
                  <a:lnTo>
                    <a:pt x="814" y="539"/>
                  </a:lnTo>
                  <a:lnTo>
                    <a:pt x="814" y="538"/>
                  </a:lnTo>
                  <a:lnTo>
                    <a:pt x="813" y="538"/>
                  </a:lnTo>
                  <a:lnTo>
                    <a:pt x="813" y="538"/>
                  </a:lnTo>
                  <a:lnTo>
                    <a:pt x="813" y="536"/>
                  </a:lnTo>
                  <a:lnTo>
                    <a:pt x="814" y="535"/>
                  </a:lnTo>
                  <a:lnTo>
                    <a:pt x="814" y="535"/>
                  </a:lnTo>
                  <a:lnTo>
                    <a:pt x="817" y="533"/>
                  </a:lnTo>
                  <a:lnTo>
                    <a:pt x="818" y="532"/>
                  </a:lnTo>
                  <a:lnTo>
                    <a:pt x="818" y="532"/>
                  </a:lnTo>
                  <a:lnTo>
                    <a:pt x="818" y="531"/>
                  </a:lnTo>
                  <a:lnTo>
                    <a:pt x="819" y="531"/>
                  </a:lnTo>
                  <a:close/>
                  <a:moveTo>
                    <a:pt x="875" y="511"/>
                  </a:moveTo>
                  <a:lnTo>
                    <a:pt x="875" y="512"/>
                  </a:lnTo>
                  <a:lnTo>
                    <a:pt x="875" y="512"/>
                  </a:lnTo>
                  <a:lnTo>
                    <a:pt x="875" y="512"/>
                  </a:lnTo>
                  <a:lnTo>
                    <a:pt x="875" y="512"/>
                  </a:lnTo>
                  <a:lnTo>
                    <a:pt x="875" y="513"/>
                  </a:lnTo>
                  <a:lnTo>
                    <a:pt x="875" y="513"/>
                  </a:lnTo>
                  <a:lnTo>
                    <a:pt x="875" y="514"/>
                  </a:lnTo>
                  <a:lnTo>
                    <a:pt x="875" y="515"/>
                  </a:lnTo>
                  <a:lnTo>
                    <a:pt x="875" y="515"/>
                  </a:lnTo>
                  <a:lnTo>
                    <a:pt x="875" y="516"/>
                  </a:lnTo>
                  <a:lnTo>
                    <a:pt x="875" y="517"/>
                  </a:lnTo>
                  <a:lnTo>
                    <a:pt x="875" y="518"/>
                  </a:lnTo>
                  <a:lnTo>
                    <a:pt x="875" y="518"/>
                  </a:lnTo>
                  <a:lnTo>
                    <a:pt x="875" y="518"/>
                  </a:lnTo>
                  <a:lnTo>
                    <a:pt x="875" y="518"/>
                  </a:lnTo>
                  <a:lnTo>
                    <a:pt x="875" y="518"/>
                  </a:lnTo>
                  <a:lnTo>
                    <a:pt x="875" y="519"/>
                  </a:lnTo>
                  <a:lnTo>
                    <a:pt x="875" y="520"/>
                  </a:lnTo>
                  <a:lnTo>
                    <a:pt x="877" y="521"/>
                  </a:lnTo>
                  <a:lnTo>
                    <a:pt x="877" y="521"/>
                  </a:lnTo>
                  <a:lnTo>
                    <a:pt x="878" y="521"/>
                  </a:lnTo>
                  <a:lnTo>
                    <a:pt x="878" y="522"/>
                  </a:lnTo>
                  <a:lnTo>
                    <a:pt x="879" y="522"/>
                  </a:lnTo>
                  <a:lnTo>
                    <a:pt x="879" y="522"/>
                  </a:lnTo>
                  <a:lnTo>
                    <a:pt x="881" y="522"/>
                  </a:lnTo>
                  <a:lnTo>
                    <a:pt x="883" y="522"/>
                  </a:lnTo>
                  <a:lnTo>
                    <a:pt x="883" y="522"/>
                  </a:lnTo>
                  <a:lnTo>
                    <a:pt x="883" y="522"/>
                  </a:lnTo>
                  <a:lnTo>
                    <a:pt x="883" y="523"/>
                  </a:lnTo>
                  <a:lnTo>
                    <a:pt x="882" y="523"/>
                  </a:lnTo>
                  <a:lnTo>
                    <a:pt x="881" y="523"/>
                  </a:lnTo>
                  <a:lnTo>
                    <a:pt x="880" y="522"/>
                  </a:lnTo>
                  <a:lnTo>
                    <a:pt x="879" y="522"/>
                  </a:lnTo>
                  <a:lnTo>
                    <a:pt x="879" y="523"/>
                  </a:lnTo>
                  <a:lnTo>
                    <a:pt x="878" y="523"/>
                  </a:lnTo>
                  <a:lnTo>
                    <a:pt x="878" y="523"/>
                  </a:lnTo>
                  <a:lnTo>
                    <a:pt x="877" y="522"/>
                  </a:lnTo>
                  <a:lnTo>
                    <a:pt x="876" y="523"/>
                  </a:lnTo>
                  <a:lnTo>
                    <a:pt x="875" y="523"/>
                  </a:lnTo>
                  <a:lnTo>
                    <a:pt x="875" y="523"/>
                  </a:lnTo>
                  <a:lnTo>
                    <a:pt x="875" y="523"/>
                  </a:lnTo>
                  <a:lnTo>
                    <a:pt x="874" y="523"/>
                  </a:lnTo>
                  <a:lnTo>
                    <a:pt x="874" y="523"/>
                  </a:lnTo>
                  <a:lnTo>
                    <a:pt x="874" y="522"/>
                  </a:lnTo>
                  <a:lnTo>
                    <a:pt x="873" y="522"/>
                  </a:lnTo>
                  <a:lnTo>
                    <a:pt x="872" y="522"/>
                  </a:lnTo>
                  <a:lnTo>
                    <a:pt x="871" y="521"/>
                  </a:lnTo>
                  <a:lnTo>
                    <a:pt x="870" y="521"/>
                  </a:lnTo>
                  <a:lnTo>
                    <a:pt x="869" y="522"/>
                  </a:lnTo>
                  <a:lnTo>
                    <a:pt x="866" y="522"/>
                  </a:lnTo>
                  <a:lnTo>
                    <a:pt x="865" y="523"/>
                  </a:lnTo>
                  <a:lnTo>
                    <a:pt x="865" y="524"/>
                  </a:lnTo>
                  <a:lnTo>
                    <a:pt x="864" y="524"/>
                  </a:lnTo>
                  <a:lnTo>
                    <a:pt x="864" y="526"/>
                  </a:lnTo>
                  <a:lnTo>
                    <a:pt x="862" y="527"/>
                  </a:lnTo>
                  <a:lnTo>
                    <a:pt x="862" y="528"/>
                  </a:lnTo>
                  <a:lnTo>
                    <a:pt x="863" y="528"/>
                  </a:lnTo>
                  <a:lnTo>
                    <a:pt x="862" y="529"/>
                  </a:lnTo>
                  <a:lnTo>
                    <a:pt x="862" y="530"/>
                  </a:lnTo>
                  <a:lnTo>
                    <a:pt x="862" y="530"/>
                  </a:lnTo>
                  <a:lnTo>
                    <a:pt x="860" y="532"/>
                  </a:lnTo>
                  <a:lnTo>
                    <a:pt x="860" y="532"/>
                  </a:lnTo>
                  <a:lnTo>
                    <a:pt x="860" y="533"/>
                  </a:lnTo>
                  <a:lnTo>
                    <a:pt x="860" y="533"/>
                  </a:lnTo>
                  <a:lnTo>
                    <a:pt x="859" y="534"/>
                  </a:lnTo>
                  <a:lnTo>
                    <a:pt x="859" y="534"/>
                  </a:lnTo>
                  <a:lnTo>
                    <a:pt x="859" y="533"/>
                  </a:lnTo>
                  <a:lnTo>
                    <a:pt x="859" y="533"/>
                  </a:lnTo>
                  <a:lnTo>
                    <a:pt x="859" y="532"/>
                  </a:lnTo>
                  <a:lnTo>
                    <a:pt x="860" y="531"/>
                  </a:lnTo>
                  <a:lnTo>
                    <a:pt x="860" y="531"/>
                  </a:lnTo>
                  <a:lnTo>
                    <a:pt x="860" y="531"/>
                  </a:lnTo>
                  <a:lnTo>
                    <a:pt x="858" y="530"/>
                  </a:lnTo>
                  <a:lnTo>
                    <a:pt x="858" y="529"/>
                  </a:lnTo>
                  <a:lnTo>
                    <a:pt x="857" y="530"/>
                  </a:lnTo>
                  <a:lnTo>
                    <a:pt x="857" y="530"/>
                  </a:lnTo>
                  <a:lnTo>
                    <a:pt x="856" y="531"/>
                  </a:lnTo>
                  <a:lnTo>
                    <a:pt x="856" y="531"/>
                  </a:lnTo>
                  <a:lnTo>
                    <a:pt x="855" y="532"/>
                  </a:lnTo>
                  <a:lnTo>
                    <a:pt x="856" y="532"/>
                  </a:lnTo>
                  <a:lnTo>
                    <a:pt x="857" y="532"/>
                  </a:lnTo>
                  <a:lnTo>
                    <a:pt x="858" y="531"/>
                  </a:lnTo>
                  <a:lnTo>
                    <a:pt x="858" y="531"/>
                  </a:lnTo>
                  <a:lnTo>
                    <a:pt x="858" y="531"/>
                  </a:lnTo>
                  <a:lnTo>
                    <a:pt x="858" y="530"/>
                  </a:lnTo>
                  <a:lnTo>
                    <a:pt x="858" y="531"/>
                  </a:lnTo>
                  <a:lnTo>
                    <a:pt x="858" y="531"/>
                  </a:lnTo>
                  <a:lnTo>
                    <a:pt x="858" y="531"/>
                  </a:lnTo>
                  <a:lnTo>
                    <a:pt x="858" y="532"/>
                  </a:lnTo>
                  <a:lnTo>
                    <a:pt x="858" y="533"/>
                  </a:lnTo>
                  <a:lnTo>
                    <a:pt x="858" y="534"/>
                  </a:lnTo>
                  <a:lnTo>
                    <a:pt x="858" y="535"/>
                  </a:lnTo>
                  <a:lnTo>
                    <a:pt x="858" y="535"/>
                  </a:lnTo>
                  <a:lnTo>
                    <a:pt x="858" y="536"/>
                  </a:lnTo>
                  <a:lnTo>
                    <a:pt x="859" y="538"/>
                  </a:lnTo>
                  <a:lnTo>
                    <a:pt x="861" y="538"/>
                  </a:lnTo>
                  <a:lnTo>
                    <a:pt x="861" y="539"/>
                  </a:lnTo>
                  <a:lnTo>
                    <a:pt x="861" y="540"/>
                  </a:lnTo>
                  <a:lnTo>
                    <a:pt x="861" y="540"/>
                  </a:lnTo>
                  <a:lnTo>
                    <a:pt x="861" y="540"/>
                  </a:lnTo>
                  <a:lnTo>
                    <a:pt x="860" y="540"/>
                  </a:lnTo>
                  <a:lnTo>
                    <a:pt x="860" y="540"/>
                  </a:lnTo>
                  <a:lnTo>
                    <a:pt x="860" y="539"/>
                  </a:lnTo>
                  <a:lnTo>
                    <a:pt x="859" y="539"/>
                  </a:lnTo>
                  <a:lnTo>
                    <a:pt x="858" y="539"/>
                  </a:lnTo>
                  <a:lnTo>
                    <a:pt x="858" y="539"/>
                  </a:lnTo>
                  <a:lnTo>
                    <a:pt x="858" y="539"/>
                  </a:lnTo>
                  <a:lnTo>
                    <a:pt x="858" y="537"/>
                  </a:lnTo>
                  <a:lnTo>
                    <a:pt x="857" y="536"/>
                  </a:lnTo>
                  <a:lnTo>
                    <a:pt x="856" y="536"/>
                  </a:lnTo>
                  <a:lnTo>
                    <a:pt x="856" y="536"/>
                  </a:lnTo>
                  <a:lnTo>
                    <a:pt x="856" y="537"/>
                  </a:lnTo>
                  <a:lnTo>
                    <a:pt x="855" y="537"/>
                  </a:lnTo>
                  <a:lnTo>
                    <a:pt x="854" y="536"/>
                  </a:lnTo>
                  <a:lnTo>
                    <a:pt x="854" y="536"/>
                  </a:lnTo>
                  <a:lnTo>
                    <a:pt x="853" y="535"/>
                  </a:lnTo>
                  <a:lnTo>
                    <a:pt x="852" y="535"/>
                  </a:lnTo>
                  <a:lnTo>
                    <a:pt x="852" y="535"/>
                  </a:lnTo>
                  <a:lnTo>
                    <a:pt x="850" y="536"/>
                  </a:lnTo>
                  <a:lnTo>
                    <a:pt x="850" y="536"/>
                  </a:lnTo>
                  <a:lnTo>
                    <a:pt x="850" y="537"/>
                  </a:lnTo>
                  <a:lnTo>
                    <a:pt x="850" y="537"/>
                  </a:lnTo>
                  <a:lnTo>
                    <a:pt x="850" y="539"/>
                  </a:lnTo>
                  <a:lnTo>
                    <a:pt x="850" y="539"/>
                  </a:lnTo>
                  <a:lnTo>
                    <a:pt x="850" y="541"/>
                  </a:lnTo>
                  <a:lnTo>
                    <a:pt x="850" y="542"/>
                  </a:lnTo>
                  <a:lnTo>
                    <a:pt x="849" y="541"/>
                  </a:lnTo>
                  <a:lnTo>
                    <a:pt x="849" y="541"/>
                  </a:lnTo>
                  <a:lnTo>
                    <a:pt x="849" y="540"/>
                  </a:lnTo>
                  <a:lnTo>
                    <a:pt x="848" y="539"/>
                  </a:lnTo>
                  <a:lnTo>
                    <a:pt x="848" y="539"/>
                  </a:lnTo>
                  <a:lnTo>
                    <a:pt x="848" y="539"/>
                  </a:lnTo>
                  <a:lnTo>
                    <a:pt x="849" y="538"/>
                  </a:lnTo>
                  <a:lnTo>
                    <a:pt x="849" y="538"/>
                  </a:lnTo>
                  <a:lnTo>
                    <a:pt x="848" y="537"/>
                  </a:lnTo>
                  <a:lnTo>
                    <a:pt x="848" y="536"/>
                  </a:lnTo>
                  <a:lnTo>
                    <a:pt x="848" y="536"/>
                  </a:lnTo>
                  <a:lnTo>
                    <a:pt x="847" y="536"/>
                  </a:lnTo>
                  <a:lnTo>
                    <a:pt x="847" y="536"/>
                  </a:lnTo>
                  <a:lnTo>
                    <a:pt x="846" y="536"/>
                  </a:lnTo>
                  <a:lnTo>
                    <a:pt x="845" y="536"/>
                  </a:lnTo>
                  <a:lnTo>
                    <a:pt x="845" y="539"/>
                  </a:lnTo>
                  <a:lnTo>
                    <a:pt x="845" y="539"/>
                  </a:lnTo>
                  <a:lnTo>
                    <a:pt x="845" y="539"/>
                  </a:lnTo>
                  <a:lnTo>
                    <a:pt x="844" y="539"/>
                  </a:lnTo>
                  <a:lnTo>
                    <a:pt x="844" y="539"/>
                  </a:lnTo>
                  <a:lnTo>
                    <a:pt x="844" y="539"/>
                  </a:lnTo>
                  <a:lnTo>
                    <a:pt x="844" y="538"/>
                  </a:lnTo>
                  <a:lnTo>
                    <a:pt x="844" y="538"/>
                  </a:lnTo>
                  <a:lnTo>
                    <a:pt x="844" y="537"/>
                  </a:lnTo>
                  <a:lnTo>
                    <a:pt x="845" y="536"/>
                  </a:lnTo>
                  <a:lnTo>
                    <a:pt x="844" y="536"/>
                  </a:lnTo>
                  <a:lnTo>
                    <a:pt x="843" y="536"/>
                  </a:lnTo>
                  <a:lnTo>
                    <a:pt x="843" y="535"/>
                  </a:lnTo>
                  <a:lnTo>
                    <a:pt x="840" y="535"/>
                  </a:lnTo>
                  <a:lnTo>
                    <a:pt x="840" y="535"/>
                  </a:lnTo>
                  <a:lnTo>
                    <a:pt x="840" y="536"/>
                  </a:lnTo>
                  <a:lnTo>
                    <a:pt x="839" y="537"/>
                  </a:lnTo>
                  <a:lnTo>
                    <a:pt x="839" y="537"/>
                  </a:lnTo>
                  <a:lnTo>
                    <a:pt x="839" y="538"/>
                  </a:lnTo>
                  <a:lnTo>
                    <a:pt x="839" y="539"/>
                  </a:lnTo>
                  <a:lnTo>
                    <a:pt x="838" y="539"/>
                  </a:lnTo>
                  <a:lnTo>
                    <a:pt x="838" y="542"/>
                  </a:lnTo>
                  <a:lnTo>
                    <a:pt x="837" y="543"/>
                  </a:lnTo>
                  <a:lnTo>
                    <a:pt x="837" y="543"/>
                  </a:lnTo>
                  <a:lnTo>
                    <a:pt x="836" y="543"/>
                  </a:lnTo>
                  <a:lnTo>
                    <a:pt x="836" y="543"/>
                  </a:lnTo>
                  <a:lnTo>
                    <a:pt x="836" y="544"/>
                  </a:lnTo>
                  <a:lnTo>
                    <a:pt x="836" y="544"/>
                  </a:lnTo>
                  <a:lnTo>
                    <a:pt x="835" y="544"/>
                  </a:lnTo>
                  <a:lnTo>
                    <a:pt x="834" y="545"/>
                  </a:lnTo>
                  <a:lnTo>
                    <a:pt x="834" y="545"/>
                  </a:lnTo>
                  <a:lnTo>
                    <a:pt x="833" y="546"/>
                  </a:lnTo>
                  <a:lnTo>
                    <a:pt x="833" y="547"/>
                  </a:lnTo>
                  <a:lnTo>
                    <a:pt x="833" y="549"/>
                  </a:lnTo>
                  <a:lnTo>
                    <a:pt x="833" y="549"/>
                  </a:lnTo>
                  <a:lnTo>
                    <a:pt x="833" y="550"/>
                  </a:lnTo>
                  <a:lnTo>
                    <a:pt x="833" y="551"/>
                  </a:lnTo>
                  <a:lnTo>
                    <a:pt x="832" y="551"/>
                  </a:lnTo>
                  <a:lnTo>
                    <a:pt x="832" y="551"/>
                  </a:lnTo>
                  <a:lnTo>
                    <a:pt x="832" y="549"/>
                  </a:lnTo>
                  <a:lnTo>
                    <a:pt x="832" y="549"/>
                  </a:lnTo>
                  <a:lnTo>
                    <a:pt x="832" y="548"/>
                  </a:lnTo>
                  <a:lnTo>
                    <a:pt x="831" y="547"/>
                  </a:lnTo>
                  <a:lnTo>
                    <a:pt x="831" y="547"/>
                  </a:lnTo>
                  <a:lnTo>
                    <a:pt x="831" y="547"/>
                  </a:lnTo>
                  <a:lnTo>
                    <a:pt x="830" y="548"/>
                  </a:lnTo>
                  <a:lnTo>
                    <a:pt x="830" y="549"/>
                  </a:lnTo>
                  <a:lnTo>
                    <a:pt x="830" y="550"/>
                  </a:lnTo>
                  <a:lnTo>
                    <a:pt x="831" y="551"/>
                  </a:lnTo>
                  <a:lnTo>
                    <a:pt x="831" y="552"/>
                  </a:lnTo>
                  <a:lnTo>
                    <a:pt x="831" y="553"/>
                  </a:lnTo>
                  <a:lnTo>
                    <a:pt x="829" y="553"/>
                  </a:lnTo>
                  <a:lnTo>
                    <a:pt x="829" y="552"/>
                  </a:lnTo>
                  <a:lnTo>
                    <a:pt x="829" y="552"/>
                  </a:lnTo>
                  <a:lnTo>
                    <a:pt x="829" y="551"/>
                  </a:lnTo>
                  <a:lnTo>
                    <a:pt x="829" y="551"/>
                  </a:lnTo>
                  <a:lnTo>
                    <a:pt x="828" y="551"/>
                  </a:lnTo>
                  <a:lnTo>
                    <a:pt x="828" y="550"/>
                  </a:lnTo>
                  <a:lnTo>
                    <a:pt x="828" y="546"/>
                  </a:lnTo>
                  <a:lnTo>
                    <a:pt x="828" y="544"/>
                  </a:lnTo>
                  <a:lnTo>
                    <a:pt x="828" y="544"/>
                  </a:lnTo>
                  <a:lnTo>
                    <a:pt x="828" y="543"/>
                  </a:lnTo>
                  <a:lnTo>
                    <a:pt x="828" y="543"/>
                  </a:lnTo>
                  <a:lnTo>
                    <a:pt x="829" y="541"/>
                  </a:lnTo>
                  <a:lnTo>
                    <a:pt x="830" y="540"/>
                  </a:lnTo>
                  <a:lnTo>
                    <a:pt x="832" y="541"/>
                  </a:lnTo>
                  <a:lnTo>
                    <a:pt x="831" y="539"/>
                  </a:lnTo>
                  <a:lnTo>
                    <a:pt x="832" y="539"/>
                  </a:lnTo>
                  <a:lnTo>
                    <a:pt x="833" y="539"/>
                  </a:lnTo>
                  <a:lnTo>
                    <a:pt x="834" y="539"/>
                  </a:lnTo>
                  <a:lnTo>
                    <a:pt x="835" y="537"/>
                  </a:lnTo>
                  <a:lnTo>
                    <a:pt x="835" y="536"/>
                  </a:lnTo>
                  <a:lnTo>
                    <a:pt x="835" y="536"/>
                  </a:lnTo>
                  <a:lnTo>
                    <a:pt x="835" y="536"/>
                  </a:lnTo>
                  <a:lnTo>
                    <a:pt x="835" y="535"/>
                  </a:lnTo>
                  <a:lnTo>
                    <a:pt x="835" y="535"/>
                  </a:lnTo>
                  <a:lnTo>
                    <a:pt x="836" y="535"/>
                  </a:lnTo>
                  <a:lnTo>
                    <a:pt x="836" y="535"/>
                  </a:lnTo>
                  <a:lnTo>
                    <a:pt x="836" y="535"/>
                  </a:lnTo>
                  <a:lnTo>
                    <a:pt x="837" y="534"/>
                  </a:lnTo>
                  <a:lnTo>
                    <a:pt x="837" y="533"/>
                  </a:lnTo>
                  <a:lnTo>
                    <a:pt x="838" y="533"/>
                  </a:lnTo>
                  <a:lnTo>
                    <a:pt x="838" y="532"/>
                  </a:lnTo>
                  <a:lnTo>
                    <a:pt x="839" y="531"/>
                  </a:lnTo>
                  <a:lnTo>
                    <a:pt x="840" y="531"/>
                  </a:lnTo>
                  <a:lnTo>
                    <a:pt x="840" y="531"/>
                  </a:lnTo>
                  <a:lnTo>
                    <a:pt x="840" y="531"/>
                  </a:lnTo>
                  <a:lnTo>
                    <a:pt x="841" y="530"/>
                  </a:lnTo>
                  <a:lnTo>
                    <a:pt x="842" y="530"/>
                  </a:lnTo>
                  <a:lnTo>
                    <a:pt x="843" y="530"/>
                  </a:lnTo>
                  <a:lnTo>
                    <a:pt x="843" y="530"/>
                  </a:lnTo>
                  <a:lnTo>
                    <a:pt x="843" y="530"/>
                  </a:lnTo>
                  <a:lnTo>
                    <a:pt x="843" y="529"/>
                  </a:lnTo>
                  <a:lnTo>
                    <a:pt x="844" y="529"/>
                  </a:lnTo>
                  <a:lnTo>
                    <a:pt x="845" y="529"/>
                  </a:lnTo>
                  <a:lnTo>
                    <a:pt x="845" y="528"/>
                  </a:lnTo>
                  <a:lnTo>
                    <a:pt x="845" y="527"/>
                  </a:lnTo>
                  <a:lnTo>
                    <a:pt x="845" y="527"/>
                  </a:lnTo>
                  <a:lnTo>
                    <a:pt x="844" y="527"/>
                  </a:lnTo>
                  <a:lnTo>
                    <a:pt x="844" y="527"/>
                  </a:lnTo>
                  <a:lnTo>
                    <a:pt x="843" y="527"/>
                  </a:lnTo>
                  <a:lnTo>
                    <a:pt x="843" y="527"/>
                  </a:lnTo>
                  <a:lnTo>
                    <a:pt x="843" y="526"/>
                  </a:lnTo>
                  <a:lnTo>
                    <a:pt x="843" y="526"/>
                  </a:lnTo>
                  <a:lnTo>
                    <a:pt x="844" y="526"/>
                  </a:lnTo>
                  <a:lnTo>
                    <a:pt x="845" y="526"/>
                  </a:lnTo>
                  <a:lnTo>
                    <a:pt x="845" y="526"/>
                  </a:lnTo>
                  <a:lnTo>
                    <a:pt x="845" y="526"/>
                  </a:lnTo>
                  <a:lnTo>
                    <a:pt x="846" y="526"/>
                  </a:lnTo>
                  <a:lnTo>
                    <a:pt x="845" y="525"/>
                  </a:lnTo>
                  <a:lnTo>
                    <a:pt x="845" y="524"/>
                  </a:lnTo>
                  <a:lnTo>
                    <a:pt x="845" y="523"/>
                  </a:lnTo>
                  <a:lnTo>
                    <a:pt x="845" y="523"/>
                  </a:lnTo>
                  <a:lnTo>
                    <a:pt x="845" y="523"/>
                  </a:lnTo>
                  <a:lnTo>
                    <a:pt x="843" y="522"/>
                  </a:lnTo>
                  <a:lnTo>
                    <a:pt x="842" y="522"/>
                  </a:lnTo>
                  <a:lnTo>
                    <a:pt x="842" y="518"/>
                  </a:lnTo>
                  <a:lnTo>
                    <a:pt x="842" y="517"/>
                  </a:lnTo>
                  <a:lnTo>
                    <a:pt x="841" y="516"/>
                  </a:lnTo>
                  <a:lnTo>
                    <a:pt x="841" y="515"/>
                  </a:lnTo>
                  <a:lnTo>
                    <a:pt x="841" y="514"/>
                  </a:lnTo>
                  <a:lnTo>
                    <a:pt x="841" y="513"/>
                  </a:lnTo>
                  <a:lnTo>
                    <a:pt x="841" y="513"/>
                  </a:lnTo>
                  <a:lnTo>
                    <a:pt x="841" y="513"/>
                  </a:lnTo>
                  <a:lnTo>
                    <a:pt x="841" y="513"/>
                  </a:lnTo>
                  <a:lnTo>
                    <a:pt x="842" y="513"/>
                  </a:lnTo>
                  <a:lnTo>
                    <a:pt x="842" y="513"/>
                  </a:lnTo>
                  <a:lnTo>
                    <a:pt x="842" y="513"/>
                  </a:lnTo>
                  <a:lnTo>
                    <a:pt x="842" y="514"/>
                  </a:lnTo>
                  <a:lnTo>
                    <a:pt x="842" y="514"/>
                  </a:lnTo>
                  <a:lnTo>
                    <a:pt x="842" y="515"/>
                  </a:lnTo>
                  <a:lnTo>
                    <a:pt x="843" y="516"/>
                  </a:lnTo>
                  <a:lnTo>
                    <a:pt x="843" y="517"/>
                  </a:lnTo>
                  <a:lnTo>
                    <a:pt x="843" y="517"/>
                  </a:lnTo>
                  <a:lnTo>
                    <a:pt x="843" y="518"/>
                  </a:lnTo>
                  <a:lnTo>
                    <a:pt x="843" y="518"/>
                  </a:lnTo>
                  <a:lnTo>
                    <a:pt x="843" y="518"/>
                  </a:lnTo>
                  <a:lnTo>
                    <a:pt x="844" y="519"/>
                  </a:lnTo>
                  <a:lnTo>
                    <a:pt x="845" y="518"/>
                  </a:lnTo>
                  <a:lnTo>
                    <a:pt x="845" y="518"/>
                  </a:lnTo>
                  <a:lnTo>
                    <a:pt x="845" y="518"/>
                  </a:lnTo>
                  <a:lnTo>
                    <a:pt x="846" y="518"/>
                  </a:lnTo>
                  <a:lnTo>
                    <a:pt x="847" y="518"/>
                  </a:lnTo>
                  <a:lnTo>
                    <a:pt x="848" y="518"/>
                  </a:lnTo>
                  <a:lnTo>
                    <a:pt x="849" y="518"/>
                  </a:lnTo>
                  <a:lnTo>
                    <a:pt x="849" y="517"/>
                  </a:lnTo>
                  <a:lnTo>
                    <a:pt x="849" y="516"/>
                  </a:lnTo>
                  <a:lnTo>
                    <a:pt x="851" y="516"/>
                  </a:lnTo>
                  <a:lnTo>
                    <a:pt x="851" y="516"/>
                  </a:lnTo>
                  <a:lnTo>
                    <a:pt x="851" y="515"/>
                  </a:lnTo>
                  <a:lnTo>
                    <a:pt x="851" y="515"/>
                  </a:lnTo>
                  <a:lnTo>
                    <a:pt x="851" y="514"/>
                  </a:lnTo>
                  <a:lnTo>
                    <a:pt x="852" y="513"/>
                  </a:lnTo>
                  <a:lnTo>
                    <a:pt x="853" y="513"/>
                  </a:lnTo>
                  <a:lnTo>
                    <a:pt x="853" y="514"/>
                  </a:lnTo>
                  <a:lnTo>
                    <a:pt x="854" y="514"/>
                  </a:lnTo>
                  <a:lnTo>
                    <a:pt x="854" y="514"/>
                  </a:lnTo>
                  <a:lnTo>
                    <a:pt x="856" y="514"/>
                  </a:lnTo>
                  <a:lnTo>
                    <a:pt x="857" y="514"/>
                  </a:lnTo>
                  <a:lnTo>
                    <a:pt x="857" y="514"/>
                  </a:lnTo>
                  <a:lnTo>
                    <a:pt x="857" y="514"/>
                  </a:lnTo>
                  <a:lnTo>
                    <a:pt x="858" y="514"/>
                  </a:lnTo>
                  <a:lnTo>
                    <a:pt x="858" y="514"/>
                  </a:lnTo>
                  <a:lnTo>
                    <a:pt x="857" y="514"/>
                  </a:lnTo>
                  <a:lnTo>
                    <a:pt x="857" y="515"/>
                  </a:lnTo>
                  <a:lnTo>
                    <a:pt x="858" y="515"/>
                  </a:lnTo>
                  <a:lnTo>
                    <a:pt x="858" y="516"/>
                  </a:lnTo>
                  <a:lnTo>
                    <a:pt x="855" y="518"/>
                  </a:lnTo>
                  <a:lnTo>
                    <a:pt x="856" y="518"/>
                  </a:lnTo>
                  <a:lnTo>
                    <a:pt x="854" y="518"/>
                  </a:lnTo>
                  <a:lnTo>
                    <a:pt x="853" y="518"/>
                  </a:lnTo>
                  <a:lnTo>
                    <a:pt x="852" y="520"/>
                  </a:lnTo>
                  <a:lnTo>
                    <a:pt x="852" y="522"/>
                  </a:lnTo>
                  <a:lnTo>
                    <a:pt x="851" y="522"/>
                  </a:lnTo>
                  <a:lnTo>
                    <a:pt x="851" y="522"/>
                  </a:lnTo>
                  <a:lnTo>
                    <a:pt x="850" y="522"/>
                  </a:lnTo>
                  <a:lnTo>
                    <a:pt x="850" y="523"/>
                  </a:lnTo>
                  <a:lnTo>
                    <a:pt x="850" y="524"/>
                  </a:lnTo>
                  <a:lnTo>
                    <a:pt x="849" y="524"/>
                  </a:lnTo>
                  <a:lnTo>
                    <a:pt x="849" y="524"/>
                  </a:lnTo>
                  <a:lnTo>
                    <a:pt x="849" y="524"/>
                  </a:lnTo>
                  <a:lnTo>
                    <a:pt x="849" y="526"/>
                  </a:lnTo>
                  <a:lnTo>
                    <a:pt x="850" y="526"/>
                  </a:lnTo>
                  <a:lnTo>
                    <a:pt x="850" y="526"/>
                  </a:lnTo>
                  <a:lnTo>
                    <a:pt x="849" y="526"/>
                  </a:lnTo>
                  <a:lnTo>
                    <a:pt x="849" y="526"/>
                  </a:lnTo>
                  <a:lnTo>
                    <a:pt x="848" y="526"/>
                  </a:lnTo>
                  <a:lnTo>
                    <a:pt x="849" y="528"/>
                  </a:lnTo>
                  <a:lnTo>
                    <a:pt x="852" y="528"/>
                  </a:lnTo>
                  <a:lnTo>
                    <a:pt x="852" y="528"/>
                  </a:lnTo>
                  <a:lnTo>
                    <a:pt x="852" y="528"/>
                  </a:lnTo>
                  <a:lnTo>
                    <a:pt x="853" y="528"/>
                  </a:lnTo>
                  <a:lnTo>
                    <a:pt x="853" y="527"/>
                  </a:lnTo>
                  <a:lnTo>
                    <a:pt x="852" y="527"/>
                  </a:lnTo>
                  <a:lnTo>
                    <a:pt x="852" y="527"/>
                  </a:lnTo>
                  <a:lnTo>
                    <a:pt x="853" y="525"/>
                  </a:lnTo>
                  <a:lnTo>
                    <a:pt x="853" y="525"/>
                  </a:lnTo>
                  <a:lnTo>
                    <a:pt x="853" y="526"/>
                  </a:lnTo>
                  <a:lnTo>
                    <a:pt x="853" y="526"/>
                  </a:lnTo>
                  <a:lnTo>
                    <a:pt x="853" y="526"/>
                  </a:lnTo>
                  <a:lnTo>
                    <a:pt x="853" y="527"/>
                  </a:lnTo>
                  <a:lnTo>
                    <a:pt x="853" y="527"/>
                  </a:lnTo>
                  <a:lnTo>
                    <a:pt x="854" y="528"/>
                  </a:lnTo>
                  <a:lnTo>
                    <a:pt x="854" y="527"/>
                  </a:lnTo>
                  <a:lnTo>
                    <a:pt x="855" y="527"/>
                  </a:lnTo>
                  <a:lnTo>
                    <a:pt x="854" y="527"/>
                  </a:lnTo>
                  <a:lnTo>
                    <a:pt x="854" y="526"/>
                  </a:lnTo>
                  <a:lnTo>
                    <a:pt x="857" y="526"/>
                  </a:lnTo>
                  <a:lnTo>
                    <a:pt x="857" y="526"/>
                  </a:lnTo>
                  <a:lnTo>
                    <a:pt x="857" y="526"/>
                  </a:lnTo>
                  <a:lnTo>
                    <a:pt x="857" y="525"/>
                  </a:lnTo>
                  <a:lnTo>
                    <a:pt x="858" y="525"/>
                  </a:lnTo>
                  <a:lnTo>
                    <a:pt x="858" y="525"/>
                  </a:lnTo>
                  <a:lnTo>
                    <a:pt x="858" y="525"/>
                  </a:lnTo>
                  <a:lnTo>
                    <a:pt x="858" y="525"/>
                  </a:lnTo>
                  <a:lnTo>
                    <a:pt x="858" y="524"/>
                  </a:lnTo>
                  <a:lnTo>
                    <a:pt x="858" y="524"/>
                  </a:lnTo>
                  <a:lnTo>
                    <a:pt x="858" y="524"/>
                  </a:lnTo>
                  <a:lnTo>
                    <a:pt x="858" y="524"/>
                  </a:lnTo>
                  <a:lnTo>
                    <a:pt x="858" y="523"/>
                  </a:lnTo>
                  <a:lnTo>
                    <a:pt x="859" y="522"/>
                  </a:lnTo>
                  <a:lnTo>
                    <a:pt x="860" y="522"/>
                  </a:lnTo>
                  <a:lnTo>
                    <a:pt x="861" y="522"/>
                  </a:lnTo>
                  <a:lnTo>
                    <a:pt x="862" y="522"/>
                  </a:lnTo>
                  <a:lnTo>
                    <a:pt x="862" y="521"/>
                  </a:lnTo>
                  <a:lnTo>
                    <a:pt x="863" y="520"/>
                  </a:lnTo>
                  <a:lnTo>
                    <a:pt x="863" y="520"/>
                  </a:lnTo>
                  <a:lnTo>
                    <a:pt x="863" y="519"/>
                  </a:lnTo>
                  <a:lnTo>
                    <a:pt x="863" y="519"/>
                  </a:lnTo>
                  <a:lnTo>
                    <a:pt x="864" y="518"/>
                  </a:lnTo>
                  <a:lnTo>
                    <a:pt x="865" y="518"/>
                  </a:lnTo>
                  <a:lnTo>
                    <a:pt x="866" y="518"/>
                  </a:lnTo>
                  <a:lnTo>
                    <a:pt x="866" y="518"/>
                  </a:lnTo>
                  <a:lnTo>
                    <a:pt x="866" y="518"/>
                  </a:lnTo>
                  <a:lnTo>
                    <a:pt x="866" y="518"/>
                  </a:lnTo>
                  <a:lnTo>
                    <a:pt x="867" y="519"/>
                  </a:lnTo>
                  <a:lnTo>
                    <a:pt x="869" y="519"/>
                  </a:lnTo>
                  <a:lnTo>
                    <a:pt x="869" y="519"/>
                  </a:lnTo>
                  <a:lnTo>
                    <a:pt x="870" y="519"/>
                  </a:lnTo>
                  <a:lnTo>
                    <a:pt x="871" y="518"/>
                  </a:lnTo>
                  <a:lnTo>
                    <a:pt x="871" y="517"/>
                  </a:lnTo>
                  <a:lnTo>
                    <a:pt x="871" y="515"/>
                  </a:lnTo>
                  <a:lnTo>
                    <a:pt x="871" y="515"/>
                  </a:lnTo>
                  <a:lnTo>
                    <a:pt x="871" y="514"/>
                  </a:lnTo>
                  <a:lnTo>
                    <a:pt x="871" y="514"/>
                  </a:lnTo>
                  <a:lnTo>
                    <a:pt x="871" y="513"/>
                  </a:lnTo>
                  <a:lnTo>
                    <a:pt x="872" y="513"/>
                  </a:lnTo>
                  <a:lnTo>
                    <a:pt x="872" y="513"/>
                  </a:lnTo>
                  <a:lnTo>
                    <a:pt x="872" y="512"/>
                  </a:lnTo>
                  <a:lnTo>
                    <a:pt x="873" y="512"/>
                  </a:lnTo>
                  <a:lnTo>
                    <a:pt x="874" y="511"/>
                  </a:lnTo>
                  <a:lnTo>
                    <a:pt x="875" y="511"/>
                  </a:lnTo>
                  <a:lnTo>
                    <a:pt x="875" y="511"/>
                  </a:lnTo>
                  <a:close/>
                  <a:moveTo>
                    <a:pt x="785" y="496"/>
                  </a:moveTo>
                  <a:lnTo>
                    <a:pt x="786" y="496"/>
                  </a:lnTo>
                  <a:lnTo>
                    <a:pt x="787" y="496"/>
                  </a:lnTo>
                  <a:lnTo>
                    <a:pt x="787" y="496"/>
                  </a:lnTo>
                  <a:lnTo>
                    <a:pt x="787" y="497"/>
                  </a:lnTo>
                  <a:lnTo>
                    <a:pt x="786" y="497"/>
                  </a:lnTo>
                  <a:lnTo>
                    <a:pt x="786" y="498"/>
                  </a:lnTo>
                  <a:lnTo>
                    <a:pt x="787" y="498"/>
                  </a:lnTo>
                  <a:lnTo>
                    <a:pt x="787" y="498"/>
                  </a:lnTo>
                  <a:lnTo>
                    <a:pt x="788" y="499"/>
                  </a:lnTo>
                  <a:lnTo>
                    <a:pt x="788" y="500"/>
                  </a:lnTo>
                  <a:lnTo>
                    <a:pt x="787" y="500"/>
                  </a:lnTo>
                  <a:lnTo>
                    <a:pt x="785" y="500"/>
                  </a:lnTo>
                  <a:lnTo>
                    <a:pt x="785" y="500"/>
                  </a:lnTo>
                  <a:lnTo>
                    <a:pt x="785" y="502"/>
                  </a:lnTo>
                  <a:lnTo>
                    <a:pt x="784" y="502"/>
                  </a:lnTo>
                  <a:lnTo>
                    <a:pt x="784" y="502"/>
                  </a:lnTo>
                  <a:lnTo>
                    <a:pt x="784" y="502"/>
                  </a:lnTo>
                  <a:lnTo>
                    <a:pt x="784" y="502"/>
                  </a:lnTo>
                  <a:lnTo>
                    <a:pt x="784" y="501"/>
                  </a:lnTo>
                  <a:lnTo>
                    <a:pt x="784" y="501"/>
                  </a:lnTo>
                  <a:lnTo>
                    <a:pt x="784" y="502"/>
                  </a:lnTo>
                  <a:lnTo>
                    <a:pt x="784" y="502"/>
                  </a:lnTo>
                  <a:lnTo>
                    <a:pt x="784" y="503"/>
                  </a:lnTo>
                  <a:lnTo>
                    <a:pt x="784" y="503"/>
                  </a:lnTo>
                  <a:lnTo>
                    <a:pt x="784" y="503"/>
                  </a:lnTo>
                  <a:lnTo>
                    <a:pt x="785" y="503"/>
                  </a:lnTo>
                  <a:lnTo>
                    <a:pt x="785" y="503"/>
                  </a:lnTo>
                  <a:lnTo>
                    <a:pt x="785" y="503"/>
                  </a:lnTo>
                  <a:lnTo>
                    <a:pt x="786" y="502"/>
                  </a:lnTo>
                  <a:lnTo>
                    <a:pt x="786" y="503"/>
                  </a:lnTo>
                  <a:lnTo>
                    <a:pt x="786" y="504"/>
                  </a:lnTo>
                  <a:lnTo>
                    <a:pt x="786" y="505"/>
                  </a:lnTo>
                  <a:lnTo>
                    <a:pt x="786" y="506"/>
                  </a:lnTo>
                  <a:lnTo>
                    <a:pt x="786" y="506"/>
                  </a:lnTo>
                  <a:lnTo>
                    <a:pt x="786" y="506"/>
                  </a:lnTo>
                  <a:lnTo>
                    <a:pt x="785" y="507"/>
                  </a:lnTo>
                  <a:lnTo>
                    <a:pt x="784" y="507"/>
                  </a:lnTo>
                  <a:lnTo>
                    <a:pt x="784" y="507"/>
                  </a:lnTo>
                  <a:lnTo>
                    <a:pt x="783" y="508"/>
                  </a:lnTo>
                  <a:lnTo>
                    <a:pt x="782" y="508"/>
                  </a:lnTo>
                  <a:lnTo>
                    <a:pt x="782" y="507"/>
                  </a:lnTo>
                  <a:lnTo>
                    <a:pt x="781" y="507"/>
                  </a:lnTo>
                  <a:lnTo>
                    <a:pt x="781" y="507"/>
                  </a:lnTo>
                  <a:lnTo>
                    <a:pt x="781" y="508"/>
                  </a:lnTo>
                  <a:lnTo>
                    <a:pt x="781" y="509"/>
                  </a:lnTo>
                  <a:lnTo>
                    <a:pt x="780" y="509"/>
                  </a:lnTo>
                  <a:lnTo>
                    <a:pt x="780" y="509"/>
                  </a:lnTo>
                  <a:lnTo>
                    <a:pt x="780" y="510"/>
                  </a:lnTo>
                  <a:lnTo>
                    <a:pt x="781" y="510"/>
                  </a:lnTo>
                  <a:lnTo>
                    <a:pt x="782" y="510"/>
                  </a:lnTo>
                  <a:lnTo>
                    <a:pt x="782" y="509"/>
                  </a:lnTo>
                  <a:lnTo>
                    <a:pt x="783" y="509"/>
                  </a:lnTo>
                  <a:lnTo>
                    <a:pt x="784" y="510"/>
                  </a:lnTo>
                  <a:lnTo>
                    <a:pt x="785" y="510"/>
                  </a:lnTo>
                  <a:lnTo>
                    <a:pt x="785" y="511"/>
                  </a:lnTo>
                  <a:lnTo>
                    <a:pt x="785" y="512"/>
                  </a:lnTo>
                  <a:lnTo>
                    <a:pt x="785" y="512"/>
                  </a:lnTo>
                  <a:lnTo>
                    <a:pt x="786" y="513"/>
                  </a:lnTo>
                  <a:lnTo>
                    <a:pt x="786" y="513"/>
                  </a:lnTo>
                  <a:lnTo>
                    <a:pt x="787" y="512"/>
                  </a:lnTo>
                  <a:lnTo>
                    <a:pt x="788" y="511"/>
                  </a:lnTo>
                  <a:lnTo>
                    <a:pt x="788" y="511"/>
                  </a:lnTo>
                  <a:lnTo>
                    <a:pt x="788" y="512"/>
                  </a:lnTo>
                  <a:lnTo>
                    <a:pt x="788" y="511"/>
                  </a:lnTo>
                  <a:lnTo>
                    <a:pt x="788" y="512"/>
                  </a:lnTo>
                  <a:lnTo>
                    <a:pt x="788" y="512"/>
                  </a:lnTo>
                  <a:lnTo>
                    <a:pt x="788" y="512"/>
                  </a:lnTo>
                  <a:lnTo>
                    <a:pt x="788" y="514"/>
                  </a:lnTo>
                  <a:lnTo>
                    <a:pt x="789" y="514"/>
                  </a:lnTo>
                  <a:lnTo>
                    <a:pt x="790" y="514"/>
                  </a:lnTo>
                  <a:lnTo>
                    <a:pt x="790" y="514"/>
                  </a:lnTo>
                  <a:lnTo>
                    <a:pt x="791" y="513"/>
                  </a:lnTo>
                  <a:lnTo>
                    <a:pt x="791" y="513"/>
                  </a:lnTo>
                  <a:lnTo>
                    <a:pt x="792" y="513"/>
                  </a:lnTo>
                  <a:lnTo>
                    <a:pt x="792" y="513"/>
                  </a:lnTo>
                  <a:lnTo>
                    <a:pt x="792" y="514"/>
                  </a:lnTo>
                  <a:lnTo>
                    <a:pt x="793" y="516"/>
                  </a:lnTo>
                  <a:lnTo>
                    <a:pt x="793" y="516"/>
                  </a:lnTo>
                  <a:lnTo>
                    <a:pt x="793" y="515"/>
                  </a:lnTo>
                  <a:lnTo>
                    <a:pt x="793" y="515"/>
                  </a:lnTo>
                  <a:lnTo>
                    <a:pt x="794" y="515"/>
                  </a:lnTo>
                  <a:lnTo>
                    <a:pt x="794" y="513"/>
                  </a:lnTo>
                  <a:lnTo>
                    <a:pt x="794" y="514"/>
                  </a:lnTo>
                  <a:lnTo>
                    <a:pt x="794" y="513"/>
                  </a:lnTo>
                  <a:lnTo>
                    <a:pt x="794" y="514"/>
                  </a:lnTo>
                  <a:lnTo>
                    <a:pt x="795" y="514"/>
                  </a:lnTo>
                  <a:lnTo>
                    <a:pt x="795" y="516"/>
                  </a:lnTo>
                  <a:lnTo>
                    <a:pt x="795" y="516"/>
                  </a:lnTo>
                  <a:lnTo>
                    <a:pt x="796" y="516"/>
                  </a:lnTo>
                  <a:lnTo>
                    <a:pt x="796" y="517"/>
                  </a:lnTo>
                  <a:lnTo>
                    <a:pt x="795" y="518"/>
                  </a:lnTo>
                  <a:lnTo>
                    <a:pt x="795" y="518"/>
                  </a:lnTo>
                  <a:lnTo>
                    <a:pt x="796" y="518"/>
                  </a:lnTo>
                  <a:lnTo>
                    <a:pt x="797" y="518"/>
                  </a:lnTo>
                  <a:lnTo>
                    <a:pt x="797" y="518"/>
                  </a:lnTo>
                  <a:lnTo>
                    <a:pt x="797" y="518"/>
                  </a:lnTo>
                  <a:lnTo>
                    <a:pt x="797" y="518"/>
                  </a:lnTo>
                  <a:lnTo>
                    <a:pt x="797" y="519"/>
                  </a:lnTo>
                  <a:lnTo>
                    <a:pt x="797" y="519"/>
                  </a:lnTo>
                  <a:lnTo>
                    <a:pt x="798" y="520"/>
                  </a:lnTo>
                  <a:lnTo>
                    <a:pt x="798" y="522"/>
                  </a:lnTo>
                  <a:lnTo>
                    <a:pt x="797" y="522"/>
                  </a:lnTo>
                  <a:lnTo>
                    <a:pt x="797" y="523"/>
                  </a:lnTo>
                  <a:lnTo>
                    <a:pt x="798" y="524"/>
                  </a:lnTo>
                  <a:lnTo>
                    <a:pt x="798" y="525"/>
                  </a:lnTo>
                  <a:lnTo>
                    <a:pt x="798" y="525"/>
                  </a:lnTo>
                  <a:lnTo>
                    <a:pt x="798" y="526"/>
                  </a:lnTo>
                  <a:lnTo>
                    <a:pt x="798" y="526"/>
                  </a:lnTo>
                  <a:lnTo>
                    <a:pt x="798" y="526"/>
                  </a:lnTo>
                  <a:lnTo>
                    <a:pt x="799" y="526"/>
                  </a:lnTo>
                  <a:lnTo>
                    <a:pt x="799" y="525"/>
                  </a:lnTo>
                  <a:lnTo>
                    <a:pt x="800" y="525"/>
                  </a:lnTo>
                  <a:lnTo>
                    <a:pt x="801" y="525"/>
                  </a:lnTo>
                  <a:lnTo>
                    <a:pt x="801" y="526"/>
                  </a:lnTo>
                  <a:lnTo>
                    <a:pt x="801" y="525"/>
                  </a:lnTo>
                  <a:lnTo>
                    <a:pt x="802" y="526"/>
                  </a:lnTo>
                  <a:lnTo>
                    <a:pt x="803" y="527"/>
                  </a:lnTo>
                  <a:lnTo>
                    <a:pt x="804" y="529"/>
                  </a:lnTo>
                  <a:lnTo>
                    <a:pt x="804" y="530"/>
                  </a:lnTo>
                  <a:lnTo>
                    <a:pt x="805" y="530"/>
                  </a:lnTo>
                  <a:lnTo>
                    <a:pt x="805" y="531"/>
                  </a:lnTo>
                  <a:lnTo>
                    <a:pt x="806" y="531"/>
                  </a:lnTo>
                  <a:lnTo>
                    <a:pt x="806" y="531"/>
                  </a:lnTo>
                  <a:lnTo>
                    <a:pt x="806" y="532"/>
                  </a:lnTo>
                  <a:lnTo>
                    <a:pt x="806" y="533"/>
                  </a:lnTo>
                  <a:lnTo>
                    <a:pt x="805" y="533"/>
                  </a:lnTo>
                  <a:lnTo>
                    <a:pt x="804" y="532"/>
                  </a:lnTo>
                  <a:lnTo>
                    <a:pt x="803" y="532"/>
                  </a:lnTo>
                  <a:lnTo>
                    <a:pt x="802" y="531"/>
                  </a:lnTo>
                  <a:lnTo>
                    <a:pt x="801" y="531"/>
                  </a:lnTo>
                  <a:lnTo>
                    <a:pt x="801" y="532"/>
                  </a:lnTo>
                  <a:lnTo>
                    <a:pt x="801" y="532"/>
                  </a:lnTo>
                  <a:lnTo>
                    <a:pt x="801" y="533"/>
                  </a:lnTo>
                  <a:lnTo>
                    <a:pt x="801" y="534"/>
                  </a:lnTo>
                  <a:lnTo>
                    <a:pt x="800" y="535"/>
                  </a:lnTo>
                  <a:lnTo>
                    <a:pt x="799" y="535"/>
                  </a:lnTo>
                  <a:lnTo>
                    <a:pt x="799" y="536"/>
                  </a:lnTo>
                  <a:lnTo>
                    <a:pt x="799" y="537"/>
                  </a:lnTo>
                  <a:lnTo>
                    <a:pt x="799" y="538"/>
                  </a:lnTo>
                  <a:lnTo>
                    <a:pt x="797" y="539"/>
                  </a:lnTo>
                  <a:lnTo>
                    <a:pt x="797" y="539"/>
                  </a:lnTo>
                  <a:lnTo>
                    <a:pt x="797" y="539"/>
                  </a:lnTo>
                  <a:lnTo>
                    <a:pt x="797" y="535"/>
                  </a:lnTo>
                  <a:lnTo>
                    <a:pt x="797" y="535"/>
                  </a:lnTo>
                  <a:lnTo>
                    <a:pt x="798" y="535"/>
                  </a:lnTo>
                  <a:lnTo>
                    <a:pt x="798" y="535"/>
                  </a:lnTo>
                  <a:lnTo>
                    <a:pt x="799" y="535"/>
                  </a:lnTo>
                  <a:lnTo>
                    <a:pt x="799" y="534"/>
                  </a:lnTo>
                  <a:lnTo>
                    <a:pt x="798" y="533"/>
                  </a:lnTo>
                  <a:lnTo>
                    <a:pt x="798" y="533"/>
                  </a:lnTo>
                  <a:lnTo>
                    <a:pt x="798" y="533"/>
                  </a:lnTo>
                  <a:lnTo>
                    <a:pt x="798" y="532"/>
                  </a:lnTo>
                  <a:lnTo>
                    <a:pt x="799" y="532"/>
                  </a:lnTo>
                  <a:lnTo>
                    <a:pt x="799" y="532"/>
                  </a:lnTo>
                  <a:lnTo>
                    <a:pt x="799" y="531"/>
                  </a:lnTo>
                  <a:lnTo>
                    <a:pt x="799" y="530"/>
                  </a:lnTo>
                  <a:lnTo>
                    <a:pt x="798" y="530"/>
                  </a:lnTo>
                  <a:lnTo>
                    <a:pt x="798" y="529"/>
                  </a:lnTo>
                  <a:lnTo>
                    <a:pt x="797" y="529"/>
                  </a:lnTo>
                  <a:lnTo>
                    <a:pt x="797" y="530"/>
                  </a:lnTo>
                  <a:lnTo>
                    <a:pt x="797" y="531"/>
                  </a:lnTo>
                  <a:lnTo>
                    <a:pt x="797" y="531"/>
                  </a:lnTo>
                  <a:lnTo>
                    <a:pt x="797" y="531"/>
                  </a:lnTo>
                  <a:lnTo>
                    <a:pt x="796" y="530"/>
                  </a:lnTo>
                  <a:lnTo>
                    <a:pt x="796" y="528"/>
                  </a:lnTo>
                  <a:lnTo>
                    <a:pt x="796" y="527"/>
                  </a:lnTo>
                  <a:lnTo>
                    <a:pt x="796" y="527"/>
                  </a:lnTo>
                  <a:lnTo>
                    <a:pt x="795" y="527"/>
                  </a:lnTo>
                  <a:lnTo>
                    <a:pt x="795" y="526"/>
                  </a:lnTo>
                  <a:lnTo>
                    <a:pt x="795" y="526"/>
                  </a:lnTo>
                  <a:lnTo>
                    <a:pt x="794" y="526"/>
                  </a:lnTo>
                  <a:lnTo>
                    <a:pt x="794" y="526"/>
                  </a:lnTo>
                  <a:lnTo>
                    <a:pt x="793" y="525"/>
                  </a:lnTo>
                  <a:lnTo>
                    <a:pt x="793" y="524"/>
                  </a:lnTo>
                  <a:lnTo>
                    <a:pt x="793" y="524"/>
                  </a:lnTo>
                  <a:lnTo>
                    <a:pt x="793" y="523"/>
                  </a:lnTo>
                  <a:lnTo>
                    <a:pt x="793" y="522"/>
                  </a:lnTo>
                  <a:lnTo>
                    <a:pt x="793" y="522"/>
                  </a:lnTo>
                  <a:lnTo>
                    <a:pt x="793" y="523"/>
                  </a:lnTo>
                  <a:lnTo>
                    <a:pt x="792" y="523"/>
                  </a:lnTo>
                  <a:lnTo>
                    <a:pt x="791" y="522"/>
                  </a:lnTo>
                  <a:lnTo>
                    <a:pt x="791" y="522"/>
                  </a:lnTo>
                  <a:lnTo>
                    <a:pt x="791" y="522"/>
                  </a:lnTo>
                  <a:lnTo>
                    <a:pt x="790" y="522"/>
                  </a:lnTo>
                  <a:lnTo>
                    <a:pt x="790" y="520"/>
                  </a:lnTo>
                  <a:lnTo>
                    <a:pt x="789" y="520"/>
                  </a:lnTo>
                  <a:lnTo>
                    <a:pt x="788" y="521"/>
                  </a:lnTo>
                  <a:lnTo>
                    <a:pt x="787" y="520"/>
                  </a:lnTo>
                  <a:lnTo>
                    <a:pt x="786" y="520"/>
                  </a:lnTo>
                  <a:lnTo>
                    <a:pt x="786" y="519"/>
                  </a:lnTo>
                  <a:lnTo>
                    <a:pt x="786" y="519"/>
                  </a:lnTo>
                  <a:lnTo>
                    <a:pt x="785" y="519"/>
                  </a:lnTo>
                  <a:lnTo>
                    <a:pt x="784" y="519"/>
                  </a:lnTo>
                  <a:lnTo>
                    <a:pt x="784" y="519"/>
                  </a:lnTo>
                  <a:lnTo>
                    <a:pt x="784" y="520"/>
                  </a:lnTo>
                  <a:lnTo>
                    <a:pt x="785" y="521"/>
                  </a:lnTo>
                  <a:lnTo>
                    <a:pt x="785" y="522"/>
                  </a:lnTo>
                  <a:lnTo>
                    <a:pt x="785" y="522"/>
                  </a:lnTo>
                  <a:lnTo>
                    <a:pt x="787" y="523"/>
                  </a:lnTo>
                  <a:lnTo>
                    <a:pt x="788" y="524"/>
                  </a:lnTo>
                  <a:lnTo>
                    <a:pt x="788" y="524"/>
                  </a:lnTo>
                  <a:lnTo>
                    <a:pt x="787" y="525"/>
                  </a:lnTo>
                  <a:lnTo>
                    <a:pt x="786" y="525"/>
                  </a:lnTo>
                  <a:lnTo>
                    <a:pt x="786" y="525"/>
                  </a:lnTo>
                  <a:lnTo>
                    <a:pt x="786" y="525"/>
                  </a:lnTo>
                  <a:lnTo>
                    <a:pt x="785" y="526"/>
                  </a:lnTo>
                  <a:lnTo>
                    <a:pt x="785" y="526"/>
                  </a:lnTo>
                  <a:lnTo>
                    <a:pt x="785" y="525"/>
                  </a:lnTo>
                  <a:lnTo>
                    <a:pt x="784" y="525"/>
                  </a:lnTo>
                  <a:lnTo>
                    <a:pt x="784" y="526"/>
                  </a:lnTo>
                  <a:lnTo>
                    <a:pt x="784" y="526"/>
                  </a:lnTo>
                  <a:lnTo>
                    <a:pt x="784" y="526"/>
                  </a:lnTo>
                  <a:lnTo>
                    <a:pt x="783" y="526"/>
                  </a:lnTo>
                  <a:lnTo>
                    <a:pt x="783" y="526"/>
                  </a:lnTo>
                  <a:lnTo>
                    <a:pt x="782" y="526"/>
                  </a:lnTo>
                  <a:lnTo>
                    <a:pt x="782" y="526"/>
                  </a:lnTo>
                  <a:lnTo>
                    <a:pt x="781" y="526"/>
                  </a:lnTo>
                  <a:lnTo>
                    <a:pt x="781" y="528"/>
                  </a:lnTo>
                  <a:lnTo>
                    <a:pt x="782" y="529"/>
                  </a:lnTo>
                  <a:lnTo>
                    <a:pt x="781" y="529"/>
                  </a:lnTo>
                  <a:lnTo>
                    <a:pt x="780" y="527"/>
                  </a:lnTo>
                  <a:lnTo>
                    <a:pt x="780" y="527"/>
                  </a:lnTo>
                  <a:lnTo>
                    <a:pt x="779" y="526"/>
                  </a:lnTo>
                  <a:lnTo>
                    <a:pt x="778" y="526"/>
                  </a:lnTo>
                  <a:lnTo>
                    <a:pt x="778" y="526"/>
                  </a:lnTo>
                  <a:lnTo>
                    <a:pt x="778" y="525"/>
                  </a:lnTo>
                  <a:lnTo>
                    <a:pt x="777" y="525"/>
                  </a:lnTo>
                  <a:lnTo>
                    <a:pt x="777" y="524"/>
                  </a:lnTo>
                  <a:lnTo>
                    <a:pt x="776" y="524"/>
                  </a:lnTo>
                  <a:lnTo>
                    <a:pt x="776" y="524"/>
                  </a:lnTo>
                  <a:lnTo>
                    <a:pt x="775" y="524"/>
                  </a:lnTo>
                  <a:lnTo>
                    <a:pt x="774" y="522"/>
                  </a:lnTo>
                  <a:lnTo>
                    <a:pt x="774" y="522"/>
                  </a:lnTo>
                  <a:lnTo>
                    <a:pt x="775" y="522"/>
                  </a:lnTo>
                  <a:lnTo>
                    <a:pt x="775" y="521"/>
                  </a:lnTo>
                  <a:lnTo>
                    <a:pt x="775" y="521"/>
                  </a:lnTo>
                  <a:lnTo>
                    <a:pt x="775" y="521"/>
                  </a:lnTo>
                  <a:lnTo>
                    <a:pt x="775" y="520"/>
                  </a:lnTo>
                  <a:lnTo>
                    <a:pt x="775" y="520"/>
                  </a:lnTo>
                  <a:lnTo>
                    <a:pt x="775" y="520"/>
                  </a:lnTo>
                  <a:lnTo>
                    <a:pt x="775" y="519"/>
                  </a:lnTo>
                  <a:lnTo>
                    <a:pt x="775" y="519"/>
                  </a:lnTo>
                  <a:lnTo>
                    <a:pt x="775" y="518"/>
                  </a:lnTo>
                  <a:lnTo>
                    <a:pt x="774" y="518"/>
                  </a:lnTo>
                  <a:lnTo>
                    <a:pt x="775" y="517"/>
                  </a:lnTo>
                  <a:lnTo>
                    <a:pt x="775" y="517"/>
                  </a:lnTo>
                  <a:lnTo>
                    <a:pt x="775" y="516"/>
                  </a:lnTo>
                  <a:lnTo>
                    <a:pt x="775" y="516"/>
                  </a:lnTo>
                  <a:lnTo>
                    <a:pt x="775" y="514"/>
                  </a:lnTo>
                  <a:lnTo>
                    <a:pt x="775" y="514"/>
                  </a:lnTo>
                  <a:lnTo>
                    <a:pt x="775" y="514"/>
                  </a:lnTo>
                  <a:lnTo>
                    <a:pt x="774" y="513"/>
                  </a:lnTo>
                  <a:lnTo>
                    <a:pt x="773" y="513"/>
                  </a:lnTo>
                  <a:lnTo>
                    <a:pt x="773" y="512"/>
                  </a:lnTo>
                  <a:lnTo>
                    <a:pt x="772" y="512"/>
                  </a:lnTo>
                  <a:lnTo>
                    <a:pt x="772" y="511"/>
                  </a:lnTo>
                  <a:lnTo>
                    <a:pt x="771" y="511"/>
                  </a:lnTo>
                  <a:lnTo>
                    <a:pt x="771" y="512"/>
                  </a:lnTo>
                  <a:lnTo>
                    <a:pt x="771" y="511"/>
                  </a:lnTo>
                  <a:lnTo>
                    <a:pt x="770" y="510"/>
                  </a:lnTo>
                  <a:lnTo>
                    <a:pt x="769" y="510"/>
                  </a:lnTo>
                  <a:lnTo>
                    <a:pt x="768" y="509"/>
                  </a:lnTo>
                  <a:lnTo>
                    <a:pt x="768" y="509"/>
                  </a:lnTo>
                  <a:lnTo>
                    <a:pt x="768" y="509"/>
                  </a:lnTo>
                  <a:lnTo>
                    <a:pt x="768" y="509"/>
                  </a:lnTo>
                  <a:lnTo>
                    <a:pt x="767" y="509"/>
                  </a:lnTo>
                  <a:lnTo>
                    <a:pt x="767" y="508"/>
                  </a:lnTo>
                  <a:lnTo>
                    <a:pt x="767" y="508"/>
                  </a:lnTo>
                  <a:lnTo>
                    <a:pt x="767" y="508"/>
                  </a:lnTo>
                  <a:lnTo>
                    <a:pt x="767" y="507"/>
                  </a:lnTo>
                  <a:lnTo>
                    <a:pt x="767" y="508"/>
                  </a:lnTo>
                  <a:lnTo>
                    <a:pt x="767" y="507"/>
                  </a:lnTo>
                  <a:lnTo>
                    <a:pt x="767" y="507"/>
                  </a:lnTo>
                  <a:lnTo>
                    <a:pt x="767" y="506"/>
                  </a:lnTo>
                  <a:lnTo>
                    <a:pt x="767" y="506"/>
                  </a:lnTo>
                  <a:lnTo>
                    <a:pt x="767" y="505"/>
                  </a:lnTo>
                  <a:lnTo>
                    <a:pt x="767" y="505"/>
                  </a:lnTo>
                  <a:lnTo>
                    <a:pt x="767" y="505"/>
                  </a:lnTo>
                  <a:lnTo>
                    <a:pt x="766" y="505"/>
                  </a:lnTo>
                  <a:lnTo>
                    <a:pt x="766" y="505"/>
                  </a:lnTo>
                  <a:lnTo>
                    <a:pt x="767" y="505"/>
                  </a:lnTo>
                  <a:lnTo>
                    <a:pt x="767" y="505"/>
                  </a:lnTo>
                  <a:lnTo>
                    <a:pt x="768" y="505"/>
                  </a:lnTo>
                  <a:lnTo>
                    <a:pt x="768" y="505"/>
                  </a:lnTo>
                  <a:lnTo>
                    <a:pt x="768" y="505"/>
                  </a:lnTo>
                  <a:lnTo>
                    <a:pt x="769" y="505"/>
                  </a:lnTo>
                  <a:lnTo>
                    <a:pt x="769" y="505"/>
                  </a:lnTo>
                  <a:lnTo>
                    <a:pt x="770" y="506"/>
                  </a:lnTo>
                  <a:lnTo>
                    <a:pt x="770" y="506"/>
                  </a:lnTo>
                  <a:lnTo>
                    <a:pt x="770" y="506"/>
                  </a:lnTo>
                  <a:lnTo>
                    <a:pt x="771" y="506"/>
                  </a:lnTo>
                  <a:lnTo>
                    <a:pt x="771" y="506"/>
                  </a:lnTo>
                  <a:lnTo>
                    <a:pt x="771" y="506"/>
                  </a:lnTo>
                  <a:lnTo>
                    <a:pt x="771" y="507"/>
                  </a:lnTo>
                  <a:lnTo>
                    <a:pt x="772" y="507"/>
                  </a:lnTo>
                  <a:lnTo>
                    <a:pt x="772" y="507"/>
                  </a:lnTo>
                  <a:lnTo>
                    <a:pt x="772" y="507"/>
                  </a:lnTo>
                  <a:lnTo>
                    <a:pt x="773" y="508"/>
                  </a:lnTo>
                  <a:lnTo>
                    <a:pt x="773" y="507"/>
                  </a:lnTo>
                  <a:lnTo>
                    <a:pt x="773" y="507"/>
                  </a:lnTo>
                  <a:lnTo>
                    <a:pt x="774" y="507"/>
                  </a:lnTo>
                  <a:lnTo>
                    <a:pt x="774" y="506"/>
                  </a:lnTo>
                  <a:lnTo>
                    <a:pt x="774" y="505"/>
                  </a:lnTo>
                  <a:lnTo>
                    <a:pt x="775" y="505"/>
                  </a:lnTo>
                  <a:lnTo>
                    <a:pt x="775" y="506"/>
                  </a:lnTo>
                  <a:lnTo>
                    <a:pt x="776" y="506"/>
                  </a:lnTo>
                  <a:lnTo>
                    <a:pt x="776" y="506"/>
                  </a:lnTo>
                  <a:lnTo>
                    <a:pt x="777" y="506"/>
                  </a:lnTo>
                  <a:lnTo>
                    <a:pt x="777" y="506"/>
                  </a:lnTo>
                  <a:lnTo>
                    <a:pt x="777" y="506"/>
                  </a:lnTo>
                  <a:lnTo>
                    <a:pt x="777" y="505"/>
                  </a:lnTo>
                  <a:lnTo>
                    <a:pt x="778" y="505"/>
                  </a:lnTo>
                  <a:lnTo>
                    <a:pt x="778" y="505"/>
                  </a:lnTo>
                  <a:lnTo>
                    <a:pt x="780" y="505"/>
                  </a:lnTo>
                  <a:lnTo>
                    <a:pt x="780" y="505"/>
                  </a:lnTo>
                  <a:lnTo>
                    <a:pt x="780" y="505"/>
                  </a:lnTo>
                  <a:lnTo>
                    <a:pt x="780" y="505"/>
                  </a:lnTo>
                  <a:lnTo>
                    <a:pt x="780" y="505"/>
                  </a:lnTo>
                  <a:lnTo>
                    <a:pt x="781" y="505"/>
                  </a:lnTo>
                  <a:lnTo>
                    <a:pt x="781" y="505"/>
                  </a:lnTo>
                  <a:lnTo>
                    <a:pt x="781" y="505"/>
                  </a:lnTo>
                  <a:lnTo>
                    <a:pt x="781" y="504"/>
                  </a:lnTo>
                  <a:lnTo>
                    <a:pt x="781" y="504"/>
                  </a:lnTo>
                  <a:lnTo>
                    <a:pt x="781" y="504"/>
                  </a:lnTo>
                  <a:lnTo>
                    <a:pt x="781" y="504"/>
                  </a:lnTo>
                  <a:lnTo>
                    <a:pt x="781" y="500"/>
                  </a:lnTo>
                  <a:lnTo>
                    <a:pt x="781" y="500"/>
                  </a:lnTo>
                  <a:lnTo>
                    <a:pt x="782" y="500"/>
                  </a:lnTo>
                  <a:lnTo>
                    <a:pt x="782" y="498"/>
                  </a:lnTo>
                  <a:lnTo>
                    <a:pt x="782" y="498"/>
                  </a:lnTo>
                  <a:lnTo>
                    <a:pt x="784" y="497"/>
                  </a:lnTo>
                  <a:lnTo>
                    <a:pt x="784" y="497"/>
                  </a:lnTo>
                  <a:lnTo>
                    <a:pt x="784" y="497"/>
                  </a:lnTo>
                  <a:lnTo>
                    <a:pt x="785" y="496"/>
                  </a:lnTo>
                  <a:close/>
                  <a:moveTo>
                    <a:pt x="799" y="487"/>
                  </a:moveTo>
                  <a:lnTo>
                    <a:pt x="799" y="487"/>
                  </a:lnTo>
                  <a:lnTo>
                    <a:pt x="799" y="487"/>
                  </a:lnTo>
                  <a:lnTo>
                    <a:pt x="799" y="488"/>
                  </a:lnTo>
                  <a:lnTo>
                    <a:pt x="800" y="488"/>
                  </a:lnTo>
                  <a:lnTo>
                    <a:pt x="800" y="489"/>
                  </a:lnTo>
                  <a:lnTo>
                    <a:pt x="800" y="490"/>
                  </a:lnTo>
                  <a:lnTo>
                    <a:pt x="800" y="491"/>
                  </a:lnTo>
                  <a:lnTo>
                    <a:pt x="801" y="491"/>
                  </a:lnTo>
                  <a:lnTo>
                    <a:pt x="801" y="492"/>
                  </a:lnTo>
                  <a:lnTo>
                    <a:pt x="800" y="493"/>
                  </a:lnTo>
                  <a:lnTo>
                    <a:pt x="800" y="494"/>
                  </a:lnTo>
                  <a:lnTo>
                    <a:pt x="800" y="494"/>
                  </a:lnTo>
                  <a:lnTo>
                    <a:pt x="800" y="494"/>
                  </a:lnTo>
                  <a:lnTo>
                    <a:pt x="799" y="495"/>
                  </a:lnTo>
                  <a:lnTo>
                    <a:pt x="799" y="494"/>
                  </a:lnTo>
                  <a:lnTo>
                    <a:pt x="798" y="494"/>
                  </a:lnTo>
                  <a:lnTo>
                    <a:pt x="797" y="495"/>
                  </a:lnTo>
                  <a:lnTo>
                    <a:pt x="798" y="496"/>
                  </a:lnTo>
                  <a:lnTo>
                    <a:pt x="798" y="496"/>
                  </a:lnTo>
                  <a:lnTo>
                    <a:pt x="798" y="496"/>
                  </a:lnTo>
                  <a:lnTo>
                    <a:pt x="798" y="496"/>
                  </a:lnTo>
                  <a:lnTo>
                    <a:pt x="797" y="496"/>
                  </a:lnTo>
                  <a:lnTo>
                    <a:pt x="797" y="497"/>
                  </a:lnTo>
                  <a:lnTo>
                    <a:pt x="797" y="498"/>
                  </a:lnTo>
                  <a:lnTo>
                    <a:pt x="797" y="499"/>
                  </a:lnTo>
                  <a:lnTo>
                    <a:pt x="797" y="499"/>
                  </a:lnTo>
                  <a:lnTo>
                    <a:pt x="798" y="500"/>
                  </a:lnTo>
                  <a:lnTo>
                    <a:pt x="799" y="501"/>
                  </a:lnTo>
                  <a:lnTo>
                    <a:pt x="799" y="501"/>
                  </a:lnTo>
                  <a:lnTo>
                    <a:pt x="799" y="501"/>
                  </a:lnTo>
                  <a:lnTo>
                    <a:pt x="799" y="502"/>
                  </a:lnTo>
                  <a:lnTo>
                    <a:pt x="799" y="503"/>
                  </a:lnTo>
                  <a:lnTo>
                    <a:pt x="798" y="503"/>
                  </a:lnTo>
                  <a:lnTo>
                    <a:pt x="798" y="504"/>
                  </a:lnTo>
                  <a:lnTo>
                    <a:pt x="798" y="504"/>
                  </a:lnTo>
                  <a:lnTo>
                    <a:pt x="798" y="504"/>
                  </a:lnTo>
                  <a:lnTo>
                    <a:pt x="799" y="504"/>
                  </a:lnTo>
                  <a:lnTo>
                    <a:pt x="799" y="504"/>
                  </a:lnTo>
                  <a:lnTo>
                    <a:pt x="799" y="505"/>
                  </a:lnTo>
                  <a:lnTo>
                    <a:pt x="799" y="505"/>
                  </a:lnTo>
                  <a:lnTo>
                    <a:pt x="798" y="505"/>
                  </a:lnTo>
                  <a:lnTo>
                    <a:pt x="798" y="506"/>
                  </a:lnTo>
                  <a:lnTo>
                    <a:pt x="798" y="507"/>
                  </a:lnTo>
                  <a:lnTo>
                    <a:pt x="798" y="507"/>
                  </a:lnTo>
                  <a:lnTo>
                    <a:pt x="797" y="507"/>
                  </a:lnTo>
                  <a:lnTo>
                    <a:pt x="797" y="508"/>
                  </a:lnTo>
                  <a:lnTo>
                    <a:pt x="797" y="508"/>
                  </a:lnTo>
                  <a:lnTo>
                    <a:pt x="797" y="507"/>
                  </a:lnTo>
                  <a:lnTo>
                    <a:pt x="797" y="507"/>
                  </a:lnTo>
                  <a:lnTo>
                    <a:pt x="797" y="507"/>
                  </a:lnTo>
                  <a:lnTo>
                    <a:pt x="797" y="506"/>
                  </a:lnTo>
                  <a:lnTo>
                    <a:pt x="796" y="505"/>
                  </a:lnTo>
                  <a:lnTo>
                    <a:pt x="795" y="506"/>
                  </a:lnTo>
                  <a:lnTo>
                    <a:pt x="795" y="506"/>
                  </a:lnTo>
                  <a:lnTo>
                    <a:pt x="794" y="508"/>
                  </a:lnTo>
                  <a:lnTo>
                    <a:pt x="794" y="508"/>
                  </a:lnTo>
                  <a:lnTo>
                    <a:pt x="794" y="508"/>
                  </a:lnTo>
                  <a:lnTo>
                    <a:pt x="793" y="508"/>
                  </a:lnTo>
                  <a:lnTo>
                    <a:pt x="793" y="507"/>
                  </a:lnTo>
                  <a:lnTo>
                    <a:pt x="793" y="506"/>
                  </a:lnTo>
                  <a:lnTo>
                    <a:pt x="793" y="505"/>
                  </a:lnTo>
                  <a:lnTo>
                    <a:pt x="793" y="505"/>
                  </a:lnTo>
                  <a:lnTo>
                    <a:pt x="793" y="504"/>
                  </a:lnTo>
                  <a:lnTo>
                    <a:pt x="793" y="502"/>
                  </a:lnTo>
                  <a:lnTo>
                    <a:pt x="793" y="502"/>
                  </a:lnTo>
                  <a:lnTo>
                    <a:pt x="793" y="501"/>
                  </a:lnTo>
                  <a:lnTo>
                    <a:pt x="793" y="501"/>
                  </a:lnTo>
                  <a:lnTo>
                    <a:pt x="793" y="501"/>
                  </a:lnTo>
                  <a:lnTo>
                    <a:pt x="793" y="499"/>
                  </a:lnTo>
                  <a:lnTo>
                    <a:pt x="793" y="499"/>
                  </a:lnTo>
                  <a:lnTo>
                    <a:pt x="793" y="498"/>
                  </a:lnTo>
                  <a:lnTo>
                    <a:pt x="794" y="497"/>
                  </a:lnTo>
                  <a:lnTo>
                    <a:pt x="794" y="496"/>
                  </a:lnTo>
                  <a:lnTo>
                    <a:pt x="794" y="496"/>
                  </a:lnTo>
                  <a:lnTo>
                    <a:pt x="795" y="496"/>
                  </a:lnTo>
                  <a:lnTo>
                    <a:pt x="795" y="496"/>
                  </a:lnTo>
                  <a:lnTo>
                    <a:pt x="795" y="496"/>
                  </a:lnTo>
                  <a:lnTo>
                    <a:pt x="795" y="495"/>
                  </a:lnTo>
                  <a:lnTo>
                    <a:pt x="795" y="495"/>
                  </a:lnTo>
                  <a:lnTo>
                    <a:pt x="795" y="495"/>
                  </a:lnTo>
                  <a:lnTo>
                    <a:pt x="795" y="494"/>
                  </a:lnTo>
                  <a:lnTo>
                    <a:pt x="795" y="493"/>
                  </a:lnTo>
                  <a:lnTo>
                    <a:pt x="795" y="493"/>
                  </a:lnTo>
                  <a:lnTo>
                    <a:pt x="795" y="492"/>
                  </a:lnTo>
                  <a:lnTo>
                    <a:pt x="796" y="492"/>
                  </a:lnTo>
                  <a:lnTo>
                    <a:pt x="797" y="489"/>
                  </a:lnTo>
                  <a:lnTo>
                    <a:pt x="797" y="488"/>
                  </a:lnTo>
                  <a:lnTo>
                    <a:pt x="797" y="487"/>
                  </a:lnTo>
                  <a:lnTo>
                    <a:pt x="798" y="487"/>
                  </a:lnTo>
                  <a:lnTo>
                    <a:pt x="798" y="487"/>
                  </a:lnTo>
                  <a:lnTo>
                    <a:pt x="799" y="487"/>
                  </a:lnTo>
                  <a:lnTo>
                    <a:pt x="799" y="487"/>
                  </a:lnTo>
                  <a:close/>
                  <a:moveTo>
                    <a:pt x="1080" y="285"/>
                  </a:moveTo>
                  <a:lnTo>
                    <a:pt x="1084" y="285"/>
                  </a:lnTo>
                  <a:lnTo>
                    <a:pt x="1084" y="286"/>
                  </a:lnTo>
                  <a:lnTo>
                    <a:pt x="1085" y="286"/>
                  </a:lnTo>
                  <a:lnTo>
                    <a:pt x="1086" y="286"/>
                  </a:lnTo>
                  <a:lnTo>
                    <a:pt x="1085" y="286"/>
                  </a:lnTo>
                  <a:lnTo>
                    <a:pt x="1085" y="287"/>
                  </a:lnTo>
                  <a:lnTo>
                    <a:pt x="1085" y="287"/>
                  </a:lnTo>
                  <a:lnTo>
                    <a:pt x="1085" y="287"/>
                  </a:lnTo>
                  <a:lnTo>
                    <a:pt x="1085" y="288"/>
                  </a:lnTo>
                  <a:lnTo>
                    <a:pt x="1084" y="288"/>
                  </a:lnTo>
                  <a:lnTo>
                    <a:pt x="1084" y="288"/>
                  </a:lnTo>
                  <a:lnTo>
                    <a:pt x="1084" y="288"/>
                  </a:lnTo>
                  <a:lnTo>
                    <a:pt x="1084" y="288"/>
                  </a:lnTo>
                  <a:lnTo>
                    <a:pt x="1084" y="288"/>
                  </a:lnTo>
                  <a:lnTo>
                    <a:pt x="1083" y="288"/>
                  </a:lnTo>
                  <a:lnTo>
                    <a:pt x="1082" y="288"/>
                  </a:lnTo>
                  <a:lnTo>
                    <a:pt x="1082" y="288"/>
                  </a:lnTo>
                  <a:lnTo>
                    <a:pt x="1081" y="288"/>
                  </a:lnTo>
                  <a:lnTo>
                    <a:pt x="1080" y="288"/>
                  </a:lnTo>
                  <a:lnTo>
                    <a:pt x="1079" y="288"/>
                  </a:lnTo>
                  <a:lnTo>
                    <a:pt x="1079" y="287"/>
                  </a:lnTo>
                  <a:lnTo>
                    <a:pt x="1079" y="285"/>
                  </a:lnTo>
                  <a:lnTo>
                    <a:pt x="1078" y="284"/>
                  </a:lnTo>
                  <a:lnTo>
                    <a:pt x="1079" y="284"/>
                  </a:lnTo>
                  <a:lnTo>
                    <a:pt x="1079" y="284"/>
                  </a:lnTo>
                  <a:lnTo>
                    <a:pt x="1080" y="285"/>
                  </a:lnTo>
                  <a:close/>
                  <a:moveTo>
                    <a:pt x="1056" y="266"/>
                  </a:moveTo>
                  <a:lnTo>
                    <a:pt x="1054" y="259"/>
                  </a:lnTo>
                  <a:lnTo>
                    <a:pt x="1053" y="263"/>
                  </a:lnTo>
                  <a:lnTo>
                    <a:pt x="1054" y="264"/>
                  </a:lnTo>
                  <a:lnTo>
                    <a:pt x="1053" y="265"/>
                  </a:lnTo>
                  <a:lnTo>
                    <a:pt x="1053" y="266"/>
                  </a:lnTo>
                  <a:lnTo>
                    <a:pt x="1053" y="267"/>
                  </a:lnTo>
                  <a:lnTo>
                    <a:pt x="1052" y="266"/>
                  </a:lnTo>
                  <a:lnTo>
                    <a:pt x="1050" y="262"/>
                  </a:lnTo>
                  <a:lnTo>
                    <a:pt x="1051" y="261"/>
                  </a:lnTo>
                  <a:lnTo>
                    <a:pt x="1050" y="260"/>
                  </a:lnTo>
                  <a:lnTo>
                    <a:pt x="1051" y="259"/>
                  </a:lnTo>
                  <a:lnTo>
                    <a:pt x="1052" y="259"/>
                  </a:lnTo>
                  <a:lnTo>
                    <a:pt x="1053" y="258"/>
                  </a:lnTo>
                  <a:lnTo>
                    <a:pt x="1053" y="257"/>
                  </a:lnTo>
                  <a:lnTo>
                    <a:pt x="1056" y="254"/>
                  </a:lnTo>
                  <a:lnTo>
                    <a:pt x="1055" y="253"/>
                  </a:lnTo>
                  <a:lnTo>
                    <a:pt x="1053" y="253"/>
                  </a:lnTo>
                  <a:lnTo>
                    <a:pt x="1053" y="250"/>
                  </a:lnTo>
                  <a:lnTo>
                    <a:pt x="1053" y="251"/>
                  </a:lnTo>
                  <a:lnTo>
                    <a:pt x="1054" y="249"/>
                  </a:lnTo>
                  <a:lnTo>
                    <a:pt x="1057" y="250"/>
                  </a:lnTo>
                  <a:lnTo>
                    <a:pt x="1057" y="247"/>
                  </a:lnTo>
                  <a:lnTo>
                    <a:pt x="1059" y="247"/>
                  </a:lnTo>
                  <a:lnTo>
                    <a:pt x="1057" y="249"/>
                  </a:lnTo>
                  <a:lnTo>
                    <a:pt x="1058" y="250"/>
                  </a:lnTo>
                  <a:lnTo>
                    <a:pt x="1057" y="253"/>
                  </a:lnTo>
                  <a:lnTo>
                    <a:pt x="1057" y="253"/>
                  </a:lnTo>
                  <a:lnTo>
                    <a:pt x="1056" y="258"/>
                  </a:lnTo>
                  <a:lnTo>
                    <a:pt x="1059" y="253"/>
                  </a:lnTo>
                  <a:lnTo>
                    <a:pt x="1061" y="254"/>
                  </a:lnTo>
                  <a:lnTo>
                    <a:pt x="1057" y="263"/>
                  </a:lnTo>
                  <a:lnTo>
                    <a:pt x="1056" y="266"/>
                  </a:lnTo>
                  <a:close/>
                  <a:moveTo>
                    <a:pt x="1061" y="252"/>
                  </a:moveTo>
                  <a:lnTo>
                    <a:pt x="1059" y="252"/>
                  </a:lnTo>
                  <a:lnTo>
                    <a:pt x="1061" y="247"/>
                  </a:lnTo>
                  <a:lnTo>
                    <a:pt x="1060" y="246"/>
                  </a:lnTo>
                  <a:lnTo>
                    <a:pt x="1061" y="244"/>
                  </a:lnTo>
                  <a:lnTo>
                    <a:pt x="1063" y="242"/>
                  </a:lnTo>
                  <a:lnTo>
                    <a:pt x="1064" y="243"/>
                  </a:lnTo>
                  <a:lnTo>
                    <a:pt x="1062" y="246"/>
                  </a:lnTo>
                  <a:lnTo>
                    <a:pt x="1063" y="249"/>
                  </a:lnTo>
                  <a:lnTo>
                    <a:pt x="1061" y="252"/>
                  </a:lnTo>
                  <a:close/>
                  <a:moveTo>
                    <a:pt x="1098" y="228"/>
                  </a:moveTo>
                  <a:lnTo>
                    <a:pt x="1097" y="231"/>
                  </a:lnTo>
                  <a:lnTo>
                    <a:pt x="1097" y="232"/>
                  </a:lnTo>
                  <a:lnTo>
                    <a:pt x="1098" y="232"/>
                  </a:lnTo>
                  <a:lnTo>
                    <a:pt x="1099" y="232"/>
                  </a:lnTo>
                  <a:lnTo>
                    <a:pt x="1100" y="231"/>
                  </a:lnTo>
                  <a:lnTo>
                    <a:pt x="1101" y="228"/>
                  </a:lnTo>
                  <a:lnTo>
                    <a:pt x="1101" y="229"/>
                  </a:lnTo>
                  <a:lnTo>
                    <a:pt x="1101" y="232"/>
                  </a:lnTo>
                  <a:lnTo>
                    <a:pt x="1101" y="237"/>
                  </a:lnTo>
                  <a:lnTo>
                    <a:pt x="1101" y="239"/>
                  </a:lnTo>
                  <a:lnTo>
                    <a:pt x="1099" y="240"/>
                  </a:lnTo>
                  <a:lnTo>
                    <a:pt x="1099" y="240"/>
                  </a:lnTo>
                  <a:lnTo>
                    <a:pt x="1098" y="244"/>
                  </a:lnTo>
                  <a:lnTo>
                    <a:pt x="1098" y="248"/>
                  </a:lnTo>
                  <a:lnTo>
                    <a:pt x="1095" y="249"/>
                  </a:lnTo>
                  <a:lnTo>
                    <a:pt x="1091" y="247"/>
                  </a:lnTo>
                  <a:lnTo>
                    <a:pt x="1089" y="245"/>
                  </a:lnTo>
                  <a:lnTo>
                    <a:pt x="1091" y="235"/>
                  </a:lnTo>
                  <a:lnTo>
                    <a:pt x="1089" y="231"/>
                  </a:lnTo>
                  <a:lnTo>
                    <a:pt x="1087" y="228"/>
                  </a:lnTo>
                  <a:lnTo>
                    <a:pt x="1086" y="228"/>
                  </a:lnTo>
                  <a:lnTo>
                    <a:pt x="1086" y="224"/>
                  </a:lnTo>
                  <a:lnTo>
                    <a:pt x="1086" y="224"/>
                  </a:lnTo>
                  <a:lnTo>
                    <a:pt x="1088" y="225"/>
                  </a:lnTo>
                  <a:lnTo>
                    <a:pt x="1088" y="224"/>
                  </a:lnTo>
                  <a:lnTo>
                    <a:pt x="1090" y="226"/>
                  </a:lnTo>
                  <a:lnTo>
                    <a:pt x="1091" y="224"/>
                  </a:lnTo>
                  <a:lnTo>
                    <a:pt x="1092" y="226"/>
                  </a:lnTo>
                  <a:lnTo>
                    <a:pt x="1093" y="226"/>
                  </a:lnTo>
                  <a:lnTo>
                    <a:pt x="1095" y="228"/>
                  </a:lnTo>
                  <a:lnTo>
                    <a:pt x="1096" y="227"/>
                  </a:lnTo>
                  <a:lnTo>
                    <a:pt x="1095" y="223"/>
                  </a:lnTo>
                  <a:lnTo>
                    <a:pt x="1096" y="222"/>
                  </a:lnTo>
                  <a:lnTo>
                    <a:pt x="1097" y="226"/>
                  </a:lnTo>
                  <a:lnTo>
                    <a:pt x="1097" y="226"/>
                  </a:lnTo>
                  <a:lnTo>
                    <a:pt x="1097" y="227"/>
                  </a:lnTo>
                  <a:lnTo>
                    <a:pt x="1098" y="228"/>
                  </a:lnTo>
                  <a:close/>
                  <a:moveTo>
                    <a:pt x="1118" y="158"/>
                  </a:moveTo>
                  <a:lnTo>
                    <a:pt x="1123" y="158"/>
                  </a:lnTo>
                  <a:lnTo>
                    <a:pt x="1125" y="158"/>
                  </a:lnTo>
                  <a:lnTo>
                    <a:pt x="1126" y="158"/>
                  </a:lnTo>
                  <a:lnTo>
                    <a:pt x="1123" y="160"/>
                  </a:lnTo>
                  <a:lnTo>
                    <a:pt x="1122" y="162"/>
                  </a:lnTo>
                  <a:lnTo>
                    <a:pt x="1120" y="164"/>
                  </a:lnTo>
                  <a:lnTo>
                    <a:pt x="1120" y="166"/>
                  </a:lnTo>
                  <a:lnTo>
                    <a:pt x="1119" y="167"/>
                  </a:lnTo>
                  <a:lnTo>
                    <a:pt x="1118" y="168"/>
                  </a:lnTo>
                  <a:lnTo>
                    <a:pt x="1117" y="169"/>
                  </a:lnTo>
                  <a:lnTo>
                    <a:pt x="1116" y="171"/>
                  </a:lnTo>
                  <a:lnTo>
                    <a:pt x="1114" y="171"/>
                  </a:lnTo>
                  <a:lnTo>
                    <a:pt x="1114" y="175"/>
                  </a:lnTo>
                  <a:lnTo>
                    <a:pt x="1113" y="175"/>
                  </a:lnTo>
                  <a:lnTo>
                    <a:pt x="1109" y="176"/>
                  </a:lnTo>
                  <a:lnTo>
                    <a:pt x="1106" y="175"/>
                  </a:lnTo>
                  <a:lnTo>
                    <a:pt x="1106" y="174"/>
                  </a:lnTo>
                  <a:lnTo>
                    <a:pt x="1105" y="174"/>
                  </a:lnTo>
                  <a:lnTo>
                    <a:pt x="1104" y="172"/>
                  </a:lnTo>
                  <a:lnTo>
                    <a:pt x="1104" y="171"/>
                  </a:lnTo>
                  <a:lnTo>
                    <a:pt x="1105" y="171"/>
                  </a:lnTo>
                  <a:lnTo>
                    <a:pt x="1107" y="169"/>
                  </a:lnTo>
                  <a:lnTo>
                    <a:pt x="1106" y="167"/>
                  </a:lnTo>
                  <a:lnTo>
                    <a:pt x="1107" y="165"/>
                  </a:lnTo>
                  <a:lnTo>
                    <a:pt x="1110" y="163"/>
                  </a:lnTo>
                  <a:lnTo>
                    <a:pt x="1110" y="161"/>
                  </a:lnTo>
                  <a:lnTo>
                    <a:pt x="1110" y="162"/>
                  </a:lnTo>
                  <a:lnTo>
                    <a:pt x="1111" y="162"/>
                  </a:lnTo>
                  <a:lnTo>
                    <a:pt x="1111" y="163"/>
                  </a:lnTo>
                  <a:lnTo>
                    <a:pt x="1114" y="162"/>
                  </a:lnTo>
                  <a:lnTo>
                    <a:pt x="1115" y="160"/>
                  </a:lnTo>
                  <a:lnTo>
                    <a:pt x="1115" y="158"/>
                  </a:lnTo>
                  <a:lnTo>
                    <a:pt x="1117" y="157"/>
                  </a:lnTo>
                  <a:lnTo>
                    <a:pt x="1118" y="158"/>
                  </a:lnTo>
                  <a:close/>
                  <a:moveTo>
                    <a:pt x="1081" y="140"/>
                  </a:moveTo>
                  <a:lnTo>
                    <a:pt x="1079" y="140"/>
                  </a:lnTo>
                  <a:lnTo>
                    <a:pt x="1074" y="145"/>
                  </a:lnTo>
                  <a:lnTo>
                    <a:pt x="1068" y="150"/>
                  </a:lnTo>
                  <a:lnTo>
                    <a:pt x="1066" y="153"/>
                  </a:lnTo>
                  <a:lnTo>
                    <a:pt x="1069" y="150"/>
                  </a:lnTo>
                  <a:lnTo>
                    <a:pt x="1072" y="149"/>
                  </a:lnTo>
                  <a:lnTo>
                    <a:pt x="1075" y="146"/>
                  </a:lnTo>
                  <a:lnTo>
                    <a:pt x="1078" y="145"/>
                  </a:lnTo>
                  <a:lnTo>
                    <a:pt x="1079" y="147"/>
                  </a:lnTo>
                  <a:lnTo>
                    <a:pt x="1073" y="151"/>
                  </a:lnTo>
                  <a:lnTo>
                    <a:pt x="1082" y="147"/>
                  </a:lnTo>
                  <a:lnTo>
                    <a:pt x="1083" y="150"/>
                  </a:lnTo>
                  <a:lnTo>
                    <a:pt x="1082" y="151"/>
                  </a:lnTo>
                  <a:lnTo>
                    <a:pt x="1083" y="152"/>
                  </a:lnTo>
                  <a:lnTo>
                    <a:pt x="1081" y="157"/>
                  </a:lnTo>
                  <a:lnTo>
                    <a:pt x="1083" y="158"/>
                  </a:lnTo>
                  <a:lnTo>
                    <a:pt x="1084" y="156"/>
                  </a:lnTo>
                  <a:lnTo>
                    <a:pt x="1084" y="154"/>
                  </a:lnTo>
                  <a:lnTo>
                    <a:pt x="1086" y="154"/>
                  </a:lnTo>
                  <a:lnTo>
                    <a:pt x="1085" y="153"/>
                  </a:lnTo>
                  <a:lnTo>
                    <a:pt x="1085" y="150"/>
                  </a:lnTo>
                  <a:lnTo>
                    <a:pt x="1087" y="152"/>
                  </a:lnTo>
                  <a:lnTo>
                    <a:pt x="1088" y="150"/>
                  </a:lnTo>
                  <a:lnTo>
                    <a:pt x="1088" y="147"/>
                  </a:lnTo>
                  <a:lnTo>
                    <a:pt x="1092" y="141"/>
                  </a:lnTo>
                  <a:lnTo>
                    <a:pt x="1092" y="145"/>
                  </a:lnTo>
                  <a:lnTo>
                    <a:pt x="1093" y="145"/>
                  </a:lnTo>
                  <a:lnTo>
                    <a:pt x="1094" y="141"/>
                  </a:lnTo>
                  <a:lnTo>
                    <a:pt x="1096" y="138"/>
                  </a:lnTo>
                  <a:lnTo>
                    <a:pt x="1097" y="139"/>
                  </a:lnTo>
                  <a:lnTo>
                    <a:pt x="1098" y="137"/>
                  </a:lnTo>
                  <a:lnTo>
                    <a:pt x="1098" y="136"/>
                  </a:lnTo>
                  <a:lnTo>
                    <a:pt x="1099" y="136"/>
                  </a:lnTo>
                  <a:lnTo>
                    <a:pt x="1101" y="134"/>
                  </a:lnTo>
                  <a:lnTo>
                    <a:pt x="1102" y="136"/>
                  </a:lnTo>
                  <a:lnTo>
                    <a:pt x="1101" y="137"/>
                  </a:lnTo>
                  <a:lnTo>
                    <a:pt x="1102" y="138"/>
                  </a:lnTo>
                  <a:lnTo>
                    <a:pt x="1102" y="139"/>
                  </a:lnTo>
                  <a:lnTo>
                    <a:pt x="1100" y="142"/>
                  </a:lnTo>
                  <a:lnTo>
                    <a:pt x="1097" y="145"/>
                  </a:lnTo>
                  <a:lnTo>
                    <a:pt x="1096" y="148"/>
                  </a:lnTo>
                  <a:lnTo>
                    <a:pt x="1095" y="149"/>
                  </a:lnTo>
                  <a:lnTo>
                    <a:pt x="1094" y="150"/>
                  </a:lnTo>
                  <a:lnTo>
                    <a:pt x="1092" y="151"/>
                  </a:lnTo>
                  <a:lnTo>
                    <a:pt x="1090" y="152"/>
                  </a:lnTo>
                  <a:lnTo>
                    <a:pt x="1088" y="155"/>
                  </a:lnTo>
                  <a:lnTo>
                    <a:pt x="1088" y="154"/>
                  </a:lnTo>
                  <a:lnTo>
                    <a:pt x="1087" y="157"/>
                  </a:lnTo>
                  <a:lnTo>
                    <a:pt x="1088" y="158"/>
                  </a:lnTo>
                  <a:lnTo>
                    <a:pt x="1088" y="161"/>
                  </a:lnTo>
                  <a:lnTo>
                    <a:pt x="1089" y="161"/>
                  </a:lnTo>
                  <a:lnTo>
                    <a:pt x="1091" y="157"/>
                  </a:lnTo>
                  <a:lnTo>
                    <a:pt x="1092" y="154"/>
                  </a:lnTo>
                  <a:lnTo>
                    <a:pt x="1095" y="156"/>
                  </a:lnTo>
                  <a:lnTo>
                    <a:pt x="1097" y="156"/>
                  </a:lnTo>
                  <a:lnTo>
                    <a:pt x="1098" y="156"/>
                  </a:lnTo>
                  <a:lnTo>
                    <a:pt x="1097" y="158"/>
                  </a:lnTo>
                  <a:lnTo>
                    <a:pt x="1097" y="160"/>
                  </a:lnTo>
                  <a:lnTo>
                    <a:pt x="1097" y="160"/>
                  </a:lnTo>
                  <a:lnTo>
                    <a:pt x="1097" y="166"/>
                  </a:lnTo>
                  <a:lnTo>
                    <a:pt x="1097" y="167"/>
                  </a:lnTo>
                  <a:lnTo>
                    <a:pt x="1094" y="167"/>
                  </a:lnTo>
                  <a:lnTo>
                    <a:pt x="1092" y="167"/>
                  </a:lnTo>
                  <a:lnTo>
                    <a:pt x="1092" y="169"/>
                  </a:lnTo>
                  <a:lnTo>
                    <a:pt x="1090" y="169"/>
                  </a:lnTo>
                  <a:lnTo>
                    <a:pt x="1088" y="168"/>
                  </a:lnTo>
                  <a:lnTo>
                    <a:pt x="1082" y="167"/>
                  </a:lnTo>
                  <a:lnTo>
                    <a:pt x="1079" y="168"/>
                  </a:lnTo>
                  <a:lnTo>
                    <a:pt x="1081" y="170"/>
                  </a:lnTo>
                  <a:lnTo>
                    <a:pt x="1081" y="171"/>
                  </a:lnTo>
                  <a:lnTo>
                    <a:pt x="1081" y="176"/>
                  </a:lnTo>
                  <a:lnTo>
                    <a:pt x="1082" y="178"/>
                  </a:lnTo>
                  <a:lnTo>
                    <a:pt x="1083" y="178"/>
                  </a:lnTo>
                  <a:lnTo>
                    <a:pt x="1083" y="176"/>
                  </a:lnTo>
                  <a:lnTo>
                    <a:pt x="1084" y="173"/>
                  </a:lnTo>
                  <a:lnTo>
                    <a:pt x="1085" y="176"/>
                  </a:lnTo>
                  <a:lnTo>
                    <a:pt x="1086" y="175"/>
                  </a:lnTo>
                  <a:lnTo>
                    <a:pt x="1086" y="176"/>
                  </a:lnTo>
                  <a:lnTo>
                    <a:pt x="1087" y="176"/>
                  </a:lnTo>
                  <a:lnTo>
                    <a:pt x="1087" y="179"/>
                  </a:lnTo>
                  <a:lnTo>
                    <a:pt x="1088" y="179"/>
                  </a:lnTo>
                  <a:lnTo>
                    <a:pt x="1088" y="178"/>
                  </a:lnTo>
                  <a:lnTo>
                    <a:pt x="1089" y="179"/>
                  </a:lnTo>
                  <a:lnTo>
                    <a:pt x="1091" y="177"/>
                  </a:lnTo>
                  <a:lnTo>
                    <a:pt x="1092" y="177"/>
                  </a:lnTo>
                  <a:lnTo>
                    <a:pt x="1092" y="178"/>
                  </a:lnTo>
                  <a:lnTo>
                    <a:pt x="1092" y="179"/>
                  </a:lnTo>
                  <a:lnTo>
                    <a:pt x="1094" y="178"/>
                  </a:lnTo>
                  <a:lnTo>
                    <a:pt x="1096" y="177"/>
                  </a:lnTo>
                  <a:lnTo>
                    <a:pt x="1097" y="178"/>
                  </a:lnTo>
                  <a:lnTo>
                    <a:pt x="1095" y="180"/>
                  </a:lnTo>
                  <a:lnTo>
                    <a:pt x="1094" y="181"/>
                  </a:lnTo>
                  <a:lnTo>
                    <a:pt x="1096" y="184"/>
                  </a:lnTo>
                  <a:lnTo>
                    <a:pt x="1095" y="185"/>
                  </a:lnTo>
                  <a:lnTo>
                    <a:pt x="1094" y="184"/>
                  </a:lnTo>
                  <a:lnTo>
                    <a:pt x="1091" y="184"/>
                  </a:lnTo>
                  <a:lnTo>
                    <a:pt x="1088" y="186"/>
                  </a:lnTo>
                  <a:lnTo>
                    <a:pt x="1085" y="190"/>
                  </a:lnTo>
                  <a:lnTo>
                    <a:pt x="1084" y="191"/>
                  </a:lnTo>
                  <a:lnTo>
                    <a:pt x="1084" y="193"/>
                  </a:lnTo>
                  <a:lnTo>
                    <a:pt x="1085" y="192"/>
                  </a:lnTo>
                  <a:lnTo>
                    <a:pt x="1084" y="194"/>
                  </a:lnTo>
                  <a:lnTo>
                    <a:pt x="1084" y="197"/>
                  </a:lnTo>
                  <a:lnTo>
                    <a:pt x="1086" y="197"/>
                  </a:lnTo>
                  <a:lnTo>
                    <a:pt x="1086" y="194"/>
                  </a:lnTo>
                  <a:lnTo>
                    <a:pt x="1090" y="195"/>
                  </a:lnTo>
                  <a:lnTo>
                    <a:pt x="1090" y="194"/>
                  </a:lnTo>
                  <a:lnTo>
                    <a:pt x="1090" y="193"/>
                  </a:lnTo>
                  <a:lnTo>
                    <a:pt x="1092" y="193"/>
                  </a:lnTo>
                  <a:lnTo>
                    <a:pt x="1092" y="194"/>
                  </a:lnTo>
                  <a:lnTo>
                    <a:pt x="1091" y="197"/>
                  </a:lnTo>
                  <a:lnTo>
                    <a:pt x="1093" y="195"/>
                  </a:lnTo>
                  <a:lnTo>
                    <a:pt x="1094" y="197"/>
                  </a:lnTo>
                  <a:lnTo>
                    <a:pt x="1092" y="200"/>
                  </a:lnTo>
                  <a:lnTo>
                    <a:pt x="1089" y="197"/>
                  </a:lnTo>
                  <a:lnTo>
                    <a:pt x="1088" y="199"/>
                  </a:lnTo>
                  <a:lnTo>
                    <a:pt x="1086" y="198"/>
                  </a:lnTo>
                  <a:lnTo>
                    <a:pt x="1084" y="202"/>
                  </a:lnTo>
                  <a:lnTo>
                    <a:pt x="1084" y="204"/>
                  </a:lnTo>
                  <a:lnTo>
                    <a:pt x="1082" y="204"/>
                  </a:lnTo>
                  <a:lnTo>
                    <a:pt x="1082" y="206"/>
                  </a:lnTo>
                  <a:lnTo>
                    <a:pt x="1079" y="205"/>
                  </a:lnTo>
                  <a:lnTo>
                    <a:pt x="1079" y="203"/>
                  </a:lnTo>
                  <a:lnTo>
                    <a:pt x="1082" y="199"/>
                  </a:lnTo>
                  <a:lnTo>
                    <a:pt x="1078" y="199"/>
                  </a:lnTo>
                  <a:lnTo>
                    <a:pt x="1078" y="201"/>
                  </a:lnTo>
                  <a:lnTo>
                    <a:pt x="1077" y="200"/>
                  </a:lnTo>
                  <a:lnTo>
                    <a:pt x="1078" y="197"/>
                  </a:lnTo>
                  <a:lnTo>
                    <a:pt x="1077" y="196"/>
                  </a:lnTo>
                  <a:lnTo>
                    <a:pt x="1075" y="197"/>
                  </a:lnTo>
                  <a:lnTo>
                    <a:pt x="1075" y="198"/>
                  </a:lnTo>
                  <a:lnTo>
                    <a:pt x="1075" y="202"/>
                  </a:lnTo>
                  <a:lnTo>
                    <a:pt x="1077" y="202"/>
                  </a:lnTo>
                  <a:lnTo>
                    <a:pt x="1076" y="204"/>
                  </a:lnTo>
                  <a:lnTo>
                    <a:pt x="1075" y="206"/>
                  </a:lnTo>
                  <a:lnTo>
                    <a:pt x="1073" y="206"/>
                  </a:lnTo>
                  <a:lnTo>
                    <a:pt x="1071" y="208"/>
                  </a:lnTo>
                  <a:lnTo>
                    <a:pt x="1072" y="209"/>
                  </a:lnTo>
                  <a:lnTo>
                    <a:pt x="1073" y="209"/>
                  </a:lnTo>
                  <a:lnTo>
                    <a:pt x="1076" y="208"/>
                  </a:lnTo>
                  <a:lnTo>
                    <a:pt x="1077" y="207"/>
                  </a:lnTo>
                  <a:lnTo>
                    <a:pt x="1078" y="208"/>
                  </a:lnTo>
                  <a:lnTo>
                    <a:pt x="1078" y="209"/>
                  </a:lnTo>
                  <a:lnTo>
                    <a:pt x="1076" y="210"/>
                  </a:lnTo>
                  <a:lnTo>
                    <a:pt x="1076" y="212"/>
                  </a:lnTo>
                  <a:lnTo>
                    <a:pt x="1072" y="219"/>
                  </a:lnTo>
                  <a:lnTo>
                    <a:pt x="1076" y="217"/>
                  </a:lnTo>
                  <a:lnTo>
                    <a:pt x="1077" y="215"/>
                  </a:lnTo>
                  <a:lnTo>
                    <a:pt x="1080" y="210"/>
                  </a:lnTo>
                  <a:lnTo>
                    <a:pt x="1081" y="211"/>
                  </a:lnTo>
                  <a:lnTo>
                    <a:pt x="1082" y="212"/>
                  </a:lnTo>
                  <a:lnTo>
                    <a:pt x="1081" y="213"/>
                  </a:lnTo>
                  <a:lnTo>
                    <a:pt x="1079" y="215"/>
                  </a:lnTo>
                  <a:lnTo>
                    <a:pt x="1080" y="215"/>
                  </a:lnTo>
                  <a:lnTo>
                    <a:pt x="1081" y="216"/>
                  </a:lnTo>
                  <a:lnTo>
                    <a:pt x="1079" y="218"/>
                  </a:lnTo>
                  <a:lnTo>
                    <a:pt x="1079" y="219"/>
                  </a:lnTo>
                  <a:lnTo>
                    <a:pt x="1078" y="220"/>
                  </a:lnTo>
                  <a:lnTo>
                    <a:pt x="1075" y="226"/>
                  </a:lnTo>
                  <a:lnTo>
                    <a:pt x="1077" y="224"/>
                  </a:lnTo>
                  <a:lnTo>
                    <a:pt x="1084" y="218"/>
                  </a:lnTo>
                  <a:lnTo>
                    <a:pt x="1085" y="218"/>
                  </a:lnTo>
                  <a:lnTo>
                    <a:pt x="1084" y="223"/>
                  </a:lnTo>
                  <a:lnTo>
                    <a:pt x="1085" y="222"/>
                  </a:lnTo>
                  <a:lnTo>
                    <a:pt x="1085" y="222"/>
                  </a:lnTo>
                  <a:lnTo>
                    <a:pt x="1083" y="228"/>
                  </a:lnTo>
                  <a:lnTo>
                    <a:pt x="1084" y="231"/>
                  </a:lnTo>
                  <a:lnTo>
                    <a:pt x="1085" y="231"/>
                  </a:lnTo>
                  <a:lnTo>
                    <a:pt x="1088" y="234"/>
                  </a:lnTo>
                  <a:lnTo>
                    <a:pt x="1087" y="236"/>
                  </a:lnTo>
                  <a:lnTo>
                    <a:pt x="1084" y="235"/>
                  </a:lnTo>
                  <a:lnTo>
                    <a:pt x="1084" y="236"/>
                  </a:lnTo>
                  <a:lnTo>
                    <a:pt x="1084" y="238"/>
                  </a:lnTo>
                  <a:lnTo>
                    <a:pt x="1084" y="243"/>
                  </a:lnTo>
                  <a:lnTo>
                    <a:pt x="1084" y="243"/>
                  </a:lnTo>
                  <a:lnTo>
                    <a:pt x="1083" y="241"/>
                  </a:lnTo>
                  <a:lnTo>
                    <a:pt x="1082" y="239"/>
                  </a:lnTo>
                  <a:lnTo>
                    <a:pt x="1081" y="239"/>
                  </a:lnTo>
                  <a:lnTo>
                    <a:pt x="1080" y="240"/>
                  </a:lnTo>
                  <a:lnTo>
                    <a:pt x="1080" y="242"/>
                  </a:lnTo>
                  <a:lnTo>
                    <a:pt x="1080" y="245"/>
                  </a:lnTo>
                  <a:lnTo>
                    <a:pt x="1079" y="245"/>
                  </a:lnTo>
                  <a:lnTo>
                    <a:pt x="1079" y="243"/>
                  </a:lnTo>
                  <a:lnTo>
                    <a:pt x="1076" y="243"/>
                  </a:lnTo>
                  <a:lnTo>
                    <a:pt x="1075" y="244"/>
                  </a:lnTo>
                  <a:lnTo>
                    <a:pt x="1077" y="245"/>
                  </a:lnTo>
                  <a:lnTo>
                    <a:pt x="1076" y="249"/>
                  </a:lnTo>
                  <a:lnTo>
                    <a:pt x="1074" y="251"/>
                  </a:lnTo>
                  <a:lnTo>
                    <a:pt x="1073" y="251"/>
                  </a:lnTo>
                  <a:lnTo>
                    <a:pt x="1073" y="253"/>
                  </a:lnTo>
                  <a:lnTo>
                    <a:pt x="1075" y="253"/>
                  </a:lnTo>
                  <a:lnTo>
                    <a:pt x="1075" y="258"/>
                  </a:lnTo>
                  <a:lnTo>
                    <a:pt x="1075" y="258"/>
                  </a:lnTo>
                  <a:lnTo>
                    <a:pt x="1075" y="260"/>
                  </a:lnTo>
                  <a:lnTo>
                    <a:pt x="1074" y="261"/>
                  </a:lnTo>
                  <a:lnTo>
                    <a:pt x="1075" y="262"/>
                  </a:lnTo>
                  <a:lnTo>
                    <a:pt x="1075" y="264"/>
                  </a:lnTo>
                  <a:lnTo>
                    <a:pt x="1076" y="266"/>
                  </a:lnTo>
                  <a:lnTo>
                    <a:pt x="1077" y="266"/>
                  </a:lnTo>
                  <a:lnTo>
                    <a:pt x="1076" y="270"/>
                  </a:lnTo>
                  <a:lnTo>
                    <a:pt x="1081" y="271"/>
                  </a:lnTo>
                  <a:lnTo>
                    <a:pt x="1081" y="273"/>
                  </a:lnTo>
                  <a:lnTo>
                    <a:pt x="1075" y="274"/>
                  </a:lnTo>
                  <a:lnTo>
                    <a:pt x="1075" y="273"/>
                  </a:lnTo>
                  <a:lnTo>
                    <a:pt x="1075" y="271"/>
                  </a:lnTo>
                  <a:lnTo>
                    <a:pt x="1075" y="271"/>
                  </a:lnTo>
                  <a:lnTo>
                    <a:pt x="1075" y="270"/>
                  </a:lnTo>
                  <a:lnTo>
                    <a:pt x="1075" y="271"/>
                  </a:lnTo>
                  <a:lnTo>
                    <a:pt x="1074" y="271"/>
                  </a:lnTo>
                  <a:lnTo>
                    <a:pt x="1074" y="275"/>
                  </a:lnTo>
                  <a:lnTo>
                    <a:pt x="1072" y="275"/>
                  </a:lnTo>
                  <a:lnTo>
                    <a:pt x="1071" y="275"/>
                  </a:lnTo>
                  <a:lnTo>
                    <a:pt x="1071" y="279"/>
                  </a:lnTo>
                  <a:lnTo>
                    <a:pt x="1072" y="279"/>
                  </a:lnTo>
                  <a:lnTo>
                    <a:pt x="1073" y="283"/>
                  </a:lnTo>
                  <a:lnTo>
                    <a:pt x="1075" y="285"/>
                  </a:lnTo>
                  <a:lnTo>
                    <a:pt x="1076" y="285"/>
                  </a:lnTo>
                  <a:lnTo>
                    <a:pt x="1076" y="285"/>
                  </a:lnTo>
                  <a:lnTo>
                    <a:pt x="1076" y="286"/>
                  </a:lnTo>
                  <a:lnTo>
                    <a:pt x="1078" y="287"/>
                  </a:lnTo>
                  <a:lnTo>
                    <a:pt x="1078" y="287"/>
                  </a:lnTo>
                  <a:lnTo>
                    <a:pt x="1078" y="287"/>
                  </a:lnTo>
                  <a:lnTo>
                    <a:pt x="1078" y="288"/>
                  </a:lnTo>
                  <a:lnTo>
                    <a:pt x="1078" y="288"/>
                  </a:lnTo>
                  <a:lnTo>
                    <a:pt x="1079" y="288"/>
                  </a:lnTo>
                  <a:lnTo>
                    <a:pt x="1079" y="289"/>
                  </a:lnTo>
                  <a:lnTo>
                    <a:pt x="1077" y="288"/>
                  </a:lnTo>
                  <a:lnTo>
                    <a:pt x="1078" y="289"/>
                  </a:lnTo>
                  <a:lnTo>
                    <a:pt x="1077" y="289"/>
                  </a:lnTo>
                  <a:lnTo>
                    <a:pt x="1077" y="290"/>
                  </a:lnTo>
                  <a:lnTo>
                    <a:pt x="1077" y="291"/>
                  </a:lnTo>
                  <a:lnTo>
                    <a:pt x="1078" y="291"/>
                  </a:lnTo>
                  <a:lnTo>
                    <a:pt x="1077" y="292"/>
                  </a:lnTo>
                  <a:lnTo>
                    <a:pt x="1078" y="292"/>
                  </a:lnTo>
                  <a:lnTo>
                    <a:pt x="1078" y="292"/>
                  </a:lnTo>
                  <a:lnTo>
                    <a:pt x="1078" y="292"/>
                  </a:lnTo>
                  <a:lnTo>
                    <a:pt x="1078" y="292"/>
                  </a:lnTo>
                  <a:lnTo>
                    <a:pt x="1077" y="293"/>
                  </a:lnTo>
                  <a:lnTo>
                    <a:pt x="1077" y="293"/>
                  </a:lnTo>
                  <a:lnTo>
                    <a:pt x="1078" y="293"/>
                  </a:lnTo>
                  <a:lnTo>
                    <a:pt x="1078" y="294"/>
                  </a:lnTo>
                  <a:lnTo>
                    <a:pt x="1078" y="294"/>
                  </a:lnTo>
                  <a:lnTo>
                    <a:pt x="1078" y="295"/>
                  </a:lnTo>
                  <a:lnTo>
                    <a:pt x="1077" y="295"/>
                  </a:lnTo>
                  <a:lnTo>
                    <a:pt x="1077" y="295"/>
                  </a:lnTo>
                  <a:lnTo>
                    <a:pt x="1076" y="294"/>
                  </a:lnTo>
                  <a:lnTo>
                    <a:pt x="1076" y="294"/>
                  </a:lnTo>
                  <a:lnTo>
                    <a:pt x="1076" y="293"/>
                  </a:lnTo>
                  <a:lnTo>
                    <a:pt x="1075" y="294"/>
                  </a:lnTo>
                  <a:lnTo>
                    <a:pt x="1074" y="288"/>
                  </a:lnTo>
                  <a:lnTo>
                    <a:pt x="1074" y="288"/>
                  </a:lnTo>
                  <a:lnTo>
                    <a:pt x="1073" y="288"/>
                  </a:lnTo>
                  <a:lnTo>
                    <a:pt x="1073" y="290"/>
                  </a:lnTo>
                  <a:lnTo>
                    <a:pt x="1073" y="290"/>
                  </a:lnTo>
                  <a:lnTo>
                    <a:pt x="1073" y="290"/>
                  </a:lnTo>
                  <a:lnTo>
                    <a:pt x="1073" y="291"/>
                  </a:lnTo>
                  <a:lnTo>
                    <a:pt x="1073" y="291"/>
                  </a:lnTo>
                  <a:lnTo>
                    <a:pt x="1073" y="292"/>
                  </a:lnTo>
                  <a:lnTo>
                    <a:pt x="1072" y="292"/>
                  </a:lnTo>
                  <a:lnTo>
                    <a:pt x="1072" y="292"/>
                  </a:lnTo>
                  <a:lnTo>
                    <a:pt x="1071" y="291"/>
                  </a:lnTo>
                  <a:lnTo>
                    <a:pt x="1071" y="292"/>
                  </a:lnTo>
                  <a:lnTo>
                    <a:pt x="1071" y="291"/>
                  </a:lnTo>
                  <a:lnTo>
                    <a:pt x="1071" y="289"/>
                  </a:lnTo>
                  <a:lnTo>
                    <a:pt x="1070" y="288"/>
                  </a:lnTo>
                  <a:lnTo>
                    <a:pt x="1070" y="288"/>
                  </a:lnTo>
                  <a:lnTo>
                    <a:pt x="1069" y="288"/>
                  </a:lnTo>
                  <a:lnTo>
                    <a:pt x="1069" y="288"/>
                  </a:lnTo>
                  <a:lnTo>
                    <a:pt x="1069" y="288"/>
                  </a:lnTo>
                  <a:lnTo>
                    <a:pt x="1068" y="289"/>
                  </a:lnTo>
                  <a:lnTo>
                    <a:pt x="1069" y="289"/>
                  </a:lnTo>
                  <a:lnTo>
                    <a:pt x="1068" y="289"/>
                  </a:lnTo>
                  <a:lnTo>
                    <a:pt x="1068" y="289"/>
                  </a:lnTo>
                  <a:lnTo>
                    <a:pt x="1068" y="289"/>
                  </a:lnTo>
                  <a:lnTo>
                    <a:pt x="1067" y="288"/>
                  </a:lnTo>
                  <a:lnTo>
                    <a:pt x="1066" y="289"/>
                  </a:lnTo>
                  <a:lnTo>
                    <a:pt x="1066" y="288"/>
                  </a:lnTo>
                  <a:lnTo>
                    <a:pt x="1066" y="289"/>
                  </a:lnTo>
                  <a:lnTo>
                    <a:pt x="1066" y="290"/>
                  </a:lnTo>
                  <a:lnTo>
                    <a:pt x="1066" y="290"/>
                  </a:lnTo>
                  <a:lnTo>
                    <a:pt x="1066" y="290"/>
                  </a:lnTo>
                  <a:lnTo>
                    <a:pt x="1067" y="291"/>
                  </a:lnTo>
                  <a:lnTo>
                    <a:pt x="1066" y="292"/>
                  </a:lnTo>
                  <a:lnTo>
                    <a:pt x="1067" y="292"/>
                  </a:lnTo>
                  <a:lnTo>
                    <a:pt x="1067" y="293"/>
                  </a:lnTo>
                  <a:lnTo>
                    <a:pt x="1068" y="293"/>
                  </a:lnTo>
                  <a:lnTo>
                    <a:pt x="1068" y="293"/>
                  </a:lnTo>
                  <a:lnTo>
                    <a:pt x="1068" y="293"/>
                  </a:lnTo>
                  <a:lnTo>
                    <a:pt x="1068" y="293"/>
                  </a:lnTo>
                  <a:lnTo>
                    <a:pt x="1069" y="292"/>
                  </a:lnTo>
                  <a:lnTo>
                    <a:pt x="1069" y="292"/>
                  </a:lnTo>
                  <a:lnTo>
                    <a:pt x="1069" y="292"/>
                  </a:lnTo>
                  <a:lnTo>
                    <a:pt x="1070" y="293"/>
                  </a:lnTo>
                  <a:lnTo>
                    <a:pt x="1069" y="294"/>
                  </a:lnTo>
                  <a:lnTo>
                    <a:pt x="1070" y="295"/>
                  </a:lnTo>
                  <a:lnTo>
                    <a:pt x="1068" y="295"/>
                  </a:lnTo>
                  <a:lnTo>
                    <a:pt x="1068" y="296"/>
                  </a:lnTo>
                  <a:lnTo>
                    <a:pt x="1069" y="296"/>
                  </a:lnTo>
                  <a:lnTo>
                    <a:pt x="1069" y="297"/>
                  </a:lnTo>
                  <a:lnTo>
                    <a:pt x="1069" y="297"/>
                  </a:lnTo>
                  <a:lnTo>
                    <a:pt x="1068" y="297"/>
                  </a:lnTo>
                  <a:lnTo>
                    <a:pt x="1069" y="297"/>
                  </a:lnTo>
                  <a:lnTo>
                    <a:pt x="1069" y="297"/>
                  </a:lnTo>
                  <a:lnTo>
                    <a:pt x="1069" y="298"/>
                  </a:lnTo>
                  <a:lnTo>
                    <a:pt x="1069" y="298"/>
                  </a:lnTo>
                  <a:lnTo>
                    <a:pt x="1069" y="298"/>
                  </a:lnTo>
                  <a:lnTo>
                    <a:pt x="1069" y="298"/>
                  </a:lnTo>
                  <a:lnTo>
                    <a:pt x="1069" y="299"/>
                  </a:lnTo>
                  <a:lnTo>
                    <a:pt x="1069" y="300"/>
                  </a:lnTo>
                  <a:lnTo>
                    <a:pt x="1069" y="301"/>
                  </a:lnTo>
                  <a:lnTo>
                    <a:pt x="1070" y="301"/>
                  </a:lnTo>
                  <a:lnTo>
                    <a:pt x="1069" y="301"/>
                  </a:lnTo>
                  <a:lnTo>
                    <a:pt x="1068" y="301"/>
                  </a:lnTo>
                  <a:lnTo>
                    <a:pt x="1068" y="301"/>
                  </a:lnTo>
                  <a:lnTo>
                    <a:pt x="1068" y="301"/>
                  </a:lnTo>
                  <a:lnTo>
                    <a:pt x="1068" y="301"/>
                  </a:lnTo>
                  <a:lnTo>
                    <a:pt x="1068" y="301"/>
                  </a:lnTo>
                  <a:lnTo>
                    <a:pt x="1068" y="301"/>
                  </a:lnTo>
                  <a:lnTo>
                    <a:pt x="1067" y="301"/>
                  </a:lnTo>
                  <a:lnTo>
                    <a:pt x="1067" y="302"/>
                  </a:lnTo>
                  <a:lnTo>
                    <a:pt x="1068" y="303"/>
                  </a:lnTo>
                  <a:lnTo>
                    <a:pt x="1068" y="303"/>
                  </a:lnTo>
                  <a:lnTo>
                    <a:pt x="1068" y="303"/>
                  </a:lnTo>
                  <a:lnTo>
                    <a:pt x="1068" y="304"/>
                  </a:lnTo>
                  <a:lnTo>
                    <a:pt x="1068" y="305"/>
                  </a:lnTo>
                  <a:lnTo>
                    <a:pt x="1068" y="305"/>
                  </a:lnTo>
                  <a:lnTo>
                    <a:pt x="1068" y="305"/>
                  </a:lnTo>
                  <a:lnTo>
                    <a:pt x="1069" y="305"/>
                  </a:lnTo>
                  <a:lnTo>
                    <a:pt x="1069" y="306"/>
                  </a:lnTo>
                  <a:lnTo>
                    <a:pt x="1069" y="306"/>
                  </a:lnTo>
                  <a:lnTo>
                    <a:pt x="1068" y="307"/>
                  </a:lnTo>
                  <a:lnTo>
                    <a:pt x="1068" y="307"/>
                  </a:lnTo>
                  <a:lnTo>
                    <a:pt x="1067" y="308"/>
                  </a:lnTo>
                  <a:lnTo>
                    <a:pt x="1066" y="308"/>
                  </a:lnTo>
                  <a:lnTo>
                    <a:pt x="1066" y="309"/>
                  </a:lnTo>
                  <a:lnTo>
                    <a:pt x="1067" y="310"/>
                  </a:lnTo>
                  <a:lnTo>
                    <a:pt x="1067" y="310"/>
                  </a:lnTo>
                  <a:lnTo>
                    <a:pt x="1067" y="310"/>
                  </a:lnTo>
                  <a:lnTo>
                    <a:pt x="1066" y="310"/>
                  </a:lnTo>
                  <a:lnTo>
                    <a:pt x="1066" y="310"/>
                  </a:lnTo>
                  <a:lnTo>
                    <a:pt x="1066" y="311"/>
                  </a:lnTo>
                  <a:lnTo>
                    <a:pt x="1066" y="312"/>
                  </a:lnTo>
                  <a:lnTo>
                    <a:pt x="1065" y="312"/>
                  </a:lnTo>
                  <a:lnTo>
                    <a:pt x="1064" y="311"/>
                  </a:lnTo>
                  <a:lnTo>
                    <a:pt x="1063" y="311"/>
                  </a:lnTo>
                  <a:lnTo>
                    <a:pt x="1063" y="312"/>
                  </a:lnTo>
                  <a:lnTo>
                    <a:pt x="1064" y="313"/>
                  </a:lnTo>
                  <a:lnTo>
                    <a:pt x="1064" y="314"/>
                  </a:lnTo>
                  <a:lnTo>
                    <a:pt x="1065" y="314"/>
                  </a:lnTo>
                  <a:lnTo>
                    <a:pt x="1065" y="314"/>
                  </a:lnTo>
                  <a:lnTo>
                    <a:pt x="1066" y="314"/>
                  </a:lnTo>
                  <a:lnTo>
                    <a:pt x="1066" y="314"/>
                  </a:lnTo>
                  <a:lnTo>
                    <a:pt x="1066" y="315"/>
                  </a:lnTo>
                  <a:lnTo>
                    <a:pt x="1066" y="315"/>
                  </a:lnTo>
                  <a:lnTo>
                    <a:pt x="1066" y="315"/>
                  </a:lnTo>
                  <a:lnTo>
                    <a:pt x="1066" y="316"/>
                  </a:lnTo>
                  <a:lnTo>
                    <a:pt x="1066" y="316"/>
                  </a:lnTo>
                  <a:lnTo>
                    <a:pt x="1066" y="317"/>
                  </a:lnTo>
                  <a:lnTo>
                    <a:pt x="1066" y="318"/>
                  </a:lnTo>
                  <a:lnTo>
                    <a:pt x="1066" y="318"/>
                  </a:lnTo>
                  <a:lnTo>
                    <a:pt x="1066" y="318"/>
                  </a:lnTo>
                  <a:lnTo>
                    <a:pt x="1066" y="318"/>
                  </a:lnTo>
                  <a:lnTo>
                    <a:pt x="1066" y="319"/>
                  </a:lnTo>
                  <a:lnTo>
                    <a:pt x="1066" y="320"/>
                  </a:lnTo>
                  <a:lnTo>
                    <a:pt x="1066" y="321"/>
                  </a:lnTo>
                  <a:lnTo>
                    <a:pt x="1066" y="322"/>
                  </a:lnTo>
                  <a:lnTo>
                    <a:pt x="1066" y="323"/>
                  </a:lnTo>
                  <a:lnTo>
                    <a:pt x="1066" y="323"/>
                  </a:lnTo>
                  <a:lnTo>
                    <a:pt x="1065" y="323"/>
                  </a:lnTo>
                  <a:lnTo>
                    <a:pt x="1065" y="323"/>
                  </a:lnTo>
                  <a:lnTo>
                    <a:pt x="1064" y="324"/>
                  </a:lnTo>
                  <a:lnTo>
                    <a:pt x="1064" y="323"/>
                  </a:lnTo>
                  <a:lnTo>
                    <a:pt x="1064" y="323"/>
                  </a:lnTo>
                  <a:lnTo>
                    <a:pt x="1063" y="323"/>
                  </a:lnTo>
                  <a:lnTo>
                    <a:pt x="1063" y="323"/>
                  </a:lnTo>
                  <a:lnTo>
                    <a:pt x="1062" y="323"/>
                  </a:lnTo>
                  <a:lnTo>
                    <a:pt x="1062" y="323"/>
                  </a:lnTo>
                  <a:lnTo>
                    <a:pt x="1062" y="324"/>
                  </a:lnTo>
                  <a:lnTo>
                    <a:pt x="1062" y="324"/>
                  </a:lnTo>
                  <a:lnTo>
                    <a:pt x="1063" y="324"/>
                  </a:lnTo>
                  <a:lnTo>
                    <a:pt x="1064" y="324"/>
                  </a:lnTo>
                  <a:lnTo>
                    <a:pt x="1065" y="325"/>
                  </a:lnTo>
                  <a:lnTo>
                    <a:pt x="1065" y="325"/>
                  </a:lnTo>
                  <a:lnTo>
                    <a:pt x="1065" y="325"/>
                  </a:lnTo>
                  <a:lnTo>
                    <a:pt x="1066" y="326"/>
                  </a:lnTo>
                  <a:lnTo>
                    <a:pt x="1065" y="326"/>
                  </a:lnTo>
                  <a:lnTo>
                    <a:pt x="1064" y="327"/>
                  </a:lnTo>
                  <a:lnTo>
                    <a:pt x="1064" y="327"/>
                  </a:lnTo>
                  <a:lnTo>
                    <a:pt x="1065" y="327"/>
                  </a:lnTo>
                  <a:lnTo>
                    <a:pt x="1066" y="326"/>
                  </a:lnTo>
                  <a:lnTo>
                    <a:pt x="1066" y="326"/>
                  </a:lnTo>
                  <a:lnTo>
                    <a:pt x="1067" y="327"/>
                  </a:lnTo>
                  <a:lnTo>
                    <a:pt x="1067" y="327"/>
                  </a:lnTo>
                  <a:lnTo>
                    <a:pt x="1066" y="327"/>
                  </a:lnTo>
                  <a:lnTo>
                    <a:pt x="1066" y="327"/>
                  </a:lnTo>
                  <a:lnTo>
                    <a:pt x="1066" y="327"/>
                  </a:lnTo>
                  <a:lnTo>
                    <a:pt x="1066" y="328"/>
                  </a:lnTo>
                  <a:lnTo>
                    <a:pt x="1066" y="328"/>
                  </a:lnTo>
                  <a:lnTo>
                    <a:pt x="1066" y="328"/>
                  </a:lnTo>
                  <a:lnTo>
                    <a:pt x="1066" y="329"/>
                  </a:lnTo>
                  <a:lnTo>
                    <a:pt x="1066" y="329"/>
                  </a:lnTo>
                  <a:lnTo>
                    <a:pt x="1066" y="330"/>
                  </a:lnTo>
                  <a:lnTo>
                    <a:pt x="1066" y="331"/>
                  </a:lnTo>
                  <a:lnTo>
                    <a:pt x="1066" y="331"/>
                  </a:lnTo>
                  <a:lnTo>
                    <a:pt x="1066" y="332"/>
                  </a:lnTo>
                  <a:lnTo>
                    <a:pt x="1066" y="333"/>
                  </a:lnTo>
                  <a:lnTo>
                    <a:pt x="1066" y="334"/>
                  </a:lnTo>
                  <a:lnTo>
                    <a:pt x="1066" y="334"/>
                  </a:lnTo>
                  <a:lnTo>
                    <a:pt x="1066" y="334"/>
                  </a:lnTo>
                  <a:lnTo>
                    <a:pt x="1066" y="334"/>
                  </a:lnTo>
                  <a:lnTo>
                    <a:pt x="1065" y="334"/>
                  </a:lnTo>
                  <a:lnTo>
                    <a:pt x="1065" y="334"/>
                  </a:lnTo>
                  <a:lnTo>
                    <a:pt x="1066" y="333"/>
                  </a:lnTo>
                  <a:lnTo>
                    <a:pt x="1065" y="333"/>
                  </a:lnTo>
                  <a:lnTo>
                    <a:pt x="1065" y="332"/>
                  </a:lnTo>
                  <a:lnTo>
                    <a:pt x="1065" y="331"/>
                  </a:lnTo>
                  <a:lnTo>
                    <a:pt x="1064" y="331"/>
                  </a:lnTo>
                  <a:lnTo>
                    <a:pt x="1064" y="330"/>
                  </a:lnTo>
                  <a:lnTo>
                    <a:pt x="1063" y="329"/>
                  </a:lnTo>
                  <a:lnTo>
                    <a:pt x="1062" y="328"/>
                  </a:lnTo>
                  <a:lnTo>
                    <a:pt x="1062" y="327"/>
                  </a:lnTo>
                  <a:lnTo>
                    <a:pt x="1063" y="327"/>
                  </a:lnTo>
                  <a:lnTo>
                    <a:pt x="1063" y="327"/>
                  </a:lnTo>
                  <a:lnTo>
                    <a:pt x="1063" y="327"/>
                  </a:lnTo>
                  <a:lnTo>
                    <a:pt x="1062" y="327"/>
                  </a:lnTo>
                  <a:lnTo>
                    <a:pt x="1062" y="327"/>
                  </a:lnTo>
                  <a:lnTo>
                    <a:pt x="1062" y="327"/>
                  </a:lnTo>
                  <a:lnTo>
                    <a:pt x="1062" y="327"/>
                  </a:lnTo>
                  <a:lnTo>
                    <a:pt x="1062" y="328"/>
                  </a:lnTo>
                  <a:lnTo>
                    <a:pt x="1061" y="329"/>
                  </a:lnTo>
                  <a:lnTo>
                    <a:pt x="1061" y="329"/>
                  </a:lnTo>
                  <a:lnTo>
                    <a:pt x="1061" y="329"/>
                  </a:lnTo>
                  <a:lnTo>
                    <a:pt x="1061" y="330"/>
                  </a:lnTo>
                  <a:lnTo>
                    <a:pt x="1061" y="331"/>
                  </a:lnTo>
                  <a:lnTo>
                    <a:pt x="1060" y="331"/>
                  </a:lnTo>
                  <a:lnTo>
                    <a:pt x="1060" y="331"/>
                  </a:lnTo>
                  <a:lnTo>
                    <a:pt x="1061" y="332"/>
                  </a:lnTo>
                  <a:lnTo>
                    <a:pt x="1060" y="332"/>
                  </a:lnTo>
                  <a:lnTo>
                    <a:pt x="1060" y="333"/>
                  </a:lnTo>
                  <a:lnTo>
                    <a:pt x="1060" y="333"/>
                  </a:lnTo>
                  <a:lnTo>
                    <a:pt x="1059" y="333"/>
                  </a:lnTo>
                  <a:lnTo>
                    <a:pt x="1060" y="332"/>
                  </a:lnTo>
                  <a:lnTo>
                    <a:pt x="1059" y="331"/>
                  </a:lnTo>
                  <a:lnTo>
                    <a:pt x="1060" y="331"/>
                  </a:lnTo>
                  <a:lnTo>
                    <a:pt x="1060" y="331"/>
                  </a:lnTo>
                  <a:lnTo>
                    <a:pt x="1060" y="331"/>
                  </a:lnTo>
                  <a:lnTo>
                    <a:pt x="1060" y="331"/>
                  </a:lnTo>
                  <a:lnTo>
                    <a:pt x="1060" y="331"/>
                  </a:lnTo>
                  <a:lnTo>
                    <a:pt x="1059" y="330"/>
                  </a:lnTo>
                  <a:lnTo>
                    <a:pt x="1059" y="329"/>
                  </a:lnTo>
                  <a:lnTo>
                    <a:pt x="1058" y="328"/>
                  </a:lnTo>
                  <a:lnTo>
                    <a:pt x="1059" y="328"/>
                  </a:lnTo>
                  <a:lnTo>
                    <a:pt x="1058" y="328"/>
                  </a:lnTo>
                  <a:lnTo>
                    <a:pt x="1059" y="328"/>
                  </a:lnTo>
                  <a:lnTo>
                    <a:pt x="1059" y="327"/>
                  </a:lnTo>
                  <a:lnTo>
                    <a:pt x="1060" y="327"/>
                  </a:lnTo>
                  <a:lnTo>
                    <a:pt x="1060" y="327"/>
                  </a:lnTo>
                  <a:lnTo>
                    <a:pt x="1060" y="325"/>
                  </a:lnTo>
                  <a:lnTo>
                    <a:pt x="1061" y="324"/>
                  </a:lnTo>
                  <a:lnTo>
                    <a:pt x="1060" y="324"/>
                  </a:lnTo>
                  <a:lnTo>
                    <a:pt x="1060" y="324"/>
                  </a:lnTo>
                  <a:lnTo>
                    <a:pt x="1059" y="323"/>
                  </a:lnTo>
                  <a:lnTo>
                    <a:pt x="1059" y="322"/>
                  </a:lnTo>
                  <a:lnTo>
                    <a:pt x="1058" y="322"/>
                  </a:lnTo>
                  <a:lnTo>
                    <a:pt x="1058" y="320"/>
                  </a:lnTo>
                  <a:lnTo>
                    <a:pt x="1058" y="319"/>
                  </a:lnTo>
                  <a:lnTo>
                    <a:pt x="1057" y="318"/>
                  </a:lnTo>
                  <a:lnTo>
                    <a:pt x="1056" y="318"/>
                  </a:lnTo>
                  <a:lnTo>
                    <a:pt x="1054" y="319"/>
                  </a:lnTo>
                  <a:lnTo>
                    <a:pt x="1054" y="319"/>
                  </a:lnTo>
                  <a:lnTo>
                    <a:pt x="1054" y="320"/>
                  </a:lnTo>
                  <a:lnTo>
                    <a:pt x="1054" y="320"/>
                  </a:lnTo>
                  <a:lnTo>
                    <a:pt x="1054" y="321"/>
                  </a:lnTo>
                  <a:lnTo>
                    <a:pt x="1054" y="322"/>
                  </a:lnTo>
                  <a:lnTo>
                    <a:pt x="1054" y="323"/>
                  </a:lnTo>
                  <a:lnTo>
                    <a:pt x="1053" y="324"/>
                  </a:lnTo>
                  <a:lnTo>
                    <a:pt x="1053" y="324"/>
                  </a:lnTo>
                  <a:lnTo>
                    <a:pt x="1053" y="323"/>
                  </a:lnTo>
                  <a:lnTo>
                    <a:pt x="1053" y="323"/>
                  </a:lnTo>
                  <a:lnTo>
                    <a:pt x="1053" y="323"/>
                  </a:lnTo>
                  <a:lnTo>
                    <a:pt x="1052" y="323"/>
                  </a:lnTo>
                  <a:lnTo>
                    <a:pt x="1052" y="321"/>
                  </a:lnTo>
                  <a:lnTo>
                    <a:pt x="1052" y="321"/>
                  </a:lnTo>
                  <a:lnTo>
                    <a:pt x="1052" y="321"/>
                  </a:lnTo>
                  <a:lnTo>
                    <a:pt x="1052" y="321"/>
                  </a:lnTo>
                  <a:lnTo>
                    <a:pt x="1051" y="321"/>
                  </a:lnTo>
                  <a:lnTo>
                    <a:pt x="1050" y="322"/>
                  </a:lnTo>
                  <a:lnTo>
                    <a:pt x="1050" y="322"/>
                  </a:lnTo>
                  <a:lnTo>
                    <a:pt x="1049" y="322"/>
                  </a:lnTo>
                  <a:lnTo>
                    <a:pt x="1049" y="322"/>
                  </a:lnTo>
                  <a:lnTo>
                    <a:pt x="1049" y="322"/>
                  </a:lnTo>
                  <a:lnTo>
                    <a:pt x="1049" y="322"/>
                  </a:lnTo>
                  <a:lnTo>
                    <a:pt x="1049" y="323"/>
                  </a:lnTo>
                  <a:lnTo>
                    <a:pt x="1049" y="323"/>
                  </a:lnTo>
                  <a:lnTo>
                    <a:pt x="1048" y="323"/>
                  </a:lnTo>
                  <a:lnTo>
                    <a:pt x="1048" y="322"/>
                  </a:lnTo>
                  <a:lnTo>
                    <a:pt x="1048" y="322"/>
                  </a:lnTo>
                  <a:lnTo>
                    <a:pt x="1047" y="321"/>
                  </a:lnTo>
                  <a:lnTo>
                    <a:pt x="1048" y="321"/>
                  </a:lnTo>
                  <a:lnTo>
                    <a:pt x="1048" y="321"/>
                  </a:lnTo>
                  <a:lnTo>
                    <a:pt x="1048" y="321"/>
                  </a:lnTo>
                  <a:lnTo>
                    <a:pt x="1049" y="321"/>
                  </a:lnTo>
                  <a:lnTo>
                    <a:pt x="1049" y="320"/>
                  </a:lnTo>
                  <a:lnTo>
                    <a:pt x="1048" y="320"/>
                  </a:lnTo>
                  <a:lnTo>
                    <a:pt x="1048" y="318"/>
                  </a:lnTo>
                  <a:lnTo>
                    <a:pt x="1048" y="318"/>
                  </a:lnTo>
                  <a:lnTo>
                    <a:pt x="1047" y="318"/>
                  </a:lnTo>
                  <a:lnTo>
                    <a:pt x="1047" y="317"/>
                  </a:lnTo>
                  <a:lnTo>
                    <a:pt x="1047" y="317"/>
                  </a:lnTo>
                  <a:lnTo>
                    <a:pt x="1047" y="316"/>
                  </a:lnTo>
                  <a:lnTo>
                    <a:pt x="1047" y="316"/>
                  </a:lnTo>
                  <a:lnTo>
                    <a:pt x="1047" y="315"/>
                  </a:lnTo>
                  <a:lnTo>
                    <a:pt x="1047" y="315"/>
                  </a:lnTo>
                  <a:lnTo>
                    <a:pt x="1047" y="315"/>
                  </a:lnTo>
                  <a:lnTo>
                    <a:pt x="1046" y="314"/>
                  </a:lnTo>
                  <a:lnTo>
                    <a:pt x="1046" y="314"/>
                  </a:lnTo>
                  <a:lnTo>
                    <a:pt x="1048" y="313"/>
                  </a:lnTo>
                  <a:lnTo>
                    <a:pt x="1048" y="314"/>
                  </a:lnTo>
                  <a:lnTo>
                    <a:pt x="1049" y="314"/>
                  </a:lnTo>
                  <a:lnTo>
                    <a:pt x="1048" y="313"/>
                  </a:lnTo>
                  <a:lnTo>
                    <a:pt x="1049" y="313"/>
                  </a:lnTo>
                  <a:lnTo>
                    <a:pt x="1050" y="313"/>
                  </a:lnTo>
                  <a:lnTo>
                    <a:pt x="1050" y="313"/>
                  </a:lnTo>
                  <a:lnTo>
                    <a:pt x="1050" y="312"/>
                  </a:lnTo>
                  <a:lnTo>
                    <a:pt x="1051" y="312"/>
                  </a:lnTo>
                  <a:lnTo>
                    <a:pt x="1051" y="312"/>
                  </a:lnTo>
                  <a:lnTo>
                    <a:pt x="1051" y="312"/>
                  </a:lnTo>
                  <a:lnTo>
                    <a:pt x="1051" y="311"/>
                  </a:lnTo>
                  <a:lnTo>
                    <a:pt x="1051" y="311"/>
                  </a:lnTo>
                  <a:lnTo>
                    <a:pt x="1050" y="310"/>
                  </a:lnTo>
                  <a:lnTo>
                    <a:pt x="1050" y="310"/>
                  </a:lnTo>
                  <a:lnTo>
                    <a:pt x="1049" y="310"/>
                  </a:lnTo>
                  <a:lnTo>
                    <a:pt x="1048" y="310"/>
                  </a:lnTo>
                  <a:lnTo>
                    <a:pt x="1048" y="310"/>
                  </a:lnTo>
                  <a:lnTo>
                    <a:pt x="1049" y="309"/>
                  </a:lnTo>
                  <a:lnTo>
                    <a:pt x="1049" y="309"/>
                  </a:lnTo>
                  <a:lnTo>
                    <a:pt x="1050" y="310"/>
                  </a:lnTo>
                  <a:lnTo>
                    <a:pt x="1050" y="310"/>
                  </a:lnTo>
                  <a:lnTo>
                    <a:pt x="1050" y="309"/>
                  </a:lnTo>
                  <a:lnTo>
                    <a:pt x="1051" y="309"/>
                  </a:lnTo>
                  <a:lnTo>
                    <a:pt x="1051" y="308"/>
                  </a:lnTo>
                  <a:lnTo>
                    <a:pt x="1050" y="308"/>
                  </a:lnTo>
                  <a:lnTo>
                    <a:pt x="1050" y="308"/>
                  </a:lnTo>
                  <a:lnTo>
                    <a:pt x="1050" y="308"/>
                  </a:lnTo>
                  <a:lnTo>
                    <a:pt x="1049" y="308"/>
                  </a:lnTo>
                  <a:lnTo>
                    <a:pt x="1049" y="307"/>
                  </a:lnTo>
                  <a:lnTo>
                    <a:pt x="1049" y="307"/>
                  </a:lnTo>
                  <a:lnTo>
                    <a:pt x="1049" y="307"/>
                  </a:lnTo>
                  <a:lnTo>
                    <a:pt x="1050" y="307"/>
                  </a:lnTo>
                  <a:lnTo>
                    <a:pt x="1050" y="307"/>
                  </a:lnTo>
                  <a:lnTo>
                    <a:pt x="1050" y="306"/>
                  </a:lnTo>
                  <a:lnTo>
                    <a:pt x="1051" y="306"/>
                  </a:lnTo>
                  <a:lnTo>
                    <a:pt x="1050" y="306"/>
                  </a:lnTo>
                  <a:lnTo>
                    <a:pt x="1051" y="306"/>
                  </a:lnTo>
                  <a:lnTo>
                    <a:pt x="1051" y="305"/>
                  </a:lnTo>
                  <a:lnTo>
                    <a:pt x="1051" y="305"/>
                  </a:lnTo>
                  <a:lnTo>
                    <a:pt x="1051" y="304"/>
                  </a:lnTo>
                  <a:lnTo>
                    <a:pt x="1051" y="304"/>
                  </a:lnTo>
                  <a:lnTo>
                    <a:pt x="1051" y="304"/>
                  </a:lnTo>
                  <a:lnTo>
                    <a:pt x="1051" y="303"/>
                  </a:lnTo>
                  <a:lnTo>
                    <a:pt x="1051" y="303"/>
                  </a:lnTo>
                  <a:lnTo>
                    <a:pt x="1051" y="302"/>
                  </a:lnTo>
                  <a:lnTo>
                    <a:pt x="1052" y="302"/>
                  </a:lnTo>
                  <a:lnTo>
                    <a:pt x="1052" y="303"/>
                  </a:lnTo>
                  <a:lnTo>
                    <a:pt x="1053" y="304"/>
                  </a:lnTo>
                  <a:lnTo>
                    <a:pt x="1054" y="303"/>
                  </a:lnTo>
                  <a:lnTo>
                    <a:pt x="1054" y="303"/>
                  </a:lnTo>
                  <a:lnTo>
                    <a:pt x="1054" y="303"/>
                  </a:lnTo>
                  <a:lnTo>
                    <a:pt x="1054" y="302"/>
                  </a:lnTo>
                  <a:lnTo>
                    <a:pt x="1054" y="301"/>
                  </a:lnTo>
                  <a:lnTo>
                    <a:pt x="1055" y="301"/>
                  </a:lnTo>
                  <a:lnTo>
                    <a:pt x="1055" y="302"/>
                  </a:lnTo>
                  <a:lnTo>
                    <a:pt x="1055" y="303"/>
                  </a:lnTo>
                  <a:lnTo>
                    <a:pt x="1055" y="303"/>
                  </a:lnTo>
                  <a:lnTo>
                    <a:pt x="1055" y="303"/>
                  </a:lnTo>
                  <a:lnTo>
                    <a:pt x="1056" y="304"/>
                  </a:lnTo>
                  <a:lnTo>
                    <a:pt x="1056" y="303"/>
                  </a:lnTo>
                  <a:lnTo>
                    <a:pt x="1056" y="303"/>
                  </a:lnTo>
                  <a:lnTo>
                    <a:pt x="1057" y="303"/>
                  </a:lnTo>
                  <a:lnTo>
                    <a:pt x="1057" y="302"/>
                  </a:lnTo>
                  <a:lnTo>
                    <a:pt x="1057" y="301"/>
                  </a:lnTo>
                  <a:lnTo>
                    <a:pt x="1057" y="301"/>
                  </a:lnTo>
                  <a:lnTo>
                    <a:pt x="1057" y="301"/>
                  </a:lnTo>
                  <a:lnTo>
                    <a:pt x="1056" y="301"/>
                  </a:lnTo>
                  <a:lnTo>
                    <a:pt x="1056" y="301"/>
                  </a:lnTo>
                  <a:lnTo>
                    <a:pt x="1055" y="301"/>
                  </a:lnTo>
                  <a:lnTo>
                    <a:pt x="1055" y="301"/>
                  </a:lnTo>
                  <a:lnTo>
                    <a:pt x="1055" y="299"/>
                  </a:lnTo>
                  <a:lnTo>
                    <a:pt x="1056" y="299"/>
                  </a:lnTo>
                  <a:lnTo>
                    <a:pt x="1055" y="297"/>
                  </a:lnTo>
                  <a:lnTo>
                    <a:pt x="1056" y="298"/>
                  </a:lnTo>
                  <a:lnTo>
                    <a:pt x="1056" y="297"/>
                  </a:lnTo>
                  <a:lnTo>
                    <a:pt x="1057" y="297"/>
                  </a:lnTo>
                  <a:lnTo>
                    <a:pt x="1057" y="297"/>
                  </a:lnTo>
                  <a:lnTo>
                    <a:pt x="1056" y="297"/>
                  </a:lnTo>
                  <a:lnTo>
                    <a:pt x="1056" y="297"/>
                  </a:lnTo>
                  <a:lnTo>
                    <a:pt x="1055" y="297"/>
                  </a:lnTo>
                  <a:lnTo>
                    <a:pt x="1055" y="296"/>
                  </a:lnTo>
                  <a:lnTo>
                    <a:pt x="1055" y="296"/>
                  </a:lnTo>
                  <a:lnTo>
                    <a:pt x="1054" y="296"/>
                  </a:lnTo>
                  <a:lnTo>
                    <a:pt x="1055" y="297"/>
                  </a:lnTo>
                  <a:lnTo>
                    <a:pt x="1055" y="297"/>
                  </a:lnTo>
                  <a:lnTo>
                    <a:pt x="1055" y="297"/>
                  </a:lnTo>
                  <a:lnTo>
                    <a:pt x="1055" y="297"/>
                  </a:lnTo>
                  <a:lnTo>
                    <a:pt x="1054" y="297"/>
                  </a:lnTo>
                  <a:lnTo>
                    <a:pt x="1054" y="297"/>
                  </a:lnTo>
                  <a:lnTo>
                    <a:pt x="1053" y="297"/>
                  </a:lnTo>
                  <a:lnTo>
                    <a:pt x="1053" y="297"/>
                  </a:lnTo>
                  <a:lnTo>
                    <a:pt x="1054" y="297"/>
                  </a:lnTo>
                  <a:lnTo>
                    <a:pt x="1053" y="296"/>
                  </a:lnTo>
                  <a:lnTo>
                    <a:pt x="1053" y="296"/>
                  </a:lnTo>
                  <a:lnTo>
                    <a:pt x="1053" y="297"/>
                  </a:lnTo>
                  <a:lnTo>
                    <a:pt x="1053" y="297"/>
                  </a:lnTo>
                  <a:lnTo>
                    <a:pt x="1053" y="297"/>
                  </a:lnTo>
                  <a:lnTo>
                    <a:pt x="1053" y="297"/>
                  </a:lnTo>
                  <a:lnTo>
                    <a:pt x="1053" y="297"/>
                  </a:lnTo>
                  <a:lnTo>
                    <a:pt x="1053" y="296"/>
                  </a:lnTo>
                  <a:lnTo>
                    <a:pt x="1053" y="296"/>
                  </a:lnTo>
                  <a:lnTo>
                    <a:pt x="1053" y="297"/>
                  </a:lnTo>
                  <a:lnTo>
                    <a:pt x="1052" y="297"/>
                  </a:lnTo>
                  <a:lnTo>
                    <a:pt x="1052" y="297"/>
                  </a:lnTo>
                  <a:lnTo>
                    <a:pt x="1051" y="297"/>
                  </a:lnTo>
                  <a:lnTo>
                    <a:pt x="1051" y="296"/>
                  </a:lnTo>
                  <a:lnTo>
                    <a:pt x="1051" y="295"/>
                  </a:lnTo>
                  <a:lnTo>
                    <a:pt x="1052" y="295"/>
                  </a:lnTo>
                  <a:lnTo>
                    <a:pt x="1052" y="295"/>
                  </a:lnTo>
                  <a:lnTo>
                    <a:pt x="1052" y="295"/>
                  </a:lnTo>
                  <a:lnTo>
                    <a:pt x="1052" y="294"/>
                  </a:lnTo>
                  <a:lnTo>
                    <a:pt x="1053" y="294"/>
                  </a:lnTo>
                  <a:lnTo>
                    <a:pt x="1053" y="293"/>
                  </a:lnTo>
                  <a:lnTo>
                    <a:pt x="1053" y="293"/>
                  </a:lnTo>
                  <a:lnTo>
                    <a:pt x="1053" y="292"/>
                  </a:lnTo>
                  <a:lnTo>
                    <a:pt x="1052" y="292"/>
                  </a:lnTo>
                  <a:lnTo>
                    <a:pt x="1052" y="292"/>
                  </a:lnTo>
                  <a:lnTo>
                    <a:pt x="1053" y="292"/>
                  </a:lnTo>
                  <a:lnTo>
                    <a:pt x="1053" y="292"/>
                  </a:lnTo>
                  <a:lnTo>
                    <a:pt x="1053" y="292"/>
                  </a:lnTo>
                  <a:lnTo>
                    <a:pt x="1054" y="293"/>
                  </a:lnTo>
                  <a:lnTo>
                    <a:pt x="1054" y="293"/>
                  </a:lnTo>
                  <a:lnTo>
                    <a:pt x="1055" y="293"/>
                  </a:lnTo>
                  <a:lnTo>
                    <a:pt x="1055" y="293"/>
                  </a:lnTo>
                  <a:lnTo>
                    <a:pt x="1054" y="289"/>
                  </a:lnTo>
                  <a:lnTo>
                    <a:pt x="1053" y="289"/>
                  </a:lnTo>
                  <a:lnTo>
                    <a:pt x="1053" y="284"/>
                  </a:lnTo>
                  <a:lnTo>
                    <a:pt x="1054" y="282"/>
                  </a:lnTo>
                  <a:lnTo>
                    <a:pt x="1055" y="284"/>
                  </a:lnTo>
                  <a:lnTo>
                    <a:pt x="1057" y="282"/>
                  </a:lnTo>
                  <a:lnTo>
                    <a:pt x="1056" y="280"/>
                  </a:lnTo>
                  <a:lnTo>
                    <a:pt x="1057" y="277"/>
                  </a:lnTo>
                  <a:lnTo>
                    <a:pt x="1059" y="273"/>
                  </a:lnTo>
                  <a:lnTo>
                    <a:pt x="1059" y="268"/>
                  </a:lnTo>
                  <a:lnTo>
                    <a:pt x="1063" y="253"/>
                  </a:lnTo>
                  <a:lnTo>
                    <a:pt x="1064" y="253"/>
                  </a:lnTo>
                  <a:lnTo>
                    <a:pt x="1064" y="247"/>
                  </a:lnTo>
                  <a:lnTo>
                    <a:pt x="1066" y="242"/>
                  </a:lnTo>
                  <a:lnTo>
                    <a:pt x="1066" y="240"/>
                  </a:lnTo>
                  <a:lnTo>
                    <a:pt x="1065" y="239"/>
                  </a:lnTo>
                  <a:lnTo>
                    <a:pt x="1064" y="240"/>
                  </a:lnTo>
                  <a:lnTo>
                    <a:pt x="1063" y="240"/>
                  </a:lnTo>
                  <a:lnTo>
                    <a:pt x="1061" y="241"/>
                  </a:lnTo>
                  <a:lnTo>
                    <a:pt x="1059" y="241"/>
                  </a:lnTo>
                  <a:lnTo>
                    <a:pt x="1060" y="238"/>
                  </a:lnTo>
                  <a:lnTo>
                    <a:pt x="1062" y="237"/>
                  </a:lnTo>
                  <a:lnTo>
                    <a:pt x="1062" y="236"/>
                  </a:lnTo>
                  <a:lnTo>
                    <a:pt x="1061" y="236"/>
                  </a:lnTo>
                  <a:lnTo>
                    <a:pt x="1060" y="234"/>
                  </a:lnTo>
                  <a:lnTo>
                    <a:pt x="1060" y="232"/>
                  </a:lnTo>
                  <a:lnTo>
                    <a:pt x="1062" y="224"/>
                  </a:lnTo>
                  <a:lnTo>
                    <a:pt x="1062" y="223"/>
                  </a:lnTo>
                  <a:lnTo>
                    <a:pt x="1062" y="220"/>
                  </a:lnTo>
                  <a:lnTo>
                    <a:pt x="1061" y="221"/>
                  </a:lnTo>
                  <a:lnTo>
                    <a:pt x="1058" y="231"/>
                  </a:lnTo>
                  <a:lnTo>
                    <a:pt x="1057" y="232"/>
                  </a:lnTo>
                  <a:lnTo>
                    <a:pt x="1058" y="225"/>
                  </a:lnTo>
                  <a:lnTo>
                    <a:pt x="1058" y="223"/>
                  </a:lnTo>
                  <a:lnTo>
                    <a:pt x="1060" y="216"/>
                  </a:lnTo>
                  <a:lnTo>
                    <a:pt x="1059" y="218"/>
                  </a:lnTo>
                  <a:lnTo>
                    <a:pt x="1058" y="219"/>
                  </a:lnTo>
                  <a:lnTo>
                    <a:pt x="1057" y="226"/>
                  </a:lnTo>
                  <a:lnTo>
                    <a:pt x="1057" y="228"/>
                  </a:lnTo>
                  <a:lnTo>
                    <a:pt x="1056" y="229"/>
                  </a:lnTo>
                  <a:lnTo>
                    <a:pt x="1055" y="231"/>
                  </a:lnTo>
                  <a:lnTo>
                    <a:pt x="1057" y="219"/>
                  </a:lnTo>
                  <a:lnTo>
                    <a:pt x="1059" y="215"/>
                  </a:lnTo>
                  <a:lnTo>
                    <a:pt x="1059" y="212"/>
                  </a:lnTo>
                  <a:lnTo>
                    <a:pt x="1059" y="210"/>
                  </a:lnTo>
                  <a:lnTo>
                    <a:pt x="1060" y="205"/>
                  </a:lnTo>
                  <a:lnTo>
                    <a:pt x="1062" y="203"/>
                  </a:lnTo>
                  <a:lnTo>
                    <a:pt x="1062" y="202"/>
                  </a:lnTo>
                  <a:lnTo>
                    <a:pt x="1062" y="200"/>
                  </a:lnTo>
                  <a:lnTo>
                    <a:pt x="1057" y="208"/>
                  </a:lnTo>
                  <a:lnTo>
                    <a:pt x="1058" y="210"/>
                  </a:lnTo>
                  <a:lnTo>
                    <a:pt x="1054" y="217"/>
                  </a:lnTo>
                  <a:lnTo>
                    <a:pt x="1052" y="218"/>
                  </a:lnTo>
                  <a:lnTo>
                    <a:pt x="1052" y="213"/>
                  </a:lnTo>
                  <a:lnTo>
                    <a:pt x="1050" y="207"/>
                  </a:lnTo>
                  <a:lnTo>
                    <a:pt x="1049" y="206"/>
                  </a:lnTo>
                  <a:lnTo>
                    <a:pt x="1049" y="206"/>
                  </a:lnTo>
                  <a:lnTo>
                    <a:pt x="1051" y="206"/>
                  </a:lnTo>
                  <a:lnTo>
                    <a:pt x="1051" y="206"/>
                  </a:lnTo>
                  <a:lnTo>
                    <a:pt x="1050" y="203"/>
                  </a:lnTo>
                  <a:lnTo>
                    <a:pt x="1049" y="203"/>
                  </a:lnTo>
                  <a:lnTo>
                    <a:pt x="1048" y="202"/>
                  </a:lnTo>
                  <a:lnTo>
                    <a:pt x="1046" y="202"/>
                  </a:lnTo>
                  <a:lnTo>
                    <a:pt x="1045" y="203"/>
                  </a:lnTo>
                  <a:lnTo>
                    <a:pt x="1044" y="202"/>
                  </a:lnTo>
                  <a:lnTo>
                    <a:pt x="1043" y="201"/>
                  </a:lnTo>
                  <a:lnTo>
                    <a:pt x="1041" y="200"/>
                  </a:lnTo>
                  <a:lnTo>
                    <a:pt x="1039" y="201"/>
                  </a:lnTo>
                  <a:lnTo>
                    <a:pt x="1041" y="202"/>
                  </a:lnTo>
                  <a:lnTo>
                    <a:pt x="1043" y="205"/>
                  </a:lnTo>
                  <a:lnTo>
                    <a:pt x="1045" y="207"/>
                  </a:lnTo>
                  <a:lnTo>
                    <a:pt x="1046" y="206"/>
                  </a:lnTo>
                  <a:lnTo>
                    <a:pt x="1047" y="207"/>
                  </a:lnTo>
                  <a:lnTo>
                    <a:pt x="1048" y="212"/>
                  </a:lnTo>
                  <a:lnTo>
                    <a:pt x="1050" y="214"/>
                  </a:lnTo>
                  <a:lnTo>
                    <a:pt x="1051" y="218"/>
                  </a:lnTo>
                  <a:lnTo>
                    <a:pt x="1049" y="220"/>
                  </a:lnTo>
                  <a:lnTo>
                    <a:pt x="1049" y="220"/>
                  </a:lnTo>
                  <a:lnTo>
                    <a:pt x="1049" y="219"/>
                  </a:lnTo>
                  <a:lnTo>
                    <a:pt x="1049" y="215"/>
                  </a:lnTo>
                  <a:lnTo>
                    <a:pt x="1044" y="219"/>
                  </a:lnTo>
                  <a:lnTo>
                    <a:pt x="1044" y="213"/>
                  </a:lnTo>
                  <a:lnTo>
                    <a:pt x="1044" y="215"/>
                  </a:lnTo>
                  <a:lnTo>
                    <a:pt x="1044" y="219"/>
                  </a:lnTo>
                  <a:lnTo>
                    <a:pt x="1042" y="223"/>
                  </a:lnTo>
                  <a:lnTo>
                    <a:pt x="1044" y="223"/>
                  </a:lnTo>
                  <a:lnTo>
                    <a:pt x="1044" y="225"/>
                  </a:lnTo>
                  <a:lnTo>
                    <a:pt x="1040" y="229"/>
                  </a:lnTo>
                  <a:lnTo>
                    <a:pt x="1038" y="228"/>
                  </a:lnTo>
                  <a:lnTo>
                    <a:pt x="1037" y="227"/>
                  </a:lnTo>
                  <a:lnTo>
                    <a:pt x="1037" y="223"/>
                  </a:lnTo>
                  <a:lnTo>
                    <a:pt x="1035" y="228"/>
                  </a:lnTo>
                  <a:lnTo>
                    <a:pt x="1035" y="229"/>
                  </a:lnTo>
                  <a:lnTo>
                    <a:pt x="1036" y="232"/>
                  </a:lnTo>
                  <a:lnTo>
                    <a:pt x="1035" y="233"/>
                  </a:lnTo>
                  <a:lnTo>
                    <a:pt x="1034" y="236"/>
                  </a:lnTo>
                  <a:lnTo>
                    <a:pt x="1032" y="236"/>
                  </a:lnTo>
                  <a:lnTo>
                    <a:pt x="1032" y="233"/>
                  </a:lnTo>
                  <a:lnTo>
                    <a:pt x="1031" y="233"/>
                  </a:lnTo>
                  <a:lnTo>
                    <a:pt x="1031" y="232"/>
                  </a:lnTo>
                  <a:lnTo>
                    <a:pt x="1030" y="232"/>
                  </a:lnTo>
                  <a:lnTo>
                    <a:pt x="1028" y="233"/>
                  </a:lnTo>
                  <a:lnTo>
                    <a:pt x="1027" y="229"/>
                  </a:lnTo>
                  <a:lnTo>
                    <a:pt x="1027" y="232"/>
                  </a:lnTo>
                  <a:lnTo>
                    <a:pt x="1025" y="231"/>
                  </a:lnTo>
                  <a:lnTo>
                    <a:pt x="1026" y="228"/>
                  </a:lnTo>
                  <a:lnTo>
                    <a:pt x="1025" y="227"/>
                  </a:lnTo>
                  <a:lnTo>
                    <a:pt x="1024" y="226"/>
                  </a:lnTo>
                  <a:lnTo>
                    <a:pt x="1024" y="224"/>
                  </a:lnTo>
                  <a:lnTo>
                    <a:pt x="1023" y="225"/>
                  </a:lnTo>
                  <a:lnTo>
                    <a:pt x="1022" y="225"/>
                  </a:lnTo>
                  <a:lnTo>
                    <a:pt x="1021" y="226"/>
                  </a:lnTo>
                  <a:lnTo>
                    <a:pt x="1019" y="222"/>
                  </a:lnTo>
                  <a:lnTo>
                    <a:pt x="1019" y="219"/>
                  </a:lnTo>
                  <a:lnTo>
                    <a:pt x="1021" y="218"/>
                  </a:lnTo>
                  <a:lnTo>
                    <a:pt x="1024" y="216"/>
                  </a:lnTo>
                  <a:lnTo>
                    <a:pt x="1025" y="216"/>
                  </a:lnTo>
                  <a:lnTo>
                    <a:pt x="1026" y="218"/>
                  </a:lnTo>
                  <a:lnTo>
                    <a:pt x="1030" y="218"/>
                  </a:lnTo>
                  <a:lnTo>
                    <a:pt x="1030" y="217"/>
                  </a:lnTo>
                  <a:lnTo>
                    <a:pt x="1027" y="216"/>
                  </a:lnTo>
                  <a:lnTo>
                    <a:pt x="1027" y="215"/>
                  </a:lnTo>
                  <a:lnTo>
                    <a:pt x="1031" y="213"/>
                  </a:lnTo>
                  <a:lnTo>
                    <a:pt x="1031" y="212"/>
                  </a:lnTo>
                  <a:lnTo>
                    <a:pt x="1027" y="214"/>
                  </a:lnTo>
                  <a:lnTo>
                    <a:pt x="1026" y="214"/>
                  </a:lnTo>
                  <a:lnTo>
                    <a:pt x="1026" y="210"/>
                  </a:lnTo>
                  <a:lnTo>
                    <a:pt x="1026" y="210"/>
                  </a:lnTo>
                  <a:lnTo>
                    <a:pt x="1027" y="209"/>
                  </a:lnTo>
                  <a:lnTo>
                    <a:pt x="1025" y="208"/>
                  </a:lnTo>
                  <a:lnTo>
                    <a:pt x="1023" y="207"/>
                  </a:lnTo>
                  <a:lnTo>
                    <a:pt x="1023" y="206"/>
                  </a:lnTo>
                  <a:lnTo>
                    <a:pt x="1024" y="205"/>
                  </a:lnTo>
                  <a:lnTo>
                    <a:pt x="1023" y="205"/>
                  </a:lnTo>
                  <a:lnTo>
                    <a:pt x="1022" y="206"/>
                  </a:lnTo>
                  <a:lnTo>
                    <a:pt x="1023" y="208"/>
                  </a:lnTo>
                  <a:lnTo>
                    <a:pt x="1024" y="209"/>
                  </a:lnTo>
                  <a:lnTo>
                    <a:pt x="1023" y="212"/>
                  </a:lnTo>
                  <a:lnTo>
                    <a:pt x="1022" y="213"/>
                  </a:lnTo>
                  <a:lnTo>
                    <a:pt x="1020" y="215"/>
                  </a:lnTo>
                  <a:lnTo>
                    <a:pt x="1019" y="217"/>
                  </a:lnTo>
                  <a:lnTo>
                    <a:pt x="1018" y="219"/>
                  </a:lnTo>
                  <a:lnTo>
                    <a:pt x="1018" y="212"/>
                  </a:lnTo>
                  <a:lnTo>
                    <a:pt x="1018" y="211"/>
                  </a:lnTo>
                  <a:lnTo>
                    <a:pt x="1017" y="211"/>
                  </a:lnTo>
                  <a:lnTo>
                    <a:pt x="1016" y="210"/>
                  </a:lnTo>
                  <a:lnTo>
                    <a:pt x="1015" y="211"/>
                  </a:lnTo>
                  <a:lnTo>
                    <a:pt x="1015" y="213"/>
                  </a:lnTo>
                  <a:lnTo>
                    <a:pt x="1015" y="214"/>
                  </a:lnTo>
                  <a:lnTo>
                    <a:pt x="1014" y="212"/>
                  </a:lnTo>
                  <a:lnTo>
                    <a:pt x="1012" y="210"/>
                  </a:lnTo>
                  <a:lnTo>
                    <a:pt x="1011" y="212"/>
                  </a:lnTo>
                  <a:lnTo>
                    <a:pt x="1009" y="212"/>
                  </a:lnTo>
                  <a:lnTo>
                    <a:pt x="1010" y="214"/>
                  </a:lnTo>
                  <a:lnTo>
                    <a:pt x="1010" y="215"/>
                  </a:lnTo>
                  <a:lnTo>
                    <a:pt x="1010" y="215"/>
                  </a:lnTo>
                  <a:lnTo>
                    <a:pt x="1006" y="215"/>
                  </a:lnTo>
                  <a:lnTo>
                    <a:pt x="1005" y="214"/>
                  </a:lnTo>
                  <a:lnTo>
                    <a:pt x="1004" y="214"/>
                  </a:lnTo>
                  <a:lnTo>
                    <a:pt x="1002" y="212"/>
                  </a:lnTo>
                  <a:lnTo>
                    <a:pt x="1002" y="210"/>
                  </a:lnTo>
                  <a:lnTo>
                    <a:pt x="1003" y="210"/>
                  </a:lnTo>
                  <a:lnTo>
                    <a:pt x="1003" y="209"/>
                  </a:lnTo>
                  <a:lnTo>
                    <a:pt x="1001" y="210"/>
                  </a:lnTo>
                  <a:lnTo>
                    <a:pt x="997" y="206"/>
                  </a:lnTo>
                  <a:lnTo>
                    <a:pt x="995" y="207"/>
                  </a:lnTo>
                  <a:lnTo>
                    <a:pt x="994" y="206"/>
                  </a:lnTo>
                  <a:lnTo>
                    <a:pt x="995" y="203"/>
                  </a:lnTo>
                  <a:lnTo>
                    <a:pt x="993" y="202"/>
                  </a:lnTo>
                  <a:lnTo>
                    <a:pt x="995" y="201"/>
                  </a:lnTo>
                  <a:lnTo>
                    <a:pt x="993" y="199"/>
                  </a:lnTo>
                  <a:lnTo>
                    <a:pt x="994" y="197"/>
                  </a:lnTo>
                  <a:lnTo>
                    <a:pt x="993" y="197"/>
                  </a:lnTo>
                  <a:lnTo>
                    <a:pt x="996" y="195"/>
                  </a:lnTo>
                  <a:lnTo>
                    <a:pt x="996" y="193"/>
                  </a:lnTo>
                  <a:lnTo>
                    <a:pt x="996" y="193"/>
                  </a:lnTo>
                  <a:lnTo>
                    <a:pt x="997" y="191"/>
                  </a:lnTo>
                  <a:lnTo>
                    <a:pt x="994" y="190"/>
                  </a:lnTo>
                  <a:lnTo>
                    <a:pt x="993" y="188"/>
                  </a:lnTo>
                  <a:lnTo>
                    <a:pt x="997" y="184"/>
                  </a:lnTo>
                  <a:lnTo>
                    <a:pt x="997" y="184"/>
                  </a:lnTo>
                  <a:lnTo>
                    <a:pt x="1000" y="183"/>
                  </a:lnTo>
                  <a:lnTo>
                    <a:pt x="1003" y="183"/>
                  </a:lnTo>
                  <a:lnTo>
                    <a:pt x="1005" y="183"/>
                  </a:lnTo>
                  <a:lnTo>
                    <a:pt x="1010" y="182"/>
                  </a:lnTo>
                  <a:lnTo>
                    <a:pt x="1011" y="184"/>
                  </a:lnTo>
                  <a:lnTo>
                    <a:pt x="1010" y="186"/>
                  </a:lnTo>
                  <a:lnTo>
                    <a:pt x="1012" y="186"/>
                  </a:lnTo>
                  <a:lnTo>
                    <a:pt x="1014" y="186"/>
                  </a:lnTo>
                  <a:lnTo>
                    <a:pt x="1014" y="184"/>
                  </a:lnTo>
                  <a:lnTo>
                    <a:pt x="1015" y="187"/>
                  </a:lnTo>
                  <a:lnTo>
                    <a:pt x="1018" y="186"/>
                  </a:lnTo>
                  <a:lnTo>
                    <a:pt x="1021" y="187"/>
                  </a:lnTo>
                  <a:lnTo>
                    <a:pt x="1021" y="185"/>
                  </a:lnTo>
                  <a:lnTo>
                    <a:pt x="1018" y="184"/>
                  </a:lnTo>
                  <a:lnTo>
                    <a:pt x="1018" y="182"/>
                  </a:lnTo>
                  <a:lnTo>
                    <a:pt x="1019" y="182"/>
                  </a:lnTo>
                  <a:lnTo>
                    <a:pt x="1020" y="183"/>
                  </a:lnTo>
                  <a:lnTo>
                    <a:pt x="1022" y="180"/>
                  </a:lnTo>
                  <a:lnTo>
                    <a:pt x="1026" y="179"/>
                  </a:lnTo>
                  <a:lnTo>
                    <a:pt x="1027" y="180"/>
                  </a:lnTo>
                  <a:lnTo>
                    <a:pt x="1027" y="180"/>
                  </a:lnTo>
                  <a:lnTo>
                    <a:pt x="1028" y="184"/>
                  </a:lnTo>
                  <a:lnTo>
                    <a:pt x="1030" y="189"/>
                  </a:lnTo>
                  <a:lnTo>
                    <a:pt x="1029" y="193"/>
                  </a:lnTo>
                  <a:lnTo>
                    <a:pt x="1031" y="193"/>
                  </a:lnTo>
                  <a:lnTo>
                    <a:pt x="1032" y="192"/>
                  </a:lnTo>
                  <a:lnTo>
                    <a:pt x="1031" y="192"/>
                  </a:lnTo>
                  <a:lnTo>
                    <a:pt x="1031" y="189"/>
                  </a:lnTo>
                  <a:lnTo>
                    <a:pt x="1031" y="189"/>
                  </a:lnTo>
                  <a:lnTo>
                    <a:pt x="1030" y="184"/>
                  </a:lnTo>
                  <a:lnTo>
                    <a:pt x="1028" y="183"/>
                  </a:lnTo>
                  <a:lnTo>
                    <a:pt x="1030" y="183"/>
                  </a:lnTo>
                  <a:lnTo>
                    <a:pt x="1031" y="183"/>
                  </a:lnTo>
                  <a:lnTo>
                    <a:pt x="1032" y="184"/>
                  </a:lnTo>
                  <a:lnTo>
                    <a:pt x="1036" y="186"/>
                  </a:lnTo>
                  <a:lnTo>
                    <a:pt x="1036" y="185"/>
                  </a:lnTo>
                  <a:lnTo>
                    <a:pt x="1035" y="185"/>
                  </a:lnTo>
                  <a:lnTo>
                    <a:pt x="1033" y="184"/>
                  </a:lnTo>
                  <a:lnTo>
                    <a:pt x="1036" y="183"/>
                  </a:lnTo>
                  <a:lnTo>
                    <a:pt x="1033" y="183"/>
                  </a:lnTo>
                  <a:lnTo>
                    <a:pt x="1034" y="180"/>
                  </a:lnTo>
                  <a:lnTo>
                    <a:pt x="1036" y="180"/>
                  </a:lnTo>
                  <a:lnTo>
                    <a:pt x="1036" y="179"/>
                  </a:lnTo>
                  <a:lnTo>
                    <a:pt x="1037" y="178"/>
                  </a:lnTo>
                  <a:lnTo>
                    <a:pt x="1039" y="176"/>
                  </a:lnTo>
                  <a:lnTo>
                    <a:pt x="1039" y="178"/>
                  </a:lnTo>
                  <a:lnTo>
                    <a:pt x="1040" y="180"/>
                  </a:lnTo>
                  <a:lnTo>
                    <a:pt x="1042" y="180"/>
                  </a:lnTo>
                  <a:lnTo>
                    <a:pt x="1045" y="180"/>
                  </a:lnTo>
                  <a:lnTo>
                    <a:pt x="1046" y="183"/>
                  </a:lnTo>
                  <a:lnTo>
                    <a:pt x="1046" y="185"/>
                  </a:lnTo>
                  <a:lnTo>
                    <a:pt x="1046" y="185"/>
                  </a:lnTo>
                  <a:lnTo>
                    <a:pt x="1046" y="190"/>
                  </a:lnTo>
                  <a:lnTo>
                    <a:pt x="1048" y="190"/>
                  </a:lnTo>
                  <a:lnTo>
                    <a:pt x="1049" y="190"/>
                  </a:lnTo>
                  <a:lnTo>
                    <a:pt x="1049" y="185"/>
                  </a:lnTo>
                  <a:lnTo>
                    <a:pt x="1049" y="184"/>
                  </a:lnTo>
                  <a:lnTo>
                    <a:pt x="1049" y="179"/>
                  </a:lnTo>
                  <a:lnTo>
                    <a:pt x="1047" y="178"/>
                  </a:lnTo>
                  <a:lnTo>
                    <a:pt x="1048" y="178"/>
                  </a:lnTo>
                  <a:lnTo>
                    <a:pt x="1049" y="173"/>
                  </a:lnTo>
                  <a:lnTo>
                    <a:pt x="1050" y="171"/>
                  </a:lnTo>
                  <a:lnTo>
                    <a:pt x="1051" y="171"/>
                  </a:lnTo>
                  <a:lnTo>
                    <a:pt x="1052" y="171"/>
                  </a:lnTo>
                  <a:lnTo>
                    <a:pt x="1053" y="173"/>
                  </a:lnTo>
                  <a:lnTo>
                    <a:pt x="1055" y="172"/>
                  </a:lnTo>
                  <a:lnTo>
                    <a:pt x="1055" y="171"/>
                  </a:lnTo>
                  <a:lnTo>
                    <a:pt x="1053" y="171"/>
                  </a:lnTo>
                  <a:lnTo>
                    <a:pt x="1053" y="169"/>
                  </a:lnTo>
                  <a:lnTo>
                    <a:pt x="1054" y="168"/>
                  </a:lnTo>
                  <a:lnTo>
                    <a:pt x="1054" y="167"/>
                  </a:lnTo>
                  <a:lnTo>
                    <a:pt x="1053" y="167"/>
                  </a:lnTo>
                  <a:lnTo>
                    <a:pt x="1054" y="165"/>
                  </a:lnTo>
                  <a:lnTo>
                    <a:pt x="1057" y="166"/>
                  </a:lnTo>
                  <a:lnTo>
                    <a:pt x="1061" y="165"/>
                  </a:lnTo>
                  <a:lnTo>
                    <a:pt x="1062" y="167"/>
                  </a:lnTo>
                  <a:lnTo>
                    <a:pt x="1064" y="167"/>
                  </a:lnTo>
                  <a:lnTo>
                    <a:pt x="1065" y="168"/>
                  </a:lnTo>
                  <a:lnTo>
                    <a:pt x="1066" y="167"/>
                  </a:lnTo>
                  <a:lnTo>
                    <a:pt x="1063" y="166"/>
                  </a:lnTo>
                  <a:lnTo>
                    <a:pt x="1062" y="163"/>
                  </a:lnTo>
                  <a:lnTo>
                    <a:pt x="1060" y="162"/>
                  </a:lnTo>
                  <a:lnTo>
                    <a:pt x="1055" y="162"/>
                  </a:lnTo>
                  <a:lnTo>
                    <a:pt x="1053" y="163"/>
                  </a:lnTo>
                  <a:lnTo>
                    <a:pt x="1052" y="162"/>
                  </a:lnTo>
                  <a:lnTo>
                    <a:pt x="1050" y="163"/>
                  </a:lnTo>
                  <a:lnTo>
                    <a:pt x="1050" y="162"/>
                  </a:lnTo>
                  <a:lnTo>
                    <a:pt x="1052" y="159"/>
                  </a:lnTo>
                  <a:lnTo>
                    <a:pt x="1053" y="158"/>
                  </a:lnTo>
                  <a:lnTo>
                    <a:pt x="1052" y="154"/>
                  </a:lnTo>
                  <a:lnTo>
                    <a:pt x="1050" y="154"/>
                  </a:lnTo>
                  <a:lnTo>
                    <a:pt x="1049" y="155"/>
                  </a:lnTo>
                  <a:lnTo>
                    <a:pt x="1048" y="158"/>
                  </a:lnTo>
                  <a:lnTo>
                    <a:pt x="1047" y="159"/>
                  </a:lnTo>
                  <a:lnTo>
                    <a:pt x="1046" y="166"/>
                  </a:lnTo>
                  <a:lnTo>
                    <a:pt x="1042" y="169"/>
                  </a:lnTo>
                  <a:lnTo>
                    <a:pt x="1041" y="168"/>
                  </a:lnTo>
                  <a:lnTo>
                    <a:pt x="1040" y="168"/>
                  </a:lnTo>
                  <a:lnTo>
                    <a:pt x="1038" y="170"/>
                  </a:lnTo>
                  <a:lnTo>
                    <a:pt x="1037" y="169"/>
                  </a:lnTo>
                  <a:lnTo>
                    <a:pt x="1036" y="169"/>
                  </a:lnTo>
                  <a:lnTo>
                    <a:pt x="1033" y="167"/>
                  </a:lnTo>
                  <a:lnTo>
                    <a:pt x="1033" y="165"/>
                  </a:lnTo>
                  <a:lnTo>
                    <a:pt x="1032" y="161"/>
                  </a:lnTo>
                  <a:lnTo>
                    <a:pt x="1033" y="161"/>
                  </a:lnTo>
                  <a:lnTo>
                    <a:pt x="1034" y="158"/>
                  </a:lnTo>
                  <a:lnTo>
                    <a:pt x="1036" y="156"/>
                  </a:lnTo>
                  <a:lnTo>
                    <a:pt x="1037" y="155"/>
                  </a:lnTo>
                  <a:lnTo>
                    <a:pt x="1038" y="155"/>
                  </a:lnTo>
                  <a:lnTo>
                    <a:pt x="1040" y="154"/>
                  </a:lnTo>
                  <a:lnTo>
                    <a:pt x="1040" y="157"/>
                  </a:lnTo>
                  <a:lnTo>
                    <a:pt x="1041" y="158"/>
                  </a:lnTo>
                  <a:lnTo>
                    <a:pt x="1043" y="158"/>
                  </a:lnTo>
                  <a:lnTo>
                    <a:pt x="1044" y="159"/>
                  </a:lnTo>
                  <a:lnTo>
                    <a:pt x="1046" y="159"/>
                  </a:lnTo>
                  <a:lnTo>
                    <a:pt x="1042" y="156"/>
                  </a:lnTo>
                  <a:lnTo>
                    <a:pt x="1043" y="153"/>
                  </a:lnTo>
                  <a:lnTo>
                    <a:pt x="1044" y="154"/>
                  </a:lnTo>
                  <a:lnTo>
                    <a:pt x="1047" y="152"/>
                  </a:lnTo>
                  <a:lnTo>
                    <a:pt x="1047" y="153"/>
                  </a:lnTo>
                  <a:lnTo>
                    <a:pt x="1049" y="152"/>
                  </a:lnTo>
                  <a:lnTo>
                    <a:pt x="1050" y="151"/>
                  </a:lnTo>
                  <a:lnTo>
                    <a:pt x="1053" y="149"/>
                  </a:lnTo>
                  <a:lnTo>
                    <a:pt x="1053" y="148"/>
                  </a:lnTo>
                  <a:lnTo>
                    <a:pt x="1053" y="146"/>
                  </a:lnTo>
                  <a:lnTo>
                    <a:pt x="1053" y="142"/>
                  </a:lnTo>
                  <a:lnTo>
                    <a:pt x="1055" y="139"/>
                  </a:lnTo>
                  <a:lnTo>
                    <a:pt x="1056" y="139"/>
                  </a:lnTo>
                  <a:lnTo>
                    <a:pt x="1057" y="139"/>
                  </a:lnTo>
                  <a:lnTo>
                    <a:pt x="1058" y="137"/>
                  </a:lnTo>
                  <a:lnTo>
                    <a:pt x="1064" y="136"/>
                  </a:lnTo>
                  <a:lnTo>
                    <a:pt x="1066" y="137"/>
                  </a:lnTo>
                  <a:lnTo>
                    <a:pt x="1066" y="136"/>
                  </a:lnTo>
                  <a:lnTo>
                    <a:pt x="1067" y="135"/>
                  </a:lnTo>
                  <a:lnTo>
                    <a:pt x="1066" y="134"/>
                  </a:lnTo>
                  <a:lnTo>
                    <a:pt x="1065" y="131"/>
                  </a:lnTo>
                  <a:lnTo>
                    <a:pt x="1062" y="132"/>
                  </a:lnTo>
                  <a:lnTo>
                    <a:pt x="1060" y="132"/>
                  </a:lnTo>
                  <a:lnTo>
                    <a:pt x="1059" y="129"/>
                  </a:lnTo>
                  <a:lnTo>
                    <a:pt x="1060" y="128"/>
                  </a:lnTo>
                  <a:lnTo>
                    <a:pt x="1062" y="128"/>
                  </a:lnTo>
                  <a:lnTo>
                    <a:pt x="1062" y="126"/>
                  </a:lnTo>
                  <a:lnTo>
                    <a:pt x="1062" y="124"/>
                  </a:lnTo>
                  <a:lnTo>
                    <a:pt x="1064" y="121"/>
                  </a:lnTo>
                  <a:lnTo>
                    <a:pt x="1065" y="123"/>
                  </a:lnTo>
                  <a:lnTo>
                    <a:pt x="1066" y="124"/>
                  </a:lnTo>
                  <a:lnTo>
                    <a:pt x="1065" y="127"/>
                  </a:lnTo>
                  <a:lnTo>
                    <a:pt x="1064" y="130"/>
                  </a:lnTo>
                  <a:lnTo>
                    <a:pt x="1065" y="130"/>
                  </a:lnTo>
                  <a:lnTo>
                    <a:pt x="1066" y="128"/>
                  </a:lnTo>
                  <a:lnTo>
                    <a:pt x="1066" y="127"/>
                  </a:lnTo>
                  <a:lnTo>
                    <a:pt x="1071" y="120"/>
                  </a:lnTo>
                  <a:lnTo>
                    <a:pt x="1072" y="119"/>
                  </a:lnTo>
                  <a:lnTo>
                    <a:pt x="1074" y="120"/>
                  </a:lnTo>
                  <a:lnTo>
                    <a:pt x="1075" y="121"/>
                  </a:lnTo>
                  <a:lnTo>
                    <a:pt x="1076" y="124"/>
                  </a:lnTo>
                  <a:lnTo>
                    <a:pt x="1076" y="127"/>
                  </a:lnTo>
                  <a:lnTo>
                    <a:pt x="1075" y="129"/>
                  </a:lnTo>
                  <a:lnTo>
                    <a:pt x="1075" y="132"/>
                  </a:lnTo>
                  <a:lnTo>
                    <a:pt x="1079" y="130"/>
                  </a:lnTo>
                  <a:lnTo>
                    <a:pt x="1081" y="132"/>
                  </a:lnTo>
                  <a:lnTo>
                    <a:pt x="1081" y="134"/>
                  </a:lnTo>
                  <a:lnTo>
                    <a:pt x="1079" y="134"/>
                  </a:lnTo>
                  <a:lnTo>
                    <a:pt x="1075" y="137"/>
                  </a:lnTo>
                  <a:lnTo>
                    <a:pt x="1077" y="137"/>
                  </a:lnTo>
                  <a:lnTo>
                    <a:pt x="1080" y="136"/>
                  </a:lnTo>
                  <a:lnTo>
                    <a:pt x="1083" y="137"/>
                  </a:lnTo>
                  <a:lnTo>
                    <a:pt x="1083" y="139"/>
                  </a:lnTo>
                  <a:lnTo>
                    <a:pt x="1081" y="140"/>
                  </a:lnTo>
                  <a:close/>
                  <a:moveTo>
                    <a:pt x="1132" y="95"/>
                  </a:moveTo>
                  <a:lnTo>
                    <a:pt x="1134" y="94"/>
                  </a:lnTo>
                  <a:lnTo>
                    <a:pt x="1133" y="96"/>
                  </a:lnTo>
                  <a:lnTo>
                    <a:pt x="1132" y="95"/>
                  </a:lnTo>
                  <a:close/>
                  <a:moveTo>
                    <a:pt x="1132" y="95"/>
                  </a:moveTo>
                  <a:lnTo>
                    <a:pt x="1128" y="97"/>
                  </a:lnTo>
                  <a:lnTo>
                    <a:pt x="1127" y="94"/>
                  </a:lnTo>
                  <a:lnTo>
                    <a:pt x="1126" y="93"/>
                  </a:lnTo>
                  <a:lnTo>
                    <a:pt x="1125" y="93"/>
                  </a:lnTo>
                  <a:lnTo>
                    <a:pt x="1124" y="89"/>
                  </a:lnTo>
                  <a:lnTo>
                    <a:pt x="1123" y="86"/>
                  </a:lnTo>
                  <a:lnTo>
                    <a:pt x="1122" y="83"/>
                  </a:lnTo>
                  <a:lnTo>
                    <a:pt x="1120" y="83"/>
                  </a:lnTo>
                  <a:lnTo>
                    <a:pt x="1120" y="80"/>
                  </a:lnTo>
                  <a:lnTo>
                    <a:pt x="1119" y="80"/>
                  </a:lnTo>
                  <a:lnTo>
                    <a:pt x="1119" y="77"/>
                  </a:lnTo>
                  <a:lnTo>
                    <a:pt x="1121" y="76"/>
                  </a:lnTo>
                  <a:lnTo>
                    <a:pt x="1121" y="74"/>
                  </a:lnTo>
                  <a:lnTo>
                    <a:pt x="1122" y="74"/>
                  </a:lnTo>
                  <a:lnTo>
                    <a:pt x="1123" y="76"/>
                  </a:lnTo>
                  <a:lnTo>
                    <a:pt x="1125" y="74"/>
                  </a:lnTo>
                  <a:lnTo>
                    <a:pt x="1126" y="76"/>
                  </a:lnTo>
                  <a:lnTo>
                    <a:pt x="1130" y="77"/>
                  </a:lnTo>
                  <a:lnTo>
                    <a:pt x="1130" y="75"/>
                  </a:lnTo>
                  <a:lnTo>
                    <a:pt x="1131" y="73"/>
                  </a:lnTo>
                  <a:lnTo>
                    <a:pt x="1132" y="73"/>
                  </a:lnTo>
                  <a:lnTo>
                    <a:pt x="1135" y="73"/>
                  </a:lnTo>
                  <a:lnTo>
                    <a:pt x="1136" y="75"/>
                  </a:lnTo>
                  <a:lnTo>
                    <a:pt x="1138" y="74"/>
                  </a:lnTo>
                  <a:lnTo>
                    <a:pt x="1140" y="76"/>
                  </a:lnTo>
                  <a:lnTo>
                    <a:pt x="1140" y="82"/>
                  </a:lnTo>
                  <a:lnTo>
                    <a:pt x="1140" y="83"/>
                  </a:lnTo>
                  <a:lnTo>
                    <a:pt x="1142" y="82"/>
                  </a:lnTo>
                  <a:lnTo>
                    <a:pt x="1142" y="84"/>
                  </a:lnTo>
                  <a:lnTo>
                    <a:pt x="1144" y="85"/>
                  </a:lnTo>
                  <a:lnTo>
                    <a:pt x="1144" y="84"/>
                  </a:lnTo>
                  <a:lnTo>
                    <a:pt x="1145" y="80"/>
                  </a:lnTo>
                  <a:lnTo>
                    <a:pt x="1146" y="80"/>
                  </a:lnTo>
                  <a:lnTo>
                    <a:pt x="1147" y="79"/>
                  </a:lnTo>
                  <a:lnTo>
                    <a:pt x="1148" y="79"/>
                  </a:lnTo>
                  <a:lnTo>
                    <a:pt x="1148" y="81"/>
                  </a:lnTo>
                  <a:lnTo>
                    <a:pt x="1149" y="82"/>
                  </a:lnTo>
                  <a:lnTo>
                    <a:pt x="1149" y="86"/>
                  </a:lnTo>
                  <a:lnTo>
                    <a:pt x="1145" y="90"/>
                  </a:lnTo>
                  <a:lnTo>
                    <a:pt x="1144" y="93"/>
                  </a:lnTo>
                  <a:lnTo>
                    <a:pt x="1145" y="93"/>
                  </a:lnTo>
                  <a:lnTo>
                    <a:pt x="1143" y="95"/>
                  </a:lnTo>
                  <a:lnTo>
                    <a:pt x="1143" y="93"/>
                  </a:lnTo>
                  <a:lnTo>
                    <a:pt x="1141" y="93"/>
                  </a:lnTo>
                  <a:lnTo>
                    <a:pt x="1139" y="91"/>
                  </a:lnTo>
                  <a:lnTo>
                    <a:pt x="1139" y="89"/>
                  </a:lnTo>
                  <a:lnTo>
                    <a:pt x="1136" y="89"/>
                  </a:lnTo>
                  <a:lnTo>
                    <a:pt x="1136" y="90"/>
                  </a:lnTo>
                  <a:lnTo>
                    <a:pt x="1134" y="89"/>
                  </a:lnTo>
                  <a:lnTo>
                    <a:pt x="1134" y="87"/>
                  </a:lnTo>
                  <a:lnTo>
                    <a:pt x="1132" y="86"/>
                  </a:lnTo>
                  <a:lnTo>
                    <a:pt x="1131" y="88"/>
                  </a:lnTo>
                  <a:lnTo>
                    <a:pt x="1129" y="87"/>
                  </a:lnTo>
                  <a:lnTo>
                    <a:pt x="1127" y="87"/>
                  </a:lnTo>
                  <a:lnTo>
                    <a:pt x="1127" y="89"/>
                  </a:lnTo>
                  <a:lnTo>
                    <a:pt x="1128" y="89"/>
                  </a:lnTo>
                  <a:lnTo>
                    <a:pt x="1131" y="90"/>
                  </a:lnTo>
                  <a:lnTo>
                    <a:pt x="1131" y="93"/>
                  </a:lnTo>
                  <a:lnTo>
                    <a:pt x="1132" y="93"/>
                  </a:lnTo>
                  <a:lnTo>
                    <a:pt x="1132" y="95"/>
                  </a:lnTo>
                  <a:close/>
                  <a:moveTo>
                    <a:pt x="1046" y="153"/>
                  </a:moveTo>
                  <a:lnTo>
                    <a:pt x="1046" y="152"/>
                  </a:lnTo>
                  <a:lnTo>
                    <a:pt x="1045" y="152"/>
                  </a:lnTo>
                  <a:lnTo>
                    <a:pt x="1043" y="153"/>
                  </a:lnTo>
                  <a:lnTo>
                    <a:pt x="1041" y="151"/>
                  </a:lnTo>
                  <a:lnTo>
                    <a:pt x="1041" y="150"/>
                  </a:lnTo>
                  <a:lnTo>
                    <a:pt x="1043" y="148"/>
                  </a:lnTo>
                  <a:lnTo>
                    <a:pt x="1044" y="148"/>
                  </a:lnTo>
                  <a:lnTo>
                    <a:pt x="1044" y="149"/>
                  </a:lnTo>
                  <a:lnTo>
                    <a:pt x="1045" y="149"/>
                  </a:lnTo>
                  <a:lnTo>
                    <a:pt x="1045" y="147"/>
                  </a:lnTo>
                  <a:lnTo>
                    <a:pt x="1045" y="146"/>
                  </a:lnTo>
                  <a:lnTo>
                    <a:pt x="1044" y="145"/>
                  </a:lnTo>
                  <a:lnTo>
                    <a:pt x="1042" y="146"/>
                  </a:lnTo>
                  <a:lnTo>
                    <a:pt x="1041" y="146"/>
                  </a:lnTo>
                  <a:lnTo>
                    <a:pt x="1039" y="147"/>
                  </a:lnTo>
                  <a:lnTo>
                    <a:pt x="1036" y="145"/>
                  </a:lnTo>
                  <a:lnTo>
                    <a:pt x="1035" y="145"/>
                  </a:lnTo>
                  <a:lnTo>
                    <a:pt x="1036" y="144"/>
                  </a:lnTo>
                  <a:lnTo>
                    <a:pt x="1035" y="142"/>
                  </a:lnTo>
                  <a:lnTo>
                    <a:pt x="1035" y="139"/>
                  </a:lnTo>
                  <a:lnTo>
                    <a:pt x="1036" y="140"/>
                  </a:lnTo>
                  <a:lnTo>
                    <a:pt x="1036" y="138"/>
                  </a:lnTo>
                  <a:lnTo>
                    <a:pt x="1036" y="136"/>
                  </a:lnTo>
                  <a:lnTo>
                    <a:pt x="1038" y="135"/>
                  </a:lnTo>
                  <a:lnTo>
                    <a:pt x="1040" y="134"/>
                  </a:lnTo>
                  <a:lnTo>
                    <a:pt x="1038" y="134"/>
                  </a:lnTo>
                  <a:lnTo>
                    <a:pt x="1036" y="134"/>
                  </a:lnTo>
                  <a:lnTo>
                    <a:pt x="1034" y="134"/>
                  </a:lnTo>
                  <a:lnTo>
                    <a:pt x="1033" y="133"/>
                  </a:lnTo>
                  <a:lnTo>
                    <a:pt x="1033" y="130"/>
                  </a:lnTo>
                  <a:lnTo>
                    <a:pt x="1036" y="129"/>
                  </a:lnTo>
                  <a:lnTo>
                    <a:pt x="1037" y="128"/>
                  </a:lnTo>
                  <a:lnTo>
                    <a:pt x="1038" y="128"/>
                  </a:lnTo>
                  <a:lnTo>
                    <a:pt x="1038" y="127"/>
                  </a:lnTo>
                  <a:lnTo>
                    <a:pt x="1037" y="127"/>
                  </a:lnTo>
                  <a:lnTo>
                    <a:pt x="1035" y="128"/>
                  </a:lnTo>
                  <a:lnTo>
                    <a:pt x="1034" y="128"/>
                  </a:lnTo>
                  <a:lnTo>
                    <a:pt x="1033" y="128"/>
                  </a:lnTo>
                  <a:lnTo>
                    <a:pt x="1035" y="122"/>
                  </a:lnTo>
                  <a:lnTo>
                    <a:pt x="1034" y="121"/>
                  </a:lnTo>
                  <a:lnTo>
                    <a:pt x="1031" y="124"/>
                  </a:lnTo>
                  <a:lnTo>
                    <a:pt x="1029" y="127"/>
                  </a:lnTo>
                  <a:lnTo>
                    <a:pt x="1030" y="128"/>
                  </a:lnTo>
                  <a:lnTo>
                    <a:pt x="1030" y="129"/>
                  </a:lnTo>
                  <a:lnTo>
                    <a:pt x="1028" y="130"/>
                  </a:lnTo>
                  <a:lnTo>
                    <a:pt x="1029" y="131"/>
                  </a:lnTo>
                  <a:lnTo>
                    <a:pt x="1028" y="132"/>
                  </a:lnTo>
                  <a:lnTo>
                    <a:pt x="1027" y="132"/>
                  </a:lnTo>
                  <a:lnTo>
                    <a:pt x="1026" y="131"/>
                  </a:lnTo>
                  <a:lnTo>
                    <a:pt x="1026" y="129"/>
                  </a:lnTo>
                  <a:lnTo>
                    <a:pt x="1024" y="130"/>
                  </a:lnTo>
                  <a:lnTo>
                    <a:pt x="1023" y="129"/>
                  </a:lnTo>
                  <a:lnTo>
                    <a:pt x="1024" y="128"/>
                  </a:lnTo>
                  <a:lnTo>
                    <a:pt x="1027" y="128"/>
                  </a:lnTo>
                  <a:lnTo>
                    <a:pt x="1027" y="126"/>
                  </a:lnTo>
                  <a:lnTo>
                    <a:pt x="1028" y="124"/>
                  </a:lnTo>
                  <a:lnTo>
                    <a:pt x="1027" y="124"/>
                  </a:lnTo>
                  <a:lnTo>
                    <a:pt x="1025" y="124"/>
                  </a:lnTo>
                  <a:lnTo>
                    <a:pt x="1023" y="125"/>
                  </a:lnTo>
                  <a:lnTo>
                    <a:pt x="1023" y="124"/>
                  </a:lnTo>
                  <a:lnTo>
                    <a:pt x="1022" y="124"/>
                  </a:lnTo>
                  <a:lnTo>
                    <a:pt x="1020" y="123"/>
                  </a:lnTo>
                  <a:lnTo>
                    <a:pt x="1018" y="122"/>
                  </a:lnTo>
                  <a:lnTo>
                    <a:pt x="1018" y="122"/>
                  </a:lnTo>
                  <a:lnTo>
                    <a:pt x="1015" y="125"/>
                  </a:lnTo>
                  <a:lnTo>
                    <a:pt x="1013" y="124"/>
                  </a:lnTo>
                  <a:lnTo>
                    <a:pt x="1010" y="125"/>
                  </a:lnTo>
                  <a:lnTo>
                    <a:pt x="1010" y="124"/>
                  </a:lnTo>
                  <a:lnTo>
                    <a:pt x="1009" y="127"/>
                  </a:lnTo>
                  <a:lnTo>
                    <a:pt x="1008" y="127"/>
                  </a:lnTo>
                  <a:lnTo>
                    <a:pt x="1007" y="124"/>
                  </a:lnTo>
                  <a:lnTo>
                    <a:pt x="1005" y="124"/>
                  </a:lnTo>
                  <a:lnTo>
                    <a:pt x="1005" y="122"/>
                  </a:lnTo>
                  <a:lnTo>
                    <a:pt x="1009" y="115"/>
                  </a:lnTo>
                  <a:lnTo>
                    <a:pt x="1010" y="115"/>
                  </a:lnTo>
                  <a:lnTo>
                    <a:pt x="1012" y="115"/>
                  </a:lnTo>
                  <a:lnTo>
                    <a:pt x="1012" y="117"/>
                  </a:lnTo>
                  <a:lnTo>
                    <a:pt x="1014" y="115"/>
                  </a:lnTo>
                  <a:lnTo>
                    <a:pt x="1014" y="117"/>
                  </a:lnTo>
                  <a:lnTo>
                    <a:pt x="1017" y="117"/>
                  </a:lnTo>
                  <a:lnTo>
                    <a:pt x="1016" y="115"/>
                  </a:lnTo>
                  <a:lnTo>
                    <a:pt x="1014" y="115"/>
                  </a:lnTo>
                  <a:lnTo>
                    <a:pt x="1017" y="110"/>
                  </a:lnTo>
                  <a:lnTo>
                    <a:pt x="1016" y="109"/>
                  </a:lnTo>
                  <a:lnTo>
                    <a:pt x="1017" y="103"/>
                  </a:lnTo>
                  <a:lnTo>
                    <a:pt x="1019" y="101"/>
                  </a:lnTo>
                  <a:lnTo>
                    <a:pt x="1022" y="99"/>
                  </a:lnTo>
                  <a:lnTo>
                    <a:pt x="1023" y="100"/>
                  </a:lnTo>
                  <a:lnTo>
                    <a:pt x="1024" y="103"/>
                  </a:lnTo>
                  <a:lnTo>
                    <a:pt x="1023" y="105"/>
                  </a:lnTo>
                  <a:lnTo>
                    <a:pt x="1024" y="107"/>
                  </a:lnTo>
                  <a:lnTo>
                    <a:pt x="1031" y="112"/>
                  </a:lnTo>
                  <a:lnTo>
                    <a:pt x="1032" y="115"/>
                  </a:lnTo>
                  <a:lnTo>
                    <a:pt x="1034" y="115"/>
                  </a:lnTo>
                  <a:lnTo>
                    <a:pt x="1036" y="116"/>
                  </a:lnTo>
                  <a:lnTo>
                    <a:pt x="1037" y="115"/>
                  </a:lnTo>
                  <a:lnTo>
                    <a:pt x="1043" y="115"/>
                  </a:lnTo>
                  <a:lnTo>
                    <a:pt x="1044" y="114"/>
                  </a:lnTo>
                  <a:lnTo>
                    <a:pt x="1044" y="113"/>
                  </a:lnTo>
                  <a:lnTo>
                    <a:pt x="1043" y="114"/>
                  </a:lnTo>
                  <a:lnTo>
                    <a:pt x="1035" y="115"/>
                  </a:lnTo>
                  <a:lnTo>
                    <a:pt x="1030" y="108"/>
                  </a:lnTo>
                  <a:lnTo>
                    <a:pt x="1028" y="106"/>
                  </a:lnTo>
                  <a:lnTo>
                    <a:pt x="1027" y="104"/>
                  </a:lnTo>
                  <a:lnTo>
                    <a:pt x="1028" y="103"/>
                  </a:lnTo>
                  <a:lnTo>
                    <a:pt x="1027" y="102"/>
                  </a:lnTo>
                  <a:lnTo>
                    <a:pt x="1029" y="102"/>
                  </a:lnTo>
                  <a:lnTo>
                    <a:pt x="1032" y="100"/>
                  </a:lnTo>
                  <a:lnTo>
                    <a:pt x="1031" y="98"/>
                  </a:lnTo>
                  <a:lnTo>
                    <a:pt x="1035" y="96"/>
                  </a:lnTo>
                  <a:lnTo>
                    <a:pt x="1036" y="94"/>
                  </a:lnTo>
                  <a:lnTo>
                    <a:pt x="1038" y="94"/>
                  </a:lnTo>
                  <a:lnTo>
                    <a:pt x="1038" y="92"/>
                  </a:lnTo>
                  <a:lnTo>
                    <a:pt x="1038" y="90"/>
                  </a:lnTo>
                  <a:lnTo>
                    <a:pt x="1037" y="89"/>
                  </a:lnTo>
                  <a:lnTo>
                    <a:pt x="1037" y="88"/>
                  </a:lnTo>
                  <a:lnTo>
                    <a:pt x="1036" y="86"/>
                  </a:lnTo>
                  <a:lnTo>
                    <a:pt x="1040" y="84"/>
                  </a:lnTo>
                  <a:lnTo>
                    <a:pt x="1038" y="84"/>
                  </a:lnTo>
                  <a:lnTo>
                    <a:pt x="1040" y="81"/>
                  </a:lnTo>
                  <a:lnTo>
                    <a:pt x="1040" y="79"/>
                  </a:lnTo>
                  <a:lnTo>
                    <a:pt x="1043" y="79"/>
                  </a:lnTo>
                  <a:lnTo>
                    <a:pt x="1044" y="80"/>
                  </a:lnTo>
                  <a:lnTo>
                    <a:pt x="1046" y="80"/>
                  </a:lnTo>
                  <a:lnTo>
                    <a:pt x="1049" y="82"/>
                  </a:lnTo>
                  <a:lnTo>
                    <a:pt x="1049" y="80"/>
                  </a:lnTo>
                  <a:lnTo>
                    <a:pt x="1049" y="81"/>
                  </a:lnTo>
                  <a:lnTo>
                    <a:pt x="1049" y="82"/>
                  </a:lnTo>
                  <a:lnTo>
                    <a:pt x="1050" y="82"/>
                  </a:lnTo>
                  <a:lnTo>
                    <a:pt x="1052" y="80"/>
                  </a:lnTo>
                  <a:lnTo>
                    <a:pt x="1053" y="81"/>
                  </a:lnTo>
                  <a:lnTo>
                    <a:pt x="1052" y="82"/>
                  </a:lnTo>
                  <a:lnTo>
                    <a:pt x="1053" y="83"/>
                  </a:lnTo>
                  <a:lnTo>
                    <a:pt x="1054" y="82"/>
                  </a:lnTo>
                  <a:lnTo>
                    <a:pt x="1053" y="86"/>
                  </a:lnTo>
                  <a:lnTo>
                    <a:pt x="1055" y="85"/>
                  </a:lnTo>
                  <a:lnTo>
                    <a:pt x="1055" y="84"/>
                  </a:lnTo>
                  <a:lnTo>
                    <a:pt x="1052" y="79"/>
                  </a:lnTo>
                  <a:lnTo>
                    <a:pt x="1053" y="78"/>
                  </a:lnTo>
                  <a:lnTo>
                    <a:pt x="1053" y="77"/>
                  </a:lnTo>
                  <a:lnTo>
                    <a:pt x="1053" y="76"/>
                  </a:lnTo>
                  <a:lnTo>
                    <a:pt x="1054" y="75"/>
                  </a:lnTo>
                  <a:lnTo>
                    <a:pt x="1055" y="76"/>
                  </a:lnTo>
                  <a:lnTo>
                    <a:pt x="1057" y="76"/>
                  </a:lnTo>
                  <a:lnTo>
                    <a:pt x="1058" y="72"/>
                  </a:lnTo>
                  <a:lnTo>
                    <a:pt x="1059" y="72"/>
                  </a:lnTo>
                  <a:lnTo>
                    <a:pt x="1060" y="73"/>
                  </a:lnTo>
                  <a:lnTo>
                    <a:pt x="1059" y="74"/>
                  </a:lnTo>
                  <a:lnTo>
                    <a:pt x="1058" y="75"/>
                  </a:lnTo>
                  <a:lnTo>
                    <a:pt x="1059" y="76"/>
                  </a:lnTo>
                  <a:lnTo>
                    <a:pt x="1060" y="76"/>
                  </a:lnTo>
                  <a:lnTo>
                    <a:pt x="1061" y="78"/>
                  </a:lnTo>
                  <a:lnTo>
                    <a:pt x="1060" y="78"/>
                  </a:lnTo>
                  <a:lnTo>
                    <a:pt x="1060" y="80"/>
                  </a:lnTo>
                  <a:lnTo>
                    <a:pt x="1059" y="85"/>
                  </a:lnTo>
                  <a:lnTo>
                    <a:pt x="1060" y="85"/>
                  </a:lnTo>
                  <a:lnTo>
                    <a:pt x="1057" y="89"/>
                  </a:lnTo>
                  <a:lnTo>
                    <a:pt x="1056" y="89"/>
                  </a:lnTo>
                  <a:lnTo>
                    <a:pt x="1055" y="89"/>
                  </a:lnTo>
                  <a:lnTo>
                    <a:pt x="1056" y="92"/>
                  </a:lnTo>
                  <a:lnTo>
                    <a:pt x="1057" y="92"/>
                  </a:lnTo>
                  <a:lnTo>
                    <a:pt x="1057" y="93"/>
                  </a:lnTo>
                  <a:lnTo>
                    <a:pt x="1057" y="93"/>
                  </a:lnTo>
                  <a:lnTo>
                    <a:pt x="1058" y="97"/>
                  </a:lnTo>
                  <a:lnTo>
                    <a:pt x="1057" y="101"/>
                  </a:lnTo>
                  <a:lnTo>
                    <a:pt x="1058" y="102"/>
                  </a:lnTo>
                  <a:lnTo>
                    <a:pt x="1057" y="102"/>
                  </a:lnTo>
                  <a:lnTo>
                    <a:pt x="1057" y="103"/>
                  </a:lnTo>
                  <a:lnTo>
                    <a:pt x="1057" y="106"/>
                  </a:lnTo>
                  <a:lnTo>
                    <a:pt x="1054" y="105"/>
                  </a:lnTo>
                  <a:lnTo>
                    <a:pt x="1053" y="106"/>
                  </a:lnTo>
                  <a:lnTo>
                    <a:pt x="1052" y="105"/>
                  </a:lnTo>
                  <a:lnTo>
                    <a:pt x="1051" y="107"/>
                  </a:lnTo>
                  <a:lnTo>
                    <a:pt x="1049" y="108"/>
                  </a:lnTo>
                  <a:lnTo>
                    <a:pt x="1049" y="110"/>
                  </a:lnTo>
                  <a:lnTo>
                    <a:pt x="1053" y="108"/>
                  </a:lnTo>
                  <a:lnTo>
                    <a:pt x="1054" y="108"/>
                  </a:lnTo>
                  <a:lnTo>
                    <a:pt x="1055" y="110"/>
                  </a:lnTo>
                  <a:lnTo>
                    <a:pt x="1053" y="110"/>
                  </a:lnTo>
                  <a:lnTo>
                    <a:pt x="1051" y="111"/>
                  </a:lnTo>
                  <a:lnTo>
                    <a:pt x="1050" y="113"/>
                  </a:lnTo>
                  <a:lnTo>
                    <a:pt x="1053" y="111"/>
                  </a:lnTo>
                  <a:lnTo>
                    <a:pt x="1056" y="112"/>
                  </a:lnTo>
                  <a:lnTo>
                    <a:pt x="1057" y="115"/>
                  </a:lnTo>
                  <a:lnTo>
                    <a:pt x="1056" y="115"/>
                  </a:lnTo>
                  <a:lnTo>
                    <a:pt x="1054" y="115"/>
                  </a:lnTo>
                  <a:lnTo>
                    <a:pt x="1054" y="117"/>
                  </a:lnTo>
                  <a:lnTo>
                    <a:pt x="1055" y="118"/>
                  </a:lnTo>
                  <a:lnTo>
                    <a:pt x="1055" y="121"/>
                  </a:lnTo>
                  <a:lnTo>
                    <a:pt x="1057" y="118"/>
                  </a:lnTo>
                  <a:lnTo>
                    <a:pt x="1058" y="117"/>
                  </a:lnTo>
                  <a:lnTo>
                    <a:pt x="1059" y="119"/>
                  </a:lnTo>
                  <a:lnTo>
                    <a:pt x="1058" y="119"/>
                  </a:lnTo>
                  <a:lnTo>
                    <a:pt x="1058" y="121"/>
                  </a:lnTo>
                  <a:lnTo>
                    <a:pt x="1060" y="122"/>
                  </a:lnTo>
                  <a:lnTo>
                    <a:pt x="1056" y="124"/>
                  </a:lnTo>
                  <a:lnTo>
                    <a:pt x="1056" y="128"/>
                  </a:lnTo>
                  <a:lnTo>
                    <a:pt x="1055" y="129"/>
                  </a:lnTo>
                  <a:lnTo>
                    <a:pt x="1055" y="131"/>
                  </a:lnTo>
                  <a:lnTo>
                    <a:pt x="1056" y="132"/>
                  </a:lnTo>
                  <a:lnTo>
                    <a:pt x="1057" y="134"/>
                  </a:lnTo>
                  <a:lnTo>
                    <a:pt x="1054" y="136"/>
                  </a:lnTo>
                  <a:lnTo>
                    <a:pt x="1053" y="133"/>
                  </a:lnTo>
                  <a:lnTo>
                    <a:pt x="1052" y="132"/>
                  </a:lnTo>
                  <a:lnTo>
                    <a:pt x="1053" y="136"/>
                  </a:lnTo>
                  <a:lnTo>
                    <a:pt x="1053" y="137"/>
                  </a:lnTo>
                  <a:lnTo>
                    <a:pt x="1051" y="138"/>
                  </a:lnTo>
                  <a:lnTo>
                    <a:pt x="1051" y="141"/>
                  </a:lnTo>
                  <a:lnTo>
                    <a:pt x="1049" y="142"/>
                  </a:lnTo>
                  <a:lnTo>
                    <a:pt x="1050" y="145"/>
                  </a:lnTo>
                  <a:lnTo>
                    <a:pt x="1050" y="146"/>
                  </a:lnTo>
                  <a:lnTo>
                    <a:pt x="1050" y="147"/>
                  </a:lnTo>
                  <a:lnTo>
                    <a:pt x="1049" y="148"/>
                  </a:lnTo>
                  <a:lnTo>
                    <a:pt x="1048" y="149"/>
                  </a:lnTo>
                  <a:lnTo>
                    <a:pt x="1049" y="150"/>
                  </a:lnTo>
                  <a:lnTo>
                    <a:pt x="1047" y="150"/>
                  </a:lnTo>
                  <a:lnTo>
                    <a:pt x="1046" y="153"/>
                  </a:lnTo>
                  <a:close/>
                  <a:moveTo>
                    <a:pt x="1099" y="40"/>
                  </a:moveTo>
                  <a:lnTo>
                    <a:pt x="1099" y="41"/>
                  </a:lnTo>
                  <a:lnTo>
                    <a:pt x="1100" y="40"/>
                  </a:lnTo>
                  <a:lnTo>
                    <a:pt x="1101" y="41"/>
                  </a:lnTo>
                  <a:lnTo>
                    <a:pt x="1102" y="41"/>
                  </a:lnTo>
                  <a:lnTo>
                    <a:pt x="1103" y="42"/>
                  </a:lnTo>
                  <a:lnTo>
                    <a:pt x="1105" y="41"/>
                  </a:lnTo>
                  <a:lnTo>
                    <a:pt x="1104" y="40"/>
                  </a:lnTo>
                  <a:lnTo>
                    <a:pt x="1106" y="41"/>
                  </a:lnTo>
                  <a:lnTo>
                    <a:pt x="1108" y="41"/>
                  </a:lnTo>
                  <a:lnTo>
                    <a:pt x="1108" y="42"/>
                  </a:lnTo>
                  <a:lnTo>
                    <a:pt x="1110" y="44"/>
                  </a:lnTo>
                  <a:lnTo>
                    <a:pt x="1109" y="46"/>
                  </a:lnTo>
                  <a:lnTo>
                    <a:pt x="1109" y="48"/>
                  </a:lnTo>
                  <a:lnTo>
                    <a:pt x="1110" y="48"/>
                  </a:lnTo>
                  <a:lnTo>
                    <a:pt x="1112" y="50"/>
                  </a:lnTo>
                  <a:lnTo>
                    <a:pt x="1111" y="50"/>
                  </a:lnTo>
                  <a:lnTo>
                    <a:pt x="1110" y="50"/>
                  </a:lnTo>
                  <a:lnTo>
                    <a:pt x="1110" y="50"/>
                  </a:lnTo>
                  <a:lnTo>
                    <a:pt x="1110" y="52"/>
                  </a:lnTo>
                  <a:lnTo>
                    <a:pt x="1110" y="54"/>
                  </a:lnTo>
                  <a:lnTo>
                    <a:pt x="1111" y="56"/>
                  </a:lnTo>
                  <a:lnTo>
                    <a:pt x="1112" y="58"/>
                  </a:lnTo>
                  <a:lnTo>
                    <a:pt x="1110" y="59"/>
                  </a:lnTo>
                  <a:lnTo>
                    <a:pt x="1110" y="61"/>
                  </a:lnTo>
                  <a:lnTo>
                    <a:pt x="1112" y="67"/>
                  </a:lnTo>
                  <a:lnTo>
                    <a:pt x="1111" y="67"/>
                  </a:lnTo>
                  <a:lnTo>
                    <a:pt x="1112" y="70"/>
                  </a:lnTo>
                  <a:lnTo>
                    <a:pt x="1113" y="71"/>
                  </a:lnTo>
                  <a:lnTo>
                    <a:pt x="1114" y="71"/>
                  </a:lnTo>
                  <a:lnTo>
                    <a:pt x="1114" y="72"/>
                  </a:lnTo>
                  <a:lnTo>
                    <a:pt x="1112" y="72"/>
                  </a:lnTo>
                  <a:lnTo>
                    <a:pt x="1111" y="72"/>
                  </a:lnTo>
                  <a:lnTo>
                    <a:pt x="1110" y="71"/>
                  </a:lnTo>
                  <a:lnTo>
                    <a:pt x="1105" y="70"/>
                  </a:lnTo>
                  <a:lnTo>
                    <a:pt x="1105" y="69"/>
                  </a:lnTo>
                  <a:lnTo>
                    <a:pt x="1103" y="65"/>
                  </a:lnTo>
                  <a:lnTo>
                    <a:pt x="1101" y="63"/>
                  </a:lnTo>
                  <a:lnTo>
                    <a:pt x="1101" y="65"/>
                  </a:lnTo>
                  <a:lnTo>
                    <a:pt x="1102" y="66"/>
                  </a:lnTo>
                  <a:lnTo>
                    <a:pt x="1102" y="69"/>
                  </a:lnTo>
                  <a:lnTo>
                    <a:pt x="1104" y="72"/>
                  </a:lnTo>
                  <a:lnTo>
                    <a:pt x="1105" y="74"/>
                  </a:lnTo>
                  <a:lnTo>
                    <a:pt x="1106" y="74"/>
                  </a:lnTo>
                  <a:lnTo>
                    <a:pt x="1107" y="75"/>
                  </a:lnTo>
                  <a:lnTo>
                    <a:pt x="1107" y="79"/>
                  </a:lnTo>
                  <a:lnTo>
                    <a:pt x="1105" y="84"/>
                  </a:lnTo>
                  <a:lnTo>
                    <a:pt x="1105" y="82"/>
                  </a:lnTo>
                  <a:lnTo>
                    <a:pt x="1102" y="84"/>
                  </a:lnTo>
                  <a:lnTo>
                    <a:pt x="1101" y="82"/>
                  </a:lnTo>
                  <a:lnTo>
                    <a:pt x="1100" y="80"/>
                  </a:lnTo>
                  <a:lnTo>
                    <a:pt x="1096" y="83"/>
                  </a:lnTo>
                  <a:lnTo>
                    <a:pt x="1097" y="84"/>
                  </a:lnTo>
                  <a:lnTo>
                    <a:pt x="1098" y="84"/>
                  </a:lnTo>
                  <a:lnTo>
                    <a:pt x="1100" y="84"/>
                  </a:lnTo>
                  <a:lnTo>
                    <a:pt x="1102" y="85"/>
                  </a:lnTo>
                  <a:lnTo>
                    <a:pt x="1105" y="85"/>
                  </a:lnTo>
                  <a:lnTo>
                    <a:pt x="1106" y="87"/>
                  </a:lnTo>
                  <a:lnTo>
                    <a:pt x="1106" y="88"/>
                  </a:lnTo>
                  <a:lnTo>
                    <a:pt x="1108" y="88"/>
                  </a:lnTo>
                  <a:lnTo>
                    <a:pt x="1108" y="89"/>
                  </a:lnTo>
                  <a:lnTo>
                    <a:pt x="1108" y="90"/>
                  </a:lnTo>
                  <a:lnTo>
                    <a:pt x="1110" y="91"/>
                  </a:lnTo>
                  <a:lnTo>
                    <a:pt x="1110" y="92"/>
                  </a:lnTo>
                  <a:lnTo>
                    <a:pt x="1109" y="93"/>
                  </a:lnTo>
                  <a:lnTo>
                    <a:pt x="1110" y="96"/>
                  </a:lnTo>
                  <a:lnTo>
                    <a:pt x="1109" y="98"/>
                  </a:lnTo>
                  <a:lnTo>
                    <a:pt x="1107" y="97"/>
                  </a:lnTo>
                  <a:lnTo>
                    <a:pt x="1107" y="98"/>
                  </a:lnTo>
                  <a:lnTo>
                    <a:pt x="1108" y="98"/>
                  </a:lnTo>
                  <a:lnTo>
                    <a:pt x="1109" y="101"/>
                  </a:lnTo>
                  <a:lnTo>
                    <a:pt x="1108" y="102"/>
                  </a:lnTo>
                  <a:lnTo>
                    <a:pt x="1108" y="102"/>
                  </a:lnTo>
                  <a:lnTo>
                    <a:pt x="1105" y="102"/>
                  </a:lnTo>
                  <a:lnTo>
                    <a:pt x="1105" y="103"/>
                  </a:lnTo>
                  <a:lnTo>
                    <a:pt x="1104" y="103"/>
                  </a:lnTo>
                  <a:lnTo>
                    <a:pt x="1104" y="101"/>
                  </a:lnTo>
                  <a:lnTo>
                    <a:pt x="1103" y="102"/>
                  </a:lnTo>
                  <a:lnTo>
                    <a:pt x="1103" y="103"/>
                  </a:lnTo>
                  <a:lnTo>
                    <a:pt x="1103" y="104"/>
                  </a:lnTo>
                  <a:lnTo>
                    <a:pt x="1104" y="104"/>
                  </a:lnTo>
                  <a:lnTo>
                    <a:pt x="1105" y="106"/>
                  </a:lnTo>
                  <a:lnTo>
                    <a:pt x="1104" y="106"/>
                  </a:lnTo>
                  <a:lnTo>
                    <a:pt x="1103" y="106"/>
                  </a:lnTo>
                  <a:lnTo>
                    <a:pt x="1105" y="108"/>
                  </a:lnTo>
                  <a:lnTo>
                    <a:pt x="1107" y="108"/>
                  </a:lnTo>
                  <a:lnTo>
                    <a:pt x="1105" y="111"/>
                  </a:lnTo>
                  <a:lnTo>
                    <a:pt x="1107" y="112"/>
                  </a:lnTo>
                  <a:lnTo>
                    <a:pt x="1105" y="111"/>
                  </a:lnTo>
                  <a:lnTo>
                    <a:pt x="1105" y="113"/>
                  </a:lnTo>
                  <a:lnTo>
                    <a:pt x="1106" y="115"/>
                  </a:lnTo>
                  <a:lnTo>
                    <a:pt x="1105" y="115"/>
                  </a:lnTo>
                  <a:lnTo>
                    <a:pt x="1104" y="116"/>
                  </a:lnTo>
                  <a:lnTo>
                    <a:pt x="1105" y="118"/>
                  </a:lnTo>
                  <a:lnTo>
                    <a:pt x="1101" y="119"/>
                  </a:lnTo>
                  <a:lnTo>
                    <a:pt x="1101" y="120"/>
                  </a:lnTo>
                  <a:lnTo>
                    <a:pt x="1101" y="122"/>
                  </a:lnTo>
                  <a:lnTo>
                    <a:pt x="1100" y="122"/>
                  </a:lnTo>
                  <a:lnTo>
                    <a:pt x="1093" y="116"/>
                  </a:lnTo>
                  <a:lnTo>
                    <a:pt x="1092" y="115"/>
                  </a:lnTo>
                  <a:lnTo>
                    <a:pt x="1092" y="115"/>
                  </a:lnTo>
                  <a:lnTo>
                    <a:pt x="1090" y="117"/>
                  </a:lnTo>
                  <a:lnTo>
                    <a:pt x="1091" y="120"/>
                  </a:lnTo>
                  <a:lnTo>
                    <a:pt x="1092" y="120"/>
                  </a:lnTo>
                  <a:lnTo>
                    <a:pt x="1094" y="122"/>
                  </a:lnTo>
                  <a:lnTo>
                    <a:pt x="1094" y="123"/>
                  </a:lnTo>
                  <a:lnTo>
                    <a:pt x="1092" y="124"/>
                  </a:lnTo>
                  <a:lnTo>
                    <a:pt x="1089" y="122"/>
                  </a:lnTo>
                  <a:lnTo>
                    <a:pt x="1088" y="123"/>
                  </a:lnTo>
                  <a:lnTo>
                    <a:pt x="1085" y="122"/>
                  </a:lnTo>
                  <a:lnTo>
                    <a:pt x="1085" y="119"/>
                  </a:lnTo>
                  <a:lnTo>
                    <a:pt x="1084" y="119"/>
                  </a:lnTo>
                  <a:lnTo>
                    <a:pt x="1082" y="115"/>
                  </a:lnTo>
                  <a:lnTo>
                    <a:pt x="1081" y="111"/>
                  </a:lnTo>
                  <a:lnTo>
                    <a:pt x="1079" y="111"/>
                  </a:lnTo>
                  <a:lnTo>
                    <a:pt x="1079" y="111"/>
                  </a:lnTo>
                  <a:lnTo>
                    <a:pt x="1081" y="110"/>
                  </a:lnTo>
                  <a:lnTo>
                    <a:pt x="1081" y="106"/>
                  </a:lnTo>
                  <a:lnTo>
                    <a:pt x="1080" y="104"/>
                  </a:lnTo>
                  <a:lnTo>
                    <a:pt x="1079" y="103"/>
                  </a:lnTo>
                  <a:lnTo>
                    <a:pt x="1081" y="101"/>
                  </a:lnTo>
                  <a:lnTo>
                    <a:pt x="1080" y="97"/>
                  </a:lnTo>
                  <a:lnTo>
                    <a:pt x="1080" y="94"/>
                  </a:lnTo>
                  <a:lnTo>
                    <a:pt x="1079" y="93"/>
                  </a:lnTo>
                  <a:lnTo>
                    <a:pt x="1079" y="97"/>
                  </a:lnTo>
                  <a:lnTo>
                    <a:pt x="1079" y="98"/>
                  </a:lnTo>
                  <a:lnTo>
                    <a:pt x="1078" y="97"/>
                  </a:lnTo>
                  <a:lnTo>
                    <a:pt x="1077" y="95"/>
                  </a:lnTo>
                  <a:lnTo>
                    <a:pt x="1078" y="92"/>
                  </a:lnTo>
                  <a:lnTo>
                    <a:pt x="1079" y="91"/>
                  </a:lnTo>
                  <a:lnTo>
                    <a:pt x="1077" y="86"/>
                  </a:lnTo>
                  <a:lnTo>
                    <a:pt x="1078" y="85"/>
                  </a:lnTo>
                  <a:lnTo>
                    <a:pt x="1077" y="82"/>
                  </a:lnTo>
                  <a:lnTo>
                    <a:pt x="1079" y="77"/>
                  </a:lnTo>
                  <a:lnTo>
                    <a:pt x="1079" y="75"/>
                  </a:lnTo>
                  <a:lnTo>
                    <a:pt x="1079" y="72"/>
                  </a:lnTo>
                  <a:lnTo>
                    <a:pt x="1082" y="69"/>
                  </a:lnTo>
                  <a:lnTo>
                    <a:pt x="1084" y="66"/>
                  </a:lnTo>
                  <a:lnTo>
                    <a:pt x="1085" y="66"/>
                  </a:lnTo>
                  <a:lnTo>
                    <a:pt x="1085" y="76"/>
                  </a:lnTo>
                  <a:lnTo>
                    <a:pt x="1086" y="77"/>
                  </a:lnTo>
                  <a:lnTo>
                    <a:pt x="1088" y="77"/>
                  </a:lnTo>
                  <a:lnTo>
                    <a:pt x="1091" y="83"/>
                  </a:lnTo>
                  <a:lnTo>
                    <a:pt x="1092" y="82"/>
                  </a:lnTo>
                  <a:lnTo>
                    <a:pt x="1091" y="81"/>
                  </a:lnTo>
                  <a:lnTo>
                    <a:pt x="1091" y="79"/>
                  </a:lnTo>
                  <a:lnTo>
                    <a:pt x="1089" y="76"/>
                  </a:lnTo>
                  <a:lnTo>
                    <a:pt x="1087" y="76"/>
                  </a:lnTo>
                  <a:lnTo>
                    <a:pt x="1086" y="75"/>
                  </a:lnTo>
                  <a:lnTo>
                    <a:pt x="1087" y="72"/>
                  </a:lnTo>
                  <a:lnTo>
                    <a:pt x="1087" y="69"/>
                  </a:lnTo>
                  <a:lnTo>
                    <a:pt x="1087" y="67"/>
                  </a:lnTo>
                  <a:lnTo>
                    <a:pt x="1088" y="67"/>
                  </a:lnTo>
                  <a:lnTo>
                    <a:pt x="1088" y="63"/>
                  </a:lnTo>
                  <a:lnTo>
                    <a:pt x="1088" y="63"/>
                  </a:lnTo>
                  <a:lnTo>
                    <a:pt x="1089" y="56"/>
                  </a:lnTo>
                  <a:lnTo>
                    <a:pt x="1088" y="55"/>
                  </a:lnTo>
                  <a:lnTo>
                    <a:pt x="1089" y="54"/>
                  </a:lnTo>
                  <a:lnTo>
                    <a:pt x="1089" y="54"/>
                  </a:lnTo>
                  <a:lnTo>
                    <a:pt x="1090" y="53"/>
                  </a:lnTo>
                  <a:lnTo>
                    <a:pt x="1089" y="52"/>
                  </a:lnTo>
                  <a:lnTo>
                    <a:pt x="1088" y="51"/>
                  </a:lnTo>
                  <a:lnTo>
                    <a:pt x="1091" y="44"/>
                  </a:lnTo>
                  <a:lnTo>
                    <a:pt x="1090" y="41"/>
                  </a:lnTo>
                  <a:lnTo>
                    <a:pt x="1090" y="41"/>
                  </a:lnTo>
                  <a:lnTo>
                    <a:pt x="1091" y="41"/>
                  </a:lnTo>
                  <a:lnTo>
                    <a:pt x="1092" y="40"/>
                  </a:lnTo>
                  <a:lnTo>
                    <a:pt x="1093" y="41"/>
                  </a:lnTo>
                  <a:lnTo>
                    <a:pt x="1096" y="40"/>
                  </a:lnTo>
                  <a:lnTo>
                    <a:pt x="1097" y="42"/>
                  </a:lnTo>
                  <a:lnTo>
                    <a:pt x="1098" y="44"/>
                  </a:lnTo>
                  <a:lnTo>
                    <a:pt x="1098" y="41"/>
                  </a:lnTo>
                  <a:lnTo>
                    <a:pt x="1098" y="40"/>
                  </a:lnTo>
                  <a:lnTo>
                    <a:pt x="1099" y="40"/>
                  </a:lnTo>
                  <a:close/>
                  <a:moveTo>
                    <a:pt x="1131" y="14"/>
                  </a:moveTo>
                  <a:lnTo>
                    <a:pt x="1132" y="15"/>
                  </a:lnTo>
                  <a:lnTo>
                    <a:pt x="1132" y="14"/>
                  </a:lnTo>
                  <a:lnTo>
                    <a:pt x="1135" y="11"/>
                  </a:lnTo>
                  <a:lnTo>
                    <a:pt x="1136" y="9"/>
                  </a:lnTo>
                  <a:lnTo>
                    <a:pt x="1135" y="7"/>
                  </a:lnTo>
                  <a:lnTo>
                    <a:pt x="1136" y="3"/>
                  </a:lnTo>
                  <a:lnTo>
                    <a:pt x="1137" y="3"/>
                  </a:lnTo>
                  <a:lnTo>
                    <a:pt x="1137" y="2"/>
                  </a:lnTo>
                  <a:lnTo>
                    <a:pt x="1138" y="2"/>
                  </a:lnTo>
                  <a:lnTo>
                    <a:pt x="1138" y="4"/>
                  </a:lnTo>
                  <a:lnTo>
                    <a:pt x="1139" y="4"/>
                  </a:lnTo>
                  <a:lnTo>
                    <a:pt x="1140" y="5"/>
                  </a:lnTo>
                  <a:lnTo>
                    <a:pt x="1141" y="5"/>
                  </a:lnTo>
                  <a:lnTo>
                    <a:pt x="1143" y="6"/>
                  </a:lnTo>
                  <a:lnTo>
                    <a:pt x="1144" y="5"/>
                  </a:lnTo>
                  <a:lnTo>
                    <a:pt x="1145" y="7"/>
                  </a:lnTo>
                  <a:lnTo>
                    <a:pt x="1149" y="6"/>
                  </a:lnTo>
                  <a:lnTo>
                    <a:pt x="1149" y="6"/>
                  </a:lnTo>
                  <a:lnTo>
                    <a:pt x="1148" y="7"/>
                  </a:lnTo>
                  <a:lnTo>
                    <a:pt x="1148" y="10"/>
                  </a:lnTo>
                  <a:lnTo>
                    <a:pt x="1150" y="10"/>
                  </a:lnTo>
                  <a:lnTo>
                    <a:pt x="1151" y="10"/>
                  </a:lnTo>
                  <a:lnTo>
                    <a:pt x="1150" y="11"/>
                  </a:lnTo>
                  <a:lnTo>
                    <a:pt x="1149" y="11"/>
                  </a:lnTo>
                  <a:lnTo>
                    <a:pt x="1145" y="11"/>
                  </a:lnTo>
                  <a:lnTo>
                    <a:pt x="1144" y="13"/>
                  </a:lnTo>
                  <a:lnTo>
                    <a:pt x="1144" y="14"/>
                  </a:lnTo>
                  <a:lnTo>
                    <a:pt x="1146" y="15"/>
                  </a:lnTo>
                  <a:lnTo>
                    <a:pt x="1146" y="16"/>
                  </a:lnTo>
                  <a:lnTo>
                    <a:pt x="1148" y="17"/>
                  </a:lnTo>
                  <a:lnTo>
                    <a:pt x="1147" y="20"/>
                  </a:lnTo>
                  <a:lnTo>
                    <a:pt x="1148" y="23"/>
                  </a:lnTo>
                  <a:lnTo>
                    <a:pt x="1146" y="23"/>
                  </a:lnTo>
                  <a:lnTo>
                    <a:pt x="1147" y="21"/>
                  </a:lnTo>
                  <a:lnTo>
                    <a:pt x="1144" y="22"/>
                  </a:lnTo>
                  <a:lnTo>
                    <a:pt x="1144" y="21"/>
                  </a:lnTo>
                  <a:lnTo>
                    <a:pt x="1143" y="21"/>
                  </a:lnTo>
                  <a:lnTo>
                    <a:pt x="1140" y="20"/>
                  </a:lnTo>
                  <a:lnTo>
                    <a:pt x="1139" y="21"/>
                  </a:lnTo>
                  <a:lnTo>
                    <a:pt x="1141" y="23"/>
                  </a:lnTo>
                  <a:lnTo>
                    <a:pt x="1140" y="25"/>
                  </a:lnTo>
                  <a:lnTo>
                    <a:pt x="1141" y="27"/>
                  </a:lnTo>
                  <a:lnTo>
                    <a:pt x="1144" y="28"/>
                  </a:lnTo>
                  <a:lnTo>
                    <a:pt x="1144" y="30"/>
                  </a:lnTo>
                  <a:lnTo>
                    <a:pt x="1133" y="30"/>
                  </a:lnTo>
                  <a:lnTo>
                    <a:pt x="1133" y="32"/>
                  </a:lnTo>
                  <a:lnTo>
                    <a:pt x="1136" y="32"/>
                  </a:lnTo>
                  <a:lnTo>
                    <a:pt x="1137" y="32"/>
                  </a:lnTo>
                  <a:lnTo>
                    <a:pt x="1140" y="32"/>
                  </a:lnTo>
                  <a:lnTo>
                    <a:pt x="1142" y="33"/>
                  </a:lnTo>
                  <a:lnTo>
                    <a:pt x="1141" y="37"/>
                  </a:lnTo>
                  <a:lnTo>
                    <a:pt x="1138" y="40"/>
                  </a:lnTo>
                  <a:lnTo>
                    <a:pt x="1137" y="42"/>
                  </a:lnTo>
                  <a:lnTo>
                    <a:pt x="1135" y="42"/>
                  </a:lnTo>
                  <a:lnTo>
                    <a:pt x="1132" y="49"/>
                  </a:lnTo>
                  <a:lnTo>
                    <a:pt x="1133" y="50"/>
                  </a:lnTo>
                  <a:lnTo>
                    <a:pt x="1136" y="51"/>
                  </a:lnTo>
                  <a:lnTo>
                    <a:pt x="1136" y="52"/>
                  </a:lnTo>
                  <a:lnTo>
                    <a:pt x="1137" y="53"/>
                  </a:lnTo>
                  <a:lnTo>
                    <a:pt x="1137" y="53"/>
                  </a:lnTo>
                  <a:lnTo>
                    <a:pt x="1137" y="51"/>
                  </a:lnTo>
                  <a:lnTo>
                    <a:pt x="1138" y="51"/>
                  </a:lnTo>
                  <a:lnTo>
                    <a:pt x="1139" y="55"/>
                  </a:lnTo>
                  <a:lnTo>
                    <a:pt x="1138" y="56"/>
                  </a:lnTo>
                  <a:lnTo>
                    <a:pt x="1136" y="55"/>
                  </a:lnTo>
                  <a:lnTo>
                    <a:pt x="1136" y="57"/>
                  </a:lnTo>
                  <a:lnTo>
                    <a:pt x="1135" y="59"/>
                  </a:lnTo>
                  <a:lnTo>
                    <a:pt x="1134" y="59"/>
                  </a:lnTo>
                  <a:lnTo>
                    <a:pt x="1133" y="57"/>
                  </a:lnTo>
                  <a:lnTo>
                    <a:pt x="1131" y="58"/>
                  </a:lnTo>
                  <a:lnTo>
                    <a:pt x="1127" y="56"/>
                  </a:lnTo>
                  <a:lnTo>
                    <a:pt x="1126" y="54"/>
                  </a:lnTo>
                  <a:lnTo>
                    <a:pt x="1126" y="53"/>
                  </a:lnTo>
                  <a:lnTo>
                    <a:pt x="1123" y="54"/>
                  </a:lnTo>
                  <a:lnTo>
                    <a:pt x="1123" y="57"/>
                  </a:lnTo>
                  <a:lnTo>
                    <a:pt x="1121" y="59"/>
                  </a:lnTo>
                  <a:lnTo>
                    <a:pt x="1120" y="59"/>
                  </a:lnTo>
                  <a:lnTo>
                    <a:pt x="1116" y="58"/>
                  </a:lnTo>
                  <a:lnTo>
                    <a:pt x="1116" y="57"/>
                  </a:lnTo>
                  <a:lnTo>
                    <a:pt x="1117" y="56"/>
                  </a:lnTo>
                  <a:lnTo>
                    <a:pt x="1116" y="54"/>
                  </a:lnTo>
                  <a:lnTo>
                    <a:pt x="1114" y="55"/>
                  </a:lnTo>
                  <a:lnTo>
                    <a:pt x="1114" y="55"/>
                  </a:lnTo>
                  <a:lnTo>
                    <a:pt x="1114" y="54"/>
                  </a:lnTo>
                  <a:lnTo>
                    <a:pt x="1114" y="51"/>
                  </a:lnTo>
                  <a:lnTo>
                    <a:pt x="1117" y="51"/>
                  </a:lnTo>
                  <a:lnTo>
                    <a:pt x="1115" y="49"/>
                  </a:lnTo>
                  <a:lnTo>
                    <a:pt x="1115" y="47"/>
                  </a:lnTo>
                  <a:lnTo>
                    <a:pt x="1114" y="43"/>
                  </a:lnTo>
                  <a:lnTo>
                    <a:pt x="1114" y="43"/>
                  </a:lnTo>
                  <a:lnTo>
                    <a:pt x="1118" y="45"/>
                  </a:lnTo>
                  <a:lnTo>
                    <a:pt x="1118" y="45"/>
                  </a:lnTo>
                  <a:lnTo>
                    <a:pt x="1118" y="41"/>
                  </a:lnTo>
                  <a:lnTo>
                    <a:pt x="1116" y="41"/>
                  </a:lnTo>
                  <a:lnTo>
                    <a:pt x="1116" y="40"/>
                  </a:lnTo>
                  <a:lnTo>
                    <a:pt x="1118" y="40"/>
                  </a:lnTo>
                  <a:lnTo>
                    <a:pt x="1116" y="37"/>
                  </a:lnTo>
                  <a:lnTo>
                    <a:pt x="1117" y="35"/>
                  </a:lnTo>
                  <a:lnTo>
                    <a:pt x="1119" y="36"/>
                  </a:lnTo>
                  <a:lnTo>
                    <a:pt x="1119" y="35"/>
                  </a:lnTo>
                  <a:lnTo>
                    <a:pt x="1119" y="34"/>
                  </a:lnTo>
                  <a:lnTo>
                    <a:pt x="1120" y="33"/>
                  </a:lnTo>
                  <a:lnTo>
                    <a:pt x="1119" y="29"/>
                  </a:lnTo>
                  <a:lnTo>
                    <a:pt x="1121" y="29"/>
                  </a:lnTo>
                  <a:lnTo>
                    <a:pt x="1122" y="24"/>
                  </a:lnTo>
                  <a:lnTo>
                    <a:pt x="1120" y="20"/>
                  </a:lnTo>
                  <a:lnTo>
                    <a:pt x="1118" y="20"/>
                  </a:lnTo>
                  <a:lnTo>
                    <a:pt x="1118" y="19"/>
                  </a:lnTo>
                  <a:lnTo>
                    <a:pt x="1123" y="13"/>
                  </a:lnTo>
                  <a:lnTo>
                    <a:pt x="1120" y="12"/>
                  </a:lnTo>
                  <a:lnTo>
                    <a:pt x="1121" y="11"/>
                  </a:lnTo>
                  <a:lnTo>
                    <a:pt x="1125" y="9"/>
                  </a:lnTo>
                  <a:lnTo>
                    <a:pt x="1127" y="7"/>
                  </a:lnTo>
                  <a:lnTo>
                    <a:pt x="1127" y="7"/>
                  </a:lnTo>
                  <a:lnTo>
                    <a:pt x="1127" y="3"/>
                  </a:lnTo>
                  <a:lnTo>
                    <a:pt x="1128" y="2"/>
                  </a:lnTo>
                  <a:lnTo>
                    <a:pt x="1131" y="0"/>
                  </a:lnTo>
                  <a:lnTo>
                    <a:pt x="1131" y="1"/>
                  </a:lnTo>
                  <a:lnTo>
                    <a:pt x="1132" y="7"/>
                  </a:lnTo>
                  <a:lnTo>
                    <a:pt x="1131" y="13"/>
                  </a:lnTo>
                  <a:lnTo>
                    <a:pt x="1131" y="1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BA83E461-E460-43AD-A88D-6DFB36933C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9947" y="3489712"/>
              <a:ext cx="781565" cy="636197"/>
            </a:xfrm>
            <a:custGeom>
              <a:avLst/>
              <a:gdLst>
                <a:gd name="T0" fmla="*/ 299 w 457"/>
                <a:gd name="T1" fmla="*/ 22 h 372"/>
                <a:gd name="T2" fmla="*/ 314 w 457"/>
                <a:gd name="T3" fmla="*/ 25 h 372"/>
                <a:gd name="T4" fmla="*/ 334 w 457"/>
                <a:gd name="T5" fmla="*/ 29 h 372"/>
                <a:gd name="T6" fmla="*/ 353 w 457"/>
                <a:gd name="T7" fmla="*/ 37 h 372"/>
                <a:gd name="T8" fmla="*/ 356 w 457"/>
                <a:gd name="T9" fmla="*/ 62 h 372"/>
                <a:gd name="T10" fmla="*/ 367 w 457"/>
                <a:gd name="T11" fmla="*/ 86 h 372"/>
                <a:gd name="T12" fmla="*/ 376 w 457"/>
                <a:gd name="T13" fmla="*/ 102 h 372"/>
                <a:gd name="T14" fmla="*/ 394 w 457"/>
                <a:gd name="T15" fmla="*/ 137 h 372"/>
                <a:gd name="T16" fmla="*/ 408 w 457"/>
                <a:gd name="T17" fmla="*/ 155 h 372"/>
                <a:gd name="T18" fmla="*/ 403 w 457"/>
                <a:gd name="T19" fmla="*/ 141 h 372"/>
                <a:gd name="T20" fmla="*/ 412 w 457"/>
                <a:gd name="T21" fmla="*/ 162 h 372"/>
                <a:gd name="T22" fmla="*/ 387 w 457"/>
                <a:gd name="T23" fmla="*/ 179 h 372"/>
                <a:gd name="T24" fmla="*/ 377 w 457"/>
                <a:gd name="T25" fmla="*/ 202 h 372"/>
                <a:gd name="T26" fmla="*/ 394 w 457"/>
                <a:gd name="T27" fmla="*/ 191 h 372"/>
                <a:gd name="T28" fmla="*/ 423 w 457"/>
                <a:gd name="T29" fmla="*/ 187 h 372"/>
                <a:gd name="T30" fmla="*/ 438 w 457"/>
                <a:gd name="T31" fmla="*/ 191 h 372"/>
                <a:gd name="T32" fmla="*/ 445 w 457"/>
                <a:gd name="T33" fmla="*/ 210 h 372"/>
                <a:gd name="T34" fmla="*/ 455 w 457"/>
                <a:gd name="T35" fmla="*/ 243 h 372"/>
                <a:gd name="T36" fmla="*/ 451 w 457"/>
                <a:gd name="T37" fmla="*/ 259 h 372"/>
                <a:gd name="T38" fmla="*/ 447 w 457"/>
                <a:gd name="T39" fmla="*/ 277 h 372"/>
                <a:gd name="T40" fmla="*/ 438 w 457"/>
                <a:gd name="T41" fmla="*/ 271 h 372"/>
                <a:gd name="T42" fmla="*/ 437 w 457"/>
                <a:gd name="T43" fmla="*/ 256 h 372"/>
                <a:gd name="T44" fmla="*/ 439 w 457"/>
                <a:gd name="T45" fmla="*/ 252 h 372"/>
                <a:gd name="T46" fmla="*/ 440 w 457"/>
                <a:gd name="T47" fmla="*/ 244 h 372"/>
                <a:gd name="T48" fmla="*/ 437 w 457"/>
                <a:gd name="T49" fmla="*/ 232 h 372"/>
                <a:gd name="T50" fmla="*/ 428 w 457"/>
                <a:gd name="T51" fmla="*/ 220 h 372"/>
                <a:gd name="T52" fmla="*/ 410 w 457"/>
                <a:gd name="T53" fmla="*/ 225 h 372"/>
                <a:gd name="T54" fmla="*/ 422 w 457"/>
                <a:gd name="T55" fmla="*/ 233 h 372"/>
                <a:gd name="T56" fmla="*/ 421 w 457"/>
                <a:gd name="T57" fmla="*/ 232 h 372"/>
                <a:gd name="T58" fmla="*/ 421 w 457"/>
                <a:gd name="T59" fmla="*/ 241 h 372"/>
                <a:gd name="T60" fmla="*/ 422 w 457"/>
                <a:gd name="T61" fmla="*/ 247 h 372"/>
                <a:gd name="T62" fmla="*/ 423 w 457"/>
                <a:gd name="T63" fmla="*/ 251 h 372"/>
                <a:gd name="T64" fmla="*/ 422 w 457"/>
                <a:gd name="T65" fmla="*/ 258 h 372"/>
                <a:gd name="T66" fmla="*/ 416 w 457"/>
                <a:gd name="T67" fmla="*/ 270 h 372"/>
                <a:gd name="T68" fmla="*/ 425 w 457"/>
                <a:gd name="T69" fmla="*/ 271 h 372"/>
                <a:gd name="T70" fmla="*/ 435 w 457"/>
                <a:gd name="T71" fmla="*/ 271 h 372"/>
                <a:gd name="T72" fmla="*/ 438 w 457"/>
                <a:gd name="T73" fmla="*/ 286 h 372"/>
                <a:gd name="T74" fmla="*/ 435 w 457"/>
                <a:gd name="T75" fmla="*/ 297 h 372"/>
                <a:gd name="T76" fmla="*/ 425 w 457"/>
                <a:gd name="T77" fmla="*/ 305 h 372"/>
                <a:gd name="T78" fmla="*/ 421 w 457"/>
                <a:gd name="T79" fmla="*/ 312 h 372"/>
                <a:gd name="T80" fmla="*/ 409 w 457"/>
                <a:gd name="T81" fmla="*/ 308 h 372"/>
                <a:gd name="T82" fmla="*/ 391 w 457"/>
                <a:gd name="T83" fmla="*/ 305 h 372"/>
                <a:gd name="T84" fmla="*/ 388 w 457"/>
                <a:gd name="T85" fmla="*/ 307 h 372"/>
                <a:gd name="T86" fmla="*/ 370 w 457"/>
                <a:gd name="T87" fmla="*/ 357 h 372"/>
                <a:gd name="T88" fmla="*/ 349 w 457"/>
                <a:gd name="T89" fmla="*/ 368 h 372"/>
                <a:gd name="T90" fmla="*/ 342 w 457"/>
                <a:gd name="T91" fmla="*/ 360 h 372"/>
                <a:gd name="T92" fmla="*/ 325 w 457"/>
                <a:gd name="T93" fmla="*/ 350 h 372"/>
                <a:gd name="T94" fmla="*/ 310 w 457"/>
                <a:gd name="T95" fmla="*/ 339 h 372"/>
                <a:gd name="T96" fmla="*/ 264 w 457"/>
                <a:gd name="T97" fmla="*/ 365 h 372"/>
                <a:gd name="T98" fmla="*/ 162 w 457"/>
                <a:gd name="T99" fmla="*/ 294 h 372"/>
                <a:gd name="T100" fmla="*/ 130 w 457"/>
                <a:gd name="T101" fmla="*/ 345 h 372"/>
                <a:gd name="T102" fmla="*/ 25 w 457"/>
                <a:gd name="T103" fmla="*/ 277 h 372"/>
                <a:gd name="T104" fmla="*/ 61 w 457"/>
                <a:gd name="T105" fmla="*/ 196 h 372"/>
                <a:gd name="T106" fmla="*/ 126 w 457"/>
                <a:gd name="T107" fmla="*/ 109 h 372"/>
                <a:gd name="T108" fmla="*/ 157 w 457"/>
                <a:gd name="T109" fmla="*/ 80 h 372"/>
                <a:gd name="T110" fmla="*/ 188 w 457"/>
                <a:gd name="T111" fmla="*/ 75 h 372"/>
                <a:gd name="T112" fmla="*/ 199 w 457"/>
                <a:gd name="T113" fmla="*/ 56 h 372"/>
                <a:gd name="T114" fmla="*/ 214 w 457"/>
                <a:gd name="T115" fmla="*/ 43 h 372"/>
                <a:gd name="T116" fmla="*/ 243 w 457"/>
                <a:gd name="T117" fmla="*/ 37 h 372"/>
                <a:gd name="T118" fmla="*/ 256 w 457"/>
                <a:gd name="T119" fmla="*/ 32 h 372"/>
                <a:gd name="T120" fmla="*/ 277 w 457"/>
                <a:gd name="T121" fmla="*/ 23 h 372"/>
                <a:gd name="T122" fmla="*/ 333 w 457"/>
                <a:gd name="T123" fmla="*/ 12 h 372"/>
                <a:gd name="T124" fmla="*/ 319 w 457"/>
                <a:gd name="T125" fmla="*/ 8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57" h="372">
                  <a:moveTo>
                    <a:pt x="282" y="18"/>
                  </a:moveTo>
                  <a:lnTo>
                    <a:pt x="282" y="18"/>
                  </a:lnTo>
                  <a:lnTo>
                    <a:pt x="282" y="18"/>
                  </a:lnTo>
                  <a:lnTo>
                    <a:pt x="282" y="18"/>
                  </a:lnTo>
                  <a:lnTo>
                    <a:pt x="283" y="18"/>
                  </a:lnTo>
                  <a:lnTo>
                    <a:pt x="283" y="18"/>
                  </a:lnTo>
                  <a:lnTo>
                    <a:pt x="285" y="18"/>
                  </a:lnTo>
                  <a:lnTo>
                    <a:pt x="285" y="19"/>
                  </a:lnTo>
                  <a:lnTo>
                    <a:pt x="285" y="19"/>
                  </a:lnTo>
                  <a:lnTo>
                    <a:pt x="285" y="20"/>
                  </a:lnTo>
                  <a:lnTo>
                    <a:pt x="286" y="19"/>
                  </a:lnTo>
                  <a:lnTo>
                    <a:pt x="286" y="20"/>
                  </a:lnTo>
                  <a:lnTo>
                    <a:pt x="286" y="20"/>
                  </a:lnTo>
                  <a:lnTo>
                    <a:pt x="286" y="20"/>
                  </a:lnTo>
                  <a:lnTo>
                    <a:pt x="286" y="21"/>
                  </a:lnTo>
                  <a:lnTo>
                    <a:pt x="286" y="21"/>
                  </a:lnTo>
                  <a:lnTo>
                    <a:pt x="286" y="22"/>
                  </a:lnTo>
                  <a:lnTo>
                    <a:pt x="286" y="22"/>
                  </a:lnTo>
                  <a:lnTo>
                    <a:pt x="287" y="22"/>
                  </a:lnTo>
                  <a:lnTo>
                    <a:pt x="288" y="22"/>
                  </a:lnTo>
                  <a:lnTo>
                    <a:pt x="288" y="22"/>
                  </a:lnTo>
                  <a:lnTo>
                    <a:pt x="288" y="22"/>
                  </a:lnTo>
                  <a:lnTo>
                    <a:pt x="289" y="22"/>
                  </a:lnTo>
                  <a:lnTo>
                    <a:pt x="290" y="22"/>
                  </a:lnTo>
                  <a:lnTo>
                    <a:pt x="290" y="22"/>
                  </a:lnTo>
                  <a:lnTo>
                    <a:pt x="290" y="22"/>
                  </a:lnTo>
                  <a:lnTo>
                    <a:pt x="291" y="22"/>
                  </a:lnTo>
                  <a:lnTo>
                    <a:pt x="292" y="22"/>
                  </a:lnTo>
                  <a:lnTo>
                    <a:pt x="292" y="22"/>
                  </a:lnTo>
                  <a:lnTo>
                    <a:pt x="293" y="22"/>
                  </a:lnTo>
                  <a:lnTo>
                    <a:pt x="294" y="23"/>
                  </a:lnTo>
                  <a:lnTo>
                    <a:pt x="294" y="23"/>
                  </a:lnTo>
                  <a:lnTo>
                    <a:pt x="293" y="23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5" y="24"/>
                  </a:lnTo>
                  <a:lnTo>
                    <a:pt x="295" y="24"/>
                  </a:lnTo>
                  <a:lnTo>
                    <a:pt x="295" y="25"/>
                  </a:lnTo>
                  <a:lnTo>
                    <a:pt x="296" y="24"/>
                  </a:lnTo>
                  <a:lnTo>
                    <a:pt x="296" y="24"/>
                  </a:lnTo>
                  <a:lnTo>
                    <a:pt x="297" y="24"/>
                  </a:lnTo>
                  <a:lnTo>
                    <a:pt x="299" y="22"/>
                  </a:lnTo>
                  <a:lnTo>
                    <a:pt x="298" y="22"/>
                  </a:lnTo>
                  <a:lnTo>
                    <a:pt x="299" y="22"/>
                  </a:lnTo>
                  <a:lnTo>
                    <a:pt x="299" y="21"/>
                  </a:lnTo>
                  <a:lnTo>
                    <a:pt x="299" y="21"/>
                  </a:lnTo>
                  <a:lnTo>
                    <a:pt x="299" y="21"/>
                  </a:lnTo>
                  <a:lnTo>
                    <a:pt x="300" y="21"/>
                  </a:lnTo>
                  <a:lnTo>
                    <a:pt x="300" y="21"/>
                  </a:lnTo>
                  <a:lnTo>
                    <a:pt x="300" y="21"/>
                  </a:lnTo>
                  <a:lnTo>
                    <a:pt x="300" y="21"/>
                  </a:lnTo>
                  <a:lnTo>
                    <a:pt x="300" y="21"/>
                  </a:lnTo>
                  <a:lnTo>
                    <a:pt x="300" y="20"/>
                  </a:lnTo>
                  <a:lnTo>
                    <a:pt x="301" y="21"/>
                  </a:lnTo>
                  <a:lnTo>
                    <a:pt x="301" y="20"/>
                  </a:lnTo>
                  <a:lnTo>
                    <a:pt x="301" y="20"/>
                  </a:lnTo>
                  <a:lnTo>
                    <a:pt x="302" y="20"/>
                  </a:lnTo>
                  <a:lnTo>
                    <a:pt x="301" y="20"/>
                  </a:lnTo>
                  <a:lnTo>
                    <a:pt x="302" y="21"/>
                  </a:lnTo>
                  <a:lnTo>
                    <a:pt x="303" y="21"/>
                  </a:lnTo>
                  <a:lnTo>
                    <a:pt x="303" y="22"/>
                  </a:lnTo>
                  <a:lnTo>
                    <a:pt x="303" y="22"/>
                  </a:lnTo>
                  <a:lnTo>
                    <a:pt x="303" y="22"/>
                  </a:lnTo>
                  <a:lnTo>
                    <a:pt x="303" y="22"/>
                  </a:lnTo>
                  <a:lnTo>
                    <a:pt x="304" y="21"/>
                  </a:lnTo>
                  <a:lnTo>
                    <a:pt x="304" y="21"/>
                  </a:lnTo>
                  <a:lnTo>
                    <a:pt x="304" y="22"/>
                  </a:lnTo>
                  <a:lnTo>
                    <a:pt x="305" y="22"/>
                  </a:lnTo>
                  <a:lnTo>
                    <a:pt x="307" y="22"/>
                  </a:lnTo>
                  <a:lnTo>
                    <a:pt x="308" y="22"/>
                  </a:lnTo>
                  <a:lnTo>
                    <a:pt x="307" y="22"/>
                  </a:lnTo>
                  <a:lnTo>
                    <a:pt x="308" y="22"/>
                  </a:lnTo>
                  <a:lnTo>
                    <a:pt x="308" y="22"/>
                  </a:lnTo>
                  <a:lnTo>
                    <a:pt x="308" y="22"/>
                  </a:lnTo>
                  <a:lnTo>
                    <a:pt x="308" y="23"/>
                  </a:lnTo>
                  <a:lnTo>
                    <a:pt x="308" y="23"/>
                  </a:lnTo>
                  <a:lnTo>
                    <a:pt x="308" y="23"/>
                  </a:lnTo>
                  <a:lnTo>
                    <a:pt x="309" y="24"/>
                  </a:lnTo>
                  <a:lnTo>
                    <a:pt x="309" y="24"/>
                  </a:lnTo>
                  <a:lnTo>
                    <a:pt x="311" y="25"/>
                  </a:lnTo>
                  <a:lnTo>
                    <a:pt x="312" y="25"/>
                  </a:lnTo>
                  <a:lnTo>
                    <a:pt x="313" y="25"/>
                  </a:lnTo>
                  <a:lnTo>
                    <a:pt x="314" y="25"/>
                  </a:lnTo>
                  <a:lnTo>
                    <a:pt x="314" y="25"/>
                  </a:lnTo>
                  <a:lnTo>
                    <a:pt x="314" y="26"/>
                  </a:lnTo>
                  <a:lnTo>
                    <a:pt x="315" y="26"/>
                  </a:lnTo>
                  <a:lnTo>
                    <a:pt x="315" y="26"/>
                  </a:lnTo>
                  <a:lnTo>
                    <a:pt x="316" y="27"/>
                  </a:lnTo>
                  <a:lnTo>
                    <a:pt x="316" y="27"/>
                  </a:lnTo>
                  <a:lnTo>
                    <a:pt x="317" y="27"/>
                  </a:lnTo>
                  <a:lnTo>
                    <a:pt x="318" y="28"/>
                  </a:lnTo>
                  <a:lnTo>
                    <a:pt x="318" y="29"/>
                  </a:lnTo>
                  <a:lnTo>
                    <a:pt x="318" y="29"/>
                  </a:lnTo>
                  <a:lnTo>
                    <a:pt x="318" y="29"/>
                  </a:lnTo>
                  <a:lnTo>
                    <a:pt x="319" y="29"/>
                  </a:lnTo>
                  <a:lnTo>
                    <a:pt x="320" y="30"/>
                  </a:lnTo>
                  <a:lnTo>
                    <a:pt x="321" y="30"/>
                  </a:lnTo>
                  <a:lnTo>
                    <a:pt x="322" y="31"/>
                  </a:lnTo>
                  <a:lnTo>
                    <a:pt x="322" y="31"/>
                  </a:lnTo>
                  <a:lnTo>
                    <a:pt x="323" y="31"/>
                  </a:lnTo>
                  <a:lnTo>
                    <a:pt x="323" y="31"/>
                  </a:lnTo>
                  <a:lnTo>
                    <a:pt x="323" y="31"/>
                  </a:lnTo>
                  <a:lnTo>
                    <a:pt x="323" y="32"/>
                  </a:lnTo>
                  <a:lnTo>
                    <a:pt x="323" y="32"/>
                  </a:lnTo>
                  <a:lnTo>
                    <a:pt x="324" y="32"/>
                  </a:lnTo>
                  <a:lnTo>
                    <a:pt x="324" y="32"/>
                  </a:lnTo>
                  <a:lnTo>
                    <a:pt x="325" y="32"/>
                  </a:lnTo>
                  <a:lnTo>
                    <a:pt x="325" y="31"/>
                  </a:lnTo>
                  <a:lnTo>
                    <a:pt x="325" y="31"/>
                  </a:lnTo>
                  <a:lnTo>
                    <a:pt x="327" y="31"/>
                  </a:lnTo>
                  <a:lnTo>
                    <a:pt x="327" y="31"/>
                  </a:lnTo>
                  <a:lnTo>
                    <a:pt x="328" y="31"/>
                  </a:lnTo>
                  <a:lnTo>
                    <a:pt x="328" y="31"/>
                  </a:lnTo>
                  <a:lnTo>
                    <a:pt x="329" y="31"/>
                  </a:lnTo>
                  <a:lnTo>
                    <a:pt x="329" y="30"/>
                  </a:lnTo>
                  <a:lnTo>
                    <a:pt x="329" y="30"/>
                  </a:lnTo>
                  <a:lnTo>
                    <a:pt x="330" y="31"/>
                  </a:lnTo>
                  <a:lnTo>
                    <a:pt x="330" y="30"/>
                  </a:lnTo>
                  <a:lnTo>
                    <a:pt x="331" y="30"/>
                  </a:lnTo>
                  <a:lnTo>
                    <a:pt x="331" y="30"/>
                  </a:lnTo>
                  <a:lnTo>
                    <a:pt x="332" y="30"/>
                  </a:lnTo>
                  <a:lnTo>
                    <a:pt x="332" y="30"/>
                  </a:lnTo>
                  <a:lnTo>
                    <a:pt x="333" y="30"/>
                  </a:lnTo>
                  <a:lnTo>
                    <a:pt x="334" y="29"/>
                  </a:lnTo>
                  <a:lnTo>
                    <a:pt x="334" y="29"/>
                  </a:lnTo>
                  <a:lnTo>
                    <a:pt x="334" y="29"/>
                  </a:lnTo>
                  <a:lnTo>
                    <a:pt x="334" y="28"/>
                  </a:lnTo>
                  <a:lnTo>
                    <a:pt x="334" y="27"/>
                  </a:lnTo>
                  <a:lnTo>
                    <a:pt x="335" y="27"/>
                  </a:lnTo>
                  <a:lnTo>
                    <a:pt x="335" y="26"/>
                  </a:lnTo>
                  <a:lnTo>
                    <a:pt x="335" y="26"/>
                  </a:lnTo>
                  <a:lnTo>
                    <a:pt x="336" y="26"/>
                  </a:lnTo>
                  <a:lnTo>
                    <a:pt x="336" y="26"/>
                  </a:lnTo>
                  <a:lnTo>
                    <a:pt x="337" y="26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9" y="26"/>
                  </a:lnTo>
                  <a:lnTo>
                    <a:pt x="339" y="26"/>
                  </a:lnTo>
                  <a:lnTo>
                    <a:pt x="340" y="26"/>
                  </a:lnTo>
                  <a:lnTo>
                    <a:pt x="341" y="27"/>
                  </a:lnTo>
                  <a:lnTo>
                    <a:pt x="341" y="28"/>
                  </a:lnTo>
                  <a:lnTo>
                    <a:pt x="341" y="28"/>
                  </a:lnTo>
                  <a:lnTo>
                    <a:pt x="342" y="28"/>
                  </a:lnTo>
                  <a:lnTo>
                    <a:pt x="342" y="29"/>
                  </a:lnTo>
                  <a:lnTo>
                    <a:pt x="342" y="30"/>
                  </a:lnTo>
                  <a:lnTo>
                    <a:pt x="343" y="31"/>
                  </a:lnTo>
                  <a:lnTo>
                    <a:pt x="343" y="31"/>
                  </a:lnTo>
                  <a:lnTo>
                    <a:pt x="344" y="31"/>
                  </a:lnTo>
                  <a:lnTo>
                    <a:pt x="345" y="31"/>
                  </a:lnTo>
                  <a:lnTo>
                    <a:pt x="345" y="31"/>
                  </a:lnTo>
                  <a:lnTo>
                    <a:pt x="346" y="31"/>
                  </a:lnTo>
                  <a:lnTo>
                    <a:pt x="347" y="32"/>
                  </a:lnTo>
                  <a:lnTo>
                    <a:pt x="348" y="32"/>
                  </a:lnTo>
                  <a:lnTo>
                    <a:pt x="350" y="34"/>
                  </a:lnTo>
                  <a:lnTo>
                    <a:pt x="351" y="34"/>
                  </a:lnTo>
                  <a:lnTo>
                    <a:pt x="351" y="35"/>
                  </a:lnTo>
                  <a:lnTo>
                    <a:pt x="351" y="35"/>
                  </a:lnTo>
                  <a:lnTo>
                    <a:pt x="352" y="34"/>
                  </a:lnTo>
                  <a:lnTo>
                    <a:pt x="352" y="34"/>
                  </a:lnTo>
                  <a:lnTo>
                    <a:pt x="352" y="34"/>
                  </a:lnTo>
                  <a:lnTo>
                    <a:pt x="352" y="35"/>
                  </a:lnTo>
                  <a:lnTo>
                    <a:pt x="352" y="35"/>
                  </a:lnTo>
                  <a:lnTo>
                    <a:pt x="352" y="35"/>
                  </a:lnTo>
                  <a:lnTo>
                    <a:pt x="352" y="35"/>
                  </a:lnTo>
                  <a:lnTo>
                    <a:pt x="352" y="35"/>
                  </a:lnTo>
                  <a:lnTo>
                    <a:pt x="351" y="35"/>
                  </a:lnTo>
                  <a:lnTo>
                    <a:pt x="352" y="36"/>
                  </a:lnTo>
                  <a:lnTo>
                    <a:pt x="353" y="37"/>
                  </a:lnTo>
                  <a:lnTo>
                    <a:pt x="353" y="37"/>
                  </a:lnTo>
                  <a:lnTo>
                    <a:pt x="353" y="38"/>
                  </a:lnTo>
                  <a:lnTo>
                    <a:pt x="353" y="38"/>
                  </a:lnTo>
                  <a:lnTo>
                    <a:pt x="354" y="39"/>
                  </a:lnTo>
                  <a:lnTo>
                    <a:pt x="354" y="40"/>
                  </a:lnTo>
                  <a:lnTo>
                    <a:pt x="355" y="41"/>
                  </a:lnTo>
                  <a:lnTo>
                    <a:pt x="355" y="42"/>
                  </a:lnTo>
                  <a:lnTo>
                    <a:pt x="355" y="42"/>
                  </a:lnTo>
                  <a:lnTo>
                    <a:pt x="356" y="42"/>
                  </a:lnTo>
                  <a:lnTo>
                    <a:pt x="357" y="42"/>
                  </a:lnTo>
                  <a:lnTo>
                    <a:pt x="357" y="43"/>
                  </a:lnTo>
                  <a:lnTo>
                    <a:pt x="358" y="43"/>
                  </a:lnTo>
                  <a:lnTo>
                    <a:pt x="358" y="43"/>
                  </a:lnTo>
                  <a:lnTo>
                    <a:pt x="358" y="44"/>
                  </a:lnTo>
                  <a:lnTo>
                    <a:pt x="358" y="45"/>
                  </a:lnTo>
                  <a:lnTo>
                    <a:pt x="358" y="45"/>
                  </a:lnTo>
                  <a:lnTo>
                    <a:pt x="358" y="46"/>
                  </a:lnTo>
                  <a:lnTo>
                    <a:pt x="359" y="47"/>
                  </a:lnTo>
                  <a:lnTo>
                    <a:pt x="358" y="47"/>
                  </a:lnTo>
                  <a:lnTo>
                    <a:pt x="359" y="47"/>
                  </a:lnTo>
                  <a:lnTo>
                    <a:pt x="358" y="48"/>
                  </a:lnTo>
                  <a:lnTo>
                    <a:pt x="359" y="48"/>
                  </a:lnTo>
                  <a:lnTo>
                    <a:pt x="359" y="50"/>
                  </a:lnTo>
                  <a:lnTo>
                    <a:pt x="359" y="50"/>
                  </a:lnTo>
                  <a:lnTo>
                    <a:pt x="359" y="50"/>
                  </a:lnTo>
                  <a:lnTo>
                    <a:pt x="359" y="51"/>
                  </a:lnTo>
                  <a:lnTo>
                    <a:pt x="357" y="52"/>
                  </a:lnTo>
                  <a:lnTo>
                    <a:pt x="357" y="52"/>
                  </a:lnTo>
                  <a:lnTo>
                    <a:pt x="356" y="53"/>
                  </a:lnTo>
                  <a:lnTo>
                    <a:pt x="355" y="53"/>
                  </a:lnTo>
                  <a:lnTo>
                    <a:pt x="355" y="55"/>
                  </a:lnTo>
                  <a:lnTo>
                    <a:pt x="355" y="55"/>
                  </a:lnTo>
                  <a:lnTo>
                    <a:pt x="356" y="55"/>
                  </a:lnTo>
                  <a:lnTo>
                    <a:pt x="356" y="56"/>
                  </a:lnTo>
                  <a:lnTo>
                    <a:pt x="357" y="56"/>
                  </a:lnTo>
                  <a:lnTo>
                    <a:pt x="357" y="57"/>
                  </a:lnTo>
                  <a:lnTo>
                    <a:pt x="357" y="57"/>
                  </a:lnTo>
                  <a:lnTo>
                    <a:pt x="357" y="57"/>
                  </a:lnTo>
                  <a:lnTo>
                    <a:pt x="357" y="60"/>
                  </a:lnTo>
                  <a:lnTo>
                    <a:pt x="357" y="60"/>
                  </a:lnTo>
                  <a:lnTo>
                    <a:pt x="356" y="61"/>
                  </a:lnTo>
                  <a:lnTo>
                    <a:pt x="356" y="62"/>
                  </a:lnTo>
                  <a:lnTo>
                    <a:pt x="356" y="62"/>
                  </a:lnTo>
                  <a:lnTo>
                    <a:pt x="355" y="63"/>
                  </a:lnTo>
                  <a:lnTo>
                    <a:pt x="355" y="64"/>
                  </a:lnTo>
                  <a:lnTo>
                    <a:pt x="355" y="65"/>
                  </a:lnTo>
                  <a:lnTo>
                    <a:pt x="355" y="66"/>
                  </a:lnTo>
                  <a:lnTo>
                    <a:pt x="353" y="67"/>
                  </a:lnTo>
                  <a:lnTo>
                    <a:pt x="353" y="68"/>
                  </a:lnTo>
                  <a:lnTo>
                    <a:pt x="354" y="68"/>
                  </a:lnTo>
                  <a:lnTo>
                    <a:pt x="354" y="69"/>
                  </a:lnTo>
                  <a:lnTo>
                    <a:pt x="354" y="69"/>
                  </a:lnTo>
                  <a:lnTo>
                    <a:pt x="354" y="70"/>
                  </a:lnTo>
                  <a:lnTo>
                    <a:pt x="353" y="71"/>
                  </a:lnTo>
                  <a:lnTo>
                    <a:pt x="354" y="72"/>
                  </a:lnTo>
                  <a:lnTo>
                    <a:pt x="353" y="72"/>
                  </a:lnTo>
                  <a:lnTo>
                    <a:pt x="353" y="73"/>
                  </a:lnTo>
                  <a:lnTo>
                    <a:pt x="353" y="74"/>
                  </a:lnTo>
                  <a:lnTo>
                    <a:pt x="353" y="74"/>
                  </a:lnTo>
                  <a:lnTo>
                    <a:pt x="353" y="74"/>
                  </a:lnTo>
                  <a:lnTo>
                    <a:pt x="354" y="74"/>
                  </a:lnTo>
                  <a:lnTo>
                    <a:pt x="354" y="75"/>
                  </a:lnTo>
                  <a:lnTo>
                    <a:pt x="355" y="75"/>
                  </a:lnTo>
                  <a:lnTo>
                    <a:pt x="355" y="76"/>
                  </a:lnTo>
                  <a:lnTo>
                    <a:pt x="356" y="76"/>
                  </a:lnTo>
                  <a:lnTo>
                    <a:pt x="357" y="75"/>
                  </a:lnTo>
                  <a:lnTo>
                    <a:pt x="358" y="75"/>
                  </a:lnTo>
                  <a:lnTo>
                    <a:pt x="359" y="74"/>
                  </a:lnTo>
                  <a:lnTo>
                    <a:pt x="360" y="75"/>
                  </a:lnTo>
                  <a:lnTo>
                    <a:pt x="361" y="74"/>
                  </a:lnTo>
                  <a:lnTo>
                    <a:pt x="364" y="74"/>
                  </a:lnTo>
                  <a:lnTo>
                    <a:pt x="365" y="74"/>
                  </a:lnTo>
                  <a:lnTo>
                    <a:pt x="368" y="75"/>
                  </a:lnTo>
                  <a:lnTo>
                    <a:pt x="368" y="76"/>
                  </a:lnTo>
                  <a:lnTo>
                    <a:pt x="368" y="77"/>
                  </a:lnTo>
                  <a:lnTo>
                    <a:pt x="368" y="78"/>
                  </a:lnTo>
                  <a:lnTo>
                    <a:pt x="368" y="78"/>
                  </a:lnTo>
                  <a:lnTo>
                    <a:pt x="368" y="79"/>
                  </a:lnTo>
                  <a:lnTo>
                    <a:pt x="368" y="80"/>
                  </a:lnTo>
                  <a:lnTo>
                    <a:pt x="368" y="80"/>
                  </a:lnTo>
                  <a:lnTo>
                    <a:pt x="368" y="82"/>
                  </a:lnTo>
                  <a:lnTo>
                    <a:pt x="367" y="82"/>
                  </a:lnTo>
                  <a:lnTo>
                    <a:pt x="368" y="85"/>
                  </a:lnTo>
                  <a:lnTo>
                    <a:pt x="367" y="86"/>
                  </a:lnTo>
                  <a:lnTo>
                    <a:pt x="367" y="86"/>
                  </a:lnTo>
                  <a:lnTo>
                    <a:pt x="366" y="87"/>
                  </a:lnTo>
                  <a:lnTo>
                    <a:pt x="367" y="87"/>
                  </a:lnTo>
                  <a:lnTo>
                    <a:pt x="366" y="87"/>
                  </a:lnTo>
                  <a:lnTo>
                    <a:pt x="366" y="87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66" y="89"/>
                  </a:lnTo>
                  <a:lnTo>
                    <a:pt x="366" y="90"/>
                  </a:lnTo>
                  <a:lnTo>
                    <a:pt x="365" y="91"/>
                  </a:lnTo>
                  <a:lnTo>
                    <a:pt x="365" y="91"/>
                  </a:lnTo>
                  <a:lnTo>
                    <a:pt x="365" y="91"/>
                  </a:lnTo>
                  <a:lnTo>
                    <a:pt x="364" y="91"/>
                  </a:lnTo>
                  <a:lnTo>
                    <a:pt x="364" y="93"/>
                  </a:lnTo>
                  <a:lnTo>
                    <a:pt x="364" y="94"/>
                  </a:lnTo>
                  <a:lnTo>
                    <a:pt x="364" y="94"/>
                  </a:lnTo>
                  <a:lnTo>
                    <a:pt x="364" y="95"/>
                  </a:lnTo>
                  <a:lnTo>
                    <a:pt x="364" y="95"/>
                  </a:lnTo>
                  <a:lnTo>
                    <a:pt x="364" y="96"/>
                  </a:lnTo>
                  <a:lnTo>
                    <a:pt x="365" y="97"/>
                  </a:lnTo>
                  <a:lnTo>
                    <a:pt x="365" y="97"/>
                  </a:lnTo>
                  <a:lnTo>
                    <a:pt x="365" y="98"/>
                  </a:lnTo>
                  <a:lnTo>
                    <a:pt x="365" y="98"/>
                  </a:lnTo>
                  <a:lnTo>
                    <a:pt x="366" y="97"/>
                  </a:lnTo>
                  <a:lnTo>
                    <a:pt x="367" y="97"/>
                  </a:lnTo>
                  <a:lnTo>
                    <a:pt x="368" y="97"/>
                  </a:lnTo>
                  <a:lnTo>
                    <a:pt x="368" y="97"/>
                  </a:lnTo>
                  <a:lnTo>
                    <a:pt x="369" y="99"/>
                  </a:lnTo>
                  <a:lnTo>
                    <a:pt x="369" y="99"/>
                  </a:lnTo>
                  <a:lnTo>
                    <a:pt x="369" y="100"/>
                  </a:lnTo>
                  <a:lnTo>
                    <a:pt x="369" y="100"/>
                  </a:lnTo>
                  <a:lnTo>
                    <a:pt x="369" y="100"/>
                  </a:lnTo>
                  <a:lnTo>
                    <a:pt x="369" y="100"/>
                  </a:lnTo>
                  <a:lnTo>
                    <a:pt x="370" y="100"/>
                  </a:lnTo>
                  <a:lnTo>
                    <a:pt x="370" y="100"/>
                  </a:lnTo>
                  <a:lnTo>
                    <a:pt x="371" y="100"/>
                  </a:lnTo>
                  <a:lnTo>
                    <a:pt x="373" y="100"/>
                  </a:lnTo>
                  <a:lnTo>
                    <a:pt x="374" y="100"/>
                  </a:lnTo>
                  <a:lnTo>
                    <a:pt x="375" y="101"/>
                  </a:lnTo>
                  <a:lnTo>
                    <a:pt x="375" y="102"/>
                  </a:lnTo>
                  <a:lnTo>
                    <a:pt x="376" y="102"/>
                  </a:lnTo>
                  <a:lnTo>
                    <a:pt x="377" y="106"/>
                  </a:lnTo>
                  <a:lnTo>
                    <a:pt x="378" y="107"/>
                  </a:lnTo>
                  <a:lnTo>
                    <a:pt x="378" y="107"/>
                  </a:lnTo>
                  <a:lnTo>
                    <a:pt x="379" y="108"/>
                  </a:lnTo>
                  <a:lnTo>
                    <a:pt x="380" y="109"/>
                  </a:lnTo>
                  <a:lnTo>
                    <a:pt x="381" y="112"/>
                  </a:lnTo>
                  <a:lnTo>
                    <a:pt x="381" y="113"/>
                  </a:lnTo>
                  <a:lnTo>
                    <a:pt x="381" y="114"/>
                  </a:lnTo>
                  <a:lnTo>
                    <a:pt x="381" y="115"/>
                  </a:lnTo>
                  <a:lnTo>
                    <a:pt x="382" y="116"/>
                  </a:lnTo>
                  <a:lnTo>
                    <a:pt x="382" y="117"/>
                  </a:lnTo>
                  <a:lnTo>
                    <a:pt x="382" y="118"/>
                  </a:lnTo>
                  <a:lnTo>
                    <a:pt x="383" y="119"/>
                  </a:lnTo>
                  <a:lnTo>
                    <a:pt x="385" y="120"/>
                  </a:lnTo>
                  <a:lnTo>
                    <a:pt x="386" y="121"/>
                  </a:lnTo>
                  <a:lnTo>
                    <a:pt x="386" y="121"/>
                  </a:lnTo>
                  <a:lnTo>
                    <a:pt x="387" y="120"/>
                  </a:lnTo>
                  <a:lnTo>
                    <a:pt x="388" y="120"/>
                  </a:lnTo>
                  <a:lnTo>
                    <a:pt x="388" y="120"/>
                  </a:lnTo>
                  <a:lnTo>
                    <a:pt x="389" y="120"/>
                  </a:lnTo>
                  <a:lnTo>
                    <a:pt x="389" y="121"/>
                  </a:lnTo>
                  <a:lnTo>
                    <a:pt x="389" y="122"/>
                  </a:lnTo>
                  <a:lnTo>
                    <a:pt x="389" y="123"/>
                  </a:lnTo>
                  <a:lnTo>
                    <a:pt x="389" y="124"/>
                  </a:lnTo>
                  <a:lnTo>
                    <a:pt x="390" y="126"/>
                  </a:lnTo>
                  <a:lnTo>
                    <a:pt x="390" y="126"/>
                  </a:lnTo>
                  <a:lnTo>
                    <a:pt x="391" y="126"/>
                  </a:lnTo>
                  <a:lnTo>
                    <a:pt x="392" y="127"/>
                  </a:lnTo>
                  <a:lnTo>
                    <a:pt x="395" y="130"/>
                  </a:lnTo>
                  <a:lnTo>
                    <a:pt x="395" y="132"/>
                  </a:lnTo>
                  <a:lnTo>
                    <a:pt x="396" y="134"/>
                  </a:lnTo>
                  <a:lnTo>
                    <a:pt x="396" y="135"/>
                  </a:lnTo>
                  <a:lnTo>
                    <a:pt x="396" y="137"/>
                  </a:lnTo>
                  <a:lnTo>
                    <a:pt x="396" y="137"/>
                  </a:lnTo>
                  <a:lnTo>
                    <a:pt x="396" y="138"/>
                  </a:lnTo>
                  <a:lnTo>
                    <a:pt x="395" y="138"/>
                  </a:lnTo>
                  <a:lnTo>
                    <a:pt x="395" y="137"/>
                  </a:lnTo>
                  <a:lnTo>
                    <a:pt x="395" y="136"/>
                  </a:lnTo>
                  <a:lnTo>
                    <a:pt x="394" y="136"/>
                  </a:lnTo>
                  <a:lnTo>
                    <a:pt x="394" y="136"/>
                  </a:lnTo>
                  <a:lnTo>
                    <a:pt x="393" y="135"/>
                  </a:lnTo>
                  <a:lnTo>
                    <a:pt x="394" y="137"/>
                  </a:lnTo>
                  <a:lnTo>
                    <a:pt x="394" y="139"/>
                  </a:lnTo>
                  <a:lnTo>
                    <a:pt x="394" y="140"/>
                  </a:lnTo>
                  <a:lnTo>
                    <a:pt x="395" y="140"/>
                  </a:lnTo>
                  <a:lnTo>
                    <a:pt x="395" y="141"/>
                  </a:lnTo>
                  <a:lnTo>
                    <a:pt x="395" y="142"/>
                  </a:lnTo>
                  <a:lnTo>
                    <a:pt x="395" y="143"/>
                  </a:lnTo>
                  <a:lnTo>
                    <a:pt x="398" y="143"/>
                  </a:lnTo>
                  <a:lnTo>
                    <a:pt x="399" y="143"/>
                  </a:lnTo>
                  <a:lnTo>
                    <a:pt x="399" y="144"/>
                  </a:lnTo>
                  <a:lnTo>
                    <a:pt x="399" y="144"/>
                  </a:lnTo>
                  <a:lnTo>
                    <a:pt x="399" y="144"/>
                  </a:lnTo>
                  <a:lnTo>
                    <a:pt x="399" y="143"/>
                  </a:lnTo>
                  <a:lnTo>
                    <a:pt x="400" y="143"/>
                  </a:lnTo>
                  <a:lnTo>
                    <a:pt x="400" y="144"/>
                  </a:lnTo>
                  <a:lnTo>
                    <a:pt x="400" y="144"/>
                  </a:lnTo>
                  <a:lnTo>
                    <a:pt x="401" y="144"/>
                  </a:lnTo>
                  <a:lnTo>
                    <a:pt x="401" y="144"/>
                  </a:lnTo>
                  <a:lnTo>
                    <a:pt x="402" y="143"/>
                  </a:lnTo>
                  <a:lnTo>
                    <a:pt x="403" y="143"/>
                  </a:lnTo>
                  <a:lnTo>
                    <a:pt x="404" y="144"/>
                  </a:lnTo>
                  <a:lnTo>
                    <a:pt x="405" y="145"/>
                  </a:lnTo>
                  <a:lnTo>
                    <a:pt x="406" y="146"/>
                  </a:lnTo>
                  <a:lnTo>
                    <a:pt x="406" y="147"/>
                  </a:lnTo>
                  <a:lnTo>
                    <a:pt x="405" y="147"/>
                  </a:lnTo>
                  <a:lnTo>
                    <a:pt x="405" y="147"/>
                  </a:lnTo>
                  <a:lnTo>
                    <a:pt x="405" y="147"/>
                  </a:lnTo>
                  <a:lnTo>
                    <a:pt x="404" y="147"/>
                  </a:lnTo>
                  <a:lnTo>
                    <a:pt x="404" y="146"/>
                  </a:lnTo>
                  <a:lnTo>
                    <a:pt x="403" y="146"/>
                  </a:lnTo>
                  <a:lnTo>
                    <a:pt x="403" y="146"/>
                  </a:lnTo>
                  <a:lnTo>
                    <a:pt x="404" y="147"/>
                  </a:lnTo>
                  <a:lnTo>
                    <a:pt x="404" y="148"/>
                  </a:lnTo>
                  <a:lnTo>
                    <a:pt x="405" y="149"/>
                  </a:lnTo>
                  <a:lnTo>
                    <a:pt x="405" y="149"/>
                  </a:lnTo>
                  <a:lnTo>
                    <a:pt x="406" y="150"/>
                  </a:lnTo>
                  <a:lnTo>
                    <a:pt x="406" y="150"/>
                  </a:lnTo>
                  <a:lnTo>
                    <a:pt x="407" y="151"/>
                  </a:lnTo>
                  <a:lnTo>
                    <a:pt x="407" y="151"/>
                  </a:lnTo>
                  <a:lnTo>
                    <a:pt x="406" y="151"/>
                  </a:lnTo>
                  <a:lnTo>
                    <a:pt x="406" y="152"/>
                  </a:lnTo>
                  <a:lnTo>
                    <a:pt x="407" y="152"/>
                  </a:lnTo>
                  <a:lnTo>
                    <a:pt x="408" y="155"/>
                  </a:lnTo>
                  <a:lnTo>
                    <a:pt x="408" y="156"/>
                  </a:lnTo>
                  <a:lnTo>
                    <a:pt x="408" y="156"/>
                  </a:lnTo>
                  <a:lnTo>
                    <a:pt x="409" y="157"/>
                  </a:lnTo>
                  <a:lnTo>
                    <a:pt x="409" y="157"/>
                  </a:lnTo>
                  <a:lnTo>
                    <a:pt x="409" y="154"/>
                  </a:lnTo>
                  <a:lnTo>
                    <a:pt x="409" y="153"/>
                  </a:lnTo>
                  <a:lnTo>
                    <a:pt x="408" y="154"/>
                  </a:lnTo>
                  <a:lnTo>
                    <a:pt x="408" y="153"/>
                  </a:lnTo>
                  <a:lnTo>
                    <a:pt x="409" y="152"/>
                  </a:lnTo>
                  <a:lnTo>
                    <a:pt x="409" y="152"/>
                  </a:lnTo>
                  <a:lnTo>
                    <a:pt x="409" y="152"/>
                  </a:lnTo>
                  <a:lnTo>
                    <a:pt x="409" y="152"/>
                  </a:lnTo>
                  <a:lnTo>
                    <a:pt x="408" y="152"/>
                  </a:lnTo>
                  <a:lnTo>
                    <a:pt x="408" y="152"/>
                  </a:lnTo>
                  <a:lnTo>
                    <a:pt x="408" y="152"/>
                  </a:lnTo>
                  <a:lnTo>
                    <a:pt x="408" y="151"/>
                  </a:lnTo>
                  <a:lnTo>
                    <a:pt x="408" y="150"/>
                  </a:lnTo>
                  <a:lnTo>
                    <a:pt x="408" y="150"/>
                  </a:lnTo>
                  <a:lnTo>
                    <a:pt x="408" y="149"/>
                  </a:lnTo>
                  <a:lnTo>
                    <a:pt x="408" y="148"/>
                  </a:lnTo>
                  <a:lnTo>
                    <a:pt x="408" y="148"/>
                  </a:lnTo>
                  <a:lnTo>
                    <a:pt x="407" y="148"/>
                  </a:lnTo>
                  <a:lnTo>
                    <a:pt x="408" y="147"/>
                  </a:lnTo>
                  <a:lnTo>
                    <a:pt x="408" y="147"/>
                  </a:lnTo>
                  <a:lnTo>
                    <a:pt x="407" y="147"/>
                  </a:lnTo>
                  <a:lnTo>
                    <a:pt x="406" y="146"/>
                  </a:lnTo>
                  <a:lnTo>
                    <a:pt x="406" y="146"/>
                  </a:lnTo>
                  <a:lnTo>
                    <a:pt x="407" y="146"/>
                  </a:lnTo>
                  <a:lnTo>
                    <a:pt x="407" y="146"/>
                  </a:lnTo>
                  <a:lnTo>
                    <a:pt x="406" y="145"/>
                  </a:lnTo>
                  <a:lnTo>
                    <a:pt x="406" y="145"/>
                  </a:lnTo>
                  <a:lnTo>
                    <a:pt x="405" y="145"/>
                  </a:lnTo>
                  <a:lnTo>
                    <a:pt x="405" y="145"/>
                  </a:lnTo>
                  <a:lnTo>
                    <a:pt x="405" y="145"/>
                  </a:lnTo>
                  <a:lnTo>
                    <a:pt x="405" y="144"/>
                  </a:lnTo>
                  <a:lnTo>
                    <a:pt x="403" y="143"/>
                  </a:lnTo>
                  <a:lnTo>
                    <a:pt x="403" y="143"/>
                  </a:lnTo>
                  <a:lnTo>
                    <a:pt x="403" y="143"/>
                  </a:lnTo>
                  <a:lnTo>
                    <a:pt x="404" y="143"/>
                  </a:lnTo>
                  <a:lnTo>
                    <a:pt x="404" y="143"/>
                  </a:lnTo>
                  <a:lnTo>
                    <a:pt x="403" y="142"/>
                  </a:lnTo>
                  <a:lnTo>
                    <a:pt x="403" y="141"/>
                  </a:lnTo>
                  <a:lnTo>
                    <a:pt x="400" y="140"/>
                  </a:lnTo>
                  <a:lnTo>
                    <a:pt x="400" y="139"/>
                  </a:lnTo>
                  <a:lnTo>
                    <a:pt x="399" y="139"/>
                  </a:lnTo>
                  <a:lnTo>
                    <a:pt x="398" y="137"/>
                  </a:lnTo>
                  <a:lnTo>
                    <a:pt x="397" y="135"/>
                  </a:lnTo>
                  <a:lnTo>
                    <a:pt x="397" y="134"/>
                  </a:lnTo>
                  <a:lnTo>
                    <a:pt x="398" y="134"/>
                  </a:lnTo>
                  <a:lnTo>
                    <a:pt x="398" y="135"/>
                  </a:lnTo>
                  <a:lnTo>
                    <a:pt x="399" y="135"/>
                  </a:lnTo>
                  <a:lnTo>
                    <a:pt x="399" y="134"/>
                  </a:lnTo>
                  <a:lnTo>
                    <a:pt x="399" y="134"/>
                  </a:lnTo>
                  <a:lnTo>
                    <a:pt x="399" y="134"/>
                  </a:lnTo>
                  <a:lnTo>
                    <a:pt x="399" y="133"/>
                  </a:lnTo>
                  <a:lnTo>
                    <a:pt x="399" y="133"/>
                  </a:lnTo>
                  <a:lnTo>
                    <a:pt x="401" y="134"/>
                  </a:lnTo>
                  <a:lnTo>
                    <a:pt x="402" y="134"/>
                  </a:lnTo>
                  <a:lnTo>
                    <a:pt x="402" y="134"/>
                  </a:lnTo>
                  <a:lnTo>
                    <a:pt x="402" y="134"/>
                  </a:lnTo>
                  <a:lnTo>
                    <a:pt x="402" y="133"/>
                  </a:lnTo>
                  <a:lnTo>
                    <a:pt x="402" y="132"/>
                  </a:lnTo>
                  <a:lnTo>
                    <a:pt x="403" y="133"/>
                  </a:lnTo>
                  <a:lnTo>
                    <a:pt x="405" y="134"/>
                  </a:lnTo>
                  <a:lnTo>
                    <a:pt x="408" y="135"/>
                  </a:lnTo>
                  <a:lnTo>
                    <a:pt x="408" y="135"/>
                  </a:lnTo>
                  <a:lnTo>
                    <a:pt x="408" y="136"/>
                  </a:lnTo>
                  <a:lnTo>
                    <a:pt x="412" y="141"/>
                  </a:lnTo>
                  <a:lnTo>
                    <a:pt x="413" y="146"/>
                  </a:lnTo>
                  <a:lnTo>
                    <a:pt x="414" y="147"/>
                  </a:lnTo>
                  <a:lnTo>
                    <a:pt x="414" y="148"/>
                  </a:lnTo>
                  <a:lnTo>
                    <a:pt x="414" y="150"/>
                  </a:lnTo>
                  <a:lnTo>
                    <a:pt x="414" y="150"/>
                  </a:lnTo>
                  <a:lnTo>
                    <a:pt x="414" y="152"/>
                  </a:lnTo>
                  <a:lnTo>
                    <a:pt x="414" y="152"/>
                  </a:lnTo>
                  <a:lnTo>
                    <a:pt x="414" y="155"/>
                  </a:lnTo>
                  <a:lnTo>
                    <a:pt x="414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4" y="160"/>
                  </a:lnTo>
                  <a:lnTo>
                    <a:pt x="413" y="160"/>
                  </a:lnTo>
                  <a:lnTo>
                    <a:pt x="412" y="161"/>
                  </a:lnTo>
                  <a:lnTo>
                    <a:pt x="412" y="161"/>
                  </a:lnTo>
                  <a:lnTo>
                    <a:pt x="412" y="162"/>
                  </a:lnTo>
                  <a:lnTo>
                    <a:pt x="412" y="162"/>
                  </a:lnTo>
                  <a:lnTo>
                    <a:pt x="412" y="163"/>
                  </a:lnTo>
                  <a:lnTo>
                    <a:pt x="412" y="163"/>
                  </a:lnTo>
                  <a:lnTo>
                    <a:pt x="412" y="163"/>
                  </a:lnTo>
                  <a:lnTo>
                    <a:pt x="411" y="164"/>
                  </a:lnTo>
                  <a:lnTo>
                    <a:pt x="411" y="164"/>
                  </a:lnTo>
                  <a:lnTo>
                    <a:pt x="411" y="165"/>
                  </a:lnTo>
                  <a:lnTo>
                    <a:pt x="411" y="165"/>
                  </a:lnTo>
                  <a:lnTo>
                    <a:pt x="410" y="165"/>
                  </a:lnTo>
                  <a:lnTo>
                    <a:pt x="408" y="167"/>
                  </a:lnTo>
                  <a:lnTo>
                    <a:pt x="408" y="168"/>
                  </a:lnTo>
                  <a:lnTo>
                    <a:pt x="407" y="168"/>
                  </a:lnTo>
                  <a:lnTo>
                    <a:pt x="407" y="168"/>
                  </a:lnTo>
                  <a:lnTo>
                    <a:pt x="406" y="169"/>
                  </a:lnTo>
                  <a:lnTo>
                    <a:pt x="406" y="169"/>
                  </a:lnTo>
                  <a:lnTo>
                    <a:pt x="405" y="170"/>
                  </a:lnTo>
                  <a:lnTo>
                    <a:pt x="404" y="170"/>
                  </a:lnTo>
                  <a:lnTo>
                    <a:pt x="404" y="171"/>
                  </a:lnTo>
                  <a:lnTo>
                    <a:pt x="403" y="171"/>
                  </a:lnTo>
                  <a:lnTo>
                    <a:pt x="403" y="172"/>
                  </a:lnTo>
                  <a:lnTo>
                    <a:pt x="402" y="173"/>
                  </a:lnTo>
                  <a:lnTo>
                    <a:pt x="401" y="173"/>
                  </a:lnTo>
                  <a:lnTo>
                    <a:pt x="401" y="172"/>
                  </a:lnTo>
                  <a:lnTo>
                    <a:pt x="401" y="172"/>
                  </a:lnTo>
                  <a:lnTo>
                    <a:pt x="399" y="172"/>
                  </a:lnTo>
                  <a:lnTo>
                    <a:pt x="397" y="173"/>
                  </a:lnTo>
                  <a:lnTo>
                    <a:pt x="396" y="173"/>
                  </a:lnTo>
                  <a:lnTo>
                    <a:pt x="395" y="174"/>
                  </a:lnTo>
                  <a:lnTo>
                    <a:pt x="395" y="174"/>
                  </a:lnTo>
                  <a:lnTo>
                    <a:pt x="395" y="175"/>
                  </a:lnTo>
                  <a:lnTo>
                    <a:pt x="393" y="176"/>
                  </a:lnTo>
                  <a:lnTo>
                    <a:pt x="393" y="176"/>
                  </a:lnTo>
                  <a:lnTo>
                    <a:pt x="393" y="176"/>
                  </a:lnTo>
                  <a:lnTo>
                    <a:pt x="390" y="176"/>
                  </a:lnTo>
                  <a:lnTo>
                    <a:pt x="390" y="176"/>
                  </a:lnTo>
                  <a:lnTo>
                    <a:pt x="389" y="177"/>
                  </a:lnTo>
                  <a:lnTo>
                    <a:pt x="389" y="178"/>
                  </a:lnTo>
                  <a:lnTo>
                    <a:pt x="388" y="178"/>
                  </a:lnTo>
                  <a:lnTo>
                    <a:pt x="388" y="179"/>
                  </a:lnTo>
                  <a:lnTo>
                    <a:pt x="388" y="178"/>
                  </a:lnTo>
                  <a:lnTo>
                    <a:pt x="387" y="178"/>
                  </a:lnTo>
                  <a:lnTo>
                    <a:pt x="387" y="179"/>
                  </a:lnTo>
                  <a:lnTo>
                    <a:pt x="386" y="179"/>
                  </a:lnTo>
                  <a:lnTo>
                    <a:pt x="384" y="182"/>
                  </a:lnTo>
                  <a:lnTo>
                    <a:pt x="382" y="183"/>
                  </a:lnTo>
                  <a:lnTo>
                    <a:pt x="381" y="184"/>
                  </a:lnTo>
                  <a:lnTo>
                    <a:pt x="381" y="185"/>
                  </a:lnTo>
                  <a:lnTo>
                    <a:pt x="380" y="186"/>
                  </a:lnTo>
                  <a:lnTo>
                    <a:pt x="379" y="186"/>
                  </a:lnTo>
                  <a:lnTo>
                    <a:pt x="379" y="188"/>
                  </a:lnTo>
                  <a:lnTo>
                    <a:pt x="379" y="189"/>
                  </a:lnTo>
                  <a:lnTo>
                    <a:pt x="379" y="189"/>
                  </a:lnTo>
                  <a:lnTo>
                    <a:pt x="379" y="190"/>
                  </a:lnTo>
                  <a:lnTo>
                    <a:pt x="378" y="191"/>
                  </a:lnTo>
                  <a:lnTo>
                    <a:pt x="378" y="191"/>
                  </a:lnTo>
                  <a:lnTo>
                    <a:pt x="377" y="192"/>
                  </a:lnTo>
                  <a:lnTo>
                    <a:pt x="377" y="193"/>
                  </a:lnTo>
                  <a:lnTo>
                    <a:pt x="377" y="193"/>
                  </a:lnTo>
                  <a:lnTo>
                    <a:pt x="377" y="194"/>
                  </a:lnTo>
                  <a:lnTo>
                    <a:pt x="377" y="194"/>
                  </a:lnTo>
                  <a:lnTo>
                    <a:pt x="377" y="195"/>
                  </a:lnTo>
                  <a:lnTo>
                    <a:pt x="377" y="195"/>
                  </a:lnTo>
                  <a:lnTo>
                    <a:pt x="379" y="195"/>
                  </a:lnTo>
                  <a:lnTo>
                    <a:pt x="379" y="195"/>
                  </a:lnTo>
                  <a:lnTo>
                    <a:pt x="379" y="197"/>
                  </a:lnTo>
                  <a:lnTo>
                    <a:pt x="379" y="197"/>
                  </a:lnTo>
                  <a:lnTo>
                    <a:pt x="378" y="197"/>
                  </a:lnTo>
                  <a:lnTo>
                    <a:pt x="378" y="199"/>
                  </a:lnTo>
                  <a:lnTo>
                    <a:pt x="379" y="199"/>
                  </a:lnTo>
                  <a:lnTo>
                    <a:pt x="380" y="198"/>
                  </a:lnTo>
                  <a:lnTo>
                    <a:pt x="380" y="197"/>
                  </a:lnTo>
                  <a:lnTo>
                    <a:pt x="381" y="196"/>
                  </a:lnTo>
                  <a:lnTo>
                    <a:pt x="382" y="196"/>
                  </a:lnTo>
                  <a:lnTo>
                    <a:pt x="382" y="197"/>
                  </a:lnTo>
                  <a:lnTo>
                    <a:pt x="382" y="197"/>
                  </a:lnTo>
                  <a:lnTo>
                    <a:pt x="381" y="198"/>
                  </a:lnTo>
                  <a:lnTo>
                    <a:pt x="381" y="199"/>
                  </a:lnTo>
                  <a:lnTo>
                    <a:pt x="380" y="200"/>
                  </a:lnTo>
                  <a:lnTo>
                    <a:pt x="379" y="200"/>
                  </a:lnTo>
                  <a:lnTo>
                    <a:pt x="378" y="201"/>
                  </a:lnTo>
                  <a:lnTo>
                    <a:pt x="378" y="201"/>
                  </a:lnTo>
                  <a:lnTo>
                    <a:pt x="377" y="202"/>
                  </a:lnTo>
                  <a:lnTo>
                    <a:pt x="377" y="202"/>
                  </a:lnTo>
                  <a:lnTo>
                    <a:pt x="377" y="202"/>
                  </a:lnTo>
                  <a:lnTo>
                    <a:pt x="379" y="201"/>
                  </a:lnTo>
                  <a:lnTo>
                    <a:pt x="380" y="200"/>
                  </a:lnTo>
                  <a:lnTo>
                    <a:pt x="380" y="200"/>
                  </a:lnTo>
                  <a:lnTo>
                    <a:pt x="379" y="201"/>
                  </a:lnTo>
                  <a:lnTo>
                    <a:pt x="378" y="203"/>
                  </a:lnTo>
                  <a:lnTo>
                    <a:pt x="377" y="204"/>
                  </a:lnTo>
                  <a:lnTo>
                    <a:pt x="377" y="204"/>
                  </a:lnTo>
                  <a:lnTo>
                    <a:pt x="378" y="204"/>
                  </a:lnTo>
                  <a:lnTo>
                    <a:pt x="379" y="203"/>
                  </a:lnTo>
                  <a:lnTo>
                    <a:pt x="379" y="203"/>
                  </a:lnTo>
                  <a:lnTo>
                    <a:pt x="379" y="202"/>
                  </a:lnTo>
                  <a:lnTo>
                    <a:pt x="380" y="202"/>
                  </a:lnTo>
                  <a:lnTo>
                    <a:pt x="380" y="201"/>
                  </a:lnTo>
                  <a:lnTo>
                    <a:pt x="381" y="200"/>
                  </a:lnTo>
                  <a:lnTo>
                    <a:pt x="381" y="201"/>
                  </a:lnTo>
                  <a:lnTo>
                    <a:pt x="381" y="201"/>
                  </a:lnTo>
                  <a:lnTo>
                    <a:pt x="381" y="203"/>
                  </a:lnTo>
                  <a:lnTo>
                    <a:pt x="380" y="203"/>
                  </a:lnTo>
                  <a:lnTo>
                    <a:pt x="380" y="204"/>
                  </a:lnTo>
                  <a:lnTo>
                    <a:pt x="381" y="204"/>
                  </a:lnTo>
                  <a:lnTo>
                    <a:pt x="381" y="204"/>
                  </a:lnTo>
                  <a:lnTo>
                    <a:pt x="381" y="204"/>
                  </a:lnTo>
                  <a:lnTo>
                    <a:pt x="381" y="204"/>
                  </a:lnTo>
                  <a:lnTo>
                    <a:pt x="381" y="203"/>
                  </a:lnTo>
                  <a:lnTo>
                    <a:pt x="381" y="201"/>
                  </a:lnTo>
                  <a:lnTo>
                    <a:pt x="381" y="200"/>
                  </a:lnTo>
                  <a:lnTo>
                    <a:pt x="381" y="199"/>
                  </a:lnTo>
                  <a:lnTo>
                    <a:pt x="381" y="199"/>
                  </a:lnTo>
                  <a:lnTo>
                    <a:pt x="382" y="198"/>
                  </a:lnTo>
                  <a:lnTo>
                    <a:pt x="383" y="198"/>
                  </a:lnTo>
                  <a:lnTo>
                    <a:pt x="383" y="196"/>
                  </a:lnTo>
                  <a:lnTo>
                    <a:pt x="385" y="197"/>
                  </a:lnTo>
                  <a:lnTo>
                    <a:pt x="386" y="197"/>
                  </a:lnTo>
                  <a:lnTo>
                    <a:pt x="386" y="197"/>
                  </a:lnTo>
                  <a:lnTo>
                    <a:pt x="386" y="197"/>
                  </a:lnTo>
                  <a:lnTo>
                    <a:pt x="387" y="195"/>
                  </a:lnTo>
                  <a:lnTo>
                    <a:pt x="390" y="194"/>
                  </a:lnTo>
                  <a:lnTo>
                    <a:pt x="391" y="193"/>
                  </a:lnTo>
                  <a:lnTo>
                    <a:pt x="392" y="192"/>
                  </a:lnTo>
                  <a:lnTo>
                    <a:pt x="392" y="192"/>
                  </a:lnTo>
                  <a:lnTo>
                    <a:pt x="394" y="191"/>
                  </a:lnTo>
                  <a:lnTo>
                    <a:pt x="394" y="191"/>
                  </a:lnTo>
                  <a:lnTo>
                    <a:pt x="395" y="190"/>
                  </a:lnTo>
                  <a:lnTo>
                    <a:pt x="395" y="190"/>
                  </a:lnTo>
                  <a:lnTo>
                    <a:pt x="396" y="189"/>
                  </a:lnTo>
                  <a:lnTo>
                    <a:pt x="397" y="189"/>
                  </a:lnTo>
                  <a:lnTo>
                    <a:pt x="397" y="189"/>
                  </a:lnTo>
                  <a:lnTo>
                    <a:pt x="398" y="189"/>
                  </a:lnTo>
                  <a:lnTo>
                    <a:pt x="399" y="188"/>
                  </a:lnTo>
                  <a:lnTo>
                    <a:pt x="400" y="187"/>
                  </a:lnTo>
                  <a:lnTo>
                    <a:pt x="401" y="187"/>
                  </a:lnTo>
                  <a:lnTo>
                    <a:pt x="402" y="186"/>
                  </a:lnTo>
                  <a:lnTo>
                    <a:pt x="402" y="186"/>
                  </a:lnTo>
                  <a:lnTo>
                    <a:pt x="404" y="186"/>
                  </a:lnTo>
                  <a:lnTo>
                    <a:pt x="406" y="185"/>
                  </a:lnTo>
                  <a:lnTo>
                    <a:pt x="406" y="185"/>
                  </a:lnTo>
                  <a:lnTo>
                    <a:pt x="406" y="185"/>
                  </a:lnTo>
                  <a:lnTo>
                    <a:pt x="406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8" y="186"/>
                  </a:lnTo>
                  <a:lnTo>
                    <a:pt x="408" y="186"/>
                  </a:lnTo>
                  <a:lnTo>
                    <a:pt x="408" y="187"/>
                  </a:lnTo>
                  <a:lnTo>
                    <a:pt x="410" y="187"/>
                  </a:lnTo>
                  <a:lnTo>
                    <a:pt x="411" y="187"/>
                  </a:lnTo>
                  <a:lnTo>
                    <a:pt x="412" y="187"/>
                  </a:lnTo>
                  <a:lnTo>
                    <a:pt x="413" y="187"/>
                  </a:lnTo>
                  <a:lnTo>
                    <a:pt x="413" y="188"/>
                  </a:lnTo>
                  <a:lnTo>
                    <a:pt x="414" y="188"/>
                  </a:lnTo>
                  <a:lnTo>
                    <a:pt x="414" y="187"/>
                  </a:lnTo>
                  <a:lnTo>
                    <a:pt x="416" y="187"/>
                  </a:lnTo>
                  <a:lnTo>
                    <a:pt x="416" y="187"/>
                  </a:lnTo>
                  <a:lnTo>
                    <a:pt x="416" y="187"/>
                  </a:lnTo>
                  <a:lnTo>
                    <a:pt x="416" y="187"/>
                  </a:lnTo>
                  <a:lnTo>
                    <a:pt x="417" y="188"/>
                  </a:lnTo>
                  <a:lnTo>
                    <a:pt x="417" y="187"/>
                  </a:lnTo>
                  <a:lnTo>
                    <a:pt x="418" y="187"/>
                  </a:lnTo>
                  <a:lnTo>
                    <a:pt x="419" y="186"/>
                  </a:lnTo>
                  <a:lnTo>
                    <a:pt x="420" y="186"/>
                  </a:lnTo>
                  <a:lnTo>
                    <a:pt x="421" y="187"/>
                  </a:lnTo>
                  <a:lnTo>
                    <a:pt x="421" y="188"/>
                  </a:lnTo>
                  <a:lnTo>
                    <a:pt x="421" y="188"/>
                  </a:lnTo>
                  <a:lnTo>
                    <a:pt x="422" y="188"/>
                  </a:lnTo>
                  <a:lnTo>
                    <a:pt x="423" y="187"/>
                  </a:lnTo>
                  <a:lnTo>
                    <a:pt x="423" y="186"/>
                  </a:lnTo>
                  <a:lnTo>
                    <a:pt x="423" y="186"/>
                  </a:lnTo>
                  <a:lnTo>
                    <a:pt x="423" y="186"/>
                  </a:lnTo>
                  <a:lnTo>
                    <a:pt x="422" y="186"/>
                  </a:lnTo>
                  <a:lnTo>
                    <a:pt x="422" y="185"/>
                  </a:lnTo>
                  <a:lnTo>
                    <a:pt x="423" y="183"/>
                  </a:lnTo>
                  <a:lnTo>
                    <a:pt x="425" y="183"/>
                  </a:lnTo>
                  <a:lnTo>
                    <a:pt x="425" y="184"/>
                  </a:lnTo>
                  <a:lnTo>
                    <a:pt x="426" y="184"/>
                  </a:lnTo>
                  <a:lnTo>
                    <a:pt x="426" y="186"/>
                  </a:lnTo>
                  <a:lnTo>
                    <a:pt x="427" y="186"/>
                  </a:lnTo>
                  <a:lnTo>
                    <a:pt x="428" y="186"/>
                  </a:lnTo>
                  <a:lnTo>
                    <a:pt x="428" y="185"/>
                  </a:lnTo>
                  <a:lnTo>
                    <a:pt x="428" y="185"/>
                  </a:lnTo>
                  <a:lnTo>
                    <a:pt x="429" y="184"/>
                  </a:lnTo>
                  <a:lnTo>
                    <a:pt x="429" y="184"/>
                  </a:lnTo>
                  <a:lnTo>
                    <a:pt x="429" y="184"/>
                  </a:lnTo>
                  <a:lnTo>
                    <a:pt x="429" y="184"/>
                  </a:lnTo>
                  <a:lnTo>
                    <a:pt x="429" y="185"/>
                  </a:lnTo>
                  <a:lnTo>
                    <a:pt x="430" y="185"/>
                  </a:lnTo>
                  <a:lnTo>
                    <a:pt x="431" y="185"/>
                  </a:lnTo>
                  <a:lnTo>
                    <a:pt x="432" y="184"/>
                  </a:lnTo>
                  <a:lnTo>
                    <a:pt x="432" y="185"/>
                  </a:lnTo>
                  <a:lnTo>
                    <a:pt x="433" y="186"/>
                  </a:lnTo>
                  <a:lnTo>
                    <a:pt x="433" y="185"/>
                  </a:lnTo>
                  <a:lnTo>
                    <a:pt x="434" y="186"/>
                  </a:lnTo>
                  <a:lnTo>
                    <a:pt x="434" y="186"/>
                  </a:lnTo>
                  <a:lnTo>
                    <a:pt x="434" y="187"/>
                  </a:lnTo>
                  <a:lnTo>
                    <a:pt x="434" y="187"/>
                  </a:lnTo>
                  <a:lnTo>
                    <a:pt x="434" y="188"/>
                  </a:lnTo>
                  <a:lnTo>
                    <a:pt x="434" y="188"/>
                  </a:lnTo>
                  <a:lnTo>
                    <a:pt x="434" y="189"/>
                  </a:lnTo>
                  <a:lnTo>
                    <a:pt x="435" y="189"/>
                  </a:lnTo>
                  <a:lnTo>
                    <a:pt x="435" y="189"/>
                  </a:lnTo>
                  <a:lnTo>
                    <a:pt x="437" y="191"/>
                  </a:lnTo>
                  <a:lnTo>
                    <a:pt x="437" y="191"/>
                  </a:lnTo>
                  <a:lnTo>
                    <a:pt x="437" y="191"/>
                  </a:lnTo>
                  <a:lnTo>
                    <a:pt x="437" y="191"/>
                  </a:lnTo>
                  <a:lnTo>
                    <a:pt x="438" y="191"/>
                  </a:lnTo>
                  <a:lnTo>
                    <a:pt x="438" y="191"/>
                  </a:lnTo>
                  <a:lnTo>
                    <a:pt x="438" y="191"/>
                  </a:lnTo>
                  <a:lnTo>
                    <a:pt x="438" y="191"/>
                  </a:lnTo>
                  <a:lnTo>
                    <a:pt x="438" y="191"/>
                  </a:lnTo>
                  <a:lnTo>
                    <a:pt x="438" y="191"/>
                  </a:lnTo>
                  <a:lnTo>
                    <a:pt x="438" y="191"/>
                  </a:lnTo>
                  <a:lnTo>
                    <a:pt x="439" y="191"/>
                  </a:lnTo>
                  <a:lnTo>
                    <a:pt x="439" y="192"/>
                  </a:lnTo>
                  <a:lnTo>
                    <a:pt x="439" y="193"/>
                  </a:lnTo>
                  <a:lnTo>
                    <a:pt x="439" y="195"/>
                  </a:lnTo>
                  <a:lnTo>
                    <a:pt x="440" y="194"/>
                  </a:lnTo>
                  <a:lnTo>
                    <a:pt x="440" y="194"/>
                  </a:lnTo>
                  <a:lnTo>
                    <a:pt x="440" y="194"/>
                  </a:lnTo>
                  <a:lnTo>
                    <a:pt x="441" y="194"/>
                  </a:lnTo>
                  <a:lnTo>
                    <a:pt x="440" y="195"/>
                  </a:lnTo>
                  <a:lnTo>
                    <a:pt x="441" y="195"/>
                  </a:lnTo>
                  <a:lnTo>
                    <a:pt x="441" y="195"/>
                  </a:lnTo>
                  <a:lnTo>
                    <a:pt x="442" y="195"/>
                  </a:lnTo>
                  <a:lnTo>
                    <a:pt x="441" y="196"/>
                  </a:lnTo>
                  <a:lnTo>
                    <a:pt x="442" y="196"/>
                  </a:lnTo>
                  <a:lnTo>
                    <a:pt x="442" y="196"/>
                  </a:lnTo>
                  <a:lnTo>
                    <a:pt x="441" y="197"/>
                  </a:lnTo>
                  <a:lnTo>
                    <a:pt x="440" y="197"/>
                  </a:lnTo>
                  <a:lnTo>
                    <a:pt x="440" y="197"/>
                  </a:lnTo>
                  <a:lnTo>
                    <a:pt x="441" y="198"/>
                  </a:lnTo>
                  <a:lnTo>
                    <a:pt x="440" y="199"/>
                  </a:lnTo>
                  <a:lnTo>
                    <a:pt x="440" y="199"/>
                  </a:lnTo>
                  <a:lnTo>
                    <a:pt x="440" y="201"/>
                  </a:lnTo>
                  <a:lnTo>
                    <a:pt x="441" y="201"/>
                  </a:lnTo>
                  <a:lnTo>
                    <a:pt x="441" y="201"/>
                  </a:lnTo>
                  <a:lnTo>
                    <a:pt x="441" y="202"/>
                  </a:lnTo>
                  <a:lnTo>
                    <a:pt x="440" y="202"/>
                  </a:lnTo>
                  <a:lnTo>
                    <a:pt x="441" y="203"/>
                  </a:lnTo>
                  <a:lnTo>
                    <a:pt x="441" y="204"/>
                  </a:lnTo>
                  <a:lnTo>
                    <a:pt x="441" y="204"/>
                  </a:lnTo>
                  <a:lnTo>
                    <a:pt x="441" y="204"/>
                  </a:lnTo>
                  <a:lnTo>
                    <a:pt x="442" y="204"/>
                  </a:lnTo>
                  <a:lnTo>
                    <a:pt x="442" y="205"/>
                  </a:lnTo>
                  <a:lnTo>
                    <a:pt x="442" y="206"/>
                  </a:lnTo>
                  <a:lnTo>
                    <a:pt x="442" y="207"/>
                  </a:lnTo>
                  <a:lnTo>
                    <a:pt x="442" y="208"/>
                  </a:lnTo>
                  <a:lnTo>
                    <a:pt x="443" y="209"/>
                  </a:lnTo>
                  <a:lnTo>
                    <a:pt x="444" y="209"/>
                  </a:lnTo>
                  <a:lnTo>
                    <a:pt x="445" y="209"/>
                  </a:lnTo>
                  <a:lnTo>
                    <a:pt x="445" y="210"/>
                  </a:lnTo>
                  <a:lnTo>
                    <a:pt x="445" y="210"/>
                  </a:lnTo>
                  <a:lnTo>
                    <a:pt x="445" y="212"/>
                  </a:lnTo>
                  <a:lnTo>
                    <a:pt x="446" y="212"/>
                  </a:lnTo>
                  <a:lnTo>
                    <a:pt x="446" y="213"/>
                  </a:lnTo>
                  <a:lnTo>
                    <a:pt x="447" y="213"/>
                  </a:lnTo>
                  <a:lnTo>
                    <a:pt x="447" y="213"/>
                  </a:lnTo>
                  <a:lnTo>
                    <a:pt x="447" y="213"/>
                  </a:lnTo>
                  <a:lnTo>
                    <a:pt x="448" y="216"/>
                  </a:lnTo>
                  <a:lnTo>
                    <a:pt x="449" y="217"/>
                  </a:lnTo>
                  <a:lnTo>
                    <a:pt x="450" y="217"/>
                  </a:lnTo>
                  <a:lnTo>
                    <a:pt x="449" y="218"/>
                  </a:lnTo>
                  <a:lnTo>
                    <a:pt x="450" y="219"/>
                  </a:lnTo>
                  <a:lnTo>
                    <a:pt x="449" y="219"/>
                  </a:lnTo>
                  <a:lnTo>
                    <a:pt x="449" y="220"/>
                  </a:lnTo>
                  <a:lnTo>
                    <a:pt x="448" y="221"/>
                  </a:lnTo>
                  <a:lnTo>
                    <a:pt x="448" y="221"/>
                  </a:lnTo>
                  <a:lnTo>
                    <a:pt x="448" y="222"/>
                  </a:lnTo>
                  <a:lnTo>
                    <a:pt x="449" y="223"/>
                  </a:lnTo>
                  <a:lnTo>
                    <a:pt x="448" y="225"/>
                  </a:lnTo>
                  <a:lnTo>
                    <a:pt x="448" y="225"/>
                  </a:lnTo>
                  <a:lnTo>
                    <a:pt x="449" y="227"/>
                  </a:lnTo>
                  <a:lnTo>
                    <a:pt x="450" y="227"/>
                  </a:lnTo>
                  <a:lnTo>
                    <a:pt x="450" y="227"/>
                  </a:lnTo>
                  <a:lnTo>
                    <a:pt x="450" y="227"/>
                  </a:lnTo>
                  <a:lnTo>
                    <a:pt x="451" y="228"/>
                  </a:lnTo>
                  <a:lnTo>
                    <a:pt x="451" y="231"/>
                  </a:lnTo>
                  <a:lnTo>
                    <a:pt x="451" y="232"/>
                  </a:lnTo>
                  <a:lnTo>
                    <a:pt x="451" y="234"/>
                  </a:lnTo>
                  <a:lnTo>
                    <a:pt x="452" y="236"/>
                  </a:lnTo>
                  <a:lnTo>
                    <a:pt x="452" y="237"/>
                  </a:lnTo>
                  <a:lnTo>
                    <a:pt x="453" y="238"/>
                  </a:lnTo>
                  <a:lnTo>
                    <a:pt x="454" y="238"/>
                  </a:lnTo>
                  <a:lnTo>
                    <a:pt x="455" y="238"/>
                  </a:lnTo>
                  <a:lnTo>
                    <a:pt x="455" y="238"/>
                  </a:lnTo>
                  <a:lnTo>
                    <a:pt x="456" y="238"/>
                  </a:lnTo>
                  <a:lnTo>
                    <a:pt x="456" y="238"/>
                  </a:lnTo>
                  <a:lnTo>
                    <a:pt x="457" y="239"/>
                  </a:lnTo>
                  <a:lnTo>
                    <a:pt x="457" y="240"/>
                  </a:lnTo>
                  <a:lnTo>
                    <a:pt x="456" y="241"/>
                  </a:lnTo>
                  <a:lnTo>
                    <a:pt x="456" y="242"/>
                  </a:lnTo>
                  <a:lnTo>
                    <a:pt x="455" y="243"/>
                  </a:lnTo>
                  <a:lnTo>
                    <a:pt x="455" y="243"/>
                  </a:lnTo>
                  <a:lnTo>
                    <a:pt x="455" y="243"/>
                  </a:lnTo>
                  <a:lnTo>
                    <a:pt x="456" y="243"/>
                  </a:lnTo>
                  <a:lnTo>
                    <a:pt x="456" y="244"/>
                  </a:lnTo>
                  <a:lnTo>
                    <a:pt x="456" y="245"/>
                  </a:lnTo>
                  <a:lnTo>
                    <a:pt x="456" y="246"/>
                  </a:lnTo>
                  <a:lnTo>
                    <a:pt x="455" y="247"/>
                  </a:lnTo>
                  <a:lnTo>
                    <a:pt x="455" y="247"/>
                  </a:lnTo>
                  <a:lnTo>
                    <a:pt x="456" y="247"/>
                  </a:lnTo>
                  <a:lnTo>
                    <a:pt x="456" y="247"/>
                  </a:lnTo>
                  <a:lnTo>
                    <a:pt x="456" y="248"/>
                  </a:lnTo>
                  <a:lnTo>
                    <a:pt x="455" y="249"/>
                  </a:lnTo>
                  <a:lnTo>
                    <a:pt x="455" y="249"/>
                  </a:lnTo>
                  <a:lnTo>
                    <a:pt x="455" y="249"/>
                  </a:lnTo>
                  <a:lnTo>
                    <a:pt x="454" y="249"/>
                  </a:lnTo>
                  <a:lnTo>
                    <a:pt x="454" y="251"/>
                  </a:lnTo>
                  <a:lnTo>
                    <a:pt x="454" y="251"/>
                  </a:lnTo>
                  <a:lnTo>
                    <a:pt x="453" y="251"/>
                  </a:lnTo>
                  <a:lnTo>
                    <a:pt x="454" y="251"/>
                  </a:lnTo>
                  <a:lnTo>
                    <a:pt x="454" y="252"/>
                  </a:lnTo>
                  <a:lnTo>
                    <a:pt x="453" y="252"/>
                  </a:lnTo>
                  <a:lnTo>
                    <a:pt x="453" y="253"/>
                  </a:lnTo>
                  <a:lnTo>
                    <a:pt x="453" y="253"/>
                  </a:lnTo>
                  <a:lnTo>
                    <a:pt x="453" y="253"/>
                  </a:lnTo>
                  <a:lnTo>
                    <a:pt x="453" y="253"/>
                  </a:lnTo>
                  <a:lnTo>
                    <a:pt x="453" y="253"/>
                  </a:lnTo>
                  <a:lnTo>
                    <a:pt x="452" y="254"/>
                  </a:lnTo>
                  <a:lnTo>
                    <a:pt x="452" y="253"/>
                  </a:lnTo>
                  <a:lnTo>
                    <a:pt x="452" y="253"/>
                  </a:lnTo>
                  <a:lnTo>
                    <a:pt x="451" y="254"/>
                  </a:lnTo>
                  <a:lnTo>
                    <a:pt x="451" y="254"/>
                  </a:lnTo>
                  <a:lnTo>
                    <a:pt x="449" y="256"/>
                  </a:lnTo>
                  <a:lnTo>
                    <a:pt x="449" y="257"/>
                  </a:lnTo>
                  <a:lnTo>
                    <a:pt x="449" y="257"/>
                  </a:lnTo>
                  <a:lnTo>
                    <a:pt x="450" y="257"/>
                  </a:lnTo>
                  <a:lnTo>
                    <a:pt x="450" y="257"/>
                  </a:lnTo>
                  <a:lnTo>
                    <a:pt x="451" y="257"/>
                  </a:lnTo>
                  <a:lnTo>
                    <a:pt x="451" y="258"/>
                  </a:lnTo>
                  <a:lnTo>
                    <a:pt x="451" y="258"/>
                  </a:lnTo>
                  <a:lnTo>
                    <a:pt x="451" y="258"/>
                  </a:lnTo>
                  <a:lnTo>
                    <a:pt x="451" y="259"/>
                  </a:lnTo>
                  <a:lnTo>
                    <a:pt x="451" y="259"/>
                  </a:lnTo>
                  <a:lnTo>
                    <a:pt x="451" y="259"/>
                  </a:lnTo>
                  <a:lnTo>
                    <a:pt x="451" y="259"/>
                  </a:lnTo>
                  <a:lnTo>
                    <a:pt x="452" y="260"/>
                  </a:lnTo>
                  <a:lnTo>
                    <a:pt x="452" y="264"/>
                  </a:lnTo>
                  <a:lnTo>
                    <a:pt x="452" y="264"/>
                  </a:lnTo>
                  <a:lnTo>
                    <a:pt x="451" y="264"/>
                  </a:lnTo>
                  <a:lnTo>
                    <a:pt x="452" y="264"/>
                  </a:lnTo>
                  <a:lnTo>
                    <a:pt x="452" y="265"/>
                  </a:lnTo>
                  <a:lnTo>
                    <a:pt x="452" y="266"/>
                  </a:lnTo>
                  <a:lnTo>
                    <a:pt x="453" y="266"/>
                  </a:lnTo>
                  <a:lnTo>
                    <a:pt x="452" y="268"/>
                  </a:lnTo>
                  <a:lnTo>
                    <a:pt x="452" y="269"/>
                  </a:lnTo>
                  <a:lnTo>
                    <a:pt x="451" y="269"/>
                  </a:lnTo>
                  <a:lnTo>
                    <a:pt x="451" y="269"/>
                  </a:lnTo>
                  <a:lnTo>
                    <a:pt x="451" y="269"/>
                  </a:lnTo>
                  <a:lnTo>
                    <a:pt x="451" y="269"/>
                  </a:lnTo>
                  <a:lnTo>
                    <a:pt x="451" y="269"/>
                  </a:lnTo>
                  <a:lnTo>
                    <a:pt x="450" y="269"/>
                  </a:lnTo>
                  <a:lnTo>
                    <a:pt x="450" y="269"/>
                  </a:lnTo>
                  <a:lnTo>
                    <a:pt x="448" y="269"/>
                  </a:lnTo>
                  <a:lnTo>
                    <a:pt x="448" y="270"/>
                  </a:lnTo>
                  <a:lnTo>
                    <a:pt x="447" y="271"/>
                  </a:lnTo>
                  <a:lnTo>
                    <a:pt x="447" y="271"/>
                  </a:lnTo>
                  <a:lnTo>
                    <a:pt x="448" y="271"/>
                  </a:lnTo>
                  <a:lnTo>
                    <a:pt x="448" y="272"/>
                  </a:lnTo>
                  <a:lnTo>
                    <a:pt x="448" y="273"/>
                  </a:lnTo>
                  <a:lnTo>
                    <a:pt x="447" y="273"/>
                  </a:lnTo>
                  <a:lnTo>
                    <a:pt x="447" y="274"/>
                  </a:lnTo>
                  <a:lnTo>
                    <a:pt x="447" y="274"/>
                  </a:lnTo>
                  <a:lnTo>
                    <a:pt x="447" y="274"/>
                  </a:lnTo>
                  <a:lnTo>
                    <a:pt x="448" y="274"/>
                  </a:lnTo>
                  <a:lnTo>
                    <a:pt x="448" y="274"/>
                  </a:lnTo>
                  <a:lnTo>
                    <a:pt x="449" y="274"/>
                  </a:lnTo>
                  <a:lnTo>
                    <a:pt x="449" y="274"/>
                  </a:lnTo>
                  <a:lnTo>
                    <a:pt x="449" y="274"/>
                  </a:lnTo>
                  <a:lnTo>
                    <a:pt x="449" y="276"/>
                  </a:lnTo>
                  <a:lnTo>
                    <a:pt x="449" y="276"/>
                  </a:lnTo>
                  <a:lnTo>
                    <a:pt x="449" y="277"/>
                  </a:lnTo>
                  <a:lnTo>
                    <a:pt x="448" y="277"/>
                  </a:lnTo>
                  <a:lnTo>
                    <a:pt x="448" y="277"/>
                  </a:lnTo>
                  <a:lnTo>
                    <a:pt x="447" y="277"/>
                  </a:lnTo>
                  <a:lnTo>
                    <a:pt x="447" y="277"/>
                  </a:lnTo>
                  <a:lnTo>
                    <a:pt x="447" y="277"/>
                  </a:lnTo>
                  <a:lnTo>
                    <a:pt x="447" y="277"/>
                  </a:lnTo>
                  <a:lnTo>
                    <a:pt x="447" y="277"/>
                  </a:lnTo>
                  <a:lnTo>
                    <a:pt x="447" y="277"/>
                  </a:lnTo>
                  <a:lnTo>
                    <a:pt x="447" y="278"/>
                  </a:lnTo>
                  <a:lnTo>
                    <a:pt x="447" y="278"/>
                  </a:lnTo>
                  <a:lnTo>
                    <a:pt x="447" y="279"/>
                  </a:lnTo>
                  <a:lnTo>
                    <a:pt x="447" y="278"/>
                  </a:lnTo>
                  <a:lnTo>
                    <a:pt x="447" y="278"/>
                  </a:lnTo>
                  <a:lnTo>
                    <a:pt x="447" y="280"/>
                  </a:lnTo>
                  <a:lnTo>
                    <a:pt x="447" y="280"/>
                  </a:lnTo>
                  <a:lnTo>
                    <a:pt x="447" y="281"/>
                  </a:lnTo>
                  <a:lnTo>
                    <a:pt x="447" y="281"/>
                  </a:lnTo>
                  <a:lnTo>
                    <a:pt x="447" y="281"/>
                  </a:lnTo>
                  <a:lnTo>
                    <a:pt x="447" y="282"/>
                  </a:lnTo>
                  <a:lnTo>
                    <a:pt x="447" y="282"/>
                  </a:lnTo>
                  <a:lnTo>
                    <a:pt x="447" y="282"/>
                  </a:lnTo>
                  <a:lnTo>
                    <a:pt x="447" y="282"/>
                  </a:lnTo>
                  <a:lnTo>
                    <a:pt x="447" y="283"/>
                  </a:lnTo>
                  <a:lnTo>
                    <a:pt x="445" y="284"/>
                  </a:lnTo>
                  <a:lnTo>
                    <a:pt x="444" y="282"/>
                  </a:lnTo>
                  <a:lnTo>
                    <a:pt x="444" y="281"/>
                  </a:lnTo>
                  <a:lnTo>
                    <a:pt x="443" y="281"/>
                  </a:lnTo>
                  <a:lnTo>
                    <a:pt x="443" y="281"/>
                  </a:lnTo>
                  <a:lnTo>
                    <a:pt x="442" y="281"/>
                  </a:lnTo>
                  <a:lnTo>
                    <a:pt x="442" y="281"/>
                  </a:lnTo>
                  <a:lnTo>
                    <a:pt x="442" y="282"/>
                  </a:lnTo>
                  <a:lnTo>
                    <a:pt x="442" y="282"/>
                  </a:lnTo>
                  <a:lnTo>
                    <a:pt x="442" y="281"/>
                  </a:lnTo>
                  <a:lnTo>
                    <a:pt x="441" y="280"/>
                  </a:lnTo>
                  <a:lnTo>
                    <a:pt x="441" y="279"/>
                  </a:lnTo>
                  <a:lnTo>
                    <a:pt x="441" y="277"/>
                  </a:lnTo>
                  <a:lnTo>
                    <a:pt x="441" y="277"/>
                  </a:lnTo>
                  <a:lnTo>
                    <a:pt x="441" y="277"/>
                  </a:lnTo>
                  <a:lnTo>
                    <a:pt x="441" y="277"/>
                  </a:lnTo>
                  <a:lnTo>
                    <a:pt x="441" y="276"/>
                  </a:lnTo>
                  <a:lnTo>
                    <a:pt x="440" y="275"/>
                  </a:lnTo>
                  <a:lnTo>
                    <a:pt x="440" y="275"/>
                  </a:lnTo>
                  <a:lnTo>
                    <a:pt x="440" y="274"/>
                  </a:lnTo>
                  <a:lnTo>
                    <a:pt x="439" y="274"/>
                  </a:lnTo>
                  <a:lnTo>
                    <a:pt x="439" y="274"/>
                  </a:lnTo>
                  <a:lnTo>
                    <a:pt x="439" y="273"/>
                  </a:lnTo>
                  <a:lnTo>
                    <a:pt x="438" y="271"/>
                  </a:lnTo>
                  <a:lnTo>
                    <a:pt x="438" y="271"/>
                  </a:lnTo>
                  <a:lnTo>
                    <a:pt x="438" y="270"/>
                  </a:lnTo>
                  <a:lnTo>
                    <a:pt x="438" y="270"/>
                  </a:lnTo>
                  <a:lnTo>
                    <a:pt x="438" y="270"/>
                  </a:lnTo>
                  <a:lnTo>
                    <a:pt x="437" y="269"/>
                  </a:lnTo>
                  <a:lnTo>
                    <a:pt x="437" y="269"/>
                  </a:lnTo>
                  <a:lnTo>
                    <a:pt x="436" y="268"/>
                  </a:lnTo>
                  <a:lnTo>
                    <a:pt x="436" y="267"/>
                  </a:lnTo>
                  <a:lnTo>
                    <a:pt x="435" y="267"/>
                  </a:lnTo>
                  <a:lnTo>
                    <a:pt x="434" y="267"/>
                  </a:lnTo>
                  <a:lnTo>
                    <a:pt x="434" y="266"/>
                  </a:lnTo>
                  <a:lnTo>
                    <a:pt x="433" y="266"/>
                  </a:lnTo>
                  <a:lnTo>
                    <a:pt x="433" y="267"/>
                  </a:lnTo>
                  <a:lnTo>
                    <a:pt x="433" y="267"/>
                  </a:lnTo>
                  <a:lnTo>
                    <a:pt x="433" y="266"/>
                  </a:lnTo>
                  <a:lnTo>
                    <a:pt x="433" y="266"/>
                  </a:lnTo>
                  <a:lnTo>
                    <a:pt x="433" y="266"/>
                  </a:lnTo>
                  <a:lnTo>
                    <a:pt x="434" y="265"/>
                  </a:lnTo>
                  <a:lnTo>
                    <a:pt x="434" y="265"/>
                  </a:lnTo>
                  <a:lnTo>
                    <a:pt x="433" y="264"/>
                  </a:lnTo>
                  <a:lnTo>
                    <a:pt x="433" y="264"/>
                  </a:lnTo>
                  <a:lnTo>
                    <a:pt x="433" y="264"/>
                  </a:lnTo>
                  <a:lnTo>
                    <a:pt x="433" y="263"/>
                  </a:lnTo>
                  <a:lnTo>
                    <a:pt x="433" y="262"/>
                  </a:lnTo>
                  <a:lnTo>
                    <a:pt x="433" y="261"/>
                  </a:lnTo>
                  <a:lnTo>
                    <a:pt x="433" y="261"/>
                  </a:lnTo>
                  <a:lnTo>
                    <a:pt x="433" y="260"/>
                  </a:lnTo>
                  <a:lnTo>
                    <a:pt x="434" y="260"/>
                  </a:lnTo>
                  <a:lnTo>
                    <a:pt x="434" y="259"/>
                  </a:lnTo>
                  <a:lnTo>
                    <a:pt x="434" y="259"/>
                  </a:lnTo>
                  <a:lnTo>
                    <a:pt x="434" y="258"/>
                  </a:lnTo>
                  <a:lnTo>
                    <a:pt x="434" y="258"/>
                  </a:lnTo>
                  <a:lnTo>
                    <a:pt x="433" y="257"/>
                  </a:lnTo>
                  <a:lnTo>
                    <a:pt x="433" y="257"/>
                  </a:lnTo>
                  <a:lnTo>
                    <a:pt x="434" y="258"/>
                  </a:lnTo>
                  <a:lnTo>
                    <a:pt x="434" y="258"/>
                  </a:lnTo>
                  <a:lnTo>
                    <a:pt x="434" y="256"/>
                  </a:lnTo>
                  <a:lnTo>
                    <a:pt x="434" y="256"/>
                  </a:lnTo>
                  <a:lnTo>
                    <a:pt x="434" y="256"/>
                  </a:lnTo>
                  <a:lnTo>
                    <a:pt x="435" y="256"/>
                  </a:lnTo>
                  <a:lnTo>
                    <a:pt x="435" y="256"/>
                  </a:lnTo>
                  <a:lnTo>
                    <a:pt x="437" y="256"/>
                  </a:lnTo>
                  <a:lnTo>
                    <a:pt x="437" y="255"/>
                  </a:lnTo>
                  <a:lnTo>
                    <a:pt x="437" y="255"/>
                  </a:lnTo>
                  <a:lnTo>
                    <a:pt x="438" y="254"/>
                  </a:lnTo>
                  <a:lnTo>
                    <a:pt x="438" y="254"/>
                  </a:lnTo>
                  <a:lnTo>
                    <a:pt x="438" y="255"/>
                  </a:lnTo>
                  <a:lnTo>
                    <a:pt x="438" y="255"/>
                  </a:lnTo>
                  <a:lnTo>
                    <a:pt x="438" y="256"/>
                  </a:lnTo>
                  <a:lnTo>
                    <a:pt x="438" y="255"/>
                  </a:lnTo>
                  <a:lnTo>
                    <a:pt x="439" y="256"/>
                  </a:lnTo>
                  <a:lnTo>
                    <a:pt x="439" y="256"/>
                  </a:lnTo>
                  <a:lnTo>
                    <a:pt x="438" y="256"/>
                  </a:lnTo>
                  <a:lnTo>
                    <a:pt x="438" y="256"/>
                  </a:lnTo>
                  <a:lnTo>
                    <a:pt x="438" y="256"/>
                  </a:lnTo>
                  <a:lnTo>
                    <a:pt x="439" y="256"/>
                  </a:lnTo>
                  <a:lnTo>
                    <a:pt x="439" y="256"/>
                  </a:lnTo>
                  <a:lnTo>
                    <a:pt x="439" y="256"/>
                  </a:lnTo>
                  <a:lnTo>
                    <a:pt x="439" y="256"/>
                  </a:lnTo>
                  <a:lnTo>
                    <a:pt x="438" y="255"/>
                  </a:lnTo>
                  <a:lnTo>
                    <a:pt x="438" y="255"/>
                  </a:lnTo>
                  <a:lnTo>
                    <a:pt x="439" y="255"/>
                  </a:lnTo>
                  <a:lnTo>
                    <a:pt x="439" y="255"/>
                  </a:lnTo>
                  <a:lnTo>
                    <a:pt x="439" y="255"/>
                  </a:lnTo>
                  <a:lnTo>
                    <a:pt x="440" y="255"/>
                  </a:lnTo>
                  <a:lnTo>
                    <a:pt x="439" y="255"/>
                  </a:lnTo>
                  <a:lnTo>
                    <a:pt x="439" y="254"/>
                  </a:lnTo>
                  <a:lnTo>
                    <a:pt x="439" y="254"/>
                  </a:lnTo>
                  <a:lnTo>
                    <a:pt x="438" y="254"/>
                  </a:lnTo>
                  <a:lnTo>
                    <a:pt x="438" y="254"/>
                  </a:lnTo>
                  <a:lnTo>
                    <a:pt x="438" y="254"/>
                  </a:lnTo>
                  <a:lnTo>
                    <a:pt x="438" y="253"/>
                  </a:lnTo>
                  <a:lnTo>
                    <a:pt x="437" y="253"/>
                  </a:lnTo>
                  <a:lnTo>
                    <a:pt x="438" y="253"/>
                  </a:lnTo>
                  <a:lnTo>
                    <a:pt x="438" y="252"/>
                  </a:lnTo>
                  <a:lnTo>
                    <a:pt x="438" y="252"/>
                  </a:lnTo>
                  <a:lnTo>
                    <a:pt x="439" y="253"/>
                  </a:lnTo>
                  <a:lnTo>
                    <a:pt x="439" y="253"/>
                  </a:lnTo>
                  <a:lnTo>
                    <a:pt x="439" y="253"/>
                  </a:lnTo>
                  <a:lnTo>
                    <a:pt x="440" y="253"/>
                  </a:lnTo>
                  <a:lnTo>
                    <a:pt x="440" y="253"/>
                  </a:lnTo>
                  <a:lnTo>
                    <a:pt x="440" y="253"/>
                  </a:lnTo>
                  <a:lnTo>
                    <a:pt x="440" y="252"/>
                  </a:lnTo>
                  <a:lnTo>
                    <a:pt x="439" y="252"/>
                  </a:lnTo>
                  <a:lnTo>
                    <a:pt x="439" y="251"/>
                  </a:lnTo>
                  <a:lnTo>
                    <a:pt x="440" y="251"/>
                  </a:lnTo>
                  <a:lnTo>
                    <a:pt x="440" y="251"/>
                  </a:lnTo>
                  <a:lnTo>
                    <a:pt x="440" y="251"/>
                  </a:lnTo>
                  <a:lnTo>
                    <a:pt x="440" y="251"/>
                  </a:lnTo>
                  <a:lnTo>
                    <a:pt x="440" y="250"/>
                  </a:lnTo>
                  <a:lnTo>
                    <a:pt x="440" y="249"/>
                  </a:lnTo>
                  <a:lnTo>
                    <a:pt x="440" y="249"/>
                  </a:lnTo>
                  <a:lnTo>
                    <a:pt x="440" y="249"/>
                  </a:lnTo>
                  <a:lnTo>
                    <a:pt x="440" y="249"/>
                  </a:lnTo>
                  <a:lnTo>
                    <a:pt x="440" y="248"/>
                  </a:lnTo>
                  <a:lnTo>
                    <a:pt x="439" y="247"/>
                  </a:lnTo>
                  <a:lnTo>
                    <a:pt x="440" y="247"/>
                  </a:lnTo>
                  <a:lnTo>
                    <a:pt x="440" y="247"/>
                  </a:lnTo>
                  <a:lnTo>
                    <a:pt x="440" y="247"/>
                  </a:lnTo>
                  <a:lnTo>
                    <a:pt x="440" y="247"/>
                  </a:lnTo>
                  <a:lnTo>
                    <a:pt x="439" y="247"/>
                  </a:lnTo>
                  <a:lnTo>
                    <a:pt x="439" y="247"/>
                  </a:lnTo>
                  <a:lnTo>
                    <a:pt x="439" y="247"/>
                  </a:lnTo>
                  <a:lnTo>
                    <a:pt x="439" y="247"/>
                  </a:lnTo>
                  <a:lnTo>
                    <a:pt x="439" y="247"/>
                  </a:lnTo>
                  <a:lnTo>
                    <a:pt x="439" y="247"/>
                  </a:lnTo>
                  <a:lnTo>
                    <a:pt x="438" y="247"/>
                  </a:lnTo>
                  <a:lnTo>
                    <a:pt x="438" y="247"/>
                  </a:lnTo>
                  <a:lnTo>
                    <a:pt x="437" y="247"/>
                  </a:lnTo>
                  <a:lnTo>
                    <a:pt x="437" y="247"/>
                  </a:lnTo>
                  <a:lnTo>
                    <a:pt x="436" y="247"/>
                  </a:lnTo>
                  <a:lnTo>
                    <a:pt x="436" y="247"/>
                  </a:lnTo>
                  <a:lnTo>
                    <a:pt x="437" y="247"/>
                  </a:lnTo>
                  <a:lnTo>
                    <a:pt x="437" y="247"/>
                  </a:lnTo>
                  <a:lnTo>
                    <a:pt x="438" y="247"/>
                  </a:lnTo>
                  <a:lnTo>
                    <a:pt x="438" y="247"/>
                  </a:lnTo>
                  <a:lnTo>
                    <a:pt x="438" y="247"/>
                  </a:lnTo>
                  <a:lnTo>
                    <a:pt x="438" y="247"/>
                  </a:lnTo>
                  <a:lnTo>
                    <a:pt x="438" y="247"/>
                  </a:lnTo>
                  <a:lnTo>
                    <a:pt x="438" y="247"/>
                  </a:lnTo>
                  <a:lnTo>
                    <a:pt x="438" y="246"/>
                  </a:lnTo>
                  <a:lnTo>
                    <a:pt x="439" y="246"/>
                  </a:lnTo>
                  <a:lnTo>
                    <a:pt x="438" y="245"/>
                  </a:lnTo>
                  <a:lnTo>
                    <a:pt x="440" y="244"/>
                  </a:lnTo>
                  <a:lnTo>
                    <a:pt x="440" y="244"/>
                  </a:lnTo>
                  <a:lnTo>
                    <a:pt x="440" y="244"/>
                  </a:lnTo>
                  <a:lnTo>
                    <a:pt x="439" y="244"/>
                  </a:lnTo>
                  <a:lnTo>
                    <a:pt x="439" y="244"/>
                  </a:lnTo>
                  <a:lnTo>
                    <a:pt x="439" y="244"/>
                  </a:lnTo>
                  <a:lnTo>
                    <a:pt x="439" y="244"/>
                  </a:lnTo>
                  <a:lnTo>
                    <a:pt x="439" y="243"/>
                  </a:lnTo>
                  <a:lnTo>
                    <a:pt x="439" y="243"/>
                  </a:lnTo>
                  <a:lnTo>
                    <a:pt x="439" y="243"/>
                  </a:lnTo>
                  <a:lnTo>
                    <a:pt x="439" y="243"/>
                  </a:lnTo>
                  <a:lnTo>
                    <a:pt x="438" y="243"/>
                  </a:lnTo>
                  <a:lnTo>
                    <a:pt x="439" y="243"/>
                  </a:lnTo>
                  <a:lnTo>
                    <a:pt x="438" y="243"/>
                  </a:lnTo>
                  <a:lnTo>
                    <a:pt x="439" y="242"/>
                  </a:lnTo>
                  <a:lnTo>
                    <a:pt x="439" y="242"/>
                  </a:lnTo>
                  <a:lnTo>
                    <a:pt x="438" y="242"/>
                  </a:lnTo>
                  <a:lnTo>
                    <a:pt x="440" y="240"/>
                  </a:lnTo>
                  <a:lnTo>
                    <a:pt x="441" y="240"/>
                  </a:lnTo>
                  <a:lnTo>
                    <a:pt x="440" y="240"/>
                  </a:lnTo>
                  <a:lnTo>
                    <a:pt x="440" y="240"/>
                  </a:lnTo>
                  <a:lnTo>
                    <a:pt x="440" y="240"/>
                  </a:lnTo>
                  <a:lnTo>
                    <a:pt x="439" y="240"/>
                  </a:lnTo>
                  <a:lnTo>
                    <a:pt x="439" y="240"/>
                  </a:lnTo>
                  <a:lnTo>
                    <a:pt x="438" y="240"/>
                  </a:lnTo>
                  <a:lnTo>
                    <a:pt x="438" y="239"/>
                  </a:lnTo>
                  <a:lnTo>
                    <a:pt x="438" y="239"/>
                  </a:lnTo>
                  <a:lnTo>
                    <a:pt x="438" y="239"/>
                  </a:lnTo>
                  <a:lnTo>
                    <a:pt x="439" y="239"/>
                  </a:lnTo>
                  <a:lnTo>
                    <a:pt x="439" y="238"/>
                  </a:lnTo>
                  <a:lnTo>
                    <a:pt x="439" y="238"/>
                  </a:lnTo>
                  <a:lnTo>
                    <a:pt x="439" y="237"/>
                  </a:lnTo>
                  <a:lnTo>
                    <a:pt x="439" y="237"/>
                  </a:lnTo>
                  <a:lnTo>
                    <a:pt x="438" y="237"/>
                  </a:lnTo>
                  <a:lnTo>
                    <a:pt x="438" y="237"/>
                  </a:lnTo>
                  <a:lnTo>
                    <a:pt x="438" y="235"/>
                  </a:lnTo>
                  <a:lnTo>
                    <a:pt x="438" y="234"/>
                  </a:lnTo>
                  <a:lnTo>
                    <a:pt x="438" y="234"/>
                  </a:lnTo>
                  <a:lnTo>
                    <a:pt x="438" y="234"/>
                  </a:lnTo>
                  <a:lnTo>
                    <a:pt x="437" y="234"/>
                  </a:lnTo>
                  <a:lnTo>
                    <a:pt x="438" y="234"/>
                  </a:lnTo>
                  <a:lnTo>
                    <a:pt x="438" y="233"/>
                  </a:lnTo>
                  <a:lnTo>
                    <a:pt x="437" y="233"/>
                  </a:lnTo>
                  <a:lnTo>
                    <a:pt x="437" y="232"/>
                  </a:lnTo>
                  <a:lnTo>
                    <a:pt x="437" y="232"/>
                  </a:lnTo>
                  <a:lnTo>
                    <a:pt x="437" y="231"/>
                  </a:lnTo>
                  <a:lnTo>
                    <a:pt x="437" y="231"/>
                  </a:lnTo>
                  <a:lnTo>
                    <a:pt x="437" y="231"/>
                  </a:lnTo>
                  <a:lnTo>
                    <a:pt x="437" y="231"/>
                  </a:lnTo>
                  <a:lnTo>
                    <a:pt x="437" y="230"/>
                  </a:lnTo>
                  <a:lnTo>
                    <a:pt x="438" y="230"/>
                  </a:lnTo>
                  <a:lnTo>
                    <a:pt x="437" y="230"/>
                  </a:lnTo>
                  <a:lnTo>
                    <a:pt x="436" y="230"/>
                  </a:lnTo>
                  <a:lnTo>
                    <a:pt x="437" y="228"/>
                  </a:lnTo>
                  <a:lnTo>
                    <a:pt x="436" y="227"/>
                  </a:lnTo>
                  <a:lnTo>
                    <a:pt x="436" y="227"/>
                  </a:lnTo>
                  <a:lnTo>
                    <a:pt x="436" y="226"/>
                  </a:lnTo>
                  <a:lnTo>
                    <a:pt x="436" y="226"/>
                  </a:lnTo>
                  <a:lnTo>
                    <a:pt x="435" y="225"/>
                  </a:lnTo>
                  <a:lnTo>
                    <a:pt x="435" y="225"/>
                  </a:lnTo>
                  <a:lnTo>
                    <a:pt x="434" y="225"/>
                  </a:lnTo>
                  <a:lnTo>
                    <a:pt x="434" y="225"/>
                  </a:lnTo>
                  <a:lnTo>
                    <a:pt x="434" y="225"/>
                  </a:lnTo>
                  <a:lnTo>
                    <a:pt x="434" y="225"/>
                  </a:lnTo>
                  <a:lnTo>
                    <a:pt x="434" y="225"/>
                  </a:lnTo>
                  <a:lnTo>
                    <a:pt x="434" y="226"/>
                  </a:lnTo>
                  <a:lnTo>
                    <a:pt x="434" y="226"/>
                  </a:lnTo>
                  <a:lnTo>
                    <a:pt x="433" y="226"/>
                  </a:lnTo>
                  <a:lnTo>
                    <a:pt x="432" y="226"/>
                  </a:lnTo>
                  <a:lnTo>
                    <a:pt x="432" y="225"/>
                  </a:lnTo>
                  <a:lnTo>
                    <a:pt x="431" y="225"/>
                  </a:lnTo>
                  <a:lnTo>
                    <a:pt x="431" y="225"/>
                  </a:lnTo>
                  <a:lnTo>
                    <a:pt x="431" y="225"/>
                  </a:lnTo>
                  <a:lnTo>
                    <a:pt x="431" y="225"/>
                  </a:lnTo>
                  <a:lnTo>
                    <a:pt x="431" y="224"/>
                  </a:lnTo>
                  <a:lnTo>
                    <a:pt x="430" y="224"/>
                  </a:lnTo>
                  <a:lnTo>
                    <a:pt x="429" y="222"/>
                  </a:lnTo>
                  <a:lnTo>
                    <a:pt x="429" y="222"/>
                  </a:lnTo>
                  <a:lnTo>
                    <a:pt x="429" y="222"/>
                  </a:lnTo>
                  <a:lnTo>
                    <a:pt x="429" y="221"/>
                  </a:lnTo>
                  <a:lnTo>
                    <a:pt x="429" y="221"/>
                  </a:lnTo>
                  <a:lnTo>
                    <a:pt x="429" y="221"/>
                  </a:lnTo>
                  <a:lnTo>
                    <a:pt x="429" y="221"/>
                  </a:lnTo>
                  <a:lnTo>
                    <a:pt x="429" y="221"/>
                  </a:lnTo>
                  <a:lnTo>
                    <a:pt x="428" y="221"/>
                  </a:lnTo>
                  <a:lnTo>
                    <a:pt x="428" y="221"/>
                  </a:lnTo>
                  <a:lnTo>
                    <a:pt x="428" y="220"/>
                  </a:lnTo>
                  <a:lnTo>
                    <a:pt x="427" y="218"/>
                  </a:lnTo>
                  <a:lnTo>
                    <a:pt x="425" y="218"/>
                  </a:lnTo>
                  <a:lnTo>
                    <a:pt x="424" y="217"/>
                  </a:lnTo>
                  <a:lnTo>
                    <a:pt x="422" y="217"/>
                  </a:lnTo>
                  <a:lnTo>
                    <a:pt x="422" y="217"/>
                  </a:lnTo>
                  <a:lnTo>
                    <a:pt x="423" y="217"/>
                  </a:lnTo>
                  <a:lnTo>
                    <a:pt x="422" y="217"/>
                  </a:lnTo>
                  <a:lnTo>
                    <a:pt x="421" y="217"/>
                  </a:lnTo>
                  <a:lnTo>
                    <a:pt x="421" y="216"/>
                  </a:lnTo>
                  <a:lnTo>
                    <a:pt x="420" y="216"/>
                  </a:lnTo>
                  <a:lnTo>
                    <a:pt x="420" y="216"/>
                  </a:lnTo>
                  <a:lnTo>
                    <a:pt x="420" y="215"/>
                  </a:lnTo>
                  <a:lnTo>
                    <a:pt x="419" y="215"/>
                  </a:lnTo>
                  <a:lnTo>
                    <a:pt x="418" y="214"/>
                  </a:lnTo>
                  <a:lnTo>
                    <a:pt x="418" y="214"/>
                  </a:lnTo>
                  <a:lnTo>
                    <a:pt x="417" y="213"/>
                  </a:lnTo>
                  <a:lnTo>
                    <a:pt x="416" y="212"/>
                  </a:lnTo>
                  <a:lnTo>
                    <a:pt x="416" y="212"/>
                  </a:lnTo>
                  <a:lnTo>
                    <a:pt x="416" y="212"/>
                  </a:lnTo>
                  <a:lnTo>
                    <a:pt x="415" y="212"/>
                  </a:lnTo>
                  <a:lnTo>
                    <a:pt x="414" y="212"/>
                  </a:lnTo>
                  <a:lnTo>
                    <a:pt x="414" y="214"/>
                  </a:lnTo>
                  <a:lnTo>
                    <a:pt x="413" y="215"/>
                  </a:lnTo>
                  <a:lnTo>
                    <a:pt x="413" y="216"/>
                  </a:lnTo>
                  <a:lnTo>
                    <a:pt x="412" y="216"/>
                  </a:lnTo>
                  <a:lnTo>
                    <a:pt x="413" y="217"/>
                  </a:lnTo>
                  <a:lnTo>
                    <a:pt x="412" y="217"/>
                  </a:lnTo>
                  <a:lnTo>
                    <a:pt x="413" y="218"/>
                  </a:lnTo>
                  <a:lnTo>
                    <a:pt x="412" y="218"/>
                  </a:lnTo>
                  <a:lnTo>
                    <a:pt x="413" y="219"/>
                  </a:lnTo>
                  <a:lnTo>
                    <a:pt x="412" y="220"/>
                  </a:lnTo>
                  <a:lnTo>
                    <a:pt x="412" y="221"/>
                  </a:lnTo>
                  <a:lnTo>
                    <a:pt x="413" y="221"/>
                  </a:lnTo>
                  <a:lnTo>
                    <a:pt x="413" y="222"/>
                  </a:lnTo>
                  <a:lnTo>
                    <a:pt x="412" y="222"/>
                  </a:lnTo>
                  <a:lnTo>
                    <a:pt x="411" y="223"/>
                  </a:lnTo>
                  <a:lnTo>
                    <a:pt x="410" y="224"/>
                  </a:lnTo>
                  <a:lnTo>
                    <a:pt x="409" y="224"/>
                  </a:lnTo>
                  <a:lnTo>
                    <a:pt x="408" y="224"/>
                  </a:lnTo>
                  <a:lnTo>
                    <a:pt x="408" y="224"/>
                  </a:lnTo>
                  <a:lnTo>
                    <a:pt x="410" y="225"/>
                  </a:lnTo>
                  <a:lnTo>
                    <a:pt x="410" y="225"/>
                  </a:lnTo>
                  <a:lnTo>
                    <a:pt x="412" y="225"/>
                  </a:lnTo>
                  <a:lnTo>
                    <a:pt x="412" y="225"/>
                  </a:lnTo>
                  <a:lnTo>
                    <a:pt x="412" y="225"/>
                  </a:lnTo>
                  <a:lnTo>
                    <a:pt x="412" y="225"/>
                  </a:lnTo>
                  <a:lnTo>
                    <a:pt x="413" y="225"/>
                  </a:lnTo>
                  <a:lnTo>
                    <a:pt x="415" y="226"/>
                  </a:lnTo>
                  <a:lnTo>
                    <a:pt x="415" y="226"/>
                  </a:lnTo>
                  <a:lnTo>
                    <a:pt x="415" y="227"/>
                  </a:lnTo>
                  <a:lnTo>
                    <a:pt x="415" y="227"/>
                  </a:lnTo>
                  <a:lnTo>
                    <a:pt x="415" y="228"/>
                  </a:lnTo>
                  <a:lnTo>
                    <a:pt x="416" y="228"/>
                  </a:lnTo>
                  <a:lnTo>
                    <a:pt x="416" y="228"/>
                  </a:lnTo>
                  <a:lnTo>
                    <a:pt x="416" y="229"/>
                  </a:lnTo>
                  <a:lnTo>
                    <a:pt x="416" y="229"/>
                  </a:lnTo>
                  <a:lnTo>
                    <a:pt x="416" y="229"/>
                  </a:lnTo>
                  <a:lnTo>
                    <a:pt x="416" y="229"/>
                  </a:lnTo>
                  <a:lnTo>
                    <a:pt x="416" y="229"/>
                  </a:lnTo>
                  <a:lnTo>
                    <a:pt x="416" y="229"/>
                  </a:lnTo>
                  <a:lnTo>
                    <a:pt x="418" y="229"/>
                  </a:lnTo>
                  <a:lnTo>
                    <a:pt x="418" y="230"/>
                  </a:lnTo>
                  <a:lnTo>
                    <a:pt x="419" y="230"/>
                  </a:lnTo>
                  <a:lnTo>
                    <a:pt x="419" y="230"/>
                  </a:lnTo>
                  <a:lnTo>
                    <a:pt x="419" y="230"/>
                  </a:lnTo>
                  <a:lnTo>
                    <a:pt x="419" y="230"/>
                  </a:lnTo>
                  <a:lnTo>
                    <a:pt x="419" y="230"/>
                  </a:lnTo>
                  <a:lnTo>
                    <a:pt x="420" y="230"/>
                  </a:lnTo>
                  <a:lnTo>
                    <a:pt x="421" y="230"/>
                  </a:lnTo>
                  <a:lnTo>
                    <a:pt x="421" y="230"/>
                  </a:lnTo>
                  <a:lnTo>
                    <a:pt x="421" y="230"/>
                  </a:lnTo>
                  <a:lnTo>
                    <a:pt x="421" y="230"/>
                  </a:lnTo>
                  <a:lnTo>
                    <a:pt x="421" y="231"/>
                  </a:lnTo>
                  <a:lnTo>
                    <a:pt x="422" y="231"/>
                  </a:lnTo>
                  <a:lnTo>
                    <a:pt x="422" y="230"/>
                  </a:lnTo>
                  <a:lnTo>
                    <a:pt x="423" y="230"/>
                  </a:lnTo>
                  <a:lnTo>
                    <a:pt x="424" y="230"/>
                  </a:lnTo>
                  <a:lnTo>
                    <a:pt x="424" y="231"/>
                  </a:lnTo>
                  <a:lnTo>
                    <a:pt x="423" y="231"/>
                  </a:lnTo>
                  <a:lnTo>
                    <a:pt x="423" y="231"/>
                  </a:lnTo>
                  <a:lnTo>
                    <a:pt x="423" y="231"/>
                  </a:lnTo>
                  <a:lnTo>
                    <a:pt x="423" y="232"/>
                  </a:lnTo>
                  <a:lnTo>
                    <a:pt x="422" y="232"/>
                  </a:lnTo>
                  <a:lnTo>
                    <a:pt x="422" y="233"/>
                  </a:lnTo>
                  <a:lnTo>
                    <a:pt x="421" y="234"/>
                  </a:lnTo>
                  <a:lnTo>
                    <a:pt x="422" y="234"/>
                  </a:lnTo>
                  <a:lnTo>
                    <a:pt x="421" y="235"/>
                  </a:lnTo>
                  <a:lnTo>
                    <a:pt x="421" y="235"/>
                  </a:lnTo>
                  <a:lnTo>
                    <a:pt x="423" y="235"/>
                  </a:lnTo>
                  <a:lnTo>
                    <a:pt x="423" y="234"/>
                  </a:lnTo>
                  <a:lnTo>
                    <a:pt x="424" y="234"/>
                  </a:lnTo>
                  <a:lnTo>
                    <a:pt x="424" y="234"/>
                  </a:lnTo>
                  <a:lnTo>
                    <a:pt x="425" y="234"/>
                  </a:lnTo>
                  <a:lnTo>
                    <a:pt x="425" y="234"/>
                  </a:lnTo>
                  <a:lnTo>
                    <a:pt x="425" y="234"/>
                  </a:lnTo>
                  <a:lnTo>
                    <a:pt x="425" y="234"/>
                  </a:lnTo>
                  <a:lnTo>
                    <a:pt x="425" y="233"/>
                  </a:lnTo>
                  <a:lnTo>
                    <a:pt x="426" y="234"/>
                  </a:lnTo>
                  <a:lnTo>
                    <a:pt x="426" y="234"/>
                  </a:lnTo>
                  <a:lnTo>
                    <a:pt x="425" y="234"/>
                  </a:lnTo>
                  <a:lnTo>
                    <a:pt x="425" y="234"/>
                  </a:lnTo>
                  <a:lnTo>
                    <a:pt x="426" y="234"/>
                  </a:lnTo>
                  <a:lnTo>
                    <a:pt x="426" y="234"/>
                  </a:lnTo>
                  <a:lnTo>
                    <a:pt x="425" y="234"/>
                  </a:lnTo>
                  <a:lnTo>
                    <a:pt x="425" y="234"/>
                  </a:lnTo>
                  <a:lnTo>
                    <a:pt x="425" y="234"/>
                  </a:lnTo>
                  <a:lnTo>
                    <a:pt x="425" y="234"/>
                  </a:lnTo>
                  <a:lnTo>
                    <a:pt x="425" y="235"/>
                  </a:lnTo>
                  <a:lnTo>
                    <a:pt x="424" y="236"/>
                  </a:lnTo>
                  <a:lnTo>
                    <a:pt x="424" y="236"/>
                  </a:lnTo>
                  <a:lnTo>
                    <a:pt x="424" y="236"/>
                  </a:lnTo>
                  <a:lnTo>
                    <a:pt x="422" y="237"/>
                  </a:lnTo>
                  <a:lnTo>
                    <a:pt x="422" y="236"/>
                  </a:lnTo>
                  <a:lnTo>
                    <a:pt x="421" y="236"/>
                  </a:lnTo>
                  <a:lnTo>
                    <a:pt x="421" y="236"/>
                  </a:lnTo>
                  <a:lnTo>
                    <a:pt x="421" y="235"/>
                  </a:lnTo>
                  <a:lnTo>
                    <a:pt x="421" y="234"/>
                  </a:lnTo>
                  <a:lnTo>
                    <a:pt x="421" y="234"/>
                  </a:lnTo>
                  <a:lnTo>
                    <a:pt x="421" y="234"/>
                  </a:lnTo>
                  <a:lnTo>
                    <a:pt x="421" y="233"/>
                  </a:lnTo>
                  <a:lnTo>
                    <a:pt x="421" y="233"/>
                  </a:lnTo>
                  <a:lnTo>
                    <a:pt x="421" y="233"/>
                  </a:lnTo>
                  <a:lnTo>
                    <a:pt x="421" y="232"/>
                  </a:lnTo>
                  <a:lnTo>
                    <a:pt x="421" y="231"/>
                  </a:lnTo>
                  <a:lnTo>
                    <a:pt x="421" y="231"/>
                  </a:lnTo>
                  <a:lnTo>
                    <a:pt x="421" y="232"/>
                  </a:lnTo>
                  <a:lnTo>
                    <a:pt x="421" y="232"/>
                  </a:lnTo>
                  <a:lnTo>
                    <a:pt x="421" y="233"/>
                  </a:lnTo>
                  <a:lnTo>
                    <a:pt x="420" y="234"/>
                  </a:lnTo>
                  <a:lnTo>
                    <a:pt x="420" y="234"/>
                  </a:lnTo>
                  <a:lnTo>
                    <a:pt x="420" y="233"/>
                  </a:lnTo>
                  <a:lnTo>
                    <a:pt x="421" y="232"/>
                  </a:lnTo>
                  <a:lnTo>
                    <a:pt x="420" y="231"/>
                  </a:lnTo>
                  <a:lnTo>
                    <a:pt x="420" y="231"/>
                  </a:lnTo>
                  <a:lnTo>
                    <a:pt x="418" y="232"/>
                  </a:lnTo>
                  <a:lnTo>
                    <a:pt x="418" y="234"/>
                  </a:lnTo>
                  <a:lnTo>
                    <a:pt x="418" y="234"/>
                  </a:lnTo>
                  <a:lnTo>
                    <a:pt x="417" y="233"/>
                  </a:lnTo>
                  <a:lnTo>
                    <a:pt x="417" y="233"/>
                  </a:lnTo>
                  <a:lnTo>
                    <a:pt x="416" y="233"/>
                  </a:lnTo>
                  <a:lnTo>
                    <a:pt x="416" y="234"/>
                  </a:lnTo>
                  <a:lnTo>
                    <a:pt x="416" y="234"/>
                  </a:lnTo>
                  <a:lnTo>
                    <a:pt x="416" y="235"/>
                  </a:lnTo>
                  <a:lnTo>
                    <a:pt x="416" y="235"/>
                  </a:lnTo>
                  <a:lnTo>
                    <a:pt x="416" y="236"/>
                  </a:lnTo>
                  <a:lnTo>
                    <a:pt x="416" y="236"/>
                  </a:lnTo>
                  <a:lnTo>
                    <a:pt x="417" y="236"/>
                  </a:lnTo>
                  <a:lnTo>
                    <a:pt x="417" y="237"/>
                  </a:lnTo>
                  <a:lnTo>
                    <a:pt x="417" y="237"/>
                  </a:lnTo>
                  <a:lnTo>
                    <a:pt x="417" y="238"/>
                  </a:lnTo>
                  <a:lnTo>
                    <a:pt x="417" y="238"/>
                  </a:lnTo>
                  <a:lnTo>
                    <a:pt x="418" y="238"/>
                  </a:lnTo>
                  <a:lnTo>
                    <a:pt x="418" y="237"/>
                  </a:lnTo>
                  <a:lnTo>
                    <a:pt x="418" y="237"/>
                  </a:lnTo>
                  <a:lnTo>
                    <a:pt x="419" y="237"/>
                  </a:lnTo>
                  <a:lnTo>
                    <a:pt x="419" y="236"/>
                  </a:lnTo>
                  <a:lnTo>
                    <a:pt x="419" y="236"/>
                  </a:lnTo>
                  <a:lnTo>
                    <a:pt x="421" y="237"/>
                  </a:lnTo>
                  <a:lnTo>
                    <a:pt x="421" y="237"/>
                  </a:lnTo>
                  <a:lnTo>
                    <a:pt x="421" y="238"/>
                  </a:lnTo>
                  <a:lnTo>
                    <a:pt x="421" y="239"/>
                  </a:lnTo>
                  <a:lnTo>
                    <a:pt x="421" y="239"/>
                  </a:lnTo>
                  <a:lnTo>
                    <a:pt x="421" y="239"/>
                  </a:lnTo>
                  <a:lnTo>
                    <a:pt x="420" y="239"/>
                  </a:lnTo>
                  <a:lnTo>
                    <a:pt x="421" y="240"/>
                  </a:lnTo>
                  <a:lnTo>
                    <a:pt x="421" y="240"/>
                  </a:lnTo>
                  <a:lnTo>
                    <a:pt x="421" y="240"/>
                  </a:lnTo>
                  <a:lnTo>
                    <a:pt x="421" y="241"/>
                  </a:lnTo>
                  <a:lnTo>
                    <a:pt x="421" y="241"/>
                  </a:lnTo>
                  <a:lnTo>
                    <a:pt x="421" y="241"/>
                  </a:lnTo>
                  <a:lnTo>
                    <a:pt x="421" y="242"/>
                  </a:lnTo>
                  <a:lnTo>
                    <a:pt x="421" y="242"/>
                  </a:lnTo>
                  <a:lnTo>
                    <a:pt x="421" y="243"/>
                  </a:lnTo>
                  <a:lnTo>
                    <a:pt x="421" y="243"/>
                  </a:lnTo>
                  <a:lnTo>
                    <a:pt x="421" y="243"/>
                  </a:lnTo>
                  <a:lnTo>
                    <a:pt x="421" y="243"/>
                  </a:lnTo>
                  <a:lnTo>
                    <a:pt x="421" y="243"/>
                  </a:lnTo>
                  <a:lnTo>
                    <a:pt x="421" y="243"/>
                  </a:lnTo>
                  <a:lnTo>
                    <a:pt x="421" y="243"/>
                  </a:lnTo>
                  <a:lnTo>
                    <a:pt x="421" y="243"/>
                  </a:lnTo>
                  <a:lnTo>
                    <a:pt x="421" y="244"/>
                  </a:lnTo>
                  <a:lnTo>
                    <a:pt x="421" y="244"/>
                  </a:lnTo>
                  <a:lnTo>
                    <a:pt x="421" y="244"/>
                  </a:lnTo>
                  <a:lnTo>
                    <a:pt x="420" y="244"/>
                  </a:lnTo>
                  <a:lnTo>
                    <a:pt x="420" y="244"/>
                  </a:lnTo>
                  <a:lnTo>
                    <a:pt x="420" y="244"/>
                  </a:lnTo>
                  <a:lnTo>
                    <a:pt x="420" y="245"/>
                  </a:lnTo>
                  <a:lnTo>
                    <a:pt x="420" y="245"/>
                  </a:lnTo>
                  <a:lnTo>
                    <a:pt x="420" y="245"/>
                  </a:lnTo>
                  <a:lnTo>
                    <a:pt x="421" y="246"/>
                  </a:lnTo>
                  <a:lnTo>
                    <a:pt x="421" y="245"/>
                  </a:lnTo>
                  <a:lnTo>
                    <a:pt x="421" y="245"/>
                  </a:lnTo>
                  <a:lnTo>
                    <a:pt x="421" y="245"/>
                  </a:lnTo>
                  <a:lnTo>
                    <a:pt x="421" y="245"/>
                  </a:lnTo>
                  <a:lnTo>
                    <a:pt x="421" y="244"/>
                  </a:lnTo>
                  <a:lnTo>
                    <a:pt x="421" y="244"/>
                  </a:lnTo>
                  <a:lnTo>
                    <a:pt x="422" y="245"/>
                  </a:lnTo>
                  <a:lnTo>
                    <a:pt x="422" y="245"/>
                  </a:lnTo>
                  <a:lnTo>
                    <a:pt x="422" y="246"/>
                  </a:lnTo>
                  <a:lnTo>
                    <a:pt x="422" y="246"/>
                  </a:lnTo>
                  <a:lnTo>
                    <a:pt x="422" y="247"/>
                  </a:lnTo>
                  <a:lnTo>
                    <a:pt x="422" y="247"/>
                  </a:lnTo>
                  <a:lnTo>
                    <a:pt x="422" y="247"/>
                  </a:lnTo>
                  <a:lnTo>
                    <a:pt x="422" y="247"/>
                  </a:lnTo>
                  <a:lnTo>
                    <a:pt x="421" y="247"/>
                  </a:lnTo>
                  <a:lnTo>
                    <a:pt x="421" y="247"/>
                  </a:lnTo>
                  <a:lnTo>
                    <a:pt x="421" y="247"/>
                  </a:lnTo>
                  <a:lnTo>
                    <a:pt x="421" y="248"/>
                  </a:lnTo>
                  <a:lnTo>
                    <a:pt x="422" y="248"/>
                  </a:lnTo>
                  <a:lnTo>
                    <a:pt x="422" y="247"/>
                  </a:lnTo>
                  <a:lnTo>
                    <a:pt x="422" y="247"/>
                  </a:lnTo>
                  <a:lnTo>
                    <a:pt x="422" y="248"/>
                  </a:lnTo>
                  <a:lnTo>
                    <a:pt x="422" y="248"/>
                  </a:lnTo>
                  <a:lnTo>
                    <a:pt x="422" y="248"/>
                  </a:lnTo>
                  <a:lnTo>
                    <a:pt x="421" y="248"/>
                  </a:lnTo>
                  <a:lnTo>
                    <a:pt x="421" y="248"/>
                  </a:lnTo>
                  <a:lnTo>
                    <a:pt x="421" y="248"/>
                  </a:lnTo>
                  <a:lnTo>
                    <a:pt x="421" y="248"/>
                  </a:lnTo>
                  <a:lnTo>
                    <a:pt x="421" y="248"/>
                  </a:lnTo>
                  <a:lnTo>
                    <a:pt x="421" y="249"/>
                  </a:lnTo>
                  <a:lnTo>
                    <a:pt x="422" y="249"/>
                  </a:lnTo>
                  <a:lnTo>
                    <a:pt x="422" y="249"/>
                  </a:lnTo>
                  <a:lnTo>
                    <a:pt x="423" y="249"/>
                  </a:lnTo>
                  <a:lnTo>
                    <a:pt x="423" y="248"/>
                  </a:lnTo>
                  <a:lnTo>
                    <a:pt x="423" y="247"/>
                  </a:lnTo>
                  <a:lnTo>
                    <a:pt x="423" y="247"/>
                  </a:lnTo>
                  <a:lnTo>
                    <a:pt x="423" y="248"/>
                  </a:lnTo>
                  <a:lnTo>
                    <a:pt x="424" y="248"/>
                  </a:lnTo>
                  <a:lnTo>
                    <a:pt x="424" y="247"/>
                  </a:lnTo>
                  <a:lnTo>
                    <a:pt x="423" y="247"/>
                  </a:lnTo>
                  <a:lnTo>
                    <a:pt x="424" y="247"/>
                  </a:lnTo>
                  <a:lnTo>
                    <a:pt x="424" y="247"/>
                  </a:lnTo>
                  <a:lnTo>
                    <a:pt x="424" y="246"/>
                  </a:lnTo>
                  <a:lnTo>
                    <a:pt x="424" y="245"/>
                  </a:lnTo>
                  <a:lnTo>
                    <a:pt x="425" y="246"/>
                  </a:lnTo>
                  <a:lnTo>
                    <a:pt x="425" y="246"/>
                  </a:lnTo>
                  <a:lnTo>
                    <a:pt x="425" y="247"/>
                  </a:lnTo>
                  <a:lnTo>
                    <a:pt x="425" y="247"/>
                  </a:lnTo>
                  <a:lnTo>
                    <a:pt x="425" y="247"/>
                  </a:lnTo>
                  <a:lnTo>
                    <a:pt x="425" y="247"/>
                  </a:lnTo>
                  <a:lnTo>
                    <a:pt x="425" y="248"/>
                  </a:lnTo>
                  <a:lnTo>
                    <a:pt x="424" y="249"/>
                  </a:lnTo>
                  <a:lnTo>
                    <a:pt x="424" y="249"/>
                  </a:lnTo>
                  <a:lnTo>
                    <a:pt x="424" y="249"/>
                  </a:lnTo>
                  <a:lnTo>
                    <a:pt x="424" y="250"/>
                  </a:lnTo>
                  <a:lnTo>
                    <a:pt x="424" y="251"/>
                  </a:lnTo>
                  <a:lnTo>
                    <a:pt x="424" y="251"/>
                  </a:lnTo>
                  <a:lnTo>
                    <a:pt x="423" y="251"/>
                  </a:lnTo>
                  <a:lnTo>
                    <a:pt x="423" y="251"/>
                  </a:lnTo>
                  <a:lnTo>
                    <a:pt x="423" y="251"/>
                  </a:lnTo>
                  <a:lnTo>
                    <a:pt x="423" y="251"/>
                  </a:lnTo>
                  <a:lnTo>
                    <a:pt x="423" y="251"/>
                  </a:lnTo>
                  <a:lnTo>
                    <a:pt x="423" y="251"/>
                  </a:lnTo>
                  <a:lnTo>
                    <a:pt x="422" y="252"/>
                  </a:lnTo>
                  <a:lnTo>
                    <a:pt x="422" y="252"/>
                  </a:lnTo>
                  <a:lnTo>
                    <a:pt x="422" y="253"/>
                  </a:lnTo>
                  <a:lnTo>
                    <a:pt x="422" y="253"/>
                  </a:lnTo>
                  <a:lnTo>
                    <a:pt x="423" y="253"/>
                  </a:lnTo>
                  <a:lnTo>
                    <a:pt x="423" y="253"/>
                  </a:lnTo>
                  <a:lnTo>
                    <a:pt x="423" y="252"/>
                  </a:lnTo>
                  <a:lnTo>
                    <a:pt x="423" y="252"/>
                  </a:lnTo>
                  <a:lnTo>
                    <a:pt x="423" y="252"/>
                  </a:lnTo>
                  <a:lnTo>
                    <a:pt x="424" y="253"/>
                  </a:lnTo>
                  <a:lnTo>
                    <a:pt x="425" y="253"/>
                  </a:lnTo>
                  <a:lnTo>
                    <a:pt x="425" y="253"/>
                  </a:lnTo>
                  <a:lnTo>
                    <a:pt x="424" y="254"/>
                  </a:lnTo>
                  <a:lnTo>
                    <a:pt x="425" y="254"/>
                  </a:lnTo>
                  <a:lnTo>
                    <a:pt x="425" y="254"/>
                  </a:lnTo>
                  <a:lnTo>
                    <a:pt x="425" y="254"/>
                  </a:lnTo>
                  <a:lnTo>
                    <a:pt x="424" y="255"/>
                  </a:lnTo>
                  <a:lnTo>
                    <a:pt x="425" y="255"/>
                  </a:lnTo>
                  <a:lnTo>
                    <a:pt x="425" y="256"/>
                  </a:lnTo>
                  <a:lnTo>
                    <a:pt x="424" y="256"/>
                  </a:lnTo>
                  <a:lnTo>
                    <a:pt x="424" y="256"/>
                  </a:lnTo>
                  <a:lnTo>
                    <a:pt x="423" y="256"/>
                  </a:lnTo>
                  <a:lnTo>
                    <a:pt x="423" y="255"/>
                  </a:lnTo>
                  <a:lnTo>
                    <a:pt x="424" y="255"/>
                  </a:lnTo>
                  <a:lnTo>
                    <a:pt x="424" y="255"/>
                  </a:lnTo>
                  <a:lnTo>
                    <a:pt x="424" y="254"/>
                  </a:lnTo>
                  <a:lnTo>
                    <a:pt x="423" y="255"/>
                  </a:lnTo>
                  <a:lnTo>
                    <a:pt x="423" y="256"/>
                  </a:lnTo>
                  <a:lnTo>
                    <a:pt x="423" y="256"/>
                  </a:lnTo>
                  <a:lnTo>
                    <a:pt x="422" y="256"/>
                  </a:lnTo>
                  <a:lnTo>
                    <a:pt x="422" y="256"/>
                  </a:lnTo>
                  <a:lnTo>
                    <a:pt x="422" y="256"/>
                  </a:lnTo>
                  <a:lnTo>
                    <a:pt x="422" y="256"/>
                  </a:lnTo>
                  <a:lnTo>
                    <a:pt x="422" y="256"/>
                  </a:lnTo>
                  <a:lnTo>
                    <a:pt x="422" y="256"/>
                  </a:lnTo>
                  <a:lnTo>
                    <a:pt x="422" y="256"/>
                  </a:lnTo>
                  <a:lnTo>
                    <a:pt x="423" y="256"/>
                  </a:lnTo>
                  <a:lnTo>
                    <a:pt x="423" y="256"/>
                  </a:lnTo>
                  <a:lnTo>
                    <a:pt x="422" y="256"/>
                  </a:lnTo>
                  <a:lnTo>
                    <a:pt x="422" y="257"/>
                  </a:lnTo>
                  <a:lnTo>
                    <a:pt x="422" y="258"/>
                  </a:lnTo>
                  <a:lnTo>
                    <a:pt x="422" y="258"/>
                  </a:lnTo>
                  <a:lnTo>
                    <a:pt x="421" y="258"/>
                  </a:lnTo>
                  <a:lnTo>
                    <a:pt x="421" y="258"/>
                  </a:lnTo>
                  <a:lnTo>
                    <a:pt x="421" y="259"/>
                  </a:lnTo>
                  <a:lnTo>
                    <a:pt x="422" y="259"/>
                  </a:lnTo>
                  <a:lnTo>
                    <a:pt x="422" y="260"/>
                  </a:lnTo>
                  <a:lnTo>
                    <a:pt x="421" y="260"/>
                  </a:lnTo>
                  <a:lnTo>
                    <a:pt x="421" y="260"/>
                  </a:lnTo>
                  <a:lnTo>
                    <a:pt x="421" y="260"/>
                  </a:lnTo>
                  <a:lnTo>
                    <a:pt x="421" y="261"/>
                  </a:lnTo>
                  <a:lnTo>
                    <a:pt x="421" y="260"/>
                  </a:lnTo>
                  <a:lnTo>
                    <a:pt x="422" y="260"/>
                  </a:lnTo>
                  <a:lnTo>
                    <a:pt x="422" y="261"/>
                  </a:lnTo>
                  <a:lnTo>
                    <a:pt x="422" y="262"/>
                  </a:lnTo>
                  <a:lnTo>
                    <a:pt x="422" y="263"/>
                  </a:lnTo>
                  <a:lnTo>
                    <a:pt x="422" y="264"/>
                  </a:lnTo>
                  <a:lnTo>
                    <a:pt x="422" y="264"/>
                  </a:lnTo>
                  <a:lnTo>
                    <a:pt x="422" y="264"/>
                  </a:lnTo>
                  <a:lnTo>
                    <a:pt x="421" y="264"/>
                  </a:lnTo>
                  <a:lnTo>
                    <a:pt x="421" y="264"/>
                  </a:lnTo>
                  <a:lnTo>
                    <a:pt x="421" y="264"/>
                  </a:lnTo>
                  <a:lnTo>
                    <a:pt x="421" y="265"/>
                  </a:lnTo>
                  <a:lnTo>
                    <a:pt x="421" y="266"/>
                  </a:lnTo>
                  <a:lnTo>
                    <a:pt x="421" y="266"/>
                  </a:lnTo>
                  <a:lnTo>
                    <a:pt x="421" y="267"/>
                  </a:lnTo>
                  <a:lnTo>
                    <a:pt x="421" y="267"/>
                  </a:lnTo>
                  <a:lnTo>
                    <a:pt x="420" y="268"/>
                  </a:lnTo>
                  <a:lnTo>
                    <a:pt x="420" y="268"/>
                  </a:lnTo>
                  <a:lnTo>
                    <a:pt x="420" y="269"/>
                  </a:lnTo>
                  <a:lnTo>
                    <a:pt x="420" y="269"/>
                  </a:lnTo>
                  <a:lnTo>
                    <a:pt x="421" y="269"/>
                  </a:lnTo>
                  <a:lnTo>
                    <a:pt x="419" y="269"/>
                  </a:lnTo>
                  <a:lnTo>
                    <a:pt x="419" y="269"/>
                  </a:lnTo>
                  <a:lnTo>
                    <a:pt x="419" y="269"/>
                  </a:lnTo>
                  <a:lnTo>
                    <a:pt x="419" y="269"/>
                  </a:lnTo>
                  <a:lnTo>
                    <a:pt x="418" y="269"/>
                  </a:lnTo>
                  <a:lnTo>
                    <a:pt x="418" y="269"/>
                  </a:lnTo>
                  <a:lnTo>
                    <a:pt x="417" y="270"/>
                  </a:lnTo>
                  <a:lnTo>
                    <a:pt x="416" y="270"/>
                  </a:lnTo>
                  <a:lnTo>
                    <a:pt x="416" y="271"/>
                  </a:lnTo>
                  <a:lnTo>
                    <a:pt x="416" y="271"/>
                  </a:lnTo>
                  <a:lnTo>
                    <a:pt x="416" y="270"/>
                  </a:lnTo>
                  <a:lnTo>
                    <a:pt x="416" y="270"/>
                  </a:lnTo>
                  <a:lnTo>
                    <a:pt x="416" y="271"/>
                  </a:lnTo>
                  <a:lnTo>
                    <a:pt x="416" y="271"/>
                  </a:lnTo>
                  <a:lnTo>
                    <a:pt x="416" y="271"/>
                  </a:lnTo>
                  <a:lnTo>
                    <a:pt x="415" y="272"/>
                  </a:lnTo>
                  <a:lnTo>
                    <a:pt x="416" y="272"/>
                  </a:lnTo>
                  <a:lnTo>
                    <a:pt x="416" y="272"/>
                  </a:lnTo>
                  <a:lnTo>
                    <a:pt x="416" y="272"/>
                  </a:lnTo>
                  <a:lnTo>
                    <a:pt x="416" y="273"/>
                  </a:lnTo>
                  <a:lnTo>
                    <a:pt x="416" y="273"/>
                  </a:lnTo>
                  <a:lnTo>
                    <a:pt x="416" y="273"/>
                  </a:lnTo>
                  <a:lnTo>
                    <a:pt x="416" y="273"/>
                  </a:lnTo>
                  <a:lnTo>
                    <a:pt x="417" y="273"/>
                  </a:lnTo>
                  <a:lnTo>
                    <a:pt x="417" y="273"/>
                  </a:lnTo>
                  <a:lnTo>
                    <a:pt x="418" y="273"/>
                  </a:lnTo>
                  <a:lnTo>
                    <a:pt x="418" y="274"/>
                  </a:lnTo>
                  <a:lnTo>
                    <a:pt x="418" y="274"/>
                  </a:lnTo>
                  <a:lnTo>
                    <a:pt x="418" y="273"/>
                  </a:lnTo>
                  <a:lnTo>
                    <a:pt x="418" y="273"/>
                  </a:lnTo>
                  <a:lnTo>
                    <a:pt x="419" y="273"/>
                  </a:lnTo>
                  <a:lnTo>
                    <a:pt x="420" y="273"/>
                  </a:lnTo>
                  <a:lnTo>
                    <a:pt x="420" y="273"/>
                  </a:lnTo>
                  <a:lnTo>
                    <a:pt x="420" y="273"/>
                  </a:lnTo>
                  <a:lnTo>
                    <a:pt x="421" y="273"/>
                  </a:lnTo>
                  <a:lnTo>
                    <a:pt x="421" y="273"/>
                  </a:lnTo>
                  <a:lnTo>
                    <a:pt x="421" y="273"/>
                  </a:lnTo>
                  <a:lnTo>
                    <a:pt x="421" y="273"/>
                  </a:lnTo>
                  <a:lnTo>
                    <a:pt x="421" y="273"/>
                  </a:lnTo>
                  <a:lnTo>
                    <a:pt x="422" y="273"/>
                  </a:lnTo>
                  <a:lnTo>
                    <a:pt x="422" y="272"/>
                  </a:lnTo>
                  <a:lnTo>
                    <a:pt x="422" y="271"/>
                  </a:lnTo>
                  <a:lnTo>
                    <a:pt x="422" y="271"/>
                  </a:lnTo>
                  <a:lnTo>
                    <a:pt x="422" y="271"/>
                  </a:lnTo>
                  <a:lnTo>
                    <a:pt x="422" y="272"/>
                  </a:lnTo>
                  <a:lnTo>
                    <a:pt x="423" y="272"/>
                  </a:lnTo>
                  <a:lnTo>
                    <a:pt x="423" y="272"/>
                  </a:lnTo>
                  <a:lnTo>
                    <a:pt x="424" y="272"/>
                  </a:lnTo>
                  <a:lnTo>
                    <a:pt x="424" y="271"/>
                  </a:lnTo>
                  <a:lnTo>
                    <a:pt x="425" y="271"/>
                  </a:lnTo>
                  <a:lnTo>
                    <a:pt x="424" y="271"/>
                  </a:lnTo>
                  <a:lnTo>
                    <a:pt x="425" y="271"/>
                  </a:lnTo>
                  <a:lnTo>
                    <a:pt x="425" y="271"/>
                  </a:lnTo>
                  <a:lnTo>
                    <a:pt x="425" y="270"/>
                  </a:lnTo>
                  <a:lnTo>
                    <a:pt x="426" y="270"/>
                  </a:lnTo>
                  <a:lnTo>
                    <a:pt x="426" y="269"/>
                  </a:lnTo>
                  <a:lnTo>
                    <a:pt x="427" y="269"/>
                  </a:lnTo>
                  <a:lnTo>
                    <a:pt x="428" y="270"/>
                  </a:lnTo>
                  <a:lnTo>
                    <a:pt x="428" y="270"/>
                  </a:lnTo>
                  <a:lnTo>
                    <a:pt x="428" y="270"/>
                  </a:lnTo>
                  <a:lnTo>
                    <a:pt x="429" y="270"/>
                  </a:lnTo>
                  <a:lnTo>
                    <a:pt x="429" y="270"/>
                  </a:lnTo>
                  <a:lnTo>
                    <a:pt x="429" y="269"/>
                  </a:lnTo>
                  <a:lnTo>
                    <a:pt x="429" y="269"/>
                  </a:lnTo>
                  <a:lnTo>
                    <a:pt x="429" y="270"/>
                  </a:lnTo>
                  <a:lnTo>
                    <a:pt x="429" y="270"/>
                  </a:lnTo>
                  <a:lnTo>
                    <a:pt x="429" y="269"/>
                  </a:lnTo>
                  <a:lnTo>
                    <a:pt x="429" y="269"/>
                  </a:lnTo>
                  <a:lnTo>
                    <a:pt x="429" y="269"/>
                  </a:lnTo>
                  <a:lnTo>
                    <a:pt x="429" y="269"/>
                  </a:lnTo>
                  <a:lnTo>
                    <a:pt x="430" y="269"/>
                  </a:lnTo>
                  <a:lnTo>
                    <a:pt x="430" y="269"/>
                  </a:lnTo>
                  <a:lnTo>
                    <a:pt x="431" y="269"/>
                  </a:lnTo>
                  <a:lnTo>
                    <a:pt x="431" y="268"/>
                  </a:lnTo>
                  <a:lnTo>
                    <a:pt x="431" y="268"/>
                  </a:lnTo>
                  <a:lnTo>
                    <a:pt x="432" y="269"/>
                  </a:lnTo>
                  <a:lnTo>
                    <a:pt x="432" y="269"/>
                  </a:lnTo>
                  <a:lnTo>
                    <a:pt x="434" y="269"/>
                  </a:lnTo>
                  <a:lnTo>
                    <a:pt x="434" y="269"/>
                  </a:lnTo>
                  <a:lnTo>
                    <a:pt x="434" y="270"/>
                  </a:lnTo>
                  <a:lnTo>
                    <a:pt x="434" y="271"/>
                  </a:lnTo>
                  <a:lnTo>
                    <a:pt x="434" y="271"/>
                  </a:lnTo>
                  <a:lnTo>
                    <a:pt x="433" y="272"/>
                  </a:lnTo>
                  <a:lnTo>
                    <a:pt x="434" y="272"/>
                  </a:lnTo>
                  <a:lnTo>
                    <a:pt x="434" y="272"/>
                  </a:lnTo>
                  <a:lnTo>
                    <a:pt x="434" y="272"/>
                  </a:lnTo>
                  <a:lnTo>
                    <a:pt x="434" y="273"/>
                  </a:lnTo>
                  <a:lnTo>
                    <a:pt x="435" y="273"/>
                  </a:lnTo>
                  <a:lnTo>
                    <a:pt x="435" y="273"/>
                  </a:lnTo>
                  <a:lnTo>
                    <a:pt x="435" y="273"/>
                  </a:lnTo>
                  <a:lnTo>
                    <a:pt x="435" y="273"/>
                  </a:lnTo>
                  <a:lnTo>
                    <a:pt x="434" y="272"/>
                  </a:lnTo>
                  <a:lnTo>
                    <a:pt x="434" y="272"/>
                  </a:lnTo>
                  <a:lnTo>
                    <a:pt x="435" y="272"/>
                  </a:lnTo>
                  <a:lnTo>
                    <a:pt x="435" y="271"/>
                  </a:lnTo>
                  <a:lnTo>
                    <a:pt x="435" y="270"/>
                  </a:lnTo>
                  <a:lnTo>
                    <a:pt x="436" y="270"/>
                  </a:lnTo>
                  <a:lnTo>
                    <a:pt x="437" y="271"/>
                  </a:lnTo>
                  <a:lnTo>
                    <a:pt x="437" y="271"/>
                  </a:lnTo>
                  <a:lnTo>
                    <a:pt x="437" y="272"/>
                  </a:lnTo>
                  <a:lnTo>
                    <a:pt x="437" y="272"/>
                  </a:lnTo>
                  <a:lnTo>
                    <a:pt x="438" y="273"/>
                  </a:lnTo>
                  <a:lnTo>
                    <a:pt x="438" y="273"/>
                  </a:lnTo>
                  <a:lnTo>
                    <a:pt x="438" y="273"/>
                  </a:lnTo>
                  <a:lnTo>
                    <a:pt x="438" y="274"/>
                  </a:lnTo>
                  <a:lnTo>
                    <a:pt x="438" y="275"/>
                  </a:lnTo>
                  <a:lnTo>
                    <a:pt x="438" y="276"/>
                  </a:lnTo>
                  <a:lnTo>
                    <a:pt x="438" y="276"/>
                  </a:lnTo>
                  <a:lnTo>
                    <a:pt x="438" y="276"/>
                  </a:lnTo>
                  <a:lnTo>
                    <a:pt x="438" y="276"/>
                  </a:lnTo>
                  <a:lnTo>
                    <a:pt x="438" y="276"/>
                  </a:lnTo>
                  <a:lnTo>
                    <a:pt x="438" y="277"/>
                  </a:lnTo>
                  <a:lnTo>
                    <a:pt x="438" y="277"/>
                  </a:lnTo>
                  <a:lnTo>
                    <a:pt x="438" y="278"/>
                  </a:lnTo>
                  <a:lnTo>
                    <a:pt x="438" y="279"/>
                  </a:lnTo>
                  <a:lnTo>
                    <a:pt x="438" y="279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8" y="279"/>
                  </a:lnTo>
                  <a:lnTo>
                    <a:pt x="438" y="279"/>
                  </a:lnTo>
                  <a:lnTo>
                    <a:pt x="438" y="279"/>
                  </a:lnTo>
                  <a:lnTo>
                    <a:pt x="438" y="280"/>
                  </a:lnTo>
                  <a:lnTo>
                    <a:pt x="438" y="281"/>
                  </a:lnTo>
                  <a:lnTo>
                    <a:pt x="439" y="282"/>
                  </a:lnTo>
                  <a:lnTo>
                    <a:pt x="438" y="283"/>
                  </a:lnTo>
                  <a:lnTo>
                    <a:pt x="439" y="284"/>
                  </a:lnTo>
                  <a:lnTo>
                    <a:pt x="439" y="284"/>
                  </a:lnTo>
                  <a:lnTo>
                    <a:pt x="439" y="284"/>
                  </a:lnTo>
                  <a:lnTo>
                    <a:pt x="439" y="284"/>
                  </a:lnTo>
                  <a:lnTo>
                    <a:pt x="439" y="286"/>
                  </a:lnTo>
                  <a:lnTo>
                    <a:pt x="439" y="286"/>
                  </a:lnTo>
                  <a:lnTo>
                    <a:pt x="438" y="286"/>
                  </a:lnTo>
                  <a:lnTo>
                    <a:pt x="438" y="286"/>
                  </a:lnTo>
                  <a:lnTo>
                    <a:pt x="439" y="286"/>
                  </a:lnTo>
                  <a:lnTo>
                    <a:pt x="438" y="286"/>
                  </a:lnTo>
                  <a:lnTo>
                    <a:pt x="438" y="286"/>
                  </a:lnTo>
                  <a:lnTo>
                    <a:pt x="439" y="287"/>
                  </a:lnTo>
                  <a:lnTo>
                    <a:pt x="440" y="287"/>
                  </a:lnTo>
                  <a:lnTo>
                    <a:pt x="440" y="287"/>
                  </a:lnTo>
                  <a:lnTo>
                    <a:pt x="442" y="288"/>
                  </a:lnTo>
                  <a:lnTo>
                    <a:pt x="442" y="288"/>
                  </a:lnTo>
                  <a:lnTo>
                    <a:pt x="442" y="288"/>
                  </a:lnTo>
                  <a:lnTo>
                    <a:pt x="442" y="288"/>
                  </a:lnTo>
                  <a:lnTo>
                    <a:pt x="442" y="289"/>
                  </a:lnTo>
                  <a:lnTo>
                    <a:pt x="442" y="290"/>
                  </a:lnTo>
                  <a:lnTo>
                    <a:pt x="442" y="290"/>
                  </a:lnTo>
                  <a:lnTo>
                    <a:pt x="441" y="290"/>
                  </a:lnTo>
                  <a:lnTo>
                    <a:pt x="441" y="290"/>
                  </a:lnTo>
                  <a:lnTo>
                    <a:pt x="440" y="290"/>
                  </a:lnTo>
                  <a:lnTo>
                    <a:pt x="440" y="290"/>
                  </a:lnTo>
                  <a:lnTo>
                    <a:pt x="441" y="290"/>
                  </a:lnTo>
                  <a:lnTo>
                    <a:pt x="441" y="289"/>
                  </a:lnTo>
                  <a:lnTo>
                    <a:pt x="441" y="289"/>
                  </a:lnTo>
                  <a:lnTo>
                    <a:pt x="440" y="289"/>
                  </a:lnTo>
                  <a:lnTo>
                    <a:pt x="439" y="289"/>
                  </a:lnTo>
                  <a:lnTo>
                    <a:pt x="439" y="289"/>
                  </a:lnTo>
                  <a:lnTo>
                    <a:pt x="439" y="290"/>
                  </a:lnTo>
                  <a:lnTo>
                    <a:pt x="439" y="290"/>
                  </a:lnTo>
                  <a:lnTo>
                    <a:pt x="439" y="290"/>
                  </a:lnTo>
                  <a:lnTo>
                    <a:pt x="438" y="290"/>
                  </a:lnTo>
                  <a:lnTo>
                    <a:pt x="438" y="290"/>
                  </a:lnTo>
                  <a:lnTo>
                    <a:pt x="438" y="290"/>
                  </a:lnTo>
                  <a:lnTo>
                    <a:pt x="438" y="290"/>
                  </a:lnTo>
                  <a:lnTo>
                    <a:pt x="437" y="290"/>
                  </a:lnTo>
                  <a:lnTo>
                    <a:pt x="437" y="291"/>
                  </a:lnTo>
                  <a:lnTo>
                    <a:pt x="437" y="291"/>
                  </a:lnTo>
                  <a:lnTo>
                    <a:pt x="437" y="292"/>
                  </a:lnTo>
                  <a:lnTo>
                    <a:pt x="437" y="292"/>
                  </a:lnTo>
                  <a:lnTo>
                    <a:pt x="437" y="292"/>
                  </a:lnTo>
                  <a:lnTo>
                    <a:pt x="437" y="293"/>
                  </a:lnTo>
                  <a:lnTo>
                    <a:pt x="437" y="293"/>
                  </a:lnTo>
                  <a:lnTo>
                    <a:pt x="437" y="294"/>
                  </a:lnTo>
                  <a:lnTo>
                    <a:pt x="436" y="294"/>
                  </a:lnTo>
                  <a:lnTo>
                    <a:pt x="436" y="295"/>
                  </a:lnTo>
                  <a:lnTo>
                    <a:pt x="436" y="295"/>
                  </a:lnTo>
                  <a:lnTo>
                    <a:pt x="436" y="296"/>
                  </a:lnTo>
                  <a:lnTo>
                    <a:pt x="435" y="296"/>
                  </a:lnTo>
                  <a:lnTo>
                    <a:pt x="435" y="297"/>
                  </a:lnTo>
                  <a:lnTo>
                    <a:pt x="435" y="297"/>
                  </a:lnTo>
                  <a:lnTo>
                    <a:pt x="435" y="298"/>
                  </a:lnTo>
                  <a:lnTo>
                    <a:pt x="434" y="298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4" y="300"/>
                  </a:lnTo>
                  <a:lnTo>
                    <a:pt x="433" y="300"/>
                  </a:lnTo>
                  <a:lnTo>
                    <a:pt x="432" y="300"/>
                  </a:lnTo>
                  <a:lnTo>
                    <a:pt x="432" y="300"/>
                  </a:lnTo>
                  <a:lnTo>
                    <a:pt x="431" y="301"/>
                  </a:lnTo>
                  <a:lnTo>
                    <a:pt x="432" y="301"/>
                  </a:lnTo>
                  <a:lnTo>
                    <a:pt x="431" y="302"/>
                  </a:lnTo>
                  <a:lnTo>
                    <a:pt x="431" y="302"/>
                  </a:lnTo>
                  <a:lnTo>
                    <a:pt x="431" y="303"/>
                  </a:lnTo>
                  <a:lnTo>
                    <a:pt x="430" y="303"/>
                  </a:lnTo>
                  <a:lnTo>
                    <a:pt x="430" y="303"/>
                  </a:lnTo>
                  <a:lnTo>
                    <a:pt x="430" y="303"/>
                  </a:lnTo>
                  <a:lnTo>
                    <a:pt x="429" y="303"/>
                  </a:lnTo>
                  <a:lnTo>
                    <a:pt x="429" y="303"/>
                  </a:lnTo>
                  <a:lnTo>
                    <a:pt x="429" y="303"/>
                  </a:lnTo>
                  <a:lnTo>
                    <a:pt x="429" y="303"/>
                  </a:lnTo>
                  <a:lnTo>
                    <a:pt x="429" y="303"/>
                  </a:lnTo>
                  <a:lnTo>
                    <a:pt x="429" y="302"/>
                  </a:lnTo>
                  <a:lnTo>
                    <a:pt x="428" y="302"/>
                  </a:lnTo>
                  <a:lnTo>
                    <a:pt x="428" y="303"/>
                  </a:lnTo>
                  <a:lnTo>
                    <a:pt x="428" y="303"/>
                  </a:lnTo>
                  <a:lnTo>
                    <a:pt x="428" y="303"/>
                  </a:lnTo>
                  <a:lnTo>
                    <a:pt x="429" y="303"/>
                  </a:lnTo>
                  <a:lnTo>
                    <a:pt x="429" y="303"/>
                  </a:lnTo>
                  <a:lnTo>
                    <a:pt x="429" y="304"/>
                  </a:lnTo>
                  <a:lnTo>
                    <a:pt x="429" y="305"/>
                  </a:lnTo>
                  <a:lnTo>
                    <a:pt x="427" y="308"/>
                  </a:lnTo>
                  <a:lnTo>
                    <a:pt x="426" y="308"/>
                  </a:lnTo>
                  <a:lnTo>
                    <a:pt x="426" y="307"/>
                  </a:lnTo>
                  <a:lnTo>
                    <a:pt x="426" y="307"/>
                  </a:lnTo>
                  <a:lnTo>
                    <a:pt x="426" y="307"/>
                  </a:lnTo>
                  <a:lnTo>
                    <a:pt x="426" y="306"/>
                  </a:lnTo>
                  <a:lnTo>
                    <a:pt x="426" y="306"/>
                  </a:lnTo>
                  <a:lnTo>
                    <a:pt x="425" y="305"/>
                  </a:lnTo>
                  <a:lnTo>
                    <a:pt x="425" y="305"/>
                  </a:lnTo>
                  <a:lnTo>
                    <a:pt x="425" y="305"/>
                  </a:lnTo>
                  <a:lnTo>
                    <a:pt x="425" y="305"/>
                  </a:lnTo>
                  <a:lnTo>
                    <a:pt x="425" y="305"/>
                  </a:lnTo>
                  <a:lnTo>
                    <a:pt x="425" y="306"/>
                  </a:lnTo>
                  <a:lnTo>
                    <a:pt x="425" y="307"/>
                  </a:lnTo>
                  <a:lnTo>
                    <a:pt x="424" y="307"/>
                  </a:lnTo>
                  <a:lnTo>
                    <a:pt x="424" y="307"/>
                  </a:lnTo>
                  <a:lnTo>
                    <a:pt x="423" y="306"/>
                  </a:lnTo>
                  <a:lnTo>
                    <a:pt x="425" y="305"/>
                  </a:lnTo>
                  <a:lnTo>
                    <a:pt x="424" y="305"/>
                  </a:lnTo>
                  <a:lnTo>
                    <a:pt x="425" y="304"/>
                  </a:lnTo>
                  <a:lnTo>
                    <a:pt x="424" y="303"/>
                  </a:lnTo>
                  <a:lnTo>
                    <a:pt x="423" y="303"/>
                  </a:lnTo>
                  <a:lnTo>
                    <a:pt x="423" y="303"/>
                  </a:lnTo>
                  <a:lnTo>
                    <a:pt x="423" y="303"/>
                  </a:lnTo>
                  <a:lnTo>
                    <a:pt x="422" y="303"/>
                  </a:lnTo>
                  <a:lnTo>
                    <a:pt x="421" y="304"/>
                  </a:lnTo>
                  <a:lnTo>
                    <a:pt x="421" y="305"/>
                  </a:lnTo>
                  <a:lnTo>
                    <a:pt x="422" y="305"/>
                  </a:lnTo>
                  <a:lnTo>
                    <a:pt x="422" y="305"/>
                  </a:lnTo>
                  <a:lnTo>
                    <a:pt x="422" y="306"/>
                  </a:lnTo>
                  <a:lnTo>
                    <a:pt x="423" y="307"/>
                  </a:lnTo>
                  <a:lnTo>
                    <a:pt x="423" y="307"/>
                  </a:lnTo>
                  <a:lnTo>
                    <a:pt x="423" y="307"/>
                  </a:lnTo>
                  <a:lnTo>
                    <a:pt x="423" y="307"/>
                  </a:lnTo>
                  <a:lnTo>
                    <a:pt x="423" y="308"/>
                  </a:lnTo>
                  <a:lnTo>
                    <a:pt x="423" y="308"/>
                  </a:lnTo>
                  <a:lnTo>
                    <a:pt x="423" y="308"/>
                  </a:lnTo>
                  <a:lnTo>
                    <a:pt x="423" y="308"/>
                  </a:lnTo>
                  <a:lnTo>
                    <a:pt x="423" y="309"/>
                  </a:lnTo>
                  <a:lnTo>
                    <a:pt x="423" y="309"/>
                  </a:lnTo>
                  <a:lnTo>
                    <a:pt x="423" y="309"/>
                  </a:lnTo>
                  <a:lnTo>
                    <a:pt x="423" y="310"/>
                  </a:lnTo>
                  <a:lnTo>
                    <a:pt x="422" y="309"/>
                  </a:lnTo>
                  <a:lnTo>
                    <a:pt x="422" y="309"/>
                  </a:lnTo>
                  <a:lnTo>
                    <a:pt x="422" y="309"/>
                  </a:lnTo>
                  <a:lnTo>
                    <a:pt x="422" y="309"/>
                  </a:lnTo>
                  <a:lnTo>
                    <a:pt x="422" y="310"/>
                  </a:lnTo>
                  <a:lnTo>
                    <a:pt x="422" y="311"/>
                  </a:lnTo>
                  <a:lnTo>
                    <a:pt x="421" y="311"/>
                  </a:lnTo>
                  <a:lnTo>
                    <a:pt x="421" y="312"/>
                  </a:lnTo>
                  <a:lnTo>
                    <a:pt x="421" y="312"/>
                  </a:lnTo>
                  <a:lnTo>
                    <a:pt x="421" y="312"/>
                  </a:lnTo>
                  <a:lnTo>
                    <a:pt x="421" y="312"/>
                  </a:lnTo>
                  <a:lnTo>
                    <a:pt x="421" y="312"/>
                  </a:lnTo>
                  <a:lnTo>
                    <a:pt x="420" y="312"/>
                  </a:lnTo>
                  <a:lnTo>
                    <a:pt x="420" y="313"/>
                  </a:lnTo>
                  <a:lnTo>
                    <a:pt x="419" y="313"/>
                  </a:lnTo>
                  <a:lnTo>
                    <a:pt x="418" y="313"/>
                  </a:lnTo>
                  <a:lnTo>
                    <a:pt x="418" y="312"/>
                  </a:lnTo>
                  <a:lnTo>
                    <a:pt x="418" y="312"/>
                  </a:lnTo>
                  <a:lnTo>
                    <a:pt x="418" y="311"/>
                  </a:lnTo>
                  <a:lnTo>
                    <a:pt x="417" y="311"/>
                  </a:lnTo>
                  <a:lnTo>
                    <a:pt x="417" y="312"/>
                  </a:lnTo>
                  <a:lnTo>
                    <a:pt x="417" y="312"/>
                  </a:lnTo>
                  <a:lnTo>
                    <a:pt x="417" y="311"/>
                  </a:lnTo>
                  <a:lnTo>
                    <a:pt x="416" y="311"/>
                  </a:lnTo>
                  <a:lnTo>
                    <a:pt x="416" y="310"/>
                  </a:lnTo>
                  <a:lnTo>
                    <a:pt x="417" y="310"/>
                  </a:lnTo>
                  <a:lnTo>
                    <a:pt x="417" y="310"/>
                  </a:lnTo>
                  <a:lnTo>
                    <a:pt x="416" y="310"/>
                  </a:lnTo>
                  <a:lnTo>
                    <a:pt x="416" y="310"/>
                  </a:lnTo>
                  <a:lnTo>
                    <a:pt x="417" y="309"/>
                  </a:lnTo>
                  <a:lnTo>
                    <a:pt x="417" y="309"/>
                  </a:lnTo>
                  <a:lnTo>
                    <a:pt x="416" y="308"/>
                  </a:lnTo>
                  <a:lnTo>
                    <a:pt x="416" y="308"/>
                  </a:lnTo>
                  <a:lnTo>
                    <a:pt x="416" y="308"/>
                  </a:lnTo>
                  <a:lnTo>
                    <a:pt x="416" y="307"/>
                  </a:lnTo>
                  <a:lnTo>
                    <a:pt x="416" y="307"/>
                  </a:lnTo>
                  <a:lnTo>
                    <a:pt x="416" y="308"/>
                  </a:lnTo>
                  <a:lnTo>
                    <a:pt x="415" y="308"/>
                  </a:lnTo>
                  <a:lnTo>
                    <a:pt x="415" y="307"/>
                  </a:lnTo>
                  <a:lnTo>
                    <a:pt x="414" y="306"/>
                  </a:lnTo>
                  <a:lnTo>
                    <a:pt x="412" y="307"/>
                  </a:lnTo>
                  <a:lnTo>
                    <a:pt x="412" y="307"/>
                  </a:lnTo>
                  <a:lnTo>
                    <a:pt x="412" y="307"/>
                  </a:lnTo>
                  <a:lnTo>
                    <a:pt x="411" y="306"/>
                  </a:lnTo>
                  <a:lnTo>
                    <a:pt x="411" y="307"/>
                  </a:lnTo>
                  <a:lnTo>
                    <a:pt x="410" y="307"/>
                  </a:lnTo>
                  <a:lnTo>
                    <a:pt x="410" y="307"/>
                  </a:lnTo>
                  <a:lnTo>
                    <a:pt x="409" y="307"/>
                  </a:lnTo>
                  <a:lnTo>
                    <a:pt x="409" y="307"/>
                  </a:lnTo>
                  <a:lnTo>
                    <a:pt x="409" y="308"/>
                  </a:lnTo>
                  <a:lnTo>
                    <a:pt x="409" y="308"/>
                  </a:lnTo>
                  <a:lnTo>
                    <a:pt x="408" y="307"/>
                  </a:lnTo>
                  <a:lnTo>
                    <a:pt x="408" y="306"/>
                  </a:lnTo>
                  <a:lnTo>
                    <a:pt x="408" y="306"/>
                  </a:lnTo>
                  <a:lnTo>
                    <a:pt x="407" y="306"/>
                  </a:lnTo>
                  <a:lnTo>
                    <a:pt x="404" y="306"/>
                  </a:lnTo>
                  <a:lnTo>
                    <a:pt x="404" y="307"/>
                  </a:lnTo>
                  <a:lnTo>
                    <a:pt x="404" y="307"/>
                  </a:lnTo>
                  <a:lnTo>
                    <a:pt x="403" y="307"/>
                  </a:lnTo>
                  <a:lnTo>
                    <a:pt x="403" y="308"/>
                  </a:lnTo>
                  <a:lnTo>
                    <a:pt x="403" y="308"/>
                  </a:lnTo>
                  <a:lnTo>
                    <a:pt x="403" y="308"/>
                  </a:lnTo>
                  <a:lnTo>
                    <a:pt x="403" y="308"/>
                  </a:lnTo>
                  <a:lnTo>
                    <a:pt x="403" y="307"/>
                  </a:lnTo>
                  <a:lnTo>
                    <a:pt x="402" y="308"/>
                  </a:lnTo>
                  <a:lnTo>
                    <a:pt x="402" y="308"/>
                  </a:lnTo>
                  <a:lnTo>
                    <a:pt x="401" y="308"/>
                  </a:lnTo>
                  <a:lnTo>
                    <a:pt x="400" y="308"/>
                  </a:lnTo>
                  <a:lnTo>
                    <a:pt x="400" y="308"/>
                  </a:lnTo>
                  <a:lnTo>
                    <a:pt x="400" y="308"/>
                  </a:lnTo>
                  <a:lnTo>
                    <a:pt x="399" y="308"/>
                  </a:lnTo>
                  <a:lnTo>
                    <a:pt x="399" y="308"/>
                  </a:lnTo>
                  <a:lnTo>
                    <a:pt x="400" y="308"/>
                  </a:lnTo>
                  <a:lnTo>
                    <a:pt x="400" y="309"/>
                  </a:lnTo>
                  <a:lnTo>
                    <a:pt x="399" y="309"/>
                  </a:lnTo>
                  <a:lnTo>
                    <a:pt x="399" y="308"/>
                  </a:lnTo>
                  <a:lnTo>
                    <a:pt x="399" y="308"/>
                  </a:lnTo>
                  <a:lnTo>
                    <a:pt x="399" y="308"/>
                  </a:lnTo>
                  <a:lnTo>
                    <a:pt x="397" y="308"/>
                  </a:lnTo>
                  <a:lnTo>
                    <a:pt x="397" y="308"/>
                  </a:lnTo>
                  <a:lnTo>
                    <a:pt x="396" y="308"/>
                  </a:lnTo>
                  <a:lnTo>
                    <a:pt x="395" y="308"/>
                  </a:lnTo>
                  <a:lnTo>
                    <a:pt x="393" y="308"/>
                  </a:lnTo>
                  <a:lnTo>
                    <a:pt x="392" y="308"/>
                  </a:lnTo>
                  <a:lnTo>
                    <a:pt x="392" y="308"/>
                  </a:lnTo>
                  <a:lnTo>
                    <a:pt x="392" y="308"/>
                  </a:lnTo>
                  <a:lnTo>
                    <a:pt x="390" y="306"/>
                  </a:lnTo>
                  <a:lnTo>
                    <a:pt x="390" y="306"/>
                  </a:lnTo>
                  <a:lnTo>
                    <a:pt x="390" y="305"/>
                  </a:lnTo>
                  <a:lnTo>
                    <a:pt x="390" y="305"/>
                  </a:lnTo>
                  <a:lnTo>
                    <a:pt x="390" y="304"/>
                  </a:lnTo>
                  <a:lnTo>
                    <a:pt x="390" y="304"/>
                  </a:lnTo>
                  <a:lnTo>
                    <a:pt x="391" y="305"/>
                  </a:lnTo>
                  <a:lnTo>
                    <a:pt x="392" y="305"/>
                  </a:lnTo>
                  <a:lnTo>
                    <a:pt x="393" y="304"/>
                  </a:lnTo>
                  <a:lnTo>
                    <a:pt x="393" y="304"/>
                  </a:lnTo>
                  <a:lnTo>
                    <a:pt x="393" y="303"/>
                  </a:lnTo>
                  <a:lnTo>
                    <a:pt x="393" y="303"/>
                  </a:lnTo>
                  <a:lnTo>
                    <a:pt x="393" y="303"/>
                  </a:lnTo>
                  <a:lnTo>
                    <a:pt x="393" y="301"/>
                  </a:lnTo>
                  <a:lnTo>
                    <a:pt x="392" y="301"/>
                  </a:lnTo>
                  <a:lnTo>
                    <a:pt x="393" y="300"/>
                  </a:lnTo>
                  <a:lnTo>
                    <a:pt x="393" y="299"/>
                  </a:lnTo>
                  <a:lnTo>
                    <a:pt x="393" y="298"/>
                  </a:lnTo>
                  <a:lnTo>
                    <a:pt x="393" y="297"/>
                  </a:lnTo>
                  <a:lnTo>
                    <a:pt x="393" y="297"/>
                  </a:lnTo>
                  <a:lnTo>
                    <a:pt x="392" y="298"/>
                  </a:lnTo>
                  <a:lnTo>
                    <a:pt x="392" y="299"/>
                  </a:lnTo>
                  <a:lnTo>
                    <a:pt x="391" y="299"/>
                  </a:lnTo>
                  <a:lnTo>
                    <a:pt x="391" y="299"/>
                  </a:lnTo>
                  <a:lnTo>
                    <a:pt x="391" y="299"/>
                  </a:lnTo>
                  <a:lnTo>
                    <a:pt x="391" y="300"/>
                  </a:lnTo>
                  <a:lnTo>
                    <a:pt x="391" y="301"/>
                  </a:lnTo>
                  <a:lnTo>
                    <a:pt x="390" y="302"/>
                  </a:lnTo>
                  <a:lnTo>
                    <a:pt x="390" y="302"/>
                  </a:lnTo>
                  <a:lnTo>
                    <a:pt x="390" y="303"/>
                  </a:lnTo>
                  <a:lnTo>
                    <a:pt x="389" y="305"/>
                  </a:lnTo>
                  <a:lnTo>
                    <a:pt x="389" y="305"/>
                  </a:lnTo>
                  <a:lnTo>
                    <a:pt x="389" y="305"/>
                  </a:lnTo>
                  <a:lnTo>
                    <a:pt x="389" y="305"/>
                  </a:lnTo>
                  <a:lnTo>
                    <a:pt x="388" y="305"/>
                  </a:lnTo>
                  <a:lnTo>
                    <a:pt x="387" y="306"/>
                  </a:lnTo>
                  <a:lnTo>
                    <a:pt x="388" y="307"/>
                  </a:lnTo>
                  <a:lnTo>
                    <a:pt x="387" y="307"/>
                  </a:lnTo>
                  <a:lnTo>
                    <a:pt x="387" y="306"/>
                  </a:lnTo>
                  <a:lnTo>
                    <a:pt x="387" y="306"/>
                  </a:lnTo>
                  <a:lnTo>
                    <a:pt x="387" y="307"/>
                  </a:lnTo>
                  <a:lnTo>
                    <a:pt x="386" y="307"/>
                  </a:lnTo>
                  <a:lnTo>
                    <a:pt x="386" y="307"/>
                  </a:lnTo>
                  <a:lnTo>
                    <a:pt x="386" y="308"/>
                  </a:lnTo>
                  <a:lnTo>
                    <a:pt x="386" y="310"/>
                  </a:lnTo>
                  <a:lnTo>
                    <a:pt x="386" y="310"/>
                  </a:lnTo>
                  <a:lnTo>
                    <a:pt x="387" y="308"/>
                  </a:lnTo>
                  <a:lnTo>
                    <a:pt x="388" y="307"/>
                  </a:lnTo>
                  <a:lnTo>
                    <a:pt x="388" y="307"/>
                  </a:lnTo>
                  <a:lnTo>
                    <a:pt x="390" y="307"/>
                  </a:lnTo>
                  <a:lnTo>
                    <a:pt x="390" y="306"/>
                  </a:lnTo>
                  <a:lnTo>
                    <a:pt x="390" y="307"/>
                  </a:lnTo>
                  <a:lnTo>
                    <a:pt x="391" y="308"/>
                  </a:lnTo>
                  <a:lnTo>
                    <a:pt x="391" y="309"/>
                  </a:lnTo>
                  <a:lnTo>
                    <a:pt x="390" y="310"/>
                  </a:lnTo>
                  <a:lnTo>
                    <a:pt x="387" y="312"/>
                  </a:lnTo>
                  <a:lnTo>
                    <a:pt x="387" y="312"/>
                  </a:lnTo>
                  <a:lnTo>
                    <a:pt x="386" y="313"/>
                  </a:lnTo>
                  <a:lnTo>
                    <a:pt x="385" y="314"/>
                  </a:lnTo>
                  <a:lnTo>
                    <a:pt x="383" y="316"/>
                  </a:lnTo>
                  <a:lnTo>
                    <a:pt x="382" y="316"/>
                  </a:lnTo>
                  <a:lnTo>
                    <a:pt x="381" y="319"/>
                  </a:lnTo>
                  <a:lnTo>
                    <a:pt x="381" y="321"/>
                  </a:lnTo>
                  <a:lnTo>
                    <a:pt x="382" y="322"/>
                  </a:lnTo>
                  <a:lnTo>
                    <a:pt x="383" y="324"/>
                  </a:lnTo>
                  <a:lnTo>
                    <a:pt x="384" y="327"/>
                  </a:lnTo>
                  <a:lnTo>
                    <a:pt x="384" y="330"/>
                  </a:lnTo>
                  <a:lnTo>
                    <a:pt x="384" y="334"/>
                  </a:lnTo>
                  <a:lnTo>
                    <a:pt x="382" y="337"/>
                  </a:lnTo>
                  <a:lnTo>
                    <a:pt x="381" y="338"/>
                  </a:lnTo>
                  <a:lnTo>
                    <a:pt x="381" y="338"/>
                  </a:lnTo>
                  <a:lnTo>
                    <a:pt x="381" y="338"/>
                  </a:lnTo>
                  <a:lnTo>
                    <a:pt x="381" y="339"/>
                  </a:lnTo>
                  <a:lnTo>
                    <a:pt x="381" y="341"/>
                  </a:lnTo>
                  <a:lnTo>
                    <a:pt x="381" y="341"/>
                  </a:lnTo>
                  <a:lnTo>
                    <a:pt x="381" y="342"/>
                  </a:lnTo>
                  <a:lnTo>
                    <a:pt x="381" y="343"/>
                  </a:lnTo>
                  <a:lnTo>
                    <a:pt x="381" y="343"/>
                  </a:lnTo>
                  <a:lnTo>
                    <a:pt x="381" y="344"/>
                  </a:lnTo>
                  <a:lnTo>
                    <a:pt x="381" y="344"/>
                  </a:lnTo>
                  <a:lnTo>
                    <a:pt x="381" y="346"/>
                  </a:lnTo>
                  <a:lnTo>
                    <a:pt x="381" y="347"/>
                  </a:lnTo>
                  <a:lnTo>
                    <a:pt x="380" y="347"/>
                  </a:lnTo>
                  <a:lnTo>
                    <a:pt x="379" y="349"/>
                  </a:lnTo>
                  <a:lnTo>
                    <a:pt x="379" y="350"/>
                  </a:lnTo>
                  <a:lnTo>
                    <a:pt x="377" y="350"/>
                  </a:lnTo>
                  <a:lnTo>
                    <a:pt x="377" y="351"/>
                  </a:lnTo>
                  <a:lnTo>
                    <a:pt x="376" y="351"/>
                  </a:lnTo>
                  <a:lnTo>
                    <a:pt x="372" y="355"/>
                  </a:lnTo>
                  <a:lnTo>
                    <a:pt x="371" y="355"/>
                  </a:lnTo>
                  <a:lnTo>
                    <a:pt x="370" y="357"/>
                  </a:lnTo>
                  <a:lnTo>
                    <a:pt x="369" y="357"/>
                  </a:lnTo>
                  <a:lnTo>
                    <a:pt x="370" y="357"/>
                  </a:lnTo>
                  <a:lnTo>
                    <a:pt x="370" y="359"/>
                  </a:lnTo>
                  <a:lnTo>
                    <a:pt x="369" y="359"/>
                  </a:lnTo>
                  <a:lnTo>
                    <a:pt x="369" y="360"/>
                  </a:lnTo>
                  <a:lnTo>
                    <a:pt x="368" y="360"/>
                  </a:lnTo>
                  <a:lnTo>
                    <a:pt x="368" y="360"/>
                  </a:lnTo>
                  <a:lnTo>
                    <a:pt x="367" y="360"/>
                  </a:lnTo>
                  <a:lnTo>
                    <a:pt x="366" y="360"/>
                  </a:lnTo>
                  <a:lnTo>
                    <a:pt x="366" y="361"/>
                  </a:lnTo>
                  <a:lnTo>
                    <a:pt x="365" y="361"/>
                  </a:lnTo>
                  <a:lnTo>
                    <a:pt x="363" y="362"/>
                  </a:lnTo>
                  <a:lnTo>
                    <a:pt x="363" y="362"/>
                  </a:lnTo>
                  <a:lnTo>
                    <a:pt x="362" y="363"/>
                  </a:lnTo>
                  <a:lnTo>
                    <a:pt x="362" y="363"/>
                  </a:lnTo>
                  <a:lnTo>
                    <a:pt x="361" y="364"/>
                  </a:lnTo>
                  <a:lnTo>
                    <a:pt x="361" y="364"/>
                  </a:lnTo>
                  <a:lnTo>
                    <a:pt x="361" y="364"/>
                  </a:lnTo>
                  <a:lnTo>
                    <a:pt x="361" y="365"/>
                  </a:lnTo>
                  <a:lnTo>
                    <a:pt x="360" y="365"/>
                  </a:lnTo>
                  <a:lnTo>
                    <a:pt x="360" y="366"/>
                  </a:lnTo>
                  <a:lnTo>
                    <a:pt x="360" y="366"/>
                  </a:lnTo>
                  <a:lnTo>
                    <a:pt x="360" y="367"/>
                  </a:lnTo>
                  <a:lnTo>
                    <a:pt x="359" y="367"/>
                  </a:lnTo>
                  <a:lnTo>
                    <a:pt x="359" y="367"/>
                  </a:lnTo>
                  <a:lnTo>
                    <a:pt x="358" y="368"/>
                  </a:lnTo>
                  <a:lnTo>
                    <a:pt x="356" y="368"/>
                  </a:lnTo>
                  <a:lnTo>
                    <a:pt x="356" y="368"/>
                  </a:lnTo>
                  <a:lnTo>
                    <a:pt x="356" y="368"/>
                  </a:lnTo>
                  <a:lnTo>
                    <a:pt x="356" y="368"/>
                  </a:lnTo>
                  <a:lnTo>
                    <a:pt x="355" y="369"/>
                  </a:lnTo>
                  <a:lnTo>
                    <a:pt x="354" y="370"/>
                  </a:lnTo>
                  <a:lnTo>
                    <a:pt x="354" y="370"/>
                  </a:lnTo>
                  <a:lnTo>
                    <a:pt x="353" y="371"/>
                  </a:lnTo>
                  <a:lnTo>
                    <a:pt x="353" y="371"/>
                  </a:lnTo>
                  <a:lnTo>
                    <a:pt x="352" y="372"/>
                  </a:lnTo>
                  <a:lnTo>
                    <a:pt x="352" y="372"/>
                  </a:lnTo>
                  <a:lnTo>
                    <a:pt x="352" y="370"/>
                  </a:lnTo>
                  <a:lnTo>
                    <a:pt x="351" y="369"/>
                  </a:lnTo>
                  <a:lnTo>
                    <a:pt x="351" y="369"/>
                  </a:lnTo>
                  <a:lnTo>
                    <a:pt x="349" y="369"/>
                  </a:lnTo>
                  <a:lnTo>
                    <a:pt x="349" y="368"/>
                  </a:lnTo>
                  <a:lnTo>
                    <a:pt x="348" y="368"/>
                  </a:lnTo>
                  <a:lnTo>
                    <a:pt x="348" y="368"/>
                  </a:lnTo>
                  <a:lnTo>
                    <a:pt x="348" y="368"/>
                  </a:lnTo>
                  <a:lnTo>
                    <a:pt x="347" y="367"/>
                  </a:lnTo>
                  <a:lnTo>
                    <a:pt x="347" y="367"/>
                  </a:lnTo>
                  <a:lnTo>
                    <a:pt x="347" y="367"/>
                  </a:lnTo>
                  <a:lnTo>
                    <a:pt x="345" y="366"/>
                  </a:lnTo>
                  <a:lnTo>
                    <a:pt x="346" y="366"/>
                  </a:lnTo>
                  <a:lnTo>
                    <a:pt x="346" y="366"/>
                  </a:lnTo>
                  <a:lnTo>
                    <a:pt x="347" y="365"/>
                  </a:lnTo>
                  <a:lnTo>
                    <a:pt x="346" y="365"/>
                  </a:lnTo>
                  <a:lnTo>
                    <a:pt x="347" y="364"/>
                  </a:lnTo>
                  <a:lnTo>
                    <a:pt x="347" y="364"/>
                  </a:lnTo>
                  <a:lnTo>
                    <a:pt x="347" y="364"/>
                  </a:lnTo>
                  <a:lnTo>
                    <a:pt x="347" y="364"/>
                  </a:lnTo>
                  <a:lnTo>
                    <a:pt x="348" y="364"/>
                  </a:lnTo>
                  <a:lnTo>
                    <a:pt x="348" y="364"/>
                  </a:lnTo>
                  <a:lnTo>
                    <a:pt x="349" y="364"/>
                  </a:lnTo>
                  <a:lnTo>
                    <a:pt x="349" y="365"/>
                  </a:lnTo>
                  <a:lnTo>
                    <a:pt x="350" y="364"/>
                  </a:lnTo>
                  <a:lnTo>
                    <a:pt x="350" y="364"/>
                  </a:lnTo>
                  <a:lnTo>
                    <a:pt x="350" y="364"/>
                  </a:lnTo>
                  <a:lnTo>
                    <a:pt x="350" y="363"/>
                  </a:lnTo>
                  <a:lnTo>
                    <a:pt x="349" y="362"/>
                  </a:lnTo>
                  <a:lnTo>
                    <a:pt x="349" y="362"/>
                  </a:lnTo>
                  <a:lnTo>
                    <a:pt x="348" y="361"/>
                  </a:lnTo>
                  <a:lnTo>
                    <a:pt x="347" y="361"/>
                  </a:lnTo>
                  <a:lnTo>
                    <a:pt x="347" y="362"/>
                  </a:lnTo>
                  <a:lnTo>
                    <a:pt x="347" y="362"/>
                  </a:lnTo>
                  <a:lnTo>
                    <a:pt x="347" y="362"/>
                  </a:lnTo>
                  <a:lnTo>
                    <a:pt x="347" y="360"/>
                  </a:lnTo>
                  <a:lnTo>
                    <a:pt x="347" y="360"/>
                  </a:lnTo>
                  <a:lnTo>
                    <a:pt x="347" y="360"/>
                  </a:lnTo>
                  <a:lnTo>
                    <a:pt x="347" y="360"/>
                  </a:lnTo>
                  <a:lnTo>
                    <a:pt x="345" y="360"/>
                  </a:lnTo>
                  <a:lnTo>
                    <a:pt x="344" y="360"/>
                  </a:lnTo>
                  <a:lnTo>
                    <a:pt x="344" y="360"/>
                  </a:lnTo>
                  <a:lnTo>
                    <a:pt x="342" y="360"/>
                  </a:lnTo>
                  <a:lnTo>
                    <a:pt x="342" y="360"/>
                  </a:lnTo>
                  <a:lnTo>
                    <a:pt x="342" y="360"/>
                  </a:lnTo>
                  <a:lnTo>
                    <a:pt x="342" y="360"/>
                  </a:lnTo>
                  <a:lnTo>
                    <a:pt x="342" y="360"/>
                  </a:lnTo>
                  <a:lnTo>
                    <a:pt x="342" y="360"/>
                  </a:lnTo>
                  <a:lnTo>
                    <a:pt x="342" y="360"/>
                  </a:lnTo>
                  <a:lnTo>
                    <a:pt x="342" y="359"/>
                  </a:lnTo>
                  <a:lnTo>
                    <a:pt x="341" y="359"/>
                  </a:lnTo>
                  <a:lnTo>
                    <a:pt x="341" y="360"/>
                  </a:lnTo>
                  <a:lnTo>
                    <a:pt x="341" y="360"/>
                  </a:lnTo>
                  <a:lnTo>
                    <a:pt x="341" y="360"/>
                  </a:lnTo>
                  <a:lnTo>
                    <a:pt x="340" y="360"/>
                  </a:lnTo>
                  <a:lnTo>
                    <a:pt x="340" y="360"/>
                  </a:lnTo>
                  <a:lnTo>
                    <a:pt x="340" y="361"/>
                  </a:lnTo>
                  <a:lnTo>
                    <a:pt x="339" y="360"/>
                  </a:lnTo>
                  <a:lnTo>
                    <a:pt x="338" y="360"/>
                  </a:lnTo>
                  <a:lnTo>
                    <a:pt x="338" y="360"/>
                  </a:lnTo>
                  <a:lnTo>
                    <a:pt x="338" y="360"/>
                  </a:lnTo>
                  <a:lnTo>
                    <a:pt x="338" y="360"/>
                  </a:lnTo>
                  <a:lnTo>
                    <a:pt x="338" y="360"/>
                  </a:lnTo>
                  <a:lnTo>
                    <a:pt x="337" y="360"/>
                  </a:lnTo>
                  <a:lnTo>
                    <a:pt x="337" y="360"/>
                  </a:lnTo>
                  <a:lnTo>
                    <a:pt x="336" y="360"/>
                  </a:lnTo>
                  <a:lnTo>
                    <a:pt x="335" y="359"/>
                  </a:lnTo>
                  <a:lnTo>
                    <a:pt x="335" y="359"/>
                  </a:lnTo>
                  <a:lnTo>
                    <a:pt x="334" y="358"/>
                  </a:lnTo>
                  <a:lnTo>
                    <a:pt x="334" y="358"/>
                  </a:lnTo>
                  <a:lnTo>
                    <a:pt x="334" y="357"/>
                  </a:lnTo>
                  <a:lnTo>
                    <a:pt x="333" y="357"/>
                  </a:lnTo>
                  <a:lnTo>
                    <a:pt x="332" y="357"/>
                  </a:lnTo>
                  <a:lnTo>
                    <a:pt x="332" y="356"/>
                  </a:lnTo>
                  <a:lnTo>
                    <a:pt x="332" y="355"/>
                  </a:lnTo>
                  <a:lnTo>
                    <a:pt x="331" y="355"/>
                  </a:lnTo>
                  <a:lnTo>
                    <a:pt x="331" y="354"/>
                  </a:lnTo>
                  <a:lnTo>
                    <a:pt x="331" y="351"/>
                  </a:lnTo>
                  <a:lnTo>
                    <a:pt x="331" y="351"/>
                  </a:lnTo>
                  <a:lnTo>
                    <a:pt x="331" y="351"/>
                  </a:lnTo>
                  <a:lnTo>
                    <a:pt x="329" y="351"/>
                  </a:lnTo>
                  <a:lnTo>
                    <a:pt x="328" y="350"/>
                  </a:lnTo>
                  <a:lnTo>
                    <a:pt x="328" y="351"/>
                  </a:lnTo>
                  <a:lnTo>
                    <a:pt x="327" y="351"/>
                  </a:lnTo>
                  <a:lnTo>
                    <a:pt x="327" y="350"/>
                  </a:lnTo>
                  <a:lnTo>
                    <a:pt x="327" y="350"/>
                  </a:lnTo>
                  <a:lnTo>
                    <a:pt x="325" y="350"/>
                  </a:lnTo>
                  <a:lnTo>
                    <a:pt x="325" y="349"/>
                  </a:lnTo>
                  <a:lnTo>
                    <a:pt x="325" y="350"/>
                  </a:lnTo>
                  <a:lnTo>
                    <a:pt x="325" y="350"/>
                  </a:lnTo>
                  <a:lnTo>
                    <a:pt x="324" y="350"/>
                  </a:lnTo>
                  <a:lnTo>
                    <a:pt x="324" y="349"/>
                  </a:lnTo>
                  <a:lnTo>
                    <a:pt x="322" y="350"/>
                  </a:lnTo>
                  <a:lnTo>
                    <a:pt x="322" y="350"/>
                  </a:lnTo>
                  <a:lnTo>
                    <a:pt x="321" y="350"/>
                  </a:lnTo>
                  <a:lnTo>
                    <a:pt x="321" y="351"/>
                  </a:lnTo>
                  <a:lnTo>
                    <a:pt x="321" y="351"/>
                  </a:lnTo>
                  <a:lnTo>
                    <a:pt x="321" y="351"/>
                  </a:lnTo>
                  <a:lnTo>
                    <a:pt x="320" y="350"/>
                  </a:lnTo>
                  <a:lnTo>
                    <a:pt x="320" y="350"/>
                  </a:lnTo>
                  <a:lnTo>
                    <a:pt x="319" y="350"/>
                  </a:lnTo>
                  <a:lnTo>
                    <a:pt x="318" y="348"/>
                  </a:lnTo>
                  <a:lnTo>
                    <a:pt x="317" y="348"/>
                  </a:lnTo>
                  <a:lnTo>
                    <a:pt x="316" y="347"/>
                  </a:lnTo>
                  <a:lnTo>
                    <a:pt x="316" y="347"/>
                  </a:lnTo>
                  <a:lnTo>
                    <a:pt x="316" y="347"/>
                  </a:lnTo>
                  <a:lnTo>
                    <a:pt x="316" y="347"/>
                  </a:lnTo>
                  <a:lnTo>
                    <a:pt x="314" y="346"/>
                  </a:lnTo>
                  <a:lnTo>
                    <a:pt x="313" y="346"/>
                  </a:lnTo>
                  <a:lnTo>
                    <a:pt x="313" y="345"/>
                  </a:lnTo>
                  <a:lnTo>
                    <a:pt x="313" y="344"/>
                  </a:lnTo>
                  <a:lnTo>
                    <a:pt x="313" y="343"/>
                  </a:lnTo>
                  <a:lnTo>
                    <a:pt x="312" y="343"/>
                  </a:lnTo>
                  <a:lnTo>
                    <a:pt x="312" y="341"/>
                  </a:lnTo>
                  <a:lnTo>
                    <a:pt x="312" y="341"/>
                  </a:lnTo>
                  <a:lnTo>
                    <a:pt x="312" y="340"/>
                  </a:lnTo>
                  <a:lnTo>
                    <a:pt x="311" y="340"/>
                  </a:lnTo>
                  <a:lnTo>
                    <a:pt x="311" y="339"/>
                  </a:lnTo>
                  <a:lnTo>
                    <a:pt x="311" y="338"/>
                  </a:lnTo>
                  <a:lnTo>
                    <a:pt x="311" y="338"/>
                  </a:lnTo>
                  <a:lnTo>
                    <a:pt x="310" y="337"/>
                  </a:lnTo>
                  <a:lnTo>
                    <a:pt x="310" y="337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09" y="338"/>
                  </a:lnTo>
                  <a:lnTo>
                    <a:pt x="309" y="338"/>
                  </a:lnTo>
                  <a:lnTo>
                    <a:pt x="309" y="338"/>
                  </a:lnTo>
                  <a:lnTo>
                    <a:pt x="309" y="338"/>
                  </a:lnTo>
                  <a:lnTo>
                    <a:pt x="310" y="338"/>
                  </a:lnTo>
                  <a:lnTo>
                    <a:pt x="310" y="339"/>
                  </a:lnTo>
                  <a:lnTo>
                    <a:pt x="310" y="340"/>
                  </a:lnTo>
                  <a:lnTo>
                    <a:pt x="310" y="340"/>
                  </a:lnTo>
                  <a:lnTo>
                    <a:pt x="311" y="341"/>
                  </a:lnTo>
                  <a:lnTo>
                    <a:pt x="312" y="342"/>
                  </a:lnTo>
                  <a:lnTo>
                    <a:pt x="312" y="342"/>
                  </a:lnTo>
                  <a:lnTo>
                    <a:pt x="312" y="343"/>
                  </a:lnTo>
                  <a:lnTo>
                    <a:pt x="312" y="344"/>
                  </a:lnTo>
                  <a:lnTo>
                    <a:pt x="312" y="344"/>
                  </a:lnTo>
                  <a:lnTo>
                    <a:pt x="313" y="345"/>
                  </a:lnTo>
                  <a:lnTo>
                    <a:pt x="313" y="346"/>
                  </a:lnTo>
                  <a:lnTo>
                    <a:pt x="314" y="346"/>
                  </a:lnTo>
                  <a:lnTo>
                    <a:pt x="314" y="346"/>
                  </a:lnTo>
                  <a:lnTo>
                    <a:pt x="314" y="346"/>
                  </a:lnTo>
                  <a:lnTo>
                    <a:pt x="314" y="346"/>
                  </a:lnTo>
                  <a:lnTo>
                    <a:pt x="314" y="347"/>
                  </a:lnTo>
                  <a:lnTo>
                    <a:pt x="314" y="347"/>
                  </a:lnTo>
                  <a:lnTo>
                    <a:pt x="314" y="347"/>
                  </a:lnTo>
                  <a:lnTo>
                    <a:pt x="315" y="347"/>
                  </a:lnTo>
                  <a:lnTo>
                    <a:pt x="315" y="347"/>
                  </a:lnTo>
                  <a:lnTo>
                    <a:pt x="315" y="347"/>
                  </a:lnTo>
                  <a:lnTo>
                    <a:pt x="316" y="347"/>
                  </a:lnTo>
                  <a:lnTo>
                    <a:pt x="316" y="347"/>
                  </a:lnTo>
                  <a:lnTo>
                    <a:pt x="316" y="347"/>
                  </a:lnTo>
                  <a:lnTo>
                    <a:pt x="314" y="347"/>
                  </a:lnTo>
                  <a:lnTo>
                    <a:pt x="310" y="351"/>
                  </a:lnTo>
                  <a:lnTo>
                    <a:pt x="307" y="346"/>
                  </a:lnTo>
                  <a:lnTo>
                    <a:pt x="304" y="345"/>
                  </a:lnTo>
                  <a:lnTo>
                    <a:pt x="303" y="346"/>
                  </a:lnTo>
                  <a:lnTo>
                    <a:pt x="303" y="347"/>
                  </a:lnTo>
                  <a:lnTo>
                    <a:pt x="304" y="355"/>
                  </a:lnTo>
                  <a:lnTo>
                    <a:pt x="303" y="357"/>
                  </a:lnTo>
                  <a:lnTo>
                    <a:pt x="301" y="358"/>
                  </a:lnTo>
                  <a:lnTo>
                    <a:pt x="300" y="359"/>
                  </a:lnTo>
                  <a:lnTo>
                    <a:pt x="289" y="362"/>
                  </a:lnTo>
                  <a:lnTo>
                    <a:pt x="288" y="358"/>
                  </a:lnTo>
                  <a:lnTo>
                    <a:pt x="284" y="355"/>
                  </a:lnTo>
                  <a:lnTo>
                    <a:pt x="284" y="359"/>
                  </a:lnTo>
                  <a:lnTo>
                    <a:pt x="278" y="362"/>
                  </a:lnTo>
                  <a:lnTo>
                    <a:pt x="274" y="361"/>
                  </a:lnTo>
                  <a:lnTo>
                    <a:pt x="268" y="364"/>
                  </a:lnTo>
                  <a:lnTo>
                    <a:pt x="265" y="363"/>
                  </a:lnTo>
                  <a:lnTo>
                    <a:pt x="264" y="365"/>
                  </a:lnTo>
                  <a:lnTo>
                    <a:pt x="262" y="365"/>
                  </a:lnTo>
                  <a:lnTo>
                    <a:pt x="260" y="368"/>
                  </a:lnTo>
                  <a:lnTo>
                    <a:pt x="258" y="367"/>
                  </a:lnTo>
                  <a:lnTo>
                    <a:pt x="254" y="360"/>
                  </a:lnTo>
                  <a:lnTo>
                    <a:pt x="251" y="358"/>
                  </a:lnTo>
                  <a:lnTo>
                    <a:pt x="252" y="355"/>
                  </a:lnTo>
                  <a:lnTo>
                    <a:pt x="252" y="352"/>
                  </a:lnTo>
                  <a:lnTo>
                    <a:pt x="254" y="349"/>
                  </a:lnTo>
                  <a:lnTo>
                    <a:pt x="251" y="345"/>
                  </a:lnTo>
                  <a:lnTo>
                    <a:pt x="256" y="339"/>
                  </a:lnTo>
                  <a:lnTo>
                    <a:pt x="258" y="334"/>
                  </a:lnTo>
                  <a:lnTo>
                    <a:pt x="256" y="329"/>
                  </a:lnTo>
                  <a:lnTo>
                    <a:pt x="254" y="326"/>
                  </a:lnTo>
                  <a:lnTo>
                    <a:pt x="247" y="321"/>
                  </a:lnTo>
                  <a:lnTo>
                    <a:pt x="244" y="321"/>
                  </a:lnTo>
                  <a:lnTo>
                    <a:pt x="240" y="326"/>
                  </a:lnTo>
                  <a:lnTo>
                    <a:pt x="230" y="318"/>
                  </a:lnTo>
                  <a:lnTo>
                    <a:pt x="228" y="314"/>
                  </a:lnTo>
                  <a:lnTo>
                    <a:pt x="225" y="303"/>
                  </a:lnTo>
                  <a:lnTo>
                    <a:pt x="220" y="299"/>
                  </a:lnTo>
                  <a:lnTo>
                    <a:pt x="221" y="296"/>
                  </a:lnTo>
                  <a:lnTo>
                    <a:pt x="221" y="296"/>
                  </a:lnTo>
                  <a:lnTo>
                    <a:pt x="218" y="285"/>
                  </a:lnTo>
                  <a:lnTo>
                    <a:pt x="216" y="280"/>
                  </a:lnTo>
                  <a:lnTo>
                    <a:pt x="212" y="278"/>
                  </a:lnTo>
                  <a:lnTo>
                    <a:pt x="211" y="273"/>
                  </a:lnTo>
                  <a:lnTo>
                    <a:pt x="208" y="270"/>
                  </a:lnTo>
                  <a:lnTo>
                    <a:pt x="200" y="264"/>
                  </a:lnTo>
                  <a:lnTo>
                    <a:pt x="191" y="260"/>
                  </a:lnTo>
                  <a:lnTo>
                    <a:pt x="189" y="260"/>
                  </a:lnTo>
                  <a:lnTo>
                    <a:pt x="186" y="264"/>
                  </a:lnTo>
                  <a:lnTo>
                    <a:pt x="186" y="264"/>
                  </a:lnTo>
                  <a:lnTo>
                    <a:pt x="179" y="273"/>
                  </a:lnTo>
                  <a:lnTo>
                    <a:pt x="179" y="276"/>
                  </a:lnTo>
                  <a:lnTo>
                    <a:pt x="177" y="277"/>
                  </a:lnTo>
                  <a:lnTo>
                    <a:pt x="177" y="277"/>
                  </a:lnTo>
                  <a:lnTo>
                    <a:pt x="175" y="279"/>
                  </a:lnTo>
                  <a:lnTo>
                    <a:pt x="171" y="282"/>
                  </a:lnTo>
                  <a:lnTo>
                    <a:pt x="167" y="282"/>
                  </a:lnTo>
                  <a:lnTo>
                    <a:pt x="167" y="287"/>
                  </a:lnTo>
                  <a:lnTo>
                    <a:pt x="164" y="290"/>
                  </a:lnTo>
                  <a:lnTo>
                    <a:pt x="162" y="294"/>
                  </a:lnTo>
                  <a:lnTo>
                    <a:pt x="164" y="295"/>
                  </a:lnTo>
                  <a:lnTo>
                    <a:pt x="166" y="295"/>
                  </a:lnTo>
                  <a:lnTo>
                    <a:pt x="167" y="297"/>
                  </a:lnTo>
                  <a:lnTo>
                    <a:pt x="166" y="298"/>
                  </a:lnTo>
                  <a:lnTo>
                    <a:pt x="167" y="299"/>
                  </a:lnTo>
                  <a:lnTo>
                    <a:pt x="171" y="301"/>
                  </a:lnTo>
                  <a:lnTo>
                    <a:pt x="172" y="313"/>
                  </a:lnTo>
                  <a:lnTo>
                    <a:pt x="172" y="314"/>
                  </a:lnTo>
                  <a:lnTo>
                    <a:pt x="172" y="314"/>
                  </a:lnTo>
                  <a:lnTo>
                    <a:pt x="169" y="316"/>
                  </a:lnTo>
                  <a:lnTo>
                    <a:pt x="163" y="316"/>
                  </a:lnTo>
                  <a:lnTo>
                    <a:pt x="156" y="321"/>
                  </a:lnTo>
                  <a:lnTo>
                    <a:pt x="158" y="322"/>
                  </a:lnTo>
                  <a:lnTo>
                    <a:pt x="155" y="324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4" y="332"/>
                  </a:lnTo>
                  <a:lnTo>
                    <a:pt x="154" y="336"/>
                  </a:lnTo>
                  <a:lnTo>
                    <a:pt x="150" y="342"/>
                  </a:lnTo>
                  <a:lnTo>
                    <a:pt x="148" y="343"/>
                  </a:lnTo>
                  <a:lnTo>
                    <a:pt x="148" y="343"/>
                  </a:lnTo>
                  <a:lnTo>
                    <a:pt x="148" y="343"/>
                  </a:lnTo>
                  <a:lnTo>
                    <a:pt x="148" y="343"/>
                  </a:lnTo>
                  <a:lnTo>
                    <a:pt x="146" y="342"/>
                  </a:lnTo>
                  <a:lnTo>
                    <a:pt x="147" y="338"/>
                  </a:lnTo>
                  <a:lnTo>
                    <a:pt x="147" y="337"/>
                  </a:lnTo>
                  <a:lnTo>
                    <a:pt x="149" y="334"/>
                  </a:lnTo>
                  <a:lnTo>
                    <a:pt x="148" y="331"/>
                  </a:lnTo>
                  <a:lnTo>
                    <a:pt x="146" y="330"/>
                  </a:lnTo>
                  <a:lnTo>
                    <a:pt x="145" y="331"/>
                  </a:lnTo>
                  <a:lnTo>
                    <a:pt x="142" y="336"/>
                  </a:lnTo>
                  <a:lnTo>
                    <a:pt x="142" y="338"/>
                  </a:lnTo>
                  <a:lnTo>
                    <a:pt x="145" y="340"/>
                  </a:lnTo>
                  <a:lnTo>
                    <a:pt x="144" y="343"/>
                  </a:lnTo>
                  <a:lnTo>
                    <a:pt x="145" y="344"/>
                  </a:lnTo>
                  <a:lnTo>
                    <a:pt x="143" y="347"/>
                  </a:lnTo>
                  <a:lnTo>
                    <a:pt x="138" y="345"/>
                  </a:lnTo>
                  <a:lnTo>
                    <a:pt x="135" y="342"/>
                  </a:lnTo>
                  <a:lnTo>
                    <a:pt x="130" y="345"/>
                  </a:lnTo>
                  <a:lnTo>
                    <a:pt x="130" y="344"/>
                  </a:lnTo>
                  <a:lnTo>
                    <a:pt x="130" y="340"/>
                  </a:lnTo>
                  <a:lnTo>
                    <a:pt x="130" y="339"/>
                  </a:lnTo>
                  <a:lnTo>
                    <a:pt x="125" y="339"/>
                  </a:lnTo>
                  <a:lnTo>
                    <a:pt x="125" y="338"/>
                  </a:lnTo>
                  <a:lnTo>
                    <a:pt x="127" y="336"/>
                  </a:lnTo>
                  <a:lnTo>
                    <a:pt x="127" y="335"/>
                  </a:lnTo>
                  <a:lnTo>
                    <a:pt x="122" y="337"/>
                  </a:lnTo>
                  <a:lnTo>
                    <a:pt x="121" y="337"/>
                  </a:lnTo>
                  <a:lnTo>
                    <a:pt x="119" y="338"/>
                  </a:lnTo>
                  <a:lnTo>
                    <a:pt x="119" y="341"/>
                  </a:lnTo>
                  <a:lnTo>
                    <a:pt x="117" y="342"/>
                  </a:lnTo>
                  <a:lnTo>
                    <a:pt x="108" y="340"/>
                  </a:lnTo>
                  <a:lnTo>
                    <a:pt x="108" y="341"/>
                  </a:lnTo>
                  <a:lnTo>
                    <a:pt x="108" y="341"/>
                  </a:lnTo>
                  <a:lnTo>
                    <a:pt x="104" y="342"/>
                  </a:lnTo>
                  <a:lnTo>
                    <a:pt x="101" y="338"/>
                  </a:lnTo>
                  <a:lnTo>
                    <a:pt x="100" y="338"/>
                  </a:lnTo>
                  <a:lnTo>
                    <a:pt x="99" y="337"/>
                  </a:lnTo>
                  <a:lnTo>
                    <a:pt x="95" y="338"/>
                  </a:lnTo>
                  <a:lnTo>
                    <a:pt x="93" y="337"/>
                  </a:lnTo>
                  <a:lnTo>
                    <a:pt x="92" y="331"/>
                  </a:lnTo>
                  <a:lnTo>
                    <a:pt x="87" y="328"/>
                  </a:lnTo>
                  <a:lnTo>
                    <a:pt x="86" y="325"/>
                  </a:lnTo>
                  <a:lnTo>
                    <a:pt x="83" y="326"/>
                  </a:lnTo>
                  <a:lnTo>
                    <a:pt x="80" y="321"/>
                  </a:lnTo>
                  <a:lnTo>
                    <a:pt x="63" y="321"/>
                  </a:lnTo>
                  <a:lnTo>
                    <a:pt x="59" y="321"/>
                  </a:lnTo>
                  <a:lnTo>
                    <a:pt x="54" y="318"/>
                  </a:lnTo>
                  <a:lnTo>
                    <a:pt x="51" y="315"/>
                  </a:lnTo>
                  <a:lnTo>
                    <a:pt x="51" y="308"/>
                  </a:lnTo>
                  <a:lnTo>
                    <a:pt x="50" y="302"/>
                  </a:lnTo>
                  <a:lnTo>
                    <a:pt x="50" y="298"/>
                  </a:lnTo>
                  <a:lnTo>
                    <a:pt x="50" y="296"/>
                  </a:lnTo>
                  <a:lnTo>
                    <a:pt x="39" y="293"/>
                  </a:lnTo>
                  <a:lnTo>
                    <a:pt x="37" y="291"/>
                  </a:lnTo>
                  <a:lnTo>
                    <a:pt x="38" y="290"/>
                  </a:lnTo>
                  <a:lnTo>
                    <a:pt x="34" y="282"/>
                  </a:lnTo>
                  <a:lnTo>
                    <a:pt x="30" y="277"/>
                  </a:lnTo>
                  <a:lnTo>
                    <a:pt x="30" y="277"/>
                  </a:lnTo>
                  <a:lnTo>
                    <a:pt x="29" y="275"/>
                  </a:lnTo>
                  <a:lnTo>
                    <a:pt x="25" y="277"/>
                  </a:lnTo>
                  <a:lnTo>
                    <a:pt x="25" y="276"/>
                  </a:lnTo>
                  <a:lnTo>
                    <a:pt x="22" y="274"/>
                  </a:lnTo>
                  <a:lnTo>
                    <a:pt x="14" y="262"/>
                  </a:lnTo>
                  <a:lnTo>
                    <a:pt x="4" y="254"/>
                  </a:lnTo>
                  <a:lnTo>
                    <a:pt x="6" y="249"/>
                  </a:lnTo>
                  <a:lnTo>
                    <a:pt x="4" y="248"/>
                  </a:lnTo>
                  <a:lnTo>
                    <a:pt x="2" y="248"/>
                  </a:lnTo>
                  <a:lnTo>
                    <a:pt x="0" y="246"/>
                  </a:lnTo>
                  <a:lnTo>
                    <a:pt x="1" y="246"/>
                  </a:lnTo>
                  <a:lnTo>
                    <a:pt x="1" y="245"/>
                  </a:lnTo>
                  <a:lnTo>
                    <a:pt x="6" y="244"/>
                  </a:lnTo>
                  <a:lnTo>
                    <a:pt x="10" y="245"/>
                  </a:lnTo>
                  <a:lnTo>
                    <a:pt x="10" y="243"/>
                  </a:lnTo>
                  <a:lnTo>
                    <a:pt x="12" y="243"/>
                  </a:lnTo>
                  <a:lnTo>
                    <a:pt x="15" y="242"/>
                  </a:lnTo>
                  <a:lnTo>
                    <a:pt x="18" y="239"/>
                  </a:lnTo>
                  <a:lnTo>
                    <a:pt x="21" y="239"/>
                  </a:lnTo>
                  <a:lnTo>
                    <a:pt x="21" y="238"/>
                  </a:lnTo>
                  <a:lnTo>
                    <a:pt x="21" y="233"/>
                  </a:lnTo>
                  <a:lnTo>
                    <a:pt x="29" y="223"/>
                  </a:lnTo>
                  <a:lnTo>
                    <a:pt x="30" y="224"/>
                  </a:lnTo>
                  <a:lnTo>
                    <a:pt x="34" y="224"/>
                  </a:lnTo>
                  <a:lnTo>
                    <a:pt x="34" y="223"/>
                  </a:lnTo>
                  <a:lnTo>
                    <a:pt x="34" y="224"/>
                  </a:lnTo>
                  <a:lnTo>
                    <a:pt x="41" y="225"/>
                  </a:lnTo>
                  <a:lnTo>
                    <a:pt x="43" y="225"/>
                  </a:lnTo>
                  <a:lnTo>
                    <a:pt x="44" y="225"/>
                  </a:lnTo>
                  <a:lnTo>
                    <a:pt x="47" y="225"/>
                  </a:lnTo>
                  <a:lnTo>
                    <a:pt x="58" y="223"/>
                  </a:lnTo>
                  <a:lnTo>
                    <a:pt x="59" y="222"/>
                  </a:lnTo>
                  <a:lnTo>
                    <a:pt x="60" y="218"/>
                  </a:lnTo>
                  <a:lnTo>
                    <a:pt x="64" y="215"/>
                  </a:lnTo>
                  <a:lnTo>
                    <a:pt x="64" y="212"/>
                  </a:lnTo>
                  <a:lnTo>
                    <a:pt x="69" y="212"/>
                  </a:lnTo>
                  <a:lnTo>
                    <a:pt x="73" y="208"/>
                  </a:lnTo>
                  <a:lnTo>
                    <a:pt x="74" y="207"/>
                  </a:lnTo>
                  <a:lnTo>
                    <a:pt x="78" y="205"/>
                  </a:lnTo>
                  <a:lnTo>
                    <a:pt x="78" y="199"/>
                  </a:lnTo>
                  <a:lnTo>
                    <a:pt x="73" y="202"/>
                  </a:lnTo>
                  <a:lnTo>
                    <a:pt x="70" y="202"/>
                  </a:lnTo>
                  <a:lnTo>
                    <a:pt x="66" y="198"/>
                  </a:lnTo>
                  <a:lnTo>
                    <a:pt x="61" y="196"/>
                  </a:lnTo>
                  <a:lnTo>
                    <a:pt x="60" y="195"/>
                  </a:lnTo>
                  <a:lnTo>
                    <a:pt x="58" y="197"/>
                  </a:lnTo>
                  <a:lnTo>
                    <a:pt x="53" y="197"/>
                  </a:lnTo>
                  <a:lnTo>
                    <a:pt x="52" y="192"/>
                  </a:lnTo>
                  <a:lnTo>
                    <a:pt x="47" y="191"/>
                  </a:lnTo>
                  <a:lnTo>
                    <a:pt x="43" y="187"/>
                  </a:lnTo>
                  <a:lnTo>
                    <a:pt x="45" y="182"/>
                  </a:lnTo>
                  <a:lnTo>
                    <a:pt x="42" y="180"/>
                  </a:lnTo>
                  <a:lnTo>
                    <a:pt x="42" y="178"/>
                  </a:lnTo>
                  <a:lnTo>
                    <a:pt x="48" y="178"/>
                  </a:lnTo>
                  <a:lnTo>
                    <a:pt x="49" y="177"/>
                  </a:lnTo>
                  <a:lnTo>
                    <a:pt x="51" y="177"/>
                  </a:lnTo>
                  <a:lnTo>
                    <a:pt x="55" y="169"/>
                  </a:lnTo>
                  <a:lnTo>
                    <a:pt x="57" y="168"/>
                  </a:lnTo>
                  <a:lnTo>
                    <a:pt x="71" y="177"/>
                  </a:lnTo>
                  <a:lnTo>
                    <a:pt x="73" y="177"/>
                  </a:lnTo>
                  <a:lnTo>
                    <a:pt x="73" y="175"/>
                  </a:lnTo>
                  <a:lnTo>
                    <a:pt x="82" y="170"/>
                  </a:lnTo>
                  <a:lnTo>
                    <a:pt x="88" y="165"/>
                  </a:lnTo>
                  <a:lnTo>
                    <a:pt x="89" y="165"/>
                  </a:lnTo>
                  <a:lnTo>
                    <a:pt x="100" y="165"/>
                  </a:lnTo>
                  <a:lnTo>
                    <a:pt x="103" y="166"/>
                  </a:lnTo>
                  <a:lnTo>
                    <a:pt x="106" y="166"/>
                  </a:lnTo>
                  <a:lnTo>
                    <a:pt x="106" y="165"/>
                  </a:lnTo>
                  <a:lnTo>
                    <a:pt x="104" y="160"/>
                  </a:lnTo>
                  <a:lnTo>
                    <a:pt x="104" y="154"/>
                  </a:lnTo>
                  <a:lnTo>
                    <a:pt x="104" y="152"/>
                  </a:lnTo>
                  <a:lnTo>
                    <a:pt x="105" y="150"/>
                  </a:lnTo>
                  <a:lnTo>
                    <a:pt x="109" y="146"/>
                  </a:lnTo>
                  <a:lnTo>
                    <a:pt x="109" y="146"/>
                  </a:lnTo>
                  <a:lnTo>
                    <a:pt x="116" y="141"/>
                  </a:lnTo>
                  <a:lnTo>
                    <a:pt x="117" y="137"/>
                  </a:lnTo>
                  <a:lnTo>
                    <a:pt x="117" y="137"/>
                  </a:lnTo>
                  <a:lnTo>
                    <a:pt x="120" y="133"/>
                  </a:lnTo>
                  <a:lnTo>
                    <a:pt x="121" y="130"/>
                  </a:lnTo>
                  <a:lnTo>
                    <a:pt x="121" y="130"/>
                  </a:lnTo>
                  <a:lnTo>
                    <a:pt x="121" y="130"/>
                  </a:lnTo>
                  <a:lnTo>
                    <a:pt x="122" y="126"/>
                  </a:lnTo>
                  <a:lnTo>
                    <a:pt x="121" y="121"/>
                  </a:lnTo>
                  <a:lnTo>
                    <a:pt x="122" y="111"/>
                  </a:lnTo>
                  <a:lnTo>
                    <a:pt x="122" y="111"/>
                  </a:lnTo>
                  <a:lnTo>
                    <a:pt x="126" y="109"/>
                  </a:lnTo>
                  <a:lnTo>
                    <a:pt x="127" y="108"/>
                  </a:lnTo>
                  <a:lnTo>
                    <a:pt x="127" y="108"/>
                  </a:lnTo>
                  <a:lnTo>
                    <a:pt x="127" y="108"/>
                  </a:lnTo>
                  <a:lnTo>
                    <a:pt x="130" y="108"/>
                  </a:lnTo>
                  <a:lnTo>
                    <a:pt x="130" y="100"/>
                  </a:lnTo>
                  <a:lnTo>
                    <a:pt x="129" y="97"/>
                  </a:lnTo>
                  <a:lnTo>
                    <a:pt x="131" y="95"/>
                  </a:lnTo>
                  <a:lnTo>
                    <a:pt x="130" y="91"/>
                  </a:lnTo>
                  <a:lnTo>
                    <a:pt x="132" y="89"/>
                  </a:lnTo>
                  <a:lnTo>
                    <a:pt x="133" y="85"/>
                  </a:lnTo>
                  <a:lnTo>
                    <a:pt x="137" y="78"/>
                  </a:lnTo>
                  <a:lnTo>
                    <a:pt x="139" y="78"/>
                  </a:lnTo>
                  <a:lnTo>
                    <a:pt x="140" y="78"/>
                  </a:lnTo>
                  <a:lnTo>
                    <a:pt x="145" y="78"/>
                  </a:lnTo>
                  <a:lnTo>
                    <a:pt x="147" y="76"/>
                  </a:lnTo>
                  <a:lnTo>
                    <a:pt x="150" y="76"/>
                  </a:lnTo>
                  <a:lnTo>
                    <a:pt x="152" y="73"/>
                  </a:lnTo>
                  <a:lnTo>
                    <a:pt x="152" y="73"/>
                  </a:lnTo>
                  <a:lnTo>
                    <a:pt x="152" y="73"/>
                  </a:lnTo>
                  <a:lnTo>
                    <a:pt x="155" y="74"/>
                  </a:lnTo>
                  <a:lnTo>
                    <a:pt x="155" y="74"/>
                  </a:lnTo>
                  <a:lnTo>
                    <a:pt x="155" y="74"/>
                  </a:lnTo>
                  <a:lnTo>
                    <a:pt x="154" y="77"/>
                  </a:lnTo>
                  <a:lnTo>
                    <a:pt x="153" y="77"/>
                  </a:lnTo>
                  <a:lnTo>
                    <a:pt x="154" y="78"/>
                  </a:lnTo>
                  <a:lnTo>
                    <a:pt x="153" y="78"/>
                  </a:lnTo>
                  <a:lnTo>
                    <a:pt x="153" y="78"/>
                  </a:lnTo>
                  <a:lnTo>
                    <a:pt x="152" y="78"/>
                  </a:lnTo>
                  <a:lnTo>
                    <a:pt x="152" y="78"/>
                  </a:lnTo>
                  <a:lnTo>
                    <a:pt x="151" y="78"/>
                  </a:lnTo>
                  <a:lnTo>
                    <a:pt x="151" y="79"/>
                  </a:lnTo>
                  <a:lnTo>
                    <a:pt x="151" y="79"/>
                  </a:lnTo>
                  <a:lnTo>
                    <a:pt x="151" y="80"/>
                  </a:lnTo>
                  <a:lnTo>
                    <a:pt x="152" y="79"/>
                  </a:lnTo>
                  <a:lnTo>
                    <a:pt x="153" y="79"/>
                  </a:lnTo>
                  <a:lnTo>
                    <a:pt x="154" y="79"/>
                  </a:lnTo>
                  <a:lnTo>
                    <a:pt x="156" y="78"/>
                  </a:lnTo>
                  <a:lnTo>
                    <a:pt x="157" y="78"/>
                  </a:lnTo>
                  <a:lnTo>
                    <a:pt x="157" y="79"/>
                  </a:lnTo>
                  <a:lnTo>
                    <a:pt x="156" y="80"/>
                  </a:lnTo>
                  <a:lnTo>
                    <a:pt x="157" y="80"/>
                  </a:lnTo>
                  <a:lnTo>
                    <a:pt x="157" y="80"/>
                  </a:lnTo>
                  <a:lnTo>
                    <a:pt x="157" y="78"/>
                  </a:lnTo>
                  <a:lnTo>
                    <a:pt x="157" y="78"/>
                  </a:lnTo>
                  <a:lnTo>
                    <a:pt x="156" y="78"/>
                  </a:lnTo>
                  <a:lnTo>
                    <a:pt x="156" y="77"/>
                  </a:lnTo>
                  <a:lnTo>
                    <a:pt x="157" y="76"/>
                  </a:lnTo>
                  <a:lnTo>
                    <a:pt x="157" y="76"/>
                  </a:lnTo>
                  <a:lnTo>
                    <a:pt x="157" y="75"/>
                  </a:lnTo>
                  <a:lnTo>
                    <a:pt x="158" y="74"/>
                  </a:lnTo>
                  <a:lnTo>
                    <a:pt x="158" y="74"/>
                  </a:lnTo>
                  <a:lnTo>
                    <a:pt x="159" y="74"/>
                  </a:lnTo>
                  <a:lnTo>
                    <a:pt x="160" y="75"/>
                  </a:lnTo>
                  <a:lnTo>
                    <a:pt x="160" y="75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60" y="75"/>
                  </a:lnTo>
                  <a:lnTo>
                    <a:pt x="161" y="75"/>
                  </a:lnTo>
                  <a:lnTo>
                    <a:pt x="165" y="74"/>
                  </a:lnTo>
                  <a:lnTo>
                    <a:pt x="169" y="75"/>
                  </a:lnTo>
                  <a:lnTo>
                    <a:pt x="170" y="75"/>
                  </a:lnTo>
                  <a:lnTo>
                    <a:pt x="171" y="76"/>
                  </a:lnTo>
                  <a:lnTo>
                    <a:pt x="171" y="78"/>
                  </a:lnTo>
                  <a:lnTo>
                    <a:pt x="172" y="79"/>
                  </a:lnTo>
                  <a:lnTo>
                    <a:pt x="173" y="79"/>
                  </a:lnTo>
                  <a:lnTo>
                    <a:pt x="173" y="80"/>
                  </a:lnTo>
                  <a:lnTo>
                    <a:pt x="178" y="80"/>
                  </a:lnTo>
                  <a:lnTo>
                    <a:pt x="180" y="79"/>
                  </a:lnTo>
                  <a:lnTo>
                    <a:pt x="181" y="79"/>
                  </a:lnTo>
                  <a:lnTo>
                    <a:pt x="182" y="79"/>
                  </a:lnTo>
                  <a:lnTo>
                    <a:pt x="182" y="78"/>
                  </a:lnTo>
                  <a:lnTo>
                    <a:pt x="182" y="78"/>
                  </a:lnTo>
                  <a:lnTo>
                    <a:pt x="183" y="78"/>
                  </a:lnTo>
                  <a:lnTo>
                    <a:pt x="184" y="78"/>
                  </a:lnTo>
                  <a:lnTo>
                    <a:pt x="186" y="78"/>
                  </a:lnTo>
                  <a:lnTo>
                    <a:pt x="186" y="78"/>
                  </a:lnTo>
                  <a:lnTo>
                    <a:pt x="187" y="78"/>
                  </a:lnTo>
                  <a:lnTo>
                    <a:pt x="187" y="78"/>
                  </a:lnTo>
                  <a:lnTo>
                    <a:pt x="188" y="77"/>
                  </a:lnTo>
                  <a:lnTo>
                    <a:pt x="187" y="75"/>
                  </a:lnTo>
                  <a:lnTo>
                    <a:pt x="188" y="76"/>
                  </a:lnTo>
                  <a:lnTo>
                    <a:pt x="188" y="76"/>
                  </a:lnTo>
                  <a:lnTo>
                    <a:pt x="188" y="75"/>
                  </a:lnTo>
                  <a:lnTo>
                    <a:pt x="188" y="75"/>
                  </a:lnTo>
                  <a:lnTo>
                    <a:pt x="189" y="75"/>
                  </a:lnTo>
                  <a:lnTo>
                    <a:pt x="189" y="74"/>
                  </a:lnTo>
                  <a:lnTo>
                    <a:pt x="190" y="74"/>
                  </a:lnTo>
                  <a:lnTo>
                    <a:pt x="192" y="72"/>
                  </a:lnTo>
                  <a:lnTo>
                    <a:pt x="194" y="70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3" y="68"/>
                  </a:lnTo>
                  <a:lnTo>
                    <a:pt x="192" y="66"/>
                  </a:lnTo>
                  <a:lnTo>
                    <a:pt x="192" y="64"/>
                  </a:lnTo>
                  <a:lnTo>
                    <a:pt x="192" y="63"/>
                  </a:lnTo>
                  <a:lnTo>
                    <a:pt x="193" y="63"/>
                  </a:lnTo>
                  <a:lnTo>
                    <a:pt x="193" y="62"/>
                  </a:lnTo>
                  <a:lnTo>
                    <a:pt x="193" y="62"/>
                  </a:lnTo>
                  <a:lnTo>
                    <a:pt x="194" y="61"/>
                  </a:lnTo>
                  <a:lnTo>
                    <a:pt x="195" y="61"/>
                  </a:lnTo>
                  <a:lnTo>
                    <a:pt x="195" y="61"/>
                  </a:lnTo>
                  <a:lnTo>
                    <a:pt x="195" y="61"/>
                  </a:lnTo>
                  <a:lnTo>
                    <a:pt x="197" y="61"/>
                  </a:lnTo>
                  <a:lnTo>
                    <a:pt x="197" y="61"/>
                  </a:lnTo>
                  <a:lnTo>
                    <a:pt x="198" y="61"/>
                  </a:lnTo>
                  <a:lnTo>
                    <a:pt x="198" y="61"/>
                  </a:lnTo>
                  <a:lnTo>
                    <a:pt x="198" y="61"/>
                  </a:lnTo>
                  <a:lnTo>
                    <a:pt x="198" y="61"/>
                  </a:lnTo>
                  <a:lnTo>
                    <a:pt x="197" y="61"/>
                  </a:lnTo>
                  <a:lnTo>
                    <a:pt x="197" y="61"/>
                  </a:lnTo>
                  <a:lnTo>
                    <a:pt x="196" y="61"/>
                  </a:lnTo>
                  <a:lnTo>
                    <a:pt x="196" y="60"/>
                  </a:lnTo>
                  <a:lnTo>
                    <a:pt x="196" y="60"/>
                  </a:lnTo>
                  <a:lnTo>
                    <a:pt x="197" y="60"/>
                  </a:lnTo>
                  <a:lnTo>
                    <a:pt x="198" y="61"/>
                  </a:lnTo>
                  <a:lnTo>
                    <a:pt x="197" y="60"/>
                  </a:lnTo>
                  <a:lnTo>
                    <a:pt x="197" y="60"/>
                  </a:lnTo>
                  <a:lnTo>
                    <a:pt x="197" y="59"/>
                  </a:lnTo>
                  <a:lnTo>
                    <a:pt x="197" y="59"/>
                  </a:lnTo>
                  <a:lnTo>
                    <a:pt x="198" y="59"/>
                  </a:lnTo>
                  <a:lnTo>
                    <a:pt x="198" y="58"/>
                  </a:lnTo>
                  <a:lnTo>
                    <a:pt x="198" y="58"/>
                  </a:lnTo>
                  <a:lnTo>
                    <a:pt x="198" y="58"/>
                  </a:lnTo>
                  <a:lnTo>
                    <a:pt x="198" y="56"/>
                  </a:lnTo>
                  <a:lnTo>
                    <a:pt x="199" y="56"/>
                  </a:lnTo>
                  <a:lnTo>
                    <a:pt x="199" y="56"/>
                  </a:lnTo>
                  <a:lnTo>
                    <a:pt x="199" y="55"/>
                  </a:lnTo>
                  <a:lnTo>
                    <a:pt x="199" y="55"/>
                  </a:lnTo>
                  <a:lnTo>
                    <a:pt x="199" y="54"/>
                  </a:lnTo>
                  <a:lnTo>
                    <a:pt x="199" y="53"/>
                  </a:lnTo>
                  <a:lnTo>
                    <a:pt x="199" y="52"/>
                  </a:lnTo>
                  <a:lnTo>
                    <a:pt x="200" y="52"/>
                  </a:lnTo>
                  <a:lnTo>
                    <a:pt x="200" y="52"/>
                  </a:lnTo>
                  <a:lnTo>
                    <a:pt x="200" y="52"/>
                  </a:lnTo>
                  <a:lnTo>
                    <a:pt x="200" y="51"/>
                  </a:lnTo>
                  <a:lnTo>
                    <a:pt x="201" y="51"/>
                  </a:lnTo>
                  <a:lnTo>
                    <a:pt x="201" y="50"/>
                  </a:lnTo>
                  <a:lnTo>
                    <a:pt x="201" y="50"/>
                  </a:lnTo>
                  <a:lnTo>
                    <a:pt x="201" y="48"/>
                  </a:lnTo>
                  <a:lnTo>
                    <a:pt x="201" y="48"/>
                  </a:lnTo>
                  <a:lnTo>
                    <a:pt x="202" y="47"/>
                  </a:lnTo>
                  <a:lnTo>
                    <a:pt x="202" y="46"/>
                  </a:lnTo>
                  <a:lnTo>
                    <a:pt x="202" y="45"/>
                  </a:lnTo>
                  <a:lnTo>
                    <a:pt x="203" y="44"/>
                  </a:lnTo>
                  <a:lnTo>
                    <a:pt x="203" y="42"/>
                  </a:lnTo>
                  <a:lnTo>
                    <a:pt x="203" y="42"/>
                  </a:lnTo>
                  <a:lnTo>
                    <a:pt x="203" y="42"/>
                  </a:lnTo>
                  <a:lnTo>
                    <a:pt x="203" y="41"/>
                  </a:lnTo>
                  <a:lnTo>
                    <a:pt x="203" y="41"/>
                  </a:lnTo>
                  <a:lnTo>
                    <a:pt x="203" y="39"/>
                  </a:lnTo>
                  <a:lnTo>
                    <a:pt x="203" y="39"/>
                  </a:lnTo>
                  <a:lnTo>
                    <a:pt x="202" y="38"/>
                  </a:lnTo>
                  <a:lnTo>
                    <a:pt x="202" y="37"/>
                  </a:lnTo>
                  <a:lnTo>
                    <a:pt x="202" y="37"/>
                  </a:lnTo>
                  <a:lnTo>
                    <a:pt x="202" y="36"/>
                  </a:lnTo>
                  <a:lnTo>
                    <a:pt x="203" y="36"/>
                  </a:lnTo>
                  <a:lnTo>
                    <a:pt x="203" y="36"/>
                  </a:lnTo>
                  <a:lnTo>
                    <a:pt x="205" y="38"/>
                  </a:lnTo>
                  <a:lnTo>
                    <a:pt x="205" y="38"/>
                  </a:lnTo>
                  <a:lnTo>
                    <a:pt x="205" y="38"/>
                  </a:lnTo>
                  <a:lnTo>
                    <a:pt x="208" y="39"/>
                  </a:lnTo>
                  <a:lnTo>
                    <a:pt x="208" y="40"/>
                  </a:lnTo>
                  <a:lnTo>
                    <a:pt x="210" y="42"/>
                  </a:lnTo>
                  <a:lnTo>
                    <a:pt x="211" y="42"/>
                  </a:lnTo>
                  <a:lnTo>
                    <a:pt x="212" y="43"/>
                  </a:lnTo>
                  <a:lnTo>
                    <a:pt x="212" y="43"/>
                  </a:lnTo>
                  <a:lnTo>
                    <a:pt x="212" y="43"/>
                  </a:lnTo>
                  <a:lnTo>
                    <a:pt x="214" y="43"/>
                  </a:lnTo>
                  <a:lnTo>
                    <a:pt x="214" y="43"/>
                  </a:lnTo>
                  <a:lnTo>
                    <a:pt x="216" y="43"/>
                  </a:lnTo>
                  <a:lnTo>
                    <a:pt x="216" y="43"/>
                  </a:lnTo>
                  <a:lnTo>
                    <a:pt x="218" y="43"/>
                  </a:lnTo>
                  <a:lnTo>
                    <a:pt x="220" y="44"/>
                  </a:lnTo>
                  <a:lnTo>
                    <a:pt x="222" y="44"/>
                  </a:lnTo>
                  <a:lnTo>
                    <a:pt x="223" y="44"/>
                  </a:lnTo>
                  <a:lnTo>
                    <a:pt x="226" y="43"/>
                  </a:lnTo>
                  <a:lnTo>
                    <a:pt x="228" y="43"/>
                  </a:lnTo>
                  <a:lnTo>
                    <a:pt x="229" y="43"/>
                  </a:lnTo>
                  <a:lnTo>
                    <a:pt x="231" y="43"/>
                  </a:lnTo>
                  <a:lnTo>
                    <a:pt x="231" y="43"/>
                  </a:lnTo>
                  <a:lnTo>
                    <a:pt x="231" y="43"/>
                  </a:lnTo>
                  <a:lnTo>
                    <a:pt x="232" y="43"/>
                  </a:lnTo>
                  <a:lnTo>
                    <a:pt x="234" y="43"/>
                  </a:lnTo>
                  <a:lnTo>
                    <a:pt x="234" y="43"/>
                  </a:lnTo>
                  <a:lnTo>
                    <a:pt x="234" y="43"/>
                  </a:lnTo>
                  <a:lnTo>
                    <a:pt x="234" y="43"/>
                  </a:lnTo>
                  <a:lnTo>
                    <a:pt x="234" y="43"/>
                  </a:lnTo>
                  <a:lnTo>
                    <a:pt x="234" y="43"/>
                  </a:lnTo>
                  <a:lnTo>
                    <a:pt x="234" y="43"/>
                  </a:lnTo>
                  <a:lnTo>
                    <a:pt x="234" y="43"/>
                  </a:lnTo>
                  <a:lnTo>
                    <a:pt x="234" y="43"/>
                  </a:lnTo>
                  <a:lnTo>
                    <a:pt x="235" y="43"/>
                  </a:lnTo>
                  <a:lnTo>
                    <a:pt x="235" y="43"/>
                  </a:lnTo>
                  <a:lnTo>
                    <a:pt x="235" y="43"/>
                  </a:lnTo>
                  <a:lnTo>
                    <a:pt x="238" y="43"/>
                  </a:lnTo>
                  <a:lnTo>
                    <a:pt x="239" y="43"/>
                  </a:lnTo>
                  <a:lnTo>
                    <a:pt x="241" y="43"/>
                  </a:lnTo>
                  <a:lnTo>
                    <a:pt x="242" y="43"/>
                  </a:lnTo>
                  <a:lnTo>
                    <a:pt x="242" y="42"/>
                  </a:lnTo>
                  <a:lnTo>
                    <a:pt x="242" y="42"/>
                  </a:lnTo>
                  <a:lnTo>
                    <a:pt x="242" y="40"/>
                  </a:lnTo>
                  <a:lnTo>
                    <a:pt x="242" y="39"/>
                  </a:lnTo>
                  <a:lnTo>
                    <a:pt x="243" y="39"/>
                  </a:lnTo>
                  <a:lnTo>
                    <a:pt x="243" y="39"/>
                  </a:lnTo>
                  <a:lnTo>
                    <a:pt x="243" y="39"/>
                  </a:lnTo>
                  <a:lnTo>
                    <a:pt x="243" y="39"/>
                  </a:lnTo>
                  <a:lnTo>
                    <a:pt x="243" y="38"/>
                  </a:lnTo>
                  <a:lnTo>
                    <a:pt x="243" y="38"/>
                  </a:lnTo>
                  <a:lnTo>
                    <a:pt x="242" y="38"/>
                  </a:lnTo>
                  <a:lnTo>
                    <a:pt x="243" y="37"/>
                  </a:lnTo>
                  <a:lnTo>
                    <a:pt x="243" y="37"/>
                  </a:lnTo>
                  <a:lnTo>
                    <a:pt x="244" y="37"/>
                  </a:lnTo>
                  <a:lnTo>
                    <a:pt x="244" y="37"/>
                  </a:lnTo>
                  <a:lnTo>
                    <a:pt x="244" y="36"/>
                  </a:lnTo>
                  <a:lnTo>
                    <a:pt x="244" y="36"/>
                  </a:lnTo>
                  <a:lnTo>
                    <a:pt x="245" y="36"/>
                  </a:lnTo>
                  <a:lnTo>
                    <a:pt x="245" y="36"/>
                  </a:lnTo>
                  <a:lnTo>
                    <a:pt x="245" y="36"/>
                  </a:lnTo>
                  <a:lnTo>
                    <a:pt x="246" y="36"/>
                  </a:lnTo>
                  <a:lnTo>
                    <a:pt x="246" y="35"/>
                  </a:lnTo>
                  <a:lnTo>
                    <a:pt x="247" y="36"/>
                  </a:lnTo>
                  <a:lnTo>
                    <a:pt x="247" y="35"/>
                  </a:lnTo>
                  <a:lnTo>
                    <a:pt x="247" y="35"/>
                  </a:lnTo>
                  <a:lnTo>
                    <a:pt x="248" y="35"/>
                  </a:lnTo>
                  <a:lnTo>
                    <a:pt x="248" y="35"/>
                  </a:lnTo>
                  <a:lnTo>
                    <a:pt x="249" y="35"/>
                  </a:lnTo>
                  <a:lnTo>
                    <a:pt x="250" y="35"/>
                  </a:lnTo>
                  <a:lnTo>
                    <a:pt x="251" y="35"/>
                  </a:lnTo>
                  <a:lnTo>
                    <a:pt x="253" y="35"/>
                  </a:lnTo>
                  <a:lnTo>
                    <a:pt x="253" y="35"/>
                  </a:lnTo>
                  <a:lnTo>
                    <a:pt x="253" y="34"/>
                  </a:lnTo>
                  <a:lnTo>
                    <a:pt x="253" y="33"/>
                  </a:lnTo>
                  <a:lnTo>
                    <a:pt x="253" y="33"/>
                  </a:lnTo>
                  <a:lnTo>
                    <a:pt x="253" y="32"/>
                  </a:lnTo>
                  <a:lnTo>
                    <a:pt x="253" y="32"/>
                  </a:lnTo>
                  <a:lnTo>
                    <a:pt x="253" y="32"/>
                  </a:lnTo>
                  <a:lnTo>
                    <a:pt x="252" y="33"/>
                  </a:lnTo>
                  <a:lnTo>
                    <a:pt x="252" y="32"/>
                  </a:lnTo>
                  <a:lnTo>
                    <a:pt x="252" y="31"/>
                  </a:lnTo>
                  <a:lnTo>
                    <a:pt x="252" y="31"/>
                  </a:lnTo>
                  <a:lnTo>
                    <a:pt x="252" y="31"/>
                  </a:lnTo>
                  <a:lnTo>
                    <a:pt x="253" y="31"/>
                  </a:lnTo>
                  <a:lnTo>
                    <a:pt x="253" y="31"/>
                  </a:lnTo>
                  <a:lnTo>
                    <a:pt x="254" y="31"/>
                  </a:lnTo>
                  <a:lnTo>
                    <a:pt x="254" y="32"/>
                  </a:lnTo>
                  <a:lnTo>
                    <a:pt x="255" y="33"/>
                  </a:lnTo>
                  <a:lnTo>
                    <a:pt x="255" y="33"/>
                  </a:lnTo>
                  <a:lnTo>
                    <a:pt x="255" y="33"/>
                  </a:lnTo>
                  <a:lnTo>
                    <a:pt x="255" y="33"/>
                  </a:lnTo>
                  <a:lnTo>
                    <a:pt x="255" y="33"/>
                  </a:lnTo>
                  <a:lnTo>
                    <a:pt x="256" y="33"/>
                  </a:lnTo>
                  <a:lnTo>
                    <a:pt x="256" y="32"/>
                  </a:lnTo>
                  <a:lnTo>
                    <a:pt x="256" y="32"/>
                  </a:lnTo>
                  <a:lnTo>
                    <a:pt x="257" y="32"/>
                  </a:lnTo>
                  <a:lnTo>
                    <a:pt x="259" y="32"/>
                  </a:lnTo>
                  <a:lnTo>
                    <a:pt x="260" y="32"/>
                  </a:lnTo>
                  <a:lnTo>
                    <a:pt x="261" y="32"/>
                  </a:lnTo>
                  <a:lnTo>
                    <a:pt x="262" y="32"/>
                  </a:lnTo>
                  <a:lnTo>
                    <a:pt x="264" y="31"/>
                  </a:lnTo>
                  <a:lnTo>
                    <a:pt x="264" y="31"/>
                  </a:lnTo>
                  <a:lnTo>
                    <a:pt x="265" y="31"/>
                  </a:lnTo>
                  <a:lnTo>
                    <a:pt x="265" y="31"/>
                  </a:lnTo>
                  <a:lnTo>
                    <a:pt x="266" y="31"/>
                  </a:lnTo>
                  <a:lnTo>
                    <a:pt x="266" y="31"/>
                  </a:lnTo>
                  <a:lnTo>
                    <a:pt x="267" y="31"/>
                  </a:lnTo>
                  <a:lnTo>
                    <a:pt x="267" y="30"/>
                  </a:lnTo>
                  <a:lnTo>
                    <a:pt x="267" y="30"/>
                  </a:lnTo>
                  <a:lnTo>
                    <a:pt x="267" y="30"/>
                  </a:lnTo>
                  <a:lnTo>
                    <a:pt x="268" y="30"/>
                  </a:lnTo>
                  <a:lnTo>
                    <a:pt x="268" y="30"/>
                  </a:lnTo>
                  <a:lnTo>
                    <a:pt x="269" y="30"/>
                  </a:lnTo>
                  <a:lnTo>
                    <a:pt x="269" y="29"/>
                  </a:lnTo>
                  <a:lnTo>
                    <a:pt x="270" y="28"/>
                  </a:lnTo>
                  <a:lnTo>
                    <a:pt x="271" y="28"/>
                  </a:lnTo>
                  <a:lnTo>
                    <a:pt x="271" y="30"/>
                  </a:lnTo>
                  <a:lnTo>
                    <a:pt x="272" y="30"/>
                  </a:lnTo>
                  <a:lnTo>
                    <a:pt x="271" y="29"/>
                  </a:lnTo>
                  <a:lnTo>
                    <a:pt x="271" y="28"/>
                  </a:lnTo>
                  <a:lnTo>
                    <a:pt x="272" y="28"/>
                  </a:lnTo>
                  <a:lnTo>
                    <a:pt x="272" y="28"/>
                  </a:lnTo>
                  <a:lnTo>
                    <a:pt x="272" y="28"/>
                  </a:lnTo>
                  <a:lnTo>
                    <a:pt x="273" y="28"/>
                  </a:lnTo>
                  <a:lnTo>
                    <a:pt x="274" y="27"/>
                  </a:lnTo>
                  <a:lnTo>
                    <a:pt x="274" y="26"/>
                  </a:lnTo>
                  <a:lnTo>
                    <a:pt x="274" y="26"/>
                  </a:lnTo>
                  <a:lnTo>
                    <a:pt x="273" y="26"/>
                  </a:lnTo>
                  <a:lnTo>
                    <a:pt x="274" y="25"/>
                  </a:lnTo>
                  <a:lnTo>
                    <a:pt x="275" y="24"/>
                  </a:lnTo>
                  <a:lnTo>
                    <a:pt x="276" y="24"/>
                  </a:lnTo>
                  <a:lnTo>
                    <a:pt x="276" y="23"/>
                  </a:lnTo>
                  <a:lnTo>
                    <a:pt x="276" y="23"/>
                  </a:lnTo>
                  <a:lnTo>
                    <a:pt x="276" y="23"/>
                  </a:lnTo>
                  <a:lnTo>
                    <a:pt x="276" y="22"/>
                  </a:lnTo>
                  <a:lnTo>
                    <a:pt x="277" y="23"/>
                  </a:lnTo>
                  <a:lnTo>
                    <a:pt x="277" y="22"/>
                  </a:lnTo>
                  <a:lnTo>
                    <a:pt x="277" y="22"/>
                  </a:lnTo>
                  <a:lnTo>
                    <a:pt x="278" y="22"/>
                  </a:lnTo>
                  <a:lnTo>
                    <a:pt x="278" y="22"/>
                  </a:lnTo>
                  <a:lnTo>
                    <a:pt x="278" y="21"/>
                  </a:lnTo>
                  <a:lnTo>
                    <a:pt x="278" y="21"/>
                  </a:lnTo>
                  <a:lnTo>
                    <a:pt x="280" y="21"/>
                  </a:lnTo>
                  <a:lnTo>
                    <a:pt x="280" y="20"/>
                  </a:lnTo>
                  <a:lnTo>
                    <a:pt x="281" y="20"/>
                  </a:lnTo>
                  <a:lnTo>
                    <a:pt x="281" y="20"/>
                  </a:lnTo>
                  <a:lnTo>
                    <a:pt x="281" y="20"/>
                  </a:lnTo>
                  <a:lnTo>
                    <a:pt x="282" y="19"/>
                  </a:lnTo>
                  <a:lnTo>
                    <a:pt x="282" y="18"/>
                  </a:lnTo>
                  <a:close/>
                  <a:moveTo>
                    <a:pt x="322" y="0"/>
                  </a:moveTo>
                  <a:lnTo>
                    <a:pt x="322" y="1"/>
                  </a:lnTo>
                  <a:lnTo>
                    <a:pt x="323" y="1"/>
                  </a:lnTo>
                  <a:lnTo>
                    <a:pt x="325" y="2"/>
                  </a:lnTo>
                  <a:lnTo>
                    <a:pt x="325" y="2"/>
                  </a:lnTo>
                  <a:lnTo>
                    <a:pt x="326" y="3"/>
                  </a:lnTo>
                  <a:lnTo>
                    <a:pt x="329" y="3"/>
                  </a:lnTo>
                  <a:lnTo>
                    <a:pt x="329" y="3"/>
                  </a:lnTo>
                  <a:lnTo>
                    <a:pt x="329" y="2"/>
                  </a:lnTo>
                  <a:lnTo>
                    <a:pt x="329" y="2"/>
                  </a:lnTo>
                  <a:lnTo>
                    <a:pt x="330" y="3"/>
                  </a:lnTo>
                  <a:lnTo>
                    <a:pt x="330" y="3"/>
                  </a:lnTo>
                  <a:lnTo>
                    <a:pt x="330" y="3"/>
                  </a:lnTo>
                  <a:lnTo>
                    <a:pt x="331" y="3"/>
                  </a:lnTo>
                  <a:lnTo>
                    <a:pt x="334" y="4"/>
                  </a:lnTo>
                  <a:lnTo>
                    <a:pt x="334" y="5"/>
                  </a:lnTo>
                  <a:lnTo>
                    <a:pt x="334" y="5"/>
                  </a:lnTo>
                  <a:lnTo>
                    <a:pt x="334" y="6"/>
                  </a:lnTo>
                  <a:lnTo>
                    <a:pt x="334" y="6"/>
                  </a:lnTo>
                  <a:lnTo>
                    <a:pt x="334" y="7"/>
                  </a:lnTo>
                  <a:lnTo>
                    <a:pt x="334" y="7"/>
                  </a:lnTo>
                  <a:lnTo>
                    <a:pt x="334" y="8"/>
                  </a:lnTo>
                  <a:lnTo>
                    <a:pt x="333" y="8"/>
                  </a:lnTo>
                  <a:lnTo>
                    <a:pt x="333" y="9"/>
                  </a:lnTo>
                  <a:lnTo>
                    <a:pt x="334" y="9"/>
                  </a:lnTo>
                  <a:lnTo>
                    <a:pt x="333" y="10"/>
                  </a:lnTo>
                  <a:lnTo>
                    <a:pt x="333" y="10"/>
                  </a:lnTo>
                  <a:lnTo>
                    <a:pt x="333" y="11"/>
                  </a:lnTo>
                  <a:lnTo>
                    <a:pt x="333" y="12"/>
                  </a:lnTo>
                  <a:lnTo>
                    <a:pt x="333" y="13"/>
                  </a:lnTo>
                  <a:lnTo>
                    <a:pt x="332" y="13"/>
                  </a:lnTo>
                  <a:lnTo>
                    <a:pt x="333" y="13"/>
                  </a:lnTo>
                  <a:lnTo>
                    <a:pt x="333" y="14"/>
                  </a:lnTo>
                  <a:lnTo>
                    <a:pt x="332" y="14"/>
                  </a:lnTo>
                  <a:lnTo>
                    <a:pt x="332" y="16"/>
                  </a:lnTo>
                  <a:lnTo>
                    <a:pt x="331" y="16"/>
                  </a:lnTo>
                  <a:lnTo>
                    <a:pt x="331" y="17"/>
                  </a:lnTo>
                  <a:lnTo>
                    <a:pt x="330" y="17"/>
                  </a:lnTo>
                  <a:lnTo>
                    <a:pt x="330" y="16"/>
                  </a:lnTo>
                  <a:lnTo>
                    <a:pt x="330" y="16"/>
                  </a:lnTo>
                  <a:lnTo>
                    <a:pt x="330" y="16"/>
                  </a:lnTo>
                  <a:lnTo>
                    <a:pt x="330" y="15"/>
                  </a:lnTo>
                  <a:lnTo>
                    <a:pt x="329" y="15"/>
                  </a:lnTo>
                  <a:lnTo>
                    <a:pt x="329" y="13"/>
                  </a:lnTo>
                  <a:lnTo>
                    <a:pt x="329" y="11"/>
                  </a:lnTo>
                  <a:lnTo>
                    <a:pt x="329" y="10"/>
                  </a:lnTo>
                  <a:lnTo>
                    <a:pt x="329" y="9"/>
                  </a:lnTo>
                  <a:lnTo>
                    <a:pt x="331" y="9"/>
                  </a:lnTo>
                  <a:lnTo>
                    <a:pt x="330" y="9"/>
                  </a:lnTo>
                  <a:lnTo>
                    <a:pt x="330" y="9"/>
                  </a:lnTo>
                  <a:lnTo>
                    <a:pt x="330" y="8"/>
                  </a:lnTo>
                  <a:lnTo>
                    <a:pt x="330" y="7"/>
                  </a:lnTo>
                  <a:lnTo>
                    <a:pt x="329" y="7"/>
                  </a:lnTo>
                  <a:lnTo>
                    <a:pt x="329" y="7"/>
                  </a:lnTo>
                  <a:lnTo>
                    <a:pt x="329" y="7"/>
                  </a:lnTo>
                  <a:lnTo>
                    <a:pt x="329" y="6"/>
                  </a:lnTo>
                  <a:lnTo>
                    <a:pt x="329" y="6"/>
                  </a:lnTo>
                  <a:lnTo>
                    <a:pt x="326" y="6"/>
                  </a:lnTo>
                  <a:lnTo>
                    <a:pt x="325" y="5"/>
                  </a:lnTo>
                  <a:lnTo>
                    <a:pt x="324" y="6"/>
                  </a:lnTo>
                  <a:lnTo>
                    <a:pt x="324" y="6"/>
                  </a:lnTo>
                  <a:lnTo>
                    <a:pt x="323" y="6"/>
                  </a:lnTo>
                  <a:lnTo>
                    <a:pt x="322" y="6"/>
                  </a:lnTo>
                  <a:lnTo>
                    <a:pt x="322" y="6"/>
                  </a:lnTo>
                  <a:lnTo>
                    <a:pt x="321" y="7"/>
                  </a:lnTo>
                  <a:lnTo>
                    <a:pt x="321" y="7"/>
                  </a:lnTo>
                  <a:lnTo>
                    <a:pt x="321" y="7"/>
                  </a:lnTo>
                  <a:lnTo>
                    <a:pt x="320" y="7"/>
                  </a:lnTo>
                  <a:lnTo>
                    <a:pt x="320" y="7"/>
                  </a:lnTo>
                  <a:lnTo>
                    <a:pt x="320" y="7"/>
                  </a:lnTo>
                  <a:lnTo>
                    <a:pt x="319" y="8"/>
                  </a:lnTo>
                  <a:lnTo>
                    <a:pt x="319" y="8"/>
                  </a:lnTo>
                  <a:lnTo>
                    <a:pt x="319" y="7"/>
                  </a:lnTo>
                  <a:lnTo>
                    <a:pt x="318" y="7"/>
                  </a:lnTo>
                  <a:lnTo>
                    <a:pt x="318" y="7"/>
                  </a:lnTo>
                  <a:lnTo>
                    <a:pt x="316" y="7"/>
                  </a:lnTo>
                  <a:lnTo>
                    <a:pt x="316" y="7"/>
                  </a:lnTo>
                  <a:lnTo>
                    <a:pt x="315" y="7"/>
                  </a:lnTo>
                  <a:lnTo>
                    <a:pt x="315" y="6"/>
                  </a:lnTo>
                  <a:lnTo>
                    <a:pt x="315" y="6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6" y="5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317" y="2"/>
                  </a:lnTo>
                  <a:lnTo>
                    <a:pt x="318" y="2"/>
                  </a:lnTo>
                  <a:lnTo>
                    <a:pt x="318" y="3"/>
                  </a:lnTo>
                  <a:lnTo>
                    <a:pt x="318" y="3"/>
                  </a:lnTo>
                  <a:lnTo>
                    <a:pt x="319" y="2"/>
                  </a:lnTo>
                  <a:lnTo>
                    <a:pt x="319" y="2"/>
                  </a:lnTo>
                  <a:lnTo>
                    <a:pt x="319" y="2"/>
                  </a:lnTo>
                  <a:lnTo>
                    <a:pt x="319" y="2"/>
                  </a:lnTo>
                  <a:lnTo>
                    <a:pt x="320" y="2"/>
                  </a:lnTo>
                  <a:lnTo>
                    <a:pt x="320" y="1"/>
                  </a:lnTo>
                  <a:lnTo>
                    <a:pt x="320" y="1"/>
                  </a:lnTo>
                  <a:lnTo>
                    <a:pt x="320" y="1"/>
                  </a:lnTo>
                  <a:lnTo>
                    <a:pt x="321" y="1"/>
                  </a:lnTo>
                  <a:lnTo>
                    <a:pt x="321" y="1"/>
                  </a:lnTo>
                  <a:lnTo>
                    <a:pt x="321" y="1"/>
                  </a:lnTo>
                  <a:lnTo>
                    <a:pt x="321" y="1"/>
                  </a:lnTo>
                  <a:lnTo>
                    <a:pt x="321" y="1"/>
                  </a:lnTo>
                  <a:lnTo>
                    <a:pt x="321" y="1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chemeClr val="accent3"/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B2CAAB42-19EE-4FE2-97B5-C9D368F623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8209" y="6099491"/>
              <a:ext cx="147078" cy="143658"/>
            </a:xfrm>
            <a:custGeom>
              <a:avLst/>
              <a:gdLst>
                <a:gd name="T0" fmla="*/ 47 w 86"/>
                <a:gd name="T1" fmla="*/ 78 h 84"/>
                <a:gd name="T2" fmla="*/ 48 w 86"/>
                <a:gd name="T3" fmla="*/ 77 h 84"/>
                <a:gd name="T4" fmla="*/ 54 w 86"/>
                <a:gd name="T5" fmla="*/ 76 h 84"/>
                <a:gd name="T6" fmla="*/ 55 w 86"/>
                <a:gd name="T7" fmla="*/ 80 h 84"/>
                <a:gd name="T8" fmla="*/ 53 w 86"/>
                <a:gd name="T9" fmla="*/ 80 h 84"/>
                <a:gd name="T10" fmla="*/ 51 w 86"/>
                <a:gd name="T11" fmla="*/ 81 h 84"/>
                <a:gd name="T12" fmla="*/ 49 w 86"/>
                <a:gd name="T13" fmla="*/ 84 h 84"/>
                <a:gd name="T14" fmla="*/ 48 w 86"/>
                <a:gd name="T15" fmla="*/ 82 h 84"/>
                <a:gd name="T16" fmla="*/ 51 w 86"/>
                <a:gd name="T17" fmla="*/ 80 h 84"/>
                <a:gd name="T18" fmla="*/ 49 w 86"/>
                <a:gd name="T19" fmla="*/ 77 h 84"/>
                <a:gd name="T20" fmla="*/ 51 w 86"/>
                <a:gd name="T21" fmla="*/ 75 h 84"/>
                <a:gd name="T22" fmla="*/ 35 w 86"/>
                <a:gd name="T23" fmla="*/ 72 h 84"/>
                <a:gd name="T24" fmla="*/ 37 w 86"/>
                <a:gd name="T25" fmla="*/ 70 h 84"/>
                <a:gd name="T26" fmla="*/ 38 w 86"/>
                <a:gd name="T27" fmla="*/ 64 h 84"/>
                <a:gd name="T28" fmla="*/ 38 w 86"/>
                <a:gd name="T29" fmla="*/ 69 h 84"/>
                <a:gd name="T30" fmla="*/ 28 w 86"/>
                <a:gd name="T31" fmla="*/ 59 h 84"/>
                <a:gd name="T32" fmla="*/ 28 w 86"/>
                <a:gd name="T33" fmla="*/ 63 h 84"/>
                <a:gd name="T34" fmla="*/ 27 w 86"/>
                <a:gd name="T35" fmla="*/ 64 h 84"/>
                <a:gd name="T36" fmla="*/ 26 w 86"/>
                <a:gd name="T37" fmla="*/ 66 h 84"/>
                <a:gd name="T38" fmla="*/ 23 w 86"/>
                <a:gd name="T39" fmla="*/ 69 h 84"/>
                <a:gd name="T40" fmla="*/ 24 w 86"/>
                <a:gd name="T41" fmla="*/ 71 h 84"/>
                <a:gd name="T42" fmla="*/ 24 w 86"/>
                <a:gd name="T43" fmla="*/ 72 h 84"/>
                <a:gd name="T44" fmla="*/ 23 w 86"/>
                <a:gd name="T45" fmla="*/ 72 h 84"/>
                <a:gd name="T46" fmla="*/ 23 w 86"/>
                <a:gd name="T47" fmla="*/ 76 h 84"/>
                <a:gd name="T48" fmla="*/ 25 w 86"/>
                <a:gd name="T49" fmla="*/ 80 h 84"/>
                <a:gd name="T50" fmla="*/ 22 w 86"/>
                <a:gd name="T51" fmla="*/ 81 h 84"/>
                <a:gd name="T52" fmla="*/ 20 w 86"/>
                <a:gd name="T53" fmla="*/ 80 h 84"/>
                <a:gd name="T54" fmla="*/ 19 w 86"/>
                <a:gd name="T55" fmla="*/ 81 h 84"/>
                <a:gd name="T56" fmla="*/ 17 w 86"/>
                <a:gd name="T57" fmla="*/ 80 h 84"/>
                <a:gd name="T58" fmla="*/ 15 w 86"/>
                <a:gd name="T59" fmla="*/ 81 h 84"/>
                <a:gd name="T60" fmla="*/ 13 w 86"/>
                <a:gd name="T61" fmla="*/ 81 h 84"/>
                <a:gd name="T62" fmla="*/ 10 w 86"/>
                <a:gd name="T63" fmla="*/ 81 h 84"/>
                <a:gd name="T64" fmla="*/ 7 w 86"/>
                <a:gd name="T65" fmla="*/ 80 h 84"/>
                <a:gd name="T66" fmla="*/ 3 w 86"/>
                <a:gd name="T67" fmla="*/ 80 h 84"/>
                <a:gd name="T68" fmla="*/ 1 w 86"/>
                <a:gd name="T69" fmla="*/ 79 h 84"/>
                <a:gd name="T70" fmla="*/ 0 w 86"/>
                <a:gd name="T71" fmla="*/ 76 h 84"/>
                <a:gd name="T72" fmla="*/ 3 w 86"/>
                <a:gd name="T73" fmla="*/ 76 h 84"/>
                <a:gd name="T74" fmla="*/ 3 w 86"/>
                <a:gd name="T75" fmla="*/ 72 h 84"/>
                <a:gd name="T76" fmla="*/ 7 w 86"/>
                <a:gd name="T77" fmla="*/ 71 h 84"/>
                <a:gd name="T78" fmla="*/ 9 w 86"/>
                <a:gd name="T79" fmla="*/ 70 h 84"/>
                <a:gd name="T80" fmla="*/ 11 w 86"/>
                <a:gd name="T81" fmla="*/ 67 h 84"/>
                <a:gd name="T82" fmla="*/ 12 w 86"/>
                <a:gd name="T83" fmla="*/ 67 h 84"/>
                <a:gd name="T84" fmla="*/ 15 w 86"/>
                <a:gd name="T85" fmla="*/ 63 h 84"/>
                <a:gd name="T86" fmla="*/ 16 w 86"/>
                <a:gd name="T87" fmla="*/ 63 h 84"/>
                <a:gd name="T88" fmla="*/ 18 w 86"/>
                <a:gd name="T89" fmla="*/ 61 h 84"/>
                <a:gd name="T90" fmla="*/ 20 w 86"/>
                <a:gd name="T91" fmla="*/ 61 h 84"/>
                <a:gd name="T92" fmla="*/ 22 w 86"/>
                <a:gd name="T93" fmla="*/ 62 h 84"/>
                <a:gd name="T94" fmla="*/ 21 w 86"/>
                <a:gd name="T95" fmla="*/ 59 h 84"/>
                <a:gd name="T96" fmla="*/ 24 w 86"/>
                <a:gd name="T97" fmla="*/ 59 h 84"/>
                <a:gd name="T98" fmla="*/ 26 w 86"/>
                <a:gd name="T99" fmla="*/ 59 h 84"/>
                <a:gd name="T100" fmla="*/ 86 w 86"/>
                <a:gd name="T101" fmla="*/ 2 h 84"/>
                <a:gd name="T102" fmla="*/ 83 w 86"/>
                <a:gd name="T103" fmla="*/ 3 h 84"/>
                <a:gd name="T104" fmla="*/ 82 w 86"/>
                <a:gd name="T105" fmla="*/ 5 h 84"/>
                <a:gd name="T106" fmla="*/ 81 w 86"/>
                <a:gd name="T107" fmla="*/ 7 h 84"/>
                <a:gd name="T108" fmla="*/ 75 w 86"/>
                <a:gd name="T109" fmla="*/ 8 h 84"/>
                <a:gd name="T110" fmla="*/ 73 w 86"/>
                <a:gd name="T111" fmla="*/ 8 h 84"/>
                <a:gd name="T112" fmla="*/ 75 w 86"/>
                <a:gd name="T113" fmla="*/ 5 h 84"/>
                <a:gd name="T114" fmla="*/ 77 w 86"/>
                <a:gd name="T115" fmla="*/ 3 h 84"/>
                <a:gd name="T116" fmla="*/ 79 w 86"/>
                <a:gd name="T117" fmla="*/ 3 h 84"/>
                <a:gd name="T118" fmla="*/ 82 w 86"/>
                <a:gd name="T119" fmla="*/ 2 h 84"/>
                <a:gd name="T120" fmla="*/ 70 w 86"/>
                <a:gd name="T121" fmla="*/ 2 h 84"/>
                <a:gd name="T122" fmla="*/ 71 w 86"/>
                <a:gd name="T123" fmla="*/ 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6" h="84">
                  <a:moveTo>
                    <a:pt x="48" y="78"/>
                  </a:moveTo>
                  <a:lnTo>
                    <a:pt x="48" y="78"/>
                  </a:lnTo>
                  <a:lnTo>
                    <a:pt x="47" y="78"/>
                  </a:lnTo>
                  <a:lnTo>
                    <a:pt x="47" y="79"/>
                  </a:lnTo>
                  <a:lnTo>
                    <a:pt x="47" y="78"/>
                  </a:lnTo>
                  <a:lnTo>
                    <a:pt x="47" y="78"/>
                  </a:lnTo>
                  <a:lnTo>
                    <a:pt x="46" y="78"/>
                  </a:lnTo>
                  <a:lnTo>
                    <a:pt x="46" y="78"/>
                  </a:lnTo>
                  <a:lnTo>
                    <a:pt x="46" y="77"/>
                  </a:lnTo>
                  <a:lnTo>
                    <a:pt x="46" y="77"/>
                  </a:lnTo>
                  <a:lnTo>
                    <a:pt x="47" y="77"/>
                  </a:lnTo>
                  <a:lnTo>
                    <a:pt x="48" y="77"/>
                  </a:lnTo>
                  <a:lnTo>
                    <a:pt x="48" y="78"/>
                  </a:lnTo>
                  <a:close/>
                  <a:moveTo>
                    <a:pt x="52" y="74"/>
                  </a:moveTo>
                  <a:lnTo>
                    <a:pt x="52" y="74"/>
                  </a:lnTo>
                  <a:lnTo>
                    <a:pt x="53" y="75"/>
                  </a:lnTo>
                  <a:lnTo>
                    <a:pt x="53" y="76"/>
                  </a:lnTo>
                  <a:lnTo>
                    <a:pt x="54" y="76"/>
                  </a:lnTo>
                  <a:lnTo>
                    <a:pt x="55" y="76"/>
                  </a:lnTo>
                  <a:lnTo>
                    <a:pt x="55" y="77"/>
                  </a:lnTo>
                  <a:lnTo>
                    <a:pt x="55" y="77"/>
                  </a:lnTo>
                  <a:lnTo>
                    <a:pt x="55" y="78"/>
                  </a:lnTo>
                  <a:lnTo>
                    <a:pt x="55" y="79"/>
                  </a:lnTo>
                  <a:lnTo>
                    <a:pt x="55" y="80"/>
                  </a:lnTo>
                  <a:lnTo>
                    <a:pt x="54" y="80"/>
                  </a:lnTo>
                  <a:lnTo>
                    <a:pt x="54" y="80"/>
                  </a:lnTo>
                  <a:lnTo>
                    <a:pt x="54" y="79"/>
                  </a:lnTo>
                  <a:lnTo>
                    <a:pt x="54" y="79"/>
                  </a:lnTo>
                  <a:lnTo>
                    <a:pt x="53" y="79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2" y="80"/>
                  </a:lnTo>
                  <a:lnTo>
                    <a:pt x="52" y="80"/>
                  </a:lnTo>
                  <a:lnTo>
                    <a:pt x="52" y="80"/>
                  </a:lnTo>
                  <a:lnTo>
                    <a:pt x="51" y="81"/>
                  </a:lnTo>
                  <a:lnTo>
                    <a:pt x="51" y="81"/>
                  </a:lnTo>
                  <a:lnTo>
                    <a:pt x="51" y="82"/>
                  </a:lnTo>
                  <a:lnTo>
                    <a:pt x="51" y="83"/>
                  </a:lnTo>
                  <a:lnTo>
                    <a:pt x="50" y="83"/>
                  </a:lnTo>
                  <a:lnTo>
                    <a:pt x="50" y="84"/>
                  </a:lnTo>
                  <a:lnTo>
                    <a:pt x="50" y="84"/>
                  </a:lnTo>
                  <a:lnTo>
                    <a:pt x="49" y="84"/>
                  </a:lnTo>
                  <a:lnTo>
                    <a:pt x="49" y="84"/>
                  </a:lnTo>
                  <a:lnTo>
                    <a:pt x="50" y="83"/>
                  </a:lnTo>
                  <a:lnTo>
                    <a:pt x="49" y="83"/>
                  </a:lnTo>
                  <a:lnTo>
                    <a:pt x="49" y="82"/>
                  </a:lnTo>
                  <a:lnTo>
                    <a:pt x="48" y="82"/>
                  </a:lnTo>
                  <a:lnTo>
                    <a:pt x="48" y="82"/>
                  </a:lnTo>
                  <a:lnTo>
                    <a:pt x="49" y="81"/>
                  </a:lnTo>
                  <a:lnTo>
                    <a:pt x="50" y="81"/>
                  </a:lnTo>
                  <a:lnTo>
                    <a:pt x="50" y="81"/>
                  </a:lnTo>
                  <a:lnTo>
                    <a:pt x="50" y="81"/>
                  </a:lnTo>
                  <a:lnTo>
                    <a:pt x="51" y="81"/>
                  </a:lnTo>
                  <a:lnTo>
                    <a:pt x="51" y="80"/>
                  </a:lnTo>
                  <a:lnTo>
                    <a:pt x="51" y="80"/>
                  </a:lnTo>
                  <a:lnTo>
                    <a:pt x="51" y="79"/>
                  </a:lnTo>
                  <a:lnTo>
                    <a:pt x="50" y="79"/>
                  </a:lnTo>
                  <a:lnTo>
                    <a:pt x="50" y="79"/>
                  </a:lnTo>
                  <a:lnTo>
                    <a:pt x="50" y="78"/>
                  </a:lnTo>
                  <a:lnTo>
                    <a:pt x="49" y="77"/>
                  </a:lnTo>
                  <a:lnTo>
                    <a:pt x="50" y="76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1" y="75"/>
                  </a:lnTo>
                  <a:lnTo>
                    <a:pt x="51" y="74"/>
                  </a:lnTo>
                  <a:lnTo>
                    <a:pt x="51" y="73"/>
                  </a:lnTo>
                  <a:lnTo>
                    <a:pt x="51" y="73"/>
                  </a:lnTo>
                  <a:lnTo>
                    <a:pt x="51" y="74"/>
                  </a:lnTo>
                  <a:lnTo>
                    <a:pt x="52" y="74"/>
                  </a:lnTo>
                  <a:close/>
                  <a:moveTo>
                    <a:pt x="35" y="72"/>
                  </a:moveTo>
                  <a:lnTo>
                    <a:pt x="34" y="72"/>
                  </a:lnTo>
                  <a:lnTo>
                    <a:pt x="34" y="71"/>
                  </a:lnTo>
                  <a:lnTo>
                    <a:pt x="35" y="70"/>
                  </a:lnTo>
                  <a:lnTo>
                    <a:pt x="35" y="71"/>
                  </a:lnTo>
                  <a:lnTo>
                    <a:pt x="35" y="72"/>
                  </a:lnTo>
                  <a:close/>
                  <a:moveTo>
                    <a:pt x="37" y="70"/>
                  </a:moveTo>
                  <a:lnTo>
                    <a:pt x="37" y="70"/>
                  </a:lnTo>
                  <a:lnTo>
                    <a:pt x="36" y="69"/>
                  </a:lnTo>
                  <a:lnTo>
                    <a:pt x="37" y="68"/>
                  </a:lnTo>
                  <a:lnTo>
                    <a:pt x="36" y="65"/>
                  </a:lnTo>
                  <a:lnTo>
                    <a:pt x="38" y="64"/>
                  </a:lnTo>
                  <a:lnTo>
                    <a:pt x="38" y="64"/>
                  </a:lnTo>
                  <a:lnTo>
                    <a:pt x="38" y="66"/>
                  </a:lnTo>
                  <a:lnTo>
                    <a:pt x="38" y="67"/>
                  </a:lnTo>
                  <a:lnTo>
                    <a:pt x="38" y="67"/>
                  </a:lnTo>
                  <a:lnTo>
                    <a:pt x="38" y="68"/>
                  </a:lnTo>
                  <a:lnTo>
                    <a:pt x="38" y="68"/>
                  </a:lnTo>
                  <a:lnTo>
                    <a:pt x="38" y="69"/>
                  </a:lnTo>
                  <a:lnTo>
                    <a:pt x="38" y="69"/>
                  </a:lnTo>
                  <a:lnTo>
                    <a:pt x="37" y="70"/>
                  </a:lnTo>
                  <a:close/>
                  <a:moveTo>
                    <a:pt x="26" y="59"/>
                  </a:moveTo>
                  <a:lnTo>
                    <a:pt x="27" y="59"/>
                  </a:lnTo>
                  <a:lnTo>
                    <a:pt x="28" y="59"/>
                  </a:lnTo>
                  <a:lnTo>
                    <a:pt x="28" y="59"/>
                  </a:lnTo>
                  <a:lnTo>
                    <a:pt x="28" y="59"/>
                  </a:lnTo>
                  <a:lnTo>
                    <a:pt x="29" y="59"/>
                  </a:lnTo>
                  <a:lnTo>
                    <a:pt x="28" y="60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28" y="63"/>
                  </a:lnTo>
                  <a:lnTo>
                    <a:pt x="28" y="63"/>
                  </a:lnTo>
                  <a:lnTo>
                    <a:pt x="28" y="63"/>
                  </a:lnTo>
                  <a:lnTo>
                    <a:pt x="28" y="64"/>
                  </a:lnTo>
                  <a:lnTo>
                    <a:pt x="27" y="65"/>
                  </a:lnTo>
                  <a:lnTo>
                    <a:pt x="27" y="65"/>
                  </a:lnTo>
                  <a:lnTo>
                    <a:pt x="27" y="64"/>
                  </a:lnTo>
                  <a:lnTo>
                    <a:pt x="27" y="65"/>
                  </a:lnTo>
                  <a:lnTo>
                    <a:pt x="26" y="64"/>
                  </a:lnTo>
                  <a:lnTo>
                    <a:pt x="25" y="64"/>
                  </a:lnTo>
                  <a:lnTo>
                    <a:pt x="27" y="65"/>
                  </a:lnTo>
                  <a:lnTo>
                    <a:pt x="27" y="65"/>
                  </a:lnTo>
                  <a:lnTo>
                    <a:pt x="26" y="66"/>
                  </a:lnTo>
                  <a:lnTo>
                    <a:pt x="25" y="67"/>
                  </a:lnTo>
                  <a:lnTo>
                    <a:pt x="25" y="67"/>
                  </a:lnTo>
                  <a:lnTo>
                    <a:pt x="25" y="67"/>
                  </a:lnTo>
                  <a:lnTo>
                    <a:pt x="24" y="68"/>
                  </a:lnTo>
                  <a:lnTo>
                    <a:pt x="23" y="68"/>
                  </a:lnTo>
                  <a:lnTo>
                    <a:pt x="23" y="69"/>
                  </a:lnTo>
                  <a:lnTo>
                    <a:pt x="24" y="70"/>
                  </a:lnTo>
                  <a:lnTo>
                    <a:pt x="23" y="71"/>
                  </a:lnTo>
                  <a:lnTo>
                    <a:pt x="24" y="71"/>
                  </a:lnTo>
                  <a:lnTo>
                    <a:pt x="25" y="71"/>
                  </a:lnTo>
                  <a:lnTo>
                    <a:pt x="24" y="72"/>
                  </a:lnTo>
                  <a:lnTo>
                    <a:pt x="24" y="71"/>
                  </a:lnTo>
                  <a:lnTo>
                    <a:pt x="23" y="71"/>
                  </a:lnTo>
                  <a:lnTo>
                    <a:pt x="23" y="72"/>
                  </a:lnTo>
                  <a:lnTo>
                    <a:pt x="23" y="72"/>
                  </a:lnTo>
                  <a:lnTo>
                    <a:pt x="23" y="72"/>
                  </a:lnTo>
                  <a:lnTo>
                    <a:pt x="24" y="72"/>
                  </a:lnTo>
                  <a:lnTo>
                    <a:pt x="24" y="72"/>
                  </a:lnTo>
                  <a:lnTo>
                    <a:pt x="25" y="72"/>
                  </a:lnTo>
                  <a:lnTo>
                    <a:pt x="25" y="72"/>
                  </a:lnTo>
                  <a:lnTo>
                    <a:pt x="25" y="72"/>
                  </a:lnTo>
                  <a:lnTo>
                    <a:pt x="25" y="72"/>
                  </a:lnTo>
                  <a:lnTo>
                    <a:pt x="24" y="72"/>
                  </a:lnTo>
                  <a:lnTo>
                    <a:pt x="23" y="72"/>
                  </a:lnTo>
                  <a:lnTo>
                    <a:pt x="24" y="73"/>
                  </a:lnTo>
                  <a:lnTo>
                    <a:pt x="24" y="74"/>
                  </a:lnTo>
                  <a:lnTo>
                    <a:pt x="23" y="74"/>
                  </a:lnTo>
                  <a:lnTo>
                    <a:pt x="23" y="76"/>
                  </a:lnTo>
                  <a:lnTo>
                    <a:pt x="23" y="76"/>
                  </a:lnTo>
                  <a:lnTo>
                    <a:pt x="23" y="76"/>
                  </a:lnTo>
                  <a:lnTo>
                    <a:pt x="23" y="77"/>
                  </a:lnTo>
                  <a:lnTo>
                    <a:pt x="24" y="77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24" y="79"/>
                  </a:lnTo>
                  <a:lnTo>
                    <a:pt x="25" y="80"/>
                  </a:lnTo>
                  <a:lnTo>
                    <a:pt x="24" y="80"/>
                  </a:lnTo>
                  <a:lnTo>
                    <a:pt x="24" y="81"/>
                  </a:lnTo>
                  <a:lnTo>
                    <a:pt x="23" y="81"/>
                  </a:lnTo>
                  <a:lnTo>
                    <a:pt x="22" y="81"/>
                  </a:lnTo>
                  <a:lnTo>
                    <a:pt x="22" y="81"/>
                  </a:lnTo>
                  <a:lnTo>
                    <a:pt x="22" y="81"/>
                  </a:lnTo>
                  <a:lnTo>
                    <a:pt x="22" y="81"/>
                  </a:lnTo>
                  <a:lnTo>
                    <a:pt x="22" y="79"/>
                  </a:lnTo>
                  <a:lnTo>
                    <a:pt x="22" y="79"/>
                  </a:lnTo>
                  <a:lnTo>
                    <a:pt x="21" y="79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19" y="80"/>
                  </a:lnTo>
                  <a:lnTo>
                    <a:pt x="20" y="81"/>
                  </a:lnTo>
                  <a:lnTo>
                    <a:pt x="19" y="81"/>
                  </a:lnTo>
                  <a:lnTo>
                    <a:pt x="19" y="81"/>
                  </a:lnTo>
                  <a:lnTo>
                    <a:pt x="18" y="81"/>
                  </a:lnTo>
                  <a:lnTo>
                    <a:pt x="18" y="81"/>
                  </a:lnTo>
                  <a:lnTo>
                    <a:pt x="18" y="81"/>
                  </a:lnTo>
                  <a:lnTo>
                    <a:pt x="18" y="80"/>
                  </a:lnTo>
                  <a:lnTo>
                    <a:pt x="17" y="80"/>
                  </a:lnTo>
                  <a:lnTo>
                    <a:pt x="17" y="80"/>
                  </a:lnTo>
                  <a:lnTo>
                    <a:pt x="16" y="80"/>
                  </a:lnTo>
                  <a:lnTo>
                    <a:pt x="16" y="80"/>
                  </a:lnTo>
                  <a:lnTo>
                    <a:pt x="16" y="79"/>
                  </a:lnTo>
                  <a:lnTo>
                    <a:pt x="16" y="80"/>
                  </a:lnTo>
                  <a:lnTo>
                    <a:pt x="15" y="80"/>
                  </a:lnTo>
                  <a:lnTo>
                    <a:pt x="15" y="81"/>
                  </a:lnTo>
                  <a:lnTo>
                    <a:pt x="15" y="80"/>
                  </a:lnTo>
                  <a:lnTo>
                    <a:pt x="15" y="81"/>
                  </a:lnTo>
                  <a:lnTo>
                    <a:pt x="13" y="81"/>
                  </a:lnTo>
                  <a:lnTo>
                    <a:pt x="14" y="81"/>
                  </a:lnTo>
                  <a:lnTo>
                    <a:pt x="13" y="81"/>
                  </a:lnTo>
                  <a:lnTo>
                    <a:pt x="13" y="81"/>
                  </a:lnTo>
                  <a:lnTo>
                    <a:pt x="12" y="81"/>
                  </a:lnTo>
                  <a:lnTo>
                    <a:pt x="12" y="81"/>
                  </a:lnTo>
                  <a:lnTo>
                    <a:pt x="12" y="81"/>
                  </a:lnTo>
                  <a:lnTo>
                    <a:pt x="11" y="81"/>
                  </a:lnTo>
                  <a:lnTo>
                    <a:pt x="10" y="81"/>
                  </a:lnTo>
                  <a:lnTo>
                    <a:pt x="10" y="81"/>
                  </a:lnTo>
                  <a:lnTo>
                    <a:pt x="9" y="81"/>
                  </a:lnTo>
                  <a:lnTo>
                    <a:pt x="8" y="81"/>
                  </a:lnTo>
                  <a:lnTo>
                    <a:pt x="8" y="81"/>
                  </a:lnTo>
                  <a:lnTo>
                    <a:pt x="7" y="81"/>
                  </a:lnTo>
                  <a:lnTo>
                    <a:pt x="7" y="80"/>
                  </a:lnTo>
                  <a:lnTo>
                    <a:pt x="7" y="80"/>
                  </a:lnTo>
                  <a:lnTo>
                    <a:pt x="7" y="80"/>
                  </a:lnTo>
                  <a:lnTo>
                    <a:pt x="6" y="80"/>
                  </a:lnTo>
                  <a:lnTo>
                    <a:pt x="5" y="79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3" y="80"/>
                  </a:lnTo>
                  <a:lnTo>
                    <a:pt x="3" y="80"/>
                  </a:lnTo>
                  <a:lnTo>
                    <a:pt x="3" y="80"/>
                  </a:lnTo>
                  <a:lnTo>
                    <a:pt x="3" y="79"/>
                  </a:lnTo>
                  <a:lnTo>
                    <a:pt x="2" y="80"/>
                  </a:lnTo>
                  <a:lnTo>
                    <a:pt x="2" y="79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7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7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1" y="76"/>
                  </a:lnTo>
                  <a:lnTo>
                    <a:pt x="1" y="76"/>
                  </a:lnTo>
                  <a:lnTo>
                    <a:pt x="2" y="76"/>
                  </a:lnTo>
                  <a:lnTo>
                    <a:pt x="3" y="76"/>
                  </a:lnTo>
                  <a:lnTo>
                    <a:pt x="3" y="76"/>
                  </a:lnTo>
                  <a:lnTo>
                    <a:pt x="3" y="76"/>
                  </a:lnTo>
                  <a:lnTo>
                    <a:pt x="3" y="76"/>
                  </a:lnTo>
                  <a:lnTo>
                    <a:pt x="4" y="75"/>
                  </a:lnTo>
                  <a:lnTo>
                    <a:pt x="4" y="72"/>
                  </a:lnTo>
                  <a:lnTo>
                    <a:pt x="3" y="72"/>
                  </a:lnTo>
                  <a:lnTo>
                    <a:pt x="3" y="72"/>
                  </a:lnTo>
                  <a:lnTo>
                    <a:pt x="3" y="71"/>
                  </a:lnTo>
                  <a:lnTo>
                    <a:pt x="3" y="71"/>
                  </a:lnTo>
                  <a:lnTo>
                    <a:pt x="4" y="70"/>
                  </a:lnTo>
                  <a:lnTo>
                    <a:pt x="5" y="70"/>
                  </a:lnTo>
                  <a:lnTo>
                    <a:pt x="6" y="71"/>
                  </a:lnTo>
                  <a:lnTo>
                    <a:pt x="7" y="71"/>
                  </a:lnTo>
                  <a:lnTo>
                    <a:pt x="7" y="70"/>
                  </a:lnTo>
                  <a:lnTo>
                    <a:pt x="7" y="69"/>
                  </a:lnTo>
                  <a:lnTo>
                    <a:pt x="7" y="68"/>
                  </a:lnTo>
                  <a:lnTo>
                    <a:pt x="8" y="68"/>
                  </a:lnTo>
                  <a:lnTo>
                    <a:pt x="8" y="69"/>
                  </a:lnTo>
                  <a:lnTo>
                    <a:pt x="9" y="70"/>
                  </a:lnTo>
                  <a:lnTo>
                    <a:pt x="10" y="69"/>
                  </a:lnTo>
                  <a:lnTo>
                    <a:pt x="11" y="69"/>
                  </a:lnTo>
                  <a:lnTo>
                    <a:pt x="11" y="68"/>
                  </a:lnTo>
                  <a:lnTo>
                    <a:pt x="12" y="68"/>
                  </a:lnTo>
                  <a:lnTo>
                    <a:pt x="11" y="68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2" y="68"/>
                  </a:lnTo>
                  <a:lnTo>
                    <a:pt x="12" y="67"/>
                  </a:lnTo>
                  <a:lnTo>
                    <a:pt x="13" y="67"/>
                  </a:lnTo>
                  <a:lnTo>
                    <a:pt x="14" y="66"/>
                  </a:lnTo>
                  <a:lnTo>
                    <a:pt x="15" y="64"/>
                  </a:lnTo>
                  <a:lnTo>
                    <a:pt x="15" y="63"/>
                  </a:lnTo>
                  <a:lnTo>
                    <a:pt x="14" y="63"/>
                  </a:lnTo>
                  <a:lnTo>
                    <a:pt x="15" y="63"/>
                  </a:lnTo>
                  <a:lnTo>
                    <a:pt x="15" y="63"/>
                  </a:lnTo>
                  <a:lnTo>
                    <a:pt x="16" y="63"/>
                  </a:lnTo>
                  <a:lnTo>
                    <a:pt x="16" y="63"/>
                  </a:lnTo>
                  <a:lnTo>
                    <a:pt x="16" y="63"/>
                  </a:lnTo>
                  <a:lnTo>
                    <a:pt x="16" y="63"/>
                  </a:lnTo>
                  <a:lnTo>
                    <a:pt x="16" y="63"/>
                  </a:lnTo>
                  <a:lnTo>
                    <a:pt x="16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7" y="61"/>
                  </a:lnTo>
                  <a:lnTo>
                    <a:pt x="18" y="61"/>
                  </a:lnTo>
                  <a:lnTo>
                    <a:pt x="18" y="61"/>
                  </a:lnTo>
                  <a:lnTo>
                    <a:pt x="19" y="62"/>
                  </a:lnTo>
                  <a:lnTo>
                    <a:pt x="20" y="61"/>
                  </a:lnTo>
                  <a:lnTo>
                    <a:pt x="20" y="61"/>
                  </a:lnTo>
                  <a:lnTo>
                    <a:pt x="20" y="61"/>
                  </a:lnTo>
                  <a:lnTo>
                    <a:pt x="20" y="61"/>
                  </a:lnTo>
                  <a:lnTo>
                    <a:pt x="20" y="61"/>
                  </a:lnTo>
                  <a:lnTo>
                    <a:pt x="20" y="62"/>
                  </a:lnTo>
                  <a:lnTo>
                    <a:pt x="21" y="62"/>
                  </a:lnTo>
                  <a:lnTo>
                    <a:pt x="21" y="63"/>
                  </a:lnTo>
                  <a:lnTo>
                    <a:pt x="22" y="63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2" y="60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3" y="59"/>
                  </a:lnTo>
                  <a:lnTo>
                    <a:pt x="24" y="59"/>
                  </a:lnTo>
                  <a:lnTo>
                    <a:pt x="24" y="58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5" y="59"/>
                  </a:lnTo>
                  <a:lnTo>
                    <a:pt x="25" y="59"/>
                  </a:lnTo>
                  <a:lnTo>
                    <a:pt x="25" y="59"/>
                  </a:lnTo>
                  <a:lnTo>
                    <a:pt x="26" y="58"/>
                  </a:lnTo>
                  <a:lnTo>
                    <a:pt x="26" y="59"/>
                  </a:lnTo>
                  <a:close/>
                  <a:moveTo>
                    <a:pt x="83" y="2"/>
                  </a:moveTo>
                  <a:lnTo>
                    <a:pt x="84" y="2"/>
                  </a:lnTo>
                  <a:lnTo>
                    <a:pt x="84" y="1"/>
                  </a:lnTo>
                  <a:lnTo>
                    <a:pt x="84" y="2"/>
                  </a:lnTo>
                  <a:lnTo>
                    <a:pt x="85" y="1"/>
                  </a:lnTo>
                  <a:lnTo>
                    <a:pt x="86" y="2"/>
                  </a:lnTo>
                  <a:lnTo>
                    <a:pt x="86" y="2"/>
                  </a:lnTo>
                  <a:lnTo>
                    <a:pt x="86" y="3"/>
                  </a:lnTo>
                  <a:lnTo>
                    <a:pt x="85" y="3"/>
                  </a:lnTo>
                  <a:lnTo>
                    <a:pt x="85" y="3"/>
                  </a:lnTo>
                  <a:lnTo>
                    <a:pt x="83" y="3"/>
                  </a:lnTo>
                  <a:lnTo>
                    <a:pt x="83" y="3"/>
                  </a:lnTo>
                  <a:lnTo>
                    <a:pt x="83" y="4"/>
                  </a:lnTo>
                  <a:lnTo>
                    <a:pt x="83" y="4"/>
                  </a:lnTo>
                  <a:lnTo>
                    <a:pt x="83" y="6"/>
                  </a:lnTo>
                  <a:lnTo>
                    <a:pt x="82" y="6"/>
                  </a:lnTo>
                  <a:lnTo>
                    <a:pt x="82" y="5"/>
                  </a:lnTo>
                  <a:lnTo>
                    <a:pt x="82" y="5"/>
                  </a:lnTo>
                  <a:lnTo>
                    <a:pt x="82" y="6"/>
                  </a:lnTo>
                  <a:lnTo>
                    <a:pt x="81" y="6"/>
                  </a:lnTo>
                  <a:lnTo>
                    <a:pt x="81" y="7"/>
                  </a:lnTo>
                  <a:lnTo>
                    <a:pt x="81" y="7"/>
                  </a:lnTo>
                  <a:lnTo>
                    <a:pt x="81" y="7"/>
                  </a:lnTo>
                  <a:lnTo>
                    <a:pt x="81" y="7"/>
                  </a:lnTo>
                  <a:lnTo>
                    <a:pt x="79" y="7"/>
                  </a:lnTo>
                  <a:lnTo>
                    <a:pt x="78" y="7"/>
                  </a:lnTo>
                  <a:lnTo>
                    <a:pt x="77" y="8"/>
                  </a:lnTo>
                  <a:lnTo>
                    <a:pt x="76" y="8"/>
                  </a:lnTo>
                  <a:lnTo>
                    <a:pt x="76" y="9"/>
                  </a:lnTo>
                  <a:lnTo>
                    <a:pt x="75" y="8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4" y="9"/>
                  </a:lnTo>
                  <a:lnTo>
                    <a:pt x="73" y="9"/>
                  </a:lnTo>
                  <a:lnTo>
                    <a:pt x="73" y="8"/>
                  </a:lnTo>
                  <a:lnTo>
                    <a:pt x="73" y="8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4" y="7"/>
                  </a:lnTo>
                  <a:lnTo>
                    <a:pt x="74" y="6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7" y="4"/>
                  </a:lnTo>
                  <a:lnTo>
                    <a:pt x="77" y="3"/>
                  </a:lnTo>
                  <a:lnTo>
                    <a:pt x="78" y="3"/>
                  </a:lnTo>
                  <a:lnTo>
                    <a:pt x="78" y="3"/>
                  </a:lnTo>
                  <a:lnTo>
                    <a:pt x="77" y="3"/>
                  </a:lnTo>
                  <a:lnTo>
                    <a:pt x="78" y="3"/>
                  </a:lnTo>
                  <a:lnTo>
                    <a:pt x="78" y="3"/>
                  </a:lnTo>
                  <a:lnTo>
                    <a:pt x="78" y="3"/>
                  </a:lnTo>
                  <a:lnTo>
                    <a:pt x="79" y="3"/>
                  </a:lnTo>
                  <a:lnTo>
                    <a:pt x="79" y="3"/>
                  </a:lnTo>
                  <a:lnTo>
                    <a:pt x="79" y="3"/>
                  </a:lnTo>
                  <a:lnTo>
                    <a:pt x="81" y="3"/>
                  </a:lnTo>
                  <a:lnTo>
                    <a:pt x="81" y="3"/>
                  </a:lnTo>
                  <a:lnTo>
                    <a:pt x="81" y="3"/>
                  </a:lnTo>
                  <a:lnTo>
                    <a:pt x="81" y="2"/>
                  </a:lnTo>
                  <a:lnTo>
                    <a:pt x="81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1"/>
                  </a:lnTo>
                  <a:lnTo>
                    <a:pt x="83" y="2"/>
                  </a:lnTo>
                  <a:close/>
                  <a:moveTo>
                    <a:pt x="71" y="1"/>
                  </a:moveTo>
                  <a:lnTo>
                    <a:pt x="70" y="2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1"/>
                  </a:lnTo>
                  <a:lnTo>
                    <a:pt x="70" y="1"/>
                  </a:lnTo>
                  <a:lnTo>
                    <a:pt x="71" y="0"/>
                  </a:lnTo>
                  <a:lnTo>
                    <a:pt x="71" y="1"/>
                  </a:lnTo>
                  <a:lnTo>
                    <a:pt x="71" y="1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CB37CACE-0E8E-4864-B5F9-DA5092220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6213" y="6306426"/>
              <a:ext cx="68409" cy="42755"/>
            </a:xfrm>
            <a:custGeom>
              <a:avLst/>
              <a:gdLst>
                <a:gd name="T0" fmla="*/ 20 w 40"/>
                <a:gd name="T1" fmla="*/ 2 h 25"/>
                <a:gd name="T2" fmla="*/ 21 w 40"/>
                <a:gd name="T3" fmla="*/ 3 h 25"/>
                <a:gd name="T4" fmla="*/ 24 w 40"/>
                <a:gd name="T5" fmla="*/ 3 h 25"/>
                <a:gd name="T6" fmla="*/ 26 w 40"/>
                <a:gd name="T7" fmla="*/ 2 h 25"/>
                <a:gd name="T8" fmla="*/ 28 w 40"/>
                <a:gd name="T9" fmla="*/ 3 h 25"/>
                <a:gd name="T10" fmla="*/ 29 w 40"/>
                <a:gd name="T11" fmla="*/ 4 h 25"/>
                <a:gd name="T12" fmla="*/ 31 w 40"/>
                <a:gd name="T13" fmla="*/ 7 h 25"/>
                <a:gd name="T14" fmla="*/ 32 w 40"/>
                <a:gd name="T15" fmla="*/ 6 h 25"/>
                <a:gd name="T16" fmla="*/ 34 w 40"/>
                <a:gd name="T17" fmla="*/ 6 h 25"/>
                <a:gd name="T18" fmla="*/ 36 w 40"/>
                <a:gd name="T19" fmla="*/ 7 h 25"/>
                <a:gd name="T20" fmla="*/ 38 w 40"/>
                <a:gd name="T21" fmla="*/ 7 h 25"/>
                <a:gd name="T22" fmla="*/ 39 w 40"/>
                <a:gd name="T23" fmla="*/ 9 h 25"/>
                <a:gd name="T24" fmla="*/ 38 w 40"/>
                <a:gd name="T25" fmla="*/ 11 h 25"/>
                <a:gd name="T26" fmla="*/ 39 w 40"/>
                <a:gd name="T27" fmla="*/ 13 h 25"/>
                <a:gd name="T28" fmla="*/ 40 w 40"/>
                <a:gd name="T29" fmla="*/ 16 h 25"/>
                <a:gd name="T30" fmla="*/ 39 w 40"/>
                <a:gd name="T31" fmla="*/ 16 h 25"/>
                <a:gd name="T32" fmla="*/ 38 w 40"/>
                <a:gd name="T33" fmla="*/ 20 h 25"/>
                <a:gd name="T34" fmla="*/ 34 w 40"/>
                <a:gd name="T35" fmla="*/ 24 h 25"/>
                <a:gd name="T36" fmla="*/ 31 w 40"/>
                <a:gd name="T37" fmla="*/ 25 h 25"/>
                <a:gd name="T38" fmla="*/ 28 w 40"/>
                <a:gd name="T39" fmla="*/ 22 h 25"/>
                <a:gd name="T40" fmla="*/ 25 w 40"/>
                <a:gd name="T41" fmla="*/ 23 h 25"/>
                <a:gd name="T42" fmla="*/ 24 w 40"/>
                <a:gd name="T43" fmla="*/ 22 h 25"/>
                <a:gd name="T44" fmla="*/ 25 w 40"/>
                <a:gd name="T45" fmla="*/ 20 h 25"/>
                <a:gd name="T46" fmla="*/ 25 w 40"/>
                <a:gd name="T47" fmla="*/ 20 h 25"/>
                <a:gd name="T48" fmla="*/ 23 w 40"/>
                <a:gd name="T49" fmla="*/ 21 h 25"/>
                <a:gd name="T50" fmla="*/ 23 w 40"/>
                <a:gd name="T51" fmla="*/ 19 h 25"/>
                <a:gd name="T52" fmla="*/ 17 w 40"/>
                <a:gd name="T53" fmla="*/ 17 h 25"/>
                <a:gd name="T54" fmla="*/ 15 w 40"/>
                <a:gd name="T55" fmla="*/ 20 h 25"/>
                <a:gd name="T56" fmla="*/ 15 w 40"/>
                <a:gd name="T57" fmla="*/ 21 h 25"/>
                <a:gd name="T58" fmla="*/ 14 w 40"/>
                <a:gd name="T59" fmla="*/ 25 h 25"/>
                <a:gd name="T60" fmla="*/ 14 w 40"/>
                <a:gd name="T61" fmla="*/ 23 h 25"/>
                <a:gd name="T62" fmla="*/ 12 w 40"/>
                <a:gd name="T63" fmla="*/ 24 h 25"/>
                <a:gd name="T64" fmla="*/ 12 w 40"/>
                <a:gd name="T65" fmla="*/ 21 h 25"/>
                <a:gd name="T66" fmla="*/ 10 w 40"/>
                <a:gd name="T67" fmla="*/ 20 h 25"/>
                <a:gd name="T68" fmla="*/ 8 w 40"/>
                <a:gd name="T69" fmla="*/ 21 h 25"/>
                <a:gd name="T70" fmla="*/ 8 w 40"/>
                <a:gd name="T71" fmla="*/ 21 h 25"/>
                <a:gd name="T72" fmla="*/ 6 w 40"/>
                <a:gd name="T73" fmla="*/ 22 h 25"/>
                <a:gd name="T74" fmla="*/ 4 w 40"/>
                <a:gd name="T75" fmla="*/ 21 h 25"/>
                <a:gd name="T76" fmla="*/ 3 w 40"/>
                <a:gd name="T77" fmla="*/ 20 h 25"/>
                <a:gd name="T78" fmla="*/ 1 w 40"/>
                <a:gd name="T79" fmla="*/ 21 h 25"/>
                <a:gd name="T80" fmla="*/ 3 w 40"/>
                <a:gd name="T81" fmla="*/ 20 h 25"/>
                <a:gd name="T82" fmla="*/ 4 w 40"/>
                <a:gd name="T83" fmla="*/ 19 h 25"/>
                <a:gd name="T84" fmla="*/ 3 w 40"/>
                <a:gd name="T85" fmla="*/ 6 h 25"/>
                <a:gd name="T86" fmla="*/ 1 w 40"/>
                <a:gd name="T87" fmla="*/ 5 h 25"/>
                <a:gd name="T88" fmla="*/ 1 w 40"/>
                <a:gd name="T89" fmla="*/ 3 h 25"/>
                <a:gd name="T90" fmla="*/ 1 w 40"/>
                <a:gd name="T91" fmla="*/ 2 h 25"/>
                <a:gd name="T92" fmla="*/ 3 w 40"/>
                <a:gd name="T93" fmla="*/ 1 h 25"/>
                <a:gd name="T94" fmla="*/ 3 w 40"/>
                <a:gd name="T95" fmla="*/ 1 h 25"/>
                <a:gd name="T96" fmla="*/ 4 w 40"/>
                <a:gd name="T97" fmla="*/ 1 h 25"/>
                <a:gd name="T98" fmla="*/ 5 w 40"/>
                <a:gd name="T99" fmla="*/ 0 h 25"/>
                <a:gd name="T100" fmla="*/ 7 w 40"/>
                <a:gd name="T101" fmla="*/ 2 h 25"/>
                <a:gd name="T102" fmla="*/ 8 w 40"/>
                <a:gd name="T103" fmla="*/ 2 h 25"/>
                <a:gd name="T104" fmla="*/ 9 w 40"/>
                <a:gd name="T105" fmla="*/ 3 h 25"/>
                <a:gd name="T106" fmla="*/ 11 w 40"/>
                <a:gd name="T107" fmla="*/ 3 h 25"/>
                <a:gd name="T108" fmla="*/ 12 w 40"/>
                <a:gd name="T109" fmla="*/ 3 h 25"/>
                <a:gd name="T110" fmla="*/ 14 w 40"/>
                <a:gd name="T111" fmla="*/ 3 h 25"/>
                <a:gd name="T112" fmla="*/ 16 w 40"/>
                <a:gd name="T113" fmla="*/ 1 h 25"/>
                <a:gd name="T114" fmla="*/ 17 w 40"/>
                <a:gd name="T11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0" h="25">
                  <a:moveTo>
                    <a:pt x="17" y="0"/>
                  </a:moveTo>
                  <a:lnTo>
                    <a:pt x="18" y="0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3"/>
                  </a:lnTo>
                  <a:lnTo>
                    <a:pt x="21" y="2"/>
                  </a:lnTo>
                  <a:lnTo>
                    <a:pt x="21" y="3"/>
                  </a:lnTo>
                  <a:lnTo>
                    <a:pt x="21" y="2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8" y="3"/>
                  </a:lnTo>
                  <a:lnTo>
                    <a:pt x="28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30" y="5"/>
                  </a:lnTo>
                  <a:lnTo>
                    <a:pt x="30" y="5"/>
                  </a:lnTo>
                  <a:lnTo>
                    <a:pt x="30" y="6"/>
                  </a:lnTo>
                  <a:lnTo>
                    <a:pt x="30" y="7"/>
                  </a:lnTo>
                  <a:lnTo>
                    <a:pt x="31" y="7"/>
                  </a:lnTo>
                  <a:lnTo>
                    <a:pt x="32" y="7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34" y="6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4" y="6"/>
                  </a:lnTo>
                  <a:lnTo>
                    <a:pt x="35" y="6"/>
                  </a:lnTo>
                  <a:lnTo>
                    <a:pt x="35" y="6"/>
                  </a:lnTo>
                  <a:lnTo>
                    <a:pt x="36" y="6"/>
                  </a:lnTo>
                  <a:lnTo>
                    <a:pt x="35" y="6"/>
                  </a:lnTo>
                  <a:lnTo>
                    <a:pt x="36" y="7"/>
                  </a:lnTo>
                  <a:lnTo>
                    <a:pt x="37" y="7"/>
                  </a:lnTo>
                  <a:lnTo>
                    <a:pt x="37" y="7"/>
                  </a:lnTo>
                  <a:lnTo>
                    <a:pt x="37" y="7"/>
                  </a:lnTo>
                  <a:lnTo>
                    <a:pt x="37" y="7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39" y="10"/>
                  </a:lnTo>
                  <a:lnTo>
                    <a:pt x="39" y="10"/>
                  </a:lnTo>
                  <a:lnTo>
                    <a:pt x="38" y="10"/>
                  </a:lnTo>
                  <a:lnTo>
                    <a:pt x="38" y="11"/>
                  </a:lnTo>
                  <a:lnTo>
                    <a:pt x="38" y="11"/>
                  </a:lnTo>
                  <a:lnTo>
                    <a:pt x="38" y="12"/>
                  </a:lnTo>
                  <a:lnTo>
                    <a:pt x="38" y="12"/>
                  </a:lnTo>
                  <a:lnTo>
                    <a:pt x="39" y="12"/>
                  </a:lnTo>
                  <a:lnTo>
                    <a:pt x="39" y="13"/>
                  </a:lnTo>
                  <a:lnTo>
                    <a:pt x="39" y="13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39" y="15"/>
                  </a:lnTo>
                  <a:lnTo>
                    <a:pt x="39" y="15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9" y="16"/>
                  </a:lnTo>
                  <a:lnTo>
                    <a:pt x="39" y="16"/>
                  </a:lnTo>
                  <a:lnTo>
                    <a:pt x="39" y="16"/>
                  </a:lnTo>
                  <a:lnTo>
                    <a:pt x="38" y="16"/>
                  </a:lnTo>
                  <a:lnTo>
                    <a:pt x="38" y="17"/>
                  </a:lnTo>
                  <a:lnTo>
                    <a:pt x="38" y="19"/>
                  </a:lnTo>
                  <a:lnTo>
                    <a:pt x="38" y="20"/>
                  </a:lnTo>
                  <a:lnTo>
                    <a:pt x="38" y="24"/>
                  </a:lnTo>
                  <a:lnTo>
                    <a:pt x="38" y="25"/>
                  </a:lnTo>
                  <a:lnTo>
                    <a:pt x="38" y="25"/>
                  </a:lnTo>
                  <a:lnTo>
                    <a:pt x="35" y="24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4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0" y="25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28" y="22"/>
                  </a:lnTo>
                  <a:lnTo>
                    <a:pt x="26" y="21"/>
                  </a:lnTo>
                  <a:lnTo>
                    <a:pt x="25" y="22"/>
                  </a:lnTo>
                  <a:lnTo>
                    <a:pt x="25" y="23"/>
                  </a:lnTo>
                  <a:lnTo>
                    <a:pt x="25" y="22"/>
                  </a:lnTo>
                  <a:lnTo>
                    <a:pt x="25" y="23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4" y="22"/>
                  </a:lnTo>
                  <a:lnTo>
                    <a:pt x="24" y="22"/>
                  </a:lnTo>
                  <a:lnTo>
                    <a:pt x="24" y="22"/>
                  </a:lnTo>
                  <a:lnTo>
                    <a:pt x="25" y="22"/>
                  </a:lnTo>
                  <a:lnTo>
                    <a:pt x="25" y="21"/>
                  </a:lnTo>
                  <a:lnTo>
                    <a:pt x="24" y="21"/>
                  </a:lnTo>
                  <a:lnTo>
                    <a:pt x="25" y="21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5" y="21"/>
                  </a:lnTo>
                  <a:lnTo>
                    <a:pt x="24" y="21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4" y="21"/>
                  </a:lnTo>
                  <a:lnTo>
                    <a:pt x="24" y="21"/>
                  </a:lnTo>
                  <a:lnTo>
                    <a:pt x="23" y="21"/>
                  </a:lnTo>
                  <a:lnTo>
                    <a:pt x="23" y="21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23" y="20"/>
                  </a:lnTo>
                  <a:lnTo>
                    <a:pt x="23" y="21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21" y="17"/>
                  </a:lnTo>
                  <a:lnTo>
                    <a:pt x="19" y="16"/>
                  </a:lnTo>
                  <a:lnTo>
                    <a:pt x="17" y="16"/>
                  </a:lnTo>
                  <a:lnTo>
                    <a:pt x="17" y="17"/>
                  </a:lnTo>
                  <a:lnTo>
                    <a:pt x="15" y="17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0"/>
                  </a:lnTo>
                  <a:lnTo>
                    <a:pt x="15" y="20"/>
                  </a:lnTo>
                  <a:lnTo>
                    <a:pt x="15" y="20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5" y="25"/>
                  </a:lnTo>
                  <a:lnTo>
                    <a:pt x="14" y="25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14" y="23"/>
                  </a:lnTo>
                  <a:lnTo>
                    <a:pt x="13" y="23"/>
                  </a:lnTo>
                  <a:lnTo>
                    <a:pt x="12" y="23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2" y="23"/>
                  </a:lnTo>
                  <a:lnTo>
                    <a:pt x="12" y="22"/>
                  </a:lnTo>
                  <a:lnTo>
                    <a:pt x="12" y="21"/>
                  </a:lnTo>
                  <a:lnTo>
                    <a:pt x="12" y="21"/>
                  </a:lnTo>
                  <a:lnTo>
                    <a:pt x="12" y="20"/>
                  </a:lnTo>
                  <a:lnTo>
                    <a:pt x="11" y="20"/>
                  </a:lnTo>
                  <a:lnTo>
                    <a:pt x="11" y="20"/>
                  </a:lnTo>
                  <a:lnTo>
                    <a:pt x="10" y="20"/>
                  </a:lnTo>
                  <a:lnTo>
                    <a:pt x="10" y="20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7" y="21"/>
                  </a:lnTo>
                  <a:lnTo>
                    <a:pt x="7" y="21"/>
                  </a:lnTo>
                  <a:lnTo>
                    <a:pt x="7" y="22"/>
                  </a:lnTo>
                  <a:lnTo>
                    <a:pt x="7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20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2" y="20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6" y="15"/>
                  </a:lnTo>
                  <a:lnTo>
                    <a:pt x="5" y="12"/>
                  </a:lnTo>
                  <a:lnTo>
                    <a:pt x="4" y="9"/>
                  </a:lnTo>
                  <a:lnTo>
                    <a:pt x="3" y="7"/>
                  </a:lnTo>
                  <a:lnTo>
                    <a:pt x="3" y="6"/>
                  </a:lnTo>
                  <a:lnTo>
                    <a:pt x="2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4" y="2"/>
                  </a:lnTo>
                  <a:lnTo>
                    <a:pt x="5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8" y="3"/>
                  </a:lnTo>
                  <a:lnTo>
                    <a:pt x="8" y="3"/>
                  </a:lnTo>
                  <a:lnTo>
                    <a:pt x="9" y="3"/>
                  </a:lnTo>
                  <a:lnTo>
                    <a:pt x="9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3" y="3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6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F17F134-C738-44D7-BBC6-195A86BF44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4243" y="3932656"/>
              <a:ext cx="147078" cy="181282"/>
            </a:xfrm>
            <a:custGeom>
              <a:avLst/>
              <a:gdLst>
                <a:gd name="T0" fmla="*/ 3 w 86"/>
                <a:gd name="T1" fmla="*/ 105 h 106"/>
                <a:gd name="T2" fmla="*/ 2 w 86"/>
                <a:gd name="T3" fmla="*/ 106 h 106"/>
                <a:gd name="T4" fmla="*/ 0 w 86"/>
                <a:gd name="T5" fmla="*/ 104 h 106"/>
                <a:gd name="T6" fmla="*/ 3 w 86"/>
                <a:gd name="T7" fmla="*/ 101 h 106"/>
                <a:gd name="T8" fmla="*/ 74 w 86"/>
                <a:gd name="T9" fmla="*/ 27 h 106"/>
                <a:gd name="T10" fmla="*/ 74 w 86"/>
                <a:gd name="T11" fmla="*/ 27 h 106"/>
                <a:gd name="T12" fmla="*/ 75 w 86"/>
                <a:gd name="T13" fmla="*/ 28 h 106"/>
                <a:gd name="T14" fmla="*/ 79 w 86"/>
                <a:gd name="T15" fmla="*/ 31 h 106"/>
                <a:gd name="T16" fmla="*/ 85 w 86"/>
                <a:gd name="T17" fmla="*/ 32 h 106"/>
                <a:gd name="T18" fmla="*/ 85 w 86"/>
                <a:gd name="T19" fmla="*/ 36 h 106"/>
                <a:gd name="T20" fmla="*/ 84 w 86"/>
                <a:gd name="T21" fmla="*/ 38 h 106"/>
                <a:gd name="T22" fmla="*/ 81 w 86"/>
                <a:gd name="T23" fmla="*/ 42 h 106"/>
                <a:gd name="T24" fmla="*/ 79 w 86"/>
                <a:gd name="T25" fmla="*/ 40 h 106"/>
                <a:gd name="T26" fmla="*/ 78 w 86"/>
                <a:gd name="T27" fmla="*/ 48 h 106"/>
                <a:gd name="T28" fmla="*/ 77 w 86"/>
                <a:gd name="T29" fmla="*/ 51 h 106"/>
                <a:gd name="T30" fmla="*/ 73 w 86"/>
                <a:gd name="T31" fmla="*/ 55 h 106"/>
                <a:gd name="T32" fmla="*/ 73 w 86"/>
                <a:gd name="T33" fmla="*/ 62 h 106"/>
                <a:gd name="T34" fmla="*/ 71 w 86"/>
                <a:gd name="T35" fmla="*/ 68 h 106"/>
                <a:gd name="T36" fmla="*/ 66 w 86"/>
                <a:gd name="T37" fmla="*/ 71 h 106"/>
                <a:gd name="T38" fmla="*/ 60 w 86"/>
                <a:gd name="T39" fmla="*/ 72 h 106"/>
                <a:gd name="T40" fmla="*/ 59 w 86"/>
                <a:gd name="T41" fmla="*/ 77 h 106"/>
                <a:gd name="T42" fmla="*/ 58 w 86"/>
                <a:gd name="T43" fmla="*/ 79 h 106"/>
                <a:gd name="T44" fmla="*/ 52 w 86"/>
                <a:gd name="T45" fmla="*/ 83 h 106"/>
                <a:gd name="T46" fmla="*/ 49 w 86"/>
                <a:gd name="T47" fmla="*/ 83 h 106"/>
                <a:gd name="T48" fmla="*/ 46 w 86"/>
                <a:gd name="T49" fmla="*/ 90 h 106"/>
                <a:gd name="T50" fmla="*/ 39 w 86"/>
                <a:gd name="T51" fmla="*/ 92 h 106"/>
                <a:gd name="T52" fmla="*/ 37 w 86"/>
                <a:gd name="T53" fmla="*/ 92 h 106"/>
                <a:gd name="T54" fmla="*/ 36 w 86"/>
                <a:gd name="T55" fmla="*/ 96 h 106"/>
                <a:gd name="T56" fmla="*/ 35 w 86"/>
                <a:gd name="T57" fmla="*/ 99 h 106"/>
                <a:gd name="T58" fmla="*/ 37 w 86"/>
                <a:gd name="T59" fmla="*/ 98 h 106"/>
                <a:gd name="T60" fmla="*/ 34 w 86"/>
                <a:gd name="T61" fmla="*/ 104 h 106"/>
                <a:gd name="T62" fmla="*/ 34 w 86"/>
                <a:gd name="T63" fmla="*/ 101 h 106"/>
                <a:gd name="T64" fmla="*/ 32 w 86"/>
                <a:gd name="T65" fmla="*/ 97 h 106"/>
                <a:gd name="T66" fmla="*/ 28 w 86"/>
                <a:gd name="T67" fmla="*/ 100 h 106"/>
                <a:gd name="T68" fmla="*/ 27 w 86"/>
                <a:gd name="T69" fmla="*/ 101 h 106"/>
                <a:gd name="T70" fmla="*/ 24 w 86"/>
                <a:gd name="T71" fmla="*/ 98 h 106"/>
                <a:gd name="T72" fmla="*/ 23 w 86"/>
                <a:gd name="T73" fmla="*/ 96 h 106"/>
                <a:gd name="T74" fmla="*/ 19 w 86"/>
                <a:gd name="T75" fmla="*/ 95 h 106"/>
                <a:gd name="T76" fmla="*/ 16 w 86"/>
                <a:gd name="T77" fmla="*/ 96 h 106"/>
                <a:gd name="T78" fmla="*/ 15 w 86"/>
                <a:gd name="T79" fmla="*/ 99 h 106"/>
                <a:gd name="T80" fmla="*/ 13 w 86"/>
                <a:gd name="T81" fmla="*/ 99 h 106"/>
                <a:gd name="T82" fmla="*/ 10 w 86"/>
                <a:gd name="T83" fmla="*/ 101 h 106"/>
                <a:gd name="T84" fmla="*/ 7 w 86"/>
                <a:gd name="T85" fmla="*/ 101 h 106"/>
                <a:gd name="T86" fmla="*/ 6 w 86"/>
                <a:gd name="T87" fmla="*/ 100 h 106"/>
                <a:gd name="T88" fmla="*/ 10 w 86"/>
                <a:gd name="T89" fmla="*/ 95 h 106"/>
                <a:gd name="T90" fmla="*/ 9 w 86"/>
                <a:gd name="T91" fmla="*/ 93 h 106"/>
                <a:gd name="T92" fmla="*/ 9 w 86"/>
                <a:gd name="T93" fmla="*/ 90 h 106"/>
                <a:gd name="T94" fmla="*/ 12 w 86"/>
                <a:gd name="T95" fmla="*/ 88 h 106"/>
                <a:gd name="T96" fmla="*/ 15 w 86"/>
                <a:gd name="T97" fmla="*/ 83 h 106"/>
                <a:gd name="T98" fmla="*/ 15 w 86"/>
                <a:gd name="T99" fmla="*/ 78 h 106"/>
                <a:gd name="T100" fmla="*/ 15 w 86"/>
                <a:gd name="T101" fmla="*/ 70 h 106"/>
                <a:gd name="T102" fmla="*/ 18 w 86"/>
                <a:gd name="T103" fmla="*/ 65 h 106"/>
                <a:gd name="T104" fmla="*/ 18 w 86"/>
                <a:gd name="T105" fmla="*/ 59 h 106"/>
                <a:gd name="T106" fmla="*/ 21 w 86"/>
                <a:gd name="T107" fmla="*/ 55 h 106"/>
                <a:gd name="T108" fmla="*/ 22 w 86"/>
                <a:gd name="T109" fmla="*/ 55 h 106"/>
                <a:gd name="T110" fmla="*/ 26 w 86"/>
                <a:gd name="T111" fmla="*/ 53 h 106"/>
                <a:gd name="T112" fmla="*/ 32 w 86"/>
                <a:gd name="T113" fmla="*/ 48 h 106"/>
                <a:gd name="T114" fmla="*/ 40 w 86"/>
                <a:gd name="T115" fmla="*/ 33 h 106"/>
                <a:gd name="T116" fmla="*/ 46 w 86"/>
                <a:gd name="T117" fmla="*/ 18 h 106"/>
                <a:gd name="T118" fmla="*/ 62 w 86"/>
                <a:gd name="T119" fmla="*/ 5 h 106"/>
                <a:gd name="T120" fmla="*/ 77 w 86"/>
                <a:gd name="T121" fmla="*/ 1 h 106"/>
                <a:gd name="T122" fmla="*/ 74 w 86"/>
                <a:gd name="T123" fmla="*/ 2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6" h="106">
                  <a:moveTo>
                    <a:pt x="4" y="101"/>
                  </a:moveTo>
                  <a:lnTo>
                    <a:pt x="5" y="102"/>
                  </a:lnTo>
                  <a:lnTo>
                    <a:pt x="5" y="103"/>
                  </a:lnTo>
                  <a:lnTo>
                    <a:pt x="3" y="105"/>
                  </a:lnTo>
                  <a:lnTo>
                    <a:pt x="3" y="105"/>
                  </a:lnTo>
                  <a:lnTo>
                    <a:pt x="2" y="105"/>
                  </a:lnTo>
                  <a:lnTo>
                    <a:pt x="2" y="106"/>
                  </a:lnTo>
                  <a:lnTo>
                    <a:pt x="2" y="105"/>
                  </a:lnTo>
                  <a:lnTo>
                    <a:pt x="2" y="105"/>
                  </a:lnTo>
                  <a:lnTo>
                    <a:pt x="2" y="106"/>
                  </a:lnTo>
                  <a:lnTo>
                    <a:pt x="2" y="105"/>
                  </a:lnTo>
                  <a:lnTo>
                    <a:pt x="1" y="106"/>
                  </a:lnTo>
                  <a:lnTo>
                    <a:pt x="1" y="106"/>
                  </a:lnTo>
                  <a:lnTo>
                    <a:pt x="0" y="105"/>
                  </a:lnTo>
                  <a:lnTo>
                    <a:pt x="0" y="104"/>
                  </a:lnTo>
                  <a:lnTo>
                    <a:pt x="0" y="102"/>
                  </a:lnTo>
                  <a:lnTo>
                    <a:pt x="2" y="101"/>
                  </a:lnTo>
                  <a:lnTo>
                    <a:pt x="2" y="102"/>
                  </a:lnTo>
                  <a:lnTo>
                    <a:pt x="3" y="101"/>
                  </a:lnTo>
                  <a:lnTo>
                    <a:pt x="3" y="101"/>
                  </a:lnTo>
                  <a:lnTo>
                    <a:pt x="4" y="101"/>
                  </a:lnTo>
                  <a:close/>
                  <a:moveTo>
                    <a:pt x="74" y="25"/>
                  </a:moveTo>
                  <a:lnTo>
                    <a:pt x="75" y="27"/>
                  </a:lnTo>
                  <a:lnTo>
                    <a:pt x="75" y="27"/>
                  </a:lnTo>
                  <a:lnTo>
                    <a:pt x="74" y="27"/>
                  </a:lnTo>
                  <a:lnTo>
                    <a:pt x="73" y="25"/>
                  </a:lnTo>
                  <a:lnTo>
                    <a:pt x="73" y="25"/>
                  </a:lnTo>
                  <a:lnTo>
                    <a:pt x="74" y="27"/>
                  </a:lnTo>
                  <a:lnTo>
                    <a:pt x="74" y="27"/>
                  </a:lnTo>
                  <a:lnTo>
                    <a:pt x="74" y="27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75" y="28"/>
                  </a:lnTo>
                  <a:lnTo>
                    <a:pt x="76" y="27"/>
                  </a:lnTo>
                  <a:lnTo>
                    <a:pt x="77" y="27"/>
                  </a:lnTo>
                  <a:lnTo>
                    <a:pt x="75" y="28"/>
                  </a:lnTo>
                  <a:lnTo>
                    <a:pt x="76" y="29"/>
                  </a:lnTo>
                  <a:lnTo>
                    <a:pt x="79" y="31"/>
                  </a:lnTo>
                  <a:lnTo>
                    <a:pt x="79" y="31"/>
                  </a:lnTo>
                  <a:lnTo>
                    <a:pt x="79" y="30"/>
                  </a:lnTo>
                  <a:lnTo>
                    <a:pt x="80" y="31"/>
                  </a:lnTo>
                  <a:lnTo>
                    <a:pt x="82" y="31"/>
                  </a:lnTo>
                  <a:lnTo>
                    <a:pt x="85" y="32"/>
                  </a:lnTo>
                  <a:lnTo>
                    <a:pt x="85" y="33"/>
                  </a:lnTo>
                  <a:lnTo>
                    <a:pt x="86" y="34"/>
                  </a:lnTo>
                  <a:lnTo>
                    <a:pt x="86" y="35"/>
                  </a:lnTo>
                  <a:lnTo>
                    <a:pt x="86" y="35"/>
                  </a:lnTo>
                  <a:lnTo>
                    <a:pt x="85" y="36"/>
                  </a:lnTo>
                  <a:lnTo>
                    <a:pt x="85" y="36"/>
                  </a:lnTo>
                  <a:lnTo>
                    <a:pt x="84" y="36"/>
                  </a:lnTo>
                  <a:lnTo>
                    <a:pt x="84" y="36"/>
                  </a:lnTo>
                  <a:lnTo>
                    <a:pt x="84" y="36"/>
                  </a:lnTo>
                  <a:lnTo>
                    <a:pt x="84" y="38"/>
                  </a:lnTo>
                  <a:lnTo>
                    <a:pt x="84" y="39"/>
                  </a:lnTo>
                  <a:lnTo>
                    <a:pt x="83" y="40"/>
                  </a:lnTo>
                  <a:lnTo>
                    <a:pt x="82" y="40"/>
                  </a:lnTo>
                  <a:lnTo>
                    <a:pt x="82" y="41"/>
                  </a:lnTo>
                  <a:lnTo>
                    <a:pt x="81" y="42"/>
                  </a:lnTo>
                  <a:lnTo>
                    <a:pt x="80" y="44"/>
                  </a:lnTo>
                  <a:lnTo>
                    <a:pt x="80" y="44"/>
                  </a:lnTo>
                  <a:lnTo>
                    <a:pt x="80" y="43"/>
                  </a:lnTo>
                  <a:lnTo>
                    <a:pt x="79" y="40"/>
                  </a:lnTo>
                  <a:lnTo>
                    <a:pt x="79" y="40"/>
                  </a:lnTo>
                  <a:lnTo>
                    <a:pt x="79" y="42"/>
                  </a:lnTo>
                  <a:lnTo>
                    <a:pt x="80" y="44"/>
                  </a:lnTo>
                  <a:lnTo>
                    <a:pt x="80" y="44"/>
                  </a:lnTo>
                  <a:lnTo>
                    <a:pt x="79" y="46"/>
                  </a:lnTo>
                  <a:lnTo>
                    <a:pt x="78" y="48"/>
                  </a:lnTo>
                  <a:lnTo>
                    <a:pt x="78" y="48"/>
                  </a:lnTo>
                  <a:lnTo>
                    <a:pt x="76" y="49"/>
                  </a:lnTo>
                  <a:lnTo>
                    <a:pt x="76" y="50"/>
                  </a:lnTo>
                  <a:lnTo>
                    <a:pt x="77" y="50"/>
                  </a:lnTo>
                  <a:lnTo>
                    <a:pt x="77" y="51"/>
                  </a:lnTo>
                  <a:lnTo>
                    <a:pt x="76" y="53"/>
                  </a:lnTo>
                  <a:lnTo>
                    <a:pt x="74" y="55"/>
                  </a:lnTo>
                  <a:lnTo>
                    <a:pt x="73" y="55"/>
                  </a:lnTo>
                  <a:lnTo>
                    <a:pt x="73" y="54"/>
                  </a:lnTo>
                  <a:lnTo>
                    <a:pt x="73" y="55"/>
                  </a:lnTo>
                  <a:lnTo>
                    <a:pt x="72" y="56"/>
                  </a:lnTo>
                  <a:lnTo>
                    <a:pt x="71" y="57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3" y="62"/>
                  </a:lnTo>
                  <a:lnTo>
                    <a:pt x="73" y="62"/>
                  </a:lnTo>
                  <a:lnTo>
                    <a:pt x="73" y="63"/>
                  </a:lnTo>
                  <a:lnTo>
                    <a:pt x="73" y="64"/>
                  </a:lnTo>
                  <a:lnTo>
                    <a:pt x="71" y="66"/>
                  </a:lnTo>
                  <a:lnTo>
                    <a:pt x="71" y="68"/>
                  </a:lnTo>
                  <a:lnTo>
                    <a:pt x="68" y="69"/>
                  </a:lnTo>
                  <a:lnTo>
                    <a:pt x="68" y="69"/>
                  </a:lnTo>
                  <a:lnTo>
                    <a:pt x="67" y="70"/>
                  </a:lnTo>
                  <a:lnTo>
                    <a:pt x="67" y="70"/>
                  </a:lnTo>
                  <a:lnTo>
                    <a:pt x="66" y="71"/>
                  </a:lnTo>
                  <a:lnTo>
                    <a:pt x="65" y="71"/>
                  </a:lnTo>
                  <a:lnTo>
                    <a:pt x="64" y="70"/>
                  </a:lnTo>
                  <a:lnTo>
                    <a:pt x="63" y="72"/>
                  </a:lnTo>
                  <a:lnTo>
                    <a:pt x="61" y="71"/>
                  </a:lnTo>
                  <a:lnTo>
                    <a:pt x="60" y="72"/>
                  </a:lnTo>
                  <a:lnTo>
                    <a:pt x="59" y="74"/>
                  </a:lnTo>
                  <a:lnTo>
                    <a:pt x="58" y="75"/>
                  </a:lnTo>
                  <a:lnTo>
                    <a:pt x="58" y="75"/>
                  </a:lnTo>
                  <a:lnTo>
                    <a:pt x="59" y="77"/>
                  </a:lnTo>
                  <a:lnTo>
                    <a:pt x="59" y="77"/>
                  </a:lnTo>
                  <a:lnTo>
                    <a:pt x="60" y="78"/>
                  </a:lnTo>
                  <a:lnTo>
                    <a:pt x="60" y="77"/>
                  </a:lnTo>
                  <a:lnTo>
                    <a:pt x="60" y="78"/>
                  </a:lnTo>
                  <a:lnTo>
                    <a:pt x="60" y="79"/>
                  </a:lnTo>
                  <a:lnTo>
                    <a:pt x="58" y="79"/>
                  </a:lnTo>
                  <a:lnTo>
                    <a:pt x="57" y="81"/>
                  </a:lnTo>
                  <a:lnTo>
                    <a:pt x="54" y="83"/>
                  </a:lnTo>
                  <a:lnTo>
                    <a:pt x="53" y="83"/>
                  </a:lnTo>
                  <a:lnTo>
                    <a:pt x="53" y="83"/>
                  </a:lnTo>
                  <a:lnTo>
                    <a:pt x="52" y="83"/>
                  </a:lnTo>
                  <a:lnTo>
                    <a:pt x="52" y="83"/>
                  </a:lnTo>
                  <a:lnTo>
                    <a:pt x="51" y="83"/>
                  </a:lnTo>
                  <a:lnTo>
                    <a:pt x="51" y="83"/>
                  </a:lnTo>
                  <a:lnTo>
                    <a:pt x="50" y="83"/>
                  </a:lnTo>
                  <a:lnTo>
                    <a:pt x="49" y="83"/>
                  </a:lnTo>
                  <a:lnTo>
                    <a:pt x="49" y="84"/>
                  </a:lnTo>
                  <a:lnTo>
                    <a:pt x="49" y="86"/>
                  </a:lnTo>
                  <a:lnTo>
                    <a:pt x="48" y="88"/>
                  </a:lnTo>
                  <a:lnTo>
                    <a:pt x="47" y="89"/>
                  </a:lnTo>
                  <a:lnTo>
                    <a:pt x="46" y="90"/>
                  </a:lnTo>
                  <a:lnTo>
                    <a:pt x="43" y="90"/>
                  </a:lnTo>
                  <a:lnTo>
                    <a:pt x="41" y="90"/>
                  </a:lnTo>
                  <a:lnTo>
                    <a:pt x="41" y="90"/>
                  </a:lnTo>
                  <a:lnTo>
                    <a:pt x="40" y="91"/>
                  </a:lnTo>
                  <a:lnTo>
                    <a:pt x="39" y="92"/>
                  </a:lnTo>
                  <a:lnTo>
                    <a:pt x="38" y="92"/>
                  </a:lnTo>
                  <a:lnTo>
                    <a:pt x="38" y="92"/>
                  </a:lnTo>
                  <a:lnTo>
                    <a:pt x="38" y="93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7" y="93"/>
                  </a:lnTo>
                  <a:lnTo>
                    <a:pt x="36" y="94"/>
                  </a:lnTo>
                  <a:lnTo>
                    <a:pt x="36" y="94"/>
                  </a:lnTo>
                  <a:lnTo>
                    <a:pt x="36" y="96"/>
                  </a:lnTo>
                  <a:lnTo>
                    <a:pt x="36" y="96"/>
                  </a:lnTo>
                  <a:lnTo>
                    <a:pt x="35" y="96"/>
                  </a:lnTo>
                  <a:lnTo>
                    <a:pt x="35" y="96"/>
                  </a:lnTo>
                  <a:lnTo>
                    <a:pt x="34" y="97"/>
                  </a:lnTo>
                  <a:lnTo>
                    <a:pt x="34" y="98"/>
                  </a:lnTo>
                  <a:lnTo>
                    <a:pt x="35" y="99"/>
                  </a:lnTo>
                  <a:lnTo>
                    <a:pt x="36" y="99"/>
                  </a:lnTo>
                  <a:lnTo>
                    <a:pt x="36" y="98"/>
                  </a:lnTo>
                  <a:lnTo>
                    <a:pt x="37" y="97"/>
                  </a:lnTo>
                  <a:lnTo>
                    <a:pt x="37" y="98"/>
                  </a:lnTo>
                  <a:lnTo>
                    <a:pt x="37" y="98"/>
                  </a:lnTo>
                  <a:lnTo>
                    <a:pt x="36" y="98"/>
                  </a:lnTo>
                  <a:lnTo>
                    <a:pt x="36" y="99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34" y="104"/>
                  </a:lnTo>
                  <a:lnTo>
                    <a:pt x="33" y="104"/>
                  </a:lnTo>
                  <a:lnTo>
                    <a:pt x="33" y="103"/>
                  </a:lnTo>
                  <a:lnTo>
                    <a:pt x="32" y="103"/>
                  </a:lnTo>
                  <a:lnTo>
                    <a:pt x="33" y="103"/>
                  </a:lnTo>
                  <a:lnTo>
                    <a:pt x="34" y="101"/>
                  </a:lnTo>
                  <a:lnTo>
                    <a:pt x="34" y="101"/>
                  </a:lnTo>
                  <a:lnTo>
                    <a:pt x="34" y="100"/>
                  </a:lnTo>
                  <a:lnTo>
                    <a:pt x="33" y="98"/>
                  </a:lnTo>
                  <a:lnTo>
                    <a:pt x="32" y="97"/>
                  </a:lnTo>
                  <a:lnTo>
                    <a:pt x="32" y="97"/>
                  </a:lnTo>
                  <a:lnTo>
                    <a:pt x="30" y="97"/>
                  </a:lnTo>
                  <a:lnTo>
                    <a:pt x="30" y="97"/>
                  </a:lnTo>
                  <a:lnTo>
                    <a:pt x="29" y="98"/>
                  </a:lnTo>
                  <a:lnTo>
                    <a:pt x="28" y="99"/>
                  </a:lnTo>
                  <a:lnTo>
                    <a:pt x="28" y="100"/>
                  </a:lnTo>
                  <a:lnTo>
                    <a:pt x="28" y="100"/>
                  </a:lnTo>
                  <a:lnTo>
                    <a:pt x="28" y="101"/>
                  </a:lnTo>
                  <a:lnTo>
                    <a:pt x="28" y="101"/>
                  </a:lnTo>
                  <a:lnTo>
                    <a:pt x="28" y="101"/>
                  </a:lnTo>
                  <a:lnTo>
                    <a:pt x="27" y="101"/>
                  </a:lnTo>
                  <a:lnTo>
                    <a:pt x="27" y="101"/>
                  </a:lnTo>
                  <a:lnTo>
                    <a:pt x="26" y="101"/>
                  </a:lnTo>
                  <a:lnTo>
                    <a:pt x="24" y="100"/>
                  </a:lnTo>
                  <a:lnTo>
                    <a:pt x="24" y="99"/>
                  </a:lnTo>
                  <a:lnTo>
                    <a:pt x="24" y="98"/>
                  </a:lnTo>
                  <a:lnTo>
                    <a:pt x="24" y="98"/>
                  </a:lnTo>
                  <a:lnTo>
                    <a:pt x="23" y="98"/>
                  </a:lnTo>
                  <a:lnTo>
                    <a:pt x="23" y="97"/>
                  </a:lnTo>
                  <a:lnTo>
                    <a:pt x="23" y="97"/>
                  </a:lnTo>
                  <a:lnTo>
                    <a:pt x="23" y="96"/>
                  </a:lnTo>
                  <a:lnTo>
                    <a:pt x="23" y="96"/>
                  </a:lnTo>
                  <a:lnTo>
                    <a:pt x="23" y="96"/>
                  </a:lnTo>
                  <a:lnTo>
                    <a:pt x="21" y="95"/>
                  </a:lnTo>
                  <a:lnTo>
                    <a:pt x="19" y="95"/>
                  </a:lnTo>
                  <a:lnTo>
                    <a:pt x="19" y="95"/>
                  </a:lnTo>
                  <a:lnTo>
                    <a:pt x="18" y="95"/>
                  </a:lnTo>
                  <a:lnTo>
                    <a:pt x="17" y="95"/>
                  </a:lnTo>
                  <a:lnTo>
                    <a:pt x="16" y="96"/>
                  </a:lnTo>
                  <a:lnTo>
                    <a:pt x="16" y="96"/>
                  </a:lnTo>
                  <a:lnTo>
                    <a:pt x="16" y="96"/>
                  </a:lnTo>
                  <a:lnTo>
                    <a:pt x="15" y="96"/>
                  </a:lnTo>
                  <a:lnTo>
                    <a:pt x="15" y="96"/>
                  </a:lnTo>
                  <a:lnTo>
                    <a:pt x="15" y="98"/>
                  </a:lnTo>
                  <a:lnTo>
                    <a:pt x="15" y="98"/>
                  </a:lnTo>
                  <a:lnTo>
                    <a:pt x="15" y="99"/>
                  </a:lnTo>
                  <a:lnTo>
                    <a:pt x="15" y="99"/>
                  </a:lnTo>
                  <a:lnTo>
                    <a:pt x="15" y="100"/>
                  </a:lnTo>
                  <a:lnTo>
                    <a:pt x="15" y="100"/>
                  </a:lnTo>
                  <a:lnTo>
                    <a:pt x="14" y="99"/>
                  </a:lnTo>
                  <a:lnTo>
                    <a:pt x="13" y="99"/>
                  </a:lnTo>
                  <a:lnTo>
                    <a:pt x="12" y="101"/>
                  </a:lnTo>
                  <a:lnTo>
                    <a:pt x="12" y="101"/>
                  </a:lnTo>
                  <a:lnTo>
                    <a:pt x="12" y="101"/>
                  </a:lnTo>
                  <a:lnTo>
                    <a:pt x="10" y="101"/>
                  </a:lnTo>
                  <a:lnTo>
                    <a:pt x="10" y="101"/>
                  </a:lnTo>
                  <a:lnTo>
                    <a:pt x="9" y="102"/>
                  </a:lnTo>
                  <a:lnTo>
                    <a:pt x="9" y="103"/>
                  </a:lnTo>
                  <a:lnTo>
                    <a:pt x="8" y="103"/>
                  </a:lnTo>
                  <a:lnTo>
                    <a:pt x="7" y="101"/>
                  </a:lnTo>
                  <a:lnTo>
                    <a:pt x="7" y="101"/>
                  </a:lnTo>
                  <a:lnTo>
                    <a:pt x="6" y="101"/>
                  </a:lnTo>
                  <a:lnTo>
                    <a:pt x="6" y="101"/>
                  </a:lnTo>
                  <a:lnTo>
                    <a:pt x="6" y="101"/>
                  </a:lnTo>
                  <a:lnTo>
                    <a:pt x="6" y="100"/>
                  </a:lnTo>
                  <a:lnTo>
                    <a:pt x="6" y="100"/>
                  </a:lnTo>
                  <a:lnTo>
                    <a:pt x="6" y="99"/>
                  </a:lnTo>
                  <a:lnTo>
                    <a:pt x="6" y="98"/>
                  </a:lnTo>
                  <a:lnTo>
                    <a:pt x="8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95"/>
                  </a:lnTo>
                  <a:lnTo>
                    <a:pt x="11" y="94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9" y="93"/>
                  </a:lnTo>
                  <a:lnTo>
                    <a:pt x="8" y="92"/>
                  </a:lnTo>
                  <a:lnTo>
                    <a:pt x="8" y="92"/>
                  </a:lnTo>
                  <a:lnTo>
                    <a:pt x="8" y="91"/>
                  </a:lnTo>
                  <a:lnTo>
                    <a:pt x="9" y="91"/>
                  </a:lnTo>
                  <a:lnTo>
                    <a:pt x="9" y="90"/>
                  </a:lnTo>
                  <a:lnTo>
                    <a:pt x="9" y="89"/>
                  </a:lnTo>
                  <a:lnTo>
                    <a:pt x="10" y="88"/>
                  </a:lnTo>
                  <a:lnTo>
                    <a:pt x="11" y="88"/>
                  </a:lnTo>
                  <a:lnTo>
                    <a:pt x="12" y="88"/>
                  </a:lnTo>
                  <a:lnTo>
                    <a:pt x="12" y="88"/>
                  </a:lnTo>
                  <a:lnTo>
                    <a:pt x="12" y="88"/>
                  </a:lnTo>
                  <a:lnTo>
                    <a:pt x="13" y="88"/>
                  </a:lnTo>
                  <a:lnTo>
                    <a:pt x="13" y="85"/>
                  </a:lnTo>
                  <a:lnTo>
                    <a:pt x="14" y="84"/>
                  </a:lnTo>
                  <a:lnTo>
                    <a:pt x="15" y="83"/>
                  </a:lnTo>
                  <a:lnTo>
                    <a:pt x="15" y="81"/>
                  </a:lnTo>
                  <a:lnTo>
                    <a:pt x="15" y="80"/>
                  </a:lnTo>
                  <a:lnTo>
                    <a:pt x="16" y="79"/>
                  </a:lnTo>
                  <a:lnTo>
                    <a:pt x="16" y="78"/>
                  </a:lnTo>
                  <a:lnTo>
                    <a:pt x="15" y="78"/>
                  </a:lnTo>
                  <a:lnTo>
                    <a:pt x="16" y="75"/>
                  </a:lnTo>
                  <a:lnTo>
                    <a:pt x="15" y="72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5" y="69"/>
                  </a:lnTo>
                  <a:lnTo>
                    <a:pt x="16" y="68"/>
                  </a:lnTo>
                  <a:lnTo>
                    <a:pt x="18" y="66"/>
                  </a:lnTo>
                  <a:lnTo>
                    <a:pt x="18" y="65"/>
                  </a:lnTo>
                  <a:lnTo>
                    <a:pt x="18" y="64"/>
                  </a:lnTo>
                  <a:lnTo>
                    <a:pt x="18" y="63"/>
                  </a:lnTo>
                  <a:lnTo>
                    <a:pt x="19" y="62"/>
                  </a:lnTo>
                  <a:lnTo>
                    <a:pt x="19" y="62"/>
                  </a:lnTo>
                  <a:lnTo>
                    <a:pt x="18" y="59"/>
                  </a:lnTo>
                  <a:lnTo>
                    <a:pt x="18" y="59"/>
                  </a:lnTo>
                  <a:lnTo>
                    <a:pt x="19" y="57"/>
                  </a:lnTo>
                  <a:lnTo>
                    <a:pt x="19" y="57"/>
                  </a:lnTo>
                  <a:lnTo>
                    <a:pt x="20" y="56"/>
                  </a:lnTo>
                  <a:lnTo>
                    <a:pt x="21" y="55"/>
                  </a:lnTo>
                  <a:lnTo>
                    <a:pt x="21" y="54"/>
                  </a:lnTo>
                  <a:lnTo>
                    <a:pt x="22" y="54"/>
                  </a:lnTo>
                  <a:lnTo>
                    <a:pt x="21" y="55"/>
                  </a:lnTo>
                  <a:lnTo>
                    <a:pt x="21" y="55"/>
                  </a:lnTo>
                  <a:lnTo>
                    <a:pt x="22" y="55"/>
                  </a:lnTo>
                  <a:lnTo>
                    <a:pt x="23" y="55"/>
                  </a:lnTo>
                  <a:lnTo>
                    <a:pt x="23" y="54"/>
                  </a:lnTo>
                  <a:lnTo>
                    <a:pt x="24" y="53"/>
                  </a:lnTo>
                  <a:lnTo>
                    <a:pt x="24" y="53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8" y="51"/>
                  </a:lnTo>
                  <a:lnTo>
                    <a:pt x="28" y="50"/>
                  </a:lnTo>
                  <a:lnTo>
                    <a:pt x="30" y="48"/>
                  </a:lnTo>
                  <a:lnTo>
                    <a:pt x="32" y="48"/>
                  </a:lnTo>
                  <a:lnTo>
                    <a:pt x="32" y="47"/>
                  </a:lnTo>
                  <a:lnTo>
                    <a:pt x="33" y="45"/>
                  </a:lnTo>
                  <a:lnTo>
                    <a:pt x="36" y="42"/>
                  </a:lnTo>
                  <a:lnTo>
                    <a:pt x="38" y="38"/>
                  </a:lnTo>
                  <a:lnTo>
                    <a:pt x="40" y="33"/>
                  </a:lnTo>
                  <a:lnTo>
                    <a:pt x="41" y="30"/>
                  </a:lnTo>
                  <a:lnTo>
                    <a:pt x="43" y="26"/>
                  </a:lnTo>
                  <a:lnTo>
                    <a:pt x="44" y="25"/>
                  </a:lnTo>
                  <a:lnTo>
                    <a:pt x="45" y="24"/>
                  </a:lnTo>
                  <a:lnTo>
                    <a:pt x="46" y="18"/>
                  </a:lnTo>
                  <a:lnTo>
                    <a:pt x="47" y="17"/>
                  </a:lnTo>
                  <a:lnTo>
                    <a:pt x="49" y="14"/>
                  </a:lnTo>
                  <a:lnTo>
                    <a:pt x="52" y="11"/>
                  </a:lnTo>
                  <a:lnTo>
                    <a:pt x="61" y="5"/>
                  </a:lnTo>
                  <a:lnTo>
                    <a:pt x="62" y="5"/>
                  </a:lnTo>
                  <a:lnTo>
                    <a:pt x="67" y="4"/>
                  </a:lnTo>
                  <a:lnTo>
                    <a:pt x="71" y="2"/>
                  </a:lnTo>
                  <a:lnTo>
                    <a:pt x="75" y="1"/>
                  </a:lnTo>
                  <a:lnTo>
                    <a:pt x="77" y="0"/>
                  </a:lnTo>
                  <a:lnTo>
                    <a:pt x="77" y="1"/>
                  </a:lnTo>
                  <a:lnTo>
                    <a:pt x="77" y="7"/>
                  </a:lnTo>
                  <a:lnTo>
                    <a:pt x="76" y="12"/>
                  </a:lnTo>
                  <a:lnTo>
                    <a:pt x="74" y="18"/>
                  </a:lnTo>
                  <a:lnTo>
                    <a:pt x="74" y="21"/>
                  </a:lnTo>
                  <a:lnTo>
                    <a:pt x="74" y="2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B9CC931-133F-4345-AB0F-EFA5A9C71C77}"/>
              </a:ext>
            </a:extLst>
          </p:cNvPr>
          <p:cNvGrpSpPr/>
          <p:nvPr/>
        </p:nvGrpSpPr>
        <p:grpSpPr>
          <a:xfrm>
            <a:off x="10167424" y="1353811"/>
            <a:ext cx="1173719" cy="1235366"/>
            <a:chOff x="824034" y="4406059"/>
            <a:chExt cx="1173719" cy="123536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7F59058-2ADF-41B0-B1B8-8DD7C83CBD75}"/>
                </a:ext>
              </a:extLst>
            </p:cNvPr>
            <p:cNvGrpSpPr/>
            <p:nvPr/>
          </p:nvGrpSpPr>
          <p:grpSpPr>
            <a:xfrm>
              <a:off x="940567" y="4406059"/>
              <a:ext cx="807606" cy="807604"/>
              <a:chOff x="1324303" y="4666568"/>
              <a:chExt cx="912588" cy="91258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B4E2FCF-BBFC-4A9C-A01F-EBFA5B1C4AA1}"/>
                  </a:ext>
                </a:extLst>
              </p:cNvPr>
              <p:cNvSpPr/>
              <p:nvPr/>
            </p:nvSpPr>
            <p:spPr>
              <a:xfrm>
                <a:off x="1324303" y="4666569"/>
                <a:ext cx="912588" cy="912586"/>
              </a:xfrm>
              <a:prstGeom prst="ellipse">
                <a:avLst/>
              </a:prstGeom>
              <a:noFill/>
              <a:ln w="5080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>
                        <a:lumMod val="50000"/>
                      </a:schemeClr>
                    </a:solidFill>
                    <a:latin typeface="Ubuntu" panose="020B0504030602030204" pitchFamily="34" charset="0"/>
                  </a:rPr>
                  <a:t>75%</a:t>
                </a:r>
                <a:endParaRPr lang="id-ID" sz="1200" b="1" dirty="0">
                  <a:solidFill>
                    <a:schemeClr val="bg1">
                      <a:lumMod val="50000"/>
                    </a:schemeClr>
                  </a:solidFill>
                  <a:latin typeface="Ubuntu" panose="020B0504030602030204" pitchFamily="34" charset="0"/>
                </a:endParaRP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1D414CE5-1B0C-4A09-9227-7FA245910A9F}"/>
                  </a:ext>
                </a:extLst>
              </p:cNvPr>
              <p:cNvSpPr/>
              <p:nvPr/>
            </p:nvSpPr>
            <p:spPr>
              <a:xfrm>
                <a:off x="1324303" y="4666568"/>
                <a:ext cx="912587" cy="912587"/>
              </a:xfrm>
              <a:prstGeom prst="arc">
                <a:avLst>
                  <a:gd name="adj1" fmla="val 16200000"/>
                  <a:gd name="adj2" fmla="val 10710313"/>
                </a:avLst>
              </a:prstGeom>
              <a:ln w="508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d-ID" sz="3200">
                  <a:solidFill>
                    <a:schemeClr val="bg1">
                      <a:lumMod val="50000"/>
                    </a:schemeClr>
                  </a:solidFill>
                  <a:latin typeface="Ubuntu" panose="020B0504030602030204" pitchFamily="34" charset="0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97D83F2-8231-4A99-9860-EE3D92E5FAF1}"/>
                </a:ext>
              </a:extLst>
            </p:cNvPr>
            <p:cNvSpPr txBox="1"/>
            <p:nvPr/>
          </p:nvSpPr>
          <p:spPr>
            <a:xfrm>
              <a:off x="824034" y="5364426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>
                      <a:lumMod val="50000"/>
                    </a:schemeClr>
                  </a:solidFill>
                  <a:latin typeface="Ubuntu" panose="020B0504030602030204" pitchFamily="34" charset="0"/>
                </a:rPr>
                <a:t>Subtitle Here</a:t>
              </a:r>
              <a:endParaRPr lang="id-ID" sz="1200" b="1" dirty="0">
                <a:solidFill>
                  <a:schemeClr val="bg1">
                    <a:lumMod val="50000"/>
                  </a:schemeClr>
                </a:solidFill>
                <a:latin typeface="Ubuntu" panose="020B050403060203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52145B1-61AB-4607-B6F5-901C5864073D}"/>
              </a:ext>
            </a:extLst>
          </p:cNvPr>
          <p:cNvGrpSpPr/>
          <p:nvPr/>
        </p:nvGrpSpPr>
        <p:grpSpPr>
          <a:xfrm>
            <a:off x="10167424" y="2996378"/>
            <a:ext cx="1173719" cy="1235366"/>
            <a:chOff x="2234377" y="4406059"/>
            <a:chExt cx="1173719" cy="1235366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214F22A-21C3-44D6-B1DA-9EBA7A7A77FC}"/>
                </a:ext>
              </a:extLst>
            </p:cNvPr>
            <p:cNvGrpSpPr/>
            <p:nvPr/>
          </p:nvGrpSpPr>
          <p:grpSpPr>
            <a:xfrm>
              <a:off x="2350910" y="4406059"/>
              <a:ext cx="807606" cy="807604"/>
              <a:chOff x="1324303" y="4666568"/>
              <a:chExt cx="912588" cy="91258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AF88159-FD40-41D2-8CDA-164A45B0DA49}"/>
                  </a:ext>
                </a:extLst>
              </p:cNvPr>
              <p:cNvSpPr/>
              <p:nvPr/>
            </p:nvSpPr>
            <p:spPr>
              <a:xfrm>
                <a:off x="1324303" y="4666569"/>
                <a:ext cx="912588" cy="912586"/>
              </a:xfrm>
              <a:prstGeom prst="ellipse">
                <a:avLst/>
              </a:prstGeom>
              <a:noFill/>
              <a:ln w="5080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>
                        <a:lumMod val="50000"/>
                      </a:schemeClr>
                    </a:solidFill>
                    <a:latin typeface="Ubuntu" panose="020B0504030602030204" pitchFamily="34" charset="0"/>
                  </a:rPr>
                  <a:t>50%</a:t>
                </a:r>
                <a:endParaRPr lang="id-ID" sz="1200" b="1" dirty="0">
                  <a:solidFill>
                    <a:schemeClr val="bg1">
                      <a:lumMod val="50000"/>
                    </a:schemeClr>
                  </a:solidFill>
                  <a:latin typeface="Ubuntu" panose="020B0504030602030204" pitchFamily="34" charset="0"/>
                </a:endParaRPr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490A913F-D777-4326-94D6-914FA162F855}"/>
                  </a:ext>
                </a:extLst>
              </p:cNvPr>
              <p:cNvSpPr/>
              <p:nvPr/>
            </p:nvSpPr>
            <p:spPr>
              <a:xfrm>
                <a:off x="1324303" y="4666568"/>
                <a:ext cx="912587" cy="912587"/>
              </a:xfrm>
              <a:prstGeom prst="arc">
                <a:avLst>
                  <a:gd name="adj1" fmla="val 16200000"/>
                  <a:gd name="adj2" fmla="val 5420968"/>
                </a:avLst>
              </a:prstGeom>
              <a:ln w="508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d-ID" sz="3200">
                  <a:solidFill>
                    <a:schemeClr val="bg1">
                      <a:lumMod val="50000"/>
                    </a:schemeClr>
                  </a:solidFill>
                  <a:latin typeface="Ubuntu" panose="020B0504030602030204" pitchFamily="34" charset="0"/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D95D918-695F-4304-BF36-592FD4034288}"/>
                </a:ext>
              </a:extLst>
            </p:cNvPr>
            <p:cNvSpPr txBox="1"/>
            <p:nvPr/>
          </p:nvSpPr>
          <p:spPr>
            <a:xfrm>
              <a:off x="2234377" y="5364426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>
                      <a:lumMod val="50000"/>
                    </a:schemeClr>
                  </a:solidFill>
                  <a:latin typeface="Ubuntu" panose="020B0504030602030204" pitchFamily="34" charset="0"/>
                </a:rPr>
                <a:t>Subtitle Here</a:t>
              </a:r>
              <a:endParaRPr lang="id-ID" sz="1200" b="1" dirty="0">
                <a:solidFill>
                  <a:schemeClr val="bg1">
                    <a:lumMod val="50000"/>
                  </a:schemeClr>
                </a:solidFill>
                <a:latin typeface="Ubuntu" panose="020B050403060203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06F30B-3FFC-4005-B1B7-066A5900E567}"/>
              </a:ext>
            </a:extLst>
          </p:cNvPr>
          <p:cNvGrpSpPr/>
          <p:nvPr/>
        </p:nvGrpSpPr>
        <p:grpSpPr>
          <a:xfrm>
            <a:off x="10167424" y="4638944"/>
            <a:ext cx="1173719" cy="1235366"/>
            <a:chOff x="3644721" y="4406059"/>
            <a:chExt cx="1173719" cy="1235366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1F5B325-72E7-47B8-AA7B-CAFD1D03A017}"/>
                </a:ext>
              </a:extLst>
            </p:cNvPr>
            <p:cNvGrpSpPr/>
            <p:nvPr/>
          </p:nvGrpSpPr>
          <p:grpSpPr>
            <a:xfrm>
              <a:off x="3761254" y="4406059"/>
              <a:ext cx="807606" cy="807604"/>
              <a:chOff x="1324303" y="4666568"/>
              <a:chExt cx="912588" cy="91258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D2EA736-D79E-4718-83BC-45180427464B}"/>
                  </a:ext>
                </a:extLst>
              </p:cNvPr>
              <p:cNvSpPr/>
              <p:nvPr/>
            </p:nvSpPr>
            <p:spPr>
              <a:xfrm>
                <a:off x="1324303" y="4666569"/>
                <a:ext cx="912588" cy="912586"/>
              </a:xfrm>
              <a:prstGeom prst="ellipse">
                <a:avLst/>
              </a:prstGeom>
              <a:noFill/>
              <a:ln w="5080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>
                        <a:lumMod val="50000"/>
                      </a:schemeClr>
                    </a:solidFill>
                    <a:latin typeface="Ubuntu" panose="020B0504030602030204" pitchFamily="34" charset="0"/>
                  </a:rPr>
                  <a:t>65%</a:t>
                </a:r>
                <a:endParaRPr lang="id-ID" sz="1200" b="1" dirty="0">
                  <a:solidFill>
                    <a:schemeClr val="bg1">
                      <a:lumMod val="50000"/>
                    </a:schemeClr>
                  </a:solidFill>
                  <a:latin typeface="Ubuntu" panose="020B0504030602030204" pitchFamily="34" charset="0"/>
                </a:endParaRPr>
              </a:p>
            </p:txBody>
          </p:sp>
          <p:sp>
            <p:nvSpPr>
              <p:cNvPr id="34" name="Arc 33">
                <a:extLst>
                  <a:ext uri="{FF2B5EF4-FFF2-40B4-BE49-F238E27FC236}">
                    <a16:creationId xmlns:a16="http://schemas.microsoft.com/office/drawing/2014/main" id="{DFF7D042-1158-4406-9961-C82D454E55E3}"/>
                  </a:ext>
                </a:extLst>
              </p:cNvPr>
              <p:cNvSpPr/>
              <p:nvPr/>
            </p:nvSpPr>
            <p:spPr>
              <a:xfrm>
                <a:off x="1324303" y="4666568"/>
                <a:ext cx="912587" cy="912587"/>
              </a:xfrm>
              <a:prstGeom prst="arc">
                <a:avLst>
                  <a:gd name="adj1" fmla="val 16200000"/>
                  <a:gd name="adj2" fmla="val 7640676"/>
                </a:avLst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id-ID" sz="3200">
                  <a:solidFill>
                    <a:schemeClr val="bg1">
                      <a:lumMod val="50000"/>
                    </a:schemeClr>
                  </a:solidFill>
                  <a:latin typeface="Ubuntu" panose="020B0504030602030204" pitchFamily="34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B82BAD6-2FB9-4867-A207-7092F5F525A8}"/>
                </a:ext>
              </a:extLst>
            </p:cNvPr>
            <p:cNvSpPr txBox="1"/>
            <p:nvPr/>
          </p:nvSpPr>
          <p:spPr>
            <a:xfrm>
              <a:off x="3644721" y="5364426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>
                      <a:lumMod val="50000"/>
                    </a:schemeClr>
                  </a:solidFill>
                  <a:latin typeface="Ubuntu" panose="020B0504030602030204" pitchFamily="34" charset="0"/>
                </a:rPr>
                <a:t>Subtitle Here</a:t>
              </a:r>
              <a:endParaRPr lang="id-ID" sz="1200" b="1" dirty="0">
                <a:solidFill>
                  <a:schemeClr val="bg1">
                    <a:lumMod val="50000"/>
                  </a:schemeClr>
                </a:solidFill>
                <a:latin typeface="Ubuntu" panose="020B0504030602030204" pitchFamily="34" charset="0"/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AD0BDCE9-019B-4221-A8E2-C834D259A4C2}"/>
              </a:ext>
            </a:extLst>
          </p:cNvPr>
          <p:cNvSpPr/>
          <p:nvPr/>
        </p:nvSpPr>
        <p:spPr>
          <a:xfrm>
            <a:off x="1523999" y="1791618"/>
            <a:ext cx="33909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232A4E"/>
                </a:solidFill>
                <a:latin typeface="Ubuntu" panose="020B0504030602030204" pitchFamily="34" charset="0"/>
              </a:rPr>
              <a:t>United Kingdom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36764BE-25BE-4EA3-957C-3E495AAC2268}"/>
              </a:ext>
            </a:extLst>
          </p:cNvPr>
          <p:cNvSpPr/>
          <p:nvPr/>
        </p:nvSpPr>
        <p:spPr>
          <a:xfrm>
            <a:off x="1524000" y="3230665"/>
            <a:ext cx="2990850" cy="88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067A98E-5161-47D8-AE79-0E9569DC37CF}"/>
              </a:ext>
            </a:extLst>
          </p:cNvPr>
          <p:cNvSpPr/>
          <p:nvPr/>
        </p:nvSpPr>
        <p:spPr>
          <a:xfrm>
            <a:off x="1619249" y="4500830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Ubuntu" panose="020B0504030602030204" pitchFamily="34" charset="0"/>
              </a:rPr>
              <a:t>MORE DETAILS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CA7A646-0F32-4ED4-A4EC-57DD95710E7D}"/>
              </a:ext>
            </a:extLst>
          </p:cNvPr>
          <p:cNvGrpSpPr/>
          <p:nvPr/>
        </p:nvGrpSpPr>
        <p:grpSpPr>
          <a:xfrm>
            <a:off x="5860185" y="4760163"/>
            <a:ext cx="1475919" cy="657208"/>
            <a:chOff x="1580539" y="3066896"/>
            <a:chExt cx="1568157" cy="657208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28334598-5C44-48AD-935B-A1CE46587283}"/>
                </a:ext>
              </a:extLst>
            </p:cNvPr>
            <p:cNvSpPr/>
            <p:nvPr/>
          </p:nvSpPr>
          <p:spPr>
            <a:xfrm>
              <a:off x="1580539" y="3066896"/>
              <a:ext cx="1568157" cy="657208"/>
            </a:xfrm>
            <a:prstGeom prst="roundRect">
              <a:avLst>
                <a:gd name="adj" fmla="val 14597"/>
              </a:avLst>
            </a:prstGeom>
            <a:solidFill>
              <a:schemeClr val="bg1"/>
            </a:soli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31CE3F6-D307-4F31-84EA-ED790E4A333E}"/>
                </a:ext>
              </a:extLst>
            </p:cNvPr>
            <p:cNvSpPr txBox="1"/>
            <p:nvPr/>
          </p:nvSpPr>
          <p:spPr>
            <a:xfrm>
              <a:off x="1685706" y="3217759"/>
              <a:ext cx="1357823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chemeClr val="accent1"/>
                  </a:solidFill>
                  <a:latin typeface="Ubuntu" panose="020B0504030602030204" pitchFamily="34" charset="0"/>
                </a:rPr>
                <a:t>Option one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244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828C7B-460B-42B6-A9E3-3E599A9C8E30}"/>
              </a:ext>
            </a:extLst>
          </p:cNvPr>
          <p:cNvGrpSpPr/>
          <p:nvPr/>
        </p:nvGrpSpPr>
        <p:grpSpPr>
          <a:xfrm>
            <a:off x="5710692" y="1138768"/>
            <a:ext cx="5840534" cy="4270188"/>
            <a:chOff x="6230471" y="1821012"/>
            <a:chExt cx="5840534" cy="4270188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F5412F29-C43C-4643-A63C-AE03125752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30471" y="2379997"/>
              <a:ext cx="1996788" cy="2656622"/>
            </a:xfrm>
            <a:custGeom>
              <a:avLst/>
              <a:gdLst>
                <a:gd name="T0" fmla="*/ 1057 w 1386"/>
                <a:gd name="T1" fmla="*/ 71 h 1844"/>
                <a:gd name="T2" fmla="*/ 1011 w 1386"/>
                <a:gd name="T3" fmla="*/ 144 h 1844"/>
                <a:gd name="T4" fmla="*/ 1335 w 1386"/>
                <a:gd name="T5" fmla="*/ 100 h 1844"/>
                <a:gd name="T6" fmla="*/ 1310 w 1386"/>
                <a:gd name="T7" fmla="*/ 134 h 1844"/>
                <a:gd name="T8" fmla="*/ 1305 w 1386"/>
                <a:gd name="T9" fmla="*/ 74 h 1844"/>
                <a:gd name="T10" fmla="*/ 1252 w 1386"/>
                <a:gd name="T11" fmla="*/ 18 h 1844"/>
                <a:gd name="T12" fmla="*/ 1204 w 1386"/>
                <a:gd name="T13" fmla="*/ 1 h 1844"/>
                <a:gd name="T14" fmla="*/ 1191 w 1386"/>
                <a:gd name="T15" fmla="*/ 30 h 1844"/>
                <a:gd name="T16" fmla="*/ 1167 w 1386"/>
                <a:gd name="T17" fmla="*/ 22 h 1844"/>
                <a:gd name="T18" fmla="*/ 1143 w 1386"/>
                <a:gd name="T19" fmla="*/ 20 h 1844"/>
                <a:gd name="T20" fmla="*/ 1141 w 1386"/>
                <a:gd name="T21" fmla="*/ 35 h 1844"/>
                <a:gd name="T22" fmla="*/ 1119 w 1386"/>
                <a:gd name="T23" fmla="*/ 73 h 1844"/>
                <a:gd name="T24" fmla="*/ 1101 w 1386"/>
                <a:gd name="T25" fmla="*/ 52 h 1844"/>
                <a:gd name="T26" fmla="*/ 1085 w 1386"/>
                <a:gd name="T27" fmla="*/ 64 h 1844"/>
                <a:gd name="T28" fmla="*/ 1057 w 1386"/>
                <a:gd name="T29" fmla="*/ 86 h 1844"/>
                <a:gd name="T30" fmla="*/ 1070 w 1386"/>
                <a:gd name="T31" fmla="*/ 108 h 1844"/>
                <a:gd name="T32" fmla="*/ 1057 w 1386"/>
                <a:gd name="T33" fmla="*/ 124 h 1844"/>
                <a:gd name="T34" fmla="*/ 1029 w 1386"/>
                <a:gd name="T35" fmla="*/ 129 h 1844"/>
                <a:gd name="T36" fmla="*/ 1053 w 1386"/>
                <a:gd name="T37" fmla="*/ 137 h 1844"/>
                <a:gd name="T38" fmla="*/ 1016 w 1386"/>
                <a:gd name="T39" fmla="*/ 132 h 1844"/>
                <a:gd name="T40" fmla="*/ 990 w 1386"/>
                <a:gd name="T41" fmla="*/ 164 h 1844"/>
                <a:gd name="T42" fmla="*/ 1002 w 1386"/>
                <a:gd name="T43" fmla="*/ 207 h 1844"/>
                <a:gd name="T44" fmla="*/ 1007 w 1386"/>
                <a:gd name="T45" fmla="*/ 231 h 1844"/>
                <a:gd name="T46" fmla="*/ 941 w 1386"/>
                <a:gd name="T47" fmla="*/ 222 h 1844"/>
                <a:gd name="T48" fmla="*/ 931 w 1386"/>
                <a:gd name="T49" fmla="*/ 225 h 1844"/>
                <a:gd name="T50" fmla="*/ 917 w 1386"/>
                <a:gd name="T51" fmla="*/ 246 h 1844"/>
                <a:gd name="T52" fmla="*/ 934 w 1386"/>
                <a:gd name="T53" fmla="*/ 290 h 1844"/>
                <a:gd name="T54" fmla="*/ 909 w 1386"/>
                <a:gd name="T55" fmla="*/ 314 h 1844"/>
                <a:gd name="T56" fmla="*/ 870 w 1386"/>
                <a:gd name="T57" fmla="*/ 236 h 1844"/>
                <a:gd name="T58" fmla="*/ 829 w 1386"/>
                <a:gd name="T59" fmla="*/ 270 h 1844"/>
                <a:gd name="T60" fmla="*/ 814 w 1386"/>
                <a:gd name="T61" fmla="*/ 366 h 1844"/>
                <a:gd name="T62" fmla="*/ 742 w 1386"/>
                <a:gd name="T63" fmla="*/ 460 h 1844"/>
                <a:gd name="T64" fmla="*/ 522 w 1386"/>
                <a:gd name="T65" fmla="*/ 546 h 1844"/>
                <a:gd name="T66" fmla="*/ 423 w 1386"/>
                <a:gd name="T67" fmla="*/ 594 h 1844"/>
                <a:gd name="T68" fmla="*/ 338 w 1386"/>
                <a:gd name="T69" fmla="*/ 585 h 1844"/>
                <a:gd name="T70" fmla="*/ 186 w 1386"/>
                <a:gd name="T71" fmla="*/ 684 h 1844"/>
                <a:gd name="T72" fmla="*/ 113 w 1386"/>
                <a:gd name="T73" fmla="*/ 754 h 1844"/>
                <a:gd name="T74" fmla="*/ 65 w 1386"/>
                <a:gd name="T75" fmla="*/ 762 h 1844"/>
                <a:gd name="T76" fmla="*/ 45 w 1386"/>
                <a:gd name="T77" fmla="*/ 888 h 1844"/>
                <a:gd name="T78" fmla="*/ 116 w 1386"/>
                <a:gd name="T79" fmla="*/ 1042 h 1844"/>
                <a:gd name="T80" fmla="*/ 85 w 1386"/>
                <a:gd name="T81" fmla="*/ 1052 h 1844"/>
                <a:gd name="T82" fmla="*/ 43 w 1386"/>
                <a:gd name="T83" fmla="*/ 1029 h 1844"/>
                <a:gd name="T84" fmla="*/ 62 w 1386"/>
                <a:gd name="T85" fmla="*/ 1102 h 1844"/>
                <a:gd name="T86" fmla="*/ 34 w 1386"/>
                <a:gd name="T87" fmla="*/ 1078 h 1844"/>
                <a:gd name="T88" fmla="*/ 126 w 1386"/>
                <a:gd name="T89" fmla="*/ 1256 h 1844"/>
                <a:gd name="T90" fmla="*/ 189 w 1386"/>
                <a:gd name="T91" fmla="*/ 1455 h 1844"/>
                <a:gd name="T92" fmla="*/ 240 w 1386"/>
                <a:gd name="T93" fmla="*/ 1633 h 1844"/>
                <a:gd name="T94" fmla="*/ 179 w 1386"/>
                <a:gd name="T95" fmla="*/ 1728 h 1844"/>
                <a:gd name="T96" fmla="*/ 309 w 1386"/>
                <a:gd name="T97" fmla="*/ 1827 h 1844"/>
                <a:gd name="T98" fmla="*/ 393 w 1386"/>
                <a:gd name="T99" fmla="*/ 1839 h 1844"/>
                <a:gd name="T100" fmla="*/ 456 w 1386"/>
                <a:gd name="T101" fmla="*/ 1830 h 1844"/>
                <a:gd name="T102" fmla="*/ 549 w 1386"/>
                <a:gd name="T103" fmla="*/ 1784 h 1844"/>
                <a:gd name="T104" fmla="*/ 646 w 1386"/>
                <a:gd name="T105" fmla="*/ 1744 h 1844"/>
                <a:gd name="T106" fmla="*/ 783 w 1386"/>
                <a:gd name="T107" fmla="*/ 1730 h 1844"/>
                <a:gd name="T108" fmla="*/ 887 w 1386"/>
                <a:gd name="T109" fmla="*/ 1745 h 1844"/>
                <a:gd name="T110" fmla="*/ 970 w 1386"/>
                <a:gd name="T111" fmla="*/ 1665 h 1844"/>
                <a:gd name="T112" fmla="*/ 1386 w 1386"/>
                <a:gd name="T113" fmla="*/ 1547 h 1844"/>
                <a:gd name="T114" fmla="*/ 1369 w 1386"/>
                <a:gd name="T115" fmla="*/ 239 h 1844"/>
                <a:gd name="T116" fmla="*/ 1350 w 1386"/>
                <a:gd name="T117" fmla="*/ 253 h 1844"/>
                <a:gd name="T118" fmla="*/ 1364 w 1386"/>
                <a:gd name="T119" fmla="*/ 205 h 1844"/>
                <a:gd name="T120" fmla="*/ 1315 w 1386"/>
                <a:gd name="T121" fmla="*/ 124 h 1844"/>
                <a:gd name="T122" fmla="*/ 14 w 1386"/>
                <a:gd name="T123" fmla="*/ 1035 h 1844"/>
                <a:gd name="T124" fmla="*/ 216 w 1386"/>
                <a:gd name="T125" fmla="*/ 613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86" h="1844">
                  <a:moveTo>
                    <a:pt x="1172" y="13"/>
                  </a:moveTo>
                  <a:lnTo>
                    <a:pt x="1172" y="15"/>
                  </a:lnTo>
                  <a:lnTo>
                    <a:pt x="1174" y="15"/>
                  </a:lnTo>
                  <a:lnTo>
                    <a:pt x="1174" y="15"/>
                  </a:lnTo>
                  <a:lnTo>
                    <a:pt x="1175" y="13"/>
                  </a:lnTo>
                  <a:lnTo>
                    <a:pt x="1177" y="15"/>
                  </a:lnTo>
                  <a:lnTo>
                    <a:pt x="1179" y="15"/>
                  </a:lnTo>
                  <a:lnTo>
                    <a:pt x="1179" y="15"/>
                  </a:lnTo>
                  <a:lnTo>
                    <a:pt x="1181" y="15"/>
                  </a:lnTo>
                  <a:lnTo>
                    <a:pt x="1181" y="13"/>
                  </a:lnTo>
                  <a:lnTo>
                    <a:pt x="1179" y="13"/>
                  </a:lnTo>
                  <a:lnTo>
                    <a:pt x="1175" y="11"/>
                  </a:lnTo>
                  <a:lnTo>
                    <a:pt x="1174" y="11"/>
                  </a:lnTo>
                  <a:lnTo>
                    <a:pt x="1170" y="11"/>
                  </a:lnTo>
                  <a:lnTo>
                    <a:pt x="1172" y="13"/>
                  </a:lnTo>
                  <a:lnTo>
                    <a:pt x="1172" y="13"/>
                  </a:lnTo>
                  <a:close/>
                  <a:moveTo>
                    <a:pt x="1031" y="108"/>
                  </a:moveTo>
                  <a:lnTo>
                    <a:pt x="1033" y="108"/>
                  </a:lnTo>
                  <a:lnTo>
                    <a:pt x="1033" y="108"/>
                  </a:lnTo>
                  <a:lnTo>
                    <a:pt x="1033" y="108"/>
                  </a:lnTo>
                  <a:lnTo>
                    <a:pt x="1035" y="110"/>
                  </a:lnTo>
                  <a:lnTo>
                    <a:pt x="1035" y="110"/>
                  </a:lnTo>
                  <a:lnTo>
                    <a:pt x="1036" y="112"/>
                  </a:lnTo>
                  <a:lnTo>
                    <a:pt x="1036" y="112"/>
                  </a:lnTo>
                  <a:lnTo>
                    <a:pt x="1036" y="110"/>
                  </a:lnTo>
                  <a:lnTo>
                    <a:pt x="1036" y="108"/>
                  </a:lnTo>
                  <a:lnTo>
                    <a:pt x="1036" y="108"/>
                  </a:lnTo>
                  <a:lnTo>
                    <a:pt x="1036" y="108"/>
                  </a:lnTo>
                  <a:lnTo>
                    <a:pt x="1035" y="108"/>
                  </a:lnTo>
                  <a:lnTo>
                    <a:pt x="1036" y="107"/>
                  </a:lnTo>
                  <a:lnTo>
                    <a:pt x="1036" y="107"/>
                  </a:lnTo>
                  <a:lnTo>
                    <a:pt x="1036" y="105"/>
                  </a:lnTo>
                  <a:lnTo>
                    <a:pt x="1036" y="105"/>
                  </a:lnTo>
                  <a:lnTo>
                    <a:pt x="1035" y="103"/>
                  </a:lnTo>
                  <a:lnTo>
                    <a:pt x="1035" y="105"/>
                  </a:lnTo>
                  <a:lnTo>
                    <a:pt x="1035" y="105"/>
                  </a:lnTo>
                  <a:lnTo>
                    <a:pt x="1035" y="107"/>
                  </a:lnTo>
                  <a:lnTo>
                    <a:pt x="1033" y="107"/>
                  </a:lnTo>
                  <a:lnTo>
                    <a:pt x="1033" y="105"/>
                  </a:lnTo>
                  <a:lnTo>
                    <a:pt x="1031" y="105"/>
                  </a:lnTo>
                  <a:lnTo>
                    <a:pt x="1029" y="107"/>
                  </a:lnTo>
                  <a:lnTo>
                    <a:pt x="1031" y="108"/>
                  </a:lnTo>
                  <a:lnTo>
                    <a:pt x="1031" y="108"/>
                  </a:lnTo>
                  <a:close/>
                  <a:moveTo>
                    <a:pt x="1050" y="76"/>
                  </a:moveTo>
                  <a:lnTo>
                    <a:pt x="1052" y="76"/>
                  </a:lnTo>
                  <a:lnTo>
                    <a:pt x="1052" y="76"/>
                  </a:lnTo>
                  <a:lnTo>
                    <a:pt x="1052" y="76"/>
                  </a:lnTo>
                  <a:lnTo>
                    <a:pt x="1053" y="78"/>
                  </a:lnTo>
                  <a:lnTo>
                    <a:pt x="1053" y="79"/>
                  </a:lnTo>
                  <a:lnTo>
                    <a:pt x="1055" y="78"/>
                  </a:lnTo>
                  <a:lnTo>
                    <a:pt x="1055" y="78"/>
                  </a:lnTo>
                  <a:lnTo>
                    <a:pt x="1055" y="78"/>
                  </a:lnTo>
                  <a:lnTo>
                    <a:pt x="1055" y="76"/>
                  </a:lnTo>
                  <a:lnTo>
                    <a:pt x="1055" y="76"/>
                  </a:lnTo>
                  <a:lnTo>
                    <a:pt x="1055" y="76"/>
                  </a:lnTo>
                  <a:lnTo>
                    <a:pt x="1055" y="76"/>
                  </a:lnTo>
                  <a:lnTo>
                    <a:pt x="1057" y="76"/>
                  </a:lnTo>
                  <a:lnTo>
                    <a:pt x="1057" y="76"/>
                  </a:lnTo>
                  <a:lnTo>
                    <a:pt x="1058" y="74"/>
                  </a:lnTo>
                  <a:lnTo>
                    <a:pt x="1060" y="74"/>
                  </a:lnTo>
                  <a:lnTo>
                    <a:pt x="1058" y="73"/>
                  </a:lnTo>
                  <a:lnTo>
                    <a:pt x="1057" y="71"/>
                  </a:lnTo>
                  <a:lnTo>
                    <a:pt x="1057" y="69"/>
                  </a:lnTo>
                  <a:lnTo>
                    <a:pt x="1058" y="69"/>
                  </a:lnTo>
                  <a:lnTo>
                    <a:pt x="1058" y="68"/>
                  </a:lnTo>
                  <a:lnTo>
                    <a:pt x="1060" y="64"/>
                  </a:lnTo>
                  <a:lnTo>
                    <a:pt x="1060" y="64"/>
                  </a:lnTo>
                  <a:lnTo>
                    <a:pt x="1058" y="64"/>
                  </a:lnTo>
                  <a:lnTo>
                    <a:pt x="1058" y="64"/>
                  </a:lnTo>
                  <a:lnTo>
                    <a:pt x="1057" y="62"/>
                  </a:lnTo>
                  <a:lnTo>
                    <a:pt x="1057" y="62"/>
                  </a:lnTo>
                  <a:lnTo>
                    <a:pt x="1057" y="62"/>
                  </a:lnTo>
                  <a:lnTo>
                    <a:pt x="1057" y="61"/>
                  </a:lnTo>
                  <a:lnTo>
                    <a:pt x="1055" y="61"/>
                  </a:lnTo>
                  <a:lnTo>
                    <a:pt x="1055" y="61"/>
                  </a:lnTo>
                  <a:lnTo>
                    <a:pt x="1055" y="62"/>
                  </a:lnTo>
                  <a:lnTo>
                    <a:pt x="1053" y="64"/>
                  </a:lnTo>
                  <a:lnTo>
                    <a:pt x="1053" y="64"/>
                  </a:lnTo>
                  <a:lnTo>
                    <a:pt x="1052" y="66"/>
                  </a:lnTo>
                  <a:lnTo>
                    <a:pt x="1053" y="68"/>
                  </a:lnTo>
                  <a:lnTo>
                    <a:pt x="1053" y="68"/>
                  </a:lnTo>
                  <a:lnTo>
                    <a:pt x="1053" y="69"/>
                  </a:lnTo>
                  <a:lnTo>
                    <a:pt x="1053" y="71"/>
                  </a:lnTo>
                  <a:lnTo>
                    <a:pt x="1053" y="71"/>
                  </a:lnTo>
                  <a:lnTo>
                    <a:pt x="1052" y="69"/>
                  </a:lnTo>
                  <a:lnTo>
                    <a:pt x="1050" y="69"/>
                  </a:lnTo>
                  <a:lnTo>
                    <a:pt x="1050" y="71"/>
                  </a:lnTo>
                  <a:lnTo>
                    <a:pt x="1050" y="73"/>
                  </a:lnTo>
                  <a:lnTo>
                    <a:pt x="1050" y="76"/>
                  </a:lnTo>
                  <a:lnTo>
                    <a:pt x="1050" y="76"/>
                  </a:lnTo>
                  <a:lnTo>
                    <a:pt x="1050" y="76"/>
                  </a:lnTo>
                  <a:close/>
                  <a:moveTo>
                    <a:pt x="1332" y="105"/>
                  </a:moveTo>
                  <a:lnTo>
                    <a:pt x="1335" y="110"/>
                  </a:lnTo>
                  <a:lnTo>
                    <a:pt x="1338" y="113"/>
                  </a:lnTo>
                  <a:lnTo>
                    <a:pt x="1338" y="110"/>
                  </a:lnTo>
                  <a:lnTo>
                    <a:pt x="1338" y="108"/>
                  </a:lnTo>
                  <a:lnTo>
                    <a:pt x="1337" y="107"/>
                  </a:lnTo>
                  <a:lnTo>
                    <a:pt x="1337" y="105"/>
                  </a:lnTo>
                  <a:lnTo>
                    <a:pt x="1335" y="105"/>
                  </a:lnTo>
                  <a:lnTo>
                    <a:pt x="1333" y="100"/>
                  </a:lnTo>
                  <a:lnTo>
                    <a:pt x="1332" y="98"/>
                  </a:lnTo>
                  <a:lnTo>
                    <a:pt x="1330" y="98"/>
                  </a:lnTo>
                  <a:lnTo>
                    <a:pt x="1330" y="100"/>
                  </a:lnTo>
                  <a:lnTo>
                    <a:pt x="1330" y="103"/>
                  </a:lnTo>
                  <a:lnTo>
                    <a:pt x="1332" y="105"/>
                  </a:lnTo>
                  <a:close/>
                  <a:moveTo>
                    <a:pt x="997" y="142"/>
                  </a:moveTo>
                  <a:lnTo>
                    <a:pt x="999" y="142"/>
                  </a:lnTo>
                  <a:lnTo>
                    <a:pt x="1001" y="141"/>
                  </a:lnTo>
                  <a:lnTo>
                    <a:pt x="999" y="142"/>
                  </a:lnTo>
                  <a:lnTo>
                    <a:pt x="1001" y="142"/>
                  </a:lnTo>
                  <a:lnTo>
                    <a:pt x="1001" y="141"/>
                  </a:lnTo>
                  <a:lnTo>
                    <a:pt x="1002" y="141"/>
                  </a:lnTo>
                  <a:lnTo>
                    <a:pt x="1004" y="141"/>
                  </a:lnTo>
                  <a:lnTo>
                    <a:pt x="1006" y="142"/>
                  </a:lnTo>
                  <a:lnTo>
                    <a:pt x="1004" y="142"/>
                  </a:lnTo>
                  <a:lnTo>
                    <a:pt x="1004" y="142"/>
                  </a:lnTo>
                  <a:lnTo>
                    <a:pt x="1002" y="146"/>
                  </a:lnTo>
                  <a:lnTo>
                    <a:pt x="1001" y="144"/>
                  </a:lnTo>
                  <a:lnTo>
                    <a:pt x="1001" y="146"/>
                  </a:lnTo>
                  <a:lnTo>
                    <a:pt x="1001" y="146"/>
                  </a:lnTo>
                  <a:lnTo>
                    <a:pt x="1001" y="147"/>
                  </a:lnTo>
                  <a:lnTo>
                    <a:pt x="1002" y="147"/>
                  </a:lnTo>
                  <a:lnTo>
                    <a:pt x="1002" y="147"/>
                  </a:lnTo>
                  <a:lnTo>
                    <a:pt x="1011" y="144"/>
                  </a:lnTo>
                  <a:lnTo>
                    <a:pt x="1012" y="144"/>
                  </a:lnTo>
                  <a:lnTo>
                    <a:pt x="1009" y="142"/>
                  </a:lnTo>
                  <a:lnTo>
                    <a:pt x="1007" y="139"/>
                  </a:lnTo>
                  <a:lnTo>
                    <a:pt x="1006" y="137"/>
                  </a:lnTo>
                  <a:lnTo>
                    <a:pt x="1006" y="137"/>
                  </a:lnTo>
                  <a:lnTo>
                    <a:pt x="1006" y="135"/>
                  </a:lnTo>
                  <a:lnTo>
                    <a:pt x="1004" y="135"/>
                  </a:lnTo>
                  <a:lnTo>
                    <a:pt x="1004" y="135"/>
                  </a:lnTo>
                  <a:lnTo>
                    <a:pt x="1002" y="135"/>
                  </a:lnTo>
                  <a:lnTo>
                    <a:pt x="1004" y="132"/>
                  </a:lnTo>
                  <a:lnTo>
                    <a:pt x="1004" y="130"/>
                  </a:lnTo>
                  <a:lnTo>
                    <a:pt x="1004" y="130"/>
                  </a:lnTo>
                  <a:lnTo>
                    <a:pt x="999" y="134"/>
                  </a:lnTo>
                  <a:lnTo>
                    <a:pt x="999" y="134"/>
                  </a:lnTo>
                  <a:lnTo>
                    <a:pt x="1001" y="134"/>
                  </a:lnTo>
                  <a:lnTo>
                    <a:pt x="999" y="135"/>
                  </a:lnTo>
                  <a:lnTo>
                    <a:pt x="999" y="135"/>
                  </a:lnTo>
                  <a:lnTo>
                    <a:pt x="999" y="137"/>
                  </a:lnTo>
                  <a:lnTo>
                    <a:pt x="999" y="137"/>
                  </a:lnTo>
                  <a:lnTo>
                    <a:pt x="999" y="137"/>
                  </a:lnTo>
                  <a:lnTo>
                    <a:pt x="997" y="135"/>
                  </a:lnTo>
                  <a:lnTo>
                    <a:pt x="997" y="137"/>
                  </a:lnTo>
                  <a:lnTo>
                    <a:pt x="997" y="137"/>
                  </a:lnTo>
                  <a:lnTo>
                    <a:pt x="997" y="137"/>
                  </a:lnTo>
                  <a:lnTo>
                    <a:pt x="997" y="139"/>
                  </a:lnTo>
                  <a:lnTo>
                    <a:pt x="995" y="139"/>
                  </a:lnTo>
                  <a:lnTo>
                    <a:pt x="995" y="141"/>
                  </a:lnTo>
                  <a:lnTo>
                    <a:pt x="997" y="141"/>
                  </a:lnTo>
                  <a:lnTo>
                    <a:pt x="997" y="142"/>
                  </a:lnTo>
                  <a:close/>
                  <a:moveTo>
                    <a:pt x="1386" y="98"/>
                  </a:moveTo>
                  <a:lnTo>
                    <a:pt x="1384" y="98"/>
                  </a:lnTo>
                  <a:lnTo>
                    <a:pt x="1381" y="96"/>
                  </a:lnTo>
                  <a:lnTo>
                    <a:pt x="1379" y="95"/>
                  </a:lnTo>
                  <a:lnTo>
                    <a:pt x="1372" y="95"/>
                  </a:lnTo>
                  <a:lnTo>
                    <a:pt x="1371" y="95"/>
                  </a:lnTo>
                  <a:lnTo>
                    <a:pt x="1367" y="95"/>
                  </a:lnTo>
                  <a:lnTo>
                    <a:pt x="1366" y="93"/>
                  </a:lnTo>
                  <a:lnTo>
                    <a:pt x="1364" y="95"/>
                  </a:lnTo>
                  <a:lnTo>
                    <a:pt x="1362" y="91"/>
                  </a:lnTo>
                  <a:lnTo>
                    <a:pt x="1359" y="91"/>
                  </a:lnTo>
                  <a:lnTo>
                    <a:pt x="1350" y="90"/>
                  </a:lnTo>
                  <a:lnTo>
                    <a:pt x="1349" y="88"/>
                  </a:lnTo>
                  <a:lnTo>
                    <a:pt x="1345" y="88"/>
                  </a:lnTo>
                  <a:lnTo>
                    <a:pt x="1344" y="88"/>
                  </a:lnTo>
                  <a:lnTo>
                    <a:pt x="1344" y="90"/>
                  </a:lnTo>
                  <a:lnTo>
                    <a:pt x="1342" y="90"/>
                  </a:lnTo>
                  <a:lnTo>
                    <a:pt x="1338" y="91"/>
                  </a:lnTo>
                  <a:lnTo>
                    <a:pt x="1333" y="91"/>
                  </a:lnTo>
                  <a:lnTo>
                    <a:pt x="1333" y="93"/>
                  </a:lnTo>
                  <a:lnTo>
                    <a:pt x="1335" y="95"/>
                  </a:lnTo>
                  <a:lnTo>
                    <a:pt x="1335" y="95"/>
                  </a:lnTo>
                  <a:lnTo>
                    <a:pt x="1337" y="95"/>
                  </a:lnTo>
                  <a:lnTo>
                    <a:pt x="1337" y="95"/>
                  </a:lnTo>
                  <a:lnTo>
                    <a:pt x="1338" y="96"/>
                  </a:lnTo>
                  <a:lnTo>
                    <a:pt x="1338" y="96"/>
                  </a:lnTo>
                  <a:lnTo>
                    <a:pt x="1337" y="96"/>
                  </a:lnTo>
                  <a:lnTo>
                    <a:pt x="1337" y="96"/>
                  </a:lnTo>
                  <a:lnTo>
                    <a:pt x="1337" y="98"/>
                  </a:lnTo>
                  <a:lnTo>
                    <a:pt x="1335" y="98"/>
                  </a:lnTo>
                  <a:lnTo>
                    <a:pt x="1335" y="98"/>
                  </a:lnTo>
                  <a:lnTo>
                    <a:pt x="1335" y="100"/>
                  </a:lnTo>
                  <a:lnTo>
                    <a:pt x="1335" y="100"/>
                  </a:lnTo>
                  <a:lnTo>
                    <a:pt x="1337" y="101"/>
                  </a:lnTo>
                  <a:lnTo>
                    <a:pt x="1337" y="103"/>
                  </a:lnTo>
                  <a:lnTo>
                    <a:pt x="1338" y="108"/>
                  </a:lnTo>
                  <a:lnTo>
                    <a:pt x="1338" y="108"/>
                  </a:lnTo>
                  <a:lnTo>
                    <a:pt x="1340" y="108"/>
                  </a:lnTo>
                  <a:lnTo>
                    <a:pt x="1340" y="110"/>
                  </a:lnTo>
                  <a:lnTo>
                    <a:pt x="1340" y="110"/>
                  </a:lnTo>
                  <a:lnTo>
                    <a:pt x="1340" y="112"/>
                  </a:lnTo>
                  <a:lnTo>
                    <a:pt x="1340" y="112"/>
                  </a:lnTo>
                  <a:lnTo>
                    <a:pt x="1338" y="113"/>
                  </a:lnTo>
                  <a:lnTo>
                    <a:pt x="1338" y="113"/>
                  </a:lnTo>
                  <a:lnTo>
                    <a:pt x="1337" y="113"/>
                  </a:lnTo>
                  <a:lnTo>
                    <a:pt x="1335" y="112"/>
                  </a:lnTo>
                  <a:lnTo>
                    <a:pt x="1332" y="108"/>
                  </a:lnTo>
                  <a:lnTo>
                    <a:pt x="1332" y="108"/>
                  </a:lnTo>
                  <a:lnTo>
                    <a:pt x="1332" y="110"/>
                  </a:lnTo>
                  <a:lnTo>
                    <a:pt x="1332" y="113"/>
                  </a:lnTo>
                  <a:lnTo>
                    <a:pt x="1330" y="112"/>
                  </a:lnTo>
                  <a:lnTo>
                    <a:pt x="1330" y="112"/>
                  </a:lnTo>
                  <a:lnTo>
                    <a:pt x="1328" y="103"/>
                  </a:lnTo>
                  <a:lnTo>
                    <a:pt x="1328" y="101"/>
                  </a:lnTo>
                  <a:lnTo>
                    <a:pt x="1327" y="101"/>
                  </a:lnTo>
                  <a:lnTo>
                    <a:pt x="1325" y="103"/>
                  </a:lnTo>
                  <a:lnTo>
                    <a:pt x="1325" y="105"/>
                  </a:lnTo>
                  <a:lnTo>
                    <a:pt x="1325" y="105"/>
                  </a:lnTo>
                  <a:lnTo>
                    <a:pt x="1325" y="105"/>
                  </a:lnTo>
                  <a:lnTo>
                    <a:pt x="1325" y="107"/>
                  </a:lnTo>
                  <a:lnTo>
                    <a:pt x="1325" y="107"/>
                  </a:lnTo>
                  <a:lnTo>
                    <a:pt x="1323" y="107"/>
                  </a:lnTo>
                  <a:lnTo>
                    <a:pt x="1323" y="107"/>
                  </a:lnTo>
                  <a:lnTo>
                    <a:pt x="1318" y="112"/>
                  </a:lnTo>
                  <a:lnTo>
                    <a:pt x="1316" y="113"/>
                  </a:lnTo>
                  <a:lnTo>
                    <a:pt x="1318" y="118"/>
                  </a:lnTo>
                  <a:lnTo>
                    <a:pt x="1318" y="118"/>
                  </a:lnTo>
                  <a:lnTo>
                    <a:pt x="1318" y="118"/>
                  </a:lnTo>
                  <a:lnTo>
                    <a:pt x="1318" y="120"/>
                  </a:lnTo>
                  <a:lnTo>
                    <a:pt x="1320" y="124"/>
                  </a:lnTo>
                  <a:lnTo>
                    <a:pt x="1320" y="124"/>
                  </a:lnTo>
                  <a:lnTo>
                    <a:pt x="1318" y="125"/>
                  </a:lnTo>
                  <a:lnTo>
                    <a:pt x="1320" y="127"/>
                  </a:lnTo>
                  <a:lnTo>
                    <a:pt x="1320" y="129"/>
                  </a:lnTo>
                  <a:lnTo>
                    <a:pt x="1321" y="130"/>
                  </a:lnTo>
                  <a:lnTo>
                    <a:pt x="1325" y="132"/>
                  </a:lnTo>
                  <a:lnTo>
                    <a:pt x="1325" y="134"/>
                  </a:lnTo>
                  <a:lnTo>
                    <a:pt x="1325" y="137"/>
                  </a:lnTo>
                  <a:lnTo>
                    <a:pt x="1325" y="144"/>
                  </a:lnTo>
                  <a:lnTo>
                    <a:pt x="1325" y="144"/>
                  </a:lnTo>
                  <a:lnTo>
                    <a:pt x="1325" y="142"/>
                  </a:lnTo>
                  <a:lnTo>
                    <a:pt x="1321" y="135"/>
                  </a:lnTo>
                  <a:lnTo>
                    <a:pt x="1321" y="134"/>
                  </a:lnTo>
                  <a:lnTo>
                    <a:pt x="1320" y="132"/>
                  </a:lnTo>
                  <a:lnTo>
                    <a:pt x="1320" y="132"/>
                  </a:lnTo>
                  <a:lnTo>
                    <a:pt x="1315" y="127"/>
                  </a:lnTo>
                  <a:lnTo>
                    <a:pt x="1313" y="127"/>
                  </a:lnTo>
                  <a:lnTo>
                    <a:pt x="1311" y="125"/>
                  </a:lnTo>
                  <a:lnTo>
                    <a:pt x="1311" y="125"/>
                  </a:lnTo>
                  <a:lnTo>
                    <a:pt x="1310" y="125"/>
                  </a:lnTo>
                  <a:lnTo>
                    <a:pt x="1310" y="127"/>
                  </a:lnTo>
                  <a:lnTo>
                    <a:pt x="1310" y="127"/>
                  </a:lnTo>
                  <a:lnTo>
                    <a:pt x="1310" y="129"/>
                  </a:lnTo>
                  <a:lnTo>
                    <a:pt x="1310" y="129"/>
                  </a:lnTo>
                  <a:lnTo>
                    <a:pt x="1310" y="134"/>
                  </a:lnTo>
                  <a:lnTo>
                    <a:pt x="1310" y="139"/>
                  </a:lnTo>
                  <a:lnTo>
                    <a:pt x="1310" y="142"/>
                  </a:lnTo>
                  <a:lnTo>
                    <a:pt x="1310" y="146"/>
                  </a:lnTo>
                  <a:lnTo>
                    <a:pt x="1308" y="149"/>
                  </a:lnTo>
                  <a:lnTo>
                    <a:pt x="1306" y="149"/>
                  </a:lnTo>
                  <a:lnTo>
                    <a:pt x="1305" y="151"/>
                  </a:lnTo>
                  <a:lnTo>
                    <a:pt x="1303" y="152"/>
                  </a:lnTo>
                  <a:lnTo>
                    <a:pt x="1301" y="151"/>
                  </a:lnTo>
                  <a:lnTo>
                    <a:pt x="1301" y="151"/>
                  </a:lnTo>
                  <a:lnTo>
                    <a:pt x="1305" y="147"/>
                  </a:lnTo>
                  <a:lnTo>
                    <a:pt x="1306" y="144"/>
                  </a:lnTo>
                  <a:lnTo>
                    <a:pt x="1306" y="141"/>
                  </a:lnTo>
                  <a:lnTo>
                    <a:pt x="1305" y="134"/>
                  </a:lnTo>
                  <a:lnTo>
                    <a:pt x="1305" y="134"/>
                  </a:lnTo>
                  <a:lnTo>
                    <a:pt x="1306" y="134"/>
                  </a:lnTo>
                  <a:lnTo>
                    <a:pt x="1306" y="134"/>
                  </a:lnTo>
                  <a:lnTo>
                    <a:pt x="1308" y="124"/>
                  </a:lnTo>
                  <a:lnTo>
                    <a:pt x="1308" y="124"/>
                  </a:lnTo>
                  <a:lnTo>
                    <a:pt x="1306" y="122"/>
                  </a:lnTo>
                  <a:lnTo>
                    <a:pt x="1306" y="120"/>
                  </a:lnTo>
                  <a:lnTo>
                    <a:pt x="1306" y="118"/>
                  </a:lnTo>
                  <a:lnTo>
                    <a:pt x="1306" y="117"/>
                  </a:lnTo>
                  <a:lnTo>
                    <a:pt x="1308" y="115"/>
                  </a:lnTo>
                  <a:lnTo>
                    <a:pt x="1308" y="113"/>
                  </a:lnTo>
                  <a:lnTo>
                    <a:pt x="1308" y="112"/>
                  </a:lnTo>
                  <a:lnTo>
                    <a:pt x="1308" y="110"/>
                  </a:lnTo>
                  <a:lnTo>
                    <a:pt x="1308" y="108"/>
                  </a:lnTo>
                  <a:lnTo>
                    <a:pt x="1310" y="107"/>
                  </a:lnTo>
                  <a:lnTo>
                    <a:pt x="1310" y="107"/>
                  </a:lnTo>
                  <a:lnTo>
                    <a:pt x="1311" y="100"/>
                  </a:lnTo>
                  <a:lnTo>
                    <a:pt x="1311" y="98"/>
                  </a:lnTo>
                  <a:lnTo>
                    <a:pt x="1310" y="96"/>
                  </a:lnTo>
                  <a:lnTo>
                    <a:pt x="1311" y="95"/>
                  </a:lnTo>
                  <a:lnTo>
                    <a:pt x="1313" y="95"/>
                  </a:lnTo>
                  <a:lnTo>
                    <a:pt x="1315" y="95"/>
                  </a:lnTo>
                  <a:lnTo>
                    <a:pt x="1316" y="95"/>
                  </a:lnTo>
                  <a:lnTo>
                    <a:pt x="1316" y="95"/>
                  </a:lnTo>
                  <a:lnTo>
                    <a:pt x="1316" y="95"/>
                  </a:lnTo>
                  <a:lnTo>
                    <a:pt x="1316" y="93"/>
                  </a:lnTo>
                  <a:lnTo>
                    <a:pt x="1316" y="90"/>
                  </a:lnTo>
                  <a:lnTo>
                    <a:pt x="1316" y="88"/>
                  </a:lnTo>
                  <a:lnTo>
                    <a:pt x="1316" y="86"/>
                  </a:lnTo>
                  <a:lnTo>
                    <a:pt x="1316" y="86"/>
                  </a:lnTo>
                  <a:lnTo>
                    <a:pt x="1318" y="86"/>
                  </a:lnTo>
                  <a:lnTo>
                    <a:pt x="1320" y="88"/>
                  </a:lnTo>
                  <a:lnTo>
                    <a:pt x="1320" y="86"/>
                  </a:lnTo>
                  <a:lnTo>
                    <a:pt x="1320" y="86"/>
                  </a:lnTo>
                  <a:lnTo>
                    <a:pt x="1320" y="85"/>
                  </a:lnTo>
                  <a:lnTo>
                    <a:pt x="1320" y="85"/>
                  </a:lnTo>
                  <a:lnTo>
                    <a:pt x="1320" y="83"/>
                  </a:lnTo>
                  <a:lnTo>
                    <a:pt x="1318" y="83"/>
                  </a:lnTo>
                  <a:lnTo>
                    <a:pt x="1318" y="83"/>
                  </a:lnTo>
                  <a:lnTo>
                    <a:pt x="1316" y="83"/>
                  </a:lnTo>
                  <a:lnTo>
                    <a:pt x="1315" y="83"/>
                  </a:lnTo>
                  <a:lnTo>
                    <a:pt x="1315" y="83"/>
                  </a:lnTo>
                  <a:lnTo>
                    <a:pt x="1310" y="79"/>
                  </a:lnTo>
                  <a:lnTo>
                    <a:pt x="1310" y="78"/>
                  </a:lnTo>
                  <a:lnTo>
                    <a:pt x="1308" y="78"/>
                  </a:lnTo>
                  <a:lnTo>
                    <a:pt x="1308" y="78"/>
                  </a:lnTo>
                  <a:lnTo>
                    <a:pt x="1306" y="78"/>
                  </a:lnTo>
                  <a:lnTo>
                    <a:pt x="1305" y="76"/>
                  </a:lnTo>
                  <a:lnTo>
                    <a:pt x="1305" y="74"/>
                  </a:lnTo>
                  <a:lnTo>
                    <a:pt x="1305" y="74"/>
                  </a:lnTo>
                  <a:lnTo>
                    <a:pt x="1305" y="74"/>
                  </a:lnTo>
                  <a:lnTo>
                    <a:pt x="1301" y="73"/>
                  </a:lnTo>
                  <a:lnTo>
                    <a:pt x="1301" y="71"/>
                  </a:lnTo>
                  <a:lnTo>
                    <a:pt x="1299" y="71"/>
                  </a:lnTo>
                  <a:lnTo>
                    <a:pt x="1299" y="73"/>
                  </a:lnTo>
                  <a:lnTo>
                    <a:pt x="1298" y="73"/>
                  </a:lnTo>
                  <a:lnTo>
                    <a:pt x="1296" y="73"/>
                  </a:lnTo>
                  <a:lnTo>
                    <a:pt x="1296" y="73"/>
                  </a:lnTo>
                  <a:lnTo>
                    <a:pt x="1296" y="73"/>
                  </a:lnTo>
                  <a:lnTo>
                    <a:pt x="1294" y="71"/>
                  </a:lnTo>
                  <a:lnTo>
                    <a:pt x="1294" y="69"/>
                  </a:lnTo>
                  <a:lnTo>
                    <a:pt x="1296" y="69"/>
                  </a:lnTo>
                  <a:lnTo>
                    <a:pt x="1296" y="69"/>
                  </a:lnTo>
                  <a:lnTo>
                    <a:pt x="1294" y="68"/>
                  </a:lnTo>
                  <a:lnTo>
                    <a:pt x="1293" y="66"/>
                  </a:lnTo>
                  <a:lnTo>
                    <a:pt x="1291" y="64"/>
                  </a:lnTo>
                  <a:lnTo>
                    <a:pt x="1289" y="64"/>
                  </a:lnTo>
                  <a:lnTo>
                    <a:pt x="1288" y="64"/>
                  </a:lnTo>
                  <a:lnTo>
                    <a:pt x="1288" y="62"/>
                  </a:lnTo>
                  <a:lnTo>
                    <a:pt x="1289" y="61"/>
                  </a:lnTo>
                  <a:lnTo>
                    <a:pt x="1289" y="59"/>
                  </a:lnTo>
                  <a:lnTo>
                    <a:pt x="1288" y="59"/>
                  </a:lnTo>
                  <a:lnTo>
                    <a:pt x="1288" y="59"/>
                  </a:lnTo>
                  <a:lnTo>
                    <a:pt x="1288" y="59"/>
                  </a:lnTo>
                  <a:lnTo>
                    <a:pt x="1288" y="61"/>
                  </a:lnTo>
                  <a:lnTo>
                    <a:pt x="1286" y="61"/>
                  </a:lnTo>
                  <a:lnTo>
                    <a:pt x="1286" y="61"/>
                  </a:lnTo>
                  <a:lnTo>
                    <a:pt x="1286" y="61"/>
                  </a:lnTo>
                  <a:lnTo>
                    <a:pt x="1284" y="59"/>
                  </a:lnTo>
                  <a:lnTo>
                    <a:pt x="1286" y="57"/>
                  </a:lnTo>
                  <a:lnTo>
                    <a:pt x="1284" y="56"/>
                  </a:lnTo>
                  <a:lnTo>
                    <a:pt x="1284" y="56"/>
                  </a:lnTo>
                  <a:lnTo>
                    <a:pt x="1282" y="56"/>
                  </a:lnTo>
                  <a:lnTo>
                    <a:pt x="1282" y="54"/>
                  </a:lnTo>
                  <a:lnTo>
                    <a:pt x="1279" y="49"/>
                  </a:lnTo>
                  <a:lnTo>
                    <a:pt x="1279" y="47"/>
                  </a:lnTo>
                  <a:lnTo>
                    <a:pt x="1274" y="44"/>
                  </a:lnTo>
                  <a:lnTo>
                    <a:pt x="1272" y="42"/>
                  </a:lnTo>
                  <a:lnTo>
                    <a:pt x="1272" y="40"/>
                  </a:lnTo>
                  <a:lnTo>
                    <a:pt x="1271" y="39"/>
                  </a:lnTo>
                  <a:lnTo>
                    <a:pt x="1267" y="35"/>
                  </a:lnTo>
                  <a:lnTo>
                    <a:pt x="1267" y="35"/>
                  </a:lnTo>
                  <a:lnTo>
                    <a:pt x="1267" y="35"/>
                  </a:lnTo>
                  <a:lnTo>
                    <a:pt x="1265" y="35"/>
                  </a:lnTo>
                  <a:lnTo>
                    <a:pt x="1265" y="35"/>
                  </a:lnTo>
                  <a:lnTo>
                    <a:pt x="1265" y="35"/>
                  </a:lnTo>
                  <a:lnTo>
                    <a:pt x="1264" y="34"/>
                  </a:lnTo>
                  <a:lnTo>
                    <a:pt x="1260" y="32"/>
                  </a:lnTo>
                  <a:lnTo>
                    <a:pt x="1260" y="32"/>
                  </a:lnTo>
                  <a:lnTo>
                    <a:pt x="1259" y="30"/>
                  </a:lnTo>
                  <a:lnTo>
                    <a:pt x="1257" y="28"/>
                  </a:lnTo>
                  <a:lnTo>
                    <a:pt x="1257" y="28"/>
                  </a:lnTo>
                  <a:lnTo>
                    <a:pt x="1255" y="30"/>
                  </a:lnTo>
                  <a:lnTo>
                    <a:pt x="1255" y="28"/>
                  </a:lnTo>
                  <a:lnTo>
                    <a:pt x="1254" y="28"/>
                  </a:lnTo>
                  <a:lnTo>
                    <a:pt x="1252" y="27"/>
                  </a:lnTo>
                  <a:lnTo>
                    <a:pt x="1254" y="25"/>
                  </a:lnTo>
                  <a:lnTo>
                    <a:pt x="1254" y="23"/>
                  </a:lnTo>
                  <a:lnTo>
                    <a:pt x="1252" y="22"/>
                  </a:lnTo>
                  <a:lnTo>
                    <a:pt x="1252" y="20"/>
                  </a:lnTo>
                  <a:lnTo>
                    <a:pt x="1252" y="18"/>
                  </a:lnTo>
                  <a:lnTo>
                    <a:pt x="1250" y="18"/>
                  </a:lnTo>
                  <a:lnTo>
                    <a:pt x="1248" y="20"/>
                  </a:lnTo>
                  <a:lnTo>
                    <a:pt x="1248" y="20"/>
                  </a:lnTo>
                  <a:lnTo>
                    <a:pt x="1248" y="20"/>
                  </a:lnTo>
                  <a:lnTo>
                    <a:pt x="1248" y="18"/>
                  </a:lnTo>
                  <a:lnTo>
                    <a:pt x="1247" y="18"/>
                  </a:lnTo>
                  <a:lnTo>
                    <a:pt x="1247" y="18"/>
                  </a:lnTo>
                  <a:lnTo>
                    <a:pt x="1245" y="18"/>
                  </a:lnTo>
                  <a:lnTo>
                    <a:pt x="1245" y="17"/>
                  </a:lnTo>
                  <a:lnTo>
                    <a:pt x="1245" y="17"/>
                  </a:lnTo>
                  <a:lnTo>
                    <a:pt x="1243" y="15"/>
                  </a:lnTo>
                  <a:lnTo>
                    <a:pt x="1242" y="15"/>
                  </a:lnTo>
                  <a:lnTo>
                    <a:pt x="1242" y="17"/>
                  </a:lnTo>
                  <a:lnTo>
                    <a:pt x="1243" y="18"/>
                  </a:lnTo>
                  <a:lnTo>
                    <a:pt x="1243" y="20"/>
                  </a:lnTo>
                  <a:lnTo>
                    <a:pt x="1240" y="18"/>
                  </a:lnTo>
                  <a:lnTo>
                    <a:pt x="1238" y="18"/>
                  </a:lnTo>
                  <a:lnTo>
                    <a:pt x="1235" y="15"/>
                  </a:lnTo>
                  <a:lnTo>
                    <a:pt x="1235" y="13"/>
                  </a:lnTo>
                  <a:lnTo>
                    <a:pt x="1233" y="15"/>
                  </a:lnTo>
                  <a:lnTo>
                    <a:pt x="1233" y="18"/>
                  </a:lnTo>
                  <a:lnTo>
                    <a:pt x="1231" y="18"/>
                  </a:lnTo>
                  <a:lnTo>
                    <a:pt x="1231" y="18"/>
                  </a:lnTo>
                  <a:lnTo>
                    <a:pt x="1230" y="18"/>
                  </a:lnTo>
                  <a:lnTo>
                    <a:pt x="1230" y="17"/>
                  </a:lnTo>
                  <a:lnTo>
                    <a:pt x="1230" y="15"/>
                  </a:lnTo>
                  <a:lnTo>
                    <a:pt x="1230" y="13"/>
                  </a:lnTo>
                  <a:lnTo>
                    <a:pt x="1228" y="13"/>
                  </a:lnTo>
                  <a:lnTo>
                    <a:pt x="1228" y="13"/>
                  </a:lnTo>
                  <a:lnTo>
                    <a:pt x="1228" y="15"/>
                  </a:lnTo>
                  <a:lnTo>
                    <a:pt x="1228" y="15"/>
                  </a:lnTo>
                  <a:lnTo>
                    <a:pt x="1228" y="17"/>
                  </a:lnTo>
                  <a:lnTo>
                    <a:pt x="1228" y="17"/>
                  </a:lnTo>
                  <a:lnTo>
                    <a:pt x="1226" y="20"/>
                  </a:lnTo>
                  <a:lnTo>
                    <a:pt x="1225" y="20"/>
                  </a:lnTo>
                  <a:lnTo>
                    <a:pt x="1223" y="18"/>
                  </a:lnTo>
                  <a:lnTo>
                    <a:pt x="1223" y="17"/>
                  </a:lnTo>
                  <a:lnTo>
                    <a:pt x="1221" y="15"/>
                  </a:lnTo>
                  <a:lnTo>
                    <a:pt x="1221" y="13"/>
                  </a:lnTo>
                  <a:lnTo>
                    <a:pt x="1220" y="13"/>
                  </a:lnTo>
                  <a:lnTo>
                    <a:pt x="1220" y="11"/>
                  </a:lnTo>
                  <a:lnTo>
                    <a:pt x="1220" y="10"/>
                  </a:lnTo>
                  <a:lnTo>
                    <a:pt x="1220" y="8"/>
                  </a:lnTo>
                  <a:lnTo>
                    <a:pt x="1218" y="10"/>
                  </a:lnTo>
                  <a:lnTo>
                    <a:pt x="1220" y="8"/>
                  </a:lnTo>
                  <a:lnTo>
                    <a:pt x="1218" y="6"/>
                  </a:lnTo>
                  <a:lnTo>
                    <a:pt x="1218" y="8"/>
                  </a:lnTo>
                  <a:lnTo>
                    <a:pt x="1216" y="8"/>
                  </a:lnTo>
                  <a:lnTo>
                    <a:pt x="1216" y="5"/>
                  </a:lnTo>
                  <a:lnTo>
                    <a:pt x="1216" y="5"/>
                  </a:lnTo>
                  <a:lnTo>
                    <a:pt x="1215" y="3"/>
                  </a:lnTo>
                  <a:lnTo>
                    <a:pt x="1213" y="3"/>
                  </a:lnTo>
                  <a:lnTo>
                    <a:pt x="1213" y="1"/>
                  </a:lnTo>
                  <a:lnTo>
                    <a:pt x="1209" y="0"/>
                  </a:lnTo>
                  <a:lnTo>
                    <a:pt x="1208" y="0"/>
                  </a:lnTo>
                  <a:lnTo>
                    <a:pt x="1206" y="0"/>
                  </a:lnTo>
                  <a:lnTo>
                    <a:pt x="1206" y="1"/>
                  </a:lnTo>
                  <a:lnTo>
                    <a:pt x="1206" y="1"/>
                  </a:lnTo>
                  <a:lnTo>
                    <a:pt x="1208" y="3"/>
                  </a:lnTo>
                  <a:lnTo>
                    <a:pt x="1206" y="3"/>
                  </a:lnTo>
                  <a:lnTo>
                    <a:pt x="1206" y="1"/>
                  </a:lnTo>
                  <a:lnTo>
                    <a:pt x="1204" y="1"/>
                  </a:lnTo>
                  <a:lnTo>
                    <a:pt x="1203" y="1"/>
                  </a:lnTo>
                  <a:lnTo>
                    <a:pt x="1201" y="1"/>
                  </a:lnTo>
                  <a:lnTo>
                    <a:pt x="1201" y="3"/>
                  </a:lnTo>
                  <a:lnTo>
                    <a:pt x="1203" y="5"/>
                  </a:lnTo>
                  <a:lnTo>
                    <a:pt x="1203" y="5"/>
                  </a:lnTo>
                  <a:lnTo>
                    <a:pt x="1203" y="6"/>
                  </a:lnTo>
                  <a:lnTo>
                    <a:pt x="1203" y="6"/>
                  </a:lnTo>
                  <a:lnTo>
                    <a:pt x="1201" y="6"/>
                  </a:lnTo>
                  <a:lnTo>
                    <a:pt x="1201" y="6"/>
                  </a:lnTo>
                  <a:lnTo>
                    <a:pt x="1201" y="8"/>
                  </a:lnTo>
                  <a:lnTo>
                    <a:pt x="1199" y="8"/>
                  </a:lnTo>
                  <a:lnTo>
                    <a:pt x="1199" y="6"/>
                  </a:lnTo>
                  <a:lnTo>
                    <a:pt x="1199" y="5"/>
                  </a:lnTo>
                  <a:lnTo>
                    <a:pt x="1199" y="3"/>
                  </a:lnTo>
                  <a:lnTo>
                    <a:pt x="1198" y="3"/>
                  </a:lnTo>
                  <a:lnTo>
                    <a:pt x="1198" y="3"/>
                  </a:lnTo>
                  <a:lnTo>
                    <a:pt x="1198" y="5"/>
                  </a:lnTo>
                  <a:lnTo>
                    <a:pt x="1196" y="5"/>
                  </a:lnTo>
                  <a:lnTo>
                    <a:pt x="1194" y="5"/>
                  </a:lnTo>
                  <a:lnTo>
                    <a:pt x="1192" y="5"/>
                  </a:lnTo>
                  <a:lnTo>
                    <a:pt x="1192" y="6"/>
                  </a:lnTo>
                  <a:lnTo>
                    <a:pt x="1194" y="10"/>
                  </a:lnTo>
                  <a:lnTo>
                    <a:pt x="1194" y="10"/>
                  </a:lnTo>
                  <a:lnTo>
                    <a:pt x="1196" y="13"/>
                  </a:lnTo>
                  <a:lnTo>
                    <a:pt x="1196" y="13"/>
                  </a:lnTo>
                  <a:lnTo>
                    <a:pt x="1196" y="15"/>
                  </a:lnTo>
                  <a:lnTo>
                    <a:pt x="1198" y="15"/>
                  </a:lnTo>
                  <a:lnTo>
                    <a:pt x="1198" y="17"/>
                  </a:lnTo>
                  <a:lnTo>
                    <a:pt x="1199" y="17"/>
                  </a:lnTo>
                  <a:lnTo>
                    <a:pt x="1199" y="17"/>
                  </a:lnTo>
                  <a:lnTo>
                    <a:pt x="1201" y="17"/>
                  </a:lnTo>
                  <a:lnTo>
                    <a:pt x="1201" y="18"/>
                  </a:lnTo>
                  <a:lnTo>
                    <a:pt x="1201" y="18"/>
                  </a:lnTo>
                  <a:lnTo>
                    <a:pt x="1199" y="18"/>
                  </a:lnTo>
                  <a:lnTo>
                    <a:pt x="1198" y="18"/>
                  </a:lnTo>
                  <a:lnTo>
                    <a:pt x="1198" y="18"/>
                  </a:lnTo>
                  <a:lnTo>
                    <a:pt x="1198" y="20"/>
                  </a:lnTo>
                  <a:lnTo>
                    <a:pt x="1199" y="20"/>
                  </a:lnTo>
                  <a:lnTo>
                    <a:pt x="1201" y="20"/>
                  </a:lnTo>
                  <a:lnTo>
                    <a:pt x="1199" y="22"/>
                  </a:lnTo>
                  <a:lnTo>
                    <a:pt x="1198" y="22"/>
                  </a:lnTo>
                  <a:lnTo>
                    <a:pt x="1196" y="20"/>
                  </a:lnTo>
                  <a:lnTo>
                    <a:pt x="1196" y="20"/>
                  </a:lnTo>
                  <a:lnTo>
                    <a:pt x="1194" y="22"/>
                  </a:lnTo>
                  <a:lnTo>
                    <a:pt x="1194" y="20"/>
                  </a:lnTo>
                  <a:lnTo>
                    <a:pt x="1192" y="22"/>
                  </a:lnTo>
                  <a:lnTo>
                    <a:pt x="1192" y="22"/>
                  </a:lnTo>
                  <a:lnTo>
                    <a:pt x="1191" y="22"/>
                  </a:lnTo>
                  <a:lnTo>
                    <a:pt x="1189" y="22"/>
                  </a:lnTo>
                  <a:lnTo>
                    <a:pt x="1189" y="22"/>
                  </a:lnTo>
                  <a:lnTo>
                    <a:pt x="1189" y="23"/>
                  </a:lnTo>
                  <a:lnTo>
                    <a:pt x="1189" y="23"/>
                  </a:lnTo>
                  <a:lnTo>
                    <a:pt x="1189" y="25"/>
                  </a:lnTo>
                  <a:lnTo>
                    <a:pt x="1191" y="25"/>
                  </a:lnTo>
                  <a:lnTo>
                    <a:pt x="1191" y="25"/>
                  </a:lnTo>
                  <a:lnTo>
                    <a:pt x="1191" y="25"/>
                  </a:lnTo>
                  <a:lnTo>
                    <a:pt x="1192" y="23"/>
                  </a:lnTo>
                  <a:lnTo>
                    <a:pt x="1192" y="23"/>
                  </a:lnTo>
                  <a:lnTo>
                    <a:pt x="1192" y="25"/>
                  </a:lnTo>
                  <a:lnTo>
                    <a:pt x="1191" y="27"/>
                  </a:lnTo>
                  <a:lnTo>
                    <a:pt x="1191" y="28"/>
                  </a:lnTo>
                  <a:lnTo>
                    <a:pt x="1191" y="30"/>
                  </a:lnTo>
                  <a:lnTo>
                    <a:pt x="1191" y="30"/>
                  </a:lnTo>
                  <a:lnTo>
                    <a:pt x="1189" y="34"/>
                  </a:lnTo>
                  <a:lnTo>
                    <a:pt x="1187" y="34"/>
                  </a:lnTo>
                  <a:lnTo>
                    <a:pt x="1187" y="34"/>
                  </a:lnTo>
                  <a:lnTo>
                    <a:pt x="1187" y="32"/>
                  </a:lnTo>
                  <a:lnTo>
                    <a:pt x="1186" y="30"/>
                  </a:lnTo>
                  <a:lnTo>
                    <a:pt x="1186" y="30"/>
                  </a:lnTo>
                  <a:lnTo>
                    <a:pt x="1184" y="28"/>
                  </a:lnTo>
                  <a:lnTo>
                    <a:pt x="1184" y="28"/>
                  </a:lnTo>
                  <a:lnTo>
                    <a:pt x="1184" y="30"/>
                  </a:lnTo>
                  <a:lnTo>
                    <a:pt x="1184" y="30"/>
                  </a:lnTo>
                  <a:lnTo>
                    <a:pt x="1184" y="32"/>
                  </a:lnTo>
                  <a:lnTo>
                    <a:pt x="1184" y="32"/>
                  </a:lnTo>
                  <a:lnTo>
                    <a:pt x="1184" y="34"/>
                  </a:lnTo>
                  <a:lnTo>
                    <a:pt x="1184" y="34"/>
                  </a:lnTo>
                  <a:lnTo>
                    <a:pt x="1184" y="35"/>
                  </a:lnTo>
                  <a:lnTo>
                    <a:pt x="1184" y="35"/>
                  </a:lnTo>
                  <a:lnTo>
                    <a:pt x="1184" y="37"/>
                  </a:lnTo>
                  <a:lnTo>
                    <a:pt x="1182" y="37"/>
                  </a:lnTo>
                  <a:lnTo>
                    <a:pt x="1181" y="37"/>
                  </a:lnTo>
                  <a:lnTo>
                    <a:pt x="1181" y="39"/>
                  </a:lnTo>
                  <a:lnTo>
                    <a:pt x="1181" y="39"/>
                  </a:lnTo>
                  <a:lnTo>
                    <a:pt x="1181" y="40"/>
                  </a:lnTo>
                  <a:lnTo>
                    <a:pt x="1181" y="42"/>
                  </a:lnTo>
                  <a:lnTo>
                    <a:pt x="1179" y="42"/>
                  </a:lnTo>
                  <a:lnTo>
                    <a:pt x="1179" y="42"/>
                  </a:lnTo>
                  <a:lnTo>
                    <a:pt x="1177" y="40"/>
                  </a:lnTo>
                  <a:lnTo>
                    <a:pt x="1177" y="40"/>
                  </a:lnTo>
                  <a:lnTo>
                    <a:pt x="1177" y="39"/>
                  </a:lnTo>
                  <a:lnTo>
                    <a:pt x="1177" y="37"/>
                  </a:lnTo>
                  <a:lnTo>
                    <a:pt x="1177" y="35"/>
                  </a:lnTo>
                  <a:lnTo>
                    <a:pt x="1175" y="35"/>
                  </a:lnTo>
                  <a:lnTo>
                    <a:pt x="1175" y="35"/>
                  </a:lnTo>
                  <a:lnTo>
                    <a:pt x="1174" y="35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70" y="34"/>
                  </a:lnTo>
                  <a:lnTo>
                    <a:pt x="1170" y="34"/>
                  </a:lnTo>
                  <a:lnTo>
                    <a:pt x="1174" y="30"/>
                  </a:lnTo>
                  <a:lnTo>
                    <a:pt x="1172" y="28"/>
                  </a:lnTo>
                  <a:lnTo>
                    <a:pt x="1170" y="30"/>
                  </a:lnTo>
                  <a:lnTo>
                    <a:pt x="1167" y="30"/>
                  </a:lnTo>
                  <a:lnTo>
                    <a:pt x="1167" y="30"/>
                  </a:lnTo>
                  <a:lnTo>
                    <a:pt x="1169" y="28"/>
                  </a:lnTo>
                  <a:lnTo>
                    <a:pt x="1170" y="25"/>
                  </a:lnTo>
                  <a:lnTo>
                    <a:pt x="1170" y="25"/>
                  </a:lnTo>
                  <a:lnTo>
                    <a:pt x="1170" y="23"/>
                  </a:lnTo>
                  <a:lnTo>
                    <a:pt x="1172" y="22"/>
                  </a:lnTo>
                  <a:lnTo>
                    <a:pt x="1172" y="22"/>
                  </a:lnTo>
                  <a:lnTo>
                    <a:pt x="1172" y="22"/>
                  </a:lnTo>
                  <a:lnTo>
                    <a:pt x="1172" y="20"/>
                  </a:lnTo>
                  <a:lnTo>
                    <a:pt x="1174" y="20"/>
                  </a:lnTo>
                  <a:lnTo>
                    <a:pt x="1174" y="18"/>
                  </a:lnTo>
                  <a:lnTo>
                    <a:pt x="1175" y="18"/>
                  </a:lnTo>
                  <a:lnTo>
                    <a:pt x="1177" y="18"/>
                  </a:lnTo>
                  <a:lnTo>
                    <a:pt x="1174" y="17"/>
                  </a:lnTo>
                  <a:lnTo>
                    <a:pt x="1174" y="17"/>
                  </a:lnTo>
                  <a:lnTo>
                    <a:pt x="1172" y="18"/>
                  </a:lnTo>
                  <a:lnTo>
                    <a:pt x="1170" y="20"/>
                  </a:lnTo>
                  <a:lnTo>
                    <a:pt x="1170" y="22"/>
                  </a:lnTo>
                  <a:lnTo>
                    <a:pt x="1169" y="22"/>
                  </a:lnTo>
                  <a:lnTo>
                    <a:pt x="1167" y="22"/>
                  </a:lnTo>
                  <a:lnTo>
                    <a:pt x="1165" y="20"/>
                  </a:lnTo>
                  <a:lnTo>
                    <a:pt x="1164" y="22"/>
                  </a:lnTo>
                  <a:lnTo>
                    <a:pt x="1162" y="23"/>
                  </a:lnTo>
                  <a:lnTo>
                    <a:pt x="1160" y="27"/>
                  </a:lnTo>
                  <a:lnTo>
                    <a:pt x="1158" y="27"/>
                  </a:lnTo>
                  <a:lnTo>
                    <a:pt x="1157" y="27"/>
                  </a:lnTo>
                  <a:lnTo>
                    <a:pt x="1157" y="28"/>
                  </a:lnTo>
                  <a:lnTo>
                    <a:pt x="1157" y="28"/>
                  </a:lnTo>
                  <a:lnTo>
                    <a:pt x="1157" y="28"/>
                  </a:lnTo>
                  <a:lnTo>
                    <a:pt x="1157" y="30"/>
                  </a:lnTo>
                  <a:lnTo>
                    <a:pt x="1155" y="30"/>
                  </a:lnTo>
                  <a:lnTo>
                    <a:pt x="1155" y="30"/>
                  </a:lnTo>
                  <a:lnTo>
                    <a:pt x="1155" y="32"/>
                  </a:lnTo>
                  <a:lnTo>
                    <a:pt x="1155" y="34"/>
                  </a:lnTo>
                  <a:lnTo>
                    <a:pt x="1153" y="34"/>
                  </a:lnTo>
                  <a:lnTo>
                    <a:pt x="1153" y="35"/>
                  </a:lnTo>
                  <a:lnTo>
                    <a:pt x="1153" y="35"/>
                  </a:lnTo>
                  <a:lnTo>
                    <a:pt x="1155" y="35"/>
                  </a:lnTo>
                  <a:lnTo>
                    <a:pt x="1155" y="35"/>
                  </a:lnTo>
                  <a:lnTo>
                    <a:pt x="1155" y="35"/>
                  </a:lnTo>
                  <a:lnTo>
                    <a:pt x="1157" y="37"/>
                  </a:lnTo>
                  <a:lnTo>
                    <a:pt x="1158" y="39"/>
                  </a:lnTo>
                  <a:lnTo>
                    <a:pt x="1158" y="39"/>
                  </a:lnTo>
                  <a:lnTo>
                    <a:pt x="1155" y="40"/>
                  </a:lnTo>
                  <a:lnTo>
                    <a:pt x="1153" y="40"/>
                  </a:lnTo>
                  <a:lnTo>
                    <a:pt x="1153" y="42"/>
                  </a:lnTo>
                  <a:lnTo>
                    <a:pt x="1153" y="42"/>
                  </a:lnTo>
                  <a:lnTo>
                    <a:pt x="1153" y="42"/>
                  </a:lnTo>
                  <a:lnTo>
                    <a:pt x="1152" y="40"/>
                  </a:lnTo>
                  <a:lnTo>
                    <a:pt x="1152" y="40"/>
                  </a:lnTo>
                  <a:lnTo>
                    <a:pt x="1150" y="42"/>
                  </a:lnTo>
                  <a:lnTo>
                    <a:pt x="1150" y="42"/>
                  </a:lnTo>
                  <a:lnTo>
                    <a:pt x="1148" y="42"/>
                  </a:lnTo>
                  <a:lnTo>
                    <a:pt x="1148" y="42"/>
                  </a:lnTo>
                  <a:lnTo>
                    <a:pt x="1147" y="42"/>
                  </a:lnTo>
                  <a:lnTo>
                    <a:pt x="1148" y="40"/>
                  </a:lnTo>
                  <a:lnTo>
                    <a:pt x="1148" y="40"/>
                  </a:lnTo>
                  <a:lnTo>
                    <a:pt x="1148" y="40"/>
                  </a:lnTo>
                  <a:lnTo>
                    <a:pt x="1148" y="40"/>
                  </a:lnTo>
                  <a:lnTo>
                    <a:pt x="1148" y="39"/>
                  </a:lnTo>
                  <a:lnTo>
                    <a:pt x="1147" y="39"/>
                  </a:lnTo>
                  <a:lnTo>
                    <a:pt x="1145" y="37"/>
                  </a:lnTo>
                  <a:lnTo>
                    <a:pt x="1145" y="34"/>
                  </a:lnTo>
                  <a:lnTo>
                    <a:pt x="1143" y="35"/>
                  </a:lnTo>
                  <a:lnTo>
                    <a:pt x="1145" y="34"/>
                  </a:lnTo>
                  <a:lnTo>
                    <a:pt x="1147" y="32"/>
                  </a:lnTo>
                  <a:lnTo>
                    <a:pt x="1147" y="30"/>
                  </a:lnTo>
                  <a:lnTo>
                    <a:pt x="1145" y="30"/>
                  </a:lnTo>
                  <a:lnTo>
                    <a:pt x="1141" y="30"/>
                  </a:lnTo>
                  <a:lnTo>
                    <a:pt x="1143" y="28"/>
                  </a:lnTo>
                  <a:lnTo>
                    <a:pt x="1141" y="28"/>
                  </a:lnTo>
                  <a:lnTo>
                    <a:pt x="1143" y="27"/>
                  </a:lnTo>
                  <a:lnTo>
                    <a:pt x="1145" y="27"/>
                  </a:lnTo>
                  <a:lnTo>
                    <a:pt x="1147" y="27"/>
                  </a:lnTo>
                  <a:lnTo>
                    <a:pt x="1147" y="25"/>
                  </a:lnTo>
                  <a:lnTo>
                    <a:pt x="1145" y="25"/>
                  </a:lnTo>
                  <a:lnTo>
                    <a:pt x="1141" y="23"/>
                  </a:lnTo>
                  <a:lnTo>
                    <a:pt x="1143" y="23"/>
                  </a:lnTo>
                  <a:lnTo>
                    <a:pt x="1147" y="22"/>
                  </a:lnTo>
                  <a:lnTo>
                    <a:pt x="1147" y="20"/>
                  </a:lnTo>
                  <a:lnTo>
                    <a:pt x="1145" y="20"/>
                  </a:lnTo>
                  <a:lnTo>
                    <a:pt x="1143" y="20"/>
                  </a:lnTo>
                  <a:lnTo>
                    <a:pt x="1143" y="22"/>
                  </a:lnTo>
                  <a:lnTo>
                    <a:pt x="1140" y="23"/>
                  </a:lnTo>
                  <a:lnTo>
                    <a:pt x="1140" y="23"/>
                  </a:lnTo>
                  <a:lnTo>
                    <a:pt x="1138" y="25"/>
                  </a:lnTo>
                  <a:lnTo>
                    <a:pt x="1138" y="23"/>
                  </a:lnTo>
                  <a:lnTo>
                    <a:pt x="1138" y="22"/>
                  </a:lnTo>
                  <a:lnTo>
                    <a:pt x="1140" y="22"/>
                  </a:lnTo>
                  <a:lnTo>
                    <a:pt x="1141" y="20"/>
                  </a:lnTo>
                  <a:lnTo>
                    <a:pt x="1141" y="20"/>
                  </a:lnTo>
                  <a:lnTo>
                    <a:pt x="1140" y="20"/>
                  </a:lnTo>
                  <a:lnTo>
                    <a:pt x="1140" y="20"/>
                  </a:lnTo>
                  <a:lnTo>
                    <a:pt x="1140" y="20"/>
                  </a:lnTo>
                  <a:lnTo>
                    <a:pt x="1140" y="18"/>
                  </a:lnTo>
                  <a:lnTo>
                    <a:pt x="1141" y="17"/>
                  </a:lnTo>
                  <a:lnTo>
                    <a:pt x="1141" y="17"/>
                  </a:lnTo>
                  <a:lnTo>
                    <a:pt x="1140" y="17"/>
                  </a:lnTo>
                  <a:lnTo>
                    <a:pt x="1140" y="17"/>
                  </a:lnTo>
                  <a:lnTo>
                    <a:pt x="1138" y="17"/>
                  </a:lnTo>
                  <a:lnTo>
                    <a:pt x="1136" y="17"/>
                  </a:lnTo>
                  <a:lnTo>
                    <a:pt x="1136" y="17"/>
                  </a:lnTo>
                  <a:lnTo>
                    <a:pt x="1136" y="15"/>
                  </a:lnTo>
                  <a:lnTo>
                    <a:pt x="1136" y="15"/>
                  </a:lnTo>
                  <a:lnTo>
                    <a:pt x="1136" y="13"/>
                  </a:lnTo>
                  <a:lnTo>
                    <a:pt x="1135" y="13"/>
                  </a:lnTo>
                  <a:lnTo>
                    <a:pt x="1135" y="15"/>
                  </a:lnTo>
                  <a:lnTo>
                    <a:pt x="1135" y="15"/>
                  </a:lnTo>
                  <a:lnTo>
                    <a:pt x="1133" y="17"/>
                  </a:lnTo>
                  <a:lnTo>
                    <a:pt x="1133" y="17"/>
                  </a:lnTo>
                  <a:lnTo>
                    <a:pt x="1131" y="17"/>
                  </a:lnTo>
                  <a:lnTo>
                    <a:pt x="1130" y="17"/>
                  </a:lnTo>
                  <a:lnTo>
                    <a:pt x="1130" y="17"/>
                  </a:lnTo>
                  <a:lnTo>
                    <a:pt x="1130" y="18"/>
                  </a:lnTo>
                  <a:lnTo>
                    <a:pt x="1131" y="18"/>
                  </a:lnTo>
                  <a:lnTo>
                    <a:pt x="1135" y="20"/>
                  </a:lnTo>
                  <a:lnTo>
                    <a:pt x="1135" y="20"/>
                  </a:lnTo>
                  <a:lnTo>
                    <a:pt x="1135" y="20"/>
                  </a:lnTo>
                  <a:lnTo>
                    <a:pt x="1136" y="22"/>
                  </a:lnTo>
                  <a:lnTo>
                    <a:pt x="1136" y="23"/>
                  </a:lnTo>
                  <a:lnTo>
                    <a:pt x="1136" y="23"/>
                  </a:lnTo>
                  <a:lnTo>
                    <a:pt x="1136" y="25"/>
                  </a:lnTo>
                  <a:lnTo>
                    <a:pt x="1136" y="25"/>
                  </a:lnTo>
                  <a:lnTo>
                    <a:pt x="1135" y="25"/>
                  </a:lnTo>
                  <a:lnTo>
                    <a:pt x="1131" y="22"/>
                  </a:lnTo>
                  <a:lnTo>
                    <a:pt x="1131" y="22"/>
                  </a:lnTo>
                  <a:lnTo>
                    <a:pt x="1131" y="23"/>
                  </a:lnTo>
                  <a:lnTo>
                    <a:pt x="1131" y="25"/>
                  </a:lnTo>
                  <a:lnTo>
                    <a:pt x="1131" y="25"/>
                  </a:lnTo>
                  <a:lnTo>
                    <a:pt x="1130" y="25"/>
                  </a:lnTo>
                  <a:lnTo>
                    <a:pt x="1130" y="25"/>
                  </a:lnTo>
                  <a:lnTo>
                    <a:pt x="1128" y="23"/>
                  </a:lnTo>
                  <a:lnTo>
                    <a:pt x="1126" y="22"/>
                  </a:lnTo>
                  <a:lnTo>
                    <a:pt x="1126" y="23"/>
                  </a:lnTo>
                  <a:lnTo>
                    <a:pt x="1126" y="25"/>
                  </a:lnTo>
                  <a:lnTo>
                    <a:pt x="1126" y="25"/>
                  </a:lnTo>
                  <a:lnTo>
                    <a:pt x="1126" y="25"/>
                  </a:lnTo>
                  <a:lnTo>
                    <a:pt x="1126" y="27"/>
                  </a:lnTo>
                  <a:lnTo>
                    <a:pt x="1126" y="28"/>
                  </a:lnTo>
                  <a:lnTo>
                    <a:pt x="1128" y="28"/>
                  </a:lnTo>
                  <a:lnTo>
                    <a:pt x="1128" y="30"/>
                  </a:lnTo>
                  <a:lnTo>
                    <a:pt x="1136" y="30"/>
                  </a:lnTo>
                  <a:lnTo>
                    <a:pt x="1140" y="32"/>
                  </a:lnTo>
                  <a:lnTo>
                    <a:pt x="1141" y="35"/>
                  </a:lnTo>
                  <a:lnTo>
                    <a:pt x="1140" y="35"/>
                  </a:lnTo>
                  <a:lnTo>
                    <a:pt x="1140" y="37"/>
                  </a:lnTo>
                  <a:lnTo>
                    <a:pt x="1140" y="39"/>
                  </a:lnTo>
                  <a:lnTo>
                    <a:pt x="1140" y="40"/>
                  </a:lnTo>
                  <a:lnTo>
                    <a:pt x="1140" y="40"/>
                  </a:lnTo>
                  <a:lnTo>
                    <a:pt x="1138" y="42"/>
                  </a:lnTo>
                  <a:lnTo>
                    <a:pt x="1136" y="42"/>
                  </a:lnTo>
                  <a:lnTo>
                    <a:pt x="1136" y="42"/>
                  </a:lnTo>
                  <a:lnTo>
                    <a:pt x="1135" y="42"/>
                  </a:lnTo>
                  <a:lnTo>
                    <a:pt x="1133" y="44"/>
                  </a:lnTo>
                  <a:lnTo>
                    <a:pt x="1133" y="44"/>
                  </a:lnTo>
                  <a:lnTo>
                    <a:pt x="1133" y="45"/>
                  </a:lnTo>
                  <a:lnTo>
                    <a:pt x="1133" y="47"/>
                  </a:lnTo>
                  <a:lnTo>
                    <a:pt x="1135" y="47"/>
                  </a:lnTo>
                  <a:lnTo>
                    <a:pt x="1135" y="49"/>
                  </a:lnTo>
                  <a:lnTo>
                    <a:pt x="1135" y="49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2"/>
                  </a:lnTo>
                  <a:lnTo>
                    <a:pt x="1133" y="52"/>
                  </a:lnTo>
                  <a:lnTo>
                    <a:pt x="1133" y="54"/>
                  </a:lnTo>
                  <a:lnTo>
                    <a:pt x="1131" y="54"/>
                  </a:lnTo>
                  <a:lnTo>
                    <a:pt x="1130" y="54"/>
                  </a:lnTo>
                  <a:lnTo>
                    <a:pt x="1130" y="54"/>
                  </a:lnTo>
                  <a:lnTo>
                    <a:pt x="1130" y="56"/>
                  </a:lnTo>
                  <a:lnTo>
                    <a:pt x="1128" y="56"/>
                  </a:lnTo>
                  <a:lnTo>
                    <a:pt x="1126" y="56"/>
                  </a:lnTo>
                  <a:lnTo>
                    <a:pt x="1126" y="56"/>
                  </a:lnTo>
                  <a:lnTo>
                    <a:pt x="1126" y="57"/>
                  </a:lnTo>
                  <a:lnTo>
                    <a:pt x="1126" y="57"/>
                  </a:lnTo>
                  <a:lnTo>
                    <a:pt x="1126" y="57"/>
                  </a:lnTo>
                  <a:lnTo>
                    <a:pt x="1128" y="59"/>
                  </a:lnTo>
                  <a:lnTo>
                    <a:pt x="1128" y="59"/>
                  </a:lnTo>
                  <a:lnTo>
                    <a:pt x="1128" y="59"/>
                  </a:lnTo>
                  <a:lnTo>
                    <a:pt x="1130" y="59"/>
                  </a:lnTo>
                  <a:lnTo>
                    <a:pt x="1130" y="61"/>
                  </a:lnTo>
                  <a:lnTo>
                    <a:pt x="1130" y="62"/>
                  </a:lnTo>
                  <a:lnTo>
                    <a:pt x="1131" y="62"/>
                  </a:lnTo>
                  <a:lnTo>
                    <a:pt x="1131" y="64"/>
                  </a:lnTo>
                  <a:lnTo>
                    <a:pt x="1131" y="64"/>
                  </a:lnTo>
                  <a:lnTo>
                    <a:pt x="1131" y="66"/>
                  </a:lnTo>
                  <a:lnTo>
                    <a:pt x="1131" y="68"/>
                  </a:lnTo>
                  <a:lnTo>
                    <a:pt x="1131" y="68"/>
                  </a:lnTo>
                  <a:lnTo>
                    <a:pt x="1130" y="68"/>
                  </a:lnTo>
                  <a:lnTo>
                    <a:pt x="1130" y="68"/>
                  </a:lnTo>
                  <a:lnTo>
                    <a:pt x="1128" y="68"/>
                  </a:lnTo>
                  <a:lnTo>
                    <a:pt x="1128" y="68"/>
                  </a:lnTo>
                  <a:lnTo>
                    <a:pt x="1128" y="69"/>
                  </a:lnTo>
                  <a:lnTo>
                    <a:pt x="1128" y="69"/>
                  </a:lnTo>
                  <a:lnTo>
                    <a:pt x="1126" y="69"/>
                  </a:lnTo>
                  <a:lnTo>
                    <a:pt x="1126" y="69"/>
                  </a:lnTo>
                  <a:lnTo>
                    <a:pt x="1125" y="69"/>
                  </a:lnTo>
                  <a:lnTo>
                    <a:pt x="1125" y="68"/>
                  </a:lnTo>
                  <a:lnTo>
                    <a:pt x="1125" y="68"/>
                  </a:lnTo>
                  <a:lnTo>
                    <a:pt x="1121" y="68"/>
                  </a:lnTo>
                  <a:lnTo>
                    <a:pt x="1121" y="68"/>
                  </a:lnTo>
                  <a:lnTo>
                    <a:pt x="1121" y="69"/>
                  </a:lnTo>
                  <a:lnTo>
                    <a:pt x="1121" y="71"/>
                  </a:lnTo>
                  <a:lnTo>
                    <a:pt x="1119" y="71"/>
                  </a:lnTo>
                  <a:lnTo>
                    <a:pt x="1119" y="71"/>
                  </a:lnTo>
                  <a:lnTo>
                    <a:pt x="1119" y="73"/>
                  </a:lnTo>
                  <a:lnTo>
                    <a:pt x="1119" y="73"/>
                  </a:lnTo>
                  <a:lnTo>
                    <a:pt x="1121" y="74"/>
                  </a:lnTo>
                  <a:lnTo>
                    <a:pt x="1121" y="74"/>
                  </a:lnTo>
                  <a:lnTo>
                    <a:pt x="1121" y="74"/>
                  </a:lnTo>
                  <a:lnTo>
                    <a:pt x="1121" y="78"/>
                  </a:lnTo>
                  <a:lnTo>
                    <a:pt x="1119" y="78"/>
                  </a:lnTo>
                  <a:lnTo>
                    <a:pt x="1118" y="78"/>
                  </a:lnTo>
                  <a:lnTo>
                    <a:pt x="1116" y="74"/>
                  </a:lnTo>
                  <a:lnTo>
                    <a:pt x="1114" y="74"/>
                  </a:lnTo>
                  <a:lnTo>
                    <a:pt x="1114" y="74"/>
                  </a:lnTo>
                  <a:lnTo>
                    <a:pt x="1114" y="73"/>
                  </a:lnTo>
                  <a:lnTo>
                    <a:pt x="1113" y="73"/>
                  </a:lnTo>
                  <a:lnTo>
                    <a:pt x="1113" y="71"/>
                  </a:lnTo>
                  <a:lnTo>
                    <a:pt x="1114" y="71"/>
                  </a:lnTo>
                  <a:lnTo>
                    <a:pt x="1114" y="69"/>
                  </a:lnTo>
                  <a:lnTo>
                    <a:pt x="1113" y="69"/>
                  </a:lnTo>
                  <a:lnTo>
                    <a:pt x="1113" y="69"/>
                  </a:lnTo>
                  <a:lnTo>
                    <a:pt x="1114" y="68"/>
                  </a:lnTo>
                  <a:lnTo>
                    <a:pt x="1113" y="64"/>
                  </a:lnTo>
                  <a:lnTo>
                    <a:pt x="1114" y="64"/>
                  </a:lnTo>
                  <a:lnTo>
                    <a:pt x="1114" y="64"/>
                  </a:lnTo>
                  <a:lnTo>
                    <a:pt x="1114" y="62"/>
                  </a:lnTo>
                  <a:lnTo>
                    <a:pt x="1114" y="62"/>
                  </a:lnTo>
                  <a:lnTo>
                    <a:pt x="1114" y="62"/>
                  </a:lnTo>
                  <a:lnTo>
                    <a:pt x="1114" y="62"/>
                  </a:lnTo>
                  <a:lnTo>
                    <a:pt x="1113" y="62"/>
                  </a:lnTo>
                  <a:lnTo>
                    <a:pt x="1113" y="62"/>
                  </a:lnTo>
                  <a:lnTo>
                    <a:pt x="1113" y="62"/>
                  </a:lnTo>
                  <a:lnTo>
                    <a:pt x="1111" y="62"/>
                  </a:lnTo>
                  <a:lnTo>
                    <a:pt x="1111" y="62"/>
                  </a:lnTo>
                  <a:lnTo>
                    <a:pt x="1111" y="62"/>
                  </a:lnTo>
                  <a:lnTo>
                    <a:pt x="1111" y="61"/>
                  </a:lnTo>
                  <a:lnTo>
                    <a:pt x="1111" y="61"/>
                  </a:lnTo>
                  <a:lnTo>
                    <a:pt x="1111" y="61"/>
                  </a:lnTo>
                  <a:lnTo>
                    <a:pt x="1109" y="61"/>
                  </a:lnTo>
                  <a:lnTo>
                    <a:pt x="1109" y="61"/>
                  </a:lnTo>
                  <a:lnTo>
                    <a:pt x="1109" y="62"/>
                  </a:lnTo>
                  <a:lnTo>
                    <a:pt x="1108" y="62"/>
                  </a:lnTo>
                  <a:lnTo>
                    <a:pt x="1104" y="64"/>
                  </a:lnTo>
                  <a:lnTo>
                    <a:pt x="1106" y="61"/>
                  </a:lnTo>
                  <a:lnTo>
                    <a:pt x="1106" y="61"/>
                  </a:lnTo>
                  <a:lnTo>
                    <a:pt x="1104" y="61"/>
                  </a:lnTo>
                  <a:lnTo>
                    <a:pt x="1106" y="59"/>
                  </a:lnTo>
                  <a:lnTo>
                    <a:pt x="1104" y="57"/>
                  </a:lnTo>
                  <a:lnTo>
                    <a:pt x="1104" y="57"/>
                  </a:lnTo>
                  <a:lnTo>
                    <a:pt x="1102" y="59"/>
                  </a:lnTo>
                  <a:lnTo>
                    <a:pt x="1102" y="64"/>
                  </a:lnTo>
                  <a:lnTo>
                    <a:pt x="1102" y="66"/>
                  </a:lnTo>
                  <a:lnTo>
                    <a:pt x="1102" y="66"/>
                  </a:lnTo>
                  <a:lnTo>
                    <a:pt x="1097" y="76"/>
                  </a:lnTo>
                  <a:lnTo>
                    <a:pt x="1097" y="78"/>
                  </a:lnTo>
                  <a:lnTo>
                    <a:pt x="1097" y="74"/>
                  </a:lnTo>
                  <a:lnTo>
                    <a:pt x="1101" y="68"/>
                  </a:lnTo>
                  <a:lnTo>
                    <a:pt x="1101" y="64"/>
                  </a:lnTo>
                  <a:lnTo>
                    <a:pt x="1099" y="62"/>
                  </a:lnTo>
                  <a:lnTo>
                    <a:pt x="1099" y="54"/>
                  </a:lnTo>
                  <a:lnTo>
                    <a:pt x="1099" y="54"/>
                  </a:lnTo>
                  <a:lnTo>
                    <a:pt x="1099" y="52"/>
                  </a:lnTo>
                  <a:lnTo>
                    <a:pt x="1099" y="52"/>
                  </a:lnTo>
                  <a:lnTo>
                    <a:pt x="1099" y="52"/>
                  </a:lnTo>
                  <a:lnTo>
                    <a:pt x="1099" y="51"/>
                  </a:lnTo>
                  <a:lnTo>
                    <a:pt x="1101" y="52"/>
                  </a:lnTo>
                  <a:lnTo>
                    <a:pt x="1101" y="52"/>
                  </a:lnTo>
                  <a:lnTo>
                    <a:pt x="1102" y="52"/>
                  </a:lnTo>
                  <a:lnTo>
                    <a:pt x="1102" y="52"/>
                  </a:lnTo>
                  <a:lnTo>
                    <a:pt x="1104" y="51"/>
                  </a:lnTo>
                  <a:lnTo>
                    <a:pt x="1104" y="51"/>
                  </a:lnTo>
                  <a:lnTo>
                    <a:pt x="1102" y="49"/>
                  </a:lnTo>
                  <a:lnTo>
                    <a:pt x="1104" y="47"/>
                  </a:lnTo>
                  <a:lnTo>
                    <a:pt x="1104" y="47"/>
                  </a:lnTo>
                  <a:lnTo>
                    <a:pt x="1104" y="45"/>
                  </a:lnTo>
                  <a:lnTo>
                    <a:pt x="1104" y="47"/>
                  </a:lnTo>
                  <a:lnTo>
                    <a:pt x="1102" y="47"/>
                  </a:lnTo>
                  <a:lnTo>
                    <a:pt x="1102" y="47"/>
                  </a:lnTo>
                  <a:lnTo>
                    <a:pt x="1102" y="49"/>
                  </a:lnTo>
                  <a:lnTo>
                    <a:pt x="1101" y="47"/>
                  </a:lnTo>
                  <a:lnTo>
                    <a:pt x="1099" y="45"/>
                  </a:lnTo>
                  <a:lnTo>
                    <a:pt x="1099" y="45"/>
                  </a:lnTo>
                  <a:lnTo>
                    <a:pt x="1097" y="45"/>
                  </a:lnTo>
                  <a:lnTo>
                    <a:pt x="1097" y="45"/>
                  </a:lnTo>
                  <a:lnTo>
                    <a:pt x="1097" y="45"/>
                  </a:lnTo>
                  <a:lnTo>
                    <a:pt x="1097" y="44"/>
                  </a:lnTo>
                  <a:lnTo>
                    <a:pt x="1096" y="42"/>
                  </a:lnTo>
                  <a:lnTo>
                    <a:pt x="1094" y="42"/>
                  </a:lnTo>
                  <a:lnTo>
                    <a:pt x="1094" y="44"/>
                  </a:lnTo>
                  <a:lnTo>
                    <a:pt x="1092" y="44"/>
                  </a:lnTo>
                  <a:lnTo>
                    <a:pt x="1092" y="44"/>
                  </a:lnTo>
                  <a:lnTo>
                    <a:pt x="1092" y="45"/>
                  </a:lnTo>
                  <a:lnTo>
                    <a:pt x="1094" y="45"/>
                  </a:lnTo>
                  <a:lnTo>
                    <a:pt x="1094" y="47"/>
                  </a:lnTo>
                  <a:lnTo>
                    <a:pt x="1092" y="47"/>
                  </a:lnTo>
                  <a:lnTo>
                    <a:pt x="1092" y="49"/>
                  </a:lnTo>
                  <a:lnTo>
                    <a:pt x="1092" y="51"/>
                  </a:lnTo>
                  <a:lnTo>
                    <a:pt x="1092" y="52"/>
                  </a:lnTo>
                  <a:lnTo>
                    <a:pt x="1092" y="54"/>
                  </a:lnTo>
                  <a:lnTo>
                    <a:pt x="1094" y="54"/>
                  </a:lnTo>
                  <a:lnTo>
                    <a:pt x="1094" y="56"/>
                  </a:lnTo>
                  <a:lnTo>
                    <a:pt x="1096" y="57"/>
                  </a:lnTo>
                  <a:lnTo>
                    <a:pt x="1094" y="59"/>
                  </a:lnTo>
                  <a:lnTo>
                    <a:pt x="1094" y="61"/>
                  </a:lnTo>
                  <a:lnTo>
                    <a:pt x="1094" y="66"/>
                  </a:lnTo>
                  <a:lnTo>
                    <a:pt x="1094" y="66"/>
                  </a:lnTo>
                  <a:lnTo>
                    <a:pt x="1094" y="66"/>
                  </a:lnTo>
                  <a:lnTo>
                    <a:pt x="1094" y="66"/>
                  </a:lnTo>
                  <a:lnTo>
                    <a:pt x="1094" y="68"/>
                  </a:lnTo>
                  <a:lnTo>
                    <a:pt x="1092" y="68"/>
                  </a:lnTo>
                  <a:lnTo>
                    <a:pt x="1092" y="68"/>
                  </a:lnTo>
                  <a:lnTo>
                    <a:pt x="1092" y="68"/>
                  </a:lnTo>
                  <a:lnTo>
                    <a:pt x="1092" y="69"/>
                  </a:lnTo>
                  <a:lnTo>
                    <a:pt x="1092" y="69"/>
                  </a:lnTo>
                  <a:lnTo>
                    <a:pt x="1092" y="69"/>
                  </a:lnTo>
                  <a:lnTo>
                    <a:pt x="1092" y="71"/>
                  </a:lnTo>
                  <a:lnTo>
                    <a:pt x="1091" y="71"/>
                  </a:lnTo>
                  <a:lnTo>
                    <a:pt x="1089" y="71"/>
                  </a:lnTo>
                  <a:lnTo>
                    <a:pt x="1087" y="69"/>
                  </a:lnTo>
                  <a:lnTo>
                    <a:pt x="1087" y="69"/>
                  </a:lnTo>
                  <a:lnTo>
                    <a:pt x="1089" y="69"/>
                  </a:lnTo>
                  <a:lnTo>
                    <a:pt x="1089" y="68"/>
                  </a:lnTo>
                  <a:lnTo>
                    <a:pt x="1089" y="66"/>
                  </a:lnTo>
                  <a:lnTo>
                    <a:pt x="1089" y="66"/>
                  </a:lnTo>
                  <a:lnTo>
                    <a:pt x="1087" y="66"/>
                  </a:lnTo>
                  <a:lnTo>
                    <a:pt x="1087" y="66"/>
                  </a:lnTo>
                  <a:lnTo>
                    <a:pt x="1087" y="66"/>
                  </a:lnTo>
                  <a:lnTo>
                    <a:pt x="1085" y="64"/>
                  </a:lnTo>
                  <a:lnTo>
                    <a:pt x="1085" y="64"/>
                  </a:lnTo>
                  <a:lnTo>
                    <a:pt x="1084" y="66"/>
                  </a:lnTo>
                  <a:lnTo>
                    <a:pt x="1084" y="66"/>
                  </a:lnTo>
                  <a:lnTo>
                    <a:pt x="1084" y="68"/>
                  </a:lnTo>
                  <a:lnTo>
                    <a:pt x="1084" y="69"/>
                  </a:lnTo>
                  <a:lnTo>
                    <a:pt x="1082" y="68"/>
                  </a:lnTo>
                  <a:lnTo>
                    <a:pt x="1082" y="69"/>
                  </a:lnTo>
                  <a:lnTo>
                    <a:pt x="1082" y="69"/>
                  </a:lnTo>
                  <a:lnTo>
                    <a:pt x="1082" y="71"/>
                  </a:lnTo>
                  <a:lnTo>
                    <a:pt x="1082" y="71"/>
                  </a:lnTo>
                  <a:lnTo>
                    <a:pt x="1082" y="71"/>
                  </a:lnTo>
                  <a:lnTo>
                    <a:pt x="1082" y="73"/>
                  </a:lnTo>
                  <a:lnTo>
                    <a:pt x="1082" y="73"/>
                  </a:lnTo>
                  <a:lnTo>
                    <a:pt x="1082" y="74"/>
                  </a:lnTo>
                  <a:lnTo>
                    <a:pt x="1080" y="74"/>
                  </a:lnTo>
                  <a:lnTo>
                    <a:pt x="1080" y="74"/>
                  </a:lnTo>
                  <a:lnTo>
                    <a:pt x="1080" y="76"/>
                  </a:lnTo>
                  <a:lnTo>
                    <a:pt x="1080" y="78"/>
                  </a:lnTo>
                  <a:lnTo>
                    <a:pt x="1080" y="78"/>
                  </a:lnTo>
                  <a:lnTo>
                    <a:pt x="1079" y="78"/>
                  </a:lnTo>
                  <a:lnTo>
                    <a:pt x="1077" y="71"/>
                  </a:lnTo>
                  <a:lnTo>
                    <a:pt x="1075" y="69"/>
                  </a:lnTo>
                  <a:lnTo>
                    <a:pt x="1075" y="71"/>
                  </a:lnTo>
                  <a:lnTo>
                    <a:pt x="1074" y="73"/>
                  </a:lnTo>
                  <a:lnTo>
                    <a:pt x="1072" y="74"/>
                  </a:lnTo>
                  <a:lnTo>
                    <a:pt x="1072" y="76"/>
                  </a:lnTo>
                  <a:lnTo>
                    <a:pt x="1072" y="73"/>
                  </a:lnTo>
                  <a:lnTo>
                    <a:pt x="1072" y="73"/>
                  </a:lnTo>
                  <a:lnTo>
                    <a:pt x="1072" y="66"/>
                  </a:lnTo>
                  <a:lnTo>
                    <a:pt x="1072" y="66"/>
                  </a:lnTo>
                  <a:lnTo>
                    <a:pt x="1072" y="66"/>
                  </a:lnTo>
                  <a:lnTo>
                    <a:pt x="1070" y="68"/>
                  </a:lnTo>
                  <a:lnTo>
                    <a:pt x="1070" y="69"/>
                  </a:lnTo>
                  <a:lnTo>
                    <a:pt x="1070" y="71"/>
                  </a:lnTo>
                  <a:lnTo>
                    <a:pt x="1070" y="71"/>
                  </a:lnTo>
                  <a:lnTo>
                    <a:pt x="1068" y="73"/>
                  </a:lnTo>
                  <a:lnTo>
                    <a:pt x="1068" y="73"/>
                  </a:lnTo>
                  <a:lnTo>
                    <a:pt x="1067" y="73"/>
                  </a:lnTo>
                  <a:lnTo>
                    <a:pt x="1065" y="73"/>
                  </a:lnTo>
                  <a:lnTo>
                    <a:pt x="1063" y="74"/>
                  </a:lnTo>
                  <a:lnTo>
                    <a:pt x="1062" y="76"/>
                  </a:lnTo>
                  <a:lnTo>
                    <a:pt x="1062" y="78"/>
                  </a:lnTo>
                  <a:lnTo>
                    <a:pt x="1063" y="78"/>
                  </a:lnTo>
                  <a:lnTo>
                    <a:pt x="1067" y="78"/>
                  </a:lnTo>
                  <a:lnTo>
                    <a:pt x="1068" y="78"/>
                  </a:lnTo>
                  <a:lnTo>
                    <a:pt x="1067" y="79"/>
                  </a:lnTo>
                  <a:lnTo>
                    <a:pt x="1065" y="79"/>
                  </a:lnTo>
                  <a:lnTo>
                    <a:pt x="1065" y="79"/>
                  </a:lnTo>
                  <a:lnTo>
                    <a:pt x="1063" y="81"/>
                  </a:lnTo>
                  <a:lnTo>
                    <a:pt x="1063" y="81"/>
                  </a:lnTo>
                  <a:lnTo>
                    <a:pt x="1060" y="79"/>
                  </a:lnTo>
                  <a:lnTo>
                    <a:pt x="1060" y="81"/>
                  </a:lnTo>
                  <a:lnTo>
                    <a:pt x="1058" y="83"/>
                  </a:lnTo>
                  <a:lnTo>
                    <a:pt x="1060" y="83"/>
                  </a:lnTo>
                  <a:lnTo>
                    <a:pt x="1058" y="83"/>
                  </a:lnTo>
                  <a:lnTo>
                    <a:pt x="1058" y="83"/>
                  </a:lnTo>
                  <a:lnTo>
                    <a:pt x="1058" y="83"/>
                  </a:lnTo>
                  <a:lnTo>
                    <a:pt x="1057" y="83"/>
                  </a:lnTo>
                  <a:lnTo>
                    <a:pt x="1057" y="85"/>
                  </a:lnTo>
                  <a:lnTo>
                    <a:pt x="1057" y="85"/>
                  </a:lnTo>
                  <a:lnTo>
                    <a:pt x="1057" y="85"/>
                  </a:lnTo>
                  <a:lnTo>
                    <a:pt x="1057" y="86"/>
                  </a:lnTo>
                  <a:lnTo>
                    <a:pt x="1057" y="86"/>
                  </a:lnTo>
                  <a:lnTo>
                    <a:pt x="1055" y="86"/>
                  </a:lnTo>
                  <a:lnTo>
                    <a:pt x="1055" y="86"/>
                  </a:lnTo>
                  <a:lnTo>
                    <a:pt x="1053" y="86"/>
                  </a:lnTo>
                  <a:lnTo>
                    <a:pt x="1053" y="88"/>
                  </a:lnTo>
                  <a:lnTo>
                    <a:pt x="1053" y="88"/>
                  </a:lnTo>
                  <a:lnTo>
                    <a:pt x="1055" y="88"/>
                  </a:lnTo>
                  <a:lnTo>
                    <a:pt x="1055" y="90"/>
                  </a:lnTo>
                  <a:lnTo>
                    <a:pt x="1055" y="90"/>
                  </a:lnTo>
                  <a:lnTo>
                    <a:pt x="1055" y="90"/>
                  </a:lnTo>
                  <a:lnTo>
                    <a:pt x="1057" y="90"/>
                  </a:lnTo>
                  <a:lnTo>
                    <a:pt x="1057" y="90"/>
                  </a:lnTo>
                  <a:lnTo>
                    <a:pt x="1058" y="90"/>
                  </a:lnTo>
                  <a:lnTo>
                    <a:pt x="1058" y="95"/>
                  </a:lnTo>
                  <a:lnTo>
                    <a:pt x="1060" y="96"/>
                  </a:lnTo>
                  <a:lnTo>
                    <a:pt x="1062" y="96"/>
                  </a:lnTo>
                  <a:lnTo>
                    <a:pt x="1062" y="96"/>
                  </a:lnTo>
                  <a:lnTo>
                    <a:pt x="1065" y="96"/>
                  </a:lnTo>
                  <a:lnTo>
                    <a:pt x="1067" y="98"/>
                  </a:lnTo>
                  <a:lnTo>
                    <a:pt x="1068" y="100"/>
                  </a:lnTo>
                  <a:lnTo>
                    <a:pt x="1067" y="100"/>
                  </a:lnTo>
                  <a:lnTo>
                    <a:pt x="1067" y="101"/>
                  </a:lnTo>
                  <a:lnTo>
                    <a:pt x="1067" y="101"/>
                  </a:lnTo>
                  <a:lnTo>
                    <a:pt x="1067" y="101"/>
                  </a:lnTo>
                  <a:lnTo>
                    <a:pt x="1065" y="103"/>
                  </a:lnTo>
                  <a:lnTo>
                    <a:pt x="1065" y="101"/>
                  </a:lnTo>
                  <a:lnTo>
                    <a:pt x="1063" y="101"/>
                  </a:lnTo>
                  <a:lnTo>
                    <a:pt x="1063" y="101"/>
                  </a:lnTo>
                  <a:lnTo>
                    <a:pt x="1063" y="101"/>
                  </a:lnTo>
                  <a:lnTo>
                    <a:pt x="1063" y="101"/>
                  </a:lnTo>
                  <a:lnTo>
                    <a:pt x="1062" y="101"/>
                  </a:lnTo>
                  <a:lnTo>
                    <a:pt x="1060" y="101"/>
                  </a:lnTo>
                  <a:lnTo>
                    <a:pt x="1060" y="101"/>
                  </a:lnTo>
                  <a:lnTo>
                    <a:pt x="1060" y="103"/>
                  </a:lnTo>
                  <a:lnTo>
                    <a:pt x="1060" y="103"/>
                  </a:lnTo>
                  <a:lnTo>
                    <a:pt x="1058" y="103"/>
                  </a:lnTo>
                  <a:lnTo>
                    <a:pt x="1058" y="103"/>
                  </a:lnTo>
                  <a:lnTo>
                    <a:pt x="1058" y="105"/>
                  </a:lnTo>
                  <a:lnTo>
                    <a:pt x="1058" y="105"/>
                  </a:lnTo>
                  <a:lnTo>
                    <a:pt x="1060" y="105"/>
                  </a:lnTo>
                  <a:lnTo>
                    <a:pt x="1060" y="105"/>
                  </a:lnTo>
                  <a:lnTo>
                    <a:pt x="1060" y="105"/>
                  </a:lnTo>
                  <a:lnTo>
                    <a:pt x="1062" y="105"/>
                  </a:lnTo>
                  <a:lnTo>
                    <a:pt x="1062" y="105"/>
                  </a:lnTo>
                  <a:lnTo>
                    <a:pt x="1062" y="105"/>
                  </a:lnTo>
                  <a:lnTo>
                    <a:pt x="1063" y="107"/>
                  </a:lnTo>
                  <a:lnTo>
                    <a:pt x="1063" y="107"/>
                  </a:lnTo>
                  <a:lnTo>
                    <a:pt x="1063" y="107"/>
                  </a:lnTo>
                  <a:lnTo>
                    <a:pt x="1065" y="107"/>
                  </a:lnTo>
                  <a:lnTo>
                    <a:pt x="1065" y="105"/>
                  </a:lnTo>
                  <a:lnTo>
                    <a:pt x="1067" y="105"/>
                  </a:lnTo>
                  <a:lnTo>
                    <a:pt x="1065" y="107"/>
                  </a:lnTo>
                  <a:lnTo>
                    <a:pt x="1065" y="107"/>
                  </a:lnTo>
                  <a:lnTo>
                    <a:pt x="1065" y="108"/>
                  </a:lnTo>
                  <a:lnTo>
                    <a:pt x="1067" y="108"/>
                  </a:lnTo>
                  <a:lnTo>
                    <a:pt x="1067" y="108"/>
                  </a:lnTo>
                  <a:lnTo>
                    <a:pt x="1067" y="108"/>
                  </a:lnTo>
                  <a:lnTo>
                    <a:pt x="1068" y="108"/>
                  </a:lnTo>
                  <a:lnTo>
                    <a:pt x="1068" y="108"/>
                  </a:lnTo>
                  <a:lnTo>
                    <a:pt x="1068" y="108"/>
                  </a:lnTo>
                  <a:lnTo>
                    <a:pt x="1068" y="108"/>
                  </a:lnTo>
                  <a:lnTo>
                    <a:pt x="1070" y="108"/>
                  </a:lnTo>
                  <a:lnTo>
                    <a:pt x="1070" y="108"/>
                  </a:lnTo>
                  <a:lnTo>
                    <a:pt x="1070" y="108"/>
                  </a:lnTo>
                  <a:lnTo>
                    <a:pt x="1070" y="108"/>
                  </a:lnTo>
                  <a:lnTo>
                    <a:pt x="1072" y="108"/>
                  </a:lnTo>
                  <a:lnTo>
                    <a:pt x="1072" y="108"/>
                  </a:lnTo>
                  <a:lnTo>
                    <a:pt x="1074" y="110"/>
                  </a:lnTo>
                  <a:lnTo>
                    <a:pt x="1075" y="110"/>
                  </a:lnTo>
                  <a:lnTo>
                    <a:pt x="1077" y="110"/>
                  </a:lnTo>
                  <a:lnTo>
                    <a:pt x="1079" y="110"/>
                  </a:lnTo>
                  <a:lnTo>
                    <a:pt x="1079" y="112"/>
                  </a:lnTo>
                  <a:lnTo>
                    <a:pt x="1077" y="112"/>
                  </a:lnTo>
                  <a:lnTo>
                    <a:pt x="1075" y="113"/>
                  </a:lnTo>
                  <a:lnTo>
                    <a:pt x="1075" y="113"/>
                  </a:lnTo>
                  <a:lnTo>
                    <a:pt x="1074" y="113"/>
                  </a:lnTo>
                  <a:lnTo>
                    <a:pt x="1074" y="113"/>
                  </a:lnTo>
                  <a:lnTo>
                    <a:pt x="1074" y="115"/>
                  </a:lnTo>
                  <a:lnTo>
                    <a:pt x="1074" y="115"/>
                  </a:lnTo>
                  <a:lnTo>
                    <a:pt x="1075" y="115"/>
                  </a:lnTo>
                  <a:lnTo>
                    <a:pt x="1075" y="115"/>
                  </a:lnTo>
                  <a:lnTo>
                    <a:pt x="1075" y="115"/>
                  </a:lnTo>
                  <a:lnTo>
                    <a:pt x="1075" y="117"/>
                  </a:lnTo>
                  <a:lnTo>
                    <a:pt x="1075" y="117"/>
                  </a:lnTo>
                  <a:lnTo>
                    <a:pt x="1074" y="117"/>
                  </a:lnTo>
                  <a:lnTo>
                    <a:pt x="1074" y="117"/>
                  </a:lnTo>
                  <a:lnTo>
                    <a:pt x="1074" y="117"/>
                  </a:lnTo>
                  <a:lnTo>
                    <a:pt x="1074" y="118"/>
                  </a:lnTo>
                  <a:lnTo>
                    <a:pt x="1075" y="118"/>
                  </a:lnTo>
                  <a:lnTo>
                    <a:pt x="1075" y="120"/>
                  </a:lnTo>
                  <a:lnTo>
                    <a:pt x="1079" y="118"/>
                  </a:lnTo>
                  <a:lnTo>
                    <a:pt x="1079" y="120"/>
                  </a:lnTo>
                  <a:lnTo>
                    <a:pt x="1079" y="122"/>
                  </a:lnTo>
                  <a:lnTo>
                    <a:pt x="1079" y="122"/>
                  </a:lnTo>
                  <a:lnTo>
                    <a:pt x="1072" y="120"/>
                  </a:lnTo>
                  <a:lnTo>
                    <a:pt x="1070" y="122"/>
                  </a:lnTo>
                  <a:lnTo>
                    <a:pt x="1070" y="122"/>
                  </a:lnTo>
                  <a:lnTo>
                    <a:pt x="1068" y="122"/>
                  </a:lnTo>
                  <a:lnTo>
                    <a:pt x="1067" y="122"/>
                  </a:lnTo>
                  <a:lnTo>
                    <a:pt x="1065" y="120"/>
                  </a:lnTo>
                  <a:lnTo>
                    <a:pt x="1065" y="120"/>
                  </a:lnTo>
                  <a:lnTo>
                    <a:pt x="1067" y="118"/>
                  </a:lnTo>
                  <a:lnTo>
                    <a:pt x="1067" y="118"/>
                  </a:lnTo>
                  <a:lnTo>
                    <a:pt x="1065" y="117"/>
                  </a:lnTo>
                  <a:lnTo>
                    <a:pt x="1063" y="117"/>
                  </a:lnTo>
                  <a:lnTo>
                    <a:pt x="1063" y="117"/>
                  </a:lnTo>
                  <a:lnTo>
                    <a:pt x="1063" y="115"/>
                  </a:lnTo>
                  <a:lnTo>
                    <a:pt x="1062" y="115"/>
                  </a:lnTo>
                  <a:lnTo>
                    <a:pt x="1062" y="115"/>
                  </a:lnTo>
                  <a:lnTo>
                    <a:pt x="1060" y="113"/>
                  </a:lnTo>
                  <a:lnTo>
                    <a:pt x="1060" y="113"/>
                  </a:lnTo>
                  <a:lnTo>
                    <a:pt x="1058" y="113"/>
                  </a:lnTo>
                  <a:lnTo>
                    <a:pt x="1057" y="113"/>
                  </a:lnTo>
                  <a:lnTo>
                    <a:pt x="1057" y="112"/>
                  </a:lnTo>
                  <a:lnTo>
                    <a:pt x="1057" y="110"/>
                  </a:lnTo>
                  <a:lnTo>
                    <a:pt x="1055" y="112"/>
                  </a:lnTo>
                  <a:lnTo>
                    <a:pt x="1055" y="113"/>
                  </a:lnTo>
                  <a:lnTo>
                    <a:pt x="1055" y="115"/>
                  </a:lnTo>
                  <a:lnTo>
                    <a:pt x="1057" y="118"/>
                  </a:lnTo>
                  <a:lnTo>
                    <a:pt x="1057" y="120"/>
                  </a:lnTo>
                  <a:lnTo>
                    <a:pt x="1057" y="120"/>
                  </a:lnTo>
                  <a:lnTo>
                    <a:pt x="1057" y="122"/>
                  </a:lnTo>
                  <a:lnTo>
                    <a:pt x="1057" y="122"/>
                  </a:lnTo>
                  <a:lnTo>
                    <a:pt x="1057" y="122"/>
                  </a:lnTo>
                  <a:lnTo>
                    <a:pt x="1057" y="124"/>
                  </a:lnTo>
                  <a:lnTo>
                    <a:pt x="1055" y="122"/>
                  </a:lnTo>
                  <a:lnTo>
                    <a:pt x="1053" y="120"/>
                  </a:lnTo>
                  <a:lnTo>
                    <a:pt x="1053" y="118"/>
                  </a:lnTo>
                  <a:lnTo>
                    <a:pt x="1053" y="118"/>
                  </a:lnTo>
                  <a:lnTo>
                    <a:pt x="1052" y="115"/>
                  </a:lnTo>
                  <a:lnTo>
                    <a:pt x="1052" y="115"/>
                  </a:lnTo>
                  <a:lnTo>
                    <a:pt x="1053" y="113"/>
                  </a:lnTo>
                  <a:lnTo>
                    <a:pt x="1053" y="113"/>
                  </a:lnTo>
                  <a:lnTo>
                    <a:pt x="1053" y="113"/>
                  </a:lnTo>
                  <a:lnTo>
                    <a:pt x="1052" y="112"/>
                  </a:lnTo>
                  <a:lnTo>
                    <a:pt x="1052" y="112"/>
                  </a:lnTo>
                  <a:lnTo>
                    <a:pt x="1052" y="112"/>
                  </a:lnTo>
                  <a:lnTo>
                    <a:pt x="1052" y="112"/>
                  </a:lnTo>
                  <a:lnTo>
                    <a:pt x="1050" y="112"/>
                  </a:lnTo>
                  <a:lnTo>
                    <a:pt x="1050" y="113"/>
                  </a:lnTo>
                  <a:lnTo>
                    <a:pt x="1048" y="115"/>
                  </a:lnTo>
                  <a:lnTo>
                    <a:pt x="1048" y="112"/>
                  </a:lnTo>
                  <a:lnTo>
                    <a:pt x="1046" y="112"/>
                  </a:lnTo>
                  <a:lnTo>
                    <a:pt x="1046" y="110"/>
                  </a:lnTo>
                  <a:lnTo>
                    <a:pt x="1050" y="108"/>
                  </a:lnTo>
                  <a:lnTo>
                    <a:pt x="1048" y="107"/>
                  </a:lnTo>
                  <a:lnTo>
                    <a:pt x="1048" y="107"/>
                  </a:lnTo>
                  <a:lnTo>
                    <a:pt x="1046" y="107"/>
                  </a:lnTo>
                  <a:lnTo>
                    <a:pt x="1046" y="108"/>
                  </a:lnTo>
                  <a:lnTo>
                    <a:pt x="1045" y="108"/>
                  </a:lnTo>
                  <a:lnTo>
                    <a:pt x="1043" y="107"/>
                  </a:lnTo>
                  <a:lnTo>
                    <a:pt x="1043" y="107"/>
                  </a:lnTo>
                  <a:lnTo>
                    <a:pt x="1041" y="107"/>
                  </a:lnTo>
                  <a:lnTo>
                    <a:pt x="1043" y="108"/>
                  </a:lnTo>
                  <a:lnTo>
                    <a:pt x="1043" y="110"/>
                  </a:lnTo>
                  <a:lnTo>
                    <a:pt x="1043" y="112"/>
                  </a:lnTo>
                  <a:lnTo>
                    <a:pt x="1043" y="112"/>
                  </a:lnTo>
                  <a:lnTo>
                    <a:pt x="1045" y="113"/>
                  </a:lnTo>
                  <a:lnTo>
                    <a:pt x="1045" y="115"/>
                  </a:lnTo>
                  <a:lnTo>
                    <a:pt x="1045" y="117"/>
                  </a:lnTo>
                  <a:lnTo>
                    <a:pt x="1043" y="118"/>
                  </a:lnTo>
                  <a:lnTo>
                    <a:pt x="1043" y="117"/>
                  </a:lnTo>
                  <a:lnTo>
                    <a:pt x="1041" y="118"/>
                  </a:lnTo>
                  <a:lnTo>
                    <a:pt x="1040" y="120"/>
                  </a:lnTo>
                  <a:lnTo>
                    <a:pt x="1038" y="120"/>
                  </a:lnTo>
                  <a:lnTo>
                    <a:pt x="1038" y="118"/>
                  </a:lnTo>
                  <a:lnTo>
                    <a:pt x="1036" y="118"/>
                  </a:lnTo>
                  <a:lnTo>
                    <a:pt x="1035" y="118"/>
                  </a:lnTo>
                  <a:lnTo>
                    <a:pt x="1035" y="118"/>
                  </a:lnTo>
                  <a:lnTo>
                    <a:pt x="1033" y="118"/>
                  </a:lnTo>
                  <a:lnTo>
                    <a:pt x="1031" y="118"/>
                  </a:lnTo>
                  <a:lnTo>
                    <a:pt x="1031" y="118"/>
                  </a:lnTo>
                  <a:lnTo>
                    <a:pt x="1029" y="118"/>
                  </a:lnTo>
                  <a:lnTo>
                    <a:pt x="1029" y="120"/>
                  </a:lnTo>
                  <a:lnTo>
                    <a:pt x="1029" y="120"/>
                  </a:lnTo>
                  <a:lnTo>
                    <a:pt x="1029" y="120"/>
                  </a:lnTo>
                  <a:lnTo>
                    <a:pt x="1028" y="122"/>
                  </a:lnTo>
                  <a:lnTo>
                    <a:pt x="1028" y="122"/>
                  </a:lnTo>
                  <a:lnTo>
                    <a:pt x="1028" y="124"/>
                  </a:lnTo>
                  <a:lnTo>
                    <a:pt x="1028" y="124"/>
                  </a:lnTo>
                  <a:lnTo>
                    <a:pt x="1029" y="124"/>
                  </a:lnTo>
                  <a:lnTo>
                    <a:pt x="1031" y="124"/>
                  </a:lnTo>
                  <a:lnTo>
                    <a:pt x="1031" y="124"/>
                  </a:lnTo>
                  <a:lnTo>
                    <a:pt x="1029" y="125"/>
                  </a:lnTo>
                  <a:lnTo>
                    <a:pt x="1029" y="125"/>
                  </a:lnTo>
                  <a:lnTo>
                    <a:pt x="1029" y="127"/>
                  </a:lnTo>
                  <a:lnTo>
                    <a:pt x="1029" y="129"/>
                  </a:lnTo>
                  <a:lnTo>
                    <a:pt x="1029" y="129"/>
                  </a:lnTo>
                  <a:lnTo>
                    <a:pt x="1029" y="129"/>
                  </a:lnTo>
                  <a:lnTo>
                    <a:pt x="1031" y="129"/>
                  </a:lnTo>
                  <a:lnTo>
                    <a:pt x="1031" y="129"/>
                  </a:lnTo>
                  <a:lnTo>
                    <a:pt x="1031" y="129"/>
                  </a:lnTo>
                  <a:lnTo>
                    <a:pt x="1031" y="129"/>
                  </a:lnTo>
                  <a:lnTo>
                    <a:pt x="1031" y="130"/>
                  </a:lnTo>
                  <a:lnTo>
                    <a:pt x="1033" y="130"/>
                  </a:lnTo>
                  <a:lnTo>
                    <a:pt x="1036" y="127"/>
                  </a:lnTo>
                  <a:lnTo>
                    <a:pt x="1038" y="125"/>
                  </a:lnTo>
                  <a:lnTo>
                    <a:pt x="1038" y="125"/>
                  </a:lnTo>
                  <a:lnTo>
                    <a:pt x="1038" y="125"/>
                  </a:lnTo>
                  <a:lnTo>
                    <a:pt x="1040" y="124"/>
                  </a:lnTo>
                  <a:lnTo>
                    <a:pt x="1040" y="124"/>
                  </a:lnTo>
                  <a:lnTo>
                    <a:pt x="1040" y="124"/>
                  </a:lnTo>
                  <a:lnTo>
                    <a:pt x="1041" y="125"/>
                  </a:lnTo>
                  <a:lnTo>
                    <a:pt x="1041" y="125"/>
                  </a:lnTo>
                  <a:lnTo>
                    <a:pt x="1041" y="125"/>
                  </a:lnTo>
                  <a:lnTo>
                    <a:pt x="1043" y="125"/>
                  </a:lnTo>
                  <a:lnTo>
                    <a:pt x="1043" y="122"/>
                  </a:lnTo>
                  <a:lnTo>
                    <a:pt x="1045" y="122"/>
                  </a:lnTo>
                  <a:lnTo>
                    <a:pt x="1046" y="124"/>
                  </a:lnTo>
                  <a:lnTo>
                    <a:pt x="1046" y="124"/>
                  </a:lnTo>
                  <a:lnTo>
                    <a:pt x="1045" y="127"/>
                  </a:lnTo>
                  <a:lnTo>
                    <a:pt x="1043" y="129"/>
                  </a:lnTo>
                  <a:lnTo>
                    <a:pt x="1041" y="129"/>
                  </a:lnTo>
                  <a:lnTo>
                    <a:pt x="1040" y="127"/>
                  </a:lnTo>
                  <a:lnTo>
                    <a:pt x="1040" y="127"/>
                  </a:lnTo>
                  <a:lnTo>
                    <a:pt x="1040" y="127"/>
                  </a:lnTo>
                  <a:lnTo>
                    <a:pt x="1038" y="129"/>
                  </a:lnTo>
                  <a:lnTo>
                    <a:pt x="1036" y="129"/>
                  </a:lnTo>
                  <a:lnTo>
                    <a:pt x="1035" y="129"/>
                  </a:lnTo>
                  <a:lnTo>
                    <a:pt x="1035" y="130"/>
                  </a:lnTo>
                  <a:lnTo>
                    <a:pt x="1035" y="130"/>
                  </a:lnTo>
                  <a:lnTo>
                    <a:pt x="1035" y="130"/>
                  </a:lnTo>
                  <a:lnTo>
                    <a:pt x="1035" y="132"/>
                  </a:lnTo>
                  <a:lnTo>
                    <a:pt x="1033" y="132"/>
                  </a:lnTo>
                  <a:lnTo>
                    <a:pt x="1033" y="134"/>
                  </a:lnTo>
                  <a:lnTo>
                    <a:pt x="1031" y="134"/>
                  </a:lnTo>
                  <a:lnTo>
                    <a:pt x="1031" y="134"/>
                  </a:lnTo>
                  <a:lnTo>
                    <a:pt x="1031" y="135"/>
                  </a:lnTo>
                  <a:lnTo>
                    <a:pt x="1033" y="135"/>
                  </a:lnTo>
                  <a:lnTo>
                    <a:pt x="1033" y="135"/>
                  </a:lnTo>
                  <a:lnTo>
                    <a:pt x="1033" y="135"/>
                  </a:lnTo>
                  <a:lnTo>
                    <a:pt x="1033" y="137"/>
                  </a:lnTo>
                  <a:lnTo>
                    <a:pt x="1035" y="137"/>
                  </a:lnTo>
                  <a:lnTo>
                    <a:pt x="1035" y="139"/>
                  </a:lnTo>
                  <a:lnTo>
                    <a:pt x="1036" y="139"/>
                  </a:lnTo>
                  <a:lnTo>
                    <a:pt x="1038" y="137"/>
                  </a:lnTo>
                  <a:lnTo>
                    <a:pt x="1040" y="135"/>
                  </a:lnTo>
                  <a:lnTo>
                    <a:pt x="1045" y="134"/>
                  </a:lnTo>
                  <a:lnTo>
                    <a:pt x="1045" y="134"/>
                  </a:lnTo>
                  <a:lnTo>
                    <a:pt x="1046" y="134"/>
                  </a:lnTo>
                  <a:lnTo>
                    <a:pt x="1048" y="135"/>
                  </a:lnTo>
                  <a:lnTo>
                    <a:pt x="1050" y="135"/>
                  </a:lnTo>
                  <a:lnTo>
                    <a:pt x="1050" y="134"/>
                  </a:lnTo>
                  <a:lnTo>
                    <a:pt x="1052" y="135"/>
                  </a:lnTo>
                  <a:lnTo>
                    <a:pt x="1052" y="135"/>
                  </a:lnTo>
                  <a:lnTo>
                    <a:pt x="1053" y="135"/>
                  </a:lnTo>
                  <a:lnTo>
                    <a:pt x="1055" y="135"/>
                  </a:lnTo>
                  <a:lnTo>
                    <a:pt x="1055" y="137"/>
                  </a:lnTo>
                  <a:lnTo>
                    <a:pt x="1053" y="137"/>
                  </a:lnTo>
                  <a:lnTo>
                    <a:pt x="1052" y="137"/>
                  </a:lnTo>
                  <a:lnTo>
                    <a:pt x="1050" y="139"/>
                  </a:lnTo>
                  <a:lnTo>
                    <a:pt x="1050" y="139"/>
                  </a:lnTo>
                  <a:lnTo>
                    <a:pt x="1048" y="144"/>
                  </a:lnTo>
                  <a:lnTo>
                    <a:pt x="1048" y="146"/>
                  </a:lnTo>
                  <a:lnTo>
                    <a:pt x="1053" y="149"/>
                  </a:lnTo>
                  <a:lnTo>
                    <a:pt x="1053" y="149"/>
                  </a:lnTo>
                  <a:lnTo>
                    <a:pt x="1057" y="152"/>
                  </a:lnTo>
                  <a:lnTo>
                    <a:pt x="1058" y="154"/>
                  </a:lnTo>
                  <a:lnTo>
                    <a:pt x="1055" y="152"/>
                  </a:lnTo>
                  <a:lnTo>
                    <a:pt x="1050" y="149"/>
                  </a:lnTo>
                  <a:lnTo>
                    <a:pt x="1046" y="147"/>
                  </a:lnTo>
                  <a:lnTo>
                    <a:pt x="1046" y="149"/>
                  </a:lnTo>
                  <a:lnTo>
                    <a:pt x="1046" y="151"/>
                  </a:lnTo>
                  <a:lnTo>
                    <a:pt x="1046" y="152"/>
                  </a:lnTo>
                  <a:lnTo>
                    <a:pt x="1045" y="151"/>
                  </a:lnTo>
                  <a:lnTo>
                    <a:pt x="1045" y="151"/>
                  </a:lnTo>
                  <a:lnTo>
                    <a:pt x="1045" y="151"/>
                  </a:lnTo>
                  <a:lnTo>
                    <a:pt x="1045" y="149"/>
                  </a:lnTo>
                  <a:lnTo>
                    <a:pt x="1043" y="149"/>
                  </a:lnTo>
                  <a:lnTo>
                    <a:pt x="1043" y="149"/>
                  </a:lnTo>
                  <a:lnTo>
                    <a:pt x="1041" y="151"/>
                  </a:lnTo>
                  <a:lnTo>
                    <a:pt x="1041" y="151"/>
                  </a:lnTo>
                  <a:lnTo>
                    <a:pt x="1040" y="151"/>
                  </a:lnTo>
                  <a:lnTo>
                    <a:pt x="1040" y="149"/>
                  </a:lnTo>
                  <a:lnTo>
                    <a:pt x="1041" y="147"/>
                  </a:lnTo>
                  <a:lnTo>
                    <a:pt x="1041" y="146"/>
                  </a:lnTo>
                  <a:lnTo>
                    <a:pt x="1041" y="146"/>
                  </a:lnTo>
                  <a:lnTo>
                    <a:pt x="1040" y="146"/>
                  </a:lnTo>
                  <a:lnTo>
                    <a:pt x="1040" y="144"/>
                  </a:lnTo>
                  <a:lnTo>
                    <a:pt x="1038" y="144"/>
                  </a:lnTo>
                  <a:lnTo>
                    <a:pt x="1038" y="144"/>
                  </a:lnTo>
                  <a:lnTo>
                    <a:pt x="1038" y="144"/>
                  </a:lnTo>
                  <a:lnTo>
                    <a:pt x="1038" y="142"/>
                  </a:lnTo>
                  <a:lnTo>
                    <a:pt x="1035" y="141"/>
                  </a:lnTo>
                  <a:lnTo>
                    <a:pt x="1035" y="139"/>
                  </a:lnTo>
                  <a:lnTo>
                    <a:pt x="1031" y="139"/>
                  </a:lnTo>
                  <a:lnTo>
                    <a:pt x="1031" y="139"/>
                  </a:lnTo>
                  <a:lnTo>
                    <a:pt x="1028" y="139"/>
                  </a:lnTo>
                  <a:lnTo>
                    <a:pt x="1026" y="139"/>
                  </a:lnTo>
                  <a:lnTo>
                    <a:pt x="1028" y="139"/>
                  </a:lnTo>
                  <a:lnTo>
                    <a:pt x="1028" y="137"/>
                  </a:lnTo>
                  <a:lnTo>
                    <a:pt x="1028" y="137"/>
                  </a:lnTo>
                  <a:lnTo>
                    <a:pt x="1026" y="135"/>
                  </a:lnTo>
                  <a:lnTo>
                    <a:pt x="1026" y="135"/>
                  </a:lnTo>
                  <a:lnTo>
                    <a:pt x="1024" y="135"/>
                  </a:lnTo>
                  <a:lnTo>
                    <a:pt x="1024" y="134"/>
                  </a:lnTo>
                  <a:lnTo>
                    <a:pt x="1023" y="135"/>
                  </a:lnTo>
                  <a:lnTo>
                    <a:pt x="1019" y="139"/>
                  </a:lnTo>
                  <a:lnTo>
                    <a:pt x="1019" y="137"/>
                  </a:lnTo>
                  <a:lnTo>
                    <a:pt x="1021" y="135"/>
                  </a:lnTo>
                  <a:lnTo>
                    <a:pt x="1021" y="134"/>
                  </a:lnTo>
                  <a:lnTo>
                    <a:pt x="1021" y="134"/>
                  </a:lnTo>
                  <a:lnTo>
                    <a:pt x="1018" y="132"/>
                  </a:lnTo>
                  <a:lnTo>
                    <a:pt x="1018" y="132"/>
                  </a:lnTo>
                  <a:lnTo>
                    <a:pt x="1018" y="132"/>
                  </a:lnTo>
                  <a:lnTo>
                    <a:pt x="1018" y="130"/>
                  </a:lnTo>
                  <a:lnTo>
                    <a:pt x="1018" y="130"/>
                  </a:lnTo>
                  <a:lnTo>
                    <a:pt x="1016" y="130"/>
                  </a:lnTo>
                  <a:lnTo>
                    <a:pt x="1016" y="132"/>
                  </a:lnTo>
                  <a:lnTo>
                    <a:pt x="1016" y="132"/>
                  </a:lnTo>
                  <a:lnTo>
                    <a:pt x="1016" y="132"/>
                  </a:lnTo>
                  <a:lnTo>
                    <a:pt x="1014" y="132"/>
                  </a:lnTo>
                  <a:lnTo>
                    <a:pt x="1014" y="132"/>
                  </a:lnTo>
                  <a:lnTo>
                    <a:pt x="1012" y="130"/>
                  </a:lnTo>
                  <a:lnTo>
                    <a:pt x="1012" y="132"/>
                  </a:lnTo>
                  <a:lnTo>
                    <a:pt x="1012" y="134"/>
                  </a:lnTo>
                  <a:lnTo>
                    <a:pt x="1012" y="134"/>
                  </a:lnTo>
                  <a:lnTo>
                    <a:pt x="1014" y="134"/>
                  </a:lnTo>
                  <a:lnTo>
                    <a:pt x="1014" y="134"/>
                  </a:lnTo>
                  <a:lnTo>
                    <a:pt x="1016" y="135"/>
                  </a:lnTo>
                  <a:lnTo>
                    <a:pt x="1016" y="135"/>
                  </a:lnTo>
                  <a:lnTo>
                    <a:pt x="1016" y="137"/>
                  </a:lnTo>
                  <a:lnTo>
                    <a:pt x="1014" y="137"/>
                  </a:lnTo>
                  <a:lnTo>
                    <a:pt x="1012" y="137"/>
                  </a:lnTo>
                  <a:lnTo>
                    <a:pt x="1012" y="139"/>
                  </a:lnTo>
                  <a:lnTo>
                    <a:pt x="1014" y="139"/>
                  </a:lnTo>
                  <a:lnTo>
                    <a:pt x="1014" y="139"/>
                  </a:lnTo>
                  <a:lnTo>
                    <a:pt x="1016" y="137"/>
                  </a:lnTo>
                  <a:lnTo>
                    <a:pt x="1018" y="139"/>
                  </a:lnTo>
                  <a:lnTo>
                    <a:pt x="1018" y="139"/>
                  </a:lnTo>
                  <a:lnTo>
                    <a:pt x="1019" y="141"/>
                  </a:lnTo>
                  <a:lnTo>
                    <a:pt x="1018" y="141"/>
                  </a:lnTo>
                  <a:lnTo>
                    <a:pt x="1016" y="142"/>
                  </a:lnTo>
                  <a:lnTo>
                    <a:pt x="1014" y="142"/>
                  </a:lnTo>
                  <a:lnTo>
                    <a:pt x="1014" y="146"/>
                  </a:lnTo>
                  <a:lnTo>
                    <a:pt x="1014" y="147"/>
                  </a:lnTo>
                  <a:lnTo>
                    <a:pt x="1016" y="149"/>
                  </a:lnTo>
                  <a:lnTo>
                    <a:pt x="1014" y="151"/>
                  </a:lnTo>
                  <a:lnTo>
                    <a:pt x="1012" y="151"/>
                  </a:lnTo>
                  <a:lnTo>
                    <a:pt x="1012" y="149"/>
                  </a:lnTo>
                  <a:lnTo>
                    <a:pt x="1011" y="149"/>
                  </a:lnTo>
                  <a:lnTo>
                    <a:pt x="1011" y="147"/>
                  </a:lnTo>
                  <a:lnTo>
                    <a:pt x="1011" y="146"/>
                  </a:lnTo>
                  <a:lnTo>
                    <a:pt x="1011" y="146"/>
                  </a:lnTo>
                  <a:lnTo>
                    <a:pt x="1011" y="146"/>
                  </a:lnTo>
                  <a:lnTo>
                    <a:pt x="1011" y="146"/>
                  </a:lnTo>
                  <a:lnTo>
                    <a:pt x="1011" y="146"/>
                  </a:lnTo>
                  <a:lnTo>
                    <a:pt x="1011" y="146"/>
                  </a:lnTo>
                  <a:lnTo>
                    <a:pt x="1011" y="152"/>
                  </a:lnTo>
                  <a:lnTo>
                    <a:pt x="1009" y="152"/>
                  </a:lnTo>
                  <a:lnTo>
                    <a:pt x="1007" y="152"/>
                  </a:lnTo>
                  <a:lnTo>
                    <a:pt x="1006" y="152"/>
                  </a:lnTo>
                  <a:lnTo>
                    <a:pt x="1004" y="152"/>
                  </a:lnTo>
                  <a:lnTo>
                    <a:pt x="1002" y="151"/>
                  </a:lnTo>
                  <a:lnTo>
                    <a:pt x="999" y="149"/>
                  </a:lnTo>
                  <a:lnTo>
                    <a:pt x="997" y="149"/>
                  </a:lnTo>
                  <a:lnTo>
                    <a:pt x="995" y="151"/>
                  </a:lnTo>
                  <a:lnTo>
                    <a:pt x="995" y="154"/>
                  </a:lnTo>
                  <a:lnTo>
                    <a:pt x="994" y="154"/>
                  </a:lnTo>
                  <a:lnTo>
                    <a:pt x="992" y="154"/>
                  </a:lnTo>
                  <a:lnTo>
                    <a:pt x="992" y="156"/>
                  </a:lnTo>
                  <a:lnTo>
                    <a:pt x="992" y="156"/>
                  </a:lnTo>
                  <a:lnTo>
                    <a:pt x="990" y="154"/>
                  </a:lnTo>
                  <a:lnTo>
                    <a:pt x="989" y="154"/>
                  </a:lnTo>
                  <a:lnTo>
                    <a:pt x="989" y="154"/>
                  </a:lnTo>
                  <a:lnTo>
                    <a:pt x="990" y="156"/>
                  </a:lnTo>
                  <a:lnTo>
                    <a:pt x="990" y="158"/>
                  </a:lnTo>
                  <a:lnTo>
                    <a:pt x="990" y="161"/>
                  </a:lnTo>
                  <a:lnTo>
                    <a:pt x="992" y="161"/>
                  </a:lnTo>
                  <a:lnTo>
                    <a:pt x="992" y="163"/>
                  </a:lnTo>
                  <a:lnTo>
                    <a:pt x="992" y="164"/>
                  </a:lnTo>
                  <a:lnTo>
                    <a:pt x="992" y="166"/>
                  </a:lnTo>
                  <a:lnTo>
                    <a:pt x="990" y="164"/>
                  </a:lnTo>
                  <a:lnTo>
                    <a:pt x="990" y="164"/>
                  </a:lnTo>
                  <a:lnTo>
                    <a:pt x="990" y="166"/>
                  </a:lnTo>
                  <a:lnTo>
                    <a:pt x="990" y="166"/>
                  </a:lnTo>
                  <a:lnTo>
                    <a:pt x="990" y="168"/>
                  </a:lnTo>
                  <a:lnTo>
                    <a:pt x="989" y="168"/>
                  </a:lnTo>
                  <a:lnTo>
                    <a:pt x="989" y="166"/>
                  </a:lnTo>
                  <a:lnTo>
                    <a:pt x="989" y="166"/>
                  </a:lnTo>
                  <a:lnTo>
                    <a:pt x="989" y="166"/>
                  </a:lnTo>
                  <a:lnTo>
                    <a:pt x="989" y="168"/>
                  </a:lnTo>
                  <a:lnTo>
                    <a:pt x="989" y="168"/>
                  </a:lnTo>
                  <a:lnTo>
                    <a:pt x="989" y="171"/>
                  </a:lnTo>
                  <a:lnTo>
                    <a:pt x="989" y="171"/>
                  </a:lnTo>
                  <a:lnTo>
                    <a:pt x="989" y="173"/>
                  </a:lnTo>
                  <a:lnTo>
                    <a:pt x="989" y="176"/>
                  </a:lnTo>
                  <a:lnTo>
                    <a:pt x="990" y="178"/>
                  </a:lnTo>
                  <a:lnTo>
                    <a:pt x="990" y="178"/>
                  </a:lnTo>
                  <a:lnTo>
                    <a:pt x="990" y="185"/>
                  </a:lnTo>
                  <a:lnTo>
                    <a:pt x="992" y="183"/>
                  </a:lnTo>
                  <a:lnTo>
                    <a:pt x="992" y="183"/>
                  </a:lnTo>
                  <a:lnTo>
                    <a:pt x="992" y="183"/>
                  </a:lnTo>
                  <a:lnTo>
                    <a:pt x="994" y="183"/>
                  </a:lnTo>
                  <a:lnTo>
                    <a:pt x="994" y="183"/>
                  </a:lnTo>
                  <a:lnTo>
                    <a:pt x="994" y="181"/>
                  </a:lnTo>
                  <a:lnTo>
                    <a:pt x="994" y="180"/>
                  </a:lnTo>
                  <a:lnTo>
                    <a:pt x="994" y="181"/>
                  </a:lnTo>
                  <a:lnTo>
                    <a:pt x="995" y="186"/>
                  </a:lnTo>
                  <a:lnTo>
                    <a:pt x="997" y="190"/>
                  </a:lnTo>
                  <a:lnTo>
                    <a:pt x="997" y="190"/>
                  </a:lnTo>
                  <a:lnTo>
                    <a:pt x="997" y="190"/>
                  </a:lnTo>
                  <a:lnTo>
                    <a:pt x="999" y="191"/>
                  </a:lnTo>
                  <a:lnTo>
                    <a:pt x="997" y="191"/>
                  </a:lnTo>
                  <a:lnTo>
                    <a:pt x="997" y="193"/>
                  </a:lnTo>
                  <a:lnTo>
                    <a:pt x="997" y="195"/>
                  </a:lnTo>
                  <a:lnTo>
                    <a:pt x="997" y="195"/>
                  </a:lnTo>
                  <a:lnTo>
                    <a:pt x="1001" y="193"/>
                  </a:lnTo>
                  <a:lnTo>
                    <a:pt x="1004" y="185"/>
                  </a:lnTo>
                  <a:lnTo>
                    <a:pt x="1006" y="183"/>
                  </a:lnTo>
                  <a:lnTo>
                    <a:pt x="1007" y="178"/>
                  </a:lnTo>
                  <a:lnTo>
                    <a:pt x="1009" y="178"/>
                  </a:lnTo>
                  <a:lnTo>
                    <a:pt x="1011" y="178"/>
                  </a:lnTo>
                  <a:lnTo>
                    <a:pt x="1014" y="178"/>
                  </a:lnTo>
                  <a:lnTo>
                    <a:pt x="1016" y="178"/>
                  </a:lnTo>
                  <a:lnTo>
                    <a:pt x="1019" y="178"/>
                  </a:lnTo>
                  <a:lnTo>
                    <a:pt x="1018" y="180"/>
                  </a:lnTo>
                  <a:lnTo>
                    <a:pt x="1016" y="181"/>
                  </a:lnTo>
                  <a:lnTo>
                    <a:pt x="1016" y="183"/>
                  </a:lnTo>
                  <a:lnTo>
                    <a:pt x="1014" y="185"/>
                  </a:lnTo>
                  <a:lnTo>
                    <a:pt x="1014" y="185"/>
                  </a:lnTo>
                  <a:lnTo>
                    <a:pt x="1012" y="183"/>
                  </a:lnTo>
                  <a:lnTo>
                    <a:pt x="1011" y="183"/>
                  </a:lnTo>
                  <a:lnTo>
                    <a:pt x="1009" y="185"/>
                  </a:lnTo>
                  <a:lnTo>
                    <a:pt x="1007" y="186"/>
                  </a:lnTo>
                  <a:lnTo>
                    <a:pt x="1007" y="190"/>
                  </a:lnTo>
                  <a:lnTo>
                    <a:pt x="1007" y="191"/>
                  </a:lnTo>
                  <a:lnTo>
                    <a:pt x="1009" y="193"/>
                  </a:lnTo>
                  <a:lnTo>
                    <a:pt x="1007" y="193"/>
                  </a:lnTo>
                  <a:lnTo>
                    <a:pt x="1006" y="195"/>
                  </a:lnTo>
                  <a:lnTo>
                    <a:pt x="1006" y="198"/>
                  </a:lnTo>
                  <a:lnTo>
                    <a:pt x="1006" y="203"/>
                  </a:lnTo>
                  <a:lnTo>
                    <a:pt x="1007" y="205"/>
                  </a:lnTo>
                  <a:lnTo>
                    <a:pt x="1004" y="205"/>
                  </a:lnTo>
                  <a:lnTo>
                    <a:pt x="1002" y="207"/>
                  </a:lnTo>
                  <a:lnTo>
                    <a:pt x="1001" y="208"/>
                  </a:lnTo>
                  <a:lnTo>
                    <a:pt x="1001" y="210"/>
                  </a:lnTo>
                  <a:lnTo>
                    <a:pt x="999" y="208"/>
                  </a:lnTo>
                  <a:lnTo>
                    <a:pt x="999" y="207"/>
                  </a:lnTo>
                  <a:lnTo>
                    <a:pt x="997" y="205"/>
                  </a:lnTo>
                  <a:lnTo>
                    <a:pt x="997" y="205"/>
                  </a:lnTo>
                  <a:lnTo>
                    <a:pt x="995" y="203"/>
                  </a:lnTo>
                  <a:lnTo>
                    <a:pt x="997" y="203"/>
                  </a:lnTo>
                  <a:lnTo>
                    <a:pt x="997" y="202"/>
                  </a:lnTo>
                  <a:lnTo>
                    <a:pt x="995" y="200"/>
                  </a:lnTo>
                  <a:lnTo>
                    <a:pt x="995" y="200"/>
                  </a:lnTo>
                  <a:lnTo>
                    <a:pt x="994" y="200"/>
                  </a:lnTo>
                  <a:lnTo>
                    <a:pt x="994" y="200"/>
                  </a:lnTo>
                  <a:lnTo>
                    <a:pt x="992" y="202"/>
                  </a:lnTo>
                  <a:lnTo>
                    <a:pt x="992" y="207"/>
                  </a:lnTo>
                  <a:lnTo>
                    <a:pt x="992" y="208"/>
                  </a:lnTo>
                  <a:lnTo>
                    <a:pt x="992" y="208"/>
                  </a:lnTo>
                  <a:lnTo>
                    <a:pt x="990" y="210"/>
                  </a:lnTo>
                  <a:lnTo>
                    <a:pt x="989" y="210"/>
                  </a:lnTo>
                  <a:lnTo>
                    <a:pt x="989" y="212"/>
                  </a:lnTo>
                  <a:lnTo>
                    <a:pt x="989" y="212"/>
                  </a:lnTo>
                  <a:lnTo>
                    <a:pt x="989" y="214"/>
                  </a:lnTo>
                  <a:lnTo>
                    <a:pt x="989" y="215"/>
                  </a:lnTo>
                  <a:lnTo>
                    <a:pt x="989" y="215"/>
                  </a:lnTo>
                  <a:lnTo>
                    <a:pt x="990" y="215"/>
                  </a:lnTo>
                  <a:lnTo>
                    <a:pt x="990" y="217"/>
                  </a:lnTo>
                  <a:lnTo>
                    <a:pt x="989" y="219"/>
                  </a:lnTo>
                  <a:lnTo>
                    <a:pt x="989" y="220"/>
                  </a:lnTo>
                  <a:lnTo>
                    <a:pt x="989" y="220"/>
                  </a:lnTo>
                  <a:lnTo>
                    <a:pt x="989" y="220"/>
                  </a:lnTo>
                  <a:lnTo>
                    <a:pt x="990" y="220"/>
                  </a:lnTo>
                  <a:lnTo>
                    <a:pt x="990" y="224"/>
                  </a:lnTo>
                  <a:lnTo>
                    <a:pt x="992" y="224"/>
                  </a:lnTo>
                  <a:lnTo>
                    <a:pt x="992" y="225"/>
                  </a:lnTo>
                  <a:lnTo>
                    <a:pt x="994" y="225"/>
                  </a:lnTo>
                  <a:lnTo>
                    <a:pt x="994" y="224"/>
                  </a:lnTo>
                  <a:lnTo>
                    <a:pt x="995" y="224"/>
                  </a:lnTo>
                  <a:lnTo>
                    <a:pt x="995" y="224"/>
                  </a:lnTo>
                  <a:lnTo>
                    <a:pt x="997" y="225"/>
                  </a:lnTo>
                  <a:lnTo>
                    <a:pt x="997" y="225"/>
                  </a:lnTo>
                  <a:lnTo>
                    <a:pt x="999" y="224"/>
                  </a:lnTo>
                  <a:lnTo>
                    <a:pt x="1006" y="224"/>
                  </a:lnTo>
                  <a:lnTo>
                    <a:pt x="1007" y="224"/>
                  </a:lnTo>
                  <a:lnTo>
                    <a:pt x="1016" y="225"/>
                  </a:lnTo>
                  <a:lnTo>
                    <a:pt x="1021" y="227"/>
                  </a:lnTo>
                  <a:lnTo>
                    <a:pt x="1024" y="229"/>
                  </a:lnTo>
                  <a:lnTo>
                    <a:pt x="1026" y="229"/>
                  </a:lnTo>
                  <a:lnTo>
                    <a:pt x="1026" y="229"/>
                  </a:lnTo>
                  <a:lnTo>
                    <a:pt x="1028" y="231"/>
                  </a:lnTo>
                  <a:lnTo>
                    <a:pt x="1031" y="229"/>
                  </a:lnTo>
                  <a:lnTo>
                    <a:pt x="1033" y="231"/>
                  </a:lnTo>
                  <a:lnTo>
                    <a:pt x="1031" y="232"/>
                  </a:lnTo>
                  <a:lnTo>
                    <a:pt x="1028" y="232"/>
                  </a:lnTo>
                  <a:lnTo>
                    <a:pt x="1024" y="231"/>
                  </a:lnTo>
                  <a:lnTo>
                    <a:pt x="1024" y="229"/>
                  </a:lnTo>
                  <a:lnTo>
                    <a:pt x="1023" y="229"/>
                  </a:lnTo>
                  <a:lnTo>
                    <a:pt x="1018" y="229"/>
                  </a:lnTo>
                  <a:lnTo>
                    <a:pt x="1014" y="229"/>
                  </a:lnTo>
                  <a:lnTo>
                    <a:pt x="1012" y="229"/>
                  </a:lnTo>
                  <a:lnTo>
                    <a:pt x="1012" y="229"/>
                  </a:lnTo>
                  <a:lnTo>
                    <a:pt x="1009" y="231"/>
                  </a:lnTo>
                  <a:lnTo>
                    <a:pt x="1007" y="231"/>
                  </a:lnTo>
                  <a:lnTo>
                    <a:pt x="997" y="229"/>
                  </a:lnTo>
                  <a:lnTo>
                    <a:pt x="994" y="229"/>
                  </a:lnTo>
                  <a:lnTo>
                    <a:pt x="992" y="227"/>
                  </a:lnTo>
                  <a:lnTo>
                    <a:pt x="990" y="225"/>
                  </a:lnTo>
                  <a:lnTo>
                    <a:pt x="989" y="225"/>
                  </a:lnTo>
                  <a:lnTo>
                    <a:pt x="987" y="227"/>
                  </a:lnTo>
                  <a:lnTo>
                    <a:pt x="985" y="231"/>
                  </a:lnTo>
                  <a:lnTo>
                    <a:pt x="984" y="231"/>
                  </a:lnTo>
                  <a:lnTo>
                    <a:pt x="982" y="231"/>
                  </a:lnTo>
                  <a:lnTo>
                    <a:pt x="975" y="229"/>
                  </a:lnTo>
                  <a:lnTo>
                    <a:pt x="973" y="229"/>
                  </a:lnTo>
                  <a:lnTo>
                    <a:pt x="973" y="227"/>
                  </a:lnTo>
                  <a:lnTo>
                    <a:pt x="970" y="222"/>
                  </a:lnTo>
                  <a:lnTo>
                    <a:pt x="970" y="220"/>
                  </a:lnTo>
                  <a:lnTo>
                    <a:pt x="968" y="220"/>
                  </a:lnTo>
                  <a:lnTo>
                    <a:pt x="967" y="219"/>
                  </a:lnTo>
                  <a:lnTo>
                    <a:pt x="965" y="219"/>
                  </a:lnTo>
                  <a:lnTo>
                    <a:pt x="962" y="217"/>
                  </a:lnTo>
                  <a:lnTo>
                    <a:pt x="960" y="219"/>
                  </a:lnTo>
                  <a:lnTo>
                    <a:pt x="958" y="219"/>
                  </a:lnTo>
                  <a:lnTo>
                    <a:pt x="958" y="217"/>
                  </a:lnTo>
                  <a:lnTo>
                    <a:pt x="958" y="217"/>
                  </a:lnTo>
                  <a:lnTo>
                    <a:pt x="958" y="217"/>
                  </a:lnTo>
                  <a:lnTo>
                    <a:pt x="955" y="217"/>
                  </a:lnTo>
                  <a:lnTo>
                    <a:pt x="953" y="215"/>
                  </a:lnTo>
                  <a:lnTo>
                    <a:pt x="950" y="214"/>
                  </a:lnTo>
                  <a:lnTo>
                    <a:pt x="948" y="214"/>
                  </a:lnTo>
                  <a:lnTo>
                    <a:pt x="950" y="215"/>
                  </a:lnTo>
                  <a:lnTo>
                    <a:pt x="951" y="217"/>
                  </a:lnTo>
                  <a:lnTo>
                    <a:pt x="953" y="219"/>
                  </a:lnTo>
                  <a:lnTo>
                    <a:pt x="955" y="219"/>
                  </a:lnTo>
                  <a:lnTo>
                    <a:pt x="955" y="220"/>
                  </a:lnTo>
                  <a:lnTo>
                    <a:pt x="951" y="220"/>
                  </a:lnTo>
                  <a:lnTo>
                    <a:pt x="951" y="224"/>
                  </a:lnTo>
                  <a:lnTo>
                    <a:pt x="955" y="227"/>
                  </a:lnTo>
                  <a:lnTo>
                    <a:pt x="955" y="229"/>
                  </a:lnTo>
                  <a:lnTo>
                    <a:pt x="953" y="227"/>
                  </a:lnTo>
                  <a:lnTo>
                    <a:pt x="951" y="227"/>
                  </a:lnTo>
                  <a:lnTo>
                    <a:pt x="951" y="225"/>
                  </a:lnTo>
                  <a:lnTo>
                    <a:pt x="950" y="225"/>
                  </a:lnTo>
                  <a:lnTo>
                    <a:pt x="948" y="224"/>
                  </a:lnTo>
                  <a:lnTo>
                    <a:pt x="946" y="224"/>
                  </a:lnTo>
                  <a:lnTo>
                    <a:pt x="946" y="225"/>
                  </a:lnTo>
                  <a:lnTo>
                    <a:pt x="946" y="227"/>
                  </a:lnTo>
                  <a:lnTo>
                    <a:pt x="946" y="231"/>
                  </a:lnTo>
                  <a:lnTo>
                    <a:pt x="946" y="232"/>
                  </a:lnTo>
                  <a:lnTo>
                    <a:pt x="946" y="232"/>
                  </a:lnTo>
                  <a:lnTo>
                    <a:pt x="945" y="232"/>
                  </a:lnTo>
                  <a:lnTo>
                    <a:pt x="945" y="231"/>
                  </a:lnTo>
                  <a:lnTo>
                    <a:pt x="945" y="231"/>
                  </a:lnTo>
                  <a:lnTo>
                    <a:pt x="945" y="232"/>
                  </a:lnTo>
                  <a:lnTo>
                    <a:pt x="943" y="231"/>
                  </a:lnTo>
                  <a:lnTo>
                    <a:pt x="941" y="227"/>
                  </a:lnTo>
                  <a:lnTo>
                    <a:pt x="943" y="227"/>
                  </a:lnTo>
                  <a:lnTo>
                    <a:pt x="943" y="227"/>
                  </a:lnTo>
                  <a:lnTo>
                    <a:pt x="945" y="227"/>
                  </a:lnTo>
                  <a:lnTo>
                    <a:pt x="945" y="225"/>
                  </a:lnTo>
                  <a:lnTo>
                    <a:pt x="945" y="225"/>
                  </a:lnTo>
                  <a:lnTo>
                    <a:pt x="945" y="224"/>
                  </a:lnTo>
                  <a:lnTo>
                    <a:pt x="943" y="224"/>
                  </a:lnTo>
                  <a:lnTo>
                    <a:pt x="943" y="224"/>
                  </a:lnTo>
                  <a:lnTo>
                    <a:pt x="941" y="222"/>
                  </a:lnTo>
                  <a:lnTo>
                    <a:pt x="939" y="222"/>
                  </a:lnTo>
                  <a:lnTo>
                    <a:pt x="933" y="217"/>
                  </a:lnTo>
                  <a:lnTo>
                    <a:pt x="934" y="217"/>
                  </a:lnTo>
                  <a:lnTo>
                    <a:pt x="938" y="217"/>
                  </a:lnTo>
                  <a:lnTo>
                    <a:pt x="939" y="217"/>
                  </a:lnTo>
                  <a:lnTo>
                    <a:pt x="941" y="215"/>
                  </a:lnTo>
                  <a:lnTo>
                    <a:pt x="939" y="215"/>
                  </a:lnTo>
                  <a:lnTo>
                    <a:pt x="938" y="215"/>
                  </a:lnTo>
                  <a:lnTo>
                    <a:pt x="936" y="214"/>
                  </a:lnTo>
                  <a:lnTo>
                    <a:pt x="936" y="214"/>
                  </a:lnTo>
                  <a:lnTo>
                    <a:pt x="936" y="212"/>
                  </a:lnTo>
                  <a:lnTo>
                    <a:pt x="938" y="214"/>
                  </a:lnTo>
                  <a:lnTo>
                    <a:pt x="939" y="214"/>
                  </a:lnTo>
                  <a:lnTo>
                    <a:pt x="939" y="212"/>
                  </a:lnTo>
                  <a:lnTo>
                    <a:pt x="939" y="212"/>
                  </a:lnTo>
                  <a:lnTo>
                    <a:pt x="938" y="212"/>
                  </a:lnTo>
                  <a:lnTo>
                    <a:pt x="938" y="212"/>
                  </a:lnTo>
                  <a:lnTo>
                    <a:pt x="938" y="210"/>
                  </a:lnTo>
                  <a:lnTo>
                    <a:pt x="936" y="210"/>
                  </a:lnTo>
                  <a:lnTo>
                    <a:pt x="936" y="210"/>
                  </a:lnTo>
                  <a:lnTo>
                    <a:pt x="936" y="210"/>
                  </a:lnTo>
                  <a:lnTo>
                    <a:pt x="934" y="210"/>
                  </a:lnTo>
                  <a:lnTo>
                    <a:pt x="933" y="208"/>
                  </a:lnTo>
                  <a:lnTo>
                    <a:pt x="933" y="207"/>
                  </a:lnTo>
                  <a:lnTo>
                    <a:pt x="933" y="207"/>
                  </a:lnTo>
                  <a:lnTo>
                    <a:pt x="931" y="208"/>
                  </a:lnTo>
                  <a:lnTo>
                    <a:pt x="929" y="208"/>
                  </a:lnTo>
                  <a:lnTo>
                    <a:pt x="921" y="208"/>
                  </a:lnTo>
                  <a:lnTo>
                    <a:pt x="921" y="210"/>
                  </a:lnTo>
                  <a:lnTo>
                    <a:pt x="921" y="210"/>
                  </a:lnTo>
                  <a:lnTo>
                    <a:pt x="921" y="210"/>
                  </a:lnTo>
                  <a:lnTo>
                    <a:pt x="919" y="210"/>
                  </a:lnTo>
                  <a:lnTo>
                    <a:pt x="919" y="210"/>
                  </a:lnTo>
                  <a:lnTo>
                    <a:pt x="917" y="212"/>
                  </a:lnTo>
                  <a:lnTo>
                    <a:pt x="917" y="214"/>
                  </a:lnTo>
                  <a:lnTo>
                    <a:pt x="919" y="215"/>
                  </a:lnTo>
                  <a:lnTo>
                    <a:pt x="919" y="217"/>
                  </a:lnTo>
                  <a:lnTo>
                    <a:pt x="919" y="217"/>
                  </a:lnTo>
                  <a:lnTo>
                    <a:pt x="916" y="219"/>
                  </a:lnTo>
                  <a:lnTo>
                    <a:pt x="917" y="219"/>
                  </a:lnTo>
                  <a:lnTo>
                    <a:pt x="917" y="220"/>
                  </a:lnTo>
                  <a:lnTo>
                    <a:pt x="919" y="220"/>
                  </a:lnTo>
                  <a:lnTo>
                    <a:pt x="921" y="222"/>
                  </a:lnTo>
                  <a:lnTo>
                    <a:pt x="921" y="222"/>
                  </a:lnTo>
                  <a:lnTo>
                    <a:pt x="921" y="222"/>
                  </a:lnTo>
                  <a:lnTo>
                    <a:pt x="921" y="222"/>
                  </a:lnTo>
                  <a:lnTo>
                    <a:pt x="922" y="222"/>
                  </a:lnTo>
                  <a:lnTo>
                    <a:pt x="922" y="222"/>
                  </a:lnTo>
                  <a:lnTo>
                    <a:pt x="922" y="222"/>
                  </a:lnTo>
                  <a:lnTo>
                    <a:pt x="922" y="222"/>
                  </a:lnTo>
                  <a:lnTo>
                    <a:pt x="921" y="222"/>
                  </a:lnTo>
                  <a:lnTo>
                    <a:pt x="921" y="220"/>
                  </a:lnTo>
                  <a:lnTo>
                    <a:pt x="922" y="220"/>
                  </a:lnTo>
                  <a:lnTo>
                    <a:pt x="922" y="220"/>
                  </a:lnTo>
                  <a:lnTo>
                    <a:pt x="924" y="220"/>
                  </a:lnTo>
                  <a:lnTo>
                    <a:pt x="924" y="222"/>
                  </a:lnTo>
                  <a:lnTo>
                    <a:pt x="926" y="222"/>
                  </a:lnTo>
                  <a:lnTo>
                    <a:pt x="926" y="224"/>
                  </a:lnTo>
                  <a:lnTo>
                    <a:pt x="926" y="224"/>
                  </a:lnTo>
                  <a:lnTo>
                    <a:pt x="929" y="224"/>
                  </a:lnTo>
                  <a:lnTo>
                    <a:pt x="931" y="224"/>
                  </a:lnTo>
                  <a:lnTo>
                    <a:pt x="931" y="225"/>
                  </a:lnTo>
                  <a:lnTo>
                    <a:pt x="931" y="225"/>
                  </a:lnTo>
                  <a:lnTo>
                    <a:pt x="931" y="227"/>
                  </a:lnTo>
                  <a:lnTo>
                    <a:pt x="931" y="229"/>
                  </a:lnTo>
                  <a:lnTo>
                    <a:pt x="929" y="229"/>
                  </a:lnTo>
                  <a:lnTo>
                    <a:pt x="928" y="227"/>
                  </a:lnTo>
                  <a:lnTo>
                    <a:pt x="928" y="227"/>
                  </a:lnTo>
                  <a:lnTo>
                    <a:pt x="926" y="227"/>
                  </a:lnTo>
                  <a:lnTo>
                    <a:pt x="924" y="227"/>
                  </a:lnTo>
                  <a:lnTo>
                    <a:pt x="924" y="227"/>
                  </a:lnTo>
                  <a:lnTo>
                    <a:pt x="924" y="227"/>
                  </a:lnTo>
                  <a:lnTo>
                    <a:pt x="926" y="229"/>
                  </a:lnTo>
                  <a:lnTo>
                    <a:pt x="926" y="229"/>
                  </a:lnTo>
                  <a:lnTo>
                    <a:pt x="926" y="229"/>
                  </a:lnTo>
                  <a:lnTo>
                    <a:pt x="928" y="229"/>
                  </a:lnTo>
                  <a:lnTo>
                    <a:pt x="929" y="231"/>
                  </a:lnTo>
                  <a:lnTo>
                    <a:pt x="931" y="232"/>
                  </a:lnTo>
                  <a:lnTo>
                    <a:pt x="926" y="232"/>
                  </a:lnTo>
                  <a:lnTo>
                    <a:pt x="917" y="229"/>
                  </a:lnTo>
                  <a:lnTo>
                    <a:pt x="917" y="231"/>
                  </a:lnTo>
                  <a:lnTo>
                    <a:pt x="916" y="231"/>
                  </a:lnTo>
                  <a:lnTo>
                    <a:pt x="914" y="231"/>
                  </a:lnTo>
                  <a:lnTo>
                    <a:pt x="914" y="231"/>
                  </a:lnTo>
                  <a:lnTo>
                    <a:pt x="916" y="232"/>
                  </a:lnTo>
                  <a:lnTo>
                    <a:pt x="926" y="237"/>
                  </a:lnTo>
                  <a:lnTo>
                    <a:pt x="924" y="237"/>
                  </a:lnTo>
                  <a:lnTo>
                    <a:pt x="922" y="237"/>
                  </a:lnTo>
                  <a:lnTo>
                    <a:pt x="921" y="239"/>
                  </a:lnTo>
                  <a:lnTo>
                    <a:pt x="922" y="239"/>
                  </a:lnTo>
                  <a:lnTo>
                    <a:pt x="924" y="239"/>
                  </a:lnTo>
                  <a:lnTo>
                    <a:pt x="924" y="241"/>
                  </a:lnTo>
                  <a:lnTo>
                    <a:pt x="922" y="241"/>
                  </a:lnTo>
                  <a:lnTo>
                    <a:pt x="921" y="241"/>
                  </a:lnTo>
                  <a:lnTo>
                    <a:pt x="919" y="239"/>
                  </a:lnTo>
                  <a:lnTo>
                    <a:pt x="916" y="239"/>
                  </a:lnTo>
                  <a:lnTo>
                    <a:pt x="914" y="239"/>
                  </a:lnTo>
                  <a:lnTo>
                    <a:pt x="912" y="236"/>
                  </a:lnTo>
                  <a:lnTo>
                    <a:pt x="909" y="236"/>
                  </a:lnTo>
                  <a:lnTo>
                    <a:pt x="912" y="237"/>
                  </a:lnTo>
                  <a:lnTo>
                    <a:pt x="912" y="239"/>
                  </a:lnTo>
                  <a:lnTo>
                    <a:pt x="911" y="239"/>
                  </a:lnTo>
                  <a:lnTo>
                    <a:pt x="911" y="239"/>
                  </a:lnTo>
                  <a:lnTo>
                    <a:pt x="905" y="237"/>
                  </a:lnTo>
                  <a:lnTo>
                    <a:pt x="907" y="239"/>
                  </a:lnTo>
                  <a:lnTo>
                    <a:pt x="907" y="239"/>
                  </a:lnTo>
                  <a:lnTo>
                    <a:pt x="907" y="239"/>
                  </a:lnTo>
                  <a:lnTo>
                    <a:pt x="907" y="239"/>
                  </a:lnTo>
                  <a:lnTo>
                    <a:pt x="907" y="239"/>
                  </a:lnTo>
                  <a:lnTo>
                    <a:pt x="909" y="241"/>
                  </a:lnTo>
                  <a:lnTo>
                    <a:pt x="909" y="241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2" y="244"/>
                  </a:lnTo>
                  <a:lnTo>
                    <a:pt x="914" y="244"/>
                  </a:lnTo>
                  <a:lnTo>
                    <a:pt x="916" y="244"/>
                  </a:lnTo>
                  <a:lnTo>
                    <a:pt x="917" y="244"/>
                  </a:lnTo>
                  <a:lnTo>
                    <a:pt x="916" y="241"/>
                  </a:lnTo>
                  <a:lnTo>
                    <a:pt x="917" y="242"/>
                  </a:lnTo>
                  <a:lnTo>
                    <a:pt x="921" y="241"/>
                  </a:lnTo>
                  <a:lnTo>
                    <a:pt x="922" y="242"/>
                  </a:lnTo>
                  <a:lnTo>
                    <a:pt x="922" y="244"/>
                  </a:lnTo>
                  <a:lnTo>
                    <a:pt x="921" y="244"/>
                  </a:lnTo>
                  <a:lnTo>
                    <a:pt x="917" y="246"/>
                  </a:lnTo>
                  <a:lnTo>
                    <a:pt x="919" y="248"/>
                  </a:lnTo>
                  <a:lnTo>
                    <a:pt x="917" y="249"/>
                  </a:lnTo>
                  <a:lnTo>
                    <a:pt x="916" y="249"/>
                  </a:lnTo>
                  <a:lnTo>
                    <a:pt x="914" y="251"/>
                  </a:lnTo>
                  <a:lnTo>
                    <a:pt x="914" y="251"/>
                  </a:lnTo>
                  <a:lnTo>
                    <a:pt x="914" y="251"/>
                  </a:lnTo>
                  <a:lnTo>
                    <a:pt x="921" y="253"/>
                  </a:lnTo>
                  <a:lnTo>
                    <a:pt x="922" y="253"/>
                  </a:lnTo>
                  <a:lnTo>
                    <a:pt x="924" y="256"/>
                  </a:lnTo>
                  <a:lnTo>
                    <a:pt x="926" y="256"/>
                  </a:lnTo>
                  <a:lnTo>
                    <a:pt x="929" y="258"/>
                  </a:lnTo>
                  <a:lnTo>
                    <a:pt x="931" y="259"/>
                  </a:lnTo>
                  <a:lnTo>
                    <a:pt x="931" y="261"/>
                  </a:lnTo>
                  <a:lnTo>
                    <a:pt x="933" y="265"/>
                  </a:lnTo>
                  <a:lnTo>
                    <a:pt x="933" y="266"/>
                  </a:lnTo>
                  <a:lnTo>
                    <a:pt x="936" y="271"/>
                  </a:lnTo>
                  <a:lnTo>
                    <a:pt x="938" y="271"/>
                  </a:lnTo>
                  <a:lnTo>
                    <a:pt x="941" y="271"/>
                  </a:lnTo>
                  <a:lnTo>
                    <a:pt x="948" y="270"/>
                  </a:lnTo>
                  <a:lnTo>
                    <a:pt x="950" y="268"/>
                  </a:lnTo>
                  <a:lnTo>
                    <a:pt x="950" y="265"/>
                  </a:lnTo>
                  <a:lnTo>
                    <a:pt x="951" y="265"/>
                  </a:lnTo>
                  <a:lnTo>
                    <a:pt x="951" y="266"/>
                  </a:lnTo>
                  <a:lnTo>
                    <a:pt x="951" y="268"/>
                  </a:lnTo>
                  <a:lnTo>
                    <a:pt x="950" y="270"/>
                  </a:lnTo>
                  <a:lnTo>
                    <a:pt x="950" y="271"/>
                  </a:lnTo>
                  <a:lnTo>
                    <a:pt x="948" y="271"/>
                  </a:lnTo>
                  <a:lnTo>
                    <a:pt x="946" y="273"/>
                  </a:lnTo>
                  <a:lnTo>
                    <a:pt x="945" y="275"/>
                  </a:lnTo>
                  <a:lnTo>
                    <a:pt x="945" y="275"/>
                  </a:lnTo>
                  <a:lnTo>
                    <a:pt x="943" y="276"/>
                  </a:lnTo>
                  <a:lnTo>
                    <a:pt x="941" y="278"/>
                  </a:lnTo>
                  <a:lnTo>
                    <a:pt x="943" y="280"/>
                  </a:lnTo>
                  <a:lnTo>
                    <a:pt x="943" y="281"/>
                  </a:lnTo>
                  <a:lnTo>
                    <a:pt x="945" y="281"/>
                  </a:lnTo>
                  <a:lnTo>
                    <a:pt x="945" y="283"/>
                  </a:lnTo>
                  <a:lnTo>
                    <a:pt x="943" y="283"/>
                  </a:lnTo>
                  <a:lnTo>
                    <a:pt x="939" y="281"/>
                  </a:lnTo>
                  <a:lnTo>
                    <a:pt x="939" y="281"/>
                  </a:lnTo>
                  <a:lnTo>
                    <a:pt x="938" y="281"/>
                  </a:lnTo>
                  <a:lnTo>
                    <a:pt x="938" y="283"/>
                  </a:lnTo>
                  <a:lnTo>
                    <a:pt x="939" y="287"/>
                  </a:lnTo>
                  <a:lnTo>
                    <a:pt x="941" y="293"/>
                  </a:lnTo>
                  <a:lnTo>
                    <a:pt x="943" y="295"/>
                  </a:lnTo>
                  <a:lnTo>
                    <a:pt x="946" y="298"/>
                  </a:lnTo>
                  <a:lnTo>
                    <a:pt x="946" y="298"/>
                  </a:lnTo>
                  <a:lnTo>
                    <a:pt x="948" y="298"/>
                  </a:lnTo>
                  <a:lnTo>
                    <a:pt x="948" y="298"/>
                  </a:lnTo>
                  <a:lnTo>
                    <a:pt x="948" y="298"/>
                  </a:lnTo>
                  <a:lnTo>
                    <a:pt x="948" y="300"/>
                  </a:lnTo>
                  <a:lnTo>
                    <a:pt x="948" y="300"/>
                  </a:lnTo>
                  <a:lnTo>
                    <a:pt x="945" y="300"/>
                  </a:lnTo>
                  <a:lnTo>
                    <a:pt x="945" y="300"/>
                  </a:lnTo>
                  <a:lnTo>
                    <a:pt x="943" y="298"/>
                  </a:lnTo>
                  <a:lnTo>
                    <a:pt x="941" y="297"/>
                  </a:lnTo>
                  <a:lnTo>
                    <a:pt x="941" y="295"/>
                  </a:lnTo>
                  <a:lnTo>
                    <a:pt x="939" y="295"/>
                  </a:lnTo>
                  <a:lnTo>
                    <a:pt x="938" y="293"/>
                  </a:lnTo>
                  <a:lnTo>
                    <a:pt x="936" y="293"/>
                  </a:lnTo>
                  <a:lnTo>
                    <a:pt x="936" y="292"/>
                  </a:lnTo>
                  <a:lnTo>
                    <a:pt x="936" y="292"/>
                  </a:lnTo>
                  <a:lnTo>
                    <a:pt x="934" y="290"/>
                  </a:lnTo>
                  <a:lnTo>
                    <a:pt x="934" y="290"/>
                  </a:lnTo>
                  <a:lnTo>
                    <a:pt x="934" y="288"/>
                  </a:lnTo>
                  <a:lnTo>
                    <a:pt x="933" y="287"/>
                  </a:lnTo>
                  <a:lnTo>
                    <a:pt x="931" y="287"/>
                  </a:lnTo>
                  <a:lnTo>
                    <a:pt x="929" y="285"/>
                  </a:lnTo>
                  <a:lnTo>
                    <a:pt x="929" y="287"/>
                  </a:lnTo>
                  <a:lnTo>
                    <a:pt x="929" y="287"/>
                  </a:lnTo>
                  <a:lnTo>
                    <a:pt x="928" y="287"/>
                  </a:lnTo>
                  <a:lnTo>
                    <a:pt x="928" y="283"/>
                  </a:lnTo>
                  <a:lnTo>
                    <a:pt x="928" y="281"/>
                  </a:lnTo>
                  <a:lnTo>
                    <a:pt x="926" y="281"/>
                  </a:lnTo>
                  <a:lnTo>
                    <a:pt x="926" y="281"/>
                  </a:lnTo>
                  <a:lnTo>
                    <a:pt x="924" y="281"/>
                  </a:lnTo>
                  <a:lnTo>
                    <a:pt x="924" y="281"/>
                  </a:lnTo>
                  <a:lnTo>
                    <a:pt x="922" y="281"/>
                  </a:lnTo>
                  <a:lnTo>
                    <a:pt x="922" y="281"/>
                  </a:lnTo>
                  <a:lnTo>
                    <a:pt x="921" y="280"/>
                  </a:lnTo>
                  <a:lnTo>
                    <a:pt x="921" y="281"/>
                  </a:lnTo>
                  <a:lnTo>
                    <a:pt x="919" y="283"/>
                  </a:lnTo>
                  <a:lnTo>
                    <a:pt x="919" y="285"/>
                  </a:lnTo>
                  <a:lnTo>
                    <a:pt x="919" y="290"/>
                  </a:lnTo>
                  <a:lnTo>
                    <a:pt x="922" y="295"/>
                  </a:lnTo>
                  <a:lnTo>
                    <a:pt x="924" y="297"/>
                  </a:lnTo>
                  <a:lnTo>
                    <a:pt x="926" y="297"/>
                  </a:lnTo>
                  <a:lnTo>
                    <a:pt x="924" y="298"/>
                  </a:lnTo>
                  <a:lnTo>
                    <a:pt x="924" y="298"/>
                  </a:lnTo>
                  <a:lnTo>
                    <a:pt x="924" y="298"/>
                  </a:lnTo>
                  <a:lnTo>
                    <a:pt x="924" y="298"/>
                  </a:lnTo>
                  <a:lnTo>
                    <a:pt x="922" y="300"/>
                  </a:lnTo>
                  <a:lnTo>
                    <a:pt x="922" y="300"/>
                  </a:lnTo>
                  <a:lnTo>
                    <a:pt x="922" y="302"/>
                  </a:lnTo>
                  <a:lnTo>
                    <a:pt x="922" y="304"/>
                  </a:lnTo>
                  <a:lnTo>
                    <a:pt x="922" y="304"/>
                  </a:lnTo>
                  <a:lnTo>
                    <a:pt x="921" y="305"/>
                  </a:lnTo>
                  <a:lnTo>
                    <a:pt x="921" y="305"/>
                  </a:lnTo>
                  <a:lnTo>
                    <a:pt x="921" y="307"/>
                  </a:lnTo>
                  <a:lnTo>
                    <a:pt x="921" y="307"/>
                  </a:lnTo>
                  <a:lnTo>
                    <a:pt x="921" y="309"/>
                  </a:lnTo>
                  <a:lnTo>
                    <a:pt x="921" y="310"/>
                  </a:lnTo>
                  <a:lnTo>
                    <a:pt x="919" y="312"/>
                  </a:lnTo>
                  <a:lnTo>
                    <a:pt x="919" y="312"/>
                  </a:lnTo>
                  <a:lnTo>
                    <a:pt x="917" y="315"/>
                  </a:lnTo>
                  <a:lnTo>
                    <a:pt x="917" y="321"/>
                  </a:lnTo>
                  <a:lnTo>
                    <a:pt x="917" y="321"/>
                  </a:lnTo>
                  <a:lnTo>
                    <a:pt x="919" y="324"/>
                  </a:lnTo>
                  <a:lnTo>
                    <a:pt x="921" y="326"/>
                  </a:lnTo>
                  <a:lnTo>
                    <a:pt x="921" y="326"/>
                  </a:lnTo>
                  <a:lnTo>
                    <a:pt x="921" y="331"/>
                  </a:lnTo>
                  <a:lnTo>
                    <a:pt x="921" y="331"/>
                  </a:lnTo>
                  <a:lnTo>
                    <a:pt x="919" y="332"/>
                  </a:lnTo>
                  <a:lnTo>
                    <a:pt x="919" y="332"/>
                  </a:lnTo>
                  <a:lnTo>
                    <a:pt x="919" y="332"/>
                  </a:lnTo>
                  <a:lnTo>
                    <a:pt x="919" y="331"/>
                  </a:lnTo>
                  <a:lnTo>
                    <a:pt x="917" y="327"/>
                  </a:lnTo>
                  <a:lnTo>
                    <a:pt x="917" y="326"/>
                  </a:lnTo>
                  <a:lnTo>
                    <a:pt x="916" y="324"/>
                  </a:lnTo>
                  <a:lnTo>
                    <a:pt x="914" y="322"/>
                  </a:lnTo>
                  <a:lnTo>
                    <a:pt x="912" y="319"/>
                  </a:lnTo>
                  <a:lnTo>
                    <a:pt x="912" y="317"/>
                  </a:lnTo>
                  <a:lnTo>
                    <a:pt x="911" y="317"/>
                  </a:lnTo>
                  <a:lnTo>
                    <a:pt x="909" y="315"/>
                  </a:lnTo>
                  <a:lnTo>
                    <a:pt x="909" y="314"/>
                  </a:lnTo>
                  <a:lnTo>
                    <a:pt x="909" y="312"/>
                  </a:lnTo>
                  <a:lnTo>
                    <a:pt x="907" y="310"/>
                  </a:lnTo>
                  <a:lnTo>
                    <a:pt x="904" y="310"/>
                  </a:lnTo>
                  <a:lnTo>
                    <a:pt x="904" y="309"/>
                  </a:lnTo>
                  <a:lnTo>
                    <a:pt x="902" y="305"/>
                  </a:lnTo>
                  <a:lnTo>
                    <a:pt x="902" y="304"/>
                  </a:lnTo>
                  <a:lnTo>
                    <a:pt x="902" y="302"/>
                  </a:lnTo>
                  <a:lnTo>
                    <a:pt x="900" y="298"/>
                  </a:lnTo>
                  <a:lnTo>
                    <a:pt x="899" y="297"/>
                  </a:lnTo>
                  <a:lnTo>
                    <a:pt x="899" y="295"/>
                  </a:lnTo>
                  <a:lnTo>
                    <a:pt x="897" y="293"/>
                  </a:lnTo>
                  <a:lnTo>
                    <a:pt x="894" y="290"/>
                  </a:lnTo>
                  <a:lnTo>
                    <a:pt x="894" y="288"/>
                  </a:lnTo>
                  <a:lnTo>
                    <a:pt x="892" y="287"/>
                  </a:lnTo>
                  <a:lnTo>
                    <a:pt x="892" y="283"/>
                  </a:lnTo>
                  <a:lnTo>
                    <a:pt x="892" y="283"/>
                  </a:lnTo>
                  <a:lnTo>
                    <a:pt x="888" y="280"/>
                  </a:lnTo>
                  <a:lnTo>
                    <a:pt x="887" y="276"/>
                  </a:lnTo>
                  <a:lnTo>
                    <a:pt x="885" y="275"/>
                  </a:lnTo>
                  <a:lnTo>
                    <a:pt x="883" y="275"/>
                  </a:lnTo>
                  <a:lnTo>
                    <a:pt x="882" y="275"/>
                  </a:lnTo>
                  <a:lnTo>
                    <a:pt x="882" y="273"/>
                  </a:lnTo>
                  <a:lnTo>
                    <a:pt x="883" y="270"/>
                  </a:lnTo>
                  <a:lnTo>
                    <a:pt x="883" y="268"/>
                  </a:lnTo>
                  <a:lnTo>
                    <a:pt x="883" y="266"/>
                  </a:lnTo>
                  <a:lnTo>
                    <a:pt x="883" y="265"/>
                  </a:lnTo>
                  <a:lnTo>
                    <a:pt x="882" y="265"/>
                  </a:lnTo>
                  <a:lnTo>
                    <a:pt x="880" y="265"/>
                  </a:lnTo>
                  <a:lnTo>
                    <a:pt x="878" y="263"/>
                  </a:lnTo>
                  <a:lnTo>
                    <a:pt x="878" y="261"/>
                  </a:lnTo>
                  <a:lnTo>
                    <a:pt x="878" y="259"/>
                  </a:lnTo>
                  <a:lnTo>
                    <a:pt x="878" y="258"/>
                  </a:lnTo>
                  <a:lnTo>
                    <a:pt x="878" y="258"/>
                  </a:lnTo>
                  <a:lnTo>
                    <a:pt x="880" y="258"/>
                  </a:lnTo>
                  <a:lnTo>
                    <a:pt x="880" y="258"/>
                  </a:lnTo>
                  <a:lnTo>
                    <a:pt x="880" y="256"/>
                  </a:lnTo>
                  <a:lnTo>
                    <a:pt x="882" y="256"/>
                  </a:lnTo>
                  <a:lnTo>
                    <a:pt x="882" y="254"/>
                  </a:lnTo>
                  <a:lnTo>
                    <a:pt x="880" y="254"/>
                  </a:lnTo>
                  <a:lnTo>
                    <a:pt x="880" y="256"/>
                  </a:lnTo>
                  <a:lnTo>
                    <a:pt x="880" y="256"/>
                  </a:lnTo>
                  <a:lnTo>
                    <a:pt x="880" y="256"/>
                  </a:lnTo>
                  <a:lnTo>
                    <a:pt x="878" y="256"/>
                  </a:lnTo>
                  <a:lnTo>
                    <a:pt x="877" y="256"/>
                  </a:lnTo>
                  <a:lnTo>
                    <a:pt x="877" y="256"/>
                  </a:lnTo>
                  <a:lnTo>
                    <a:pt x="875" y="254"/>
                  </a:lnTo>
                  <a:lnTo>
                    <a:pt x="873" y="254"/>
                  </a:lnTo>
                  <a:lnTo>
                    <a:pt x="872" y="254"/>
                  </a:lnTo>
                  <a:lnTo>
                    <a:pt x="872" y="251"/>
                  </a:lnTo>
                  <a:lnTo>
                    <a:pt x="872" y="249"/>
                  </a:lnTo>
                  <a:lnTo>
                    <a:pt x="872" y="248"/>
                  </a:lnTo>
                  <a:lnTo>
                    <a:pt x="870" y="249"/>
                  </a:lnTo>
                  <a:lnTo>
                    <a:pt x="868" y="249"/>
                  </a:lnTo>
                  <a:lnTo>
                    <a:pt x="868" y="249"/>
                  </a:lnTo>
                  <a:lnTo>
                    <a:pt x="868" y="249"/>
                  </a:lnTo>
                  <a:lnTo>
                    <a:pt x="866" y="246"/>
                  </a:lnTo>
                  <a:lnTo>
                    <a:pt x="866" y="246"/>
                  </a:lnTo>
                  <a:lnTo>
                    <a:pt x="868" y="241"/>
                  </a:lnTo>
                  <a:lnTo>
                    <a:pt x="868" y="239"/>
                  </a:lnTo>
                  <a:lnTo>
                    <a:pt x="868" y="237"/>
                  </a:lnTo>
                  <a:lnTo>
                    <a:pt x="868" y="236"/>
                  </a:lnTo>
                  <a:lnTo>
                    <a:pt x="870" y="236"/>
                  </a:lnTo>
                  <a:lnTo>
                    <a:pt x="872" y="236"/>
                  </a:lnTo>
                  <a:lnTo>
                    <a:pt x="872" y="236"/>
                  </a:lnTo>
                  <a:lnTo>
                    <a:pt x="873" y="236"/>
                  </a:lnTo>
                  <a:lnTo>
                    <a:pt x="875" y="236"/>
                  </a:lnTo>
                  <a:lnTo>
                    <a:pt x="875" y="234"/>
                  </a:lnTo>
                  <a:lnTo>
                    <a:pt x="873" y="234"/>
                  </a:lnTo>
                  <a:lnTo>
                    <a:pt x="870" y="232"/>
                  </a:lnTo>
                  <a:lnTo>
                    <a:pt x="872" y="229"/>
                  </a:lnTo>
                  <a:lnTo>
                    <a:pt x="872" y="229"/>
                  </a:lnTo>
                  <a:lnTo>
                    <a:pt x="870" y="227"/>
                  </a:lnTo>
                  <a:lnTo>
                    <a:pt x="865" y="231"/>
                  </a:lnTo>
                  <a:lnTo>
                    <a:pt x="863" y="231"/>
                  </a:lnTo>
                  <a:lnTo>
                    <a:pt x="861" y="234"/>
                  </a:lnTo>
                  <a:lnTo>
                    <a:pt x="861" y="237"/>
                  </a:lnTo>
                  <a:lnTo>
                    <a:pt x="860" y="239"/>
                  </a:lnTo>
                  <a:lnTo>
                    <a:pt x="858" y="239"/>
                  </a:lnTo>
                  <a:lnTo>
                    <a:pt x="858" y="241"/>
                  </a:lnTo>
                  <a:lnTo>
                    <a:pt x="858" y="242"/>
                  </a:lnTo>
                  <a:lnTo>
                    <a:pt x="856" y="242"/>
                  </a:lnTo>
                  <a:lnTo>
                    <a:pt x="856" y="244"/>
                  </a:lnTo>
                  <a:lnTo>
                    <a:pt x="855" y="244"/>
                  </a:lnTo>
                  <a:lnTo>
                    <a:pt x="853" y="244"/>
                  </a:lnTo>
                  <a:lnTo>
                    <a:pt x="851" y="244"/>
                  </a:lnTo>
                  <a:lnTo>
                    <a:pt x="849" y="246"/>
                  </a:lnTo>
                  <a:lnTo>
                    <a:pt x="849" y="246"/>
                  </a:lnTo>
                  <a:lnTo>
                    <a:pt x="849" y="248"/>
                  </a:lnTo>
                  <a:lnTo>
                    <a:pt x="849" y="251"/>
                  </a:lnTo>
                  <a:lnTo>
                    <a:pt x="849" y="251"/>
                  </a:lnTo>
                  <a:lnTo>
                    <a:pt x="848" y="253"/>
                  </a:lnTo>
                  <a:lnTo>
                    <a:pt x="848" y="253"/>
                  </a:lnTo>
                  <a:lnTo>
                    <a:pt x="848" y="256"/>
                  </a:lnTo>
                  <a:lnTo>
                    <a:pt x="849" y="258"/>
                  </a:lnTo>
                  <a:lnTo>
                    <a:pt x="855" y="263"/>
                  </a:lnTo>
                  <a:lnTo>
                    <a:pt x="849" y="261"/>
                  </a:lnTo>
                  <a:lnTo>
                    <a:pt x="849" y="261"/>
                  </a:lnTo>
                  <a:lnTo>
                    <a:pt x="848" y="261"/>
                  </a:lnTo>
                  <a:lnTo>
                    <a:pt x="846" y="261"/>
                  </a:lnTo>
                  <a:lnTo>
                    <a:pt x="846" y="263"/>
                  </a:lnTo>
                  <a:lnTo>
                    <a:pt x="844" y="263"/>
                  </a:lnTo>
                  <a:lnTo>
                    <a:pt x="844" y="263"/>
                  </a:lnTo>
                  <a:lnTo>
                    <a:pt x="841" y="263"/>
                  </a:lnTo>
                  <a:lnTo>
                    <a:pt x="841" y="263"/>
                  </a:lnTo>
                  <a:lnTo>
                    <a:pt x="839" y="265"/>
                  </a:lnTo>
                  <a:lnTo>
                    <a:pt x="839" y="265"/>
                  </a:lnTo>
                  <a:lnTo>
                    <a:pt x="838" y="265"/>
                  </a:lnTo>
                  <a:lnTo>
                    <a:pt x="836" y="265"/>
                  </a:lnTo>
                  <a:lnTo>
                    <a:pt x="836" y="263"/>
                  </a:lnTo>
                  <a:lnTo>
                    <a:pt x="836" y="261"/>
                  </a:lnTo>
                  <a:lnTo>
                    <a:pt x="834" y="263"/>
                  </a:lnTo>
                  <a:lnTo>
                    <a:pt x="832" y="263"/>
                  </a:lnTo>
                  <a:lnTo>
                    <a:pt x="832" y="265"/>
                  </a:lnTo>
                  <a:lnTo>
                    <a:pt x="831" y="266"/>
                  </a:lnTo>
                  <a:lnTo>
                    <a:pt x="831" y="266"/>
                  </a:lnTo>
                  <a:lnTo>
                    <a:pt x="831" y="266"/>
                  </a:lnTo>
                  <a:lnTo>
                    <a:pt x="831" y="268"/>
                  </a:lnTo>
                  <a:lnTo>
                    <a:pt x="831" y="268"/>
                  </a:lnTo>
                  <a:lnTo>
                    <a:pt x="831" y="268"/>
                  </a:lnTo>
                  <a:lnTo>
                    <a:pt x="831" y="268"/>
                  </a:lnTo>
                  <a:lnTo>
                    <a:pt x="829" y="268"/>
                  </a:lnTo>
                  <a:lnTo>
                    <a:pt x="829" y="268"/>
                  </a:lnTo>
                  <a:lnTo>
                    <a:pt x="829" y="268"/>
                  </a:lnTo>
                  <a:lnTo>
                    <a:pt x="829" y="270"/>
                  </a:lnTo>
                  <a:lnTo>
                    <a:pt x="829" y="271"/>
                  </a:lnTo>
                  <a:lnTo>
                    <a:pt x="832" y="273"/>
                  </a:lnTo>
                  <a:lnTo>
                    <a:pt x="834" y="278"/>
                  </a:lnTo>
                  <a:lnTo>
                    <a:pt x="834" y="278"/>
                  </a:lnTo>
                  <a:lnTo>
                    <a:pt x="831" y="278"/>
                  </a:lnTo>
                  <a:lnTo>
                    <a:pt x="829" y="278"/>
                  </a:lnTo>
                  <a:lnTo>
                    <a:pt x="829" y="276"/>
                  </a:lnTo>
                  <a:lnTo>
                    <a:pt x="827" y="275"/>
                  </a:lnTo>
                  <a:lnTo>
                    <a:pt x="827" y="275"/>
                  </a:lnTo>
                  <a:lnTo>
                    <a:pt x="826" y="275"/>
                  </a:lnTo>
                  <a:lnTo>
                    <a:pt x="824" y="275"/>
                  </a:lnTo>
                  <a:lnTo>
                    <a:pt x="824" y="276"/>
                  </a:lnTo>
                  <a:lnTo>
                    <a:pt x="826" y="276"/>
                  </a:lnTo>
                  <a:lnTo>
                    <a:pt x="824" y="278"/>
                  </a:lnTo>
                  <a:lnTo>
                    <a:pt x="824" y="280"/>
                  </a:lnTo>
                  <a:lnTo>
                    <a:pt x="822" y="280"/>
                  </a:lnTo>
                  <a:lnTo>
                    <a:pt x="822" y="278"/>
                  </a:lnTo>
                  <a:lnTo>
                    <a:pt x="822" y="276"/>
                  </a:lnTo>
                  <a:lnTo>
                    <a:pt x="819" y="280"/>
                  </a:lnTo>
                  <a:lnTo>
                    <a:pt x="807" y="288"/>
                  </a:lnTo>
                  <a:lnTo>
                    <a:pt x="807" y="290"/>
                  </a:lnTo>
                  <a:lnTo>
                    <a:pt x="805" y="292"/>
                  </a:lnTo>
                  <a:lnTo>
                    <a:pt x="805" y="292"/>
                  </a:lnTo>
                  <a:lnTo>
                    <a:pt x="807" y="292"/>
                  </a:lnTo>
                  <a:lnTo>
                    <a:pt x="807" y="293"/>
                  </a:lnTo>
                  <a:lnTo>
                    <a:pt x="807" y="295"/>
                  </a:lnTo>
                  <a:lnTo>
                    <a:pt x="802" y="300"/>
                  </a:lnTo>
                  <a:lnTo>
                    <a:pt x="802" y="300"/>
                  </a:lnTo>
                  <a:lnTo>
                    <a:pt x="800" y="302"/>
                  </a:lnTo>
                  <a:lnTo>
                    <a:pt x="799" y="302"/>
                  </a:lnTo>
                  <a:lnTo>
                    <a:pt x="799" y="304"/>
                  </a:lnTo>
                  <a:lnTo>
                    <a:pt x="799" y="307"/>
                  </a:lnTo>
                  <a:lnTo>
                    <a:pt x="797" y="310"/>
                  </a:lnTo>
                  <a:lnTo>
                    <a:pt x="795" y="321"/>
                  </a:lnTo>
                  <a:lnTo>
                    <a:pt x="795" y="331"/>
                  </a:lnTo>
                  <a:lnTo>
                    <a:pt x="797" y="331"/>
                  </a:lnTo>
                  <a:lnTo>
                    <a:pt x="797" y="332"/>
                  </a:lnTo>
                  <a:lnTo>
                    <a:pt x="797" y="332"/>
                  </a:lnTo>
                  <a:lnTo>
                    <a:pt x="799" y="336"/>
                  </a:lnTo>
                  <a:lnTo>
                    <a:pt x="799" y="338"/>
                  </a:lnTo>
                  <a:lnTo>
                    <a:pt x="799" y="339"/>
                  </a:lnTo>
                  <a:lnTo>
                    <a:pt x="800" y="341"/>
                  </a:lnTo>
                  <a:lnTo>
                    <a:pt x="800" y="343"/>
                  </a:lnTo>
                  <a:lnTo>
                    <a:pt x="802" y="343"/>
                  </a:lnTo>
                  <a:lnTo>
                    <a:pt x="800" y="344"/>
                  </a:lnTo>
                  <a:lnTo>
                    <a:pt x="800" y="344"/>
                  </a:lnTo>
                  <a:lnTo>
                    <a:pt x="800" y="346"/>
                  </a:lnTo>
                  <a:lnTo>
                    <a:pt x="800" y="351"/>
                  </a:lnTo>
                  <a:lnTo>
                    <a:pt x="802" y="356"/>
                  </a:lnTo>
                  <a:lnTo>
                    <a:pt x="802" y="360"/>
                  </a:lnTo>
                  <a:lnTo>
                    <a:pt x="800" y="363"/>
                  </a:lnTo>
                  <a:lnTo>
                    <a:pt x="799" y="366"/>
                  </a:lnTo>
                  <a:lnTo>
                    <a:pt x="799" y="366"/>
                  </a:lnTo>
                  <a:lnTo>
                    <a:pt x="799" y="366"/>
                  </a:lnTo>
                  <a:lnTo>
                    <a:pt x="800" y="366"/>
                  </a:lnTo>
                  <a:lnTo>
                    <a:pt x="800" y="368"/>
                  </a:lnTo>
                  <a:lnTo>
                    <a:pt x="800" y="368"/>
                  </a:lnTo>
                  <a:lnTo>
                    <a:pt x="802" y="365"/>
                  </a:lnTo>
                  <a:lnTo>
                    <a:pt x="805" y="365"/>
                  </a:lnTo>
                  <a:lnTo>
                    <a:pt x="809" y="365"/>
                  </a:lnTo>
                  <a:lnTo>
                    <a:pt x="810" y="365"/>
                  </a:lnTo>
                  <a:lnTo>
                    <a:pt x="814" y="366"/>
                  </a:lnTo>
                  <a:lnTo>
                    <a:pt x="814" y="368"/>
                  </a:lnTo>
                  <a:lnTo>
                    <a:pt x="815" y="370"/>
                  </a:lnTo>
                  <a:lnTo>
                    <a:pt x="815" y="373"/>
                  </a:lnTo>
                  <a:lnTo>
                    <a:pt x="815" y="375"/>
                  </a:lnTo>
                  <a:lnTo>
                    <a:pt x="814" y="378"/>
                  </a:lnTo>
                  <a:lnTo>
                    <a:pt x="812" y="380"/>
                  </a:lnTo>
                  <a:lnTo>
                    <a:pt x="805" y="383"/>
                  </a:lnTo>
                  <a:lnTo>
                    <a:pt x="802" y="385"/>
                  </a:lnTo>
                  <a:lnTo>
                    <a:pt x="802" y="385"/>
                  </a:lnTo>
                  <a:lnTo>
                    <a:pt x="800" y="388"/>
                  </a:lnTo>
                  <a:lnTo>
                    <a:pt x="800" y="388"/>
                  </a:lnTo>
                  <a:lnTo>
                    <a:pt x="800" y="387"/>
                  </a:lnTo>
                  <a:lnTo>
                    <a:pt x="799" y="387"/>
                  </a:lnTo>
                  <a:lnTo>
                    <a:pt x="797" y="390"/>
                  </a:lnTo>
                  <a:lnTo>
                    <a:pt x="795" y="392"/>
                  </a:lnTo>
                  <a:lnTo>
                    <a:pt x="793" y="394"/>
                  </a:lnTo>
                  <a:lnTo>
                    <a:pt x="788" y="395"/>
                  </a:lnTo>
                  <a:lnTo>
                    <a:pt x="788" y="395"/>
                  </a:lnTo>
                  <a:lnTo>
                    <a:pt x="787" y="399"/>
                  </a:lnTo>
                  <a:lnTo>
                    <a:pt x="785" y="400"/>
                  </a:lnTo>
                  <a:lnTo>
                    <a:pt x="776" y="407"/>
                  </a:lnTo>
                  <a:lnTo>
                    <a:pt x="773" y="409"/>
                  </a:lnTo>
                  <a:lnTo>
                    <a:pt x="771" y="409"/>
                  </a:lnTo>
                  <a:lnTo>
                    <a:pt x="771" y="407"/>
                  </a:lnTo>
                  <a:lnTo>
                    <a:pt x="770" y="407"/>
                  </a:lnTo>
                  <a:lnTo>
                    <a:pt x="768" y="407"/>
                  </a:lnTo>
                  <a:lnTo>
                    <a:pt x="768" y="407"/>
                  </a:lnTo>
                  <a:lnTo>
                    <a:pt x="766" y="409"/>
                  </a:lnTo>
                  <a:lnTo>
                    <a:pt x="765" y="414"/>
                  </a:lnTo>
                  <a:lnTo>
                    <a:pt x="763" y="416"/>
                  </a:lnTo>
                  <a:lnTo>
                    <a:pt x="761" y="417"/>
                  </a:lnTo>
                  <a:lnTo>
                    <a:pt x="763" y="419"/>
                  </a:lnTo>
                  <a:lnTo>
                    <a:pt x="765" y="419"/>
                  </a:lnTo>
                  <a:lnTo>
                    <a:pt x="765" y="421"/>
                  </a:lnTo>
                  <a:lnTo>
                    <a:pt x="765" y="422"/>
                  </a:lnTo>
                  <a:lnTo>
                    <a:pt x="763" y="424"/>
                  </a:lnTo>
                  <a:lnTo>
                    <a:pt x="759" y="428"/>
                  </a:lnTo>
                  <a:lnTo>
                    <a:pt x="759" y="428"/>
                  </a:lnTo>
                  <a:lnTo>
                    <a:pt x="756" y="428"/>
                  </a:lnTo>
                  <a:lnTo>
                    <a:pt x="754" y="429"/>
                  </a:lnTo>
                  <a:lnTo>
                    <a:pt x="754" y="429"/>
                  </a:lnTo>
                  <a:lnTo>
                    <a:pt x="753" y="429"/>
                  </a:lnTo>
                  <a:lnTo>
                    <a:pt x="751" y="429"/>
                  </a:lnTo>
                  <a:lnTo>
                    <a:pt x="751" y="429"/>
                  </a:lnTo>
                  <a:lnTo>
                    <a:pt x="751" y="431"/>
                  </a:lnTo>
                  <a:lnTo>
                    <a:pt x="751" y="433"/>
                  </a:lnTo>
                  <a:lnTo>
                    <a:pt x="753" y="433"/>
                  </a:lnTo>
                  <a:lnTo>
                    <a:pt x="753" y="433"/>
                  </a:lnTo>
                  <a:lnTo>
                    <a:pt x="753" y="434"/>
                  </a:lnTo>
                  <a:lnTo>
                    <a:pt x="753" y="436"/>
                  </a:lnTo>
                  <a:lnTo>
                    <a:pt x="753" y="438"/>
                  </a:lnTo>
                  <a:lnTo>
                    <a:pt x="751" y="438"/>
                  </a:lnTo>
                  <a:lnTo>
                    <a:pt x="749" y="443"/>
                  </a:lnTo>
                  <a:lnTo>
                    <a:pt x="749" y="446"/>
                  </a:lnTo>
                  <a:lnTo>
                    <a:pt x="748" y="446"/>
                  </a:lnTo>
                  <a:lnTo>
                    <a:pt x="748" y="448"/>
                  </a:lnTo>
                  <a:lnTo>
                    <a:pt x="746" y="450"/>
                  </a:lnTo>
                  <a:lnTo>
                    <a:pt x="746" y="450"/>
                  </a:lnTo>
                  <a:lnTo>
                    <a:pt x="746" y="451"/>
                  </a:lnTo>
                  <a:lnTo>
                    <a:pt x="746" y="453"/>
                  </a:lnTo>
                  <a:lnTo>
                    <a:pt x="744" y="455"/>
                  </a:lnTo>
                  <a:lnTo>
                    <a:pt x="742" y="460"/>
                  </a:lnTo>
                  <a:lnTo>
                    <a:pt x="734" y="473"/>
                  </a:lnTo>
                  <a:lnTo>
                    <a:pt x="724" y="484"/>
                  </a:lnTo>
                  <a:lnTo>
                    <a:pt x="714" y="494"/>
                  </a:lnTo>
                  <a:lnTo>
                    <a:pt x="714" y="495"/>
                  </a:lnTo>
                  <a:lnTo>
                    <a:pt x="712" y="495"/>
                  </a:lnTo>
                  <a:lnTo>
                    <a:pt x="709" y="499"/>
                  </a:lnTo>
                  <a:lnTo>
                    <a:pt x="693" y="509"/>
                  </a:lnTo>
                  <a:lnTo>
                    <a:pt x="680" y="514"/>
                  </a:lnTo>
                  <a:lnTo>
                    <a:pt x="668" y="519"/>
                  </a:lnTo>
                  <a:lnTo>
                    <a:pt x="642" y="528"/>
                  </a:lnTo>
                  <a:lnTo>
                    <a:pt x="632" y="531"/>
                  </a:lnTo>
                  <a:lnTo>
                    <a:pt x="617" y="533"/>
                  </a:lnTo>
                  <a:lnTo>
                    <a:pt x="603" y="535"/>
                  </a:lnTo>
                  <a:lnTo>
                    <a:pt x="595" y="536"/>
                  </a:lnTo>
                  <a:lnTo>
                    <a:pt x="590" y="536"/>
                  </a:lnTo>
                  <a:lnTo>
                    <a:pt x="588" y="536"/>
                  </a:lnTo>
                  <a:lnTo>
                    <a:pt x="586" y="538"/>
                  </a:lnTo>
                  <a:lnTo>
                    <a:pt x="586" y="538"/>
                  </a:lnTo>
                  <a:lnTo>
                    <a:pt x="586" y="540"/>
                  </a:lnTo>
                  <a:lnTo>
                    <a:pt x="586" y="540"/>
                  </a:lnTo>
                  <a:lnTo>
                    <a:pt x="586" y="541"/>
                  </a:lnTo>
                  <a:lnTo>
                    <a:pt x="585" y="541"/>
                  </a:lnTo>
                  <a:lnTo>
                    <a:pt x="583" y="541"/>
                  </a:lnTo>
                  <a:lnTo>
                    <a:pt x="583" y="541"/>
                  </a:lnTo>
                  <a:lnTo>
                    <a:pt x="581" y="543"/>
                  </a:lnTo>
                  <a:lnTo>
                    <a:pt x="579" y="543"/>
                  </a:lnTo>
                  <a:lnTo>
                    <a:pt x="579" y="543"/>
                  </a:lnTo>
                  <a:lnTo>
                    <a:pt x="576" y="545"/>
                  </a:lnTo>
                  <a:lnTo>
                    <a:pt x="574" y="546"/>
                  </a:lnTo>
                  <a:lnTo>
                    <a:pt x="573" y="545"/>
                  </a:lnTo>
                  <a:lnTo>
                    <a:pt x="571" y="545"/>
                  </a:lnTo>
                  <a:lnTo>
                    <a:pt x="568" y="543"/>
                  </a:lnTo>
                  <a:lnTo>
                    <a:pt x="566" y="541"/>
                  </a:lnTo>
                  <a:lnTo>
                    <a:pt x="566" y="541"/>
                  </a:lnTo>
                  <a:lnTo>
                    <a:pt x="566" y="540"/>
                  </a:lnTo>
                  <a:lnTo>
                    <a:pt x="564" y="540"/>
                  </a:lnTo>
                  <a:lnTo>
                    <a:pt x="564" y="540"/>
                  </a:lnTo>
                  <a:lnTo>
                    <a:pt x="564" y="541"/>
                  </a:lnTo>
                  <a:lnTo>
                    <a:pt x="562" y="541"/>
                  </a:lnTo>
                  <a:lnTo>
                    <a:pt x="561" y="541"/>
                  </a:lnTo>
                  <a:lnTo>
                    <a:pt x="557" y="540"/>
                  </a:lnTo>
                  <a:lnTo>
                    <a:pt x="556" y="540"/>
                  </a:lnTo>
                  <a:lnTo>
                    <a:pt x="554" y="540"/>
                  </a:lnTo>
                  <a:lnTo>
                    <a:pt x="551" y="538"/>
                  </a:lnTo>
                  <a:lnTo>
                    <a:pt x="544" y="536"/>
                  </a:lnTo>
                  <a:lnTo>
                    <a:pt x="542" y="536"/>
                  </a:lnTo>
                  <a:lnTo>
                    <a:pt x="540" y="536"/>
                  </a:lnTo>
                  <a:lnTo>
                    <a:pt x="539" y="536"/>
                  </a:lnTo>
                  <a:lnTo>
                    <a:pt x="539" y="538"/>
                  </a:lnTo>
                  <a:lnTo>
                    <a:pt x="539" y="540"/>
                  </a:lnTo>
                  <a:lnTo>
                    <a:pt x="535" y="538"/>
                  </a:lnTo>
                  <a:lnTo>
                    <a:pt x="534" y="536"/>
                  </a:lnTo>
                  <a:lnTo>
                    <a:pt x="530" y="538"/>
                  </a:lnTo>
                  <a:lnTo>
                    <a:pt x="530" y="540"/>
                  </a:lnTo>
                  <a:lnTo>
                    <a:pt x="530" y="540"/>
                  </a:lnTo>
                  <a:lnTo>
                    <a:pt x="530" y="541"/>
                  </a:lnTo>
                  <a:lnTo>
                    <a:pt x="529" y="541"/>
                  </a:lnTo>
                  <a:lnTo>
                    <a:pt x="527" y="541"/>
                  </a:lnTo>
                  <a:lnTo>
                    <a:pt x="525" y="543"/>
                  </a:lnTo>
                  <a:lnTo>
                    <a:pt x="523" y="543"/>
                  </a:lnTo>
                  <a:lnTo>
                    <a:pt x="523" y="545"/>
                  </a:lnTo>
                  <a:lnTo>
                    <a:pt x="522" y="546"/>
                  </a:lnTo>
                  <a:lnTo>
                    <a:pt x="522" y="548"/>
                  </a:lnTo>
                  <a:lnTo>
                    <a:pt x="515" y="557"/>
                  </a:lnTo>
                  <a:lnTo>
                    <a:pt x="512" y="560"/>
                  </a:lnTo>
                  <a:lnTo>
                    <a:pt x="510" y="562"/>
                  </a:lnTo>
                  <a:lnTo>
                    <a:pt x="508" y="563"/>
                  </a:lnTo>
                  <a:lnTo>
                    <a:pt x="506" y="565"/>
                  </a:lnTo>
                  <a:lnTo>
                    <a:pt x="505" y="565"/>
                  </a:lnTo>
                  <a:lnTo>
                    <a:pt x="503" y="565"/>
                  </a:lnTo>
                  <a:lnTo>
                    <a:pt x="500" y="567"/>
                  </a:lnTo>
                  <a:lnTo>
                    <a:pt x="498" y="568"/>
                  </a:lnTo>
                  <a:lnTo>
                    <a:pt x="496" y="568"/>
                  </a:lnTo>
                  <a:lnTo>
                    <a:pt x="495" y="567"/>
                  </a:lnTo>
                  <a:lnTo>
                    <a:pt x="495" y="567"/>
                  </a:lnTo>
                  <a:lnTo>
                    <a:pt x="493" y="567"/>
                  </a:lnTo>
                  <a:lnTo>
                    <a:pt x="493" y="567"/>
                  </a:lnTo>
                  <a:lnTo>
                    <a:pt x="493" y="567"/>
                  </a:lnTo>
                  <a:lnTo>
                    <a:pt x="491" y="567"/>
                  </a:lnTo>
                  <a:lnTo>
                    <a:pt x="488" y="567"/>
                  </a:lnTo>
                  <a:lnTo>
                    <a:pt x="488" y="567"/>
                  </a:lnTo>
                  <a:lnTo>
                    <a:pt x="488" y="567"/>
                  </a:lnTo>
                  <a:lnTo>
                    <a:pt x="488" y="567"/>
                  </a:lnTo>
                  <a:lnTo>
                    <a:pt x="486" y="567"/>
                  </a:lnTo>
                  <a:lnTo>
                    <a:pt x="486" y="567"/>
                  </a:lnTo>
                  <a:lnTo>
                    <a:pt x="486" y="567"/>
                  </a:lnTo>
                  <a:lnTo>
                    <a:pt x="474" y="570"/>
                  </a:lnTo>
                  <a:lnTo>
                    <a:pt x="471" y="570"/>
                  </a:lnTo>
                  <a:lnTo>
                    <a:pt x="469" y="572"/>
                  </a:lnTo>
                  <a:lnTo>
                    <a:pt x="469" y="570"/>
                  </a:lnTo>
                  <a:lnTo>
                    <a:pt x="467" y="570"/>
                  </a:lnTo>
                  <a:lnTo>
                    <a:pt x="467" y="568"/>
                  </a:lnTo>
                  <a:lnTo>
                    <a:pt x="467" y="568"/>
                  </a:lnTo>
                  <a:lnTo>
                    <a:pt x="466" y="568"/>
                  </a:lnTo>
                  <a:lnTo>
                    <a:pt x="464" y="570"/>
                  </a:lnTo>
                  <a:lnTo>
                    <a:pt x="464" y="570"/>
                  </a:lnTo>
                  <a:lnTo>
                    <a:pt x="462" y="570"/>
                  </a:lnTo>
                  <a:lnTo>
                    <a:pt x="461" y="572"/>
                  </a:lnTo>
                  <a:lnTo>
                    <a:pt x="459" y="572"/>
                  </a:lnTo>
                  <a:lnTo>
                    <a:pt x="457" y="572"/>
                  </a:lnTo>
                  <a:lnTo>
                    <a:pt x="456" y="572"/>
                  </a:lnTo>
                  <a:lnTo>
                    <a:pt x="456" y="572"/>
                  </a:lnTo>
                  <a:lnTo>
                    <a:pt x="456" y="570"/>
                  </a:lnTo>
                  <a:lnTo>
                    <a:pt x="456" y="570"/>
                  </a:lnTo>
                  <a:lnTo>
                    <a:pt x="454" y="570"/>
                  </a:lnTo>
                  <a:lnTo>
                    <a:pt x="454" y="570"/>
                  </a:lnTo>
                  <a:lnTo>
                    <a:pt x="452" y="570"/>
                  </a:lnTo>
                  <a:lnTo>
                    <a:pt x="452" y="570"/>
                  </a:lnTo>
                  <a:lnTo>
                    <a:pt x="450" y="570"/>
                  </a:lnTo>
                  <a:lnTo>
                    <a:pt x="433" y="582"/>
                  </a:lnTo>
                  <a:lnTo>
                    <a:pt x="433" y="584"/>
                  </a:lnTo>
                  <a:lnTo>
                    <a:pt x="433" y="584"/>
                  </a:lnTo>
                  <a:lnTo>
                    <a:pt x="433" y="585"/>
                  </a:lnTo>
                  <a:lnTo>
                    <a:pt x="433" y="585"/>
                  </a:lnTo>
                  <a:lnTo>
                    <a:pt x="432" y="587"/>
                  </a:lnTo>
                  <a:lnTo>
                    <a:pt x="432" y="589"/>
                  </a:lnTo>
                  <a:lnTo>
                    <a:pt x="428" y="589"/>
                  </a:lnTo>
                  <a:lnTo>
                    <a:pt x="428" y="589"/>
                  </a:lnTo>
                  <a:lnTo>
                    <a:pt x="428" y="589"/>
                  </a:lnTo>
                  <a:lnTo>
                    <a:pt x="427" y="591"/>
                  </a:lnTo>
                  <a:lnTo>
                    <a:pt x="427" y="592"/>
                  </a:lnTo>
                  <a:lnTo>
                    <a:pt x="425" y="592"/>
                  </a:lnTo>
                  <a:lnTo>
                    <a:pt x="425" y="594"/>
                  </a:lnTo>
                  <a:lnTo>
                    <a:pt x="423" y="594"/>
                  </a:lnTo>
                  <a:lnTo>
                    <a:pt x="420" y="594"/>
                  </a:lnTo>
                  <a:lnTo>
                    <a:pt x="418" y="596"/>
                  </a:lnTo>
                  <a:lnTo>
                    <a:pt x="416" y="597"/>
                  </a:lnTo>
                  <a:lnTo>
                    <a:pt x="416" y="596"/>
                  </a:lnTo>
                  <a:lnTo>
                    <a:pt x="413" y="597"/>
                  </a:lnTo>
                  <a:lnTo>
                    <a:pt x="411" y="597"/>
                  </a:lnTo>
                  <a:lnTo>
                    <a:pt x="411" y="597"/>
                  </a:lnTo>
                  <a:lnTo>
                    <a:pt x="411" y="597"/>
                  </a:lnTo>
                  <a:lnTo>
                    <a:pt x="410" y="596"/>
                  </a:lnTo>
                  <a:lnTo>
                    <a:pt x="410" y="597"/>
                  </a:lnTo>
                  <a:lnTo>
                    <a:pt x="410" y="597"/>
                  </a:lnTo>
                  <a:lnTo>
                    <a:pt x="408" y="597"/>
                  </a:lnTo>
                  <a:lnTo>
                    <a:pt x="406" y="597"/>
                  </a:lnTo>
                  <a:lnTo>
                    <a:pt x="405" y="596"/>
                  </a:lnTo>
                  <a:lnTo>
                    <a:pt x="403" y="597"/>
                  </a:lnTo>
                  <a:lnTo>
                    <a:pt x="399" y="599"/>
                  </a:lnTo>
                  <a:lnTo>
                    <a:pt x="398" y="601"/>
                  </a:lnTo>
                  <a:lnTo>
                    <a:pt x="391" y="602"/>
                  </a:lnTo>
                  <a:lnTo>
                    <a:pt x="384" y="602"/>
                  </a:lnTo>
                  <a:lnTo>
                    <a:pt x="379" y="602"/>
                  </a:lnTo>
                  <a:lnTo>
                    <a:pt x="376" y="601"/>
                  </a:lnTo>
                  <a:lnTo>
                    <a:pt x="371" y="599"/>
                  </a:lnTo>
                  <a:lnTo>
                    <a:pt x="369" y="597"/>
                  </a:lnTo>
                  <a:lnTo>
                    <a:pt x="367" y="597"/>
                  </a:lnTo>
                  <a:lnTo>
                    <a:pt x="367" y="597"/>
                  </a:lnTo>
                  <a:lnTo>
                    <a:pt x="367" y="596"/>
                  </a:lnTo>
                  <a:lnTo>
                    <a:pt x="367" y="596"/>
                  </a:lnTo>
                  <a:lnTo>
                    <a:pt x="367" y="594"/>
                  </a:lnTo>
                  <a:lnTo>
                    <a:pt x="367" y="594"/>
                  </a:lnTo>
                  <a:lnTo>
                    <a:pt x="367" y="592"/>
                  </a:lnTo>
                  <a:lnTo>
                    <a:pt x="367" y="592"/>
                  </a:lnTo>
                  <a:lnTo>
                    <a:pt x="367" y="592"/>
                  </a:lnTo>
                  <a:lnTo>
                    <a:pt x="367" y="591"/>
                  </a:lnTo>
                  <a:lnTo>
                    <a:pt x="366" y="591"/>
                  </a:lnTo>
                  <a:lnTo>
                    <a:pt x="366" y="592"/>
                  </a:lnTo>
                  <a:lnTo>
                    <a:pt x="364" y="594"/>
                  </a:lnTo>
                  <a:lnTo>
                    <a:pt x="362" y="594"/>
                  </a:lnTo>
                  <a:lnTo>
                    <a:pt x="360" y="594"/>
                  </a:lnTo>
                  <a:lnTo>
                    <a:pt x="360" y="594"/>
                  </a:lnTo>
                  <a:lnTo>
                    <a:pt x="359" y="594"/>
                  </a:lnTo>
                  <a:lnTo>
                    <a:pt x="359" y="594"/>
                  </a:lnTo>
                  <a:lnTo>
                    <a:pt x="349" y="597"/>
                  </a:lnTo>
                  <a:lnTo>
                    <a:pt x="349" y="597"/>
                  </a:lnTo>
                  <a:lnTo>
                    <a:pt x="349" y="599"/>
                  </a:lnTo>
                  <a:lnTo>
                    <a:pt x="347" y="601"/>
                  </a:lnTo>
                  <a:lnTo>
                    <a:pt x="343" y="601"/>
                  </a:lnTo>
                  <a:lnTo>
                    <a:pt x="342" y="601"/>
                  </a:lnTo>
                  <a:lnTo>
                    <a:pt x="340" y="601"/>
                  </a:lnTo>
                  <a:lnTo>
                    <a:pt x="338" y="601"/>
                  </a:lnTo>
                  <a:lnTo>
                    <a:pt x="335" y="597"/>
                  </a:lnTo>
                  <a:lnTo>
                    <a:pt x="335" y="596"/>
                  </a:lnTo>
                  <a:lnTo>
                    <a:pt x="335" y="596"/>
                  </a:lnTo>
                  <a:lnTo>
                    <a:pt x="335" y="594"/>
                  </a:lnTo>
                  <a:lnTo>
                    <a:pt x="337" y="592"/>
                  </a:lnTo>
                  <a:lnTo>
                    <a:pt x="337" y="592"/>
                  </a:lnTo>
                  <a:lnTo>
                    <a:pt x="337" y="589"/>
                  </a:lnTo>
                  <a:lnTo>
                    <a:pt x="337" y="587"/>
                  </a:lnTo>
                  <a:lnTo>
                    <a:pt x="338" y="587"/>
                  </a:lnTo>
                  <a:lnTo>
                    <a:pt x="340" y="585"/>
                  </a:lnTo>
                  <a:lnTo>
                    <a:pt x="340" y="585"/>
                  </a:lnTo>
                  <a:lnTo>
                    <a:pt x="338" y="585"/>
                  </a:lnTo>
                  <a:lnTo>
                    <a:pt x="338" y="585"/>
                  </a:lnTo>
                  <a:lnTo>
                    <a:pt x="337" y="585"/>
                  </a:lnTo>
                  <a:lnTo>
                    <a:pt x="337" y="585"/>
                  </a:lnTo>
                  <a:lnTo>
                    <a:pt x="335" y="585"/>
                  </a:lnTo>
                  <a:lnTo>
                    <a:pt x="335" y="587"/>
                  </a:lnTo>
                  <a:lnTo>
                    <a:pt x="333" y="589"/>
                  </a:lnTo>
                  <a:lnTo>
                    <a:pt x="332" y="592"/>
                  </a:lnTo>
                  <a:lnTo>
                    <a:pt x="326" y="597"/>
                  </a:lnTo>
                  <a:lnTo>
                    <a:pt x="318" y="602"/>
                  </a:lnTo>
                  <a:lnTo>
                    <a:pt x="315" y="604"/>
                  </a:lnTo>
                  <a:lnTo>
                    <a:pt x="313" y="604"/>
                  </a:lnTo>
                  <a:lnTo>
                    <a:pt x="311" y="604"/>
                  </a:lnTo>
                  <a:lnTo>
                    <a:pt x="311" y="606"/>
                  </a:lnTo>
                  <a:lnTo>
                    <a:pt x="311" y="608"/>
                  </a:lnTo>
                  <a:lnTo>
                    <a:pt x="309" y="608"/>
                  </a:lnTo>
                  <a:lnTo>
                    <a:pt x="309" y="608"/>
                  </a:lnTo>
                  <a:lnTo>
                    <a:pt x="308" y="608"/>
                  </a:lnTo>
                  <a:lnTo>
                    <a:pt x="306" y="609"/>
                  </a:lnTo>
                  <a:lnTo>
                    <a:pt x="304" y="611"/>
                  </a:lnTo>
                  <a:lnTo>
                    <a:pt x="301" y="611"/>
                  </a:lnTo>
                  <a:lnTo>
                    <a:pt x="298" y="611"/>
                  </a:lnTo>
                  <a:lnTo>
                    <a:pt x="296" y="611"/>
                  </a:lnTo>
                  <a:lnTo>
                    <a:pt x="294" y="613"/>
                  </a:lnTo>
                  <a:lnTo>
                    <a:pt x="293" y="614"/>
                  </a:lnTo>
                  <a:lnTo>
                    <a:pt x="289" y="614"/>
                  </a:lnTo>
                  <a:lnTo>
                    <a:pt x="287" y="613"/>
                  </a:lnTo>
                  <a:lnTo>
                    <a:pt x="287" y="613"/>
                  </a:lnTo>
                  <a:lnTo>
                    <a:pt x="286" y="613"/>
                  </a:lnTo>
                  <a:lnTo>
                    <a:pt x="284" y="613"/>
                  </a:lnTo>
                  <a:lnTo>
                    <a:pt x="282" y="614"/>
                  </a:lnTo>
                  <a:lnTo>
                    <a:pt x="282" y="618"/>
                  </a:lnTo>
                  <a:lnTo>
                    <a:pt x="282" y="621"/>
                  </a:lnTo>
                  <a:lnTo>
                    <a:pt x="281" y="623"/>
                  </a:lnTo>
                  <a:lnTo>
                    <a:pt x="277" y="625"/>
                  </a:lnTo>
                  <a:lnTo>
                    <a:pt x="274" y="625"/>
                  </a:lnTo>
                  <a:lnTo>
                    <a:pt x="272" y="626"/>
                  </a:lnTo>
                  <a:lnTo>
                    <a:pt x="272" y="626"/>
                  </a:lnTo>
                  <a:lnTo>
                    <a:pt x="269" y="628"/>
                  </a:lnTo>
                  <a:lnTo>
                    <a:pt x="265" y="630"/>
                  </a:lnTo>
                  <a:lnTo>
                    <a:pt x="264" y="630"/>
                  </a:lnTo>
                  <a:lnTo>
                    <a:pt x="262" y="631"/>
                  </a:lnTo>
                  <a:lnTo>
                    <a:pt x="259" y="633"/>
                  </a:lnTo>
                  <a:lnTo>
                    <a:pt x="257" y="636"/>
                  </a:lnTo>
                  <a:lnTo>
                    <a:pt x="255" y="640"/>
                  </a:lnTo>
                  <a:lnTo>
                    <a:pt x="252" y="643"/>
                  </a:lnTo>
                  <a:lnTo>
                    <a:pt x="252" y="645"/>
                  </a:lnTo>
                  <a:lnTo>
                    <a:pt x="250" y="647"/>
                  </a:lnTo>
                  <a:lnTo>
                    <a:pt x="238" y="652"/>
                  </a:lnTo>
                  <a:lnTo>
                    <a:pt x="235" y="653"/>
                  </a:lnTo>
                  <a:lnTo>
                    <a:pt x="233" y="655"/>
                  </a:lnTo>
                  <a:lnTo>
                    <a:pt x="226" y="662"/>
                  </a:lnTo>
                  <a:lnTo>
                    <a:pt x="225" y="665"/>
                  </a:lnTo>
                  <a:lnTo>
                    <a:pt x="223" y="665"/>
                  </a:lnTo>
                  <a:lnTo>
                    <a:pt x="223" y="667"/>
                  </a:lnTo>
                  <a:lnTo>
                    <a:pt x="221" y="669"/>
                  </a:lnTo>
                  <a:lnTo>
                    <a:pt x="219" y="670"/>
                  </a:lnTo>
                  <a:lnTo>
                    <a:pt x="199" y="677"/>
                  </a:lnTo>
                  <a:lnTo>
                    <a:pt x="189" y="684"/>
                  </a:lnTo>
                  <a:lnTo>
                    <a:pt x="189" y="682"/>
                  </a:lnTo>
                  <a:lnTo>
                    <a:pt x="189" y="682"/>
                  </a:lnTo>
                  <a:lnTo>
                    <a:pt x="187" y="682"/>
                  </a:lnTo>
                  <a:lnTo>
                    <a:pt x="187" y="684"/>
                  </a:lnTo>
                  <a:lnTo>
                    <a:pt x="186" y="684"/>
                  </a:lnTo>
                  <a:lnTo>
                    <a:pt x="182" y="686"/>
                  </a:lnTo>
                  <a:lnTo>
                    <a:pt x="179" y="684"/>
                  </a:lnTo>
                  <a:lnTo>
                    <a:pt x="175" y="686"/>
                  </a:lnTo>
                  <a:lnTo>
                    <a:pt x="162" y="692"/>
                  </a:lnTo>
                  <a:lnTo>
                    <a:pt x="155" y="696"/>
                  </a:lnTo>
                  <a:lnTo>
                    <a:pt x="153" y="696"/>
                  </a:lnTo>
                  <a:lnTo>
                    <a:pt x="153" y="698"/>
                  </a:lnTo>
                  <a:lnTo>
                    <a:pt x="152" y="698"/>
                  </a:lnTo>
                  <a:lnTo>
                    <a:pt x="150" y="699"/>
                  </a:lnTo>
                  <a:lnTo>
                    <a:pt x="150" y="699"/>
                  </a:lnTo>
                  <a:lnTo>
                    <a:pt x="148" y="703"/>
                  </a:lnTo>
                  <a:lnTo>
                    <a:pt x="148" y="704"/>
                  </a:lnTo>
                  <a:lnTo>
                    <a:pt x="148" y="704"/>
                  </a:lnTo>
                  <a:lnTo>
                    <a:pt x="148" y="706"/>
                  </a:lnTo>
                  <a:lnTo>
                    <a:pt x="148" y="706"/>
                  </a:lnTo>
                  <a:lnTo>
                    <a:pt x="148" y="706"/>
                  </a:lnTo>
                  <a:lnTo>
                    <a:pt x="146" y="706"/>
                  </a:lnTo>
                  <a:lnTo>
                    <a:pt x="146" y="708"/>
                  </a:lnTo>
                  <a:lnTo>
                    <a:pt x="141" y="716"/>
                  </a:lnTo>
                  <a:lnTo>
                    <a:pt x="141" y="715"/>
                  </a:lnTo>
                  <a:lnTo>
                    <a:pt x="140" y="713"/>
                  </a:lnTo>
                  <a:lnTo>
                    <a:pt x="138" y="711"/>
                  </a:lnTo>
                  <a:lnTo>
                    <a:pt x="138" y="713"/>
                  </a:lnTo>
                  <a:lnTo>
                    <a:pt x="138" y="713"/>
                  </a:lnTo>
                  <a:lnTo>
                    <a:pt x="138" y="715"/>
                  </a:lnTo>
                  <a:lnTo>
                    <a:pt x="138" y="716"/>
                  </a:lnTo>
                  <a:lnTo>
                    <a:pt x="138" y="716"/>
                  </a:lnTo>
                  <a:lnTo>
                    <a:pt x="140" y="718"/>
                  </a:lnTo>
                  <a:lnTo>
                    <a:pt x="140" y="718"/>
                  </a:lnTo>
                  <a:lnTo>
                    <a:pt x="140" y="720"/>
                  </a:lnTo>
                  <a:lnTo>
                    <a:pt x="138" y="723"/>
                  </a:lnTo>
                  <a:lnTo>
                    <a:pt x="138" y="726"/>
                  </a:lnTo>
                  <a:lnTo>
                    <a:pt x="136" y="726"/>
                  </a:lnTo>
                  <a:lnTo>
                    <a:pt x="136" y="726"/>
                  </a:lnTo>
                  <a:lnTo>
                    <a:pt x="135" y="726"/>
                  </a:lnTo>
                  <a:lnTo>
                    <a:pt x="135" y="728"/>
                  </a:lnTo>
                  <a:lnTo>
                    <a:pt x="135" y="728"/>
                  </a:lnTo>
                  <a:lnTo>
                    <a:pt x="135" y="730"/>
                  </a:lnTo>
                  <a:lnTo>
                    <a:pt x="133" y="733"/>
                  </a:lnTo>
                  <a:lnTo>
                    <a:pt x="133" y="733"/>
                  </a:lnTo>
                  <a:lnTo>
                    <a:pt x="131" y="735"/>
                  </a:lnTo>
                  <a:lnTo>
                    <a:pt x="131" y="738"/>
                  </a:lnTo>
                  <a:lnTo>
                    <a:pt x="128" y="743"/>
                  </a:lnTo>
                  <a:lnTo>
                    <a:pt x="128" y="745"/>
                  </a:lnTo>
                  <a:lnTo>
                    <a:pt x="128" y="747"/>
                  </a:lnTo>
                  <a:lnTo>
                    <a:pt x="128" y="748"/>
                  </a:lnTo>
                  <a:lnTo>
                    <a:pt x="126" y="750"/>
                  </a:lnTo>
                  <a:lnTo>
                    <a:pt x="126" y="750"/>
                  </a:lnTo>
                  <a:lnTo>
                    <a:pt x="126" y="752"/>
                  </a:lnTo>
                  <a:lnTo>
                    <a:pt x="126" y="754"/>
                  </a:lnTo>
                  <a:lnTo>
                    <a:pt x="126" y="754"/>
                  </a:lnTo>
                  <a:lnTo>
                    <a:pt x="124" y="755"/>
                  </a:lnTo>
                  <a:lnTo>
                    <a:pt x="123" y="754"/>
                  </a:lnTo>
                  <a:lnTo>
                    <a:pt x="121" y="754"/>
                  </a:lnTo>
                  <a:lnTo>
                    <a:pt x="121" y="752"/>
                  </a:lnTo>
                  <a:lnTo>
                    <a:pt x="121" y="750"/>
                  </a:lnTo>
                  <a:lnTo>
                    <a:pt x="119" y="750"/>
                  </a:lnTo>
                  <a:lnTo>
                    <a:pt x="118" y="750"/>
                  </a:lnTo>
                  <a:lnTo>
                    <a:pt x="118" y="752"/>
                  </a:lnTo>
                  <a:lnTo>
                    <a:pt x="116" y="752"/>
                  </a:lnTo>
                  <a:lnTo>
                    <a:pt x="114" y="752"/>
                  </a:lnTo>
                  <a:lnTo>
                    <a:pt x="113" y="754"/>
                  </a:lnTo>
                  <a:lnTo>
                    <a:pt x="111" y="755"/>
                  </a:lnTo>
                  <a:lnTo>
                    <a:pt x="111" y="757"/>
                  </a:lnTo>
                  <a:lnTo>
                    <a:pt x="107" y="757"/>
                  </a:lnTo>
                  <a:lnTo>
                    <a:pt x="106" y="755"/>
                  </a:lnTo>
                  <a:lnTo>
                    <a:pt x="104" y="754"/>
                  </a:lnTo>
                  <a:lnTo>
                    <a:pt x="106" y="750"/>
                  </a:lnTo>
                  <a:lnTo>
                    <a:pt x="104" y="747"/>
                  </a:lnTo>
                  <a:lnTo>
                    <a:pt x="104" y="747"/>
                  </a:lnTo>
                  <a:lnTo>
                    <a:pt x="106" y="745"/>
                  </a:lnTo>
                  <a:lnTo>
                    <a:pt x="107" y="743"/>
                  </a:lnTo>
                  <a:lnTo>
                    <a:pt x="109" y="743"/>
                  </a:lnTo>
                  <a:lnTo>
                    <a:pt x="109" y="742"/>
                  </a:lnTo>
                  <a:lnTo>
                    <a:pt x="109" y="740"/>
                  </a:lnTo>
                  <a:lnTo>
                    <a:pt x="109" y="738"/>
                  </a:lnTo>
                  <a:lnTo>
                    <a:pt x="107" y="737"/>
                  </a:lnTo>
                  <a:lnTo>
                    <a:pt x="106" y="738"/>
                  </a:lnTo>
                  <a:lnTo>
                    <a:pt x="106" y="740"/>
                  </a:lnTo>
                  <a:lnTo>
                    <a:pt x="106" y="742"/>
                  </a:lnTo>
                  <a:lnTo>
                    <a:pt x="104" y="740"/>
                  </a:lnTo>
                  <a:lnTo>
                    <a:pt x="104" y="738"/>
                  </a:lnTo>
                  <a:lnTo>
                    <a:pt x="106" y="737"/>
                  </a:lnTo>
                  <a:lnTo>
                    <a:pt x="106" y="735"/>
                  </a:lnTo>
                  <a:lnTo>
                    <a:pt x="104" y="731"/>
                  </a:lnTo>
                  <a:lnTo>
                    <a:pt x="102" y="730"/>
                  </a:lnTo>
                  <a:lnTo>
                    <a:pt x="101" y="726"/>
                  </a:lnTo>
                  <a:lnTo>
                    <a:pt x="102" y="725"/>
                  </a:lnTo>
                  <a:lnTo>
                    <a:pt x="102" y="721"/>
                  </a:lnTo>
                  <a:lnTo>
                    <a:pt x="106" y="706"/>
                  </a:lnTo>
                  <a:lnTo>
                    <a:pt x="107" y="701"/>
                  </a:lnTo>
                  <a:lnTo>
                    <a:pt x="107" y="699"/>
                  </a:lnTo>
                  <a:lnTo>
                    <a:pt x="107" y="699"/>
                  </a:lnTo>
                  <a:lnTo>
                    <a:pt x="109" y="698"/>
                  </a:lnTo>
                  <a:lnTo>
                    <a:pt x="109" y="698"/>
                  </a:lnTo>
                  <a:lnTo>
                    <a:pt x="109" y="696"/>
                  </a:lnTo>
                  <a:lnTo>
                    <a:pt x="107" y="694"/>
                  </a:lnTo>
                  <a:lnTo>
                    <a:pt x="107" y="694"/>
                  </a:lnTo>
                  <a:lnTo>
                    <a:pt x="106" y="696"/>
                  </a:lnTo>
                  <a:lnTo>
                    <a:pt x="104" y="696"/>
                  </a:lnTo>
                  <a:lnTo>
                    <a:pt x="102" y="696"/>
                  </a:lnTo>
                  <a:lnTo>
                    <a:pt x="101" y="696"/>
                  </a:lnTo>
                  <a:lnTo>
                    <a:pt x="97" y="698"/>
                  </a:lnTo>
                  <a:lnTo>
                    <a:pt x="96" y="699"/>
                  </a:lnTo>
                  <a:lnTo>
                    <a:pt x="90" y="708"/>
                  </a:lnTo>
                  <a:lnTo>
                    <a:pt x="89" y="713"/>
                  </a:lnTo>
                  <a:lnTo>
                    <a:pt x="85" y="716"/>
                  </a:lnTo>
                  <a:lnTo>
                    <a:pt x="85" y="718"/>
                  </a:lnTo>
                  <a:lnTo>
                    <a:pt x="85" y="720"/>
                  </a:lnTo>
                  <a:lnTo>
                    <a:pt x="85" y="721"/>
                  </a:lnTo>
                  <a:lnTo>
                    <a:pt x="77" y="740"/>
                  </a:lnTo>
                  <a:lnTo>
                    <a:pt x="77" y="742"/>
                  </a:lnTo>
                  <a:lnTo>
                    <a:pt x="73" y="745"/>
                  </a:lnTo>
                  <a:lnTo>
                    <a:pt x="73" y="747"/>
                  </a:lnTo>
                  <a:lnTo>
                    <a:pt x="72" y="748"/>
                  </a:lnTo>
                  <a:lnTo>
                    <a:pt x="72" y="752"/>
                  </a:lnTo>
                  <a:lnTo>
                    <a:pt x="72" y="754"/>
                  </a:lnTo>
                  <a:lnTo>
                    <a:pt x="70" y="754"/>
                  </a:lnTo>
                  <a:lnTo>
                    <a:pt x="68" y="759"/>
                  </a:lnTo>
                  <a:lnTo>
                    <a:pt x="67" y="759"/>
                  </a:lnTo>
                  <a:lnTo>
                    <a:pt x="65" y="760"/>
                  </a:lnTo>
                  <a:lnTo>
                    <a:pt x="65" y="760"/>
                  </a:lnTo>
                  <a:lnTo>
                    <a:pt x="65" y="762"/>
                  </a:lnTo>
                  <a:lnTo>
                    <a:pt x="65" y="762"/>
                  </a:lnTo>
                  <a:lnTo>
                    <a:pt x="65" y="764"/>
                  </a:lnTo>
                  <a:lnTo>
                    <a:pt x="65" y="764"/>
                  </a:lnTo>
                  <a:lnTo>
                    <a:pt x="65" y="767"/>
                  </a:lnTo>
                  <a:lnTo>
                    <a:pt x="65" y="767"/>
                  </a:lnTo>
                  <a:lnTo>
                    <a:pt x="67" y="769"/>
                  </a:lnTo>
                  <a:lnTo>
                    <a:pt x="67" y="772"/>
                  </a:lnTo>
                  <a:lnTo>
                    <a:pt x="65" y="774"/>
                  </a:lnTo>
                  <a:lnTo>
                    <a:pt x="67" y="774"/>
                  </a:lnTo>
                  <a:lnTo>
                    <a:pt x="68" y="776"/>
                  </a:lnTo>
                  <a:lnTo>
                    <a:pt x="68" y="776"/>
                  </a:lnTo>
                  <a:lnTo>
                    <a:pt x="70" y="776"/>
                  </a:lnTo>
                  <a:lnTo>
                    <a:pt x="73" y="781"/>
                  </a:lnTo>
                  <a:lnTo>
                    <a:pt x="75" y="786"/>
                  </a:lnTo>
                  <a:lnTo>
                    <a:pt x="77" y="788"/>
                  </a:lnTo>
                  <a:lnTo>
                    <a:pt x="77" y="789"/>
                  </a:lnTo>
                  <a:lnTo>
                    <a:pt x="79" y="793"/>
                  </a:lnTo>
                  <a:lnTo>
                    <a:pt x="79" y="803"/>
                  </a:lnTo>
                  <a:lnTo>
                    <a:pt x="79" y="805"/>
                  </a:lnTo>
                  <a:lnTo>
                    <a:pt x="77" y="806"/>
                  </a:lnTo>
                  <a:lnTo>
                    <a:pt x="75" y="808"/>
                  </a:lnTo>
                  <a:lnTo>
                    <a:pt x="75" y="808"/>
                  </a:lnTo>
                  <a:lnTo>
                    <a:pt x="73" y="808"/>
                  </a:lnTo>
                  <a:lnTo>
                    <a:pt x="73" y="810"/>
                  </a:lnTo>
                  <a:lnTo>
                    <a:pt x="73" y="810"/>
                  </a:lnTo>
                  <a:lnTo>
                    <a:pt x="73" y="811"/>
                  </a:lnTo>
                  <a:lnTo>
                    <a:pt x="73" y="813"/>
                  </a:lnTo>
                  <a:lnTo>
                    <a:pt x="75" y="818"/>
                  </a:lnTo>
                  <a:lnTo>
                    <a:pt x="75" y="827"/>
                  </a:lnTo>
                  <a:lnTo>
                    <a:pt x="75" y="828"/>
                  </a:lnTo>
                  <a:lnTo>
                    <a:pt x="75" y="832"/>
                  </a:lnTo>
                  <a:lnTo>
                    <a:pt x="75" y="837"/>
                  </a:lnTo>
                  <a:lnTo>
                    <a:pt x="75" y="838"/>
                  </a:lnTo>
                  <a:lnTo>
                    <a:pt x="73" y="840"/>
                  </a:lnTo>
                  <a:lnTo>
                    <a:pt x="73" y="840"/>
                  </a:lnTo>
                  <a:lnTo>
                    <a:pt x="73" y="842"/>
                  </a:lnTo>
                  <a:lnTo>
                    <a:pt x="72" y="844"/>
                  </a:lnTo>
                  <a:lnTo>
                    <a:pt x="68" y="845"/>
                  </a:lnTo>
                  <a:lnTo>
                    <a:pt x="68" y="847"/>
                  </a:lnTo>
                  <a:lnTo>
                    <a:pt x="68" y="847"/>
                  </a:lnTo>
                  <a:lnTo>
                    <a:pt x="67" y="849"/>
                  </a:lnTo>
                  <a:lnTo>
                    <a:pt x="65" y="849"/>
                  </a:lnTo>
                  <a:lnTo>
                    <a:pt x="63" y="850"/>
                  </a:lnTo>
                  <a:lnTo>
                    <a:pt x="63" y="850"/>
                  </a:lnTo>
                  <a:lnTo>
                    <a:pt x="63" y="850"/>
                  </a:lnTo>
                  <a:lnTo>
                    <a:pt x="62" y="852"/>
                  </a:lnTo>
                  <a:lnTo>
                    <a:pt x="62" y="852"/>
                  </a:lnTo>
                  <a:lnTo>
                    <a:pt x="60" y="852"/>
                  </a:lnTo>
                  <a:lnTo>
                    <a:pt x="60" y="852"/>
                  </a:lnTo>
                  <a:lnTo>
                    <a:pt x="56" y="862"/>
                  </a:lnTo>
                  <a:lnTo>
                    <a:pt x="55" y="862"/>
                  </a:lnTo>
                  <a:lnTo>
                    <a:pt x="53" y="864"/>
                  </a:lnTo>
                  <a:lnTo>
                    <a:pt x="51" y="872"/>
                  </a:lnTo>
                  <a:lnTo>
                    <a:pt x="51" y="872"/>
                  </a:lnTo>
                  <a:lnTo>
                    <a:pt x="48" y="876"/>
                  </a:lnTo>
                  <a:lnTo>
                    <a:pt x="48" y="878"/>
                  </a:lnTo>
                  <a:lnTo>
                    <a:pt x="48" y="879"/>
                  </a:lnTo>
                  <a:lnTo>
                    <a:pt x="48" y="881"/>
                  </a:lnTo>
                  <a:lnTo>
                    <a:pt x="48" y="883"/>
                  </a:lnTo>
                  <a:lnTo>
                    <a:pt x="46" y="884"/>
                  </a:lnTo>
                  <a:lnTo>
                    <a:pt x="46" y="886"/>
                  </a:lnTo>
                  <a:lnTo>
                    <a:pt x="45" y="888"/>
                  </a:lnTo>
                  <a:lnTo>
                    <a:pt x="45" y="888"/>
                  </a:lnTo>
                  <a:lnTo>
                    <a:pt x="45" y="891"/>
                  </a:lnTo>
                  <a:lnTo>
                    <a:pt x="45" y="893"/>
                  </a:lnTo>
                  <a:lnTo>
                    <a:pt x="46" y="896"/>
                  </a:lnTo>
                  <a:lnTo>
                    <a:pt x="46" y="900"/>
                  </a:lnTo>
                  <a:lnTo>
                    <a:pt x="45" y="901"/>
                  </a:lnTo>
                  <a:lnTo>
                    <a:pt x="43" y="903"/>
                  </a:lnTo>
                  <a:lnTo>
                    <a:pt x="41" y="905"/>
                  </a:lnTo>
                  <a:lnTo>
                    <a:pt x="41" y="906"/>
                  </a:lnTo>
                  <a:lnTo>
                    <a:pt x="43" y="920"/>
                  </a:lnTo>
                  <a:lnTo>
                    <a:pt x="43" y="923"/>
                  </a:lnTo>
                  <a:lnTo>
                    <a:pt x="45" y="927"/>
                  </a:lnTo>
                  <a:lnTo>
                    <a:pt x="46" y="930"/>
                  </a:lnTo>
                  <a:lnTo>
                    <a:pt x="55" y="940"/>
                  </a:lnTo>
                  <a:lnTo>
                    <a:pt x="60" y="947"/>
                  </a:lnTo>
                  <a:lnTo>
                    <a:pt x="62" y="949"/>
                  </a:lnTo>
                  <a:lnTo>
                    <a:pt x="62" y="951"/>
                  </a:lnTo>
                  <a:lnTo>
                    <a:pt x="62" y="952"/>
                  </a:lnTo>
                  <a:lnTo>
                    <a:pt x="62" y="954"/>
                  </a:lnTo>
                  <a:lnTo>
                    <a:pt x="60" y="956"/>
                  </a:lnTo>
                  <a:lnTo>
                    <a:pt x="60" y="957"/>
                  </a:lnTo>
                  <a:lnTo>
                    <a:pt x="62" y="959"/>
                  </a:lnTo>
                  <a:lnTo>
                    <a:pt x="62" y="961"/>
                  </a:lnTo>
                  <a:lnTo>
                    <a:pt x="63" y="961"/>
                  </a:lnTo>
                  <a:lnTo>
                    <a:pt x="65" y="962"/>
                  </a:lnTo>
                  <a:lnTo>
                    <a:pt x="67" y="964"/>
                  </a:lnTo>
                  <a:lnTo>
                    <a:pt x="65" y="966"/>
                  </a:lnTo>
                  <a:lnTo>
                    <a:pt x="65" y="968"/>
                  </a:lnTo>
                  <a:lnTo>
                    <a:pt x="65" y="969"/>
                  </a:lnTo>
                  <a:lnTo>
                    <a:pt x="63" y="969"/>
                  </a:lnTo>
                  <a:lnTo>
                    <a:pt x="63" y="969"/>
                  </a:lnTo>
                  <a:lnTo>
                    <a:pt x="65" y="971"/>
                  </a:lnTo>
                  <a:lnTo>
                    <a:pt x="65" y="973"/>
                  </a:lnTo>
                  <a:lnTo>
                    <a:pt x="67" y="974"/>
                  </a:lnTo>
                  <a:lnTo>
                    <a:pt x="67" y="978"/>
                  </a:lnTo>
                  <a:lnTo>
                    <a:pt x="68" y="979"/>
                  </a:lnTo>
                  <a:lnTo>
                    <a:pt x="70" y="981"/>
                  </a:lnTo>
                  <a:lnTo>
                    <a:pt x="73" y="983"/>
                  </a:lnTo>
                  <a:lnTo>
                    <a:pt x="77" y="985"/>
                  </a:lnTo>
                  <a:lnTo>
                    <a:pt x="77" y="985"/>
                  </a:lnTo>
                  <a:lnTo>
                    <a:pt x="79" y="986"/>
                  </a:lnTo>
                  <a:lnTo>
                    <a:pt x="79" y="988"/>
                  </a:lnTo>
                  <a:lnTo>
                    <a:pt x="82" y="993"/>
                  </a:lnTo>
                  <a:lnTo>
                    <a:pt x="82" y="995"/>
                  </a:lnTo>
                  <a:lnTo>
                    <a:pt x="82" y="996"/>
                  </a:lnTo>
                  <a:lnTo>
                    <a:pt x="89" y="1008"/>
                  </a:lnTo>
                  <a:lnTo>
                    <a:pt x="90" y="1012"/>
                  </a:lnTo>
                  <a:lnTo>
                    <a:pt x="96" y="1020"/>
                  </a:lnTo>
                  <a:lnTo>
                    <a:pt x="99" y="1025"/>
                  </a:lnTo>
                  <a:lnTo>
                    <a:pt x="99" y="1025"/>
                  </a:lnTo>
                  <a:lnTo>
                    <a:pt x="102" y="1029"/>
                  </a:lnTo>
                  <a:lnTo>
                    <a:pt x="102" y="1029"/>
                  </a:lnTo>
                  <a:lnTo>
                    <a:pt x="102" y="1030"/>
                  </a:lnTo>
                  <a:lnTo>
                    <a:pt x="104" y="1030"/>
                  </a:lnTo>
                  <a:lnTo>
                    <a:pt x="104" y="1030"/>
                  </a:lnTo>
                  <a:lnTo>
                    <a:pt x="106" y="1032"/>
                  </a:lnTo>
                  <a:lnTo>
                    <a:pt x="106" y="1034"/>
                  </a:lnTo>
                  <a:lnTo>
                    <a:pt x="106" y="1035"/>
                  </a:lnTo>
                  <a:lnTo>
                    <a:pt x="107" y="1035"/>
                  </a:lnTo>
                  <a:lnTo>
                    <a:pt x="107" y="1037"/>
                  </a:lnTo>
                  <a:lnTo>
                    <a:pt x="107" y="1039"/>
                  </a:lnTo>
                  <a:lnTo>
                    <a:pt x="111" y="1039"/>
                  </a:lnTo>
                  <a:lnTo>
                    <a:pt x="116" y="1042"/>
                  </a:lnTo>
                  <a:lnTo>
                    <a:pt x="118" y="1042"/>
                  </a:lnTo>
                  <a:lnTo>
                    <a:pt x="118" y="1044"/>
                  </a:lnTo>
                  <a:lnTo>
                    <a:pt x="116" y="1047"/>
                  </a:lnTo>
                  <a:lnTo>
                    <a:pt x="116" y="1049"/>
                  </a:lnTo>
                  <a:lnTo>
                    <a:pt x="114" y="1051"/>
                  </a:lnTo>
                  <a:lnTo>
                    <a:pt x="114" y="1052"/>
                  </a:lnTo>
                  <a:lnTo>
                    <a:pt x="116" y="1052"/>
                  </a:lnTo>
                  <a:lnTo>
                    <a:pt x="118" y="1054"/>
                  </a:lnTo>
                  <a:lnTo>
                    <a:pt x="118" y="1056"/>
                  </a:lnTo>
                  <a:lnTo>
                    <a:pt x="118" y="1056"/>
                  </a:lnTo>
                  <a:lnTo>
                    <a:pt x="116" y="1056"/>
                  </a:lnTo>
                  <a:lnTo>
                    <a:pt x="116" y="1056"/>
                  </a:lnTo>
                  <a:lnTo>
                    <a:pt x="114" y="1056"/>
                  </a:lnTo>
                  <a:lnTo>
                    <a:pt x="114" y="1056"/>
                  </a:lnTo>
                  <a:lnTo>
                    <a:pt x="113" y="1056"/>
                  </a:lnTo>
                  <a:lnTo>
                    <a:pt x="113" y="1054"/>
                  </a:lnTo>
                  <a:lnTo>
                    <a:pt x="111" y="1054"/>
                  </a:lnTo>
                  <a:lnTo>
                    <a:pt x="111" y="1054"/>
                  </a:lnTo>
                  <a:lnTo>
                    <a:pt x="111" y="1058"/>
                  </a:lnTo>
                  <a:lnTo>
                    <a:pt x="113" y="1061"/>
                  </a:lnTo>
                  <a:lnTo>
                    <a:pt x="114" y="1063"/>
                  </a:lnTo>
                  <a:lnTo>
                    <a:pt x="114" y="1063"/>
                  </a:lnTo>
                  <a:lnTo>
                    <a:pt x="114" y="1064"/>
                  </a:lnTo>
                  <a:lnTo>
                    <a:pt x="114" y="1066"/>
                  </a:lnTo>
                  <a:lnTo>
                    <a:pt x="113" y="1066"/>
                  </a:lnTo>
                  <a:lnTo>
                    <a:pt x="113" y="1066"/>
                  </a:lnTo>
                  <a:lnTo>
                    <a:pt x="113" y="1066"/>
                  </a:lnTo>
                  <a:lnTo>
                    <a:pt x="113" y="1068"/>
                  </a:lnTo>
                  <a:lnTo>
                    <a:pt x="111" y="1068"/>
                  </a:lnTo>
                  <a:lnTo>
                    <a:pt x="111" y="1069"/>
                  </a:lnTo>
                  <a:lnTo>
                    <a:pt x="109" y="1071"/>
                  </a:lnTo>
                  <a:lnTo>
                    <a:pt x="109" y="1073"/>
                  </a:lnTo>
                  <a:lnTo>
                    <a:pt x="111" y="1075"/>
                  </a:lnTo>
                  <a:lnTo>
                    <a:pt x="111" y="1076"/>
                  </a:lnTo>
                  <a:lnTo>
                    <a:pt x="113" y="1080"/>
                  </a:lnTo>
                  <a:lnTo>
                    <a:pt x="114" y="1081"/>
                  </a:lnTo>
                  <a:lnTo>
                    <a:pt x="113" y="1086"/>
                  </a:lnTo>
                  <a:lnTo>
                    <a:pt x="113" y="1088"/>
                  </a:lnTo>
                  <a:lnTo>
                    <a:pt x="111" y="1088"/>
                  </a:lnTo>
                  <a:lnTo>
                    <a:pt x="107" y="1088"/>
                  </a:lnTo>
                  <a:lnTo>
                    <a:pt x="107" y="1090"/>
                  </a:lnTo>
                  <a:lnTo>
                    <a:pt x="106" y="1091"/>
                  </a:lnTo>
                  <a:lnTo>
                    <a:pt x="106" y="1091"/>
                  </a:lnTo>
                  <a:lnTo>
                    <a:pt x="104" y="1093"/>
                  </a:lnTo>
                  <a:lnTo>
                    <a:pt x="102" y="1095"/>
                  </a:lnTo>
                  <a:lnTo>
                    <a:pt x="101" y="1097"/>
                  </a:lnTo>
                  <a:lnTo>
                    <a:pt x="99" y="1095"/>
                  </a:lnTo>
                  <a:lnTo>
                    <a:pt x="97" y="1090"/>
                  </a:lnTo>
                  <a:lnTo>
                    <a:pt x="92" y="1085"/>
                  </a:lnTo>
                  <a:lnTo>
                    <a:pt x="90" y="1083"/>
                  </a:lnTo>
                  <a:lnTo>
                    <a:pt x="90" y="1081"/>
                  </a:lnTo>
                  <a:lnTo>
                    <a:pt x="89" y="1080"/>
                  </a:lnTo>
                  <a:lnTo>
                    <a:pt x="89" y="1076"/>
                  </a:lnTo>
                  <a:lnTo>
                    <a:pt x="87" y="1071"/>
                  </a:lnTo>
                  <a:lnTo>
                    <a:pt x="87" y="1069"/>
                  </a:lnTo>
                  <a:lnTo>
                    <a:pt x="89" y="1066"/>
                  </a:lnTo>
                  <a:lnTo>
                    <a:pt x="87" y="1066"/>
                  </a:lnTo>
                  <a:lnTo>
                    <a:pt x="85" y="1066"/>
                  </a:lnTo>
                  <a:lnTo>
                    <a:pt x="84" y="1058"/>
                  </a:lnTo>
                  <a:lnTo>
                    <a:pt x="84" y="1056"/>
                  </a:lnTo>
                  <a:lnTo>
                    <a:pt x="85" y="1052"/>
                  </a:lnTo>
                  <a:lnTo>
                    <a:pt x="85" y="1052"/>
                  </a:lnTo>
                  <a:lnTo>
                    <a:pt x="84" y="1052"/>
                  </a:lnTo>
                  <a:lnTo>
                    <a:pt x="82" y="1052"/>
                  </a:lnTo>
                  <a:lnTo>
                    <a:pt x="82" y="1052"/>
                  </a:lnTo>
                  <a:lnTo>
                    <a:pt x="82" y="1052"/>
                  </a:lnTo>
                  <a:lnTo>
                    <a:pt x="82" y="1052"/>
                  </a:lnTo>
                  <a:lnTo>
                    <a:pt x="82" y="1054"/>
                  </a:lnTo>
                  <a:lnTo>
                    <a:pt x="82" y="1056"/>
                  </a:lnTo>
                  <a:lnTo>
                    <a:pt x="84" y="1056"/>
                  </a:lnTo>
                  <a:lnTo>
                    <a:pt x="82" y="1059"/>
                  </a:lnTo>
                  <a:lnTo>
                    <a:pt x="82" y="1063"/>
                  </a:lnTo>
                  <a:lnTo>
                    <a:pt x="80" y="1066"/>
                  </a:lnTo>
                  <a:lnTo>
                    <a:pt x="75" y="1075"/>
                  </a:lnTo>
                  <a:lnTo>
                    <a:pt x="73" y="1075"/>
                  </a:lnTo>
                  <a:lnTo>
                    <a:pt x="72" y="1073"/>
                  </a:lnTo>
                  <a:lnTo>
                    <a:pt x="70" y="1073"/>
                  </a:lnTo>
                  <a:lnTo>
                    <a:pt x="70" y="1071"/>
                  </a:lnTo>
                  <a:lnTo>
                    <a:pt x="68" y="1069"/>
                  </a:lnTo>
                  <a:lnTo>
                    <a:pt x="68" y="1068"/>
                  </a:lnTo>
                  <a:lnTo>
                    <a:pt x="67" y="1064"/>
                  </a:lnTo>
                  <a:lnTo>
                    <a:pt x="67" y="1061"/>
                  </a:lnTo>
                  <a:lnTo>
                    <a:pt x="67" y="1059"/>
                  </a:lnTo>
                  <a:lnTo>
                    <a:pt x="68" y="1056"/>
                  </a:lnTo>
                  <a:lnTo>
                    <a:pt x="70" y="1056"/>
                  </a:lnTo>
                  <a:lnTo>
                    <a:pt x="70" y="1054"/>
                  </a:lnTo>
                  <a:lnTo>
                    <a:pt x="70" y="1052"/>
                  </a:lnTo>
                  <a:lnTo>
                    <a:pt x="70" y="1051"/>
                  </a:lnTo>
                  <a:lnTo>
                    <a:pt x="72" y="1049"/>
                  </a:lnTo>
                  <a:lnTo>
                    <a:pt x="72" y="1049"/>
                  </a:lnTo>
                  <a:lnTo>
                    <a:pt x="72" y="1047"/>
                  </a:lnTo>
                  <a:lnTo>
                    <a:pt x="72" y="1046"/>
                  </a:lnTo>
                  <a:lnTo>
                    <a:pt x="72" y="1046"/>
                  </a:lnTo>
                  <a:lnTo>
                    <a:pt x="70" y="1046"/>
                  </a:lnTo>
                  <a:lnTo>
                    <a:pt x="70" y="1044"/>
                  </a:lnTo>
                  <a:lnTo>
                    <a:pt x="70" y="1044"/>
                  </a:lnTo>
                  <a:lnTo>
                    <a:pt x="68" y="1042"/>
                  </a:lnTo>
                  <a:lnTo>
                    <a:pt x="70" y="1041"/>
                  </a:lnTo>
                  <a:lnTo>
                    <a:pt x="68" y="1039"/>
                  </a:lnTo>
                  <a:lnTo>
                    <a:pt x="67" y="1037"/>
                  </a:lnTo>
                  <a:lnTo>
                    <a:pt x="65" y="1035"/>
                  </a:lnTo>
                  <a:lnTo>
                    <a:pt x="63" y="1034"/>
                  </a:lnTo>
                  <a:lnTo>
                    <a:pt x="58" y="1030"/>
                  </a:lnTo>
                  <a:lnTo>
                    <a:pt x="58" y="1030"/>
                  </a:lnTo>
                  <a:lnTo>
                    <a:pt x="58" y="1029"/>
                  </a:lnTo>
                  <a:lnTo>
                    <a:pt x="56" y="1025"/>
                  </a:lnTo>
                  <a:lnTo>
                    <a:pt x="56" y="1024"/>
                  </a:lnTo>
                  <a:lnTo>
                    <a:pt x="55" y="1024"/>
                  </a:lnTo>
                  <a:lnTo>
                    <a:pt x="55" y="1024"/>
                  </a:lnTo>
                  <a:lnTo>
                    <a:pt x="53" y="1024"/>
                  </a:lnTo>
                  <a:lnTo>
                    <a:pt x="53" y="1024"/>
                  </a:lnTo>
                  <a:lnTo>
                    <a:pt x="53" y="1022"/>
                  </a:lnTo>
                  <a:lnTo>
                    <a:pt x="51" y="1022"/>
                  </a:lnTo>
                  <a:lnTo>
                    <a:pt x="51" y="1022"/>
                  </a:lnTo>
                  <a:lnTo>
                    <a:pt x="51" y="1020"/>
                  </a:lnTo>
                  <a:lnTo>
                    <a:pt x="51" y="1017"/>
                  </a:lnTo>
                  <a:lnTo>
                    <a:pt x="51" y="1013"/>
                  </a:lnTo>
                  <a:lnTo>
                    <a:pt x="50" y="1013"/>
                  </a:lnTo>
                  <a:lnTo>
                    <a:pt x="48" y="1017"/>
                  </a:lnTo>
                  <a:lnTo>
                    <a:pt x="46" y="1020"/>
                  </a:lnTo>
                  <a:lnTo>
                    <a:pt x="46" y="1022"/>
                  </a:lnTo>
                  <a:lnTo>
                    <a:pt x="43" y="1025"/>
                  </a:lnTo>
                  <a:lnTo>
                    <a:pt x="43" y="1025"/>
                  </a:lnTo>
                  <a:lnTo>
                    <a:pt x="43" y="1029"/>
                  </a:lnTo>
                  <a:lnTo>
                    <a:pt x="41" y="1030"/>
                  </a:lnTo>
                  <a:lnTo>
                    <a:pt x="43" y="1032"/>
                  </a:lnTo>
                  <a:lnTo>
                    <a:pt x="43" y="1034"/>
                  </a:lnTo>
                  <a:lnTo>
                    <a:pt x="46" y="1035"/>
                  </a:lnTo>
                  <a:lnTo>
                    <a:pt x="48" y="1037"/>
                  </a:lnTo>
                  <a:lnTo>
                    <a:pt x="46" y="1039"/>
                  </a:lnTo>
                  <a:lnTo>
                    <a:pt x="46" y="1039"/>
                  </a:lnTo>
                  <a:lnTo>
                    <a:pt x="46" y="1041"/>
                  </a:lnTo>
                  <a:lnTo>
                    <a:pt x="48" y="1042"/>
                  </a:lnTo>
                  <a:lnTo>
                    <a:pt x="48" y="1042"/>
                  </a:lnTo>
                  <a:lnTo>
                    <a:pt x="50" y="1044"/>
                  </a:lnTo>
                  <a:lnTo>
                    <a:pt x="51" y="1044"/>
                  </a:lnTo>
                  <a:lnTo>
                    <a:pt x="51" y="1046"/>
                  </a:lnTo>
                  <a:lnTo>
                    <a:pt x="51" y="1047"/>
                  </a:lnTo>
                  <a:lnTo>
                    <a:pt x="51" y="1049"/>
                  </a:lnTo>
                  <a:lnTo>
                    <a:pt x="51" y="1049"/>
                  </a:lnTo>
                  <a:lnTo>
                    <a:pt x="55" y="1052"/>
                  </a:lnTo>
                  <a:lnTo>
                    <a:pt x="56" y="1063"/>
                  </a:lnTo>
                  <a:lnTo>
                    <a:pt x="56" y="1063"/>
                  </a:lnTo>
                  <a:lnTo>
                    <a:pt x="58" y="1064"/>
                  </a:lnTo>
                  <a:lnTo>
                    <a:pt x="60" y="1066"/>
                  </a:lnTo>
                  <a:lnTo>
                    <a:pt x="62" y="1066"/>
                  </a:lnTo>
                  <a:lnTo>
                    <a:pt x="65" y="1069"/>
                  </a:lnTo>
                  <a:lnTo>
                    <a:pt x="65" y="1071"/>
                  </a:lnTo>
                  <a:lnTo>
                    <a:pt x="65" y="1073"/>
                  </a:lnTo>
                  <a:lnTo>
                    <a:pt x="65" y="1075"/>
                  </a:lnTo>
                  <a:lnTo>
                    <a:pt x="67" y="1075"/>
                  </a:lnTo>
                  <a:lnTo>
                    <a:pt x="73" y="1076"/>
                  </a:lnTo>
                  <a:lnTo>
                    <a:pt x="75" y="1078"/>
                  </a:lnTo>
                  <a:lnTo>
                    <a:pt x="79" y="1080"/>
                  </a:lnTo>
                  <a:lnTo>
                    <a:pt x="80" y="1081"/>
                  </a:lnTo>
                  <a:lnTo>
                    <a:pt x="82" y="1085"/>
                  </a:lnTo>
                  <a:lnTo>
                    <a:pt x="82" y="1086"/>
                  </a:lnTo>
                  <a:lnTo>
                    <a:pt x="82" y="1088"/>
                  </a:lnTo>
                  <a:lnTo>
                    <a:pt x="82" y="1091"/>
                  </a:lnTo>
                  <a:lnTo>
                    <a:pt x="82" y="1093"/>
                  </a:lnTo>
                  <a:lnTo>
                    <a:pt x="84" y="1097"/>
                  </a:lnTo>
                  <a:lnTo>
                    <a:pt x="84" y="1098"/>
                  </a:lnTo>
                  <a:lnTo>
                    <a:pt x="82" y="1100"/>
                  </a:lnTo>
                  <a:lnTo>
                    <a:pt x="82" y="1102"/>
                  </a:lnTo>
                  <a:lnTo>
                    <a:pt x="80" y="1103"/>
                  </a:lnTo>
                  <a:lnTo>
                    <a:pt x="79" y="1103"/>
                  </a:lnTo>
                  <a:lnTo>
                    <a:pt x="79" y="1103"/>
                  </a:lnTo>
                  <a:lnTo>
                    <a:pt x="77" y="1108"/>
                  </a:lnTo>
                  <a:lnTo>
                    <a:pt x="75" y="1108"/>
                  </a:lnTo>
                  <a:lnTo>
                    <a:pt x="73" y="1107"/>
                  </a:lnTo>
                  <a:lnTo>
                    <a:pt x="73" y="1107"/>
                  </a:lnTo>
                  <a:lnTo>
                    <a:pt x="72" y="1107"/>
                  </a:lnTo>
                  <a:lnTo>
                    <a:pt x="70" y="1108"/>
                  </a:lnTo>
                  <a:lnTo>
                    <a:pt x="67" y="1110"/>
                  </a:lnTo>
                  <a:lnTo>
                    <a:pt x="67" y="1110"/>
                  </a:lnTo>
                  <a:lnTo>
                    <a:pt x="68" y="1114"/>
                  </a:lnTo>
                  <a:lnTo>
                    <a:pt x="65" y="1114"/>
                  </a:lnTo>
                  <a:lnTo>
                    <a:pt x="63" y="1112"/>
                  </a:lnTo>
                  <a:lnTo>
                    <a:pt x="63" y="1112"/>
                  </a:lnTo>
                  <a:lnTo>
                    <a:pt x="63" y="1110"/>
                  </a:lnTo>
                  <a:lnTo>
                    <a:pt x="63" y="1108"/>
                  </a:lnTo>
                  <a:lnTo>
                    <a:pt x="63" y="1108"/>
                  </a:lnTo>
                  <a:lnTo>
                    <a:pt x="62" y="1108"/>
                  </a:lnTo>
                  <a:lnTo>
                    <a:pt x="62" y="1107"/>
                  </a:lnTo>
                  <a:lnTo>
                    <a:pt x="62" y="1105"/>
                  </a:lnTo>
                  <a:lnTo>
                    <a:pt x="62" y="1102"/>
                  </a:lnTo>
                  <a:lnTo>
                    <a:pt x="62" y="1102"/>
                  </a:lnTo>
                  <a:lnTo>
                    <a:pt x="62" y="1098"/>
                  </a:lnTo>
                  <a:lnTo>
                    <a:pt x="62" y="1098"/>
                  </a:lnTo>
                  <a:lnTo>
                    <a:pt x="62" y="1097"/>
                  </a:lnTo>
                  <a:lnTo>
                    <a:pt x="60" y="1097"/>
                  </a:lnTo>
                  <a:lnTo>
                    <a:pt x="60" y="1098"/>
                  </a:lnTo>
                  <a:lnTo>
                    <a:pt x="60" y="1098"/>
                  </a:lnTo>
                  <a:lnTo>
                    <a:pt x="60" y="1100"/>
                  </a:lnTo>
                  <a:lnTo>
                    <a:pt x="58" y="1102"/>
                  </a:lnTo>
                  <a:lnTo>
                    <a:pt x="58" y="1103"/>
                  </a:lnTo>
                  <a:lnTo>
                    <a:pt x="58" y="1108"/>
                  </a:lnTo>
                  <a:lnTo>
                    <a:pt x="56" y="1108"/>
                  </a:lnTo>
                  <a:lnTo>
                    <a:pt x="56" y="1107"/>
                  </a:lnTo>
                  <a:lnTo>
                    <a:pt x="56" y="1105"/>
                  </a:lnTo>
                  <a:lnTo>
                    <a:pt x="56" y="1100"/>
                  </a:lnTo>
                  <a:lnTo>
                    <a:pt x="55" y="1097"/>
                  </a:lnTo>
                  <a:lnTo>
                    <a:pt x="55" y="1097"/>
                  </a:lnTo>
                  <a:lnTo>
                    <a:pt x="55" y="1095"/>
                  </a:lnTo>
                  <a:lnTo>
                    <a:pt x="55" y="1093"/>
                  </a:lnTo>
                  <a:lnTo>
                    <a:pt x="55" y="1091"/>
                  </a:lnTo>
                  <a:lnTo>
                    <a:pt x="55" y="1090"/>
                  </a:lnTo>
                  <a:lnTo>
                    <a:pt x="55" y="1085"/>
                  </a:lnTo>
                  <a:lnTo>
                    <a:pt x="53" y="1083"/>
                  </a:lnTo>
                  <a:lnTo>
                    <a:pt x="53" y="1081"/>
                  </a:lnTo>
                  <a:lnTo>
                    <a:pt x="51" y="1080"/>
                  </a:lnTo>
                  <a:lnTo>
                    <a:pt x="51" y="1081"/>
                  </a:lnTo>
                  <a:lnTo>
                    <a:pt x="51" y="1086"/>
                  </a:lnTo>
                  <a:lnTo>
                    <a:pt x="51" y="1088"/>
                  </a:lnTo>
                  <a:lnTo>
                    <a:pt x="50" y="1090"/>
                  </a:lnTo>
                  <a:lnTo>
                    <a:pt x="50" y="1088"/>
                  </a:lnTo>
                  <a:lnTo>
                    <a:pt x="48" y="1086"/>
                  </a:lnTo>
                  <a:lnTo>
                    <a:pt x="48" y="1081"/>
                  </a:lnTo>
                  <a:lnTo>
                    <a:pt x="48" y="1081"/>
                  </a:lnTo>
                  <a:lnTo>
                    <a:pt x="48" y="1080"/>
                  </a:lnTo>
                  <a:lnTo>
                    <a:pt x="48" y="1080"/>
                  </a:lnTo>
                  <a:lnTo>
                    <a:pt x="48" y="1080"/>
                  </a:lnTo>
                  <a:lnTo>
                    <a:pt x="46" y="1076"/>
                  </a:lnTo>
                  <a:lnTo>
                    <a:pt x="45" y="1073"/>
                  </a:lnTo>
                  <a:lnTo>
                    <a:pt x="43" y="1069"/>
                  </a:lnTo>
                  <a:lnTo>
                    <a:pt x="43" y="1068"/>
                  </a:lnTo>
                  <a:lnTo>
                    <a:pt x="41" y="1069"/>
                  </a:lnTo>
                  <a:lnTo>
                    <a:pt x="41" y="1071"/>
                  </a:lnTo>
                  <a:lnTo>
                    <a:pt x="40" y="1061"/>
                  </a:lnTo>
                  <a:lnTo>
                    <a:pt x="40" y="1058"/>
                  </a:lnTo>
                  <a:lnTo>
                    <a:pt x="38" y="1059"/>
                  </a:lnTo>
                  <a:lnTo>
                    <a:pt x="40" y="1066"/>
                  </a:lnTo>
                  <a:lnTo>
                    <a:pt x="40" y="1076"/>
                  </a:lnTo>
                  <a:lnTo>
                    <a:pt x="38" y="1080"/>
                  </a:lnTo>
                  <a:lnTo>
                    <a:pt x="38" y="1081"/>
                  </a:lnTo>
                  <a:lnTo>
                    <a:pt x="38" y="1083"/>
                  </a:lnTo>
                  <a:lnTo>
                    <a:pt x="40" y="1088"/>
                  </a:lnTo>
                  <a:lnTo>
                    <a:pt x="41" y="1090"/>
                  </a:lnTo>
                  <a:lnTo>
                    <a:pt x="40" y="1088"/>
                  </a:lnTo>
                  <a:lnTo>
                    <a:pt x="38" y="1088"/>
                  </a:lnTo>
                  <a:lnTo>
                    <a:pt x="38" y="1086"/>
                  </a:lnTo>
                  <a:lnTo>
                    <a:pt x="36" y="1085"/>
                  </a:lnTo>
                  <a:lnTo>
                    <a:pt x="36" y="1085"/>
                  </a:lnTo>
                  <a:lnTo>
                    <a:pt x="36" y="1085"/>
                  </a:lnTo>
                  <a:lnTo>
                    <a:pt x="36" y="1083"/>
                  </a:lnTo>
                  <a:lnTo>
                    <a:pt x="36" y="1083"/>
                  </a:lnTo>
                  <a:lnTo>
                    <a:pt x="34" y="1080"/>
                  </a:lnTo>
                  <a:lnTo>
                    <a:pt x="34" y="1078"/>
                  </a:lnTo>
                  <a:lnTo>
                    <a:pt x="34" y="1059"/>
                  </a:lnTo>
                  <a:lnTo>
                    <a:pt x="33" y="1058"/>
                  </a:lnTo>
                  <a:lnTo>
                    <a:pt x="33" y="1059"/>
                  </a:lnTo>
                  <a:lnTo>
                    <a:pt x="31" y="1061"/>
                  </a:lnTo>
                  <a:lnTo>
                    <a:pt x="31" y="1064"/>
                  </a:lnTo>
                  <a:lnTo>
                    <a:pt x="33" y="1068"/>
                  </a:lnTo>
                  <a:lnTo>
                    <a:pt x="33" y="1069"/>
                  </a:lnTo>
                  <a:lnTo>
                    <a:pt x="31" y="1071"/>
                  </a:lnTo>
                  <a:lnTo>
                    <a:pt x="31" y="1073"/>
                  </a:lnTo>
                  <a:lnTo>
                    <a:pt x="31" y="1076"/>
                  </a:lnTo>
                  <a:lnTo>
                    <a:pt x="29" y="1076"/>
                  </a:lnTo>
                  <a:lnTo>
                    <a:pt x="29" y="1075"/>
                  </a:lnTo>
                  <a:lnTo>
                    <a:pt x="29" y="1073"/>
                  </a:lnTo>
                  <a:lnTo>
                    <a:pt x="28" y="1073"/>
                  </a:lnTo>
                  <a:lnTo>
                    <a:pt x="26" y="1071"/>
                  </a:lnTo>
                  <a:lnTo>
                    <a:pt x="24" y="1071"/>
                  </a:lnTo>
                  <a:lnTo>
                    <a:pt x="21" y="1069"/>
                  </a:lnTo>
                  <a:lnTo>
                    <a:pt x="19" y="1069"/>
                  </a:lnTo>
                  <a:lnTo>
                    <a:pt x="21" y="1071"/>
                  </a:lnTo>
                  <a:lnTo>
                    <a:pt x="28" y="1075"/>
                  </a:lnTo>
                  <a:lnTo>
                    <a:pt x="29" y="1080"/>
                  </a:lnTo>
                  <a:lnTo>
                    <a:pt x="31" y="1081"/>
                  </a:lnTo>
                  <a:lnTo>
                    <a:pt x="33" y="1085"/>
                  </a:lnTo>
                  <a:lnTo>
                    <a:pt x="31" y="1086"/>
                  </a:lnTo>
                  <a:lnTo>
                    <a:pt x="33" y="1088"/>
                  </a:lnTo>
                  <a:lnTo>
                    <a:pt x="33" y="1090"/>
                  </a:lnTo>
                  <a:lnTo>
                    <a:pt x="34" y="1091"/>
                  </a:lnTo>
                  <a:lnTo>
                    <a:pt x="36" y="1093"/>
                  </a:lnTo>
                  <a:lnTo>
                    <a:pt x="38" y="1095"/>
                  </a:lnTo>
                  <a:lnTo>
                    <a:pt x="40" y="1095"/>
                  </a:lnTo>
                  <a:lnTo>
                    <a:pt x="48" y="1105"/>
                  </a:lnTo>
                  <a:lnTo>
                    <a:pt x="55" y="1110"/>
                  </a:lnTo>
                  <a:lnTo>
                    <a:pt x="55" y="1112"/>
                  </a:lnTo>
                  <a:lnTo>
                    <a:pt x="56" y="1114"/>
                  </a:lnTo>
                  <a:lnTo>
                    <a:pt x="65" y="1122"/>
                  </a:lnTo>
                  <a:lnTo>
                    <a:pt x="73" y="1136"/>
                  </a:lnTo>
                  <a:lnTo>
                    <a:pt x="89" y="1158"/>
                  </a:lnTo>
                  <a:lnTo>
                    <a:pt x="96" y="1170"/>
                  </a:lnTo>
                  <a:lnTo>
                    <a:pt x="101" y="1181"/>
                  </a:lnTo>
                  <a:lnTo>
                    <a:pt x="107" y="1202"/>
                  </a:lnTo>
                  <a:lnTo>
                    <a:pt x="107" y="1204"/>
                  </a:lnTo>
                  <a:lnTo>
                    <a:pt x="107" y="1204"/>
                  </a:lnTo>
                  <a:lnTo>
                    <a:pt x="106" y="1205"/>
                  </a:lnTo>
                  <a:lnTo>
                    <a:pt x="106" y="1207"/>
                  </a:lnTo>
                  <a:lnTo>
                    <a:pt x="106" y="1209"/>
                  </a:lnTo>
                  <a:lnTo>
                    <a:pt x="104" y="1212"/>
                  </a:lnTo>
                  <a:lnTo>
                    <a:pt x="102" y="1214"/>
                  </a:lnTo>
                  <a:lnTo>
                    <a:pt x="102" y="1217"/>
                  </a:lnTo>
                  <a:lnTo>
                    <a:pt x="104" y="1221"/>
                  </a:lnTo>
                  <a:lnTo>
                    <a:pt x="107" y="1231"/>
                  </a:lnTo>
                  <a:lnTo>
                    <a:pt x="107" y="1231"/>
                  </a:lnTo>
                  <a:lnTo>
                    <a:pt x="107" y="1234"/>
                  </a:lnTo>
                  <a:lnTo>
                    <a:pt x="107" y="1234"/>
                  </a:lnTo>
                  <a:lnTo>
                    <a:pt x="107" y="1236"/>
                  </a:lnTo>
                  <a:lnTo>
                    <a:pt x="109" y="1238"/>
                  </a:lnTo>
                  <a:lnTo>
                    <a:pt x="116" y="1246"/>
                  </a:lnTo>
                  <a:lnTo>
                    <a:pt x="118" y="1246"/>
                  </a:lnTo>
                  <a:lnTo>
                    <a:pt x="119" y="1248"/>
                  </a:lnTo>
                  <a:lnTo>
                    <a:pt x="121" y="1249"/>
                  </a:lnTo>
                  <a:lnTo>
                    <a:pt x="126" y="1255"/>
                  </a:lnTo>
                  <a:lnTo>
                    <a:pt x="126" y="1256"/>
                  </a:lnTo>
                  <a:lnTo>
                    <a:pt x="126" y="1256"/>
                  </a:lnTo>
                  <a:lnTo>
                    <a:pt x="131" y="1263"/>
                  </a:lnTo>
                  <a:lnTo>
                    <a:pt x="138" y="1271"/>
                  </a:lnTo>
                  <a:lnTo>
                    <a:pt x="140" y="1273"/>
                  </a:lnTo>
                  <a:lnTo>
                    <a:pt x="145" y="1285"/>
                  </a:lnTo>
                  <a:lnTo>
                    <a:pt x="146" y="1288"/>
                  </a:lnTo>
                  <a:lnTo>
                    <a:pt x="146" y="1294"/>
                  </a:lnTo>
                  <a:lnTo>
                    <a:pt x="145" y="1297"/>
                  </a:lnTo>
                  <a:lnTo>
                    <a:pt x="145" y="1297"/>
                  </a:lnTo>
                  <a:lnTo>
                    <a:pt x="146" y="1300"/>
                  </a:lnTo>
                  <a:lnTo>
                    <a:pt x="148" y="1302"/>
                  </a:lnTo>
                  <a:lnTo>
                    <a:pt x="150" y="1307"/>
                  </a:lnTo>
                  <a:lnTo>
                    <a:pt x="152" y="1307"/>
                  </a:lnTo>
                  <a:lnTo>
                    <a:pt x="167" y="1322"/>
                  </a:lnTo>
                  <a:lnTo>
                    <a:pt x="167" y="1324"/>
                  </a:lnTo>
                  <a:lnTo>
                    <a:pt x="172" y="1334"/>
                  </a:lnTo>
                  <a:lnTo>
                    <a:pt x="174" y="1339"/>
                  </a:lnTo>
                  <a:lnTo>
                    <a:pt x="175" y="1343"/>
                  </a:lnTo>
                  <a:lnTo>
                    <a:pt x="175" y="1345"/>
                  </a:lnTo>
                  <a:lnTo>
                    <a:pt x="175" y="1346"/>
                  </a:lnTo>
                  <a:lnTo>
                    <a:pt x="175" y="1348"/>
                  </a:lnTo>
                  <a:lnTo>
                    <a:pt x="177" y="1351"/>
                  </a:lnTo>
                  <a:lnTo>
                    <a:pt x="179" y="1356"/>
                  </a:lnTo>
                  <a:lnTo>
                    <a:pt x="179" y="1358"/>
                  </a:lnTo>
                  <a:lnTo>
                    <a:pt x="179" y="1360"/>
                  </a:lnTo>
                  <a:lnTo>
                    <a:pt x="177" y="1365"/>
                  </a:lnTo>
                  <a:lnTo>
                    <a:pt x="175" y="1372"/>
                  </a:lnTo>
                  <a:lnTo>
                    <a:pt x="175" y="1378"/>
                  </a:lnTo>
                  <a:lnTo>
                    <a:pt x="175" y="1387"/>
                  </a:lnTo>
                  <a:lnTo>
                    <a:pt x="177" y="1387"/>
                  </a:lnTo>
                  <a:lnTo>
                    <a:pt x="177" y="1390"/>
                  </a:lnTo>
                  <a:lnTo>
                    <a:pt x="177" y="1392"/>
                  </a:lnTo>
                  <a:lnTo>
                    <a:pt x="175" y="1404"/>
                  </a:lnTo>
                  <a:lnTo>
                    <a:pt x="175" y="1407"/>
                  </a:lnTo>
                  <a:lnTo>
                    <a:pt x="177" y="1407"/>
                  </a:lnTo>
                  <a:lnTo>
                    <a:pt x="177" y="1407"/>
                  </a:lnTo>
                  <a:lnTo>
                    <a:pt x="179" y="1409"/>
                  </a:lnTo>
                  <a:lnTo>
                    <a:pt x="179" y="1411"/>
                  </a:lnTo>
                  <a:lnTo>
                    <a:pt x="179" y="1412"/>
                  </a:lnTo>
                  <a:lnTo>
                    <a:pt x="180" y="1414"/>
                  </a:lnTo>
                  <a:lnTo>
                    <a:pt x="179" y="1416"/>
                  </a:lnTo>
                  <a:lnTo>
                    <a:pt x="179" y="1418"/>
                  </a:lnTo>
                  <a:lnTo>
                    <a:pt x="179" y="1419"/>
                  </a:lnTo>
                  <a:lnTo>
                    <a:pt x="179" y="1421"/>
                  </a:lnTo>
                  <a:lnTo>
                    <a:pt x="180" y="1421"/>
                  </a:lnTo>
                  <a:lnTo>
                    <a:pt x="182" y="1423"/>
                  </a:lnTo>
                  <a:lnTo>
                    <a:pt x="182" y="1423"/>
                  </a:lnTo>
                  <a:lnTo>
                    <a:pt x="182" y="1424"/>
                  </a:lnTo>
                  <a:lnTo>
                    <a:pt x="182" y="1424"/>
                  </a:lnTo>
                  <a:lnTo>
                    <a:pt x="182" y="1426"/>
                  </a:lnTo>
                  <a:lnTo>
                    <a:pt x="182" y="1428"/>
                  </a:lnTo>
                  <a:lnTo>
                    <a:pt x="182" y="1428"/>
                  </a:lnTo>
                  <a:lnTo>
                    <a:pt x="182" y="1428"/>
                  </a:lnTo>
                  <a:lnTo>
                    <a:pt x="182" y="1429"/>
                  </a:lnTo>
                  <a:lnTo>
                    <a:pt x="182" y="1429"/>
                  </a:lnTo>
                  <a:lnTo>
                    <a:pt x="182" y="1431"/>
                  </a:lnTo>
                  <a:lnTo>
                    <a:pt x="184" y="1433"/>
                  </a:lnTo>
                  <a:lnTo>
                    <a:pt x="186" y="1440"/>
                  </a:lnTo>
                  <a:lnTo>
                    <a:pt x="186" y="1441"/>
                  </a:lnTo>
                  <a:lnTo>
                    <a:pt x="186" y="1445"/>
                  </a:lnTo>
                  <a:lnTo>
                    <a:pt x="186" y="1446"/>
                  </a:lnTo>
                  <a:lnTo>
                    <a:pt x="189" y="1453"/>
                  </a:lnTo>
                  <a:lnTo>
                    <a:pt x="189" y="1455"/>
                  </a:lnTo>
                  <a:lnTo>
                    <a:pt x="189" y="1455"/>
                  </a:lnTo>
                  <a:lnTo>
                    <a:pt x="194" y="1465"/>
                  </a:lnTo>
                  <a:lnTo>
                    <a:pt x="196" y="1467"/>
                  </a:lnTo>
                  <a:lnTo>
                    <a:pt x="196" y="1467"/>
                  </a:lnTo>
                  <a:lnTo>
                    <a:pt x="196" y="1472"/>
                  </a:lnTo>
                  <a:lnTo>
                    <a:pt x="201" y="1477"/>
                  </a:lnTo>
                  <a:lnTo>
                    <a:pt x="208" y="1485"/>
                  </a:lnTo>
                  <a:lnTo>
                    <a:pt x="214" y="1499"/>
                  </a:lnTo>
                  <a:lnTo>
                    <a:pt x="219" y="1513"/>
                  </a:lnTo>
                  <a:lnTo>
                    <a:pt x="228" y="1525"/>
                  </a:lnTo>
                  <a:lnTo>
                    <a:pt x="233" y="1535"/>
                  </a:lnTo>
                  <a:lnTo>
                    <a:pt x="240" y="1543"/>
                  </a:lnTo>
                  <a:lnTo>
                    <a:pt x="242" y="1547"/>
                  </a:lnTo>
                  <a:lnTo>
                    <a:pt x="243" y="1553"/>
                  </a:lnTo>
                  <a:lnTo>
                    <a:pt x="245" y="1567"/>
                  </a:lnTo>
                  <a:lnTo>
                    <a:pt x="243" y="1577"/>
                  </a:lnTo>
                  <a:lnTo>
                    <a:pt x="243" y="1579"/>
                  </a:lnTo>
                  <a:lnTo>
                    <a:pt x="245" y="1581"/>
                  </a:lnTo>
                  <a:lnTo>
                    <a:pt x="245" y="1582"/>
                  </a:lnTo>
                  <a:lnTo>
                    <a:pt x="245" y="1584"/>
                  </a:lnTo>
                  <a:lnTo>
                    <a:pt x="243" y="1584"/>
                  </a:lnTo>
                  <a:lnTo>
                    <a:pt x="245" y="1586"/>
                  </a:lnTo>
                  <a:lnTo>
                    <a:pt x="245" y="1586"/>
                  </a:lnTo>
                  <a:lnTo>
                    <a:pt x="245" y="1587"/>
                  </a:lnTo>
                  <a:lnTo>
                    <a:pt x="247" y="1589"/>
                  </a:lnTo>
                  <a:lnTo>
                    <a:pt x="245" y="1592"/>
                  </a:lnTo>
                  <a:lnTo>
                    <a:pt x="245" y="1594"/>
                  </a:lnTo>
                  <a:lnTo>
                    <a:pt x="243" y="1596"/>
                  </a:lnTo>
                  <a:lnTo>
                    <a:pt x="243" y="1598"/>
                  </a:lnTo>
                  <a:lnTo>
                    <a:pt x="238" y="1598"/>
                  </a:lnTo>
                  <a:lnTo>
                    <a:pt x="240" y="1598"/>
                  </a:lnTo>
                  <a:lnTo>
                    <a:pt x="242" y="1599"/>
                  </a:lnTo>
                  <a:lnTo>
                    <a:pt x="243" y="1601"/>
                  </a:lnTo>
                  <a:lnTo>
                    <a:pt x="243" y="1603"/>
                  </a:lnTo>
                  <a:lnTo>
                    <a:pt x="243" y="1603"/>
                  </a:lnTo>
                  <a:lnTo>
                    <a:pt x="242" y="1604"/>
                  </a:lnTo>
                  <a:lnTo>
                    <a:pt x="243" y="1606"/>
                  </a:lnTo>
                  <a:lnTo>
                    <a:pt x="245" y="1609"/>
                  </a:lnTo>
                  <a:lnTo>
                    <a:pt x="245" y="1613"/>
                  </a:lnTo>
                  <a:lnTo>
                    <a:pt x="243" y="1616"/>
                  </a:lnTo>
                  <a:lnTo>
                    <a:pt x="243" y="1616"/>
                  </a:lnTo>
                  <a:lnTo>
                    <a:pt x="243" y="1618"/>
                  </a:lnTo>
                  <a:lnTo>
                    <a:pt x="242" y="1618"/>
                  </a:lnTo>
                  <a:lnTo>
                    <a:pt x="242" y="1620"/>
                  </a:lnTo>
                  <a:lnTo>
                    <a:pt x="243" y="1621"/>
                  </a:lnTo>
                  <a:lnTo>
                    <a:pt x="243" y="1621"/>
                  </a:lnTo>
                  <a:lnTo>
                    <a:pt x="245" y="1623"/>
                  </a:lnTo>
                  <a:lnTo>
                    <a:pt x="247" y="1623"/>
                  </a:lnTo>
                  <a:lnTo>
                    <a:pt x="247" y="1625"/>
                  </a:lnTo>
                  <a:lnTo>
                    <a:pt x="247" y="1628"/>
                  </a:lnTo>
                  <a:lnTo>
                    <a:pt x="245" y="1628"/>
                  </a:lnTo>
                  <a:lnTo>
                    <a:pt x="242" y="1628"/>
                  </a:lnTo>
                  <a:lnTo>
                    <a:pt x="240" y="1628"/>
                  </a:lnTo>
                  <a:lnTo>
                    <a:pt x="238" y="1626"/>
                  </a:lnTo>
                  <a:lnTo>
                    <a:pt x="238" y="1626"/>
                  </a:lnTo>
                  <a:lnTo>
                    <a:pt x="238" y="1628"/>
                  </a:lnTo>
                  <a:lnTo>
                    <a:pt x="238" y="1628"/>
                  </a:lnTo>
                  <a:lnTo>
                    <a:pt x="238" y="1628"/>
                  </a:lnTo>
                  <a:lnTo>
                    <a:pt x="240" y="1630"/>
                  </a:lnTo>
                  <a:lnTo>
                    <a:pt x="240" y="1630"/>
                  </a:lnTo>
                  <a:lnTo>
                    <a:pt x="240" y="1631"/>
                  </a:lnTo>
                  <a:lnTo>
                    <a:pt x="240" y="1633"/>
                  </a:lnTo>
                  <a:lnTo>
                    <a:pt x="242" y="1633"/>
                  </a:lnTo>
                  <a:lnTo>
                    <a:pt x="243" y="1637"/>
                  </a:lnTo>
                  <a:lnTo>
                    <a:pt x="243" y="1638"/>
                  </a:lnTo>
                  <a:lnTo>
                    <a:pt x="242" y="1640"/>
                  </a:lnTo>
                  <a:lnTo>
                    <a:pt x="240" y="1640"/>
                  </a:lnTo>
                  <a:lnTo>
                    <a:pt x="238" y="1637"/>
                  </a:lnTo>
                  <a:lnTo>
                    <a:pt x="236" y="1630"/>
                  </a:lnTo>
                  <a:lnTo>
                    <a:pt x="236" y="1626"/>
                  </a:lnTo>
                  <a:lnTo>
                    <a:pt x="240" y="1621"/>
                  </a:lnTo>
                  <a:lnTo>
                    <a:pt x="242" y="1618"/>
                  </a:lnTo>
                  <a:lnTo>
                    <a:pt x="238" y="1620"/>
                  </a:lnTo>
                  <a:lnTo>
                    <a:pt x="235" y="1625"/>
                  </a:lnTo>
                  <a:lnTo>
                    <a:pt x="233" y="1626"/>
                  </a:lnTo>
                  <a:lnTo>
                    <a:pt x="233" y="1630"/>
                  </a:lnTo>
                  <a:lnTo>
                    <a:pt x="233" y="1633"/>
                  </a:lnTo>
                  <a:lnTo>
                    <a:pt x="233" y="1637"/>
                  </a:lnTo>
                  <a:lnTo>
                    <a:pt x="235" y="1643"/>
                  </a:lnTo>
                  <a:lnTo>
                    <a:pt x="238" y="1654"/>
                  </a:lnTo>
                  <a:lnTo>
                    <a:pt x="238" y="1662"/>
                  </a:lnTo>
                  <a:lnTo>
                    <a:pt x="238" y="1671"/>
                  </a:lnTo>
                  <a:lnTo>
                    <a:pt x="238" y="1684"/>
                  </a:lnTo>
                  <a:lnTo>
                    <a:pt x="238" y="1684"/>
                  </a:lnTo>
                  <a:lnTo>
                    <a:pt x="240" y="1681"/>
                  </a:lnTo>
                  <a:lnTo>
                    <a:pt x="240" y="1677"/>
                  </a:lnTo>
                  <a:lnTo>
                    <a:pt x="242" y="1676"/>
                  </a:lnTo>
                  <a:lnTo>
                    <a:pt x="242" y="1676"/>
                  </a:lnTo>
                  <a:lnTo>
                    <a:pt x="242" y="1677"/>
                  </a:lnTo>
                  <a:lnTo>
                    <a:pt x="242" y="1682"/>
                  </a:lnTo>
                  <a:lnTo>
                    <a:pt x="242" y="1684"/>
                  </a:lnTo>
                  <a:lnTo>
                    <a:pt x="238" y="1686"/>
                  </a:lnTo>
                  <a:lnTo>
                    <a:pt x="236" y="1686"/>
                  </a:lnTo>
                  <a:lnTo>
                    <a:pt x="236" y="1686"/>
                  </a:lnTo>
                  <a:lnTo>
                    <a:pt x="235" y="1686"/>
                  </a:lnTo>
                  <a:lnTo>
                    <a:pt x="235" y="1686"/>
                  </a:lnTo>
                  <a:lnTo>
                    <a:pt x="235" y="1688"/>
                  </a:lnTo>
                  <a:lnTo>
                    <a:pt x="233" y="1691"/>
                  </a:lnTo>
                  <a:lnTo>
                    <a:pt x="230" y="1696"/>
                  </a:lnTo>
                  <a:lnTo>
                    <a:pt x="225" y="1703"/>
                  </a:lnTo>
                  <a:lnTo>
                    <a:pt x="218" y="1711"/>
                  </a:lnTo>
                  <a:lnTo>
                    <a:pt x="216" y="1713"/>
                  </a:lnTo>
                  <a:lnTo>
                    <a:pt x="213" y="1713"/>
                  </a:lnTo>
                  <a:lnTo>
                    <a:pt x="209" y="1715"/>
                  </a:lnTo>
                  <a:lnTo>
                    <a:pt x="204" y="1715"/>
                  </a:lnTo>
                  <a:lnTo>
                    <a:pt x="201" y="1715"/>
                  </a:lnTo>
                  <a:lnTo>
                    <a:pt x="197" y="1715"/>
                  </a:lnTo>
                  <a:lnTo>
                    <a:pt x="194" y="1713"/>
                  </a:lnTo>
                  <a:lnTo>
                    <a:pt x="191" y="1713"/>
                  </a:lnTo>
                  <a:lnTo>
                    <a:pt x="189" y="1710"/>
                  </a:lnTo>
                  <a:lnTo>
                    <a:pt x="187" y="1708"/>
                  </a:lnTo>
                  <a:lnTo>
                    <a:pt x="184" y="1706"/>
                  </a:lnTo>
                  <a:lnTo>
                    <a:pt x="180" y="1705"/>
                  </a:lnTo>
                  <a:lnTo>
                    <a:pt x="180" y="1705"/>
                  </a:lnTo>
                  <a:lnTo>
                    <a:pt x="180" y="1706"/>
                  </a:lnTo>
                  <a:lnTo>
                    <a:pt x="180" y="1711"/>
                  </a:lnTo>
                  <a:lnTo>
                    <a:pt x="180" y="1713"/>
                  </a:lnTo>
                  <a:lnTo>
                    <a:pt x="180" y="1713"/>
                  </a:lnTo>
                  <a:lnTo>
                    <a:pt x="179" y="1716"/>
                  </a:lnTo>
                  <a:lnTo>
                    <a:pt x="177" y="1718"/>
                  </a:lnTo>
                  <a:lnTo>
                    <a:pt x="177" y="1721"/>
                  </a:lnTo>
                  <a:lnTo>
                    <a:pt x="179" y="1725"/>
                  </a:lnTo>
                  <a:lnTo>
                    <a:pt x="180" y="1727"/>
                  </a:lnTo>
                  <a:lnTo>
                    <a:pt x="179" y="1728"/>
                  </a:lnTo>
                  <a:lnTo>
                    <a:pt x="177" y="1732"/>
                  </a:lnTo>
                  <a:lnTo>
                    <a:pt x="177" y="1733"/>
                  </a:lnTo>
                  <a:lnTo>
                    <a:pt x="177" y="1735"/>
                  </a:lnTo>
                  <a:lnTo>
                    <a:pt x="179" y="1738"/>
                  </a:lnTo>
                  <a:lnTo>
                    <a:pt x="179" y="1750"/>
                  </a:lnTo>
                  <a:lnTo>
                    <a:pt x="179" y="1752"/>
                  </a:lnTo>
                  <a:lnTo>
                    <a:pt x="179" y="1754"/>
                  </a:lnTo>
                  <a:lnTo>
                    <a:pt x="180" y="1757"/>
                  </a:lnTo>
                  <a:lnTo>
                    <a:pt x="182" y="1759"/>
                  </a:lnTo>
                  <a:lnTo>
                    <a:pt x="182" y="1761"/>
                  </a:lnTo>
                  <a:lnTo>
                    <a:pt x="182" y="1764"/>
                  </a:lnTo>
                  <a:lnTo>
                    <a:pt x="182" y="1767"/>
                  </a:lnTo>
                  <a:lnTo>
                    <a:pt x="182" y="1767"/>
                  </a:lnTo>
                  <a:lnTo>
                    <a:pt x="191" y="1776"/>
                  </a:lnTo>
                  <a:lnTo>
                    <a:pt x="191" y="1778"/>
                  </a:lnTo>
                  <a:lnTo>
                    <a:pt x="192" y="1776"/>
                  </a:lnTo>
                  <a:lnTo>
                    <a:pt x="196" y="1772"/>
                  </a:lnTo>
                  <a:lnTo>
                    <a:pt x="196" y="1771"/>
                  </a:lnTo>
                  <a:lnTo>
                    <a:pt x="203" y="1771"/>
                  </a:lnTo>
                  <a:lnTo>
                    <a:pt x="206" y="1771"/>
                  </a:lnTo>
                  <a:lnTo>
                    <a:pt x="209" y="1772"/>
                  </a:lnTo>
                  <a:lnTo>
                    <a:pt x="223" y="1778"/>
                  </a:lnTo>
                  <a:lnTo>
                    <a:pt x="223" y="1779"/>
                  </a:lnTo>
                  <a:lnTo>
                    <a:pt x="225" y="1779"/>
                  </a:lnTo>
                  <a:lnTo>
                    <a:pt x="225" y="1779"/>
                  </a:lnTo>
                  <a:lnTo>
                    <a:pt x="225" y="1781"/>
                  </a:lnTo>
                  <a:lnTo>
                    <a:pt x="226" y="1781"/>
                  </a:lnTo>
                  <a:lnTo>
                    <a:pt x="226" y="1781"/>
                  </a:lnTo>
                  <a:lnTo>
                    <a:pt x="230" y="1783"/>
                  </a:lnTo>
                  <a:lnTo>
                    <a:pt x="233" y="1784"/>
                  </a:lnTo>
                  <a:lnTo>
                    <a:pt x="245" y="1793"/>
                  </a:lnTo>
                  <a:lnTo>
                    <a:pt x="257" y="1803"/>
                  </a:lnTo>
                  <a:lnTo>
                    <a:pt x="260" y="1806"/>
                  </a:lnTo>
                  <a:lnTo>
                    <a:pt x="260" y="1808"/>
                  </a:lnTo>
                  <a:lnTo>
                    <a:pt x="262" y="1811"/>
                  </a:lnTo>
                  <a:lnTo>
                    <a:pt x="264" y="1813"/>
                  </a:lnTo>
                  <a:lnTo>
                    <a:pt x="265" y="1815"/>
                  </a:lnTo>
                  <a:lnTo>
                    <a:pt x="265" y="1817"/>
                  </a:lnTo>
                  <a:lnTo>
                    <a:pt x="265" y="1817"/>
                  </a:lnTo>
                  <a:lnTo>
                    <a:pt x="265" y="1817"/>
                  </a:lnTo>
                  <a:lnTo>
                    <a:pt x="265" y="1817"/>
                  </a:lnTo>
                  <a:lnTo>
                    <a:pt x="267" y="1817"/>
                  </a:lnTo>
                  <a:lnTo>
                    <a:pt x="269" y="1817"/>
                  </a:lnTo>
                  <a:lnTo>
                    <a:pt x="276" y="1818"/>
                  </a:lnTo>
                  <a:lnTo>
                    <a:pt x="287" y="1822"/>
                  </a:lnTo>
                  <a:lnTo>
                    <a:pt x="293" y="1823"/>
                  </a:lnTo>
                  <a:lnTo>
                    <a:pt x="296" y="1823"/>
                  </a:lnTo>
                  <a:lnTo>
                    <a:pt x="299" y="1825"/>
                  </a:lnTo>
                  <a:lnTo>
                    <a:pt x="301" y="1823"/>
                  </a:lnTo>
                  <a:lnTo>
                    <a:pt x="299" y="1820"/>
                  </a:lnTo>
                  <a:lnTo>
                    <a:pt x="299" y="1820"/>
                  </a:lnTo>
                  <a:lnTo>
                    <a:pt x="301" y="1820"/>
                  </a:lnTo>
                  <a:lnTo>
                    <a:pt x="301" y="1820"/>
                  </a:lnTo>
                  <a:lnTo>
                    <a:pt x="301" y="1820"/>
                  </a:lnTo>
                  <a:lnTo>
                    <a:pt x="303" y="1822"/>
                  </a:lnTo>
                  <a:lnTo>
                    <a:pt x="303" y="1822"/>
                  </a:lnTo>
                  <a:lnTo>
                    <a:pt x="304" y="1823"/>
                  </a:lnTo>
                  <a:lnTo>
                    <a:pt x="308" y="1823"/>
                  </a:lnTo>
                  <a:lnTo>
                    <a:pt x="309" y="1825"/>
                  </a:lnTo>
                  <a:lnTo>
                    <a:pt x="309" y="1825"/>
                  </a:lnTo>
                  <a:lnTo>
                    <a:pt x="309" y="1827"/>
                  </a:lnTo>
                  <a:lnTo>
                    <a:pt x="309" y="1827"/>
                  </a:lnTo>
                  <a:lnTo>
                    <a:pt x="309" y="1827"/>
                  </a:lnTo>
                  <a:lnTo>
                    <a:pt x="308" y="1827"/>
                  </a:lnTo>
                  <a:lnTo>
                    <a:pt x="299" y="1825"/>
                  </a:lnTo>
                  <a:lnTo>
                    <a:pt x="299" y="1825"/>
                  </a:lnTo>
                  <a:lnTo>
                    <a:pt x="301" y="1827"/>
                  </a:lnTo>
                  <a:lnTo>
                    <a:pt x="304" y="1828"/>
                  </a:lnTo>
                  <a:lnTo>
                    <a:pt x="306" y="1832"/>
                  </a:lnTo>
                  <a:lnTo>
                    <a:pt x="306" y="1832"/>
                  </a:lnTo>
                  <a:lnTo>
                    <a:pt x="309" y="1832"/>
                  </a:lnTo>
                  <a:lnTo>
                    <a:pt x="309" y="1832"/>
                  </a:lnTo>
                  <a:lnTo>
                    <a:pt x="311" y="1832"/>
                  </a:lnTo>
                  <a:lnTo>
                    <a:pt x="313" y="1834"/>
                  </a:lnTo>
                  <a:lnTo>
                    <a:pt x="318" y="1834"/>
                  </a:lnTo>
                  <a:lnTo>
                    <a:pt x="320" y="1835"/>
                  </a:lnTo>
                  <a:lnTo>
                    <a:pt x="321" y="1835"/>
                  </a:lnTo>
                  <a:lnTo>
                    <a:pt x="323" y="1835"/>
                  </a:lnTo>
                  <a:lnTo>
                    <a:pt x="323" y="1834"/>
                  </a:lnTo>
                  <a:lnTo>
                    <a:pt x="330" y="1834"/>
                  </a:lnTo>
                  <a:lnTo>
                    <a:pt x="330" y="1834"/>
                  </a:lnTo>
                  <a:lnTo>
                    <a:pt x="330" y="1834"/>
                  </a:lnTo>
                  <a:lnTo>
                    <a:pt x="330" y="1834"/>
                  </a:lnTo>
                  <a:lnTo>
                    <a:pt x="330" y="1832"/>
                  </a:lnTo>
                  <a:lnTo>
                    <a:pt x="332" y="1832"/>
                  </a:lnTo>
                  <a:lnTo>
                    <a:pt x="335" y="1834"/>
                  </a:lnTo>
                  <a:lnTo>
                    <a:pt x="338" y="1835"/>
                  </a:lnTo>
                  <a:lnTo>
                    <a:pt x="340" y="1835"/>
                  </a:lnTo>
                  <a:lnTo>
                    <a:pt x="342" y="1837"/>
                  </a:lnTo>
                  <a:lnTo>
                    <a:pt x="343" y="1835"/>
                  </a:lnTo>
                  <a:lnTo>
                    <a:pt x="345" y="1835"/>
                  </a:lnTo>
                  <a:lnTo>
                    <a:pt x="347" y="1834"/>
                  </a:lnTo>
                  <a:lnTo>
                    <a:pt x="349" y="1834"/>
                  </a:lnTo>
                  <a:lnTo>
                    <a:pt x="350" y="1834"/>
                  </a:lnTo>
                  <a:lnTo>
                    <a:pt x="352" y="1834"/>
                  </a:lnTo>
                  <a:lnTo>
                    <a:pt x="352" y="1834"/>
                  </a:lnTo>
                  <a:lnTo>
                    <a:pt x="354" y="1834"/>
                  </a:lnTo>
                  <a:lnTo>
                    <a:pt x="354" y="1834"/>
                  </a:lnTo>
                  <a:lnTo>
                    <a:pt x="355" y="1834"/>
                  </a:lnTo>
                  <a:lnTo>
                    <a:pt x="357" y="1834"/>
                  </a:lnTo>
                  <a:lnTo>
                    <a:pt x="357" y="1834"/>
                  </a:lnTo>
                  <a:lnTo>
                    <a:pt x="360" y="1834"/>
                  </a:lnTo>
                  <a:lnTo>
                    <a:pt x="360" y="1835"/>
                  </a:lnTo>
                  <a:lnTo>
                    <a:pt x="362" y="1835"/>
                  </a:lnTo>
                  <a:lnTo>
                    <a:pt x="364" y="1837"/>
                  </a:lnTo>
                  <a:lnTo>
                    <a:pt x="366" y="1837"/>
                  </a:lnTo>
                  <a:lnTo>
                    <a:pt x="367" y="1834"/>
                  </a:lnTo>
                  <a:lnTo>
                    <a:pt x="367" y="1834"/>
                  </a:lnTo>
                  <a:lnTo>
                    <a:pt x="369" y="1832"/>
                  </a:lnTo>
                  <a:lnTo>
                    <a:pt x="371" y="1832"/>
                  </a:lnTo>
                  <a:lnTo>
                    <a:pt x="371" y="1834"/>
                  </a:lnTo>
                  <a:lnTo>
                    <a:pt x="372" y="1834"/>
                  </a:lnTo>
                  <a:lnTo>
                    <a:pt x="372" y="1834"/>
                  </a:lnTo>
                  <a:lnTo>
                    <a:pt x="374" y="1834"/>
                  </a:lnTo>
                  <a:lnTo>
                    <a:pt x="374" y="1834"/>
                  </a:lnTo>
                  <a:lnTo>
                    <a:pt x="376" y="1834"/>
                  </a:lnTo>
                  <a:lnTo>
                    <a:pt x="379" y="1834"/>
                  </a:lnTo>
                  <a:lnTo>
                    <a:pt x="381" y="1835"/>
                  </a:lnTo>
                  <a:lnTo>
                    <a:pt x="381" y="1834"/>
                  </a:lnTo>
                  <a:lnTo>
                    <a:pt x="382" y="1834"/>
                  </a:lnTo>
                  <a:lnTo>
                    <a:pt x="384" y="1834"/>
                  </a:lnTo>
                  <a:lnTo>
                    <a:pt x="386" y="1835"/>
                  </a:lnTo>
                  <a:lnTo>
                    <a:pt x="388" y="1835"/>
                  </a:lnTo>
                  <a:lnTo>
                    <a:pt x="393" y="1839"/>
                  </a:lnTo>
                  <a:lnTo>
                    <a:pt x="393" y="1839"/>
                  </a:lnTo>
                  <a:lnTo>
                    <a:pt x="396" y="1839"/>
                  </a:lnTo>
                  <a:lnTo>
                    <a:pt x="399" y="1840"/>
                  </a:lnTo>
                  <a:lnTo>
                    <a:pt x="403" y="1842"/>
                  </a:lnTo>
                  <a:lnTo>
                    <a:pt x="406" y="1844"/>
                  </a:lnTo>
                  <a:lnTo>
                    <a:pt x="406" y="1840"/>
                  </a:lnTo>
                  <a:lnTo>
                    <a:pt x="406" y="1839"/>
                  </a:lnTo>
                  <a:lnTo>
                    <a:pt x="408" y="1837"/>
                  </a:lnTo>
                  <a:lnTo>
                    <a:pt x="410" y="1835"/>
                  </a:lnTo>
                  <a:lnTo>
                    <a:pt x="411" y="1835"/>
                  </a:lnTo>
                  <a:lnTo>
                    <a:pt x="416" y="1835"/>
                  </a:lnTo>
                  <a:lnTo>
                    <a:pt x="423" y="1837"/>
                  </a:lnTo>
                  <a:lnTo>
                    <a:pt x="427" y="1840"/>
                  </a:lnTo>
                  <a:lnTo>
                    <a:pt x="430" y="1842"/>
                  </a:lnTo>
                  <a:lnTo>
                    <a:pt x="433" y="1842"/>
                  </a:lnTo>
                  <a:lnTo>
                    <a:pt x="435" y="1842"/>
                  </a:lnTo>
                  <a:lnTo>
                    <a:pt x="437" y="1840"/>
                  </a:lnTo>
                  <a:lnTo>
                    <a:pt x="437" y="1840"/>
                  </a:lnTo>
                  <a:lnTo>
                    <a:pt x="439" y="1840"/>
                  </a:lnTo>
                  <a:lnTo>
                    <a:pt x="439" y="1839"/>
                  </a:lnTo>
                  <a:lnTo>
                    <a:pt x="439" y="1839"/>
                  </a:lnTo>
                  <a:lnTo>
                    <a:pt x="435" y="1839"/>
                  </a:lnTo>
                  <a:lnTo>
                    <a:pt x="433" y="1839"/>
                  </a:lnTo>
                  <a:lnTo>
                    <a:pt x="432" y="1835"/>
                  </a:lnTo>
                  <a:lnTo>
                    <a:pt x="430" y="1835"/>
                  </a:lnTo>
                  <a:lnTo>
                    <a:pt x="430" y="1835"/>
                  </a:lnTo>
                  <a:lnTo>
                    <a:pt x="430" y="1837"/>
                  </a:lnTo>
                  <a:lnTo>
                    <a:pt x="430" y="1837"/>
                  </a:lnTo>
                  <a:lnTo>
                    <a:pt x="430" y="1839"/>
                  </a:lnTo>
                  <a:lnTo>
                    <a:pt x="430" y="1839"/>
                  </a:lnTo>
                  <a:lnTo>
                    <a:pt x="430" y="1839"/>
                  </a:lnTo>
                  <a:lnTo>
                    <a:pt x="427" y="1837"/>
                  </a:lnTo>
                  <a:lnTo>
                    <a:pt x="425" y="1837"/>
                  </a:lnTo>
                  <a:lnTo>
                    <a:pt x="425" y="1835"/>
                  </a:lnTo>
                  <a:lnTo>
                    <a:pt x="425" y="1834"/>
                  </a:lnTo>
                  <a:lnTo>
                    <a:pt x="427" y="1834"/>
                  </a:lnTo>
                  <a:lnTo>
                    <a:pt x="432" y="1834"/>
                  </a:lnTo>
                  <a:lnTo>
                    <a:pt x="432" y="1834"/>
                  </a:lnTo>
                  <a:lnTo>
                    <a:pt x="432" y="1832"/>
                  </a:lnTo>
                  <a:lnTo>
                    <a:pt x="432" y="1832"/>
                  </a:lnTo>
                  <a:lnTo>
                    <a:pt x="433" y="1832"/>
                  </a:lnTo>
                  <a:lnTo>
                    <a:pt x="433" y="1832"/>
                  </a:lnTo>
                  <a:lnTo>
                    <a:pt x="433" y="1834"/>
                  </a:lnTo>
                  <a:lnTo>
                    <a:pt x="433" y="1834"/>
                  </a:lnTo>
                  <a:lnTo>
                    <a:pt x="435" y="1834"/>
                  </a:lnTo>
                  <a:lnTo>
                    <a:pt x="437" y="1832"/>
                  </a:lnTo>
                  <a:lnTo>
                    <a:pt x="437" y="1832"/>
                  </a:lnTo>
                  <a:lnTo>
                    <a:pt x="439" y="1832"/>
                  </a:lnTo>
                  <a:lnTo>
                    <a:pt x="440" y="1834"/>
                  </a:lnTo>
                  <a:lnTo>
                    <a:pt x="440" y="1834"/>
                  </a:lnTo>
                  <a:lnTo>
                    <a:pt x="442" y="1834"/>
                  </a:lnTo>
                  <a:lnTo>
                    <a:pt x="442" y="1832"/>
                  </a:lnTo>
                  <a:lnTo>
                    <a:pt x="444" y="1832"/>
                  </a:lnTo>
                  <a:lnTo>
                    <a:pt x="447" y="1832"/>
                  </a:lnTo>
                  <a:lnTo>
                    <a:pt x="449" y="1830"/>
                  </a:lnTo>
                  <a:lnTo>
                    <a:pt x="449" y="1832"/>
                  </a:lnTo>
                  <a:lnTo>
                    <a:pt x="449" y="1830"/>
                  </a:lnTo>
                  <a:lnTo>
                    <a:pt x="454" y="1834"/>
                  </a:lnTo>
                  <a:lnTo>
                    <a:pt x="454" y="1834"/>
                  </a:lnTo>
                  <a:lnTo>
                    <a:pt x="456" y="1834"/>
                  </a:lnTo>
                  <a:lnTo>
                    <a:pt x="456" y="1832"/>
                  </a:lnTo>
                  <a:lnTo>
                    <a:pt x="456" y="1830"/>
                  </a:lnTo>
                  <a:lnTo>
                    <a:pt x="454" y="1828"/>
                  </a:lnTo>
                  <a:lnTo>
                    <a:pt x="454" y="1828"/>
                  </a:lnTo>
                  <a:lnTo>
                    <a:pt x="454" y="1828"/>
                  </a:lnTo>
                  <a:lnTo>
                    <a:pt x="452" y="1828"/>
                  </a:lnTo>
                  <a:lnTo>
                    <a:pt x="452" y="1827"/>
                  </a:lnTo>
                  <a:lnTo>
                    <a:pt x="454" y="1827"/>
                  </a:lnTo>
                  <a:lnTo>
                    <a:pt x="457" y="1827"/>
                  </a:lnTo>
                  <a:lnTo>
                    <a:pt x="461" y="1825"/>
                  </a:lnTo>
                  <a:lnTo>
                    <a:pt x="462" y="1823"/>
                  </a:lnTo>
                  <a:lnTo>
                    <a:pt x="469" y="1823"/>
                  </a:lnTo>
                  <a:lnTo>
                    <a:pt x="472" y="1823"/>
                  </a:lnTo>
                  <a:lnTo>
                    <a:pt x="472" y="1823"/>
                  </a:lnTo>
                  <a:lnTo>
                    <a:pt x="474" y="1822"/>
                  </a:lnTo>
                  <a:lnTo>
                    <a:pt x="472" y="1818"/>
                  </a:lnTo>
                  <a:lnTo>
                    <a:pt x="472" y="1817"/>
                  </a:lnTo>
                  <a:lnTo>
                    <a:pt x="472" y="1815"/>
                  </a:lnTo>
                  <a:lnTo>
                    <a:pt x="474" y="1813"/>
                  </a:lnTo>
                  <a:lnTo>
                    <a:pt x="476" y="1810"/>
                  </a:lnTo>
                  <a:lnTo>
                    <a:pt x="478" y="1810"/>
                  </a:lnTo>
                  <a:lnTo>
                    <a:pt x="481" y="1806"/>
                  </a:lnTo>
                  <a:lnTo>
                    <a:pt x="484" y="1806"/>
                  </a:lnTo>
                  <a:lnTo>
                    <a:pt x="491" y="1805"/>
                  </a:lnTo>
                  <a:lnTo>
                    <a:pt x="493" y="1803"/>
                  </a:lnTo>
                  <a:lnTo>
                    <a:pt x="496" y="1801"/>
                  </a:lnTo>
                  <a:lnTo>
                    <a:pt x="500" y="1801"/>
                  </a:lnTo>
                  <a:lnTo>
                    <a:pt x="501" y="1800"/>
                  </a:lnTo>
                  <a:lnTo>
                    <a:pt x="505" y="1798"/>
                  </a:lnTo>
                  <a:lnTo>
                    <a:pt x="501" y="1796"/>
                  </a:lnTo>
                  <a:lnTo>
                    <a:pt x="501" y="1795"/>
                  </a:lnTo>
                  <a:lnTo>
                    <a:pt x="501" y="1793"/>
                  </a:lnTo>
                  <a:lnTo>
                    <a:pt x="503" y="1793"/>
                  </a:lnTo>
                  <a:lnTo>
                    <a:pt x="505" y="1793"/>
                  </a:lnTo>
                  <a:lnTo>
                    <a:pt x="506" y="1789"/>
                  </a:lnTo>
                  <a:lnTo>
                    <a:pt x="508" y="1789"/>
                  </a:lnTo>
                  <a:lnTo>
                    <a:pt x="515" y="1789"/>
                  </a:lnTo>
                  <a:lnTo>
                    <a:pt x="515" y="1788"/>
                  </a:lnTo>
                  <a:lnTo>
                    <a:pt x="515" y="1788"/>
                  </a:lnTo>
                  <a:lnTo>
                    <a:pt x="512" y="1784"/>
                  </a:lnTo>
                  <a:lnTo>
                    <a:pt x="512" y="1784"/>
                  </a:lnTo>
                  <a:lnTo>
                    <a:pt x="517" y="1784"/>
                  </a:lnTo>
                  <a:lnTo>
                    <a:pt x="517" y="1784"/>
                  </a:lnTo>
                  <a:lnTo>
                    <a:pt x="518" y="1784"/>
                  </a:lnTo>
                  <a:lnTo>
                    <a:pt x="520" y="1784"/>
                  </a:lnTo>
                  <a:lnTo>
                    <a:pt x="535" y="1786"/>
                  </a:lnTo>
                  <a:lnTo>
                    <a:pt x="535" y="1786"/>
                  </a:lnTo>
                  <a:lnTo>
                    <a:pt x="537" y="1788"/>
                  </a:lnTo>
                  <a:lnTo>
                    <a:pt x="537" y="1788"/>
                  </a:lnTo>
                  <a:lnTo>
                    <a:pt x="539" y="1788"/>
                  </a:lnTo>
                  <a:lnTo>
                    <a:pt x="540" y="1788"/>
                  </a:lnTo>
                  <a:lnTo>
                    <a:pt x="542" y="1788"/>
                  </a:lnTo>
                  <a:lnTo>
                    <a:pt x="542" y="1788"/>
                  </a:lnTo>
                  <a:lnTo>
                    <a:pt x="544" y="1789"/>
                  </a:lnTo>
                  <a:lnTo>
                    <a:pt x="544" y="1789"/>
                  </a:lnTo>
                  <a:lnTo>
                    <a:pt x="544" y="1791"/>
                  </a:lnTo>
                  <a:lnTo>
                    <a:pt x="544" y="1791"/>
                  </a:lnTo>
                  <a:lnTo>
                    <a:pt x="546" y="1791"/>
                  </a:lnTo>
                  <a:lnTo>
                    <a:pt x="547" y="1791"/>
                  </a:lnTo>
                  <a:lnTo>
                    <a:pt x="547" y="1791"/>
                  </a:lnTo>
                  <a:lnTo>
                    <a:pt x="547" y="1789"/>
                  </a:lnTo>
                  <a:lnTo>
                    <a:pt x="547" y="1788"/>
                  </a:lnTo>
                  <a:lnTo>
                    <a:pt x="549" y="1786"/>
                  </a:lnTo>
                  <a:lnTo>
                    <a:pt x="549" y="1784"/>
                  </a:lnTo>
                  <a:lnTo>
                    <a:pt x="549" y="1784"/>
                  </a:lnTo>
                  <a:lnTo>
                    <a:pt x="551" y="1784"/>
                  </a:lnTo>
                  <a:lnTo>
                    <a:pt x="552" y="1784"/>
                  </a:lnTo>
                  <a:lnTo>
                    <a:pt x="554" y="1784"/>
                  </a:lnTo>
                  <a:lnTo>
                    <a:pt x="554" y="1786"/>
                  </a:lnTo>
                  <a:lnTo>
                    <a:pt x="556" y="1788"/>
                  </a:lnTo>
                  <a:lnTo>
                    <a:pt x="556" y="1788"/>
                  </a:lnTo>
                  <a:lnTo>
                    <a:pt x="556" y="1788"/>
                  </a:lnTo>
                  <a:lnTo>
                    <a:pt x="557" y="1788"/>
                  </a:lnTo>
                  <a:lnTo>
                    <a:pt x="557" y="1788"/>
                  </a:lnTo>
                  <a:lnTo>
                    <a:pt x="557" y="1786"/>
                  </a:lnTo>
                  <a:lnTo>
                    <a:pt x="559" y="1786"/>
                  </a:lnTo>
                  <a:lnTo>
                    <a:pt x="559" y="1784"/>
                  </a:lnTo>
                  <a:lnTo>
                    <a:pt x="557" y="1783"/>
                  </a:lnTo>
                  <a:lnTo>
                    <a:pt x="557" y="1781"/>
                  </a:lnTo>
                  <a:lnTo>
                    <a:pt x="559" y="1779"/>
                  </a:lnTo>
                  <a:lnTo>
                    <a:pt x="561" y="1778"/>
                  </a:lnTo>
                  <a:lnTo>
                    <a:pt x="562" y="1778"/>
                  </a:lnTo>
                  <a:lnTo>
                    <a:pt x="566" y="1781"/>
                  </a:lnTo>
                  <a:lnTo>
                    <a:pt x="569" y="1779"/>
                  </a:lnTo>
                  <a:lnTo>
                    <a:pt x="571" y="1779"/>
                  </a:lnTo>
                  <a:lnTo>
                    <a:pt x="573" y="1779"/>
                  </a:lnTo>
                  <a:lnTo>
                    <a:pt x="573" y="1779"/>
                  </a:lnTo>
                  <a:lnTo>
                    <a:pt x="571" y="1778"/>
                  </a:lnTo>
                  <a:lnTo>
                    <a:pt x="569" y="1778"/>
                  </a:lnTo>
                  <a:lnTo>
                    <a:pt x="568" y="1776"/>
                  </a:lnTo>
                  <a:lnTo>
                    <a:pt x="566" y="1774"/>
                  </a:lnTo>
                  <a:lnTo>
                    <a:pt x="566" y="1772"/>
                  </a:lnTo>
                  <a:lnTo>
                    <a:pt x="566" y="1771"/>
                  </a:lnTo>
                  <a:lnTo>
                    <a:pt x="568" y="1767"/>
                  </a:lnTo>
                  <a:lnTo>
                    <a:pt x="568" y="1766"/>
                  </a:lnTo>
                  <a:lnTo>
                    <a:pt x="571" y="1764"/>
                  </a:lnTo>
                  <a:lnTo>
                    <a:pt x="571" y="1764"/>
                  </a:lnTo>
                  <a:lnTo>
                    <a:pt x="574" y="1757"/>
                  </a:lnTo>
                  <a:lnTo>
                    <a:pt x="576" y="1757"/>
                  </a:lnTo>
                  <a:lnTo>
                    <a:pt x="578" y="1757"/>
                  </a:lnTo>
                  <a:lnTo>
                    <a:pt x="578" y="1755"/>
                  </a:lnTo>
                  <a:lnTo>
                    <a:pt x="579" y="1755"/>
                  </a:lnTo>
                  <a:lnTo>
                    <a:pt x="578" y="1754"/>
                  </a:lnTo>
                  <a:lnTo>
                    <a:pt x="579" y="1752"/>
                  </a:lnTo>
                  <a:lnTo>
                    <a:pt x="586" y="1750"/>
                  </a:lnTo>
                  <a:lnTo>
                    <a:pt x="588" y="1750"/>
                  </a:lnTo>
                  <a:lnTo>
                    <a:pt x="593" y="1745"/>
                  </a:lnTo>
                  <a:lnTo>
                    <a:pt x="595" y="1744"/>
                  </a:lnTo>
                  <a:lnTo>
                    <a:pt x="600" y="1742"/>
                  </a:lnTo>
                  <a:lnTo>
                    <a:pt x="603" y="1742"/>
                  </a:lnTo>
                  <a:lnTo>
                    <a:pt x="605" y="1742"/>
                  </a:lnTo>
                  <a:lnTo>
                    <a:pt x="607" y="1742"/>
                  </a:lnTo>
                  <a:lnTo>
                    <a:pt x="608" y="1740"/>
                  </a:lnTo>
                  <a:lnTo>
                    <a:pt x="610" y="1740"/>
                  </a:lnTo>
                  <a:lnTo>
                    <a:pt x="612" y="1738"/>
                  </a:lnTo>
                  <a:lnTo>
                    <a:pt x="613" y="1738"/>
                  </a:lnTo>
                  <a:lnTo>
                    <a:pt x="615" y="1738"/>
                  </a:lnTo>
                  <a:lnTo>
                    <a:pt x="617" y="1740"/>
                  </a:lnTo>
                  <a:lnTo>
                    <a:pt x="619" y="1740"/>
                  </a:lnTo>
                  <a:lnTo>
                    <a:pt x="620" y="1742"/>
                  </a:lnTo>
                  <a:lnTo>
                    <a:pt x="622" y="1742"/>
                  </a:lnTo>
                  <a:lnTo>
                    <a:pt x="625" y="1740"/>
                  </a:lnTo>
                  <a:lnTo>
                    <a:pt x="627" y="1740"/>
                  </a:lnTo>
                  <a:lnTo>
                    <a:pt x="635" y="1740"/>
                  </a:lnTo>
                  <a:lnTo>
                    <a:pt x="644" y="1742"/>
                  </a:lnTo>
                  <a:lnTo>
                    <a:pt x="646" y="1744"/>
                  </a:lnTo>
                  <a:lnTo>
                    <a:pt x="647" y="1744"/>
                  </a:lnTo>
                  <a:lnTo>
                    <a:pt x="656" y="1740"/>
                  </a:lnTo>
                  <a:lnTo>
                    <a:pt x="658" y="1738"/>
                  </a:lnTo>
                  <a:lnTo>
                    <a:pt x="658" y="1738"/>
                  </a:lnTo>
                  <a:lnTo>
                    <a:pt x="658" y="1738"/>
                  </a:lnTo>
                  <a:lnTo>
                    <a:pt x="658" y="1737"/>
                  </a:lnTo>
                  <a:lnTo>
                    <a:pt x="659" y="1737"/>
                  </a:lnTo>
                  <a:lnTo>
                    <a:pt x="659" y="1737"/>
                  </a:lnTo>
                  <a:lnTo>
                    <a:pt x="661" y="1737"/>
                  </a:lnTo>
                  <a:lnTo>
                    <a:pt x="676" y="1737"/>
                  </a:lnTo>
                  <a:lnTo>
                    <a:pt x="678" y="1735"/>
                  </a:lnTo>
                  <a:lnTo>
                    <a:pt x="680" y="1735"/>
                  </a:lnTo>
                  <a:lnTo>
                    <a:pt x="681" y="1735"/>
                  </a:lnTo>
                  <a:lnTo>
                    <a:pt x="683" y="1733"/>
                  </a:lnTo>
                  <a:lnTo>
                    <a:pt x="686" y="1733"/>
                  </a:lnTo>
                  <a:lnTo>
                    <a:pt x="690" y="1733"/>
                  </a:lnTo>
                  <a:lnTo>
                    <a:pt x="693" y="1733"/>
                  </a:lnTo>
                  <a:lnTo>
                    <a:pt x="695" y="1735"/>
                  </a:lnTo>
                  <a:lnTo>
                    <a:pt x="695" y="1733"/>
                  </a:lnTo>
                  <a:lnTo>
                    <a:pt x="697" y="1733"/>
                  </a:lnTo>
                  <a:lnTo>
                    <a:pt x="698" y="1733"/>
                  </a:lnTo>
                  <a:lnTo>
                    <a:pt x="700" y="1733"/>
                  </a:lnTo>
                  <a:lnTo>
                    <a:pt x="703" y="1732"/>
                  </a:lnTo>
                  <a:lnTo>
                    <a:pt x="705" y="1732"/>
                  </a:lnTo>
                  <a:lnTo>
                    <a:pt x="707" y="1732"/>
                  </a:lnTo>
                  <a:lnTo>
                    <a:pt x="709" y="1733"/>
                  </a:lnTo>
                  <a:lnTo>
                    <a:pt x="710" y="1733"/>
                  </a:lnTo>
                  <a:lnTo>
                    <a:pt x="712" y="1733"/>
                  </a:lnTo>
                  <a:lnTo>
                    <a:pt x="712" y="1733"/>
                  </a:lnTo>
                  <a:lnTo>
                    <a:pt x="715" y="1732"/>
                  </a:lnTo>
                  <a:lnTo>
                    <a:pt x="717" y="1732"/>
                  </a:lnTo>
                  <a:lnTo>
                    <a:pt x="722" y="1732"/>
                  </a:lnTo>
                  <a:lnTo>
                    <a:pt x="724" y="1730"/>
                  </a:lnTo>
                  <a:lnTo>
                    <a:pt x="725" y="1730"/>
                  </a:lnTo>
                  <a:lnTo>
                    <a:pt x="741" y="1730"/>
                  </a:lnTo>
                  <a:lnTo>
                    <a:pt x="742" y="1730"/>
                  </a:lnTo>
                  <a:lnTo>
                    <a:pt x="742" y="1730"/>
                  </a:lnTo>
                  <a:lnTo>
                    <a:pt x="744" y="1730"/>
                  </a:lnTo>
                  <a:lnTo>
                    <a:pt x="748" y="1732"/>
                  </a:lnTo>
                  <a:lnTo>
                    <a:pt x="748" y="1732"/>
                  </a:lnTo>
                  <a:lnTo>
                    <a:pt x="749" y="1732"/>
                  </a:lnTo>
                  <a:lnTo>
                    <a:pt x="751" y="1733"/>
                  </a:lnTo>
                  <a:lnTo>
                    <a:pt x="751" y="1735"/>
                  </a:lnTo>
                  <a:lnTo>
                    <a:pt x="753" y="1735"/>
                  </a:lnTo>
                  <a:lnTo>
                    <a:pt x="754" y="1735"/>
                  </a:lnTo>
                  <a:lnTo>
                    <a:pt x="754" y="1733"/>
                  </a:lnTo>
                  <a:lnTo>
                    <a:pt x="756" y="1733"/>
                  </a:lnTo>
                  <a:lnTo>
                    <a:pt x="756" y="1733"/>
                  </a:lnTo>
                  <a:lnTo>
                    <a:pt x="758" y="1733"/>
                  </a:lnTo>
                  <a:lnTo>
                    <a:pt x="759" y="1733"/>
                  </a:lnTo>
                  <a:lnTo>
                    <a:pt x="759" y="1733"/>
                  </a:lnTo>
                  <a:lnTo>
                    <a:pt x="761" y="1733"/>
                  </a:lnTo>
                  <a:lnTo>
                    <a:pt x="765" y="1737"/>
                  </a:lnTo>
                  <a:lnTo>
                    <a:pt x="766" y="1737"/>
                  </a:lnTo>
                  <a:lnTo>
                    <a:pt x="768" y="1737"/>
                  </a:lnTo>
                  <a:lnTo>
                    <a:pt x="770" y="1735"/>
                  </a:lnTo>
                  <a:lnTo>
                    <a:pt x="771" y="1735"/>
                  </a:lnTo>
                  <a:lnTo>
                    <a:pt x="773" y="1735"/>
                  </a:lnTo>
                  <a:lnTo>
                    <a:pt x="776" y="1732"/>
                  </a:lnTo>
                  <a:lnTo>
                    <a:pt x="778" y="1730"/>
                  </a:lnTo>
                  <a:lnTo>
                    <a:pt x="782" y="1730"/>
                  </a:lnTo>
                  <a:lnTo>
                    <a:pt x="783" y="1730"/>
                  </a:lnTo>
                  <a:lnTo>
                    <a:pt x="783" y="1730"/>
                  </a:lnTo>
                  <a:lnTo>
                    <a:pt x="785" y="1730"/>
                  </a:lnTo>
                  <a:lnTo>
                    <a:pt x="787" y="1733"/>
                  </a:lnTo>
                  <a:lnTo>
                    <a:pt x="788" y="1735"/>
                  </a:lnTo>
                  <a:lnTo>
                    <a:pt x="790" y="1735"/>
                  </a:lnTo>
                  <a:lnTo>
                    <a:pt x="790" y="1737"/>
                  </a:lnTo>
                  <a:lnTo>
                    <a:pt x="790" y="1738"/>
                  </a:lnTo>
                  <a:lnTo>
                    <a:pt x="793" y="1742"/>
                  </a:lnTo>
                  <a:lnTo>
                    <a:pt x="792" y="1744"/>
                  </a:lnTo>
                  <a:lnTo>
                    <a:pt x="790" y="1745"/>
                  </a:lnTo>
                  <a:lnTo>
                    <a:pt x="790" y="1747"/>
                  </a:lnTo>
                  <a:lnTo>
                    <a:pt x="792" y="1747"/>
                  </a:lnTo>
                  <a:lnTo>
                    <a:pt x="800" y="1747"/>
                  </a:lnTo>
                  <a:lnTo>
                    <a:pt x="800" y="1747"/>
                  </a:lnTo>
                  <a:lnTo>
                    <a:pt x="800" y="1745"/>
                  </a:lnTo>
                  <a:lnTo>
                    <a:pt x="802" y="1745"/>
                  </a:lnTo>
                  <a:lnTo>
                    <a:pt x="802" y="1745"/>
                  </a:lnTo>
                  <a:lnTo>
                    <a:pt x="802" y="1745"/>
                  </a:lnTo>
                  <a:lnTo>
                    <a:pt x="804" y="1747"/>
                  </a:lnTo>
                  <a:lnTo>
                    <a:pt x="805" y="1747"/>
                  </a:lnTo>
                  <a:lnTo>
                    <a:pt x="807" y="1745"/>
                  </a:lnTo>
                  <a:lnTo>
                    <a:pt x="807" y="1744"/>
                  </a:lnTo>
                  <a:lnTo>
                    <a:pt x="807" y="1742"/>
                  </a:lnTo>
                  <a:lnTo>
                    <a:pt x="807" y="1740"/>
                  </a:lnTo>
                  <a:lnTo>
                    <a:pt x="810" y="1738"/>
                  </a:lnTo>
                  <a:lnTo>
                    <a:pt x="814" y="1738"/>
                  </a:lnTo>
                  <a:lnTo>
                    <a:pt x="817" y="1738"/>
                  </a:lnTo>
                  <a:lnTo>
                    <a:pt x="826" y="1740"/>
                  </a:lnTo>
                  <a:lnTo>
                    <a:pt x="827" y="1740"/>
                  </a:lnTo>
                  <a:lnTo>
                    <a:pt x="829" y="1740"/>
                  </a:lnTo>
                  <a:lnTo>
                    <a:pt x="829" y="1740"/>
                  </a:lnTo>
                  <a:lnTo>
                    <a:pt x="829" y="1740"/>
                  </a:lnTo>
                  <a:lnTo>
                    <a:pt x="829" y="1740"/>
                  </a:lnTo>
                  <a:lnTo>
                    <a:pt x="831" y="1740"/>
                  </a:lnTo>
                  <a:lnTo>
                    <a:pt x="832" y="1742"/>
                  </a:lnTo>
                  <a:lnTo>
                    <a:pt x="832" y="1742"/>
                  </a:lnTo>
                  <a:lnTo>
                    <a:pt x="834" y="1740"/>
                  </a:lnTo>
                  <a:lnTo>
                    <a:pt x="834" y="1738"/>
                  </a:lnTo>
                  <a:lnTo>
                    <a:pt x="832" y="1738"/>
                  </a:lnTo>
                  <a:lnTo>
                    <a:pt x="836" y="1737"/>
                  </a:lnTo>
                  <a:lnTo>
                    <a:pt x="839" y="1737"/>
                  </a:lnTo>
                  <a:lnTo>
                    <a:pt x="846" y="1737"/>
                  </a:lnTo>
                  <a:lnTo>
                    <a:pt x="849" y="1735"/>
                  </a:lnTo>
                  <a:lnTo>
                    <a:pt x="851" y="1735"/>
                  </a:lnTo>
                  <a:lnTo>
                    <a:pt x="851" y="1735"/>
                  </a:lnTo>
                  <a:lnTo>
                    <a:pt x="853" y="1737"/>
                  </a:lnTo>
                  <a:lnTo>
                    <a:pt x="855" y="1737"/>
                  </a:lnTo>
                  <a:lnTo>
                    <a:pt x="856" y="1737"/>
                  </a:lnTo>
                  <a:lnTo>
                    <a:pt x="860" y="1737"/>
                  </a:lnTo>
                  <a:lnTo>
                    <a:pt x="866" y="1735"/>
                  </a:lnTo>
                  <a:lnTo>
                    <a:pt x="870" y="1733"/>
                  </a:lnTo>
                  <a:lnTo>
                    <a:pt x="870" y="1733"/>
                  </a:lnTo>
                  <a:lnTo>
                    <a:pt x="872" y="1733"/>
                  </a:lnTo>
                  <a:lnTo>
                    <a:pt x="873" y="1733"/>
                  </a:lnTo>
                  <a:lnTo>
                    <a:pt x="877" y="1735"/>
                  </a:lnTo>
                  <a:lnTo>
                    <a:pt x="880" y="1737"/>
                  </a:lnTo>
                  <a:lnTo>
                    <a:pt x="882" y="1740"/>
                  </a:lnTo>
                  <a:lnTo>
                    <a:pt x="882" y="1745"/>
                  </a:lnTo>
                  <a:lnTo>
                    <a:pt x="883" y="1747"/>
                  </a:lnTo>
                  <a:lnTo>
                    <a:pt x="885" y="1745"/>
                  </a:lnTo>
                  <a:lnTo>
                    <a:pt x="887" y="1745"/>
                  </a:lnTo>
                  <a:lnTo>
                    <a:pt x="887" y="1745"/>
                  </a:lnTo>
                  <a:lnTo>
                    <a:pt x="888" y="1745"/>
                  </a:lnTo>
                  <a:lnTo>
                    <a:pt x="888" y="1745"/>
                  </a:lnTo>
                  <a:lnTo>
                    <a:pt x="888" y="1745"/>
                  </a:lnTo>
                  <a:lnTo>
                    <a:pt x="888" y="1745"/>
                  </a:lnTo>
                  <a:lnTo>
                    <a:pt x="890" y="1745"/>
                  </a:lnTo>
                  <a:lnTo>
                    <a:pt x="892" y="1744"/>
                  </a:lnTo>
                  <a:lnTo>
                    <a:pt x="897" y="1740"/>
                  </a:lnTo>
                  <a:lnTo>
                    <a:pt x="899" y="1737"/>
                  </a:lnTo>
                  <a:lnTo>
                    <a:pt x="902" y="1737"/>
                  </a:lnTo>
                  <a:lnTo>
                    <a:pt x="909" y="1737"/>
                  </a:lnTo>
                  <a:lnTo>
                    <a:pt x="911" y="1737"/>
                  </a:lnTo>
                  <a:lnTo>
                    <a:pt x="911" y="1738"/>
                  </a:lnTo>
                  <a:lnTo>
                    <a:pt x="912" y="1740"/>
                  </a:lnTo>
                  <a:lnTo>
                    <a:pt x="914" y="1740"/>
                  </a:lnTo>
                  <a:lnTo>
                    <a:pt x="916" y="1740"/>
                  </a:lnTo>
                  <a:lnTo>
                    <a:pt x="919" y="1735"/>
                  </a:lnTo>
                  <a:lnTo>
                    <a:pt x="919" y="1735"/>
                  </a:lnTo>
                  <a:lnTo>
                    <a:pt x="922" y="1735"/>
                  </a:lnTo>
                  <a:lnTo>
                    <a:pt x="922" y="1735"/>
                  </a:lnTo>
                  <a:lnTo>
                    <a:pt x="924" y="1735"/>
                  </a:lnTo>
                  <a:lnTo>
                    <a:pt x="924" y="1733"/>
                  </a:lnTo>
                  <a:lnTo>
                    <a:pt x="926" y="1732"/>
                  </a:lnTo>
                  <a:lnTo>
                    <a:pt x="928" y="1732"/>
                  </a:lnTo>
                  <a:lnTo>
                    <a:pt x="931" y="1730"/>
                  </a:lnTo>
                  <a:lnTo>
                    <a:pt x="933" y="1728"/>
                  </a:lnTo>
                  <a:lnTo>
                    <a:pt x="933" y="1728"/>
                  </a:lnTo>
                  <a:lnTo>
                    <a:pt x="933" y="1727"/>
                  </a:lnTo>
                  <a:lnTo>
                    <a:pt x="933" y="1727"/>
                  </a:lnTo>
                  <a:lnTo>
                    <a:pt x="933" y="1725"/>
                  </a:lnTo>
                  <a:lnTo>
                    <a:pt x="933" y="1725"/>
                  </a:lnTo>
                  <a:lnTo>
                    <a:pt x="934" y="1723"/>
                  </a:lnTo>
                  <a:lnTo>
                    <a:pt x="934" y="1721"/>
                  </a:lnTo>
                  <a:lnTo>
                    <a:pt x="939" y="1716"/>
                  </a:lnTo>
                  <a:lnTo>
                    <a:pt x="943" y="1715"/>
                  </a:lnTo>
                  <a:lnTo>
                    <a:pt x="945" y="1713"/>
                  </a:lnTo>
                  <a:lnTo>
                    <a:pt x="945" y="1713"/>
                  </a:lnTo>
                  <a:lnTo>
                    <a:pt x="945" y="1713"/>
                  </a:lnTo>
                  <a:lnTo>
                    <a:pt x="945" y="1713"/>
                  </a:lnTo>
                  <a:lnTo>
                    <a:pt x="945" y="1713"/>
                  </a:lnTo>
                  <a:lnTo>
                    <a:pt x="945" y="1711"/>
                  </a:lnTo>
                  <a:lnTo>
                    <a:pt x="946" y="1710"/>
                  </a:lnTo>
                  <a:lnTo>
                    <a:pt x="948" y="1710"/>
                  </a:lnTo>
                  <a:lnTo>
                    <a:pt x="950" y="1710"/>
                  </a:lnTo>
                  <a:lnTo>
                    <a:pt x="951" y="1708"/>
                  </a:lnTo>
                  <a:lnTo>
                    <a:pt x="953" y="1706"/>
                  </a:lnTo>
                  <a:lnTo>
                    <a:pt x="953" y="1703"/>
                  </a:lnTo>
                  <a:lnTo>
                    <a:pt x="953" y="1701"/>
                  </a:lnTo>
                  <a:lnTo>
                    <a:pt x="955" y="1696"/>
                  </a:lnTo>
                  <a:lnTo>
                    <a:pt x="955" y="1694"/>
                  </a:lnTo>
                  <a:lnTo>
                    <a:pt x="956" y="1693"/>
                  </a:lnTo>
                  <a:lnTo>
                    <a:pt x="956" y="1693"/>
                  </a:lnTo>
                  <a:lnTo>
                    <a:pt x="956" y="1691"/>
                  </a:lnTo>
                  <a:lnTo>
                    <a:pt x="956" y="1691"/>
                  </a:lnTo>
                  <a:lnTo>
                    <a:pt x="956" y="1689"/>
                  </a:lnTo>
                  <a:lnTo>
                    <a:pt x="960" y="1684"/>
                  </a:lnTo>
                  <a:lnTo>
                    <a:pt x="962" y="1682"/>
                  </a:lnTo>
                  <a:lnTo>
                    <a:pt x="962" y="1681"/>
                  </a:lnTo>
                  <a:lnTo>
                    <a:pt x="962" y="1679"/>
                  </a:lnTo>
                  <a:lnTo>
                    <a:pt x="963" y="1676"/>
                  </a:lnTo>
                  <a:lnTo>
                    <a:pt x="963" y="1672"/>
                  </a:lnTo>
                  <a:lnTo>
                    <a:pt x="965" y="1671"/>
                  </a:lnTo>
                  <a:lnTo>
                    <a:pt x="970" y="1665"/>
                  </a:lnTo>
                  <a:lnTo>
                    <a:pt x="973" y="1662"/>
                  </a:lnTo>
                  <a:lnTo>
                    <a:pt x="975" y="1662"/>
                  </a:lnTo>
                  <a:lnTo>
                    <a:pt x="977" y="1660"/>
                  </a:lnTo>
                  <a:lnTo>
                    <a:pt x="978" y="1660"/>
                  </a:lnTo>
                  <a:lnTo>
                    <a:pt x="982" y="1657"/>
                  </a:lnTo>
                  <a:lnTo>
                    <a:pt x="984" y="1657"/>
                  </a:lnTo>
                  <a:lnTo>
                    <a:pt x="987" y="1655"/>
                  </a:lnTo>
                  <a:lnTo>
                    <a:pt x="1001" y="1654"/>
                  </a:lnTo>
                  <a:lnTo>
                    <a:pt x="1018" y="1652"/>
                  </a:lnTo>
                  <a:lnTo>
                    <a:pt x="1019" y="1650"/>
                  </a:lnTo>
                  <a:lnTo>
                    <a:pt x="1028" y="1647"/>
                  </a:lnTo>
                  <a:lnTo>
                    <a:pt x="1031" y="1645"/>
                  </a:lnTo>
                  <a:lnTo>
                    <a:pt x="1041" y="1637"/>
                  </a:lnTo>
                  <a:lnTo>
                    <a:pt x="1043" y="1637"/>
                  </a:lnTo>
                  <a:lnTo>
                    <a:pt x="1045" y="1637"/>
                  </a:lnTo>
                  <a:lnTo>
                    <a:pt x="1050" y="1635"/>
                  </a:lnTo>
                  <a:lnTo>
                    <a:pt x="1063" y="1626"/>
                  </a:lnTo>
                  <a:lnTo>
                    <a:pt x="1070" y="1625"/>
                  </a:lnTo>
                  <a:lnTo>
                    <a:pt x="1084" y="1621"/>
                  </a:lnTo>
                  <a:lnTo>
                    <a:pt x="1087" y="1620"/>
                  </a:lnTo>
                  <a:lnTo>
                    <a:pt x="1099" y="1611"/>
                  </a:lnTo>
                  <a:lnTo>
                    <a:pt x="1111" y="1603"/>
                  </a:lnTo>
                  <a:lnTo>
                    <a:pt x="1114" y="1601"/>
                  </a:lnTo>
                  <a:lnTo>
                    <a:pt x="1121" y="1598"/>
                  </a:lnTo>
                  <a:lnTo>
                    <a:pt x="1125" y="1596"/>
                  </a:lnTo>
                  <a:lnTo>
                    <a:pt x="1128" y="1598"/>
                  </a:lnTo>
                  <a:lnTo>
                    <a:pt x="1135" y="1598"/>
                  </a:lnTo>
                  <a:lnTo>
                    <a:pt x="1136" y="1598"/>
                  </a:lnTo>
                  <a:lnTo>
                    <a:pt x="1138" y="1596"/>
                  </a:lnTo>
                  <a:lnTo>
                    <a:pt x="1138" y="1594"/>
                  </a:lnTo>
                  <a:lnTo>
                    <a:pt x="1140" y="1594"/>
                  </a:lnTo>
                  <a:lnTo>
                    <a:pt x="1143" y="1594"/>
                  </a:lnTo>
                  <a:lnTo>
                    <a:pt x="1143" y="1592"/>
                  </a:lnTo>
                  <a:lnTo>
                    <a:pt x="1145" y="1594"/>
                  </a:lnTo>
                  <a:lnTo>
                    <a:pt x="1150" y="1594"/>
                  </a:lnTo>
                  <a:lnTo>
                    <a:pt x="1152" y="1596"/>
                  </a:lnTo>
                  <a:lnTo>
                    <a:pt x="1160" y="1598"/>
                  </a:lnTo>
                  <a:lnTo>
                    <a:pt x="1186" y="1601"/>
                  </a:lnTo>
                  <a:lnTo>
                    <a:pt x="1194" y="1599"/>
                  </a:lnTo>
                  <a:lnTo>
                    <a:pt x="1196" y="1599"/>
                  </a:lnTo>
                  <a:lnTo>
                    <a:pt x="1199" y="1599"/>
                  </a:lnTo>
                  <a:lnTo>
                    <a:pt x="1208" y="1599"/>
                  </a:lnTo>
                  <a:lnTo>
                    <a:pt x="1218" y="1599"/>
                  </a:lnTo>
                  <a:lnTo>
                    <a:pt x="1221" y="1599"/>
                  </a:lnTo>
                  <a:lnTo>
                    <a:pt x="1221" y="1599"/>
                  </a:lnTo>
                  <a:lnTo>
                    <a:pt x="1223" y="1599"/>
                  </a:lnTo>
                  <a:lnTo>
                    <a:pt x="1238" y="1598"/>
                  </a:lnTo>
                  <a:lnTo>
                    <a:pt x="1260" y="1591"/>
                  </a:lnTo>
                  <a:lnTo>
                    <a:pt x="1260" y="1591"/>
                  </a:lnTo>
                  <a:lnTo>
                    <a:pt x="1262" y="1589"/>
                  </a:lnTo>
                  <a:lnTo>
                    <a:pt x="1262" y="1589"/>
                  </a:lnTo>
                  <a:lnTo>
                    <a:pt x="1264" y="1589"/>
                  </a:lnTo>
                  <a:lnTo>
                    <a:pt x="1281" y="1584"/>
                  </a:lnTo>
                  <a:lnTo>
                    <a:pt x="1301" y="1581"/>
                  </a:lnTo>
                  <a:lnTo>
                    <a:pt x="1320" y="1575"/>
                  </a:lnTo>
                  <a:lnTo>
                    <a:pt x="1357" y="1560"/>
                  </a:lnTo>
                  <a:lnTo>
                    <a:pt x="1362" y="1557"/>
                  </a:lnTo>
                  <a:lnTo>
                    <a:pt x="1366" y="1555"/>
                  </a:lnTo>
                  <a:lnTo>
                    <a:pt x="1367" y="1553"/>
                  </a:lnTo>
                  <a:lnTo>
                    <a:pt x="1381" y="1548"/>
                  </a:lnTo>
                  <a:lnTo>
                    <a:pt x="1386" y="1547"/>
                  </a:lnTo>
                  <a:lnTo>
                    <a:pt x="1386" y="1547"/>
                  </a:lnTo>
                  <a:lnTo>
                    <a:pt x="1386" y="214"/>
                  </a:lnTo>
                  <a:lnTo>
                    <a:pt x="1384" y="215"/>
                  </a:lnTo>
                  <a:lnTo>
                    <a:pt x="1383" y="215"/>
                  </a:lnTo>
                  <a:lnTo>
                    <a:pt x="1383" y="215"/>
                  </a:lnTo>
                  <a:lnTo>
                    <a:pt x="1381" y="217"/>
                  </a:lnTo>
                  <a:lnTo>
                    <a:pt x="1381" y="217"/>
                  </a:lnTo>
                  <a:lnTo>
                    <a:pt x="1381" y="215"/>
                  </a:lnTo>
                  <a:lnTo>
                    <a:pt x="1379" y="215"/>
                  </a:lnTo>
                  <a:lnTo>
                    <a:pt x="1379" y="217"/>
                  </a:lnTo>
                  <a:lnTo>
                    <a:pt x="1379" y="217"/>
                  </a:lnTo>
                  <a:lnTo>
                    <a:pt x="1381" y="219"/>
                  </a:lnTo>
                  <a:lnTo>
                    <a:pt x="1383" y="219"/>
                  </a:lnTo>
                  <a:lnTo>
                    <a:pt x="1383" y="219"/>
                  </a:lnTo>
                  <a:lnTo>
                    <a:pt x="1381" y="220"/>
                  </a:lnTo>
                  <a:lnTo>
                    <a:pt x="1383" y="220"/>
                  </a:lnTo>
                  <a:lnTo>
                    <a:pt x="1383" y="220"/>
                  </a:lnTo>
                  <a:lnTo>
                    <a:pt x="1384" y="220"/>
                  </a:lnTo>
                  <a:lnTo>
                    <a:pt x="1384" y="222"/>
                  </a:lnTo>
                  <a:lnTo>
                    <a:pt x="1384" y="222"/>
                  </a:lnTo>
                  <a:lnTo>
                    <a:pt x="1381" y="224"/>
                  </a:lnTo>
                  <a:lnTo>
                    <a:pt x="1381" y="224"/>
                  </a:lnTo>
                  <a:lnTo>
                    <a:pt x="1379" y="224"/>
                  </a:lnTo>
                  <a:lnTo>
                    <a:pt x="1379" y="224"/>
                  </a:lnTo>
                  <a:lnTo>
                    <a:pt x="1379" y="225"/>
                  </a:lnTo>
                  <a:lnTo>
                    <a:pt x="1383" y="225"/>
                  </a:lnTo>
                  <a:lnTo>
                    <a:pt x="1383" y="227"/>
                  </a:lnTo>
                  <a:lnTo>
                    <a:pt x="1383" y="227"/>
                  </a:lnTo>
                  <a:lnTo>
                    <a:pt x="1379" y="227"/>
                  </a:lnTo>
                  <a:lnTo>
                    <a:pt x="1378" y="227"/>
                  </a:lnTo>
                  <a:lnTo>
                    <a:pt x="1378" y="229"/>
                  </a:lnTo>
                  <a:lnTo>
                    <a:pt x="1378" y="229"/>
                  </a:lnTo>
                  <a:lnTo>
                    <a:pt x="1379" y="231"/>
                  </a:lnTo>
                  <a:lnTo>
                    <a:pt x="1379" y="231"/>
                  </a:lnTo>
                  <a:lnTo>
                    <a:pt x="1378" y="232"/>
                  </a:lnTo>
                  <a:lnTo>
                    <a:pt x="1378" y="232"/>
                  </a:lnTo>
                  <a:lnTo>
                    <a:pt x="1378" y="232"/>
                  </a:lnTo>
                  <a:lnTo>
                    <a:pt x="1376" y="232"/>
                  </a:lnTo>
                  <a:lnTo>
                    <a:pt x="1376" y="232"/>
                  </a:lnTo>
                  <a:lnTo>
                    <a:pt x="1376" y="232"/>
                  </a:lnTo>
                  <a:lnTo>
                    <a:pt x="1376" y="232"/>
                  </a:lnTo>
                  <a:lnTo>
                    <a:pt x="1376" y="234"/>
                  </a:lnTo>
                  <a:lnTo>
                    <a:pt x="1374" y="234"/>
                  </a:lnTo>
                  <a:lnTo>
                    <a:pt x="1374" y="234"/>
                  </a:lnTo>
                  <a:lnTo>
                    <a:pt x="1374" y="232"/>
                  </a:lnTo>
                  <a:lnTo>
                    <a:pt x="1374" y="231"/>
                  </a:lnTo>
                  <a:lnTo>
                    <a:pt x="1374" y="231"/>
                  </a:lnTo>
                  <a:lnTo>
                    <a:pt x="1374" y="231"/>
                  </a:lnTo>
                  <a:lnTo>
                    <a:pt x="1372" y="232"/>
                  </a:lnTo>
                  <a:lnTo>
                    <a:pt x="1372" y="232"/>
                  </a:lnTo>
                  <a:lnTo>
                    <a:pt x="1372" y="232"/>
                  </a:lnTo>
                  <a:lnTo>
                    <a:pt x="1372" y="232"/>
                  </a:lnTo>
                  <a:lnTo>
                    <a:pt x="1372" y="232"/>
                  </a:lnTo>
                  <a:lnTo>
                    <a:pt x="1371" y="231"/>
                  </a:lnTo>
                  <a:lnTo>
                    <a:pt x="1371" y="231"/>
                  </a:lnTo>
                  <a:lnTo>
                    <a:pt x="1369" y="232"/>
                  </a:lnTo>
                  <a:lnTo>
                    <a:pt x="1369" y="234"/>
                  </a:lnTo>
                  <a:lnTo>
                    <a:pt x="1369" y="234"/>
                  </a:lnTo>
                  <a:lnTo>
                    <a:pt x="1369" y="236"/>
                  </a:lnTo>
                  <a:lnTo>
                    <a:pt x="1367" y="237"/>
                  </a:lnTo>
                  <a:lnTo>
                    <a:pt x="1369" y="237"/>
                  </a:lnTo>
                  <a:lnTo>
                    <a:pt x="1369" y="239"/>
                  </a:lnTo>
                  <a:lnTo>
                    <a:pt x="1369" y="239"/>
                  </a:lnTo>
                  <a:lnTo>
                    <a:pt x="1369" y="239"/>
                  </a:lnTo>
                  <a:lnTo>
                    <a:pt x="1369" y="241"/>
                  </a:lnTo>
                  <a:lnTo>
                    <a:pt x="1367" y="241"/>
                  </a:lnTo>
                  <a:lnTo>
                    <a:pt x="1367" y="241"/>
                  </a:lnTo>
                  <a:lnTo>
                    <a:pt x="1367" y="242"/>
                  </a:lnTo>
                  <a:lnTo>
                    <a:pt x="1367" y="242"/>
                  </a:lnTo>
                  <a:lnTo>
                    <a:pt x="1367" y="242"/>
                  </a:lnTo>
                  <a:lnTo>
                    <a:pt x="1369" y="242"/>
                  </a:lnTo>
                  <a:lnTo>
                    <a:pt x="1369" y="244"/>
                  </a:lnTo>
                  <a:lnTo>
                    <a:pt x="1371" y="244"/>
                  </a:lnTo>
                  <a:lnTo>
                    <a:pt x="1371" y="244"/>
                  </a:lnTo>
                  <a:lnTo>
                    <a:pt x="1371" y="246"/>
                  </a:lnTo>
                  <a:lnTo>
                    <a:pt x="1369" y="246"/>
                  </a:lnTo>
                  <a:lnTo>
                    <a:pt x="1367" y="246"/>
                  </a:lnTo>
                  <a:lnTo>
                    <a:pt x="1367" y="246"/>
                  </a:lnTo>
                  <a:lnTo>
                    <a:pt x="1366" y="248"/>
                  </a:lnTo>
                  <a:lnTo>
                    <a:pt x="1367" y="249"/>
                  </a:lnTo>
                  <a:lnTo>
                    <a:pt x="1367" y="249"/>
                  </a:lnTo>
                  <a:lnTo>
                    <a:pt x="1369" y="251"/>
                  </a:lnTo>
                  <a:lnTo>
                    <a:pt x="1371" y="251"/>
                  </a:lnTo>
                  <a:lnTo>
                    <a:pt x="1369" y="253"/>
                  </a:lnTo>
                  <a:lnTo>
                    <a:pt x="1369" y="253"/>
                  </a:lnTo>
                  <a:lnTo>
                    <a:pt x="1367" y="253"/>
                  </a:lnTo>
                  <a:lnTo>
                    <a:pt x="1367" y="254"/>
                  </a:lnTo>
                  <a:lnTo>
                    <a:pt x="1367" y="254"/>
                  </a:lnTo>
                  <a:lnTo>
                    <a:pt x="1367" y="256"/>
                  </a:lnTo>
                  <a:lnTo>
                    <a:pt x="1367" y="258"/>
                  </a:lnTo>
                  <a:lnTo>
                    <a:pt x="1367" y="258"/>
                  </a:lnTo>
                  <a:lnTo>
                    <a:pt x="1366" y="259"/>
                  </a:lnTo>
                  <a:lnTo>
                    <a:pt x="1366" y="261"/>
                  </a:lnTo>
                  <a:lnTo>
                    <a:pt x="1366" y="263"/>
                  </a:lnTo>
                  <a:lnTo>
                    <a:pt x="1364" y="263"/>
                  </a:lnTo>
                  <a:lnTo>
                    <a:pt x="1364" y="265"/>
                  </a:lnTo>
                  <a:lnTo>
                    <a:pt x="1364" y="263"/>
                  </a:lnTo>
                  <a:lnTo>
                    <a:pt x="1364" y="263"/>
                  </a:lnTo>
                  <a:lnTo>
                    <a:pt x="1362" y="261"/>
                  </a:lnTo>
                  <a:lnTo>
                    <a:pt x="1362" y="261"/>
                  </a:lnTo>
                  <a:lnTo>
                    <a:pt x="1364" y="259"/>
                  </a:lnTo>
                  <a:lnTo>
                    <a:pt x="1366" y="256"/>
                  </a:lnTo>
                  <a:lnTo>
                    <a:pt x="1366" y="254"/>
                  </a:lnTo>
                  <a:lnTo>
                    <a:pt x="1364" y="253"/>
                  </a:lnTo>
                  <a:lnTo>
                    <a:pt x="1364" y="254"/>
                  </a:lnTo>
                  <a:lnTo>
                    <a:pt x="1362" y="254"/>
                  </a:lnTo>
                  <a:lnTo>
                    <a:pt x="1361" y="254"/>
                  </a:lnTo>
                  <a:lnTo>
                    <a:pt x="1359" y="254"/>
                  </a:lnTo>
                  <a:lnTo>
                    <a:pt x="1361" y="254"/>
                  </a:lnTo>
                  <a:lnTo>
                    <a:pt x="1359" y="254"/>
                  </a:lnTo>
                  <a:lnTo>
                    <a:pt x="1357" y="254"/>
                  </a:lnTo>
                  <a:lnTo>
                    <a:pt x="1355" y="254"/>
                  </a:lnTo>
                  <a:lnTo>
                    <a:pt x="1355" y="254"/>
                  </a:lnTo>
                  <a:lnTo>
                    <a:pt x="1355" y="253"/>
                  </a:lnTo>
                  <a:lnTo>
                    <a:pt x="1355" y="253"/>
                  </a:lnTo>
                  <a:lnTo>
                    <a:pt x="1354" y="253"/>
                  </a:lnTo>
                  <a:lnTo>
                    <a:pt x="1354" y="253"/>
                  </a:lnTo>
                  <a:lnTo>
                    <a:pt x="1354" y="253"/>
                  </a:lnTo>
                  <a:lnTo>
                    <a:pt x="1354" y="251"/>
                  </a:lnTo>
                  <a:lnTo>
                    <a:pt x="1354" y="251"/>
                  </a:lnTo>
                  <a:lnTo>
                    <a:pt x="1354" y="251"/>
                  </a:lnTo>
                  <a:lnTo>
                    <a:pt x="1354" y="249"/>
                  </a:lnTo>
                  <a:lnTo>
                    <a:pt x="1354" y="251"/>
                  </a:lnTo>
                  <a:lnTo>
                    <a:pt x="1352" y="251"/>
                  </a:lnTo>
                  <a:lnTo>
                    <a:pt x="1350" y="253"/>
                  </a:lnTo>
                  <a:lnTo>
                    <a:pt x="1350" y="251"/>
                  </a:lnTo>
                  <a:lnTo>
                    <a:pt x="1350" y="249"/>
                  </a:lnTo>
                  <a:lnTo>
                    <a:pt x="1352" y="249"/>
                  </a:lnTo>
                  <a:lnTo>
                    <a:pt x="1352" y="249"/>
                  </a:lnTo>
                  <a:lnTo>
                    <a:pt x="1352" y="248"/>
                  </a:lnTo>
                  <a:lnTo>
                    <a:pt x="1349" y="248"/>
                  </a:lnTo>
                  <a:lnTo>
                    <a:pt x="1349" y="248"/>
                  </a:lnTo>
                  <a:lnTo>
                    <a:pt x="1349" y="248"/>
                  </a:lnTo>
                  <a:lnTo>
                    <a:pt x="1349" y="248"/>
                  </a:lnTo>
                  <a:lnTo>
                    <a:pt x="1352" y="248"/>
                  </a:lnTo>
                  <a:lnTo>
                    <a:pt x="1352" y="246"/>
                  </a:lnTo>
                  <a:lnTo>
                    <a:pt x="1354" y="246"/>
                  </a:lnTo>
                  <a:lnTo>
                    <a:pt x="1354" y="244"/>
                  </a:lnTo>
                  <a:lnTo>
                    <a:pt x="1352" y="244"/>
                  </a:lnTo>
                  <a:lnTo>
                    <a:pt x="1352" y="244"/>
                  </a:lnTo>
                  <a:lnTo>
                    <a:pt x="1350" y="244"/>
                  </a:lnTo>
                  <a:lnTo>
                    <a:pt x="1349" y="244"/>
                  </a:lnTo>
                  <a:lnTo>
                    <a:pt x="1349" y="242"/>
                  </a:lnTo>
                  <a:lnTo>
                    <a:pt x="1349" y="242"/>
                  </a:lnTo>
                  <a:lnTo>
                    <a:pt x="1352" y="241"/>
                  </a:lnTo>
                  <a:lnTo>
                    <a:pt x="1352" y="239"/>
                  </a:lnTo>
                  <a:lnTo>
                    <a:pt x="1350" y="239"/>
                  </a:lnTo>
                  <a:lnTo>
                    <a:pt x="1349" y="239"/>
                  </a:lnTo>
                  <a:lnTo>
                    <a:pt x="1345" y="242"/>
                  </a:lnTo>
                  <a:lnTo>
                    <a:pt x="1344" y="242"/>
                  </a:lnTo>
                  <a:lnTo>
                    <a:pt x="1344" y="242"/>
                  </a:lnTo>
                  <a:lnTo>
                    <a:pt x="1344" y="241"/>
                  </a:lnTo>
                  <a:lnTo>
                    <a:pt x="1345" y="239"/>
                  </a:lnTo>
                  <a:lnTo>
                    <a:pt x="1347" y="237"/>
                  </a:lnTo>
                  <a:lnTo>
                    <a:pt x="1347" y="236"/>
                  </a:lnTo>
                  <a:lnTo>
                    <a:pt x="1354" y="227"/>
                  </a:lnTo>
                  <a:lnTo>
                    <a:pt x="1355" y="225"/>
                  </a:lnTo>
                  <a:lnTo>
                    <a:pt x="1355" y="224"/>
                  </a:lnTo>
                  <a:lnTo>
                    <a:pt x="1355" y="222"/>
                  </a:lnTo>
                  <a:lnTo>
                    <a:pt x="1354" y="219"/>
                  </a:lnTo>
                  <a:lnTo>
                    <a:pt x="1352" y="217"/>
                  </a:lnTo>
                  <a:lnTo>
                    <a:pt x="1354" y="217"/>
                  </a:lnTo>
                  <a:lnTo>
                    <a:pt x="1355" y="215"/>
                  </a:lnTo>
                  <a:lnTo>
                    <a:pt x="1357" y="217"/>
                  </a:lnTo>
                  <a:lnTo>
                    <a:pt x="1357" y="215"/>
                  </a:lnTo>
                  <a:lnTo>
                    <a:pt x="1357" y="215"/>
                  </a:lnTo>
                  <a:lnTo>
                    <a:pt x="1357" y="215"/>
                  </a:lnTo>
                  <a:lnTo>
                    <a:pt x="1359" y="215"/>
                  </a:lnTo>
                  <a:lnTo>
                    <a:pt x="1359" y="215"/>
                  </a:lnTo>
                  <a:lnTo>
                    <a:pt x="1361" y="217"/>
                  </a:lnTo>
                  <a:lnTo>
                    <a:pt x="1361" y="217"/>
                  </a:lnTo>
                  <a:lnTo>
                    <a:pt x="1362" y="215"/>
                  </a:lnTo>
                  <a:lnTo>
                    <a:pt x="1361" y="214"/>
                  </a:lnTo>
                  <a:lnTo>
                    <a:pt x="1357" y="210"/>
                  </a:lnTo>
                  <a:lnTo>
                    <a:pt x="1357" y="210"/>
                  </a:lnTo>
                  <a:lnTo>
                    <a:pt x="1355" y="210"/>
                  </a:lnTo>
                  <a:lnTo>
                    <a:pt x="1354" y="210"/>
                  </a:lnTo>
                  <a:lnTo>
                    <a:pt x="1357" y="208"/>
                  </a:lnTo>
                  <a:lnTo>
                    <a:pt x="1357" y="208"/>
                  </a:lnTo>
                  <a:lnTo>
                    <a:pt x="1357" y="207"/>
                  </a:lnTo>
                  <a:lnTo>
                    <a:pt x="1357" y="207"/>
                  </a:lnTo>
                  <a:lnTo>
                    <a:pt x="1359" y="207"/>
                  </a:lnTo>
                  <a:lnTo>
                    <a:pt x="1361" y="208"/>
                  </a:lnTo>
                  <a:lnTo>
                    <a:pt x="1361" y="208"/>
                  </a:lnTo>
                  <a:lnTo>
                    <a:pt x="1362" y="208"/>
                  </a:lnTo>
                  <a:lnTo>
                    <a:pt x="1362" y="207"/>
                  </a:lnTo>
                  <a:lnTo>
                    <a:pt x="1364" y="205"/>
                  </a:lnTo>
                  <a:lnTo>
                    <a:pt x="1364" y="203"/>
                  </a:lnTo>
                  <a:lnTo>
                    <a:pt x="1366" y="202"/>
                  </a:lnTo>
                  <a:lnTo>
                    <a:pt x="1367" y="202"/>
                  </a:lnTo>
                  <a:lnTo>
                    <a:pt x="1369" y="202"/>
                  </a:lnTo>
                  <a:lnTo>
                    <a:pt x="1371" y="202"/>
                  </a:lnTo>
                  <a:lnTo>
                    <a:pt x="1371" y="203"/>
                  </a:lnTo>
                  <a:lnTo>
                    <a:pt x="1369" y="203"/>
                  </a:lnTo>
                  <a:lnTo>
                    <a:pt x="1364" y="207"/>
                  </a:lnTo>
                  <a:lnTo>
                    <a:pt x="1364" y="208"/>
                  </a:lnTo>
                  <a:lnTo>
                    <a:pt x="1362" y="210"/>
                  </a:lnTo>
                  <a:lnTo>
                    <a:pt x="1364" y="210"/>
                  </a:lnTo>
                  <a:lnTo>
                    <a:pt x="1367" y="208"/>
                  </a:lnTo>
                  <a:lnTo>
                    <a:pt x="1369" y="208"/>
                  </a:lnTo>
                  <a:lnTo>
                    <a:pt x="1369" y="208"/>
                  </a:lnTo>
                  <a:lnTo>
                    <a:pt x="1369" y="210"/>
                  </a:lnTo>
                  <a:lnTo>
                    <a:pt x="1367" y="210"/>
                  </a:lnTo>
                  <a:lnTo>
                    <a:pt x="1369" y="208"/>
                  </a:lnTo>
                  <a:lnTo>
                    <a:pt x="1369" y="208"/>
                  </a:lnTo>
                  <a:lnTo>
                    <a:pt x="1369" y="210"/>
                  </a:lnTo>
                  <a:lnTo>
                    <a:pt x="1369" y="210"/>
                  </a:lnTo>
                  <a:lnTo>
                    <a:pt x="1367" y="212"/>
                  </a:lnTo>
                  <a:lnTo>
                    <a:pt x="1369" y="212"/>
                  </a:lnTo>
                  <a:lnTo>
                    <a:pt x="1371" y="212"/>
                  </a:lnTo>
                  <a:lnTo>
                    <a:pt x="1371" y="210"/>
                  </a:lnTo>
                  <a:lnTo>
                    <a:pt x="1372" y="208"/>
                  </a:lnTo>
                  <a:lnTo>
                    <a:pt x="1372" y="208"/>
                  </a:lnTo>
                  <a:lnTo>
                    <a:pt x="1372" y="208"/>
                  </a:lnTo>
                  <a:lnTo>
                    <a:pt x="1372" y="210"/>
                  </a:lnTo>
                  <a:lnTo>
                    <a:pt x="1374" y="210"/>
                  </a:lnTo>
                  <a:lnTo>
                    <a:pt x="1374" y="208"/>
                  </a:lnTo>
                  <a:lnTo>
                    <a:pt x="1376" y="208"/>
                  </a:lnTo>
                  <a:lnTo>
                    <a:pt x="1376" y="207"/>
                  </a:lnTo>
                  <a:lnTo>
                    <a:pt x="1378" y="205"/>
                  </a:lnTo>
                  <a:lnTo>
                    <a:pt x="1379" y="205"/>
                  </a:lnTo>
                  <a:lnTo>
                    <a:pt x="1381" y="205"/>
                  </a:lnTo>
                  <a:lnTo>
                    <a:pt x="1383" y="205"/>
                  </a:lnTo>
                  <a:lnTo>
                    <a:pt x="1386" y="205"/>
                  </a:lnTo>
                  <a:lnTo>
                    <a:pt x="1386" y="98"/>
                  </a:lnTo>
                  <a:lnTo>
                    <a:pt x="1386" y="98"/>
                  </a:lnTo>
                  <a:close/>
                  <a:moveTo>
                    <a:pt x="238" y="1592"/>
                  </a:moveTo>
                  <a:lnTo>
                    <a:pt x="238" y="1594"/>
                  </a:lnTo>
                  <a:lnTo>
                    <a:pt x="240" y="1594"/>
                  </a:lnTo>
                  <a:lnTo>
                    <a:pt x="240" y="1592"/>
                  </a:lnTo>
                  <a:lnTo>
                    <a:pt x="238" y="1587"/>
                  </a:lnTo>
                  <a:lnTo>
                    <a:pt x="238" y="1586"/>
                  </a:lnTo>
                  <a:lnTo>
                    <a:pt x="236" y="1587"/>
                  </a:lnTo>
                  <a:lnTo>
                    <a:pt x="236" y="1589"/>
                  </a:lnTo>
                  <a:lnTo>
                    <a:pt x="236" y="1591"/>
                  </a:lnTo>
                  <a:lnTo>
                    <a:pt x="238" y="1592"/>
                  </a:lnTo>
                  <a:close/>
                  <a:moveTo>
                    <a:pt x="1316" y="118"/>
                  </a:moveTo>
                  <a:lnTo>
                    <a:pt x="1315" y="118"/>
                  </a:lnTo>
                  <a:lnTo>
                    <a:pt x="1315" y="117"/>
                  </a:lnTo>
                  <a:lnTo>
                    <a:pt x="1313" y="117"/>
                  </a:lnTo>
                  <a:lnTo>
                    <a:pt x="1313" y="117"/>
                  </a:lnTo>
                  <a:lnTo>
                    <a:pt x="1313" y="113"/>
                  </a:lnTo>
                  <a:lnTo>
                    <a:pt x="1311" y="112"/>
                  </a:lnTo>
                  <a:lnTo>
                    <a:pt x="1311" y="113"/>
                  </a:lnTo>
                  <a:lnTo>
                    <a:pt x="1311" y="120"/>
                  </a:lnTo>
                  <a:lnTo>
                    <a:pt x="1311" y="120"/>
                  </a:lnTo>
                  <a:lnTo>
                    <a:pt x="1311" y="122"/>
                  </a:lnTo>
                  <a:lnTo>
                    <a:pt x="1313" y="124"/>
                  </a:lnTo>
                  <a:lnTo>
                    <a:pt x="1315" y="124"/>
                  </a:lnTo>
                  <a:lnTo>
                    <a:pt x="1315" y="124"/>
                  </a:lnTo>
                  <a:lnTo>
                    <a:pt x="1316" y="125"/>
                  </a:lnTo>
                  <a:lnTo>
                    <a:pt x="1316" y="125"/>
                  </a:lnTo>
                  <a:lnTo>
                    <a:pt x="1316" y="124"/>
                  </a:lnTo>
                  <a:lnTo>
                    <a:pt x="1316" y="122"/>
                  </a:lnTo>
                  <a:lnTo>
                    <a:pt x="1316" y="120"/>
                  </a:lnTo>
                  <a:lnTo>
                    <a:pt x="1316" y="118"/>
                  </a:lnTo>
                  <a:lnTo>
                    <a:pt x="1316" y="118"/>
                  </a:lnTo>
                  <a:close/>
                  <a:moveTo>
                    <a:pt x="985" y="135"/>
                  </a:moveTo>
                  <a:lnTo>
                    <a:pt x="987" y="137"/>
                  </a:lnTo>
                  <a:lnTo>
                    <a:pt x="989" y="137"/>
                  </a:lnTo>
                  <a:lnTo>
                    <a:pt x="989" y="137"/>
                  </a:lnTo>
                  <a:lnTo>
                    <a:pt x="989" y="135"/>
                  </a:lnTo>
                  <a:lnTo>
                    <a:pt x="989" y="135"/>
                  </a:lnTo>
                  <a:lnTo>
                    <a:pt x="990" y="135"/>
                  </a:lnTo>
                  <a:lnTo>
                    <a:pt x="990" y="135"/>
                  </a:lnTo>
                  <a:lnTo>
                    <a:pt x="992" y="135"/>
                  </a:lnTo>
                  <a:lnTo>
                    <a:pt x="992" y="135"/>
                  </a:lnTo>
                  <a:lnTo>
                    <a:pt x="994" y="135"/>
                  </a:lnTo>
                  <a:lnTo>
                    <a:pt x="992" y="134"/>
                  </a:lnTo>
                  <a:lnTo>
                    <a:pt x="994" y="134"/>
                  </a:lnTo>
                  <a:lnTo>
                    <a:pt x="994" y="132"/>
                  </a:lnTo>
                  <a:lnTo>
                    <a:pt x="995" y="132"/>
                  </a:lnTo>
                  <a:lnTo>
                    <a:pt x="994" y="130"/>
                  </a:lnTo>
                  <a:lnTo>
                    <a:pt x="994" y="130"/>
                  </a:lnTo>
                  <a:lnTo>
                    <a:pt x="992" y="130"/>
                  </a:lnTo>
                  <a:lnTo>
                    <a:pt x="992" y="130"/>
                  </a:lnTo>
                  <a:lnTo>
                    <a:pt x="990" y="132"/>
                  </a:lnTo>
                  <a:lnTo>
                    <a:pt x="989" y="134"/>
                  </a:lnTo>
                  <a:lnTo>
                    <a:pt x="985" y="134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5" y="135"/>
                  </a:lnTo>
                  <a:close/>
                  <a:moveTo>
                    <a:pt x="21" y="1064"/>
                  </a:moveTo>
                  <a:lnTo>
                    <a:pt x="23" y="1066"/>
                  </a:lnTo>
                  <a:lnTo>
                    <a:pt x="24" y="1068"/>
                  </a:lnTo>
                  <a:lnTo>
                    <a:pt x="26" y="1068"/>
                  </a:lnTo>
                  <a:lnTo>
                    <a:pt x="26" y="1068"/>
                  </a:lnTo>
                  <a:lnTo>
                    <a:pt x="28" y="1068"/>
                  </a:lnTo>
                  <a:lnTo>
                    <a:pt x="28" y="1066"/>
                  </a:lnTo>
                  <a:lnTo>
                    <a:pt x="28" y="1064"/>
                  </a:lnTo>
                  <a:lnTo>
                    <a:pt x="28" y="1063"/>
                  </a:lnTo>
                  <a:lnTo>
                    <a:pt x="26" y="1061"/>
                  </a:lnTo>
                  <a:lnTo>
                    <a:pt x="26" y="1059"/>
                  </a:lnTo>
                  <a:lnTo>
                    <a:pt x="26" y="1059"/>
                  </a:lnTo>
                  <a:lnTo>
                    <a:pt x="26" y="1058"/>
                  </a:lnTo>
                  <a:lnTo>
                    <a:pt x="24" y="1056"/>
                  </a:lnTo>
                  <a:lnTo>
                    <a:pt x="24" y="1056"/>
                  </a:lnTo>
                  <a:lnTo>
                    <a:pt x="23" y="1054"/>
                  </a:lnTo>
                  <a:lnTo>
                    <a:pt x="23" y="1052"/>
                  </a:lnTo>
                  <a:lnTo>
                    <a:pt x="21" y="1052"/>
                  </a:lnTo>
                  <a:lnTo>
                    <a:pt x="19" y="1052"/>
                  </a:lnTo>
                  <a:lnTo>
                    <a:pt x="21" y="1052"/>
                  </a:lnTo>
                  <a:lnTo>
                    <a:pt x="21" y="1052"/>
                  </a:lnTo>
                  <a:lnTo>
                    <a:pt x="21" y="1054"/>
                  </a:lnTo>
                  <a:lnTo>
                    <a:pt x="19" y="1054"/>
                  </a:lnTo>
                  <a:lnTo>
                    <a:pt x="19" y="1051"/>
                  </a:lnTo>
                  <a:lnTo>
                    <a:pt x="21" y="1047"/>
                  </a:lnTo>
                  <a:lnTo>
                    <a:pt x="17" y="1046"/>
                  </a:lnTo>
                  <a:lnTo>
                    <a:pt x="17" y="1044"/>
                  </a:lnTo>
                  <a:lnTo>
                    <a:pt x="16" y="1039"/>
                  </a:lnTo>
                  <a:lnTo>
                    <a:pt x="14" y="1035"/>
                  </a:lnTo>
                  <a:lnTo>
                    <a:pt x="12" y="1032"/>
                  </a:lnTo>
                  <a:lnTo>
                    <a:pt x="11" y="1029"/>
                  </a:lnTo>
                  <a:lnTo>
                    <a:pt x="11" y="1025"/>
                  </a:lnTo>
                  <a:lnTo>
                    <a:pt x="7" y="1020"/>
                  </a:lnTo>
                  <a:lnTo>
                    <a:pt x="7" y="1018"/>
                  </a:lnTo>
                  <a:lnTo>
                    <a:pt x="7" y="1015"/>
                  </a:lnTo>
                  <a:lnTo>
                    <a:pt x="7" y="1015"/>
                  </a:lnTo>
                  <a:lnTo>
                    <a:pt x="9" y="1013"/>
                  </a:lnTo>
                  <a:lnTo>
                    <a:pt x="9" y="1013"/>
                  </a:lnTo>
                  <a:lnTo>
                    <a:pt x="9" y="1013"/>
                  </a:lnTo>
                  <a:lnTo>
                    <a:pt x="7" y="1013"/>
                  </a:lnTo>
                  <a:lnTo>
                    <a:pt x="6" y="1013"/>
                  </a:lnTo>
                  <a:lnTo>
                    <a:pt x="6" y="1012"/>
                  </a:lnTo>
                  <a:lnTo>
                    <a:pt x="4" y="1013"/>
                  </a:lnTo>
                  <a:lnTo>
                    <a:pt x="2" y="1013"/>
                  </a:lnTo>
                  <a:lnTo>
                    <a:pt x="2" y="1015"/>
                  </a:lnTo>
                  <a:lnTo>
                    <a:pt x="0" y="1017"/>
                  </a:lnTo>
                  <a:lnTo>
                    <a:pt x="0" y="1020"/>
                  </a:lnTo>
                  <a:lnTo>
                    <a:pt x="0" y="1024"/>
                  </a:lnTo>
                  <a:lnTo>
                    <a:pt x="4" y="1030"/>
                  </a:lnTo>
                  <a:lnTo>
                    <a:pt x="6" y="1035"/>
                  </a:lnTo>
                  <a:lnTo>
                    <a:pt x="6" y="1035"/>
                  </a:lnTo>
                  <a:lnTo>
                    <a:pt x="4" y="1037"/>
                  </a:lnTo>
                  <a:lnTo>
                    <a:pt x="6" y="1039"/>
                  </a:lnTo>
                  <a:lnTo>
                    <a:pt x="7" y="1042"/>
                  </a:lnTo>
                  <a:lnTo>
                    <a:pt x="12" y="1051"/>
                  </a:lnTo>
                  <a:lnTo>
                    <a:pt x="14" y="1054"/>
                  </a:lnTo>
                  <a:lnTo>
                    <a:pt x="19" y="1059"/>
                  </a:lnTo>
                  <a:lnTo>
                    <a:pt x="21" y="1059"/>
                  </a:lnTo>
                  <a:lnTo>
                    <a:pt x="21" y="1064"/>
                  </a:lnTo>
                  <a:close/>
                  <a:moveTo>
                    <a:pt x="14" y="993"/>
                  </a:moveTo>
                  <a:lnTo>
                    <a:pt x="14" y="995"/>
                  </a:lnTo>
                  <a:lnTo>
                    <a:pt x="14" y="995"/>
                  </a:lnTo>
                  <a:lnTo>
                    <a:pt x="14" y="993"/>
                  </a:lnTo>
                  <a:lnTo>
                    <a:pt x="16" y="991"/>
                  </a:lnTo>
                  <a:lnTo>
                    <a:pt x="16" y="988"/>
                  </a:lnTo>
                  <a:lnTo>
                    <a:pt x="16" y="986"/>
                  </a:lnTo>
                  <a:lnTo>
                    <a:pt x="17" y="985"/>
                  </a:lnTo>
                  <a:lnTo>
                    <a:pt x="17" y="983"/>
                  </a:lnTo>
                  <a:lnTo>
                    <a:pt x="17" y="979"/>
                  </a:lnTo>
                  <a:lnTo>
                    <a:pt x="17" y="978"/>
                  </a:lnTo>
                  <a:lnTo>
                    <a:pt x="19" y="976"/>
                  </a:lnTo>
                  <a:lnTo>
                    <a:pt x="17" y="976"/>
                  </a:lnTo>
                  <a:lnTo>
                    <a:pt x="17" y="974"/>
                  </a:lnTo>
                  <a:lnTo>
                    <a:pt x="19" y="971"/>
                  </a:lnTo>
                  <a:lnTo>
                    <a:pt x="16" y="973"/>
                  </a:lnTo>
                  <a:lnTo>
                    <a:pt x="16" y="976"/>
                  </a:lnTo>
                  <a:lnTo>
                    <a:pt x="16" y="983"/>
                  </a:lnTo>
                  <a:lnTo>
                    <a:pt x="16" y="985"/>
                  </a:lnTo>
                  <a:lnTo>
                    <a:pt x="12" y="991"/>
                  </a:lnTo>
                  <a:lnTo>
                    <a:pt x="14" y="993"/>
                  </a:lnTo>
                  <a:lnTo>
                    <a:pt x="14" y="993"/>
                  </a:lnTo>
                  <a:close/>
                  <a:moveTo>
                    <a:pt x="208" y="614"/>
                  </a:moveTo>
                  <a:lnTo>
                    <a:pt x="209" y="614"/>
                  </a:lnTo>
                  <a:lnTo>
                    <a:pt x="209" y="613"/>
                  </a:lnTo>
                  <a:lnTo>
                    <a:pt x="209" y="613"/>
                  </a:lnTo>
                  <a:lnTo>
                    <a:pt x="211" y="613"/>
                  </a:lnTo>
                  <a:lnTo>
                    <a:pt x="211" y="614"/>
                  </a:lnTo>
                  <a:lnTo>
                    <a:pt x="213" y="616"/>
                  </a:lnTo>
                  <a:lnTo>
                    <a:pt x="214" y="614"/>
                  </a:lnTo>
                  <a:lnTo>
                    <a:pt x="216" y="613"/>
                  </a:lnTo>
                  <a:lnTo>
                    <a:pt x="216" y="613"/>
                  </a:lnTo>
                  <a:lnTo>
                    <a:pt x="216" y="613"/>
                  </a:lnTo>
                  <a:lnTo>
                    <a:pt x="218" y="611"/>
                  </a:lnTo>
                  <a:lnTo>
                    <a:pt x="218" y="611"/>
                  </a:lnTo>
                  <a:lnTo>
                    <a:pt x="218" y="611"/>
                  </a:lnTo>
                  <a:lnTo>
                    <a:pt x="218" y="609"/>
                  </a:lnTo>
                  <a:lnTo>
                    <a:pt x="218" y="609"/>
                  </a:lnTo>
                  <a:lnTo>
                    <a:pt x="218" y="608"/>
                  </a:lnTo>
                  <a:lnTo>
                    <a:pt x="221" y="606"/>
                  </a:lnTo>
                  <a:lnTo>
                    <a:pt x="221" y="604"/>
                  </a:lnTo>
                  <a:lnTo>
                    <a:pt x="221" y="602"/>
                  </a:lnTo>
                  <a:lnTo>
                    <a:pt x="219" y="601"/>
                  </a:lnTo>
                  <a:lnTo>
                    <a:pt x="219" y="599"/>
                  </a:lnTo>
                  <a:lnTo>
                    <a:pt x="219" y="597"/>
                  </a:lnTo>
                  <a:lnTo>
                    <a:pt x="218" y="597"/>
                  </a:lnTo>
                  <a:lnTo>
                    <a:pt x="214" y="599"/>
                  </a:lnTo>
                  <a:lnTo>
                    <a:pt x="209" y="606"/>
                  </a:lnTo>
                  <a:lnTo>
                    <a:pt x="208" y="609"/>
                  </a:lnTo>
                  <a:lnTo>
                    <a:pt x="206" y="613"/>
                  </a:lnTo>
                  <a:lnTo>
                    <a:pt x="206" y="614"/>
                  </a:lnTo>
                  <a:lnTo>
                    <a:pt x="208" y="614"/>
                  </a:lnTo>
                  <a:lnTo>
                    <a:pt x="208" y="614"/>
                  </a:lnTo>
                  <a:close/>
                  <a:moveTo>
                    <a:pt x="19" y="969"/>
                  </a:moveTo>
                  <a:lnTo>
                    <a:pt x="19" y="969"/>
                  </a:lnTo>
                  <a:lnTo>
                    <a:pt x="19" y="969"/>
                  </a:lnTo>
                  <a:lnTo>
                    <a:pt x="19" y="968"/>
                  </a:lnTo>
                  <a:lnTo>
                    <a:pt x="19" y="966"/>
                  </a:lnTo>
                  <a:lnTo>
                    <a:pt x="21" y="964"/>
                  </a:lnTo>
                  <a:lnTo>
                    <a:pt x="21" y="962"/>
                  </a:lnTo>
                  <a:lnTo>
                    <a:pt x="21" y="961"/>
                  </a:lnTo>
                  <a:lnTo>
                    <a:pt x="23" y="954"/>
                  </a:lnTo>
                  <a:lnTo>
                    <a:pt x="23" y="951"/>
                  </a:lnTo>
                  <a:lnTo>
                    <a:pt x="21" y="949"/>
                  </a:lnTo>
                  <a:lnTo>
                    <a:pt x="19" y="954"/>
                  </a:lnTo>
                  <a:lnTo>
                    <a:pt x="17" y="968"/>
                  </a:lnTo>
                  <a:lnTo>
                    <a:pt x="19" y="968"/>
                  </a:lnTo>
                  <a:lnTo>
                    <a:pt x="19" y="96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31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C67BEC58-16E0-4749-9311-FA1C76595B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12605" y="4892551"/>
              <a:ext cx="1117971" cy="639664"/>
            </a:xfrm>
            <a:custGeom>
              <a:avLst/>
              <a:gdLst>
                <a:gd name="T0" fmla="*/ 489 w 776"/>
                <a:gd name="T1" fmla="*/ 412 h 444"/>
                <a:gd name="T2" fmla="*/ 387 w 776"/>
                <a:gd name="T3" fmla="*/ 373 h 444"/>
                <a:gd name="T4" fmla="*/ 377 w 776"/>
                <a:gd name="T5" fmla="*/ 390 h 444"/>
                <a:gd name="T6" fmla="*/ 370 w 776"/>
                <a:gd name="T7" fmla="*/ 385 h 444"/>
                <a:gd name="T8" fmla="*/ 375 w 776"/>
                <a:gd name="T9" fmla="*/ 392 h 444"/>
                <a:gd name="T10" fmla="*/ 616 w 776"/>
                <a:gd name="T11" fmla="*/ 242 h 444"/>
                <a:gd name="T12" fmla="*/ 618 w 776"/>
                <a:gd name="T13" fmla="*/ 215 h 444"/>
                <a:gd name="T14" fmla="*/ 609 w 776"/>
                <a:gd name="T15" fmla="*/ 186 h 444"/>
                <a:gd name="T16" fmla="*/ 580 w 776"/>
                <a:gd name="T17" fmla="*/ 168 h 444"/>
                <a:gd name="T18" fmla="*/ 550 w 776"/>
                <a:gd name="T19" fmla="*/ 174 h 444"/>
                <a:gd name="T20" fmla="*/ 528 w 776"/>
                <a:gd name="T21" fmla="*/ 180 h 444"/>
                <a:gd name="T22" fmla="*/ 536 w 776"/>
                <a:gd name="T23" fmla="*/ 191 h 444"/>
                <a:gd name="T24" fmla="*/ 511 w 776"/>
                <a:gd name="T25" fmla="*/ 183 h 444"/>
                <a:gd name="T26" fmla="*/ 477 w 776"/>
                <a:gd name="T27" fmla="*/ 171 h 444"/>
                <a:gd name="T28" fmla="*/ 450 w 776"/>
                <a:gd name="T29" fmla="*/ 178 h 444"/>
                <a:gd name="T30" fmla="*/ 411 w 776"/>
                <a:gd name="T31" fmla="*/ 171 h 444"/>
                <a:gd name="T32" fmla="*/ 343 w 776"/>
                <a:gd name="T33" fmla="*/ 176 h 444"/>
                <a:gd name="T34" fmla="*/ 322 w 776"/>
                <a:gd name="T35" fmla="*/ 183 h 444"/>
                <a:gd name="T36" fmla="*/ 282 w 776"/>
                <a:gd name="T37" fmla="*/ 149 h 444"/>
                <a:gd name="T38" fmla="*/ 246 w 776"/>
                <a:gd name="T39" fmla="*/ 125 h 444"/>
                <a:gd name="T40" fmla="*/ 222 w 776"/>
                <a:gd name="T41" fmla="*/ 107 h 444"/>
                <a:gd name="T42" fmla="*/ 203 w 776"/>
                <a:gd name="T43" fmla="*/ 78 h 444"/>
                <a:gd name="T44" fmla="*/ 193 w 776"/>
                <a:gd name="T45" fmla="*/ 64 h 444"/>
                <a:gd name="T46" fmla="*/ 163 w 776"/>
                <a:gd name="T47" fmla="*/ 56 h 444"/>
                <a:gd name="T48" fmla="*/ 149 w 776"/>
                <a:gd name="T49" fmla="*/ 62 h 444"/>
                <a:gd name="T50" fmla="*/ 134 w 776"/>
                <a:gd name="T51" fmla="*/ 67 h 444"/>
                <a:gd name="T52" fmla="*/ 124 w 776"/>
                <a:gd name="T53" fmla="*/ 32 h 444"/>
                <a:gd name="T54" fmla="*/ 105 w 776"/>
                <a:gd name="T55" fmla="*/ 18 h 444"/>
                <a:gd name="T56" fmla="*/ 74 w 776"/>
                <a:gd name="T57" fmla="*/ 13 h 444"/>
                <a:gd name="T58" fmla="*/ 39 w 776"/>
                <a:gd name="T59" fmla="*/ 15 h 444"/>
                <a:gd name="T60" fmla="*/ 20 w 776"/>
                <a:gd name="T61" fmla="*/ 10 h 444"/>
                <a:gd name="T62" fmla="*/ 0 w 776"/>
                <a:gd name="T63" fmla="*/ 351 h 444"/>
                <a:gd name="T64" fmla="*/ 40 w 776"/>
                <a:gd name="T65" fmla="*/ 378 h 444"/>
                <a:gd name="T66" fmla="*/ 56 w 776"/>
                <a:gd name="T67" fmla="*/ 380 h 444"/>
                <a:gd name="T68" fmla="*/ 103 w 776"/>
                <a:gd name="T69" fmla="*/ 380 h 444"/>
                <a:gd name="T70" fmla="*/ 134 w 776"/>
                <a:gd name="T71" fmla="*/ 382 h 444"/>
                <a:gd name="T72" fmla="*/ 190 w 776"/>
                <a:gd name="T73" fmla="*/ 407 h 444"/>
                <a:gd name="T74" fmla="*/ 227 w 776"/>
                <a:gd name="T75" fmla="*/ 416 h 444"/>
                <a:gd name="T76" fmla="*/ 251 w 776"/>
                <a:gd name="T77" fmla="*/ 402 h 444"/>
                <a:gd name="T78" fmla="*/ 278 w 776"/>
                <a:gd name="T79" fmla="*/ 383 h 444"/>
                <a:gd name="T80" fmla="*/ 317 w 776"/>
                <a:gd name="T81" fmla="*/ 370 h 444"/>
                <a:gd name="T82" fmla="*/ 293 w 776"/>
                <a:gd name="T83" fmla="*/ 360 h 444"/>
                <a:gd name="T84" fmla="*/ 321 w 776"/>
                <a:gd name="T85" fmla="*/ 346 h 444"/>
                <a:gd name="T86" fmla="*/ 348 w 776"/>
                <a:gd name="T87" fmla="*/ 343 h 444"/>
                <a:gd name="T88" fmla="*/ 346 w 776"/>
                <a:gd name="T89" fmla="*/ 371 h 444"/>
                <a:gd name="T90" fmla="*/ 322 w 776"/>
                <a:gd name="T91" fmla="*/ 375 h 444"/>
                <a:gd name="T92" fmla="*/ 366 w 776"/>
                <a:gd name="T93" fmla="*/ 377 h 444"/>
                <a:gd name="T94" fmla="*/ 377 w 776"/>
                <a:gd name="T95" fmla="*/ 366 h 444"/>
                <a:gd name="T96" fmla="*/ 390 w 776"/>
                <a:gd name="T97" fmla="*/ 382 h 444"/>
                <a:gd name="T98" fmla="*/ 390 w 776"/>
                <a:gd name="T99" fmla="*/ 395 h 444"/>
                <a:gd name="T100" fmla="*/ 424 w 776"/>
                <a:gd name="T101" fmla="*/ 417 h 444"/>
                <a:gd name="T102" fmla="*/ 462 w 776"/>
                <a:gd name="T103" fmla="*/ 439 h 444"/>
                <a:gd name="T104" fmla="*/ 473 w 776"/>
                <a:gd name="T105" fmla="*/ 434 h 444"/>
                <a:gd name="T106" fmla="*/ 473 w 776"/>
                <a:gd name="T107" fmla="*/ 422 h 444"/>
                <a:gd name="T108" fmla="*/ 460 w 776"/>
                <a:gd name="T109" fmla="*/ 424 h 444"/>
                <a:gd name="T110" fmla="*/ 450 w 776"/>
                <a:gd name="T111" fmla="*/ 411 h 444"/>
                <a:gd name="T112" fmla="*/ 492 w 776"/>
                <a:gd name="T113" fmla="*/ 404 h 444"/>
                <a:gd name="T114" fmla="*/ 657 w 776"/>
                <a:gd name="T115" fmla="*/ 329 h 444"/>
                <a:gd name="T116" fmla="*/ 721 w 776"/>
                <a:gd name="T117" fmla="*/ 327 h 444"/>
                <a:gd name="T118" fmla="*/ 757 w 776"/>
                <a:gd name="T119" fmla="*/ 309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6" h="444">
                  <a:moveTo>
                    <a:pt x="489" y="411"/>
                  </a:moveTo>
                  <a:lnTo>
                    <a:pt x="487" y="411"/>
                  </a:lnTo>
                  <a:lnTo>
                    <a:pt x="487" y="411"/>
                  </a:lnTo>
                  <a:lnTo>
                    <a:pt x="485" y="411"/>
                  </a:lnTo>
                  <a:lnTo>
                    <a:pt x="484" y="411"/>
                  </a:lnTo>
                  <a:lnTo>
                    <a:pt x="479" y="411"/>
                  </a:lnTo>
                  <a:lnTo>
                    <a:pt x="475" y="411"/>
                  </a:lnTo>
                  <a:lnTo>
                    <a:pt x="473" y="411"/>
                  </a:lnTo>
                  <a:lnTo>
                    <a:pt x="475" y="412"/>
                  </a:lnTo>
                  <a:lnTo>
                    <a:pt x="475" y="412"/>
                  </a:lnTo>
                  <a:lnTo>
                    <a:pt x="477" y="414"/>
                  </a:lnTo>
                  <a:lnTo>
                    <a:pt x="480" y="414"/>
                  </a:lnTo>
                  <a:lnTo>
                    <a:pt x="482" y="414"/>
                  </a:lnTo>
                  <a:lnTo>
                    <a:pt x="482" y="414"/>
                  </a:lnTo>
                  <a:lnTo>
                    <a:pt x="484" y="412"/>
                  </a:lnTo>
                  <a:lnTo>
                    <a:pt x="484" y="412"/>
                  </a:lnTo>
                  <a:lnTo>
                    <a:pt x="489" y="412"/>
                  </a:lnTo>
                  <a:lnTo>
                    <a:pt x="489" y="412"/>
                  </a:lnTo>
                  <a:lnTo>
                    <a:pt x="490" y="412"/>
                  </a:lnTo>
                  <a:lnTo>
                    <a:pt x="490" y="411"/>
                  </a:lnTo>
                  <a:lnTo>
                    <a:pt x="489" y="411"/>
                  </a:lnTo>
                  <a:lnTo>
                    <a:pt x="489" y="411"/>
                  </a:lnTo>
                  <a:close/>
                  <a:moveTo>
                    <a:pt x="372" y="378"/>
                  </a:moveTo>
                  <a:lnTo>
                    <a:pt x="372" y="380"/>
                  </a:lnTo>
                  <a:lnTo>
                    <a:pt x="372" y="380"/>
                  </a:lnTo>
                  <a:lnTo>
                    <a:pt x="375" y="382"/>
                  </a:lnTo>
                  <a:lnTo>
                    <a:pt x="375" y="382"/>
                  </a:lnTo>
                  <a:lnTo>
                    <a:pt x="378" y="383"/>
                  </a:lnTo>
                  <a:lnTo>
                    <a:pt x="380" y="382"/>
                  </a:lnTo>
                  <a:lnTo>
                    <a:pt x="383" y="378"/>
                  </a:lnTo>
                  <a:lnTo>
                    <a:pt x="383" y="378"/>
                  </a:lnTo>
                  <a:lnTo>
                    <a:pt x="387" y="378"/>
                  </a:lnTo>
                  <a:lnTo>
                    <a:pt x="389" y="378"/>
                  </a:lnTo>
                  <a:lnTo>
                    <a:pt x="390" y="377"/>
                  </a:lnTo>
                  <a:lnTo>
                    <a:pt x="387" y="375"/>
                  </a:lnTo>
                  <a:lnTo>
                    <a:pt x="387" y="373"/>
                  </a:lnTo>
                  <a:lnTo>
                    <a:pt x="385" y="373"/>
                  </a:lnTo>
                  <a:lnTo>
                    <a:pt x="383" y="373"/>
                  </a:lnTo>
                  <a:lnTo>
                    <a:pt x="380" y="373"/>
                  </a:lnTo>
                  <a:lnTo>
                    <a:pt x="378" y="373"/>
                  </a:lnTo>
                  <a:lnTo>
                    <a:pt x="375" y="373"/>
                  </a:lnTo>
                  <a:lnTo>
                    <a:pt x="375" y="373"/>
                  </a:lnTo>
                  <a:lnTo>
                    <a:pt x="373" y="371"/>
                  </a:lnTo>
                  <a:lnTo>
                    <a:pt x="373" y="371"/>
                  </a:lnTo>
                  <a:lnTo>
                    <a:pt x="373" y="371"/>
                  </a:lnTo>
                  <a:lnTo>
                    <a:pt x="372" y="371"/>
                  </a:lnTo>
                  <a:lnTo>
                    <a:pt x="372" y="373"/>
                  </a:lnTo>
                  <a:lnTo>
                    <a:pt x="372" y="373"/>
                  </a:lnTo>
                  <a:lnTo>
                    <a:pt x="373" y="373"/>
                  </a:lnTo>
                  <a:lnTo>
                    <a:pt x="370" y="377"/>
                  </a:lnTo>
                  <a:lnTo>
                    <a:pt x="372" y="378"/>
                  </a:lnTo>
                  <a:close/>
                  <a:moveTo>
                    <a:pt x="378" y="392"/>
                  </a:moveTo>
                  <a:lnTo>
                    <a:pt x="377" y="392"/>
                  </a:lnTo>
                  <a:lnTo>
                    <a:pt x="377" y="390"/>
                  </a:lnTo>
                  <a:lnTo>
                    <a:pt x="377" y="390"/>
                  </a:lnTo>
                  <a:lnTo>
                    <a:pt x="377" y="390"/>
                  </a:lnTo>
                  <a:lnTo>
                    <a:pt x="377" y="390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75" y="388"/>
                  </a:lnTo>
                  <a:lnTo>
                    <a:pt x="373" y="388"/>
                  </a:lnTo>
                  <a:lnTo>
                    <a:pt x="373" y="387"/>
                  </a:lnTo>
                  <a:lnTo>
                    <a:pt x="373" y="387"/>
                  </a:lnTo>
                  <a:lnTo>
                    <a:pt x="375" y="387"/>
                  </a:lnTo>
                  <a:lnTo>
                    <a:pt x="373" y="387"/>
                  </a:lnTo>
                  <a:lnTo>
                    <a:pt x="373" y="385"/>
                  </a:lnTo>
                  <a:lnTo>
                    <a:pt x="373" y="385"/>
                  </a:lnTo>
                  <a:lnTo>
                    <a:pt x="372" y="385"/>
                  </a:lnTo>
                  <a:lnTo>
                    <a:pt x="372" y="385"/>
                  </a:lnTo>
                  <a:lnTo>
                    <a:pt x="370" y="385"/>
                  </a:lnTo>
                  <a:lnTo>
                    <a:pt x="370" y="385"/>
                  </a:lnTo>
                  <a:lnTo>
                    <a:pt x="365" y="385"/>
                  </a:lnTo>
                  <a:lnTo>
                    <a:pt x="363" y="387"/>
                  </a:lnTo>
                  <a:lnTo>
                    <a:pt x="361" y="387"/>
                  </a:lnTo>
                  <a:lnTo>
                    <a:pt x="360" y="388"/>
                  </a:lnTo>
                  <a:lnTo>
                    <a:pt x="358" y="390"/>
                  </a:lnTo>
                  <a:lnTo>
                    <a:pt x="356" y="392"/>
                  </a:lnTo>
                  <a:lnTo>
                    <a:pt x="358" y="392"/>
                  </a:lnTo>
                  <a:lnTo>
                    <a:pt x="361" y="392"/>
                  </a:lnTo>
                  <a:lnTo>
                    <a:pt x="361" y="392"/>
                  </a:lnTo>
                  <a:lnTo>
                    <a:pt x="363" y="392"/>
                  </a:lnTo>
                  <a:lnTo>
                    <a:pt x="365" y="392"/>
                  </a:lnTo>
                  <a:lnTo>
                    <a:pt x="365" y="392"/>
                  </a:lnTo>
                  <a:lnTo>
                    <a:pt x="365" y="392"/>
                  </a:lnTo>
                  <a:lnTo>
                    <a:pt x="366" y="392"/>
                  </a:lnTo>
                  <a:lnTo>
                    <a:pt x="366" y="392"/>
                  </a:lnTo>
                  <a:lnTo>
                    <a:pt x="370" y="390"/>
                  </a:lnTo>
                  <a:lnTo>
                    <a:pt x="372" y="392"/>
                  </a:lnTo>
                  <a:lnTo>
                    <a:pt x="375" y="392"/>
                  </a:lnTo>
                  <a:lnTo>
                    <a:pt x="377" y="394"/>
                  </a:lnTo>
                  <a:lnTo>
                    <a:pt x="377" y="394"/>
                  </a:lnTo>
                  <a:lnTo>
                    <a:pt x="377" y="395"/>
                  </a:lnTo>
                  <a:lnTo>
                    <a:pt x="377" y="395"/>
                  </a:lnTo>
                  <a:lnTo>
                    <a:pt x="377" y="395"/>
                  </a:lnTo>
                  <a:lnTo>
                    <a:pt x="378" y="394"/>
                  </a:lnTo>
                  <a:lnTo>
                    <a:pt x="378" y="394"/>
                  </a:lnTo>
                  <a:lnTo>
                    <a:pt x="378" y="392"/>
                  </a:lnTo>
                  <a:close/>
                  <a:moveTo>
                    <a:pt x="757" y="297"/>
                  </a:moveTo>
                  <a:lnTo>
                    <a:pt x="720" y="281"/>
                  </a:lnTo>
                  <a:lnTo>
                    <a:pt x="701" y="273"/>
                  </a:lnTo>
                  <a:lnTo>
                    <a:pt x="664" y="259"/>
                  </a:lnTo>
                  <a:lnTo>
                    <a:pt x="645" y="251"/>
                  </a:lnTo>
                  <a:lnTo>
                    <a:pt x="626" y="244"/>
                  </a:lnTo>
                  <a:lnTo>
                    <a:pt x="625" y="242"/>
                  </a:lnTo>
                  <a:lnTo>
                    <a:pt x="619" y="242"/>
                  </a:lnTo>
                  <a:lnTo>
                    <a:pt x="618" y="242"/>
                  </a:lnTo>
                  <a:lnTo>
                    <a:pt x="616" y="242"/>
                  </a:lnTo>
                  <a:lnTo>
                    <a:pt x="616" y="241"/>
                  </a:lnTo>
                  <a:lnTo>
                    <a:pt x="623" y="234"/>
                  </a:lnTo>
                  <a:lnTo>
                    <a:pt x="623" y="232"/>
                  </a:lnTo>
                  <a:lnTo>
                    <a:pt x="625" y="231"/>
                  </a:lnTo>
                  <a:lnTo>
                    <a:pt x="625" y="227"/>
                  </a:lnTo>
                  <a:lnTo>
                    <a:pt x="625" y="227"/>
                  </a:lnTo>
                  <a:lnTo>
                    <a:pt x="623" y="224"/>
                  </a:lnTo>
                  <a:lnTo>
                    <a:pt x="621" y="224"/>
                  </a:lnTo>
                  <a:lnTo>
                    <a:pt x="619" y="224"/>
                  </a:lnTo>
                  <a:lnTo>
                    <a:pt x="619" y="224"/>
                  </a:lnTo>
                  <a:lnTo>
                    <a:pt x="619" y="222"/>
                  </a:lnTo>
                  <a:lnTo>
                    <a:pt x="618" y="222"/>
                  </a:lnTo>
                  <a:lnTo>
                    <a:pt x="618" y="222"/>
                  </a:lnTo>
                  <a:lnTo>
                    <a:pt x="618" y="220"/>
                  </a:lnTo>
                  <a:lnTo>
                    <a:pt x="618" y="217"/>
                  </a:lnTo>
                  <a:lnTo>
                    <a:pt x="618" y="217"/>
                  </a:lnTo>
                  <a:lnTo>
                    <a:pt x="618" y="217"/>
                  </a:lnTo>
                  <a:lnTo>
                    <a:pt x="618" y="215"/>
                  </a:lnTo>
                  <a:lnTo>
                    <a:pt x="618" y="214"/>
                  </a:lnTo>
                  <a:lnTo>
                    <a:pt x="616" y="214"/>
                  </a:lnTo>
                  <a:lnTo>
                    <a:pt x="616" y="212"/>
                  </a:lnTo>
                  <a:lnTo>
                    <a:pt x="613" y="210"/>
                  </a:lnTo>
                  <a:lnTo>
                    <a:pt x="611" y="208"/>
                  </a:lnTo>
                  <a:lnTo>
                    <a:pt x="611" y="207"/>
                  </a:lnTo>
                  <a:lnTo>
                    <a:pt x="611" y="207"/>
                  </a:lnTo>
                  <a:lnTo>
                    <a:pt x="613" y="205"/>
                  </a:lnTo>
                  <a:lnTo>
                    <a:pt x="613" y="205"/>
                  </a:lnTo>
                  <a:lnTo>
                    <a:pt x="613" y="203"/>
                  </a:lnTo>
                  <a:lnTo>
                    <a:pt x="611" y="202"/>
                  </a:lnTo>
                  <a:lnTo>
                    <a:pt x="611" y="202"/>
                  </a:lnTo>
                  <a:lnTo>
                    <a:pt x="609" y="197"/>
                  </a:lnTo>
                  <a:lnTo>
                    <a:pt x="609" y="195"/>
                  </a:lnTo>
                  <a:lnTo>
                    <a:pt x="608" y="195"/>
                  </a:lnTo>
                  <a:lnTo>
                    <a:pt x="608" y="191"/>
                  </a:lnTo>
                  <a:lnTo>
                    <a:pt x="609" y="188"/>
                  </a:lnTo>
                  <a:lnTo>
                    <a:pt x="609" y="186"/>
                  </a:lnTo>
                  <a:lnTo>
                    <a:pt x="606" y="185"/>
                  </a:lnTo>
                  <a:lnTo>
                    <a:pt x="604" y="183"/>
                  </a:lnTo>
                  <a:lnTo>
                    <a:pt x="606" y="181"/>
                  </a:lnTo>
                  <a:lnTo>
                    <a:pt x="606" y="180"/>
                  </a:lnTo>
                  <a:lnTo>
                    <a:pt x="606" y="180"/>
                  </a:lnTo>
                  <a:lnTo>
                    <a:pt x="602" y="178"/>
                  </a:lnTo>
                  <a:lnTo>
                    <a:pt x="601" y="178"/>
                  </a:lnTo>
                  <a:lnTo>
                    <a:pt x="601" y="178"/>
                  </a:lnTo>
                  <a:lnTo>
                    <a:pt x="599" y="176"/>
                  </a:lnTo>
                  <a:lnTo>
                    <a:pt x="599" y="176"/>
                  </a:lnTo>
                  <a:lnTo>
                    <a:pt x="597" y="174"/>
                  </a:lnTo>
                  <a:lnTo>
                    <a:pt x="597" y="174"/>
                  </a:lnTo>
                  <a:lnTo>
                    <a:pt x="597" y="174"/>
                  </a:lnTo>
                  <a:lnTo>
                    <a:pt x="594" y="173"/>
                  </a:lnTo>
                  <a:lnTo>
                    <a:pt x="584" y="169"/>
                  </a:lnTo>
                  <a:lnTo>
                    <a:pt x="582" y="169"/>
                  </a:lnTo>
                  <a:lnTo>
                    <a:pt x="580" y="168"/>
                  </a:lnTo>
                  <a:lnTo>
                    <a:pt x="580" y="168"/>
                  </a:lnTo>
                  <a:lnTo>
                    <a:pt x="579" y="169"/>
                  </a:lnTo>
                  <a:lnTo>
                    <a:pt x="577" y="169"/>
                  </a:lnTo>
                  <a:lnTo>
                    <a:pt x="577" y="169"/>
                  </a:lnTo>
                  <a:lnTo>
                    <a:pt x="567" y="173"/>
                  </a:lnTo>
                  <a:lnTo>
                    <a:pt x="565" y="173"/>
                  </a:lnTo>
                  <a:lnTo>
                    <a:pt x="565" y="171"/>
                  </a:lnTo>
                  <a:lnTo>
                    <a:pt x="563" y="169"/>
                  </a:lnTo>
                  <a:lnTo>
                    <a:pt x="562" y="169"/>
                  </a:lnTo>
                  <a:lnTo>
                    <a:pt x="562" y="169"/>
                  </a:lnTo>
                  <a:lnTo>
                    <a:pt x="560" y="169"/>
                  </a:lnTo>
                  <a:lnTo>
                    <a:pt x="558" y="169"/>
                  </a:lnTo>
                  <a:lnTo>
                    <a:pt x="558" y="169"/>
                  </a:lnTo>
                  <a:lnTo>
                    <a:pt x="555" y="169"/>
                  </a:lnTo>
                  <a:lnTo>
                    <a:pt x="555" y="169"/>
                  </a:lnTo>
                  <a:lnTo>
                    <a:pt x="553" y="171"/>
                  </a:lnTo>
                  <a:lnTo>
                    <a:pt x="552" y="173"/>
                  </a:lnTo>
                  <a:lnTo>
                    <a:pt x="552" y="173"/>
                  </a:lnTo>
                  <a:lnTo>
                    <a:pt x="550" y="174"/>
                  </a:lnTo>
                  <a:lnTo>
                    <a:pt x="550" y="180"/>
                  </a:lnTo>
                  <a:lnTo>
                    <a:pt x="548" y="180"/>
                  </a:lnTo>
                  <a:lnTo>
                    <a:pt x="546" y="180"/>
                  </a:lnTo>
                  <a:lnTo>
                    <a:pt x="546" y="178"/>
                  </a:lnTo>
                  <a:lnTo>
                    <a:pt x="545" y="178"/>
                  </a:lnTo>
                  <a:lnTo>
                    <a:pt x="543" y="178"/>
                  </a:lnTo>
                  <a:lnTo>
                    <a:pt x="543" y="178"/>
                  </a:lnTo>
                  <a:lnTo>
                    <a:pt x="538" y="180"/>
                  </a:lnTo>
                  <a:lnTo>
                    <a:pt x="535" y="180"/>
                  </a:lnTo>
                  <a:lnTo>
                    <a:pt x="535" y="180"/>
                  </a:lnTo>
                  <a:lnTo>
                    <a:pt x="533" y="180"/>
                  </a:lnTo>
                  <a:lnTo>
                    <a:pt x="533" y="178"/>
                  </a:lnTo>
                  <a:lnTo>
                    <a:pt x="531" y="178"/>
                  </a:lnTo>
                  <a:lnTo>
                    <a:pt x="531" y="178"/>
                  </a:lnTo>
                  <a:lnTo>
                    <a:pt x="531" y="178"/>
                  </a:lnTo>
                  <a:lnTo>
                    <a:pt x="529" y="178"/>
                  </a:lnTo>
                  <a:lnTo>
                    <a:pt x="529" y="178"/>
                  </a:lnTo>
                  <a:lnTo>
                    <a:pt x="528" y="180"/>
                  </a:lnTo>
                  <a:lnTo>
                    <a:pt x="528" y="181"/>
                  </a:lnTo>
                  <a:lnTo>
                    <a:pt x="528" y="181"/>
                  </a:lnTo>
                  <a:lnTo>
                    <a:pt x="526" y="183"/>
                  </a:lnTo>
                  <a:lnTo>
                    <a:pt x="526" y="183"/>
                  </a:lnTo>
                  <a:lnTo>
                    <a:pt x="526" y="183"/>
                  </a:lnTo>
                  <a:lnTo>
                    <a:pt x="526" y="185"/>
                  </a:lnTo>
                  <a:lnTo>
                    <a:pt x="526" y="185"/>
                  </a:lnTo>
                  <a:lnTo>
                    <a:pt x="526" y="185"/>
                  </a:lnTo>
                  <a:lnTo>
                    <a:pt x="528" y="186"/>
                  </a:lnTo>
                  <a:lnTo>
                    <a:pt x="528" y="188"/>
                  </a:lnTo>
                  <a:lnTo>
                    <a:pt x="528" y="190"/>
                  </a:lnTo>
                  <a:lnTo>
                    <a:pt x="529" y="190"/>
                  </a:lnTo>
                  <a:lnTo>
                    <a:pt x="529" y="191"/>
                  </a:lnTo>
                  <a:lnTo>
                    <a:pt x="531" y="191"/>
                  </a:lnTo>
                  <a:lnTo>
                    <a:pt x="533" y="191"/>
                  </a:lnTo>
                  <a:lnTo>
                    <a:pt x="535" y="191"/>
                  </a:lnTo>
                  <a:lnTo>
                    <a:pt x="535" y="191"/>
                  </a:lnTo>
                  <a:lnTo>
                    <a:pt x="536" y="191"/>
                  </a:lnTo>
                  <a:lnTo>
                    <a:pt x="536" y="193"/>
                  </a:lnTo>
                  <a:lnTo>
                    <a:pt x="535" y="193"/>
                  </a:lnTo>
                  <a:lnTo>
                    <a:pt x="528" y="195"/>
                  </a:lnTo>
                  <a:lnTo>
                    <a:pt x="528" y="193"/>
                  </a:lnTo>
                  <a:lnTo>
                    <a:pt x="524" y="190"/>
                  </a:lnTo>
                  <a:lnTo>
                    <a:pt x="523" y="188"/>
                  </a:lnTo>
                  <a:lnTo>
                    <a:pt x="523" y="186"/>
                  </a:lnTo>
                  <a:lnTo>
                    <a:pt x="523" y="183"/>
                  </a:lnTo>
                  <a:lnTo>
                    <a:pt x="523" y="183"/>
                  </a:lnTo>
                  <a:lnTo>
                    <a:pt x="521" y="181"/>
                  </a:lnTo>
                  <a:lnTo>
                    <a:pt x="519" y="181"/>
                  </a:lnTo>
                  <a:lnTo>
                    <a:pt x="519" y="181"/>
                  </a:lnTo>
                  <a:lnTo>
                    <a:pt x="518" y="181"/>
                  </a:lnTo>
                  <a:lnTo>
                    <a:pt x="516" y="183"/>
                  </a:lnTo>
                  <a:lnTo>
                    <a:pt x="516" y="183"/>
                  </a:lnTo>
                  <a:lnTo>
                    <a:pt x="516" y="185"/>
                  </a:lnTo>
                  <a:lnTo>
                    <a:pt x="514" y="183"/>
                  </a:lnTo>
                  <a:lnTo>
                    <a:pt x="511" y="183"/>
                  </a:lnTo>
                  <a:lnTo>
                    <a:pt x="509" y="181"/>
                  </a:lnTo>
                  <a:lnTo>
                    <a:pt x="506" y="181"/>
                  </a:lnTo>
                  <a:lnTo>
                    <a:pt x="504" y="181"/>
                  </a:lnTo>
                  <a:lnTo>
                    <a:pt x="504" y="180"/>
                  </a:lnTo>
                  <a:lnTo>
                    <a:pt x="504" y="180"/>
                  </a:lnTo>
                  <a:lnTo>
                    <a:pt x="501" y="180"/>
                  </a:lnTo>
                  <a:lnTo>
                    <a:pt x="499" y="180"/>
                  </a:lnTo>
                  <a:lnTo>
                    <a:pt x="499" y="178"/>
                  </a:lnTo>
                  <a:lnTo>
                    <a:pt x="497" y="178"/>
                  </a:lnTo>
                  <a:lnTo>
                    <a:pt x="494" y="178"/>
                  </a:lnTo>
                  <a:lnTo>
                    <a:pt x="492" y="178"/>
                  </a:lnTo>
                  <a:lnTo>
                    <a:pt x="490" y="176"/>
                  </a:lnTo>
                  <a:lnTo>
                    <a:pt x="489" y="174"/>
                  </a:lnTo>
                  <a:lnTo>
                    <a:pt x="487" y="173"/>
                  </a:lnTo>
                  <a:lnTo>
                    <a:pt x="480" y="173"/>
                  </a:lnTo>
                  <a:lnTo>
                    <a:pt x="479" y="173"/>
                  </a:lnTo>
                  <a:lnTo>
                    <a:pt x="477" y="171"/>
                  </a:lnTo>
                  <a:lnTo>
                    <a:pt x="477" y="171"/>
                  </a:lnTo>
                  <a:lnTo>
                    <a:pt x="475" y="171"/>
                  </a:lnTo>
                  <a:lnTo>
                    <a:pt x="475" y="173"/>
                  </a:lnTo>
                  <a:lnTo>
                    <a:pt x="473" y="173"/>
                  </a:lnTo>
                  <a:lnTo>
                    <a:pt x="473" y="173"/>
                  </a:lnTo>
                  <a:lnTo>
                    <a:pt x="472" y="173"/>
                  </a:lnTo>
                  <a:lnTo>
                    <a:pt x="472" y="171"/>
                  </a:lnTo>
                  <a:lnTo>
                    <a:pt x="470" y="173"/>
                  </a:lnTo>
                  <a:lnTo>
                    <a:pt x="467" y="178"/>
                  </a:lnTo>
                  <a:lnTo>
                    <a:pt x="465" y="178"/>
                  </a:lnTo>
                  <a:lnTo>
                    <a:pt x="460" y="178"/>
                  </a:lnTo>
                  <a:lnTo>
                    <a:pt x="456" y="176"/>
                  </a:lnTo>
                  <a:lnTo>
                    <a:pt x="455" y="176"/>
                  </a:lnTo>
                  <a:lnTo>
                    <a:pt x="453" y="176"/>
                  </a:lnTo>
                  <a:lnTo>
                    <a:pt x="453" y="178"/>
                  </a:lnTo>
                  <a:lnTo>
                    <a:pt x="451" y="178"/>
                  </a:lnTo>
                  <a:lnTo>
                    <a:pt x="451" y="178"/>
                  </a:lnTo>
                  <a:lnTo>
                    <a:pt x="451" y="178"/>
                  </a:lnTo>
                  <a:lnTo>
                    <a:pt x="450" y="178"/>
                  </a:lnTo>
                  <a:lnTo>
                    <a:pt x="450" y="178"/>
                  </a:lnTo>
                  <a:lnTo>
                    <a:pt x="446" y="176"/>
                  </a:lnTo>
                  <a:lnTo>
                    <a:pt x="441" y="176"/>
                  </a:lnTo>
                  <a:lnTo>
                    <a:pt x="439" y="176"/>
                  </a:lnTo>
                  <a:lnTo>
                    <a:pt x="438" y="174"/>
                  </a:lnTo>
                  <a:lnTo>
                    <a:pt x="436" y="174"/>
                  </a:lnTo>
                  <a:lnTo>
                    <a:pt x="433" y="174"/>
                  </a:lnTo>
                  <a:lnTo>
                    <a:pt x="431" y="174"/>
                  </a:lnTo>
                  <a:lnTo>
                    <a:pt x="431" y="174"/>
                  </a:lnTo>
                  <a:lnTo>
                    <a:pt x="431" y="173"/>
                  </a:lnTo>
                  <a:lnTo>
                    <a:pt x="431" y="173"/>
                  </a:lnTo>
                  <a:lnTo>
                    <a:pt x="429" y="171"/>
                  </a:lnTo>
                  <a:lnTo>
                    <a:pt x="428" y="171"/>
                  </a:lnTo>
                  <a:lnTo>
                    <a:pt x="426" y="171"/>
                  </a:lnTo>
                  <a:lnTo>
                    <a:pt x="424" y="171"/>
                  </a:lnTo>
                  <a:lnTo>
                    <a:pt x="419" y="173"/>
                  </a:lnTo>
                  <a:lnTo>
                    <a:pt x="414" y="173"/>
                  </a:lnTo>
                  <a:lnTo>
                    <a:pt x="411" y="171"/>
                  </a:lnTo>
                  <a:lnTo>
                    <a:pt x="397" y="161"/>
                  </a:lnTo>
                  <a:lnTo>
                    <a:pt x="394" y="159"/>
                  </a:lnTo>
                  <a:lnTo>
                    <a:pt x="390" y="159"/>
                  </a:lnTo>
                  <a:lnTo>
                    <a:pt x="385" y="159"/>
                  </a:lnTo>
                  <a:lnTo>
                    <a:pt x="380" y="163"/>
                  </a:lnTo>
                  <a:lnTo>
                    <a:pt x="377" y="163"/>
                  </a:lnTo>
                  <a:lnTo>
                    <a:pt x="372" y="163"/>
                  </a:lnTo>
                  <a:lnTo>
                    <a:pt x="368" y="161"/>
                  </a:lnTo>
                  <a:lnTo>
                    <a:pt x="366" y="161"/>
                  </a:lnTo>
                  <a:lnTo>
                    <a:pt x="358" y="161"/>
                  </a:lnTo>
                  <a:lnTo>
                    <a:pt x="348" y="163"/>
                  </a:lnTo>
                  <a:lnTo>
                    <a:pt x="346" y="163"/>
                  </a:lnTo>
                  <a:lnTo>
                    <a:pt x="344" y="164"/>
                  </a:lnTo>
                  <a:lnTo>
                    <a:pt x="344" y="164"/>
                  </a:lnTo>
                  <a:lnTo>
                    <a:pt x="344" y="169"/>
                  </a:lnTo>
                  <a:lnTo>
                    <a:pt x="341" y="173"/>
                  </a:lnTo>
                  <a:lnTo>
                    <a:pt x="341" y="174"/>
                  </a:lnTo>
                  <a:lnTo>
                    <a:pt x="343" y="176"/>
                  </a:lnTo>
                  <a:lnTo>
                    <a:pt x="344" y="178"/>
                  </a:lnTo>
                  <a:lnTo>
                    <a:pt x="344" y="180"/>
                  </a:lnTo>
                  <a:lnTo>
                    <a:pt x="346" y="181"/>
                  </a:lnTo>
                  <a:lnTo>
                    <a:pt x="344" y="181"/>
                  </a:lnTo>
                  <a:lnTo>
                    <a:pt x="343" y="183"/>
                  </a:lnTo>
                  <a:lnTo>
                    <a:pt x="339" y="181"/>
                  </a:lnTo>
                  <a:lnTo>
                    <a:pt x="338" y="180"/>
                  </a:lnTo>
                  <a:lnTo>
                    <a:pt x="336" y="181"/>
                  </a:lnTo>
                  <a:lnTo>
                    <a:pt x="332" y="185"/>
                  </a:lnTo>
                  <a:lnTo>
                    <a:pt x="331" y="185"/>
                  </a:lnTo>
                  <a:lnTo>
                    <a:pt x="327" y="185"/>
                  </a:lnTo>
                  <a:lnTo>
                    <a:pt x="324" y="185"/>
                  </a:lnTo>
                  <a:lnTo>
                    <a:pt x="324" y="185"/>
                  </a:lnTo>
                  <a:lnTo>
                    <a:pt x="324" y="183"/>
                  </a:lnTo>
                  <a:lnTo>
                    <a:pt x="324" y="183"/>
                  </a:lnTo>
                  <a:lnTo>
                    <a:pt x="322" y="183"/>
                  </a:lnTo>
                  <a:lnTo>
                    <a:pt x="322" y="183"/>
                  </a:lnTo>
                  <a:lnTo>
                    <a:pt x="322" y="183"/>
                  </a:lnTo>
                  <a:lnTo>
                    <a:pt x="321" y="183"/>
                  </a:lnTo>
                  <a:lnTo>
                    <a:pt x="319" y="181"/>
                  </a:lnTo>
                  <a:lnTo>
                    <a:pt x="317" y="181"/>
                  </a:lnTo>
                  <a:lnTo>
                    <a:pt x="314" y="180"/>
                  </a:lnTo>
                  <a:lnTo>
                    <a:pt x="312" y="180"/>
                  </a:lnTo>
                  <a:lnTo>
                    <a:pt x="304" y="169"/>
                  </a:lnTo>
                  <a:lnTo>
                    <a:pt x="300" y="169"/>
                  </a:lnTo>
                  <a:lnTo>
                    <a:pt x="299" y="168"/>
                  </a:lnTo>
                  <a:lnTo>
                    <a:pt x="297" y="166"/>
                  </a:lnTo>
                  <a:lnTo>
                    <a:pt x="293" y="157"/>
                  </a:lnTo>
                  <a:lnTo>
                    <a:pt x="292" y="154"/>
                  </a:lnTo>
                  <a:lnTo>
                    <a:pt x="288" y="152"/>
                  </a:lnTo>
                  <a:lnTo>
                    <a:pt x="288" y="152"/>
                  </a:lnTo>
                  <a:lnTo>
                    <a:pt x="285" y="152"/>
                  </a:lnTo>
                  <a:lnTo>
                    <a:pt x="285" y="152"/>
                  </a:lnTo>
                  <a:lnTo>
                    <a:pt x="283" y="151"/>
                  </a:lnTo>
                  <a:lnTo>
                    <a:pt x="283" y="151"/>
                  </a:lnTo>
                  <a:lnTo>
                    <a:pt x="282" y="149"/>
                  </a:lnTo>
                  <a:lnTo>
                    <a:pt x="280" y="147"/>
                  </a:lnTo>
                  <a:lnTo>
                    <a:pt x="280" y="147"/>
                  </a:lnTo>
                  <a:lnTo>
                    <a:pt x="280" y="147"/>
                  </a:lnTo>
                  <a:lnTo>
                    <a:pt x="278" y="147"/>
                  </a:lnTo>
                  <a:lnTo>
                    <a:pt x="276" y="146"/>
                  </a:lnTo>
                  <a:lnTo>
                    <a:pt x="276" y="146"/>
                  </a:lnTo>
                  <a:lnTo>
                    <a:pt x="275" y="144"/>
                  </a:lnTo>
                  <a:lnTo>
                    <a:pt x="270" y="139"/>
                  </a:lnTo>
                  <a:lnTo>
                    <a:pt x="266" y="137"/>
                  </a:lnTo>
                  <a:lnTo>
                    <a:pt x="263" y="135"/>
                  </a:lnTo>
                  <a:lnTo>
                    <a:pt x="261" y="135"/>
                  </a:lnTo>
                  <a:lnTo>
                    <a:pt x="259" y="132"/>
                  </a:lnTo>
                  <a:lnTo>
                    <a:pt x="258" y="132"/>
                  </a:lnTo>
                  <a:lnTo>
                    <a:pt x="253" y="130"/>
                  </a:lnTo>
                  <a:lnTo>
                    <a:pt x="249" y="129"/>
                  </a:lnTo>
                  <a:lnTo>
                    <a:pt x="248" y="127"/>
                  </a:lnTo>
                  <a:lnTo>
                    <a:pt x="246" y="125"/>
                  </a:lnTo>
                  <a:lnTo>
                    <a:pt x="246" y="125"/>
                  </a:lnTo>
                  <a:lnTo>
                    <a:pt x="242" y="125"/>
                  </a:lnTo>
                  <a:lnTo>
                    <a:pt x="242" y="125"/>
                  </a:lnTo>
                  <a:lnTo>
                    <a:pt x="242" y="124"/>
                  </a:lnTo>
                  <a:lnTo>
                    <a:pt x="242" y="124"/>
                  </a:lnTo>
                  <a:lnTo>
                    <a:pt x="237" y="122"/>
                  </a:lnTo>
                  <a:lnTo>
                    <a:pt x="231" y="122"/>
                  </a:lnTo>
                  <a:lnTo>
                    <a:pt x="226" y="118"/>
                  </a:lnTo>
                  <a:lnTo>
                    <a:pt x="226" y="118"/>
                  </a:lnTo>
                  <a:lnTo>
                    <a:pt x="226" y="117"/>
                  </a:lnTo>
                  <a:lnTo>
                    <a:pt x="224" y="117"/>
                  </a:lnTo>
                  <a:lnTo>
                    <a:pt x="226" y="115"/>
                  </a:lnTo>
                  <a:lnTo>
                    <a:pt x="226" y="115"/>
                  </a:lnTo>
                  <a:lnTo>
                    <a:pt x="226" y="113"/>
                  </a:lnTo>
                  <a:lnTo>
                    <a:pt x="226" y="112"/>
                  </a:lnTo>
                  <a:lnTo>
                    <a:pt x="226" y="110"/>
                  </a:lnTo>
                  <a:lnTo>
                    <a:pt x="226" y="108"/>
                  </a:lnTo>
                  <a:lnTo>
                    <a:pt x="224" y="108"/>
                  </a:lnTo>
                  <a:lnTo>
                    <a:pt x="222" y="107"/>
                  </a:lnTo>
                  <a:lnTo>
                    <a:pt x="214" y="105"/>
                  </a:lnTo>
                  <a:lnTo>
                    <a:pt x="212" y="105"/>
                  </a:lnTo>
                  <a:lnTo>
                    <a:pt x="210" y="103"/>
                  </a:lnTo>
                  <a:lnTo>
                    <a:pt x="210" y="103"/>
                  </a:lnTo>
                  <a:lnTo>
                    <a:pt x="209" y="100"/>
                  </a:lnTo>
                  <a:lnTo>
                    <a:pt x="207" y="96"/>
                  </a:lnTo>
                  <a:lnTo>
                    <a:pt x="205" y="93"/>
                  </a:lnTo>
                  <a:lnTo>
                    <a:pt x="205" y="88"/>
                  </a:lnTo>
                  <a:lnTo>
                    <a:pt x="203" y="86"/>
                  </a:lnTo>
                  <a:lnTo>
                    <a:pt x="203" y="84"/>
                  </a:lnTo>
                  <a:lnTo>
                    <a:pt x="203" y="84"/>
                  </a:lnTo>
                  <a:lnTo>
                    <a:pt x="205" y="83"/>
                  </a:lnTo>
                  <a:lnTo>
                    <a:pt x="205" y="81"/>
                  </a:lnTo>
                  <a:lnTo>
                    <a:pt x="205" y="81"/>
                  </a:lnTo>
                  <a:lnTo>
                    <a:pt x="203" y="79"/>
                  </a:lnTo>
                  <a:lnTo>
                    <a:pt x="203" y="79"/>
                  </a:lnTo>
                  <a:lnTo>
                    <a:pt x="203" y="78"/>
                  </a:lnTo>
                  <a:lnTo>
                    <a:pt x="203" y="78"/>
                  </a:lnTo>
                  <a:lnTo>
                    <a:pt x="205" y="78"/>
                  </a:lnTo>
                  <a:lnTo>
                    <a:pt x="205" y="78"/>
                  </a:lnTo>
                  <a:lnTo>
                    <a:pt x="205" y="76"/>
                  </a:lnTo>
                  <a:lnTo>
                    <a:pt x="205" y="76"/>
                  </a:lnTo>
                  <a:lnTo>
                    <a:pt x="205" y="74"/>
                  </a:lnTo>
                  <a:lnTo>
                    <a:pt x="205" y="73"/>
                  </a:lnTo>
                  <a:lnTo>
                    <a:pt x="205" y="73"/>
                  </a:lnTo>
                  <a:lnTo>
                    <a:pt x="205" y="71"/>
                  </a:lnTo>
                  <a:lnTo>
                    <a:pt x="205" y="71"/>
                  </a:lnTo>
                  <a:lnTo>
                    <a:pt x="203" y="69"/>
                  </a:lnTo>
                  <a:lnTo>
                    <a:pt x="202" y="69"/>
                  </a:lnTo>
                  <a:lnTo>
                    <a:pt x="200" y="69"/>
                  </a:lnTo>
                  <a:lnTo>
                    <a:pt x="198" y="69"/>
                  </a:lnTo>
                  <a:lnTo>
                    <a:pt x="198" y="67"/>
                  </a:lnTo>
                  <a:lnTo>
                    <a:pt x="198" y="66"/>
                  </a:lnTo>
                  <a:lnTo>
                    <a:pt x="197" y="66"/>
                  </a:lnTo>
                  <a:lnTo>
                    <a:pt x="195" y="66"/>
                  </a:lnTo>
                  <a:lnTo>
                    <a:pt x="193" y="64"/>
                  </a:lnTo>
                  <a:lnTo>
                    <a:pt x="188" y="62"/>
                  </a:lnTo>
                  <a:lnTo>
                    <a:pt x="186" y="62"/>
                  </a:lnTo>
                  <a:lnTo>
                    <a:pt x="180" y="61"/>
                  </a:lnTo>
                  <a:lnTo>
                    <a:pt x="176" y="59"/>
                  </a:lnTo>
                  <a:lnTo>
                    <a:pt x="175" y="59"/>
                  </a:lnTo>
                  <a:lnTo>
                    <a:pt x="175" y="61"/>
                  </a:lnTo>
                  <a:lnTo>
                    <a:pt x="173" y="61"/>
                  </a:lnTo>
                  <a:lnTo>
                    <a:pt x="171" y="61"/>
                  </a:lnTo>
                  <a:lnTo>
                    <a:pt x="169" y="57"/>
                  </a:lnTo>
                  <a:lnTo>
                    <a:pt x="168" y="57"/>
                  </a:lnTo>
                  <a:lnTo>
                    <a:pt x="168" y="59"/>
                  </a:lnTo>
                  <a:lnTo>
                    <a:pt x="168" y="59"/>
                  </a:lnTo>
                  <a:lnTo>
                    <a:pt x="164" y="61"/>
                  </a:lnTo>
                  <a:lnTo>
                    <a:pt x="164" y="59"/>
                  </a:lnTo>
                  <a:lnTo>
                    <a:pt x="164" y="59"/>
                  </a:lnTo>
                  <a:lnTo>
                    <a:pt x="163" y="57"/>
                  </a:lnTo>
                  <a:lnTo>
                    <a:pt x="163" y="56"/>
                  </a:lnTo>
                  <a:lnTo>
                    <a:pt x="163" y="56"/>
                  </a:lnTo>
                  <a:lnTo>
                    <a:pt x="161" y="54"/>
                  </a:lnTo>
                  <a:lnTo>
                    <a:pt x="159" y="54"/>
                  </a:lnTo>
                  <a:lnTo>
                    <a:pt x="158" y="52"/>
                  </a:lnTo>
                  <a:lnTo>
                    <a:pt x="158" y="52"/>
                  </a:lnTo>
                  <a:lnTo>
                    <a:pt x="158" y="52"/>
                  </a:lnTo>
                  <a:lnTo>
                    <a:pt x="156" y="52"/>
                  </a:lnTo>
                  <a:lnTo>
                    <a:pt x="154" y="52"/>
                  </a:lnTo>
                  <a:lnTo>
                    <a:pt x="153" y="52"/>
                  </a:lnTo>
                  <a:lnTo>
                    <a:pt x="151" y="54"/>
                  </a:lnTo>
                  <a:lnTo>
                    <a:pt x="151" y="56"/>
                  </a:lnTo>
                  <a:lnTo>
                    <a:pt x="149" y="59"/>
                  </a:lnTo>
                  <a:lnTo>
                    <a:pt x="149" y="59"/>
                  </a:lnTo>
                  <a:lnTo>
                    <a:pt x="149" y="59"/>
                  </a:lnTo>
                  <a:lnTo>
                    <a:pt x="149" y="61"/>
                  </a:lnTo>
                  <a:lnTo>
                    <a:pt x="149" y="61"/>
                  </a:lnTo>
                  <a:lnTo>
                    <a:pt x="149" y="62"/>
                  </a:lnTo>
                  <a:lnTo>
                    <a:pt x="149" y="62"/>
                  </a:lnTo>
                  <a:lnTo>
                    <a:pt x="149" y="62"/>
                  </a:lnTo>
                  <a:lnTo>
                    <a:pt x="149" y="64"/>
                  </a:lnTo>
                  <a:lnTo>
                    <a:pt x="147" y="64"/>
                  </a:lnTo>
                  <a:lnTo>
                    <a:pt x="147" y="64"/>
                  </a:lnTo>
                  <a:lnTo>
                    <a:pt x="146" y="64"/>
                  </a:lnTo>
                  <a:lnTo>
                    <a:pt x="144" y="64"/>
                  </a:lnTo>
                  <a:lnTo>
                    <a:pt x="142" y="64"/>
                  </a:lnTo>
                  <a:lnTo>
                    <a:pt x="142" y="66"/>
                  </a:lnTo>
                  <a:lnTo>
                    <a:pt x="144" y="67"/>
                  </a:lnTo>
                  <a:lnTo>
                    <a:pt x="144" y="69"/>
                  </a:lnTo>
                  <a:lnTo>
                    <a:pt x="144" y="69"/>
                  </a:lnTo>
                  <a:lnTo>
                    <a:pt x="142" y="69"/>
                  </a:lnTo>
                  <a:lnTo>
                    <a:pt x="141" y="69"/>
                  </a:lnTo>
                  <a:lnTo>
                    <a:pt x="141" y="69"/>
                  </a:lnTo>
                  <a:lnTo>
                    <a:pt x="139" y="69"/>
                  </a:lnTo>
                  <a:lnTo>
                    <a:pt x="137" y="67"/>
                  </a:lnTo>
                  <a:lnTo>
                    <a:pt x="136" y="67"/>
                  </a:lnTo>
                  <a:lnTo>
                    <a:pt x="136" y="67"/>
                  </a:lnTo>
                  <a:lnTo>
                    <a:pt x="134" y="67"/>
                  </a:lnTo>
                  <a:lnTo>
                    <a:pt x="134" y="66"/>
                  </a:lnTo>
                  <a:lnTo>
                    <a:pt x="134" y="64"/>
                  </a:lnTo>
                  <a:lnTo>
                    <a:pt x="134" y="64"/>
                  </a:lnTo>
                  <a:lnTo>
                    <a:pt x="132" y="59"/>
                  </a:lnTo>
                  <a:lnTo>
                    <a:pt x="129" y="5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9" y="54"/>
                  </a:lnTo>
                  <a:lnTo>
                    <a:pt x="129" y="54"/>
                  </a:lnTo>
                  <a:lnTo>
                    <a:pt x="129" y="54"/>
                  </a:lnTo>
                  <a:lnTo>
                    <a:pt x="129" y="52"/>
                  </a:lnTo>
                  <a:lnTo>
                    <a:pt x="122" y="49"/>
                  </a:lnTo>
                  <a:lnTo>
                    <a:pt x="122" y="47"/>
                  </a:lnTo>
                  <a:lnTo>
                    <a:pt x="120" y="40"/>
                  </a:lnTo>
                  <a:lnTo>
                    <a:pt x="120" y="39"/>
                  </a:lnTo>
                  <a:lnTo>
                    <a:pt x="122" y="37"/>
                  </a:lnTo>
                  <a:lnTo>
                    <a:pt x="124" y="34"/>
                  </a:lnTo>
                  <a:lnTo>
                    <a:pt x="124" y="32"/>
                  </a:lnTo>
                  <a:lnTo>
                    <a:pt x="124" y="30"/>
                  </a:lnTo>
                  <a:lnTo>
                    <a:pt x="122" y="30"/>
                  </a:lnTo>
                  <a:lnTo>
                    <a:pt x="120" y="30"/>
                  </a:lnTo>
                  <a:lnTo>
                    <a:pt x="119" y="30"/>
                  </a:lnTo>
                  <a:lnTo>
                    <a:pt x="117" y="30"/>
                  </a:lnTo>
                  <a:lnTo>
                    <a:pt x="115" y="28"/>
                  </a:lnTo>
                  <a:lnTo>
                    <a:pt x="113" y="27"/>
                  </a:lnTo>
                  <a:lnTo>
                    <a:pt x="112" y="25"/>
                  </a:lnTo>
                  <a:lnTo>
                    <a:pt x="112" y="25"/>
                  </a:lnTo>
                  <a:lnTo>
                    <a:pt x="112" y="25"/>
                  </a:lnTo>
                  <a:lnTo>
                    <a:pt x="110" y="25"/>
                  </a:lnTo>
                  <a:lnTo>
                    <a:pt x="110" y="22"/>
                  </a:lnTo>
                  <a:lnTo>
                    <a:pt x="110" y="20"/>
                  </a:lnTo>
                  <a:lnTo>
                    <a:pt x="110" y="18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7" y="18"/>
                  </a:lnTo>
                  <a:lnTo>
                    <a:pt x="105" y="18"/>
                  </a:lnTo>
                  <a:lnTo>
                    <a:pt x="103" y="17"/>
                  </a:lnTo>
                  <a:lnTo>
                    <a:pt x="103" y="15"/>
                  </a:lnTo>
                  <a:lnTo>
                    <a:pt x="102" y="15"/>
                  </a:lnTo>
                  <a:lnTo>
                    <a:pt x="100" y="15"/>
                  </a:lnTo>
                  <a:lnTo>
                    <a:pt x="100" y="15"/>
                  </a:lnTo>
                  <a:lnTo>
                    <a:pt x="98" y="17"/>
                  </a:lnTo>
                  <a:lnTo>
                    <a:pt x="96" y="17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1" y="11"/>
                  </a:lnTo>
                  <a:lnTo>
                    <a:pt x="86" y="11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83" y="11"/>
                  </a:lnTo>
                  <a:lnTo>
                    <a:pt x="83" y="11"/>
                  </a:lnTo>
                  <a:lnTo>
                    <a:pt x="81" y="13"/>
                  </a:lnTo>
                  <a:lnTo>
                    <a:pt x="79" y="13"/>
                  </a:lnTo>
                  <a:lnTo>
                    <a:pt x="74" y="13"/>
                  </a:lnTo>
                  <a:lnTo>
                    <a:pt x="73" y="13"/>
                  </a:lnTo>
                  <a:lnTo>
                    <a:pt x="69" y="11"/>
                  </a:lnTo>
                  <a:lnTo>
                    <a:pt x="68" y="10"/>
                  </a:lnTo>
                  <a:lnTo>
                    <a:pt x="64" y="11"/>
                  </a:lnTo>
                  <a:lnTo>
                    <a:pt x="59" y="13"/>
                  </a:lnTo>
                  <a:lnTo>
                    <a:pt x="57" y="15"/>
                  </a:lnTo>
                  <a:lnTo>
                    <a:pt x="54" y="17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47" y="18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2" y="17"/>
                  </a:lnTo>
                  <a:lnTo>
                    <a:pt x="40" y="15"/>
                  </a:lnTo>
                  <a:lnTo>
                    <a:pt x="39" y="15"/>
                  </a:lnTo>
                  <a:lnTo>
                    <a:pt x="37" y="13"/>
                  </a:lnTo>
                  <a:lnTo>
                    <a:pt x="37" y="13"/>
                  </a:lnTo>
                  <a:lnTo>
                    <a:pt x="34" y="13"/>
                  </a:lnTo>
                  <a:lnTo>
                    <a:pt x="32" y="13"/>
                  </a:lnTo>
                  <a:lnTo>
                    <a:pt x="30" y="13"/>
                  </a:lnTo>
                  <a:lnTo>
                    <a:pt x="30" y="13"/>
                  </a:lnTo>
                  <a:lnTo>
                    <a:pt x="29" y="11"/>
                  </a:lnTo>
                  <a:lnTo>
                    <a:pt x="29" y="11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25" y="10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3" y="8"/>
                  </a:lnTo>
                  <a:lnTo>
                    <a:pt x="23" y="8"/>
                  </a:lnTo>
                  <a:lnTo>
                    <a:pt x="22" y="8"/>
                  </a:lnTo>
                  <a:lnTo>
                    <a:pt x="22" y="10"/>
                  </a:lnTo>
                  <a:lnTo>
                    <a:pt x="20" y="10"/>
                  </a:lnTo>
                  <a:lnTo>
                    <a:pt x="18" y="10"/>
                  </a:lnTo>
                  <a:lnTo>
                    <a:pt x="18" y="8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5" y="6"/>
                  </a:lnTo>
                  <a:lnTo>
                    <a:pt x="6" y="6"/>
                  </a:lnTo>
                  <a:lnTo>
                    <a:pt x="5" y="6"/>
                  </a:lnTo>
                  <a:lnTo>
                    <a:pt x="3" y="3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6"/>
                  </a:lnTo>
                  <a:lnTo>
                    <a:pt x="0" y="51"/>
                  </a:lnTo>
                  <a:lnTo>
                    <a:pt x="0" y="93"/>
                  </a:lnTo>
                  <a:lnTo>
                    <a:pt x="0" y="180"/>
                  </a:lnTo>
                  <a:lnTo>
                    <a:pt x="0" y="222"/>
                  </a:lnTo>
                  <a:lnTo>
                    <a:pt x="0" y="266"/>
                  </a:lnTo>
                  <a:lnTo>
                    <a:pt x="0" y="309"/>
                  </a:lnTo>
                  <a:lnTo>
                    <a:pt x="0" y="351"/>
                  </a:lnTo>
                  <a:lnTo>
                    <a:pt x="0" y="351"/>
                  </a:lnTo>
                  <a:lnTo>
                    <a:pt x="1" y="353"/>
                  </a:lnTo>
                  <a:lnTo>
                    <a:pt x="15" y="356"/>
                  </a:lnTo>
                  <a:lnTo>
                    <a:pt x="22" y="361"/>
                  </a:lnTo>
                  <a:lnTo>
                    <a:pt x="35" y="371"/>
                  </a:lnTo>
                  <a:lnTo>
                    <a:pt x="37" y="371"/>
                  </a:lnTo>
                  <a:lnTo>
                    <a:pt x="37" y="373"/>
                  </a:lnTo>
                  <a:lnTo>
                    <a:pt x="37" y="375"/>
                  </a:lnTo>
                  <a:lnTo>
                    <a:pt x="37" y="375"/>
                  </a:lnTo>
                  <a:lnTo>
                    <a:pt x="37" y="377"/>
                  </a:lnTo>
                  <a:lnTo>
                    <a:pt x="35" y="378"/>
                  </a:lnTo>
                  <a:lnTo>
                    <a:pt x="35" y="380"/>
                  </a:lnTo>
                  <a:lnTo>
                    <a:pt x="35" y="380"/>
                  </a:lnTo>
                  <a:lnTo>
                    <a:pt x="37" y="380"/>
                  </a:lnTo>
                  <a:lnTo>
                    <a:pt x="39" y="382"/>
                  </a:lnTo>
                  <a:lnTo>
                    <a:pt x="39" y="380"/>
                  </a:lnTo>
                  <a:lnTo>
                    <a:pt x="39" y="380"/>
                  </a:lnTo>
                  <a:lnTo>
                    <a:pt x="40" y="378"/>
                  </a:lnTo>
                  <a:lnTo>
                    <a:pt x="40" y="378"/>
                  </a:lnTo>
                  <a:lnTo>
                    <a:pt x="42" y="378"/>
                  </a:lnTo>
                  <a:lnTo>
                    <a:pt x="42" y="378"/>
                  </a:lnTo>
                  <a:lnTo>
                    <a:pt x="44" y="378"/>
                  </a:lnTo>
                  <a:lnTo>
                    <a:pt x="46" y="378"/>
                  </a:lnTo>
                  <a:lnTo>
                    <a:pt x="46" y="380"/>
                  </a:lnTo>
                  <a:lnTo>
                    <a:pt x="47" y="380"/>
                  </a:lnTo>
                  <a:lnTo>
                    <a:pt x="49" y="382"/>
                  </a:lnTo>
                  <a:lnTo>
                    <a:pt x="49" y="383"/>
                  </a:lnTo>
                  <a:lnTo>
                    <a:pt x="51" y="383"/>
                  </a:lnTo>
                  <a:lnTo>
                    <a:pt x="51" y="383"/>
                  </a:lnTo>
                  <a:lnTo>
                    <a:pt x="52" y="382"/>
                  </a:lnTo>
                  <a:lnTo>
                    <a:pt x="52" y="382"/>
                  </a:lnTo>
                  <a:lnTo>
                    <a:pt x="54" y="380"/>
                  </a:lnTo>
                  <a:lnTo>
                    <a:pt x="54" y="380"/>
                  </a:lnTo>
                  <a:lnTo>
                    <a:pt x="56" y="380"/>
                  </a:lnTo>
                  <a:lnTo>
                    <a:pt x="56" y="380"/>
                  </a:lnTo>
                  <a:lnTo>
                    <a:pt x="56" y="380"/>
                  </a:lnTo>
                  <a:lnTo>
                    <a:pt x="59" y="380"/>
                  </a:lnTo>
                  <a:lnTo>
                    <a:pt x="59" y="380"/>
                  </a:lnTo>
                  <a:lnTo>
                    <a:pt x="59" y="380"/>
                  </a:lnTo>
                  <a:lnTo>
                    <a:pt x="57" y="378"/>
                  </a:lnTo>
                  <a:lnTo>
                    <a:pt x="56" y="377"/>
                  </a:lnTo>
                  <a:lnTo>
                    <a:pt x="56" y="375"/>
                  </a:lnTo>
                  <a:lnTo>
                    <a:pt x="57" y="373"/>
                  </a:lnTo>
                  <a:lnTo>
                    <a:pt x="61" y="370"/>
                  </a:lnTo>
                  <a:lnTo>
                    <a:pt x="64" y="370"/>
                  </a:lnTo>
                  <a:lnTo>
                    <a:pt x="68" y="368"/>
                  </a:lnTo>
                  <a:lnTo>
                    <a:pt x="78" y="370"/>
                  </a:lnTo>
                  <a:lnTo>
                    <a:pt x="79" y="370"/>
                  </a:lnTo>
                  <a:lnTo>
                    <a:pt x="79" y="370"/>
                  </a:lnTo>
                  <a:lnTo>
                    <a:pt x="83" y="370"/>
                  </a:lnTo>
                  <a:lnTo>
                    <a:pt x="85" y="370"/>
                  </a:lnTo>
                  <a:lnTo>
                    <a:pt x="88" y="371"/>
                  </a:lnTo>
                  <a:lnTo>
                    <a:pt x="96" y="378"/>
                  </a:lnTo>
                  <a:lnTo>
                    <a:pt x="103" y="380"/>
                  </a:lnTo>
                  <a:lnTo>
                    <a:pt x="108" y="382"/>
                  </a:lnTo>
                  <a:lnTo>
                    <a:pt x="112" y="380"/>
                  </a:lnTo>
                  <a:lnTo>
                    <a:pt x="113" y="378"/>
                  </a:lnTo>
                  <a:lnTo>
                    <a:pt x="115" y="378"/>
                  </a:lnTo>
                  <a:lnTo>
                    <a:pt x="124" y="378"/>
                  </a:lnTo>
                  <a:lnTo>
                    <a:pt x="124" y="378"/>
                  </a:lnTo>
                  <a:lnTo>
                    <a:pt x="125" y="380"/>
                  </a:lnTo>
                  <a:lnTo>
                    <a:pt x="127" y="380"/>
                  </a:lnTo>
                  <a:lnTo>
                    <a:pt x="129" y="382"/>
                  </a:lnTo>
                  <a:lnTo>
                    <a:pt x="129" y="380"/>
                  </a:lnTo>
                  <a:lnTo>
                    <a:pt x="129" y="380"/>
                  </a:lnTo>
                  <a:lnTo>
                    <a:pt x="130" y="378"/>
                  </a:lnTo>
                  <a:lnTo>
                    <a:pt x="130" y="378"/>
                  </a:lnTo>
                  <a:lnTo>
                    <a:pt x="132" y="378"/>
                  </a:lnTo>
                  <a:lnTo>
                    <a:pt x="132" y="378"/>
                  </a:lnTo>
                  <a:lnTo>
                    <a:pt x="132" y="378"/>
                  </a:lnTo>
                  <a:lnTo>
                    <a:pt x="134" y="382"/>
                  </a:lnTo>
                  <a:lnTo>
                    <a:pt x="134" y="382"/>
                  </a:lnTo>
                  <a:lnTo>
                    <a:pt x="134" y="382"/>
                  </a:lnTo>
                  <a:lnTo>
                    <a:pt x="134" y="382"/>
                  </a:lnTo>
                  <a:lnTo>
                    <a:pt x="136" y="382"/>
                  </a:lnTo>
                  <a:lnTo>
                    <a:pt x="136" y="382"/>
                  </a:lnTo>
                  <a:lnTo>
                    <a:pt x="139" y="383"/>
                  </a:lnTo>
                  <a:lnTo>
                    <a:pt x="146" y="387"/>
                  </a:lnTo>
                  <a:lnTo>
                    <a:pt x="153" y="392"/>
                  </a:lnTo>
                  <a:lnTo>
                    <a:pt x="154" y="392"/>
                  </a:lnTo>
                  <a:lnTo>
                    <a:pt x="159" y="395"/>
                  </a:lnTo>
                  <a:lnTo>
                    <a:pt x="161" y="397"/>
                  </a:lnTo>
                  <a:lnTo>
                    <a:pt x="163" y="397"/>
                  </a:lnTo>
                  <a:lnTo>
                    <a:pt x="164" y="397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80" y="400"/>
                  </a:lnTo>
                  <a:lnTo>
                    <a:pt x="181" y="402"/>
                  </a:lnTo>
                  <a:lnTo>
                    <a:pt x="185" y="404"/>
                  </a:lnTo>
                  <a:lnTo>
                    <a:pt x="190" y="407"/>
                  </a:lnTo>
                  <a:lnTo>
                    <a:pt x="192" y="409"/>
                  </a:lnTo>
                  <a:lnTo>
                    <a:pt x="192" y="411"/>
                  </a:lnTo>
                  <a:lnTo>
                    <a:pt x="193" y="411"/>
                  </a:lnTo>
                  <a:lnTo>
                    <a:pt x="195" y="412"/>
                  </a:lnTo>
                  <a:lnTo>
                    <a:pt x="203" y="411"/>
                  </a:lnTo>
                  <a:lnTo>
                    <a:pt x="205" y="411"/>
                  </a:lnTo>
                  <a:lnTo>
                    <a:pt x="207" y="412"/>
                  </a:lnTo>
                  <a:lnTo>
                    <a:pt x="210" y="414"/>
                  </a:lnTo>
                  <a:lnTo>
                    <a:pt x="214" y="414"/>
                  </a:lnTo>
                  <a:lnTo>
                    <a:pt x="214" y="416"/>
                  </a:lnTo>
                  <a:lnTo>
                    <a:pt x="215" y="416"/>
                  </a:lnTo>
                  <a:lnTo>
                    <a:pt x="215" y="416"/>
                  </a:lnTo>
                  <a:lnTo>
                    <a:pt x="217" y="417"/>
                  </a:lnTo>
                  <a:lnTo>
                    <a:pt x="219" y="419"/>
                  </a:lnTo>
                  <a:lnTo>
                    <a:pt x="220" y="421"/>
                  </a:lnTo>
                  <a:lnTo>
                    <a:pt x="222" y="419"/>
                  </a:lnTo>
                  <a:lnTo>
                    <a:pt x="224" y="419"/>
                  </a:lnTo>
                  <a:lnTo>
                    <a:pt x="227" y="416"/>
                  </a:lnTo>
                  <a:lnTo>
                    <a:pt x="227" y="416"/>
                  </a:lnTo>
                  <a:lnTo>
                    <a:pt x="231" y="414"/>
                  </a:lnTo>
                  <a:lnTo>
                    <a:pt x="231" y="414"/>
                  </a:lnTo>
                  <a:lnTo>
                    <a:pt x="232" y="414"/>
                  </a:lnTo>
                  <a:lnTo>
                    <a:pt x="232" y="414"/>
                  </a:lnTo>
                  <a:lnTo>
                    <a:pt x="232" y="414"/>
                  </a:lnTo>
                  <a:lnTo>
                    <a:pt x="232" y="414"/>
                  </a:lnTo>
                  <a:lnTo>
                    <a:pt x="232" y="414"/>
                  </a:lnTo>
                  <a:lnTo>
                    <a:pt x="234" y="412"/>
                  </a:lnTo>
                  <a:lnTo>
                    <a:pt x="234" y="411"/>
                  </a:lnTo>
                  <a:lnTo>
                    <a:pt x="236" y="409"/>
                  </a:lnTo>
                  <a:lnTo>
                    <a:pt x="237" y="409"/>
                  </a:lnTo>
                  <a:lnTo>
                    <a:pt x="239" y="407"/>
                  </a:lnTo>
                  <a:lnTo>
                    <a:pt x="248" y="405"/>
                  </a:lnTo>
                  <a:lnTo>
                    <a:pt x="249" y="405"/>
                  </a:lnTo>
                  <a:lnTo>
                    <a:pt x="249" y="404"/>
                  </a:lnTo>
                  <a:lnTo>
                    <a:pt x="251" y="402"/>
                  </a:lnTo>
                  <a:lnTo>
                    <a:pt x="251" y="402"/>
                  </a:lnTo>
                  <a:lnTo>
                    <a:pt x="253" y="402"/>
                  </a:lnTo>
                  <a:lnTo>
                    <a:pt x="254" y="397"/>
                  </a:lnTo>
                  <a:lnTo>
                    <a:pt x="256" y="397"/>
                  </a:lnTo>
                  <a:lnTo>
                    <a:pt x="258" y="395"/>
                  </a:lnTo>
                  <a:lnTo>
                    <a:pt x="259" y="395"/>
                  </a:lnTo>
                  <a:lnTo>
                    <a:pt x="259" y="395"/>
                  </a:lnTo>
                  <a:lnTo>
                    <a:pt x="261" y="394"/>
                  </a:lnTo>
                  <a:lnTo>
                    <a:pt x="261" y="394"/>
                  </a:lnTo>
                  <a:lnTo>
                    <a:pt x="261" y="392"/>
                  </a:lnTo>
                  <a:lnTo>
                    <a:pt x="261" y="392"/>
                  </a:lnTo>
                  <a:lnTo>
                    <a:pt x="266" y="388"/>
                  </a:lnTo>
                  <a:lnTo>
                    <a:pt x="266" y="387"/>
                  </a:lnTo>
                  <a:lnTo>
                    <a:pt x="271" y="387"/>
                  </a:lnTo>
                  <a:lnTo>
                    <a:pt x="271" y="387"/>
                  </a:lnTo>
                  <a:lnTo>
                    <a:pt x="273" y="385"/>
                  </a:lnTo>
                  <a:lnTo>
                    <a:pt x="273" y="385"/>
                  </a:lnTo>
                  <a:lnTo>
                    <a:pt x="276" y="383"/>
                  </a:lnTo>
                  <a:lnTo>
                    <a:pt x="278" y="383"/>
                  </a:lnTo>
                  <a:lnTo>
                    <a:pt x="278" y="382"/>
                  </a:lnTo>
                  <a:lnTo>
                    <a:pt x="280" y="382"/>
                  </a:lnTo>
                  <a:lnTo>
                    <a:pt x="280" y="380"/>
                  </a:lnTo>
                  <a:lnTo>
                    <a:pt x="282" y="380"/>
                  </a:lnTo>
                  <a:lnTo>
                    <a:pt x="283" y="380"/>
                  </a:lnTo>
                  <a:lnTo>
                    <a:pt x="288" y="377"/>
                  </a:lnTo>
                  <a:lnTo>
                    <a:pt x="295" y="371"/>
                  </a:lnTo>
                  <a:lnTo>
                    <a:pt x="297" y="371"/>
                  </a:lnTo>
                  <a:lnTo>
                    <a:pt x="299" y="371"/>
                  </a:lnTo>
                  <a:lnTo>
                    <a:pt x="300" y="371"/>
                  </a:lnTo>
                  <a:lnTo>
                    <a:pt x="302" y="371"/>
                  </a:lnTo>
                  <a:lnTo>
                    <a:pt x="304" y="371"/>
                  </a:lnTo>
                  <a:lnTo>
                    <a:pt x="304" y="371"/>
                  </a:lnTo>
                  <a:lnTo>
                    <a:pt x="305" y="371"/>
                  </a:lnTo>
                  <a:lnTo>
                    <a:pt x="305" y="371"/>
                  </a:lnTo>
                  <a:lnTo>
                    <a:pt x="307" y="371"/>
                  </a:lnTo>
                  <a:lnTo>
                    <a:pt x="314" y="371"/>
                  </a:lnTo>
                  <a:lnTo>
                    <a:pt x="317" y="370"/>
                  </a:lnTo>
                  <a:lnTo>
                    <a:pt x="317" y="368"/>
                  </a:lnTo>
                  <a:lnTo>
                    <a:pt x="317" y="368"/>
                  </a:lnTo>
                  <a:lnTo>
                    <a:pt x="319" y="366"/>
                  </a:lnTo>
                  <a:lnTo>
                    <a:pt x="321" y="365"/>
                  </a:lnTo>
                  <a:lnTo>
                    <a:pt x="321" y="365"/>
                  </a:lnTo>
                  <a:lnTo>
                    <a:pt x="322" y="365"/>
                  </a:lnTo>
                  <a:lnTo>
                    <a:pt x="322" y="365"/>
                  </a:lnTo>
                  <a:lnTo>
                    <a:pt x="322" y="365"/>
                  </a:lnTo>
                  <a:lnTo>
                    <a:pt x="322" y="363"/>
                  </a:lnTo>
                  <a:lnTo>
                    <a:pt x="322" y="363"/>
                  </a:lnTo>
                  <a:lnTo>
                    <a:pt x="324" y="360"/>
                  </a:lnTo>
                  <a:lnTo>
                    <a:pt x="322" y="358"/>
                  </a:lnTo>
                  <a:lnTo>
                    <a:pt x="317" y="356"/>
                  </a:lnTo>
                  <a:lnTo>
                    <a:pt x="310" y="360"/>
                  </a:lnTo>
                  <a:lnTo>
                    <a:pt x="309" y="361"/>
                  </a:lnTo>
                  <a:lnTo>
                    <a:pt x="305" y="361"/>
                  </a:lnTo>
                  <a:lnTo>
                    <a:pt x="299" y="360"/>
                  </a:lnTo>
                  <a:lnTo>
                    <a:pt x="293" y="360"/>
                  </a:lnTo>
                  <a:lnTo>
                    <a:pt x="292" y="358"/>
                  </a:lnTo>
                  <a:lnTo>
                    <a:pt x="293" y="356"/>
                  </a:lnTo>
                  <a:lnTo>
                    <a:pt x="295" y="354"/>
                  </a:lnTo>
                  <a:lnTo>
                    <a:pt x="300" y="354"/>
                  </a:lnTo>
                  <a:lnTo>
                    <a:pt x="302" y="354"/>
                  </a:lnTo>
                  <a:lnTo>
                    <a:pt x="304" y="354"/>
                  </a:lnTo>
                  <a:lnTo>
                    <a:pt x="304" y="354"/>
                  </a:lnTo>
                  <a:lnTo>
                    <a:pt x="305" y="356"/>
                  </a:lnTo>
                  <a:lnTo>
                    <a:pt x="305" y="356"/>
                  </a:lnTo>
                  <a:lnTo>
                    <a:pt x="307" y="354"/>
                  </a:lnTo>
                  <a:lnTo>
                    <a:pt x="307" y="354"/>
                  </a:lnTo>
                  <a:lnTo>
                    <a:pt x="305" y="354"/>
                  </a:lnTo>
                  <a:lnTo>
                    <a:pt x="305" y="353"/>
                  </a:lnTo>
                  <a:lnTo>
                    <a:pt x="307" y="353"/>
                  </a:lnTo>
                  <a:lnTo>
                    <a:pt x="307" y="351"/>
                  </a:lnTo>
                  <a:lnTo>
                    <a:pt x="309" y="349"/>
                  </a:lnTo>
                  <a:lnTo>
                    <a:pt x="319" y="348"/>
                  </a:lnTo>
                  <a:lnTo>
                    <a:pt x="321" y="346"/>
                  </a:lnTo>
                  <a:lnTo>
                    <a:pt x="321" y="346"/>
                  </a:lnTo>
                  <a:lnTo>
                    <a:pt x="324" y="343"/>
                  </a:lnTo>
                  <a:lnTo>
                    <a:pt x="326" y="343"/>
                  </a:lnTo>
                  <a:lnTo>
                    <a:pt x="326" y="343"/>
                  </a:lnTo>
                  <a:lnTo>
                    <a:pt x="327" y="343"/>
                  </a:lnTo>
                  <a:lnTo>
                    <a:pt x="329" y="341"/>
                  </a:lnTo>
                  <a:lnTo>
                    <a:pt x="331" y="341"/>
                  </a:lnTo>
                  <a:lnTo>
                    <a:pt x="331" y="339"/>
                  </a:lnTo>
                  <a:lnTo>
                    <a:pt x="331" y="337"/>
                  </a:lnTo>
                  <a:lnTo>
                    <a:pt x="332" y="337"/>
                  </a:lnTo>
                  <a:lnTo>
                    <a:pt x="334" y="337"/>
                  </a:lnTo>
                  <a:lnTo>
                    <a:pt x="339" y="337"/>
                  </a:lnTo>
                  <a:lnTo>
                    <a:pt x="339" y="334"/>
                  </a:lnTo>
                  <a:lnTo>
                    <a:pt x="341" y="334"/>
                  </a:lnTo>
                  <a:lnTo>
                    <a:pt x="344" y="336"/>
                  </a:lnTo>
                  <a:lnTo>
                    <a:pt x="346" y="337"/>
                  </a:lnTo>
                  <a:lnTo>
                    <a:pt x="346" y="339"/>
                  </a:lnTo>
                  <a:lnTo>
                    <a:pt x="348" y="343"/>
                  </a:lnTo>
                  <a:lnTo>
                    <a:pt x="349" y="346"/>
                  </a:lnTo>
                  <a:lnTo>
                    <a:pt x="349" y="346"/>
                  </a:lnTo>
                  <a:lnTo>
                    <a:pt x="351" y="346"/>
                  </a:lnTo>
                  <a:lnTo>
                    <a:pt x="353" y="348"/>
                  </a:lnTo>
                  <a:lnTo>
                    <a:pt x="355" y="348"/>
                  </a:lnTo>
                  <a:lnTo>
                    <a:pt x="356" y="351"/>
                  </a:lnTo>
                  <a:lnTo>
                    <a:pt x="358" y="353"/>
                  </a:lnTo>
                  <a:lnTo>
                    <a:pt x="358" y="356"/>
                  </a:lnTo>
                  <a:lnTo>
                    <a:pt x="358" y="360"/>
                  </a:lnTo>
                  <a:lnTo>
                    <a:pt x="353" y="363"/>
                  </a:lnTo>
                  <a:lnTo>
                    <a:pt x="353" y="365"/>
                  </a:lnTo>
                  <a:lnTo>
                    <a:pt x="351" y="366"/>
                  </a:lnTo>
                  <a:lnTo>
                    <a:pt x="349" y="368"/>
                  </a:lnTo>
                  <a:lnTo>
                    <a:pt x="349" y="368"/>
                  </a:lnTo>
                  <a:lnTo>
                    <a:pt x="349" y="370"/>
                  </a:lnTo>
                  <a:lnTo>
                    <a:pt x="349" y="370"/>
                  </a:lnTo>
                  <a:lnTo>
                    <a:pt x="348" y="371"/>
                  </a:lnTo>
                  <a:lnTo>
                    <a:pt x="346" y="371"/>
                  </a:lnTo>
                  <a:lnTo>
                    <a:pt x="346" y="373"/>
                  </a:lnTo>
                  <a:lnTo>
                    <a:pt x="346" y="373"/>
                  </a:lnTo>
                  <a:lnTo>
                    <a:pt x="346" y="375"/>
                  </a:lnTo>
                  <a:lnTo>
                    <a:pt x="346" y="375"/>
                  </a:lnTo>
                  <a:lnTo>
                    <a:pt x="343" y="377"/>
                  </a:lnTo>
                  <a:lnTo>
                    <a:pt x="338" y="378"/>
                  </a:lnTo>
                  <a:lnTo>
                    <a:pt x="334" y="378"/>
                  </a:lnTo>
                  <a:lnTo>
                    <a:pt x="331" y="378"/>
                  </a:lnTo>
                  <a:lnTo>
                    <a:pt x="329" y="378"/>
                  </a:lnTo>
                  <a:lnTo>
                    <a:pt x="326" y="375"/>
                  </a:lnTo>
                  <a:lnTo>
                    <a:pt x="324" y="375"/>
                  </a:lnTo>
                  <a:lnTo>
                    <a:pt x="321" y="375"/>
                  </a:lnTo>
                  <a:lnTo>
                    <a:pt x="321" y="373"/>
                  </a:lnTo>
                  <a:lnTo>
                    <a:pt x="319" y="373"/>
                  </a:lnTo>
                  <a:lnTo>
                    <a:pt x="319" y="373"/>
                  </a:lnTo>
                  <a:lnTo>
                    <a:pt x="319" y="375"/>
                  </a:lnTo>
                  <a:lnTo>
                    <a:pt x="321" y="375"/>
                  </a:lnTo>
                  <a:lnTo>
                    <a:pt x="322" y="375"/>
                  </a:lnTo>
                  <a:lnTo>
                    <a:pt x="324" y="377"/>
                  </a:lnTo>
                  <a:lnTo>
                    <a:pt x="338" y="387"/>
                  </a:lnTo>
                  <a:lnTo>
                    <a:pt x="341" y="388"/>
                  </a:lnTo>
                  <a:lnTo>
                    <a:pt x="343" y="390"/>
                  </a:lnTo>
                  <a:lnTo>
                    <a:pt x="343" y="388"/>
                  </a:lnTo>
                  <a:lnTo>
                    <a:pt x="349" y="388"/>
                  </a:lnTo>
                  <a:lnTo>
                    <a:pt x="351" y="388"/>
                  </a:lnTo>
                  <a:lnTo>
                    <a:pt x="349" y="387"/>
                  </a:lnTo>
                  <a:lnTo>
                    <a:pt x="351" y="385"/>
                  </a:lnTo>
                  <a:lnTo>
                    <a:pt x="353" y="385"/>
                  </a:lnTo>
                  <a:lnTo>
                    <a:pt x="355" y="383"/>
                  </a:lnTo>
                  <a:lnTo>
                    <a:pt x="356" y="383"/>
                  </a:lnTo>
                  <a:lnTo>
                    <a:pt x="356" y="382"/>
                  </a:lnTo>
                  <a:lnTo>
                    <a:pt x="356" y="382"/>
                  </a:lnTo>
                  <a:lnTo>
                    <a:pt x="360" y="380"/>
                  </a:lnTo>
                  <a:lnTo>
                    <a:pt x="366" y="382"/>
                  </a:lnTo>
                  <a:lnTo>
                    <a:pt x="366" y="380"/>
                  </a:lnTo>
                  <a:lnTo>
                    <a:pt x="366" y="377"/>
                  </a:lnTo>
                  <a:lnTo>
                    <a:pt x="366" y="377"/>
                  </a:lnTo>
                  <a:lnTo>
                    <a:pt x="365" y="375"/>
                  </a:lnTo>
                  <a:lnTo>
                    <a:pt x="365" y="373"/>
                  </a:lnTo>
                  <a:lnTo>
                    <a:pt x="365" y="373"/>
                  </a:lnTo>
                  <a:lnTo>
                    <a:pt x="366" y="373"/>
                  </a:lnTo>
                  <a:lnTo>
                    <a:pt x="366" y="373"/>
                  </a:lnTo>
                  <a:lnTo>
                    <a:pt x="368" y="370"/>
                  </a:lnTo>
                  <a:lnTo>
                    <a:pt x="368" y="370"/>
                  </a:lnTo>
                  <a:lnTo>
                    <a:pt x="370" y="368"/>
                  </a:lnTo>
                  <a:lnTo>
                    <a:pt x="370" y="368"/>
                  </a:lnTo>
                  <a:lnTo>
                    <a:pt x="370" y="366"/>
                  </a:lnTo>
                  <a:lnTo>
                    <a:pt x="370" y="366"/>
                  </a:lnTo>
                  <a:lnTo>
                    <a:pt x="373" y="366"/>
                  </a:lnTo>
                  <a:lnTo>
                    <a:pt x="375" y="366"/>
                  </a:lnTo>
                  <a:lnTo>
                    <a:pt x="375" y="368"/>
                  </a:lnTo>
                  <a:lnTo>
                    <a:pt x="377" y="366"/>
                  </a:lnTo>
                  <a:lnTo>
                    <a:pt x="377" y="366"/>
                  </a:lnTo>
                  <a:lnTo>
                    <a:pt x="377" y="366"/>
                  </a:lnTo>
                  <a:lnTo>
                    <a:pt x="380" y="366"/>
                  </a:lnTo>
                  <a:lnTo>
                    <a:pt x="383" y="365"/>
                  </a:lnTo>
                  <a:lnTo>
                    <a:pt x="385" y="366"/>
                  </a:lnTo>
                  <a:lnTo>
                    <a:pt x="387" y="366"/>
                  </a:lnTo>
                  <a:lnTo>
                    <a:pt x="389" y="366"/>
                  </a:lnTo>
                  <a:lnTo>
                    <a:pt x="390" y="370"/>
                  </a:lnTo>
                  <a:lnTo>
                    <a:pt x="392" y="371"/>
                  </a:lnTo>
                  <a:lnTo>
                    <a:pt x="392" y="373"/>
                  </a:lnTo>
                  <a:lnTo>
                    <a:pt x="392" y="375"/>
                  </a:lnTo>
                  <a:lnTo>
                    <a:pt x="392" y="375"/>
                  </a:lnTo>
                  <a:lnTo>
                    <a:pt x="392" y="375"/>
                  </a:lnTo>
                  <a:lnTo>
                    <a:pt x="394" y="377"/>
                  </a:lnTo>
                  <a:lnTo>
                    <a:pt x="395" y="378"/>
                  </a:lnTo>
                  <a:lnTo>
                    <a:pt x="395" y="380"/>
                  </a:lnTo>
                  <a:lnTo>
                    <a:pt x="394" y="380"/>
                  </a:lnTo>
                  <a:lnTo>
                    <a:pt x="394" y="380"/>
                  </a:lnTo>
                  <a:lnTo>
                    <a:pt x="392" y="382"/>
                  </a:lnTo>
                  <a:lnTo>
                    <a:pt x="390" y="382"/>
                  </a:lnTo>
                  <a:lnTo>
                    <a:pt x="389" y="383"/>
                  </a:lnTo>
                  <a:lnTo>
                    <a:pt x="389" y="383"/>
                  </a:lnTo>
                  <a:lnTo>
                    <a:pt x="387" y="382"/>
                  </a:lnTo>
                  <a:lnTo>
                    <a:pt x="387" y="382"/>
                  </a:lnTo>
                  <a:lnTo>
                    <a:pt x="385" y="382"/>
                  </a:lnTo>
                  <a:lnTo>
                    <a:pt x="383" y="383"/>
                  </a:lnTo>
                  <a:lnTo>
                    <a:pt x="383" y="383"/>
                  </a:lnTo>
                  <a:lnTo>
                    <a:pt x="385" y="385"/>
                  </a:lnTo>
                  <a:lnTo>
                    <a:pt x="383" y="387"/>
                  </a:lnTo>
                  <a:lnTo>
                    <a:pt x="383" y="388"/>
                  </a:lnTo>
                  <a:lnTo>
                    <a:pt x="385" y="388"/>
                  </a:lnTo>
                  <a:lnTo>
                    <a:pt x="383" y="390"/>
                  </a:lnTo>
                  <a:lnTo>
                    <a:pt x="382" y="392"/>
                  </a:lnTo>
                  <a:lnTo>
                    <a:pt x="380" y="392"/>
                  </a:lnTo>
                  <a:lnTo>
                    <a:pt x="380" y="392"/>
                  </a:lnTo>
                  <a:lnTo>
                    <a:pt x="380" y="392"/>
                  </a:lnTo>
                  <a:lnTo>
                    <a:pt x="385" y="394"/>
                  </a:lnTo>
                  <a:lnTo>
                    <a:pt x="390" y="395"/>
                  </a:lnTo>
                  <a:lnTo>
                    <a:pt x="392" y="395"/>
                  </a:lnTo>
                  <a:lnTo>
                    <a:pt x="392" y="397"/>
                  </a:lnTo>
                  <a:lnTo>
                    <a:pt x="397" y="404"/>
                  </a:lnTo>
                  <a:lnTo>
                    <a:pt x="399" y="404"/>
                  </a:lnTo>
                  <a:lnTo>
                    <a:pt x="402" y="404"/>
                  </a:lnTo>
                  <a:lnTo>
                    <a:pt x="407" y="402"/>
                  </a:lnTo>
                  <a:lnTo>
                    <a:pt x="411" y="400"/>
                  </a:lnTo>
                  <a:lnTo>
                    <a:pt x="414" y="400"/>
                  </a:lnTo>
                  <a:lnTo>
                    <a:pt x="417" y="402"/>
                  </a:lnTo>
                  <a:lnTo>
                    <a:pt x="419" y="404"/>
                  </a:lnTo>
                  <a:lnTo>
                    <a:pt x="421" y="407"/>
                  </a:lnTo>
                  <a:lnTo>
                    <a:pt x="417" y="405"/>
                  </a:lnTo>
                  <a:lnTo>
                    <a:pt x="414" y="404"/>
                  </a:lnTo>
                  <a:lnTo>
                    <a:pt x="412" y="402"/>
                  </a:lnTo>
                  <a:lnTo>
                    <a:pt x="414" y="404"/>
                  </a:lnTo>
                  <a:lnTo>
                    <a:pt x="417" y="407"/>
                  </a:lnTo>
                  <a:lnTo>
                    <a:pt x="421" y="411"/>
                  </a:lnTo>
                  <a:lnTo>
                    <a:pt x="424" y="417"/>
                  </a:lnTo>
                  <a:lnTo>
                    <a:pt x="426" y="422"/>
                  </a:lnTo>
                  <a:lnTo>
                    <a:pt x="426" y="424"/>
                  </a:lnTo>
                  <a:lnTo>
                    <a:pt x="428" y="424"/>
                  </a:lnTo>
                  <a:lnTo>
                    <a:pt x="433" y="424"/>
                  </a:lnTo>
                  <a:lnTo>
                    <a:pt x="433" y="422"/>
                  </a:lnTo>
                  <a:lnTo>
                    <a:pt x="434" y="421"/>
                  </a:lnTo>
                  <a:lnTo>
                    <a:pt x="434" y="419"/>
                  </a:lnTo>
                  <a:lnTo>
                    <a:pt x="434" y="417"/>
                  </a:lnTo>
                  <a:lnTo>
                    <a:pt x="441" y="417"/>
                  </a:lnTo>
                  <a:lnTo>
                    <a:pt x="450" y="421"/>
                  </a:lnTo>
                  <a:lnTo>
                    <a:pt x="455" y="427"/>
                  </a:lnTo>
                  <a:lnTo>
                    <a:pt x="456" y="431"/>
                  </a:lnTo>
                  <a:lnTo>
                    <a:pt x="458" y="434"/>
                  </a:lnTo>
                  <a:lnTo>
                    <a:pt x="458" y="436"/>
                  </a:lnTo>
                  <a:lnTo>
                    <a:pt x="463" y="436"/>
                  </a:lnTo>
                  <a:lnTo>
                    <a:pt x="463" y="438"/>
                  </a:lnTo>
                  <a:lnTo>
                    <a:pt x="463" y="439"/>
                  </a:lnTo>
                  <a:lnTo>
                    <a:pt x="462" y="439"/>
                  </a:lnTo>
                  <a:lnTo>
                    <a:pt x="462" y="439"/>
                  </a:lnTo>
                  <a:lnTo>
                    <a:pt x="462" y="441"/>
                  </a:lnTo>
                  <a:lnTo>
                    <a:pt x="462" y="443"/>
                  </a:lnTo>
                  <a:lnTo>
                    <a:pt x="463" y="443"/>
                  </a:lnTo>
                  <a:lnTo>
                    <a:pt x="467" y="444"/>
                  </a:lnTo>
                  <a:lnTo>
                    <a:pt x="467" y="444"/>
                  </a:lnTo>
                  <a:lnTo>
                    <a:pt x="468" y="444"/>
                  </a:lnTo>
                  <a:lnTo>
                    <a:pt x="470" y="444"/>
                  </a:lnTo>
                  <a:lnTo>
                    <a:pt x="470" y="443"/>
                  </a:lnTo>
                  <a:lnTo>
                    <a:pt x="472" y="441"/>
                  </a:lnTo>
                  <a:lnTo>
                    <a:pt x="470" y="441"/>
                  </a:lnTo>
                  <a:lnTo>
                    <a:pt x="470" y="439"/>
                  </a:lnTo>
                  <a:lnTo>
                    <a:pt x="472" y="439"/>
                  </a:lnTo>
                  <a:lnTo>
                    <a:pt x="473" y="438"/>
                  </a:lnTo>
                  <a:lnTo>
                    <a:pt x="475" y="438"/>
                  </a:lnTo>
                  <a:lnTo>
                    <a:pt x="475" y="438"/>
                  </a:lnTo>
                  <a:lnTo>
                    <a:pt x="473" y="434"/>
                  </a:lnTo>
                  <a:lnTo>
                    <a:pt x="473" y="434"/>
                  </a:lnTo>
                  <a:lnTo>
                    <a:pt x="472" y="434"/>
                  </a:lnTo>
                  <a:lnTo>
                    <a:pt x="472" y="434"/>
                  </a:lnTo>
                  <a:lnTo>
                    <a:pt x="472" y="434"/>
                  </a:lnTo>
                  <a:lnTo>
                    <a:pt x="470" y="434"/>
                  </a:lnTo>
                  <a:lnTo>
                    <a:pt x="470" y="433"/>
                  </a:lnTo>
                  <a:lnTo>
                    <a:pt x="472" y="429"/>
                  </a:lnTo>
                  <a:lnTo>
                    <a:pt x="472" y="429"/>
                  </a:lnTo>
                  <a:lnTo>
                    <a:pt x="472" y="427"/>
                  </a:lnTo>
                  <a:lnTo>
                    <a:pt x="473" y="427"/>
                  </a:lnTo>
                  <a:lnTo>
                    <a:pt x="475" y="426"/>
                  </a:lnTo>
                  <a:lnTo>
                    <a:pt x="475" y="426"/>
                  </a:lnTo>
                  <a:lnTo>
                    <a:pt x="475" y="424"/>
                  </a:lnTo>
                  <a:lnTo>
                    <a:pt x="475" y="424"/>
                  </a:lnTo>
                  <a:lnTo>
                    <a:pt x="475" y="424"/>
                  </a:lnTo>
                  <a:lnTo>
                    <a:pt x="475" y="424"/>
                  </a:lnTo>
                  <a:lnTo>
                    <a:pt x="475" y="422"/>
                  </a:lnTo>
                  <a:lnTo>
                    <a:pt x="473" y="422"/>
                  </a:lnTo>
                  <a:lnTo>
                    <a:pt x="473" y="422"/>
                  </a:lnTo>
                  <a:lnTo>
                    <a:pt x="473" y="421"/>
                  </a:lnTo>
                  <a:lnTo>
                    <a:pt x="473" y="419"/>
                  </a:lnTo>
                  <a:lnTo>
                    <a:pt x="473" y="417"/>
                  </a:lnTo>
                  <a:lnTo>
                    <a:pt x="473" y="416"/>
                  </a:lnTo>
                  <a:lnTo>
                    <a:pt x="473" y="414"/>
                  </a:lnTo>
                  <a:lnTo>
                    <a:pt x="472" y="414"/>
                  </a:lnTo>
                  <a:lnTo>
                    <a:pt x="470" y="416"/>
                  </a:lnTo>
                  <a:lnTo>
                    <a:pt x="470" y="416"/>
                  </a:lnTo>
                  <a:lnTo>
                    <a:pt x="470" y="417"/>
                  </a:lnTo>
                  <a:lnTo>
                    <a:pt x="470" y="417"/>
                  </a:lnTo>
                  <a:lnTo>
                    <a:pt x="468" y="419"/>
                  </a:lnTo>
                  <a:lnTo>
                    <a:pt x="468" y="419"/>
                  </a:lnTo>
                  <a:lnTo>
                    <a:pt x="468" y="421"/>
                  </a:lnTo>
                  <a:lnTo>
                    <a:pt x="467" y="419"/>
                  </a:lnTo>
                  <a:lnTo>
                    <a:pt x="465" y="421"/>
                  </a:lnTo>
                  <a:lnTo>
                    <a:pt x="463" y="421"/>
                  </a:lnTo>
                  <a:lnTo>
                    <a:pt x="462" y="422"/>
                  </a:lnTo>
                  <a:lnTo>
                    <a:pt x="460" y="424"/>
                  </a:lnTo>
                  <a:lnTo>
                    <a:pt x="460" y="424"/>
                  </a:lnTo>
                  <a:lnTo>
                    <a:pt x="458" y="424"/>
                  </a:lnTo>
                  <a:lnTo>
                    <a:pt x="456" y="424"/>
                  </a:lnTo>
                  <a:lnTo>
                    <a:pt x="458" y="422"/>
                  </a:lnTo>
                  <a:lnTo>
                    <a:pt x="456" y="421"/>
                  </a:lnTo>
                  <a:lnTo>
                    <a:pt x="456" y="421"/>
                  </a:lnTo>
                  <a:lnTo>
                    <a:pt x="456" y="419"/>
                  </a:lnTo>
                  <a:lnTo>
                    <a:pt x="456" y="417"/>
                  </a:lnTo>
                  <a:lnTo>
                    <a:pt x="456" y="417"/>
                  </a:lnTo>
                  <a:lnTo>
                    <a:pt x="456" y="417"/>
                  </a:lnTo>
                  <a:lnTo>
                    <a:pt x="456" y="417"/>
                  </a:lnTo>
                  <a:lnTo>
                    <a:pt x="456" y="416"/>
                  </a:lnTo>
                  <a:lnTo>
                    <a:pt x="455" y="417"/>
                  </a:lnTo>
                  <a:lnTo>
                    <a:pt x="453" y="416"/>
                  </a:lnTo>
                  <a:lnTo>
                    <a:pt x="453" y="416"/>
                  </a:lnTo>
                  <a:lnTo>
                    <a:pt x="453" y="414"/>
                  </a:lnTo>
                  <a:lnTo>
                    <a:pt x="451" y="414"/>
                  </a:lnTo>
                  <a:lnTo>
                    <a:pt x="450" y="411"/>
                  </a:lnTo>
                  <a:lnTo>
                    <a:pt x="453" y="407"/>
                  </a:lnTo>
                  <a:lnTo>
                    <a:pt x="453" y="407"/>
                  </a:lnTo>
                  <a:lnTo>
                    <a:pt x="455" y="407"/>
                  </a:lnTo>
                  <a:lnTo>
                    <a:pt x="463" y="405"/>
                  </a:lnTo>
                  <a:lnTo>
                    <a:pt x="465" y="407"/>
                  </a:lnTo>
                  <a:lnTo>
                    <a:pt x="465" y="407"/>
                  </a:lnTo>
                  <a:lnTo>
                    <a:pt x="467" y="409"/>
                  </a:lnTo>
                  <a:lnTo>
                    <a:pt x="468" y="409"/>
                  </a:lnTo>
                  <a:lnTo>
                    <a:pt x="470" y="409"/>
                  </a:lnTo>
                  <a:lnTo>
                    <a:pt x="470" y="407"/>
                  </a:lnTo>
                  <a:lnTo>
                    <a:pt x="473" y="407"/>
                  </a:lnTo>
                  <a:lnTo>
                    <a:pt x="477" y="407"/>
                  </a:lnTo>
                  <a:lnTo>
                    <a:pt x="479" y="407"/>
                  </a:lnTo>
                  <a:lnTo>
                    <a:pt x="480" y="407"/>
                  </a:lnTo>
                  <a:lnTo>
                    <a:pt x="482" y="407"/>
                  </a:lnTo>
                  <a:lnTo>
                    <a:pt x="487" y="404"/>
                  </a:lnTo>
                  <a:lnTo>
                    <a:pt x="489" y="404"/>
                  </a:lnTo>
                  <a:lnTo>
                    <a:pt x="492" y="404"/>
                  </a:lnTo>
                  <a:lnTo>
                    <a:pt x="504" y="402"/>
                  </a:lnTo>
                  <a:lnTo>
                    <a:pt x="506" y="402"/>
                  </a:lnTo>
                  <a:lnTo>
                    <a:pt x="504" y="404"/>
                  </a:lnTo>
                  <a:lnTo>
                    <a:pt x="506" y="405"/>
                  </a:lnTo>
                  <a:lnTo>
                    <a:pt x="506" y="405"/>
                  </a:lnTo>
                  <a:lnTo>
                    <a:pt x="509" y="402"/>
                  </a:lnTo>
                  <a:lnTo>
                    <a:pt x="509" y="400"/>
                  </a:lnTo>
                  <a:lnTo>
                    <a:pt x="511" y="400"/>
                  </a:lnTo>
                  <a:lnTo>
                    <a:pt x="518" y="395"/>
                  </a:lnTo>
                  <a:lnTo>
                    <a:pt x="526" y="387"/>
                  </a:lnTo>
                  <a:lnTo>
                    <a:pt x="535" y="380"/>
                  </a:lnTo>
                  <a:lnTo>
                    <a:pt x="553" y="365"/>
                  </a:lnTo>
                  <a:lnTo>
                    <a:pt x="570" y="353"/>
                  </a:lnTo>
                  <a:lnTo>
                    <a:pt x="584" y="344"/>
                  </a:lnTo>
                  <a:lnTo>
                    <a:pt x="597" y="339"/>
                  </a:lnTo>
                  <a:lnTo>
                    <a:pt x="616" y="334"/>
                  </a:lnTo>
                  <a:lnTo>
                    <a:pt x="631" y="331"/>
                  </a:lnTo>
                  <a:lnTo>
                    <a:pt x="657" y="329"/>
                  </a:lnTo>
                  <a:lnTo>
                    <a:pt x="667" y="331"/>
                  </a:lnTo>
                  <a:lnTo>
                    <a:pt x="669" y="331"/>
                  </a:lnTo>
                  <a:lnTo>
                    <a:pt x="672" y="329"/>
                  </a:lnTo>
                  <a:lnTo>
                    <a:pt x="674" y="329"/>
                  </a:lnTo>
                  <a:lnTo>
                    <a:pt x="682" y="329"/>
                  </a:lnTo>
                  <a:lnTo>
                    <a:pt x="687" y="327"/>
                  </a:lnTo>
                  <a:lnTo>
                    <a:pt x="699" y="327"/>
                  </a:lnTo>
                  <a:lnTo>
                    <a:pt x="703" y="327"/>
                  </a:lnTo>
                  <a:lnTo>
                    <a:pt x="704" y="327"/>
                  </a:lnTo>
                  <a:lnTo>
                    <a:pt x="706" y="327"/>
                  </a:lnTo>
                  <a:lnTo>
                    <a:pt x="713" y="327"/>
                  </a:lnTo>
                  <a:lnTo>
                    <a:pt x="715" y="327"/>
                  </a:lnTo>
                  <a:lnTo>
                    <a:pt x="715" y="329"/>
                  </a:lnTo>
                  <a:lnTo>
                    <a:pt x="715" y="329"/>
                  </a:lnTo>
                  <a:lnTo>
                    <a:pt x="715" y="331"/>
                  </a:lnTo>
                  <a:lnTo>
                    <a:pt x="715" y="331"/>
                  </a:lnTo>
                  <a:lnTo>
                    <a:pt x="718" y="329"/>
                  </a:lnTo>
                  <a:lnTo>
                    <a:pt x="721" y="327"/>
                  </a:lnTo>
                  <a:lnTo>
                    <a:pt x="733" y="327"/>
                  </a:lnTo>
                  <a:lnTo>
                    <a:pt x="733" y="327"/>
                  </a:lnTo>
                  <a:lnTo>
                    <a:pt x="735" y="327"/>
                  </a:lnTo>
                  <a:lnTo>
                    <a:pt x="735" y="326"/>
                  </a:lnTo>
                  <a:lnTo>
                    <a:pt x="735" y="326"/>
                  </a:lnTo>
                  <a:lnTo>
                    <a:pt x="737" y="324"/>
                  </a:lnTo>
                  <a:lnTo>
                    <a:pt x="742" y="324"/>
                  </a:lnTo>
                  <a:lnTo>
                    <a:pt x="743" y="324"/>
                  </a:lnTo>
                  <a:lnTo>
                    <a:pt x="743" y="322"/>
                  </a:lnTo>
                  <a:lnTo>
                    <a:pt x="743" y="322"/>
                  </a:lnTo>
                  <a:lnTo>
                    <a:pt x="745" y="321"/>
                  </a:lnTo>
                  <a:lnTo>
                    <a:pt x="748" y="321"/>
                  </a:lnTo>
                  <a:lnTo>
                    <a:pt x="750" y="319"/>
                  </a:lnTo>
                  <a:lnTo>
                    <a:pt x="754" y="315"/>
                  </a:lnTo>
                  <a:lnTo>
                    <a:pt x="754" y="314"/>
                  </a:lnTo>
                  <a:lnTo>
                    <a:pt x="757" y="312"/>
                  </a:lnTo>
                  <a:lnTo>
                    <a:pt x="757" y="310"/>
                  </a:lnTo>
                  <a:lnTo>
                    <a:pt x="757" y="309"/>
                  </a:lnTo>
                  <a:lnTo>
                    <a:pt x="754" y="304"/>
                  </a:lnTo>
                  <a:lnTo>
                    <a:pt x="757" y="305"/>
                  </a:lnTo>
                  <a:lnTo>
                    <a:pt x="759" y="305"/>
                  </a:lnTo>
                  <a:lnTo>
                    <a:pt x="759" y="304"/>
                  </a:lnTo>
                  <a:lnTo>
                    <a:pt x="760" y="304"/>
                  </a:lnTo>
                  <a:lnTo>
                    <a:pt x="760" y="305"/>
                  </a:lnTo>
                  <a:lnTo>
                    <a:pt x="759" y="305"/>
                  </a:lnTo>
                  <a:lnTo>
                    <a:pt x="760" y="307"/>
                  </a:lnTo>
                  <a:lnTo>
                    <a:pt x="760" y="307"/>
                  </a:lnTo>
                  <a:lnTo>
                    <a:pt x="759" y="307"/>
                  </a:lnTo>
                  <a:lnTo>
                    <a:pt x="759" y="307"/>
                  </a:lnTo>
                  <a:lnTo>
                    <a:pt x="769" y="307"/>
                  </a:lnTo>
                  <a:lnTo>
                    <a:pt x="774" y="305"/>
                  </a:lnTo>
                  <a:lnTo>
                    <a:pt x="776" y="304"/>
                  </a:lnTo>
                  <a:lnTo>
                    <a:pt x="757" y="297"/>
                  </a:lnTo>
                  <a:close/>
                </a:path>
              </a:pathLst>
            </a:custGeom>
            <a:solidFill>
              <a:schemeClr val="accent3"/>
            </a:solidFill>
            <a:ln w="31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FD4F9371-F9A0-4035-AE8B-AF46AE0646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69895" y="5586961"/>
              <a:ext cx="574833" cy="504239"/>
            </a:xfrm>
            <a:custGeom>
              <a:avLst/>
              <a:gdLst>
                <a:gd name="T0" fmla="*/ 366 w 399"/>
                <a:gd name="T1" fmla="*/ 266 h 350"/>
                <a:gd name="T2" fmla="*/ 304 w 399"/>
                <a:gd name="T3" fmla="*/ 312 h 350"/>
                <a:gd name="T4" fmla="*/ 387 w 399"/>
                <a:gd name="T5" fmla="*/ 239 h 350"/>
                <a:gd name="T6" fmla="*/ 383 w 399"/>
                <a:gd name="T7" fmla="*/ 187 h 350"/>
                <a:gd name="T8" fmla="*/ 382 w 399"/>
                <a:gd name="T9" fmla="*/ 139 h 350"/>
                <a:gd name="T10" fmla="*/ 365 w 399"/>
                <a:gd name="T11" fmla="*/ 102 h 350"/>
                <a:gd name="T12" fmla="*/ 329 w 399"/>
                <a:gd name="T13" fmla="*/ 107 h 350"/>
                <a:gd name="T14" fmla="*/ 273 w 399"/>
                <a:gd name="T15" fmla="*/ 120 h 350"/>
                <a:gd name="T16" fmla="*/ 256 w 399"/>
                <a:gd name="T17" fmla="*/ 136 h 350"/>
                <a:gd name="T18" fmla="*/ 234 w 399"/>
                <a:gd name="T19" fmla="*/ 136 h 350"/>
                <a:gd name="T20" fmla="*/ 163 w 399"/>
                <a:gd name="T21" fmla="*/ 119 h 350"/>
                <a:gd name="T22" fmla="*/ 122 w 399"/>
                <a:gd name="T23" fmla="*/ 103 h 350"/>
                <a:gd name="T24" fmla="*/ 78 w 399"/>
                <a:gd name="T25" fmla="*/ 97 h 350"/>
                <a:gd name="T26" fmla="*/ 73 w 399"/>
                <a:gd name="T27" fmla="*/ 134 h 350"/>
                <a:gd name="T28" fmla="*/ 96 w 399"/>
                <a:gd name="T29" fmla="*/ 183 h 350"/>
                <a:gd name="T30" fmla="*/ 125 w 399"/>
                <a:gd name="T31" fmla="*/ 222 h 350"/>
                <a:gd name="T32" fmla="*/ 144 w 399"/>
                <a:gd name="T33" fmla="*/ 239 h 350"/>
                <a:gd name="T34" fmla="*/ 125 w 399"/>
                <a:gd name="T35" fmla="*/ 232 h 350"/>
                <a:gd name="T36" fmla="*/ 127 w 399"/>
                <a:gd name="T37" fmla="*/ 263 h 350"/>
                <a:gd name="T38" fmla="*/ 156 w 399"/>
                <a:gd name="T39" fmla="*/ 299 h 350"/>
                <a:gd name="T40" fmla="*/ 168 w 399"/>
                <a:gd name="T41" fmla="*/ 316 h 350"/>
                <a:gd name="T42" fmla="*/ 183 w 399"/>
                <a:gd name="T43" fmla="*/ 317 h 350"/>
                <a:gd name="T44" fmla="*/ 205 w 399"/>
                <a:gd name="T45" fmla="*/ 328 h 350"/>
                <a:gd name="T46" fmla="*/ 185 w 399"/>
                <a:gd name="T47" fmla="*/ 331 h 350"/>
                <a:gd name="T48" fmla="*/ 208 w 399"/>
                <a:gd name="T49" fmla="*/ 338 h 350"/>
                <a:gd name="T50" fmla="*/ 251 w 399"/>
                <a:gd name="T51" fmla="*/ 348 h 350"/>
                <a:gd name="T52" fmla="*/ 273 w 399"/>
                <a:gd name="T53" fmla="*/ 336 h 350"/>
                <a:gd name="T54" fmla="*/ 280 w 399"/>
                <a:gd name="T55" fmla="*/ 321 h 350"/>
                <a:gd name="T56" fmla="*/ 280 w 399"/>
                <a:gd name="T57" fmla="*/ 316 h 350"/>
                <a:gd name="T58" fmla="*/ 297 w 399"/>
                <a:gd name="T59" fmla="*/ 297 h 350"/>
                <a:gd name="T60" fmla="*/ 310 w 399"/>
                <a:gd name="T61" fmla="*/ 287 h 350"/>
                <a:gd name="T62" fmla="*/ 317 w 399"/>
                <a:gd name="T63" fmla="*/ 280 h 350"/>
                <a:gd name="T64" fmla="*/ 346 w 399"/>
                <a:gd name="T65" fmla="*/ 290 h 350"/>
                <a:gd name="T66" fmla="*/ 329 w 399"/>
                <a:gd name="T67" fmla="*/ 289 h 350"/>
                <a:gd name="T68" fmla="*/ 343 w 399"/>
                <a:gd name="T69" fmla="*/ 312 h 350"/>
                <a:gd name="T70" fmla="*/ 356 w 399"/>
                <a:gd name="T71" fmla="*/ 305 h 350"/>
                <a:gd name="T72" fmla="*/ 354 w 399"/>
                <a:gd name="T73" fmla="*/ 283 h 350"/>
                <a:gd name="T74" fmla="*/ 353 w 399"/>
                <a:gd name="T75" fmla="*/ 270 h 350"/>
                <a:gd name="T76" fmla="*/ 358 w 399"/>
                <a:gd name="T77" fmla="*/ 243 h 350"/>
                <a:gd name="T78" fmla="*/ 370 w 399"/>
                <a:gd name="T79" fmla="*/ 215 h 350"/>
                <a:gd name="T80" fmla="*/ 373 w 399"/>
                <a:gd name="T81" fmla="*/ 212 h 350"/>
                <a:gd name="T82" fmla="*/ 385 w 399"/>
                <a:gd name="T83" fmla="*/ 231 h 350"/>
                <a:gd name="T84" fmla="*/ 191 w 399"/>
                <a:gd name="T85" fmla="*/ 265 h 350"/>
                <a:gd name="T86" fmla="*/ 210 w 399"/>
                <a:gd name="T87" fmla="*/ 270 h 350"/>
                <a:gd name="T88" fmla="*/ 202 w 399"/>
                <a:gd name="T89" fmla="*/ 277 h 350"/>
                <a:gd name="T90" fmla="*/ 203 w 399"/>
                <a:gd name="T91" fmla="*/ 295 h 350"/>
                <a:gd name="T92" fmla="*/ 188 w 399"/>
                <a:gd name="T93" fmla="*/ 277 h 350"/>
                <a:gd name="T94" fmla="*/ 212 w 399"/>
                <a:gd name="T95" fmla="*/ 287 h 350"/>
                <a:gd name="T96" fmla="*/ 290 w 399"/>
                <a:gd name="T97" fmla="*/ 328 h 350"/>
                <a:gd name="T98" fmla="*/ 292 w 399"/>
                <a:gd name="T99" fmla="*/ 331 h 350"/>
                <a:gd name="T100" fmla="*/ 302 w 399"/>
                <a:gd name="T101" fmla="*/ 328 h 350"/>
                <a:gd name="T102" fmla="*/ 23 w 399"/>
                <a:gd name="T103" fmla="*/ 27 h 350"/>
                <a:gd name="T104" fmla="*/ 5 w 399"/>
                <a:gd name="T105" fmla="*/ 10 h 350"/>
                <a:gd name="T106" fmla="*/ 5 w 399"/>
                <a:gd name="T107" fmla="*/ 47 h 350"/>
                <a:gd name="T108" fmla="*/ 371 w 399"/>
                <a:gd name="T109" fmla="*/ 80 h 350"/>
                <a:gd name="T110" fmla="*/ 348 w 399"/>
                <a:gd name="T111" fmla="*/ 29 h 350"/>
                <a:gd name="T112" fmla="*/ 370 w 399"/>
                <a:gd name="T113" fmla="*/ 59 h 350"/>
                <a:gd name="T114" fmla="*/ 377 w 399"/>
                <a:gd name="T115" fmla="*/ 47 h 350"/>
                <a:gd name="T116" fmla="*/ 337 w 399"/>
                <a:gd name="T117" fmla="*/ 25 h 350"/>
                <a:gd name="T118" fmla="*/ 358 w 399"/>
                <a:gd name="T119" fmla="*/ 69 h 350"/>
                <a:gd name="T120" fmla="*/ 390 w 399"/>
                <a:gd name="T121" fmla="*/ 78 h 350"/>
                <a:gd name="T122" fmla="*/ 95 w 399"/>
                <a:gd name="T123" fmla="*/ 69 h 350"/>
                <a:gd name="T124" fmla="*/ 90 w 399"/>
                <a:gd name="T125" fmla="*/ 9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99" h="350">
                  <a:moveTo>
                    <a:pt x="370" y="263"/>
                  </a:moveTo>
                  <a:lnTo>
                    <a:pt x="370" y="261"/>
                  </a:lnTo>
                  <a:lnTo>
                    <a:pt x="370" y="260"/>
                  </a:lnTo>
                  <a:lnTo>
                    <a:pt x="370" y="260"/>
                  </a:lnTo>
                  <a:lnTo>
                    <a:pt x="368" y="260"/>
                  </a:lnTo>
                  <a:lnTo>
                    <a:pt x="366" y="258"/>
                  </a:lnTo>
                  <a:lnTo>
                    <a:pt x="365" y="258"/>
                  </a:lnTo>
                  <a:lnTo>
                    <a:pt x="363" y="260"/>
                  </a:lnTo>
                  <a:lnTo>
                    <a:pt x="361" y="260"/>
                  </a:lnTo>
                  <a:lnTo>
                    <a:pt x="360" y="261"/>
                  </a:lnTo>
                  <a:lnTo>
                    <a:pt x="358" y="263"/>
                  </a:lnTo>
                  <a:lnTo>
                    <a:pt x="358" y="265"/>
                  </a:lnTo>
                  <a:lnTo>
                    <a:pt x="360" y="266"/>
                  </a:lnTo>
                  <a:lnTo>
                    <a:pt x="361" y="266"/>
                  </a:lnTo>
                  <a:lnTo>
                    <a:pt x="360" y="270"/>
                  </a:lnTo>
                  <a:lnTo>
                    <a:pt x="360" y="270"/>
                  </a:lnTo>
                  <a:lnTo>
                    <a:pt x="358" y="272"/>
                  </a:lnTo>
                  <a:lnTo>
                    <a:pt x="358" y="273"/>
                  </a:lnTo>
                  <a:lnTo>
                    <a:pt x="360" y="273"/>
                  </a:lnTo>
                  <a:lnTo>
                    <a:pt x="360" y="272"/>
                  </a:lnTo>
                  <a:lnTo>
                    <a:pt x="361" y="272"/>
                  </a:lnTo>
                  <a:lnTo>
                    <a:pt x="366" y="270"/>
                  </a:lnTo>
                  <a:lnTo>
                    <a:pt x="366" y="270"/>
                  </a:lnTo>
                  <a:lnTo>
                    <a:pt x="365" y="268"/>
                  </a:lnTo>
                  <a:lnTo>
                    <a:pt x="363" y="266"/>
                  </a:lnTo>
                  <a:lnTo>
                    <a:pt x="366" y="266"/>
                  </a:lnTo>
                  <a:lnTo>
                    <a:pt x="370" y="266"/>
                  </a:lnTo>
                  <a:lnTo>
                    <a:pt x="373" y="265"/>
                  </a:lnTo>
                  <a:lnTo>
                    <a:pt x="371" y="263"/>
                  </a:lnTo>
                  <a:lnTo>
                    <a:pt x="370" y="263"/>
                  </a:lnTo>
                  <a:close/>
                  <a:moveTo>
                    <a:pt x="307" y="311"/>
                  </a:moveTo>
                  <a:lnTo>
                    <a:pt x="307" y="309"/>
                  </a:lnTo>
                  <a:lnTo>
                    <a:pt x="307" y="309"/>
                  </a:lnTo>
                  <a:lnTo>
                    <a:pt x="307" y="307"/>
                  </a:lnTo>
                  <a:lnTo>
                    <a:pt x="305" y="307"/>
                  </a:lnTo>
                  <a:lnTo>
                    <a:pt x="305" y="305"/>
                  </a:lnTo>
                  <a:lnTo>
                    <a:pt x="305" y="304"/>
                  </a:lnTo>
                  <a:lnTo>
                    <a:pt x="304" y="304"/>
                  </a:lnTo>
                  <a:lnTo>
                    <a:pt x="302" y="300"/>
                  </a:lnTo>
                  <a:lnTo>
                    <a:pt x="300" y="302"/>
                  </a:lnTo>
                  <a:lnTo>
                    <a:pt x="300" y="304"/>
                  </a:lnTo>
                  <a:lnTo>
                    <a:pt x="300" y="305"/>
                  </a:lnTo>
                  <a:lnTo>
                    <a:pt x="300" y="305"/>
                  </a:lnTo>
                  <a:lnTo>
                    <a:pt x="302" y="305"/>
                  </a:lnTo>
                  <a:lnTo>
                    <a:pt x="302" y="307"/>
                  </a:lnTo>
                  <a:lnTo>
                    <a:pt x="297" y="307"/>
                  </a:lnTo>
                  <a:lnTo>
                    <a:pt x="297" y="307"/>
                  </a:lnTo>
                  <a:lnTo>
                    <a:pt x="297" y="309"/>
                  </a:lnTo>
                  <a:lnTo>
                    <a:pt x="298" y="311"/>
                  </a:lnTo>
                  <a:lnTo>
                    <a:pt x="304" y="311"/>
                  </a:lnTo>
                  <a:lnTo>
                    <a:pt x="305" y="311"/>
                  </a:lnTo>
                  <a:lnTo>
                    <a:pt x="304" y="312"/>
                  </a:lnTo>
                  <a:lnTo>
                    <a:pt x="302" y="314"/>
                  </a:lnTo>
                  <a:lnTo>
                    <a:pt x="302" y="314"/>
                  </a:lnTo>
                  <a:lnTo>
                    <a:pt x="302" y="316"/>
                  </a:lnTo>
                  <a:lnTo>
                    <a:pt x="302" y="317"/>
                  </a:lnTo>
                  <a:lnTo>
                    <a:pt x="304" y="316"/>
                  </a:lnTo>
                  <a:lnTo>
                    <a:pt x="304" y="316"/>
                  </a:lnTo>
                  <a:lnTo>
                    <a:pt x="305" y="316"/>
                  </a:lnTo>
                  <a:lnTo>
                    <a:pt x="305" y="316"/>
                  </a:lnTo>
                  <a:lnTo>
                    <a:pt x="309" y="316"/>
                  </a:lnTo>
                  <a:lnTo>
                    <a:pt x="309" y="316"/>
                  </a:lnTo>
                  <a:lnTo>
                    <a:pt x="309" y="312"/>
                  </a:lnTo>
                  <a:lnTo>
                    <a:pt x="307" y="311"/>
                  </a:lnTo>
                  <a:close/>
                  <a:moveTo>
                    <a:pt x="385" y="236"/>
                  </a:moveTo>
                  <a:lnTo>
                    <a:pt x="385" y="236"/>
                  </a:lnTo>
                  <a:lnTo>
                    <a:pt x="383" y="234"/>
                  </a:lnTo>
                  <a:lnTo>
                    <a:pt x="380" y="234"/>
                  </a:lnTo>
                  <a:lnTo>
                    <a:pt x="378" y="234"/>
                  </a:lnTo>
                  <a:lnTo>
                    <a:pt x="377" y="234"/>
                  </a:lnTo>
                  <a:lnTo>
                    <a:pt x="378" y="236"/>
                  </a:lnTo>
                  <a:lnTo>
                    <a:pt x="378" y="236"/>
                  </a:lnTo>
                  <a:lnTo>
                    <a:pt x="382" y="238"/>
                  </a:lnTo>
                  <a:lnTo>
                    <a:pt x="383" y="238"/>
                  </a:lnTo>
                  <a:lnTo>
                    <a:pt x="383" y="238"/>
                  </a:lnTo>
                  <a:lnTo>
                    <a:pt x="385" y="239"/>
                  </a:lnTo>
                  <a:lnTo>
                    <a:pt x="385" y="239"/>
                  </a:lnTo>
                  <a:lnTo>
                    <a:pt x="387" y="239"/>
                  </a:lnTo>
                  <a:lnTo>
                    <a:pt x="387" y="239"/>
                  </a:lnTo>
                  <a:lnTo>
                    <a:pt x="385" y="238"/>
                  </a:lnTo>
                  <a:lnTo>
                    <a:pt x="385" y="236"/>
                  </a:lnTo>
                  <a:close/>
                  <a:moveTo>
                    <a:pt x="385" y="222"/>
                  </a:moveTo>
                  <a:lnTo>
                    <a:pt x="385" y="222"/>
                  </a:lnTo>
                  <a:lnTo>
                    <a:pt x="387" y="219"/>
                  </a:lnTo>
                  <a:lnTo>
                    <a:pt x="388" y="219"/>
                  </a:lnTo>
                  <a:lnTo>
                    <a:pt x="388" y="219"/>
                  </a:lnTo>
                  <a:lnTo>
                    <a:pt x="388" y="217"/>
                  </a:lnTo>
                  <a:lnTo>
                    <a:pt x="383" y="212"/>
                  </a:lnTo>
                  <a:lnTo>
                    <a:pt x="383" y="209"/>
                  </a:lnTo>
                  <a:lnTo>
                    <a:pt x="385" y="204"/>
                  </a:lnTo>
                  <a:lnTo>
                    <a:pt x="385" y="202"/>
                  </a:lnTo>
                  <a:lnTo>
                    <a:pt x="385" y="200"/>
                  </a:lnTo>
                  <a:lnTo>
                    <a:pt x="385" y="200"/>
                  </a:lnTo>
                  <a:lnTo>
                    <a:pt x="385" y="200"/>
                  </a:lnTo>
                  <a:lnTo>
                    <a:pt x="385" y="199"/>
                  </a:lnTo>
                  <a:lnTo>
                    <a:pt x="382" y="197"/>
                  </a:lnTo>
                  <a:lnTo>
                    <a:pt x="382" y="197"/>
                  </a:lnTo>
                  <a:lnTo>
                    <a:pt x="382" y="195"/>
                  </a:lnTo>
                  <a:lnTo>
                    <a:pt x="382" y="193"/>
                  </a:lnTo>
                  <a:lnTo>
                    <a:pt x="380" y="193"/>
                  </a:lnTo>
                  <a:lnTo>
                    <a:pt x="380" y="192"/>
                  </a:lnTo>
                  <a:lnTo>
                    <a:pt x="382" y="190"/>
                  </a:lnTo>
                  <a:lnTo>
                    <a:pt x="383" y="188"/>
                  </a:lnTo>
                  <a:lnTo>
                    <a:pt x="383" y="187"/>
                  </a:lnTo>
                  <a:lnTo>
                    <a:pt x="382" y="182"/>
                  </a:lnTo>
                  <a:lnTo>
                    <a:pt x="382" y="180"/>
                  </a:lnTo>
                  <a:lnTo>
                    <a:pt x="383" y="178"/>
                  </a:lnTo>
                  <a:lnTo>
                    <a:pt x="383" y="176"/>
                  </a:lnTo>
                  <a:lnTo>
                    <a:pt x="385" y="175"/>
                  </a:lnTo>
                  <a:lnTo>
                    <a:pt x="385" y="173"/>
                  </a:lnTo>
                  <a:lnTo>
                    <a:pt x="383" y="171"/>
                  </a:lnTo>
                  <a:lnTo>
                    <a:pt x="382" y="168"/>
                  </a:lnTo>
                  <a:lnTo>
                    <a:pt x="382" y="168"/>
                  </a:lnTo>
                  <a:lnTo>
                    <a:pt x="382" y="166"/>
                  </a:lnTo>
                  <a:lnTo>
                    <a:pt x="382" y="166"/>
                  </a:lnTo>
                  <a:lnTo>
                    <a:pt x="382" y="165"/>
                  </a:lnTo>
                  <a:lnTo>
                    <a:pt x="382" y="163"/>
                  </a:lnTo>
                  <a:lnTo>
                    <a:pt x="382" y="161"/>
                  </a:lnTo>
                  <a:lnTo>
                    <a:pt x="387" y="149"/>
                  </a:lnTo>
                  <a:lnTo>
                    <a:pt x="388" y="148"/>
                  </a:lnTo>
                  <a:lnTo>
                    <a:pt x="387" y="148"/>
                  </a:lnTo>
                  <a:lnTo>
                    <a:pt x="380" y="153"/>
                  </a:lnTo>
                  <a:lnTo>
                    <a:pt x="380" y="151"/>
                  </a:lnTo>
                  <a:lnTo>
                    <a:pt x="382" y="149"/>
                  </a:lnTo>
                  <a:lnTo>
                    <a:pt x="385" y="146"/>
                  </a:lnTo>
                  <a:lnTo>
                    <a:pt x="385" y="146"/>
                  </a:lnTo>
                  <a:lnTo>
                    <a:pt x="385" y="144"/>
                  </a:lnTo>
                  <a:lnTo>
                    <a:pt x="382" y="141"/>
                  </a:lnTo>
                  <a:lnTo>
                    <a:pt x="382" y="141"/>
                  </a:lnTo>
                  <a:lnTo>
                    <a:pt x="382" y="139"/>
                  </a:lnTo>
                  <a:lnTo>
                    <a:pt x="380" y="137"/>
                  </a:lnTo>
                  <a:lnTo>
                    <a:pt x="380" y="136"/>
                  </a:lnTo>
                  <a:lnTo>
                    <a:pt x="382" y="132"/>
                  </a:lnTo>
                  <a:lnTo>
                    <a:pt x="382" y="132"/>
                  </a:lnTo>
                  <a:lnTo>
                    <a:pt x="382" y="132"/>
                  </a:lnTo>
                  <a:lnTo>
                    <a:pt x="383" y="127"/>
                  </a:lnTo>
                  <a:lnTo>
                    <a:pt x="383" y="127"/>
                  </a:lnTo>
                  <a:lnTo>
                    <a:pt x="383" y="127"/>
                  </a:lnTo>
                  <a:lnTo>
                    <a:pt x="382" y="127"/>
                  </a:lnTo>
                  <a:lnTo>
                    <a:pt x="382" y="125"/>
                  </a:lnTo>
                  <a:lnTo>
                    <a:pt x="382" y="125"/>
                  </a:lnTo>
                  <a:lnTo>
                    <a:pt x="383" y="124"/>
                  </a:lnTo>
                  <a:lnTo>
                    <a:pt x="383" y="124"/>
                  </a:lnTo>
                  <a:lnTo>
                    <a:pt x="385" y="124"/>
                  </a:lnTo>
                  <a:lnTo>
                    <a:pt x="387" y="122"/>
                  </a:lnTo>
                  <a:lnTo>
                    <a:pt x="385" y="120"/>
                  </a:lnTo>
                  <a:lnTo>
                    <a:pt x="385" y="119"/>
                  </a:lnTo>
                  <a:lnTo>
                    <a:pt x="382" y="115"/>
                  </a:lnTo>
                  <a:lnTo>
                    <a:pt x="375" y="109"/>
                  </a:lnTo>
                  <a:lnTo>
                    <a:pt x="375" y="109"/>
                  </a:lnTo>
                  <a:lnTo>
                    <a:pt x="371" y="109"/>
                  </a:lnTo>
                  <a:lnTo>
                    <a:pt x="370" y="109"/>
                  </a:lnTo>
                  <a:lnTo>
                    <a:pt x="368" y="107"/>
                  </a:lnTo>
                  <a:lnTo>
                    <a:pt x="368" y="105"/>
                  </a:lnTo>
                  <a:lnTo>
                    <a:pt x="365" y="103"/>
                  </a:lnTo>
                  <a:lnTo>
                    <a:pt x="365" y="102"/>
                  </a:lnTo>
                  <a:lnTo>
                    <a:pt x="363" y="102"/>
                  </a:lnTo>
                  <a:lnTo>
                    <a:pt x="361" y="102"/>
                  </a:lnTo>
                  <a:lnTo>
                    <a:pt x="361" y="102"/>
                  </a:lnTo>
                  <a:lnTo>
                    <a:pt x="361" y="102"/>
                  </a:lnTo>
                  <a:lnTo>
                    <a:pt x="360" y="100"/>
                  </a:lnTo>
                  <a:lnTo>
                    <a:pt x="360" y="100"/>
                  </a:lnTo>
                  <a:lnTo>
                    <a:pt x="358" y="100"/>
                  </a:lnTo>
                  <a:lnTo>
                    <a:pt x="356" y="100"/>
                  </a:lnTo>
                  <a:lnTo>
                    <a:pt x="356" y="100"/>
                  </a:lnTo>
                  <a:lnTo>
                    <a:pt x="354" y="100"/>
                  </a:lnTo>
                  <a:lnTo>
                    <a:pt x="354" y="102"/>
                  </a:lnTo>
                  <a:lnTo>
                    <a:pt x="353" y="102"/>
                  </a:lnTo>
                  <a:lnTo>
                    <a:pt x="353" y="105"/>
                  </a:lnTo>
                  <a:lnTo>
                    <a:pt x="351" y="107"/>
                  </a:lnTo>
                  <a:lnTo>
                    <a:pt x="351" y="107"/>
                  </a:lnTo>
                  <a:lnTo>
                    <a:pt x="349" y="110"/>
                  </a:lnTo>
                  <a:lnTo>
                    <a:pt x="348" y="112"/>
                  </a:lnTo>
                  <a:lnTo>
                    <a:pt x="344" y="112"/>
                  </a:lnTo>
                  <a:lnTo>
                    <a:pt x="343" y="114"/>
                  </a:lnTo>
                  <a:lnTo>
                    <a:pt x="341" y="112"/>
                  </a:lnTo>
                  <a:lnTo>
                    <a:pt x="337" y="110"/>
                  </a:lnTo>
                  <a:lnTo>
                    <a:pt x="336" y="110"/>
                  </a:lnTo>
                  <a:lnTo>
                    <a:pt x="332" y="110"/>
                  </a:lnTo>
                  <a:lnTo>
                    <a:pt x="332" y="110"/>
                  </a:lnTo>
                  <a:lnTo>
                    <a:pt x="331" y="109"/>
                  </a:lnTo>
                  <a:lnTo>
                    <a:pt x="329" y="107"/>
                  </a:lnTo>
                  <a:lnTo>
                    <a:pt x="327" y="107"/>
                  </a:lnTo>
                  <a:lnTo>
                    <a:pt x="322" y="109"/>
                  </a:lnTo>
                  <a:lnTo>
                    <a:pt x="322" y="110"/>
                  </a:lnTo>
                  <a:lnTo>
                    <a:pt x="322" y="112"/>
                  </a:lnTo>
                  <a:lnTo>
                    <a:pt x="315" y="119"/>
                  </a:lnTo>
                  <a:lnTo>
                    <a:pt x="314" y="120"/>
                  </a:lnTo>
                  <a:lnTo>
                    <a:pt x="310" y="124"/>
                  </a:lnTo>
                  <a:lnTo>
                    <a:pt x="307" y="122"/>
                  </a:lnTo>
                  <a:lnTo>
                    <a:pt x="305" y="122"/>
                  </a:lnTo>
                  <a:lnTo>
                    <a:pt x="305" y="120"/>
                  </a:lnTo>
                  <a:lnTo>
                    <a:pt x="305" y="120"/>
                  </a:lnTo>
                  <a:lnTo>
                    <a:pt x="304" y="120"/>
                  </a:lnTo>
                  <a:lnTo>
                    <a:pt x="302" y="120"/>
                  </a:lnTo>
                  <a:lnTo>
                    <a:pt x="302" y="119"/>
                  </a:lnTo>
                  <a:lnTo>
                    <a:pt x="302" y="119"/>
                  </a:lnTo>
                  <a:lnTo>
                    <a:pt x="300" y="117"/>
                  </a:lnTo>
                  <a:lnTo>
                    <a:pt x="297" y="119"/>
                  </a:lnTo>
                  <a:lnTo>
                    <a:pt x="297" y="117"/>
                  </a:lnTo>
                  <a:lnTo>
                    <a:pt x="290" y="122"/>
                  </a:lnTo>
                  <a:lnTo>
                    <a:pt x="287" y="122"/>
                  </a:lnTo>
                  <a:lnTo>
                    <a:pt x="275" y="122"/>
                  </a:lnTo>
                  <a:lnTo>
                    <a:pt x="275" y="120"/>
                  </a:lnTo>
                  <a:lnTo>
                    <a:pt x="275" y="120"/>
                  </a:lnTo>
                  <a:lnTo>
                    <a:pt x="273" y="120"/>
                  </a:lnTo>
                  <a:lnTo>
                    <a:pt x="273" y="120"/>
                  </a:lnTo>
                  <a:lnTo>
                    <a:pt x="273" y="120"/>
                  </a:lnTo>
                  <a:lnTo>
                    <a:pt x="271" y="120"/>
                  </a:lnTo>
                  <a:lnTo>
                    <a:pt x="271" y="120"/>
                  </a:lnTo>
                  <a:lnTo>
                    <a:pt x="270" y="122"/>
                  </a:lnTo>
                  <a:lnTo>
                    <a:pt x="270" y="122"/>
                  </a:lnTo>
                  <a:lnTo>
                    <a:pt x="270" y="122"/>
                  </a:lnTo>
                  <a:lnTo>
                    <a:pt x="266" y="124"/>
                  </a:lnTo>
                  <a:lnTo>
                    <a:pt x="261" y="124"/>
                  </a:lnTo>
                  <a:lnTo>
                    <a:pt x="258" y="125"/>
                  </a:lnTo>
                  <a:lnTo>
                    <a:pt x="256" y="129"/>
                  </a:lnTo>
                  <a:lnTo>
                    <a:pt x="256" y="131"/>
                  </a:lnTo>
                  <a:lnTo>
                    <a:pt x="258" y="132"/>
                  </a:lnTo>
                  <a:lnTo>
                    <a:pt x="259" y="132"/>
                  </a:lnTo>
                  <a:lnTo>
                    <a:pt x="263" y="134"/>
                  </a:lnTo>
                  <a:lnTo>
                    <a:pt x="264" y="134"/>
                  </a:lnTo>
                  <a:lnTo>
                    <a:pt x="266" y="136"/>
                  </a:lnTo>
                  <a:lnTo>
                    <a:pt x="266" y="136"/>
                  </a:lnTo>
                  <a:lnTo>
                    <a:pt x="266" y="137"/>
                  </a:lnTo>
                  <a:lnTo>
                    <a:pt x="264" y="136"/>
                  </a:lnTo>
                  <a:lnTo>
                    <a:pt x="264" y="136"/>
                  </a:lnTo>
                  <a:lnTo>
                    <a:pt x="263" y="136"/>
                  </a:lnTo>
                  <a:lnTo>
                    <a:pt x="261" y="136"/>
                  </a:lnTo>
                  <a:lnTo>
                    <a:pt x="261" y="136"/>
                  </a:lnTo>
                  <a:lnTo>
                    <a:pt x="261" y="136"/>
                  </a:lnTo>
                  <a:lnTo>
                    <a:pt x="259" y="137"/>
                  </a:lnTo>
                  <a:lnTo>
                    <a:pt x="258" y="136"/>
                  </a:lnTo>
                  <a:lnTo>
                    <a:pt x="256" y="136"/>
                  </a:lnTo>
                  <a:lnTo>
                    <a:pt x="254" y="136"/>
                  </a:lnTo>
                  <a:lnTo>
                    <a:pt x="254" y="134"/>
                  </a:lnTo>
                  <a:lnTo>
                    <a:pt x="254" y="134"/>
                  </a:lnTo>
                  <a:lnTo>
                    <a:pt x="254" y="132"/>
                  </a:lnTo>
                  <a:lnTo>
                    <a:pt x="254" y="131"/>
                  </a:lnTo>
                  <a:lnTo>
                    <a:pt x="253" y="129"/>
                  </a:lnTo>
                  <a:lnTo>
                    <a:pt x="253" y="129"/>
                  </a:lnTo>
                  <a:lnTo>
                    <a:pt x="251" y="129"/>
                  </a:lnTo>
                  <a:lnTo>
                    <a:pt x="251" y="127"/>
                  </a:lnTo>
                  <a:lnTo>
                    <a:pt x="249" y="127"/>
                  </a:lnTo>
                  <a:lnTo>
                    <a:pt x="247" y="129"/>
                  </a:lnTo>
                  <a:lnTo>
                    <a:pt x="247" y="129"/>
                  </a:lnTo>
                  <a:lnTo>
                    <a:pt x="246" y="129"/>
                  </a:lnTo>
                  <a:lnTo>
                    <a:pt x="244" y="131"/>
                  </a:lnTo>
                  <a:lnTo>
                    <a:pt x="242" y="131"/>
                  </a:lnTo>
                  <a:lnTo>
                    <a:pt x="241" y="131"/>
                  </a:lnTo>
                  <a:lnTo>
                    <a:pt x="241" y="131"/>
                  </a:lnTo>
                  <a:lnTo>
                    <a:pt x="241" y="132"/>
                  </a:lnTo>
                  <a:lnTo>
                    <a:pt x="239" y="134"/>
                  </a:lnTo>
                  <a:lnTo>
                    <a:pt x="236" y="136"/>
                  </a:lnTo>
                  <a:lnTo>
                    <a:pt x="236" y="136"/>
                  </a:lnTo>
                  <a:lnTo>
                    <a:pt x="237" y="137"/>
                  </a:lnTo>
                  <a:lnTo>
                    <a:pt x="236" y="137"/>
                  </a:lnTo>
                  <a:lnTo>
                    <a:pt x="234" y="137"/>
                  </a:lnTo>
                  <a:lnTo>
                    <a:pt x="234" y="137"/>
                  </a:lnTo>
                  <a:lnTo>
                    <a:pt x="234" y="136"/>
                  </a:lnTo>
                  <a:lnTo>
                    <a:pt x="232" y="134"/>
                  </a:lnTo>
                  <a:lnTo>
                    <a:pt x="232" y="134"/>
                  </a:lnTo>
                  <a:lnTo>
                    <a:pt x="227" y="136"/>
                  </a:lnTo>
                  <a:lnTo>
                    <a:pt x="222" y="137"/>
                  </a:lnTo>
                  <a:lnTo>
                    <a:pt x="215" y="137"/>
                  </a:lnTo>
                  <a:lnTo>
                    <a:pt x="203" y="136"/>
                  </a:lnTo>
                  <a:lnTo>
                    <a:pt x="195" y="132"/>
                  </a:lnTo>
                  <a:lnTo>
                    <a:pt x="191" y="132"/>
                  </a:lnTo>
                  <a:lnTo>
                    <a:pt x="191" y="132"/>
                  </a:lnTo>
                  <a:lnTo>
                    <a:pt x="190" y="131"/>
                  </a:lnTo>
                  <a:lnTo>
                    <a:pt x="188" y="131"/>
                  </a:lnTo>
                  <a:lnTo>
                    <a:pt x="186" y="131"/>
                  </a:lnTo>
                  <a:lnTo>
                    <a:pt x="183" y="127"/>
                  </a:lnTo>
                  <a:lnTo>
                    <a:pt x="181" y="127"/>
                  </a:lnTo>
                  <a:lnTo>
                    <a:pt x="180" y="127"/>
                  </a:lnTo>
                  <a:lnTo>
                    <a:pt x="180" y="127"/>
                  </a:lnTo>
                  <a:lnTo>
                    <a:pt x="178" y="127"/>
                  </a:lnTo>
                  <a:lnTo>
                    <a:pt x="178" y="125"/>
                  </a:lnTo>
                  <a:lnTo>
                    <a:pt x="176" y="125"/>
                  </a:lnTo>
                  <a:lnTo>
                    <a:pt x="173" y="125"/>
                  </a:lnTo>
                  <a:lnTo>
                    <a:pt x="171" y="125"/>
                  </a:lnTo>
                  <a:lnTo>
                    <a:pt x="169" y="124"/>
                  </a:lnTo>
                  <a:lnTo>
                    <a:pt x="168" y="124"/>
                  </a:lnTo>
                  <a:lnTo>
                    <a:pt x="164" y="122"/>
                  </a:lnTo>
                  <a:lnTo>
                    <a:pt x="163" y="120"/>
                  </a:lnTo>
                  <a:lnTo>
                    <a:pt x="163" y="119"/>
                  </a:lnTo>
                  <a:lnTo>
                    <a:pt x="163" y="117"/>
                  </a:lnTo>
                  <a:lnTo>
                    <a:pt x="161" y="117"/>
                  </a:lnTo>
                  <a:lnTo>
                    <a:pt x="152" y="115"/>
                  </a:lnTo>
                  <a:lnTo>
                    <a:pt x="149" y="115"/>
                  </a:lnTo>
                  <a:lnTo>
                    <a:pt x="146" y="112"/>
                  </a:lnTo>
                  <a:lnTo>
                    <a:pt x="144" y="109"/>
                  </a:lnTo>
                  <a:lnTo>
                    <a:pt x="139" y="110"/>
                  </a:lnTo>
                  <a:lnTo>
                    <a:pt x="137" y="110"/>
                  </a:lnTo>
                  <a:lnTo>
                    <a:pt x="134" y="110"/>
                  </a:lnTo>
                  <a:lnTo>
                    <a:pt x="132" y="109"/>
                  </a:lnTo>
                  <a:lnTo>
                    <a:pt x="130" y="109"/>
                  </a:lnTo>
                  <a:lnTo>
                    <a:pt x="129" y="109"/>
                  </a:lnTo>
                  <a:lnTo>
                    <a:pt x="127" y="109"/>
                  </a:lnTo>
                  <a:lnTo>
                    <a:pt x="127" y="107"/>
                  </a:lnTo>
                  <a:lnTo>
                    <a:pt x="124" y="105"/>
                  </a:lnTo>
                  <a:lnTo>
                    <a:pt x="122" y="105"/>
                  </a:lnTo>
                  <a:lnTo>
                    <a:pt x="122" y="103"/>
                  </a:lnTo>
                  <a:lnTo>
                    <a:pt x="122" y="103"/>
                  </a:lnTo>
                  <a:lnTo>
                    <a:pt x="124" y="102"/>
                  </a:lnTo>
                  <a:lnTo>
                    <a:pt x="125" y="102"/>
                  </a:lnTo>
                  <a:lnTo>
                    <a:pt x="125" y="100"/>
                  </a:lnTo>
                  <a:lnTo>
                    <a:pt x="122" y="98"/>
                  </a:lnTo>
                  <a:lnTo>
                    <a:pt x="120" y="98"/>
                  </a:lnTo>
                  <a:lnTo>
                    <a:pt x="122" y="98"/>
                  </a:lnTo>
                  <a:lnTo>
                    <a:pt x="122" y="102"/>
                  </a:lnTo>
                  <a:lnTo>
                    <a:pt x="122" y="103"/>
                  </a:lnTo>
                  <a:lnTo>
                    <a:pt x="120" y="105"/>
                  </a:lnTo>
                  <a:lnTo>
                    <a:pt x="118" y="105"/>
                  </a:lnTo>
                  <a:lnTo>
                    <a:pt x="110" y="105"/>
                  </a:lnTo>
                  <a:lnTo>
                    <a:pt x="112" y="105"/>
                  </a:lnTo>
                  <a:lnTo>
                    <a:pt x="112" y="107"/>
                  </a:lnTo>
                  <a:lnTo>
                    <a:pt x="110" y="107"/>
                  </a:lnTo>
                  <a:lnTo>
                    <a:pt x="107" y="107"/>
                  </a:lnTo>
                  <a:lnTo>
                    <a:pt x="107" y="105"/>
                  </a:lnTo>
                  <a:lnTo>
                    <a:pt x="105" y="105"/>
                  </a:lnTo>
                  <a:lnTo>
                    <a:pt x="105" y="103"/>
                  </a:lnTo>
                  <a:lnTo>
                    <a:pt x="101" y="103"/>
                  </a:lnTo>
                  <a:lnTo>
                    <a:pt x="100" y="102"/>
                  </a:lnTo>
                  <a:lnTo>
                    <a:pt x="100" y="102"/>
                  </a:lnTo>
                  <a:lnTo>
                    <a:pt x="98" y="100"/>
                  </a:lnTo>
                  <a:lnTo>
                    <a:pt x="96" y="100"/>
                  </a:lnTo>
                  <a:lnTo>
                    <a:pt x="93" y="100"/>
                  </a:lnTo>
                  <a:lnTo>
                    <a:pt x="90" y="100"/>
                  </a:lnTo>
                  <a:lnTo>
                    <a:pt x="84" y="98"/>
                  </a:lnTo>
                  <a:lnTo>
                    <a:pt x="81" y="98"/>
                  </a:lnTo>
                  <a:lnTo>
                    <a:pt x="81" y="98"/>
                  </a:lnTo>
                  <a:lnTo>
                    <a:pt x="79" y="98"/>
                  </a:lnTo>
                  <a:lnTo>
                    <a:pt x="79" y="98"/>
                  </a:lnTo>
                  <a:lnTo>
                    <a:pt x="79" y="98"/>
                  </a:lnTo>
                  <a:lnTo>
                    <a:pt x="79" y="98"/>
                  </a:lnTo>
                  <a:lnTo>
                    <a:pt x="78" y="97"/>
                  </a:lnTo>
                  <a:lnTo>
                    <a:pt x="78" y="97"/>
                  </a:lnTo>
                  <a:lnTo>
                    <a:pt x="76" y="93"/>
                  </a:lnTo>
                  <a:lnTo>
                    <a:pt x="76" y="93"/>
                  </a:lnTo>
                  <a:lnTo>
                    <a:pt x="74" y="92"/>
                  </a:lnTo>
                  <a:lnTo>
                    <a:pt x="73" y="93"/>
                  </a:lnTo>
                  <a:lnTo>
                    <a:pt x="73" y="95"/>
                  </a:lnTo>
                  <a:lnTo>
                    <a:pt x="73" y="97"/>
                  </a:lnTo>
                  <a:lnTo>
                    <a:pt x="74" y="107"/>
                  </a:lnTo>
                  <a:lnTo>
                    <a:pt x="74" y="109"/>
                  </a:lnTo>
                  <a:lnTo>
                    <a:pt x="74" y="112"/>
                  </a:lnTo>
                  <a:lnTo>
                    <a:pt x="73" y="112"/>
                  </a:lnTo>
                  <a:lnTo>
                    <a:pt x="73" y="114"/>
                  </a:lnTo>
                  <a:lnTo>
                    <a:pt x="71" y="114"/>
                  </a:lnTo>
                  <a:lnTo>
                    <a:pt x="69" y="114"/>
                  </a:lnTo>
                  <a:lnTo>
                    <a:pt x="68" y="115"/>
                  </a:lnTo>
                  <a:lnTo>
                    <a:pt x="68" y="115"/>
                  </a:lnTo>
                  <a:lnTo>
                    <a:pt x="66" y="117"/>
                  </a:lnTo>
                  <a:lnTo>
                    <a:pt x="66" y="117"/>
                  </a:lnTo>
                  <a:lnTo>
                    <a:pt x="68" y="119"/>
                  </a:lnTo>
                  <a:lnTo>
                    <a:pt x="68" y="120"/>
                  </a:lnTo>
                  <a:lnTo>
                    <a:pt x="68" y="120"/>
                  </a:lnTo>
                  <a:lnTo>
                    <a:pt x="66" y="122"/>
                  </a:lnTo>
                  <a:lnTo>
                    <a:pt x="66" y="122"/>
                  </a:lnTo>
                  <a:lnTo>
                    <a:pt x="69" y="127"/>
                  </a:lnTo>
                  <a:lnTo>
                    <a:pt x="71" y="129"/>
                  </a:lnTo>
                  <a:lnTo>
                    <a:pt x="71" y="132"/>
                  </a:lnTo>
                  <a:lnTo>
                    <a:pt x="73" y="134"/>
                  </a:lnTo>
                  <a:lnTo>
                    <a:pt x="73" y="137"/>
                  </a:lnTo>
                  <a:lnTo>
                    <a:pt x="73" y="139"/>
                  </a:lnTo>
                  <a:lnTo>
                    <a:pt x="71" y="141"/>
                  </a:lnTo>
                  <a:lnTo>
                    <a:pt x="73" y="142"/>
                  </a:lnTo>
                  <a:lnTo>
                    <a:pt x="79" y="151"/>
                  </a:lnTo>
                  <a:lnTo>
                    <a:pt x="79" y="154"/>
                  </a:lnTo>
                  <a:lnTo>
                    <a:pt x="81" y="156"/>
                  </a:lnTo>
                  <a:lnTo>
                    <a:pt x="78" y="156"/>
                  </a:lnTo>
                  <a:lnTo>
                    <a:pt x="78" y="158"/>
                  </a:lnTo>
                  <a:lnTo>
                    <a:pt x="78" y="158"/>
                  </a:lnTo>
                  <a:lnTo>
                    <a:pt x="78" y="158"/>
                  </a:lnTo>
                  <a:lnTo>
                    <a:pt x="78" y="158"/>
                  </a:lnTo>
                  <a:lnTo>
                    <a:pt x="79" y="159"/>
                  </a:lnTo>
                  <a:lnTo>
                    <a:pt x="79" y="159"/>
                  </a:lnTo>
                  <a:lnTo>
                    <a:pt x="81" y="161"/>
                  </a:lnTo>
                  <a:lnTo>
                    <a:pt x="81" y="161"/>
                  </a:lnTo>
                  <a:lnTo>
                    <a:pt x="83" y="163"/>
                  </a:lnTo>
                  <a:lnTo>
                    <a:pt x="88" y="170"/>
                  </a:lnTo>
                  <a:lnTo>
                    <a:pt x="91" y="178"/>
                  </a:lnTo>
                  <a:lnTo>
                    <a:pt x="91" y="182"/>
                  </a:lnTo>
                  <a:lnTo>
                    <a:pt x="91" y="182"/>
                  </a:lnTo>
                  <a:lnTo>
                    <a:pt x="93" y="183"/>
                  </a:lnTo>
                  <a:lnTo>
                    <a:pt x="93" y="183"/>
                  </a:lnTo>
                  <a:lnTo>
                    <a:pt x="93" y="183"/>
                  </a:lnTo>
                  <a:lnTo>
                    <a:pt x="95" y="183"/>
                  </a:lnTo>
                  <a:lnTo>
                    <a:pt x="96" y="183"/>
                  </a:lnTo>
                  <a:lnTo>
                    <a:pt x="96" y="185"/>
                  </a:lnTo>
                  <a:lnTo>
                    <a:pt x="96" y="185"/>
                  </a:lnTo>
                  <a:lnTo>
                    <a:pt x="98" y="187"/>
                  </a:lnTo>
                  <a:lnTo>
                    <a:pt x="101" y="192"/>
                  </a:lnTo>
                  <a:lnTo>
                    <a:pt x="103" y="192"/>
                  </a:lnTo>
                  <a:lnTo>
                    <a:pt x="103" y="193"/>
                  </a:lnTo>
                  <a:lnTo>
                    <a:pt x="103" y="193"/>
                  </a:lnTo>
                  <a:lnTo>
                    <a:pt x="105" y="195"/>
                  </a:lnTo>
                  <a:lnTo>
                    <a:pt x="105" y="195"/>
                  </a:lnTo>
                  <a:lnTo>
                    <a:pt x="105" y="197"/>
                  </a:lnTo>
                  <a:lnTo>
                    <a:pt x="112" y="202"/>
                  </a:lnTo>
                  <a:lnTo>
                    <a:pt x="117" y="205"/>
                  </a:lnTo>
                  <a:lnTo>
                    <a:pt x="120" y="212"/>
                  </a:lnTo>
                  <a:lnTo>
                    <a:pt x="122" y="219"/>
                  </a:lnTo>
                  <a:lnTo>
                    <a:pt x="118" y="226"/>
                  </a:lnTo>
                  <a:lnTo>
                    <a:pt x="122" y="227"/>
                  </a:lnTo>
                  <a:lnTo>
                    <a:pt x="122" y="227"/>
                  </a:lnTo>
                  <a:lnTo>
                    <a:pt x="124" y="227"/>
                  </a:lnTo>
                  <a:lnTo>
                    <a:pt x="124" y="226"/>
                  </a:lnTo>
                  <a:lnTo>
                    <a:pt x="124" y="226"/>
                  </a:lnTo>
                  <a:lnTo>
                    <a:pt x="124" y="224"/>
                  </a:lnTo>
                  <a:lnTo>
                    <a:pt x="124" y="224"/>
                  </a:lnTo>
                  <a:lnTo>
                    <a:pt x="124" y="224"/>
                  </a:lnTo>
                  <a:lnTo>
                    <a:pt x="125" y="222"/>
                  </a:lnTo>
                  <a:lnTo>
                    <a:pt x="125" y="222"/>
                  </a:lnTo>
                  <a:lnTo>
                    <a:pt x="125" y="222"/>
                  </a:lnTo>
                  <a:lnTo>
                    <a:pt x="127" y="221"/>
                  </a:lnTo>
                  <a:lnTo>
                    <a:pt x="127" y="221"/>
                  </a:lnTo>
                  <a:lnTo>
                    <a:pt x="129" y="221"/>
                  </a:lnTo>
                  <a:lnTo>
                    <a:pt x="129" y="222"/>
                  </a:lnTo>
                  <a:lnTo>
                    <a:pt x="129" y="224"/>
                  </a:lnTo>
                  <a:lnTo>
                    <a:pt x="130" y="226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2" y="231"/>
                  </a:lnTo>
                  <a:lnTo>
                    <a:pt x="134" y="232"/>
                  </a:lnTo>
                  <a:lnTo>
                    <a:pt x="139" y="236"/>
                  </a:lnTo>
                  <a:lnTo>
                    <a:pt x="141" y="238"/>
                  </a:lnTo>
                  <a:lnTo>
                    <a:pt x="141" y="238"/>
                  </a:lnTo>
                  <a:lnTo>
                    <a:pt x="141" y="236"/>
                  </a:lnTo>
                  <a:lnTo>
                    <a:pt x="142" y="236"/>
                  </a:lnTo>
                  <a:lnTo>
                    <a:pt x="142" y="236"/>
                  </a:lnTo>
                  <a:lnTo>
                    <a:pt x="144" y="236"/>
                  </a:lnTo>
                  <a:lnTo>
                    <a:pt x="144" y="238"/>
                  </a:lnTo>
                  <a:lnTo>
                    <a:pt x="144" y="238"/>
                  </a:lnTo>
                  <a:lnTo>
                    <a:pt x="144" y="238"/>
                  </a:lnTo>
                  <a:lnTo>
                    <a:pt x="144" y="239"/>
                  </a:lnTo>
                  <a:lnTo>
                    <a:pt x="144" y="239"/>
                  </a:lnTo>
                  <a:lnTo>
                    <a:pt x="144" y="239"/>
                  </a:lnTo>
                  <a:lnTo>
                    <a:pt x="144" y="239"/>
                  </a:lnTo>
                  <a:lnTo>
                    <a:pt x="144" y="239"/>
                  </a:lnTo>
                  <a:lnTo>
                    <a:pt x="144" y="239"/>
                  </a:lnTo>
                  <a:lnTo>
                    <a:pt x="146" y="239"/>
                  </a:lnTo>
                  <a:lnTo>
                    <a:pt x="144" y="239"/>
                  </a:lnTo>
                  <a:lnTo>
                    <a:pt x="146" y="239"/>
                  </a:lnTo>
                  <a:lnTo>
                    <a:pt x="146" y="238"/>
                  </a:lnTo>
                  <a:lnTo>
                    <a:pt x="147" y="238"/>
                  </a:lnTo>
                  <a:lnTo>
                    <a:pt x="147" y="239"/>
                  </a:lnTo>
                  <a:lnTo>
                    <a:pt x="146" y="241"/>
                  </a:lnTo>
                  <a:lnTo>
                    <a:pt x="144" y="243"/>
                  </a:lnTo>
                  <a:lnTo>
                    <a:pt x="144" y="244"/>
                  </a:lnTo>
                  <a:lnTo>
                    <a:pt x="142" y="246"/>
                  </a:lnTo>
                  <a:lnTo>
                    <a:pt x="141" y="244"/>
                  </a:lnTo>
                  <a:lnTo>
                    <a:pt x="141" y="251"/>
                  </a:lnTo>
                  <a:lnTo>
                    <a:pt x="141" y="253"/>
                  </a:lnTo>
                  <a:lnTo>
                    <a:pt x="141" y="253"/>
                  </a:lnTo>
                  <a:lnTo>
                    <a:pt x="139" y="251"/>
                  </a:lnTo>
                  <a:lnTo>
                    <a:pt x="137" y="248"/>
                  </a:lnTo>
                  <a:lnTo>
                    <a:pt x="137" y="246"/>
                  </a:lnTo>
                  <a:lnTo>
                    <a:pt x="137" y="243"/>
                  </a:lnTo>
                  <a:lnTo>
                    <a:pt x="137" y="241"/>
                  </a:lnTo>
                  <a:lnTo>
                    <a:pt x="135" y="241"/>
                  </a:lnTo>
                  <a:lnTo>
                    <a:pt x="130" y="238"/>
                  </a:lnTo>
                  <a:lnTo>
                    <a:pt x="127" y="236"/>
                  </a:lnTo>
                  <a:lnTo>
                    <a:pt x="127" y="236"/>
                  </a:lnTo>
                  <a:lnTo>
                    <a:pt x="127" y="234"/>
                  </a:lnTo>
                  <a:lnTo>
                    <a:pt x="127" y="234"/>
                  </a:lnTo>
                  <a:lnTo>
                    <a:pt x="125" y="232"/>
                  </a:lnTo>
                  <a:lnTo>
                    <a:pt x="125" y="232"/>
                  </a:lnTo>
                  <a:lnTo>
                    <a:pt x="124" y="232"/>
                  </a:lnTo>
                  <a:lnTo>
                    <a:pt x="120" y="232"/>
                  </a:lnTo>
                  <a:lnTo>
                    <a:pt x="120" y="231"/>
                  </a:lnTo>
                  <a:lnTo>
                    <a:pt x="120" y="229"/>
                  </a:lnTo>
                  <a:lnTo>
                    <a:pt x="118" y="229"/>
                  </a:lnTo>
                  <a:lnTo>
                    <a:pt x="118" y="227"/>
                  </a:lnTo>
                  <a:lnTo>
                    <a:pt x="117" y="226"/>
                  </a:lnTo>
                  <a:lnTo>
                    <a:pt x="115" y="226"/>
                  </a:lnTo>
                  <a:lnTo>
                    <a:pt x="115" y="227"/>
                  </a:lnTo>
                  <a:lnTo>
                    <a:pt x="117" y="229"/>
                  </a:lnTo>
                  <a:lnTo>
                    <a:pt x="117" y="229"/>
                  </a:lnTo>
                  <a:lnTo>
                    <a:pt x="117" y="234"/>
                  </a:lnTo>
                  <a:lnTo>
                    <a:pt x="117" y="238"/>
                  </a:lnTo>
                  <a:lnTo>
                    <a:pt x="118" y="241"/>
                  </a:lnTo>
                  <a:lnTo>
                    <a:pt x="120" y="246"/>
                  </a:lnTo>
                  <a:lnTo>
                    <a:pt x="118" y="248"/>
                  </a:lnTo>
                  <a:lnTo>
                    <a:pt x="120" y="251"/>
                  </a:lnTo>
                  <a:lnTo>
                    <a:pt x="122" y="255"/>
                  </a:lnTo>
                  <a:lnTo>
                    <a:pt x="125" y="256"/>
                  </a:lnTo>
                  <a:lnTo>
                    <a:pt x="122" y="260"/>
                  </a:lnTo>
                  <a:lnTo>
                    <a:pt x="122" y="260"/>
                  </a:lnTo>
                  <a:lnTo>
                    <a:pt x="124" y="261"/>
                  </a:lnTo>
                  <a:lnTo>
                    <a:pt x="125" y="261"/>
                  </a:lnTo>
                  <a:lnTo>
                    <a:pt x="125" y="261"/>
                  </a:lnTo>
                  <a:lnTo>
                    <a:pt x="127" y="263"/>
                  </a:lnTo>
                  <a:lnTo>
                    <a:pt x="127" y="265"/>
                  </a:lnTo>
                  <a:lnTo>
                    <a:pt x="127" y="265"/>
                  </a:lnTo>
                  <a:lnTo>
                    <a:pt x="129" y="265"/>
                  </a:lnTo>
                  <a:lnTo>
                    <a:pt x="129" y="265"/>
                  </a:lnTo>
                  <a:lnTo>
                    <a:pt x="130" y="270"/>
                  </a:lnTo>
                  <a:lnTo>
                    <a:pt x="132" y="270"/>
                  </a:lnTo>
                  <a:lnTo>
                    <a:pt x="132" y="270"/>
                  </a:lnTo>
                  <a:lnTo>
                    <a:pt x="132" y="272"/>
                  </a:lnTo>
                  <a:lnTo>
                    <a:pt x="130" y="273"/>
                  </a:lnTo>
                  <a:lnTo>
                    <a:pt x="130" y="273"/>
                  </a:lnTo>
                  <a:lnTo>
                    <a:pt x="130" y="273"/>
                  </a:lnTo>
                  <a:lnTo>
                    <a:pt x="130" y="273"/>
                  </a:lnTo>
                  <a:lnTo>
                    <a:pt x="130" y="273"/>
                  </a:lnTo>
                  <a:lnTo>
                    <a:pt x="132" y="275"/>
                  </a:lnTo>
                  <a:lnTo>
                    <a:pt x="134" y="275"/>
                  </a:lnTo>
                  <a:lnTo>
                    <a:pt x="134" y="275"/>
                  </a:lnTo>
                  <a:lnTo>
                    <a:pt x="134" y="277"/>
                  </a:lnTo>
                  <a:lnTo>
                    <a:pt x="135" y="282"/>
                  </a:lnTo>
                  <a:lnTo>
                    <a:pt x="137" y="285"/>
                  </a:lnTo>
                  <a:lnTo>
                    <a:pt x="141" y="287"/>
                  </a:lnTo>
                  <a:lnTo>
                    <a:pt x="142" y="290"/>
                  </a:lnTo>
                  <a:lnTo>
                    <a:pt x="144" y="292"/>
                  </a:lnTo>
                  <a:lnTo>
                    <a:pt x="149" y="292"/>
                  </a:lnTo>
                  <a:lnTo>
                    <a:pt x="151" y="292"/>
                  </a:lnTo>
                  <a:lnTo>
                    <a:pt x="154" y="297"/>
                  </a:lnTo>
                  <a:lnTo>
                    <a:pt x="156" y="299"/>
                  </a:lnTo>
                  <a:lnTo>
                    <a:pt x="156" y="299"/>
                  </a:lnTo>
                  <a:lnTo>
                    <a:pt x="158" y="299"/>
                  </a:lnTo>
                  <a:lnTo>
                    <a:pt x="158" y="299"/>
                  </a:lnTo>
                  <a:lnTo>
                    <a:pt x="158" y="299"/>
                  </a:lnTo>
                  <a:lnTo>
                    <a:pt x="158" y="300"/>
                  </a:lnTo>
                  <a:lnTo>
                    <a:pt x="158" y="300"/>
                  </a:lnTo>
                  <a:lnTo>
                    <a:pt x="158" y="302"/>
                  </a:lnTo>
                  <a:lnTo>
                    <a:pt x="158" y="304"/>
                  </a:lnTo>
                  <a:lnTo>
                    <a:pt x="158" y="304"/>
                  </a:lnTo>
                  <a:lnTo>
                    <a:pt x="159" y="304"/>
                  </a:lnTo>
                  <a:lnTo>
                    <a:pt x="161" y="304"/>
                  </a:lnTo>
                  <a:lnTo>
                    <a:pt x="161" y="304"/>
                  </a:lnTo>
                  <a:lnTo>
                    <a:pt x="163" y="304"/>
                  </a:lnTo>
                  <a:lnTo>
                    <a:pt x="161" y="304"/>
                  </a:lnTo>
                  <a:lnTo>
                    <a:pt x="163" y="305"/>
                  </a:lnTo>
                  <a:lnTo>
                    <a:pt x="163" y="307"/>
                  </a:lnTo>
                  <a:lnTo>
                    <a:pt x="163" y="307"/>
                  </a:lnTo>
                  <a:lnTo>
                    <a:pt x="164" y="307"/>
                  </a:lnTo>
                  <a:lnTo>
                    <a:pt x="164" y="309"/>
                  </a:lnTo>
                  <a:lnTo>
                    <a:pt x="164" y="309"/>
                  </a:lnTo>
                  <a:lnTo>
                    <a:pt x="164" y="309"/>
                  </a:lnTo>
                  <a:lnTo>
                    <a:pt x="164" y="311"/>
                  </a:lnTo>
                  <a:lnTo>
                    <a:pt x="166" y="311"/>
                  </a:lnTo>
                  <a:lnTo>
                    <a:pt x="168" y="312"/>
                  </a:lnTo>
                  <a:lnTo>
                    <a:pt x="168" y="312"/>
                  </a:lnTo>
                  <a:lnTo>
                    <a:pt x="168" y="316"/>
                  </a:lnTo>
                  <a:lnTo>
                    <a:pt x="168" y="316"/>
                  </a:lnTo>
                  <a:lnTo>
                    <a:pt x="171" y="319"/>
                  </a:lnTo>
                  <a:lnTo>
                    <a:pt x="171" y="321"/>
                  </a:lnTo>
                  <a:lnTo>
                    <a:pt x="173" y="321"/>
                  </a:lnTo>
                  <a:lnTo>
                    <a:pt x="176" y="321"/>
                  </a:lnTo>
                  <a:lnTo>
                    <a:pt x="178" y="321"/>
                  </a:lnTo>
                  <a:lnTo>
                    <a:pt x="180" y="319"/>
                  </a:lnTo>
                  <a:lnTo>
                    <a:pt x="180" y="319"/>
                  </a:lnTo>
                  <a:lnTo>
                    <a:pt x="178" y="317"/>
                  </a:lnTo>
                  <a:lnTo>
                    <a:pt x="174" y="319"/>
                  </a:lnTo>
                  <a:lnTo>
                    <a:pt x="174" y="317"/>
                  </a:lnTo>
                  <a:lnTo>
                    <a:pt x="174" y="317"/>
                  </a:lnTo>
                  <a:lnTo>
                    <a:pt x="174" y="316"/>
                  </a:lnTo>
                  <a:lnTo>
                    <a:pt x="176" y="316"/>
                  </a:lnTo>
                  <a:lnTo>
                    <a:pt x="176" y="316"/>
                  </a:lnTo>
                  <a:lnTo>
                    <a:pt x="176" y="316"/>
                  </a:lnTo>
                  <a:lnTo>
                    <a:pt x="178" y="316"/>
                  </a:lnTo>
                  <a:lnTo>
                    <a:pt x="178" y="316"/>
                  </a:lnTo>
                  <a:lnTo>
                    <a:pt x="178" y="314"/>
                  </a:lnTo>
                  <a:lnTo>
                    <a:pt x="178" y="312"/>
                  </a:lnTo>
                  <a:lnTo>
                    <a:pt x="178" y="311"/>
                  </a:lnTo>
                  <a:lnTo>
                    <a:pt x="180" y="312"/>
                  </a:lnTo>
                  <a:lnTo>
                    <a:pt x="181" y="314"/>
                  </a:lnTo>
                  <a:lnTo>
                    <a:pt x="181" y="314"/>
                  </a:lnTo>
                  <a:lnTo>
                    <a:pt x="181" y="316"/>
                  </a:lnTo>
                  <a:lnTo>
                    <a:pt x="183" y="317"/>
                  </a:lnTo>
                  <a:lnTo>
                    <a:pt x="183" y="319"/>
                  </a:lnTo>
                  <a:lnTo>
                    <a:pt x="185" y="321"/>
                  </a:lnTo>
                  <a:lnTo>
                    <a:pt x="186" y="321"/>
                  </a:lnTo>
                  <a:lnTo>
                    <a:pt x="188" y="322"/>
                  </a:lnTo>
                  <a:lnTo>
                    <a:pt x="190" y="322"/>
                  </a:lnTo>
                  <a:lnTo>
                    <a:pt x="190" y="321"/>
                  </a:lnTo>
                  <a:lnTo>
                    <a:pt x="190" y="319"/>
                  </a:lnTo>
                  <a:lnTo>
                    <a:pt x="190" y="319"/>
                  </a:lnTo>
                  <a:lnTo>
                    <a:pt x="191" y="319"/>
                  </a:lnTo>
                  <a:lnTo>
                    <a:pt x="191" y="319"/>
                  </a:lnTo>
                  <a:lnTo>
                    <a:pt x="191" y="319"/>
                  </a:lnTo>
                  <a:lnTo>
                    <a:pt x="193" y="321"/>
                  </a:lnTo>
                  <a:lnTo>
                    <a:pt x="193" y="322"/>
                  </a:lnTo>
                  <a:lnTo>
                    <a:pt x="195" y="324"/>
                  </a:lnTo>
                  <a:lnTo>
                    <a:pt x="197" y="322"/>
                  </a:lnTo>
                  <a:lnTo>
                    <a:pt x="198" y="319"/>
                  </a:lnTo>
                  <a:lnTo>
                    <a:pt x="200" y="319"/>
                  </a:lnTo>
                  <a:lnTo>
                    <a:pt x="200" y="319"/>
                  </a:lnTo>
                  <a:lnTo>
                    <a:pt x="202" y="321"/>
                  </a:lnTo>
                  <a:lnTo>
                    <a:pt x="205" y="322"/>
                  </a:lnTo>
                  <a:lnTo>
                    <a:pt x="205" y="322"/>
                  </a:lnTo>
                  <a:lnTo>
                    <a:pt x="205" y="322"/>
                  </a:lnTo>
                  <a:lnTo>
                    <a:pt x="205" y="326"/>
                  </a:lnTo>
                  <a:lnTo>
                    <a:pt x="205" y="328"/>
                  </a:lnTo>
                  <a:lnTo>
                    <a:pt x="205" y="329"/>
                  </a:lnTo>
                  <a:lnTo>
                    <a:pt x="205" y="328"/>
                  </a:lnTo>
                  <a:lnTo>
                    <a:pt x="203" y="328"/>
                  </a:lnTo>
                  <a:lnTo>
                    <a:pt x="202" y="326"/>
                  </a:lnTo>
                  <a:lnTo>
                    <a:pt x="202" y="326"/>
                  </a:lnTo>
                  <a:lnTo>
                    <a:pt x="200" y="326"/>
                  </a:lnTo>
                  <a:lnTo>
                    <a:pt x="200" y="326"/>
                  </a:lnTo>
                  <a:lnTo>
                    <a:pt x="202" y="328"/>
                  </a:lnTo>
                  <a:lnTo>
                    <a:pt x="200" y="328"/>
                  </a:lnTo>
                  <a:lnTo>
                    <a:pt x="200" y="328"/>
                  </a:lnTo>
                  <a:lnTo>
                    <a:pt x="198" y="328"/>
                  </a:lnTo>
                  <a:lnTo>
                    <a:pt x="198" y="328"/>
                  </a:lnTo>
                  <a:lnTo>
                    <a:pt x="200" y="329"/>
                  </a:lnTo>
                  <a:lnTo>
                    <a:pt x="198" y="331"/>
                  </a:lnTo>
                  <a:lnTo>
                    <a:pt x="198" y="329"/>
                  </a:lnTo>
                  <a:lnTo>
                    <a:pt x="197" y="328"/>
                  </a:lnTo>
                  <a:lnTo>
                    <a:pt x="195" y="326"/>
                  </a:lnTo>
                  <a:lnTo>
                    <a:pt x="193" y="326"/>
                  </a:lnTo>
                  <a:lnTo>
                    <a:pt x="185" y="324"/>
                  </a:lnTo>
                  <a:lnTo>
                    <a:pt x="183" y="324"/>
                  </a:lnTo>
                  <a:lnTo>
                    <a:pt x="185" y="326"/>
                  </a:lnTo>
                  <a:lnTo>
                    <a:pt x="185" y="328"/>
                  </a:lnTo>
                  <a:lnTo>
                    <a:pt x="185" y="328"/>
                  </a:lnTo>
                  <a:lnTo>
                    <a:pt x="181" y="326"/>
                  </a:lnTo>
                  <a:lnTo>
                    <a:pt x="180" y="326"/>
                  </a:lnTo>
                  <a:lnTo>
                    <a:pt x="180" y="328"/>
                  </a:lnTo>
                  <a:lnTo>
                    <a:pt x="180" y="328"/>
                  </a:lnTo>
                  <a:lnTo>
                    <a:pt x="185" y="331"/>
                  </a:lnTo>
                  <a:lnTo>
                    <a:pt x="188" y="333"/>
                  </a:lnTo>
                  <a:lnTo>
                    <a:pt x="188" y="336"/>
                  </a:lnTo>
                  <a:lnTo>
                    <a:pt x="188" y="343"/>
                  </a:lnTo>
                  <a:lnTo>
                    <a:pt x="191" y="341"/>
                  </a:lnTo>
                  <a:lnTo>
                    <a:pt x="193" y="341"/>
                  </a:lnTo>
                  <a:lnTo>
                    <a:pt x="193" y="341"/>
                  </a:lnTo>
                  <a:lnTo>
                    <a:pt x="193" y="341"/>
                  </a:lnTo>
                  <a:lnTo>
                    <a:pt x="195" y="341"/>
                  </a:lnTo>
                  <a:lnTo>
                    <a:pt x="195" y="341"/>
                  </a:lnTo>
                  <a:lnTo>
                    <a:pt x="195" y="339"/>
                  </a:lnTo>
                  <a:lnTo>
                    <a:pt x="195" y="339"/>
                  </a:lnTo>
                  <a:lnTo>
                    <a:pt x="195" y="339"/>
                  </a:lnTo>
                  <a:lnTo>
                    <a:pt x="198" y="338"/>
                  </a:lnTo>
                  <a:lnTo>
                    <a:pt x="198" y="338"/>
                  </a:lnTo>
                  <a:lnTo>
                    <a:pt x="200" y="339"/>
                  </a:lnTo>
                  <a:lnTo>
                    <a:pt x="200" y="339"/>
                  </a:lnTo>
                  <a:lnTo>
                    <a:pt x="202" y="341"/>
                  </a:lnTo>
                  <a:lnTo>
                    <a:pt x="202" y="341"/>
                  </a:lnTo>
                  <a:lnTo>
                    <a:pt x="203" y="339"/>
                  </a:lnTo>
                  <a:lnTo>
                    <a:pt x="203" y="338"/>
                  </a:lnTo>
                  <a:lnTo>
                    <a:pt x="203" y="336"/>
                  </a:lnTo>
                  <a:lnTo>
                    <a:pt x="205" y="336"/>
                  </a:lnTo>
                  <a:lnTo>
                    <a:pt x="205" y="336"/>
                  </a:lnTo>
                  <a:lnTo>
                    <a:pt x="207" y="336"/>
                  </a:lnTo>
                  <a:lnTo>
                    <a:pt x="208" y="336"/>
                  </a:lnTo>
                  <a:lnTo>
                    <a:pt x="208" y="338"/>
                  </a:lnTo>
                  <a:lnTo>
                    <a:pt x="208" y="339"/>
                  </a:lnTo>
                  <a:lnTo>
                    <a:pt x="208" y="339"/>
                  </a:lnTo>
                  <a:lnTo>
                    <a:pt x="210" y="341"/>
                  </a:lnTo>
                  <a:lnTo>
                    <a:pt x="212" y="339"/>
                  </a:lnTo>
                  <a:lnTo>
                    <a:pt x="212" y="339"/>
                  </a:lnTo>
                  <a:lnTo>
                    <a:pt x="215" y="338"/>
                  </a:lnTo>
                  <a:lnTo>
                    <a:pt x="215" y="339"/>
                  </a:lnTo>
                  <a:lnTo>
                    <a:pt x="217" y="339"/>
                  </a:lnTo>
                  <a:lnTo>
                    <a:pt x="227" y="341"/>
                  </a:lnTo>
                  <a:lnTo>
                    <a:pt x="229" y="341"/>
                  </a:lnTo>
                  <a:lnTo>
                    <a:pt x="232" y="339"/>
                  </a:lnTo>
                  <a:lnTo>
                    <a:pt x="232" y="339"/>
                  </a:lnTo>
                  <a:lnTo>
                    <a:pt x="234" y="339"/>
                  </a:lnTo>
                  <a:lnTo>
                    <a:pt x="232" y="338"/>
                  </a:lnTo>
                  <a:lnTo>
                    <a:pt x="232" y="336"/>
                  </a:lnTo>
                  <a:lnTo>
                    <a:pt x="232" y="334"/>
                  </a:lnTo>
                  <a:lnTo>
                    <a:pt x="234" y="336"/>
                  </a:lnTo>
                  <a:lnTo>
                    <a:pt x="236" y="338"/>
                  </a:lnTo>
                  <a:lnTo>
                    <a:pt x="236" y="341"/>
                  </a:lnTo>
                  <a:lnTo>
                    <a:pt x="237" y="343"/>
                  </a:lnTo>
                  <a:lnTo>
                    <a:pt x="237" y="343"/>
                  </a:lnTo>
                  <a:lnTo>
                    <a:pt x="244" y="345"/>
                  </a:lnTo>
                  <a:lnTo>
                    <a:pt x="244" y="346"/>
                  </a:lnTo>
                  <a:lnTo>
                    <a:pt x="246" y="348"/>
                  </a:lnTo>
                  <a:lnTo>
                    <a:pt x="246" y="348"/>
                  </a:lnTo>
                  <a:lnTo>
                    <a:pt x="251" y="348"/>
                  </a:lnTo>
                  <a:lnTo>
                    <a:pt x="253" y="346"/>
                  </a:lnTo>
                  <a:lnTo>
                    <a:pt x="254" y="348"/>
                  </a:lnTo>
                  <a:lnTo>
                    <a:pt x="256" y="348"/>
                  </a:lnTo>
                  <a:lnTo>
                    <a:pt x="256" y="348"/>
                  </a:lnTo>
                  <a:lnTo>
                    <a:pt x="256" y="350"/>
                  </a:lnTo>
                  <a:lnTo>
                    <a:pt x="256" y="350"/>
                  </a:lnTo>
                  <a:lnTo>
                    <a:pt x="258" y="350"/>
                  </a:lnTo>
                  <a:lnTo>
                    <a:pt x="259" y="350"/>
                  </a:lnTo>
                  <a:lnTo>
                    <a:pt x="264" y="348"/>
                  </a:lnTo>
                  <a:lnTo>
                    <a:pt x="266" y="346"/>
                  </a:lnTo>
                  <a:lnTo>
                    <a:pt x="266" y="345"/>
                  </a:lnTo>
                  <a:lnTo>
                    <a:pt x="264" y="343"/>
                  </a:lnTo>
                  <a:lnTo>
                    <a:pt x="263" y="343"/>
                  </a:lnTo>
                  <a:lnTo>
                    <a:pt x="263" y="343"/>
                  </a:lnTo>
                  <a:lnTo>
                    <a:pt x="263" y="341"/>
                  </a:lnTo>
                  <a:lnTo>
                    <a:pt x="264" y="341"/>
                  </a:lnTo>
                  <a:lnTo>
                    <a:pt x="264" y="341"/>
                  </a:lnTo>
                  <a:lnTo>
                    <a:pt x="266" y="341"/>
                  </a:lnTo>
                  <a:lnTo>
                    <a:pt x="266" y="341"/>
                  </a:lnTo>
                  <a:lnTo>
                    <a:pt x="268" y="339"/>
                  </a:lnTo>
                  <a:lnTo>
                    <a:pt x="266" y="338"/>
                  </a:lnTo>
                  <a:lnTo>
                    <a:pt x="266" y="338"/>
                  </a:lnTo>
                  <a:lnTo>
                    <a:pt x="266" y="338"/>
                  </a:lnTo>
                  <a:lnTo>
                    <a:pt x="266" y="336"/>
                  </a:lnTo>
                  <a:lnTo>
                    <a:pt x="268" y="336"/>
                  </a:lnTo>
                  <a:lnTo>
                    <a:pt x="273" y="336"/>
                  </a:lnTo>
                  <a:lnTo>
                    <a:pt x="271" y="334"/>
                  </a:lnTo>
                  <a:lnTo>
                    <a:pt x="266" y="333"/>
                  </a:lnTo>
                  <a:lnTo>
                    <a:pt x="264" y="331"/>
                  </a:lnTo>
                  <a:lnTo>
                    <a:pt x="268" y="331"/>
                  </a:lnTo>
                  <a:lnTo>
                    <a:pt x="270" y="331"/>
                  </a:lnTo>
                  <a:lnTo>
                    <a:pt x="271" y="331"/>
                  </a:lnTo>
                  <a:lnTo>
                    <a:pt x="271" y="331"/>
                  </a:lnTo>
                  <a:lnTo>
                    <a:pt x="273" y="328"/>
                  </a:lnTo>
                  <a:lnTo>
                    <a:pt x="275" y="328"/>
                  </a:lnTo>
                  <a:lnTo>
                    <a:pt x="276" y="326"/>
                  </a:lnTo>
                  <a:lnTo>
                    <a:pt x="276" y="324"/>
                  </a:lnTo>
                  <a:lnTo>
                    <a:pt x="275" y="324"/>
                  </a:lnTo>
                  <a:lnTo>
                    <a:pt x="273" y="324"/>
                  </a:lnTo>
                  <a:lnTo>
                    <a:pt x="268" y="324"/>
                  </a:lnTo>
                  <a:lnTo>
                    <a:pt x="270" y="322"/>
                  </a:lnTo>
                  <a:lnTo>
                    <a:pt x="271" y="322"/>
                  </a:lnTo>
                  <a:lnTo>
                    <a:pt x="273" y="321"/>
                  </a:lnTo>
                  <a:lnTo>
                    <a:pt x="275" y="321"/>
                  </a:lnTo>
                  <a:lnTo>
                    <a:pt x="275" y="322"/>
                  </a:lnTo>
                  <a:lnTo>
                    <a:pt x="275" y="322"/>
                  </a:lnTo>
                  <a:lnTo>
                    <a:pt x="276" y="322"/>
                  </a:lnTo>
                  <a:lnTo>
                    <a:pt x="276" y="322"/>
                  </a:lnTo>
                  <a:lnTo>
                    <a:pt x="278" y="322"/>
                  </a:lnTo>
                  <a:lnTo>
                    <a:pt x="278" y="322"/>
                  </a:lnTo>
                  <a:lnTo>
                    <a:pt x="280" y="321"/>
                  </a:lnTo>
                  <a:lnTo>
                    <a:pt x="280" y="321"/>
                  </a:lnTo>
                  <a:lnTo>
                    <a:pt x="280" y="319"/>
                  </a:lnTo>
                  <a:lnTo>
                    <a:pt x="278" y="317"/>
                  </a:lnTo>
                  <a:lnTo>
                    <a:pt x="276" y="316"/>
                  </a:lnTo>
                  <a:lnTo>
                    <a:pt x="271" y="312"/>
                  </a:lnTo>
                  <a:lnTo>
                    <a:pt x="270" y="312"/>
                  </a:lnTo>
                  <a:lnTo>
                    <a:pt x="268" y="312"/>
                  </a:lnTo>
                  <a:lnTo>
                    <a:pt x="268" y="309"/>
                  </a:lnTo>
                  <a:lnTo>
                    <a:pt x="268" y="307"/>
                  </a:lnTo>
                  <a:lnTo>
                    <a:pt x="270" y="305"/>
                  </a:lnTo>
                  <a:lnTo>
                    <a:pt x="270" y="305"/>
                  </a:lnTo>
                  <a:lnTo>
                    <a:pt x="271" y="304"/>
                  </a:lnTo>
                  <a:lnTo>
                    <a:pt x="273" y="304"/>
                  </a:lnTo>
                  <a:lnTo>
                    <a:pt x="273" y="307"/>
                  </a:lnTo>
                  <a:lnTo>
                    <a:pt x="273" y="311"/>
                  </a:lnTo>
                  <a:lnTo>
                    <a:pt x="273" y="311"/>
                  </a:lnTo>
                  <a:lnTo>
                    <a:pt x="276" y="312"/>
                  </a:lnTo>
                  <a:lnTo>
                    <a:pt x="276" y="312"/>
                  </a:lnTo>
                  <a:lnTo>
                    <a:pt x="278" y="311"/>
                  </a:lnTo>
                  <a:lnTo>
                    <a:pt x="280" y="309"/>
                  </a:lnTo>
                  <a:lnTo>
                    <a:pt x="280" y="307"/>
                  </a:lnTo>
                  <a:lnTo>
                    <a:pt x="281" y="311"/>
                  </a:lnTo>
                  <a:lnTo>
                    <a:pt x="281" y="311"/>
                  </a:lnTo>
                  <a:lnTo>
                    <a:pt x="281" y="312"/>
                  </a:lnTo>
                  <a:lnTo>
                    <a:pt x="280" y="312"/>
                  </a:lnTo>
                  <a:lnTo>
                    <a:pt x="280" y="314"/>
                  </a:lnTo>
                  <a:lnTo>
                    <a:pt x="280" y="316"/>
                  </a:lnTo>
                  <a:lnTo>
                    <a:pt x="283" y="316"/>
                  </a:lnTo>
                  <a:lnTo>
                    <a:pt x="285" y="316"/>
                  </a:lnTo>
                  <a:lnTo>
                    <a:pt x="285" y="316"/>
                  </a:lnTo>
                  <a:lnTo>
                    <a:pt x="285" y="317"/>
                  </a:lnTo>
                  <a:lnTo>
                    <a:pt x="285" y="317"/>
                  </a:lnTo>
                  <a:lnTo>
                    <a:pt x="285" y="317"/>
                  </a:lnTo>
                  <a:lnTo>
                    <a:pt x="287" y="319"/>
                  </a:lnTo>
                  <a:lnTo>
                    <a:pt x="288" y="319"/>
                  </a:lnTo>
                  <a:lnTo>
                    <a:pt x="290" y="319"/>
                  </a:lnTo>
                  <a:lnTo>
                    <a:pt x="292" y="319"/>
                  </a:lnTo>
                  <a:lnTo>
                    <a:pt x="293" y="317"/>
                  </a:lnTo>
                  <a:lnTo>
                    <a:pt x="293" y="316"/>
                  </a:lnTo>
                  <a:lnTo>
                    <a:pt x="293" y="312"/>
                  </a:lnTo>
                  <a:lnTo>
                    <a:pt x="293" y="312"/>
                  </a:lnTo>
                  <a:lnTo>
                    <a:pt x="293" y="309"/>
                  </a:lnTo>
                  <a:lnTo>
                    <a:pt x="292" y="307"/>
                  </a:lnTo>
                  <a:lnTo>
                    <a:pt x="293" y="305"/>
                  </a:lnTo>
                  <a:lnTo>
                    <a:pt x="293" y="304"/>
                  </a:lnTo>
                  <a:lnTo>
                    <a:pt x="295" y="304"/>
                  </a:lnTo>
                  <a:lnTo>
                    <a:pt x="297" y="302"/>
                  </a:lnTo>
                  <a:lnTo>
                    <a:pt x="297" y="302"/>
                  </a:lnTo>
                  <a:lnTo>
                    <a:pt x="297" y="300"/>
                  </a:lnTo>
                  <a:lnTo>
                    <a:pt x="293" y="299"/>
                  </a:lnTo>
                  <a:lnTo>
                    <a:pt x="293" y="297"/>
                  </a:lnTo>
                  <a:lnTo>
                    <a:pt x="295" y="295"/>
                  </a:lnTo>
                  <a:lnTo>
                    <a:pt x="297" y="297"/>
                  </a:lnTo>
                  <a:lnTo>
                    <a:pt x="298" y="299"/>
                  </a:lnTo>
                  <a:lnTo>
                    <a:pt x="300" y="299"/>
                  </a:lnTo>
                  <a:lnTo>
                    <a:pt x="300" y="294"/>
                  </a:lnTo>
                  <a:lnTo>
                    <a:pt x="300" y="292"/>
                  </a:lnTo>
                  <a:lnTo>
                    <a:pt x="300" y="290"/>
                  </a:lnTo>
                  <a:lnTo>
                    <a:pt x="302" y="289"/>
                  </a:lnTo>
                  <a:lnTo>
                    <a:pt x="302" y="287"/>
                  </a:lnTo>
                  <a:lnTo>
                    <a:pt x="300" y="285"/>
                  </a:lnTo>
                  <a:lnTo>
                    <a:pt x="298" y="282"/>
                  </a:lnTo>
                  <a:lnTo>
                    <a:pt x="297" y="280"/>
                  </a:lnTo>
                  <a:lnTo>
                    <a:pt x="297" y="278"/>
                  </a:lnTo>
                  <a:lnTo>
                    <a:pt x="295" y="278"/>
                  </a:lnTo>
                  <a:lnTo>
                    <a:pt x="295" y="277"/>
                  </a:lnTo>
                  <a:lnTo>
                    <a:pt x="293" y="277"/>
                  </a:lnTo>
                  <a:lnTo>
                    <a:pt x="295" y="277"/>
                  </a:lnTo>
                  <a:lnTo>
                    <a:pt x="295" y="275"/>
                  </a:lnTo>
                  <a:lnTo>
                    <a:pt x="297" y="275"/>
                  </a:lnTo>
                  <a:lnTo>
                    <a:pt x="297" y="277"/>
                  </a:lnTo>
                  <a:lnTo>
                    <a:pt x="302" y="283"/>
                  </a:lnTo>
                  <a:lnTo>
                    <a:pt x="304" y="283"/>
                  </a:lnTo>
                  <a:lnTo>
                    <a:pt x="305" y="283"/>
                  </a:lnTo>
                  <a:lnTo>
                    <a:pt x="307" y="285"/>
                  </a:lnTo>
                  <a:lnTo>
                    <a:pt x="307" y="287"/>
                  </a:lnTo>
                  <a:lnTo>
                    <a:pt x="307" y="289"/>
                  </a:lnTo>
                  <a:lnTo>
                    <a:pt x="309" y="289"/>
                  </a:lnTo>
                  <a:lnTo>
                    <a:pt x="310" y="287"/>
                  </a:lnTo>
                  <a:lnTo>
                    <a:pt x="312" y="287"/>
                  </a:lnTo>
                  <a:lnTo>
                    <a:pt x="312" y="290"/>
                  </a:lnTo>
                  <a:lnTo>
                    <a:pt x="312" y="292"/>
                  </a:lnTo>
                  <a:lnTo>
                    <a:pt x="312" y="292"/>
                  </a:lnTo>
                  <a:lnTo>
                    <a:pt x="314" y="292"/>
                  </a:lnTo>
                  <a:lnTo>
                    <a:pt x="312" y="294"/>
                  </a:lnTo>
                  <a:lnTo>
                    <a:pt x="312" y="295"/>
                  </a:lnTo>
                  <a:lnTo>
                    <a:pt x="310" y="295"/>
                  </a:lnTo>
                  <a:lnTo>
                    <a:pt x="309" y="295"/>
                  </a:lnTo>
                  <a:lnTo>
                    <a:pt x="309" y="294"/>
                  </a:lnTo>
                  <a:lnTo>
                    <a:pt x="307" y="294"/>
                  </a:lnTo>
                  <a:lnTo>
                    <a:pt x="305" y="294"/>
                  </a:lnTo>
                  <a:lnTo>
                    <a:pt x="305" y="295"/>
                  </a:lnTo>
                  <a:lnTo>
                    <a:pt x="307" y="297"/>
                  </a:lnTo>
                  <a:lnTo>
                    <a:pt x="309" y="299"/>
                  </a:lnTo>
                  <a:lnTo>
                    <a:pt x="309" y="299"/>
                  </a:lnTo>
                  <a:lnTo>
                    <a:pt x="310" y="297"/>
                  </a:lnTo>
                  <a:lnTo>
                    <a:pt x="315" y="297"/>
                  </a:lnTo>
                  <a:lnTo>
                    <a:pt x="317" y="295"/>
                  </a:lnTo>
                  <a:lnTo>
                    <a:pt x="317" y="295"/>
                  </a:lnTo>
                  <a:lnTo>
                    <a:pt x="319" y="292"/>
                  </a:lnTo>
                  <a:lnTo>
                    <a:pt x="315" y="287"/>
                  </a:lnTo>
                  <a:lnTo>
                    <a:pt x="315" y="285"/>
                  </a:lnTo>
                  <a:lnTo>
                    <a:pt x="315" y="282"/>
                  </a:lnTo>
                  <a:lnTo>
                    <a:pt x="315" y="282"/>
                  </a:lnTo>
                  <a:lnTo>
                    <a:pt x="317" y="280"/>
                  </a:lnTo>
                  <a:lnTo>
                    <a:pt x="322" y="278"/>
                  </a:lnTo>
                  <a:lnTo>
                    <a:pt x="322" y="278"/>
                  </a:lnTo>
                  <a:lnTo>
                    <a:pt x="324" y="280"/>
                  </a:lnTo>
                  <a:lnTo>
                    <a:pt x="324" y="280"/>
                  </a:lnTo>
                  <a:lnTo>
                    <a:pt x="324" y="282"/>
                  </a:lnTo>
                  <a:lnTo>
                    <a:pt x="324" y="282"/>
                  </a:lnTo>
                  <a:lnTo>
                    <a:pt x="326" y="283"/>
                  </a:lnTo>
                  <a:lnTo>
                    <a:pt x="326" y="283"/>
                  </a:lnTo>
                  <a:lnTo>
                    <a:pt x="327" y="283"/>
                  </a:lnTo>
                  <a:lnTo>
                    <a:pt x="327" y="283"/>
                  </a:lnTo>
                  <a:lnTo>
                    <a:pt x="329" y="283"/>
                  </a:lnTo>
                  <a:lnTo>
                    <a:pt x="329" y="285"/>
                  </a:lnTo>
                  <a:lnTo>
                    <a:pt x="329" y="285"/>
                  </a:lnTo>
                  <a:lnTo>
                    <a:pt x="331" y="285"/>
                  </a:lnTo>
                  <a:lnTo>
                    <a:pt x="334" y="285"/>
                  </a:lnTo>
                  <a:lnTo>
                    <a:pt x="334" y="285"/>
                  </a:lnTo>
                  <a:lnTo>
                    <a:pt x="336" y="285"/>
                  </a:lnTo>
                  <a:lnTo>
                    <a:pt x="336" y="285"/>
                  </a:lnTo>
                  <a:lnTo>
                    <a:pt x="337" y="287"/>
                  </a:lnTo>
                  <a:lnTo>
                    <a:pt x="343" y="285"/>
                  </a:lnTo>
                  <a:lnTo>
                    <a:pt x="344" y="287"/>
                  </a:lnTo>
                  <a:lnTo>
                    <a:pt x="344" y="287"/>
                  </a:lnTo>
                  <a:lnTo>
                    <a:pt x="343" y="289"/>
                  </a:lnTo>
                  <a:lnTo>
                    <a:pt x="343" y="290"/>
                  </a:lnTo>
                  <a:lnTo>
                    <a:pt x="346" y="290"/>
                  </a:lnTo>
                  <a:lnTo>
                    <a:pt x="346" y="290"/>
                  </a:lnTo>
                  <a:lnTo>
                    <a:pt x="344" y="292"/>
                  </a:lnTo>
                  <a:lnTo>
                    <a:pt x="344" y="292"/>
                  </a:lnTo>
                  <a:lnTo>
                    <a:pt x="343" y="292"/>
                  </a:lnTo>
                  <a:lnTo>
                    <a:pt x="344" y="294"/>
                  </a:lnTo>
                  <a:lnTo>
                    <a:pt x="346" y="295"/>
                  </a:lnTo>
                  <a:lnTo>
                    <a:pt x="348" y="295"/>
                  </a:lnTo>
                  <a:lnTo>
                    <a:pt x="349" y="295"/>
                  </a:lnTo>
                  <a:lnTo>
                    <a:pt x="348" y="297"/>
                  </a:lnTo>
                  <a:lnTo>
                    <a:pt x="346" y="299"/>
                  </a:lnTo>
                  <a:lnTo>
                    <a:pt x="346" y="299"/>
                  </a:lnTo>
                  <a:lnTo>
                    <a:pt x="346" y="299"/>
                  </a:lnTo>
                  <a:lnTo>
                    <a:pt x="344" y="299"/>
                  </a:lnTo>
                  <a:lnTo>
                    <a:pt x="344" y="299"/>
                  </a:lnTo>
                  <a:lnTo>
                    <a:pt x="343" y="299"/>
                  </a:lnTo>
                  <a:lnTo>
                    <a:pt x="343" y="299"/>
                  </a:lnTo>
                  <a:lnTo>
                    <a:pt x="341" y="299"/>
                  </a:lnTo>
                  <a:lnTo>
                    <a:pt x="339" y="299"/>
                  </a:lnTo>
                  <a:lnTo>
                    <a:pt x="337" y="297"/>
                  </a:lnTo>
                  <a:lnTo>
                    <a:pt x="332" y="295"/>
                  </a:lnTo>
                  <a:lnTo>
                    <a:pt x="334" y="294"/>
                  </a:lnTo>
                  <a:lnTo>
                    <a:pt x="334" y="292"/>
                  </a:lnTo>
                  <a:lnTo>
                    <a:pt x="334" y="290"/>
                  </a:lnTo>
                  <a:lnTo>
                    <a:pt x="334" y="290"/>
                  </a:lnTo>
                  <a:lnTo>
                    <a:pt x="332" y="289"/>
                  </a:lnTo>
                  <a:lnTo>
                    <a:pt x="331" y="289"/>
                  </a:lnTo>
                  <a:lnTo>
                    <a:pt x="329" y="289"/>
                  </a:lnTo>
                  <a:lnTo>
                    <a:pt x="329" y="290"/>
                  </a:lnTo>
                  <a:lnTo>
                    <a:pt x="331" y="290"/>
                  </a:lnTo>
                  <a:lnTo>
                    <a:pt x="331" y="292"/>
                  </a:lnTo>
                  <a:lnTo>
                    <a:pt x="331" y="292"/>
                  </a:lnTo>
                  <a:lnTo>
                    <a:pt x="331" y="292"/>
                  </a:lnTo>
                  <a:lnTo>
                    <a:pt x="331" y="292"/>
                  </a:lnTo>
                  <a:lnTo>
                    <a:pt x="331" y="294"/>
                  </a:lnTo>
                  <a:lnTo>
                    <a:pt x="329" y="294"/>
                  </a:lnTo>
                  <a:lnTo>
                    <a:pt x="329" y="294"/>
                  </a:lnTo>
                  <a:lnTo>
                    <a:pt x="326" y="295"/>
                  </a:lnTo>
                  <a:lnTo>
                    <a:pt x="326" y="295"/>
                  </a:lnTo>
                  <a:lnTo>
                    <a:pt x="324" y="297"/>
                  </a:lnTo>
                  <a:lnTo>
                    <a:pt x="326" y="299"/>
                  </a:lnTo>
                  <a:lnTo>
                    <a:pt x="326" y="300"/>
                  </a:lnTo>
                  <a:lnTo>
                    <a:pt x="327" y="300"/>
                  </a:lnTo>
                  <a:lnTo>
                    <a:pt x="329" y="302"/>
                  </a:lnTo>
                  <a:lnTo>
                    <a:pt x="336" y="304"/>
                  </a:lnTo>
                  <a:lnTo>
                    <a:pt x="334" y="305"/>
                  </a:lnTo>
                  <a:lnTo>
                    <a:pt x="332" y="305"/>
                  </a:lnTo>
                  <a:lnTo>
                    <a:pt x="331" y="305"/>
                  </a:lnTo>
                  <a:lnTo>
                    <a:pt x="332" y="309"/>
                  </a:lnTo>
                  <a:lnTo>
                    <a:pt x="337" y="314"/>
                  </a:lnTo>
                  <a:lnTo>
                    <a:pt x="339" y="316"/>
                  </a:lnTo>
                  <a:lnTo>
                    <a:pt x="341" y="314"/>
                  </a:lnTo>
                  <a:lnTo>
                    <a:pt x="343" y="312"/>
                  </a:lnTo>
                  <a:lnTo>
                    <a:pt x="343" y="312"/>
                  </a:lnTo>
                  <a:lnTo>
                    <a:pt x="346" y="312"/>
                  </a:lnTo>
                  <a:lnTo>
                    <a:pt x="344" y="311"/>
                  </a:lnTo>
                  <a:lnTo>
                    <a:pt x="344" y="309"/>
                  </a:lnTo>
                  <a:lnTo>
                    <a:pt x="344" y="307"/>
                  </a:lnTo>
                  <a:lnTo>
                    <a:pt x="346" y="307"/>
                  </a:lnTo>
                  <a:lnTo>
                    <a:pt x="348" y="305"/>
                  </a:lnTo>
                  <a:lnTo>
                    <a:pt x="348" y="307"/>
                  </a:lnTo>
                  <a:lnTo>
                    <a:pt x="348" y="307"/>
                  </a:lnTo>
                  <a:lnTo>
                    <a:pt x="348" y="309"/>
                  </a:lnTo>
                  <a:lnTo>
                    <a:pt x="349" y="311"/>
                  </a:lnTo>
                  <a:lnTo>
                    <a:pt x="354" y="314"/>
                  </a:lnTo>
                  <a:lnTo>
                    <a:pt x="356" y="314"/>
                  </a:lnTo>
                  <a:lnTo>
                    <a:pt x="358" y="314"/>
                  </a:lnTo>
                  <a:lnTo>
                    <a:pt x="358" y="314"/>
                  </a:lnTo>
                  <a:lnTo>
                    <a:pt x="356" y="312"/>
                  </a:lnTo>
                  <a:lnTo>
                    <a:pt x="356" y="312"/>
                  </a:lnTo>
                  <a:lnTo>
                    <a:pt x="356" y="311"/>
                  </a:lnTo>
                  <a:lnTo>
                    <a:pt x="356" y="311"/>
                  </a:lnTo>
                  <a:lnTo>
                    <a:pt x="356" y="311"/>
                  </a:lnTo>
                  <a:lnTo>
                    <a:pt x="358" y="309"/>
                  </a:lnTo>
                  <a:lnTo>
                    <a:pt x="358" y="309"/>
                  </a:lnTo>
                  <a:lnTo>
                    <a:pt x="358" y="307"/>
                  </a:lnTo>
                  <a:lnTo>
                    <a:pt x="356" y="307"/>
                  </a:lnTo>
                  <a:lnTo>
                    <a:pt x="354" y="307"/>
                  </a:lnTo>
                  <a:lnTo>
                    <a:pt x="356" y="305"/>
                  </a:lnTo>
                  <a:lnTo>
                    <a:pt x="356" y="305"/>
                  </a:lnTo>
                  <a:lnTo>
                    <a:pt x="356" y="304"/>
                  </a:lnTo>
                  <a:lnTo>
                    <a:pt x="354" y="304"/>
                  </a:lnTo>
                  <a:lnTo>
                    <a:pt x="353" y="300"/>
                  </a:lnTo>
                  <a:lnTo>
                    <a:pt x="354" y="300"/>
                  </a:lnTo>
                  <a:lnTo>
                    <a:pt x="354" y="295"/>
                  </a:lnTo>
                  <a:lnTo>
                    <a:pt x="354" y="294"/>
                  </a:lnTo>
                  <a:lnTo>
                    <a:pt x="356" y="294"/>
                  </a:lnTo>
                  <a:lnTo>
                    <a:pt x="358" y="292"/>
                  </a:lnTo>
                  <a:lnTo>
                    <a:pt x="358" y="292"/>
                  </a:lnTo>
                  <a:lnTo>
                    <a:pt x="358" y="290"/>
                  </a:lnTo>
                  <a:lnTo>
                    <a:pt x="358" y="290"/>
                  </a:lnTo>
                  <a:lnTo>
                    <a:pt x="358" y="290"/>
                  </a:lnTo>
                  <a:lnTo>
                    <a:pt x="356" y="289"/>
                  </a:lnTo>
                  <a:lnTo>
                    <a:pt x="356" y="289"/>
                  </a:lnTo>
                  <a:lnTo>
                    <a:pt x="356" y="289"/>
                  </a:lnTo>
                  <a:lnTo>
                    <a:pt x="358" y="287"/>
                  </a:lnTo>
                  <a:lnTo>
                    <a:pt x="358" y="287"/>
                  </a:lnTo>
                  <a:lnTo>
                    <a:pt x="358" y="287"/>
                  </a:lnTo>
                  <a:lnTo>
                    <a:pt x="358" y="287"/>
                  </a:lnTo>
                  <a:lnTo>
                    <a:pt x="356" y="285"/>
                  </a:lnTo>
                  <a:lnTo>
                    <a:pt x="356" y="285"/>
                  </a:lnTo>
                  <a:lnTo>
                    <a:pt x="356" y="283"/>
                  </a:lnTo>
                  <a:lnTo>
                    <a:pt x="356" y="283"/>
                  </a:lnTo>
                  <a:lnTo>
                    <a:pt x="354" y="283"/>
                  </a:lnTo>
                  <a:lnTo>
                    <a:pt x="354" y="283"/>
                  </a:lnTo>
                  <a:lnTo>
                    <a:pt x="354" y="283"/>
                  </a:lnTo>
                  <a:lnTo>
                    <a:pt x="353" y="283"/>
                  </a:lnTo>
                  <a:lnTo>
                    <a:pt x="353" y="283"/>
                  </a:lnTo>
                  <a:lnTo>
                    <a:pt x="353" y="282"/>
                  </a:lnTo>
                  <a:lnTo>
                    <a:pt x="351" y="280"/>
                  </a:lnTo>
                  <a:lnTo>
                    <a:pt x="348" y="282"/>
                  </a:lnTo>
                  <a:lnTo>
                    <a:pt x="348" y="283"/>
                  </a:lnTo>
                  <a:lnTo>
                    <a:pt x="349" y="285"/>
                  </a:lnTo>
                  <a:lnTo>
                    <a:pt x="349" y="285"/>
                  </a:lnTo>
                  <a:lnTo>
                    <a:pt x="349" y="285"/>
                  </a:lnTo>
                  <a:lnTo>
                    <a:pt x="348" y="285"/>
                  </a:lnTo>
                  <a:lnTo>
                    <a:pt x="346" y="285"/>
                  </a:lnTo>
                  <a:lnTo>
                    <a:pt x="344" y="285"/>
                  </a:lnTo>
                  <a:lnTo>
                    <a:pt x="344" y="283"/>
                  </a:lnTo>
                  <a:lnTo>
                    <a:pt x="344" y="282"/>
                  </a:lnTo>
                  <a:lnTo>
                    <a:pt x="346" y="280"/>
                  </a:lnTo>
                  <a:lnTo>
                    <a:pt x="346" y="280"/>
                  </a:lnTo>
                  <a:lnTo>
                    <a:pt x="348" y="280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8" y="273"/>
                  </a:lnTo>
                  <a:lnTo>
                    <a:pt x="349" y="273"/>
                  </a:lnTo>
                  <a:lnTo>
                    <a:pt x="351" y="273"/>
                  </a:lnTo>
                  <a:lnTo>
                    <a:pt x="353" y="272"/>
                  </a:lnTo>
                  <a:lnTo>
                    <a:pt x="353" y="270"/>
                  </a:lnTo>
                  <a:lnTo>
                    <a:pt x="353" y="268"/>
                  </a:lnTo>
                  <a:lnTo>
                    <a:pt x="353" y="268"/>
                  </a:lnTo>
                  <a:lnTo>
                    <a:pt x="354" y="266"/>
                  </a:lnTo>
                  <a:lnTo>
                    <a:pt x="354" y="265"/>
                  </a:lnTo>
                  <a:lnTo>
                    <a:pt x="353" y="265"/>
                  </a:lnTo>
                  <a:lnTo>
                    <a:pt x="353" y="265"/>
                  </a:lnTo>
                  <a:lnTo>
                    <a:pt x="353" y="263"/>
                  </a:lnTo>
                  <a:lnTo>
                    <a:pt x="353" y="263"/>
                  </a:lnTo>
                  <a:lnTo>
                    <a:pt x="353" y="263"/>
                  </a:lnTo>
                  <a:lnTo>
                    <a:pt x="353" y="261"/>
                  </a:lnTo>
                  <a:lnTo>
                    <a:pt x="353" y="260"/>
                  </a:lnTo>
                  <a:lnTo>
                    <a:pt x="348" y="255"/>
                  </a:lnTo>
                  <a:lnTo>
                    <a:pt x="349" y="255"/>
                  </a:lnTo>
                  <a:lnTo>
                    <a:pt x="349" y="255"/>
                  </a:lnTo>
                  <a:lnTo>
                    <a:pt x="349" y="255"/>
                  </a:lnTo>
                  <a:lnTo>
                    <a:pt x="349" y="253"/>
                  </a:lnTo>
                  <a:lnTo>
                    <a:pt x="351" y="253"/>
                  </a:lnTo>
                  <a:lnTo>
                    <a:pt x="353" y="256"/>
                  </a:lnTo>
                  <a:lnTo>
                    <a:pt x="353" y="256"/>
                  </a:lnTo>
                  <a:lnTo>
                    <a:pt x="354" y="256"/>
                  </a:lnTo>
                  <a:lnTo>
                    <a:pt x="356" y="255"/>
                  </a:lnTo>
                  <a:lnTo>
                    <a:pt x="356" y="253"/>
                  </a:lnTo>
                  <a:lnTo>
                    <a:pt x="358" y="253"/>
                  </a:lnTo>
                  <a:lnTo>
                    <a:pt x="358" y="251"/>
                  </a:lnTo>
                  <a:lnTo>
                    <a:pt x="358" y="246"/>
                  </a:lnTo>
                  <a:lnTo>
                    <a:pt x="358" y="243"/>
                  </a:lnTo>
                  <a:lnTo>
                    <a:pt x="358" y="239"/>
                  </a:lnTo>
                  <a:lnTo>
                    <a:pt x="360" y="238"/>
                  </a:lnTo>
                  <a:lnTo>
                    <a:pt x="360" y="238"/>
                  </a:lnTo>
                  <a:lnTo>
                    <a:pt x="360" y="236"/>
                  </a:lnTo>
                  <a:lnTo>
                    <a:pt x="358" y="236"/>
                  </a:lnTo>
                  <a:lnTo>
                    <a:pt x="356" y="236"/>
                  </a:lnTo>
                  <a:lnTo>
                    <a:pt x="354" y="238"/>
                  </a:lnTo>
                  <a:lnTo>
                    <a:pt x="354" y="238"/>
                  </a:lnTo>
                  <a:lnTo>
                    <a:pt x="356" y="236"/>
                  </a:lnTo>
                  <a:lnTo>
                    <a:pt x="358" y="232"/>
                  </a:lnTo>
                  <a:lnTo>
                    <a:pt x="360" y="231"/>
                  </a:lnTo>
                  <a:lnTo>
                    <a:pt x="358" y="231"/>
                  </a:lnTo>
                  <a:lnTo>
                    <a:pt x="360" y="231"/>
                  </a:lnTo>
                  <a:lnTo>
                    <a:pt x="360" y="229"/>
                  </a:lnTo>
                  <a:lnTo>
                    <a:pt x="360" y="229"/>
                  </a:lnTo>
                  <a:lnTo>
                    <a:pt x="361" y="227"/>
                  </a:lnTo>
                  <a:lnTo>
                    <a:pt x="363" y="226"/>
                  </a:lnTo>
                  <a:lnTo>
                    <a:pt x="365" y="224"/>
                  </a:lnTo>
                  <a:lnTo>
                    <a:pt x="365" y="221"/>
                  </a:lnTo>
                  <a:lnTo>
                    <a:pt x="365" y="219"/>
                  </a:lnTo>
                  <a:lnTo>
                    <a:pt x="365" y="217"/>
                  </a:lnTo>
                  <a:lnTo>
                    <a:pt x="368" y="215"/>
                  </a:lnTo>
                  <a:lnTo>
                    <a:pt x="377" y="217"/>
                  </a:lnTo>
                  <a:lnTo>
                    <a:pt x="371" y="215"/>
                  </a:lnTo>
                  <a:lnTo>
                    <a:pt x="371" y="215"/>
                  </a:lnTo>
                  <a:lnTo>
                    <a:pt x="370" y="215"/>
                  </a:lnTo>
                  <a:lnTo>
                    <a:pt x="370" y="214"/>
                  </a:lnTo>
                  <a:lnTo>
                    <a:pt x="368" y="214"/>
                  </a:lnTo>
                  <a:lnTo>
                    <a:pt x="368" y="214"/>
                  </a:lnTo>
                  <a:lnTo>
                    <a:pt x="370" y="212"/>
                  </a:lnTo>
                  <a:lnTo>
                    <a:pt x="370" y="212"/>
                  </a:lnTo>
                  <a:lnTo>
                    <a:pt x="371" y="212"/>
                  </a:lnTo>
                  <a:lnTo>
                    <a:pt x="370" y="210"/>
                  </a:lnTo>
                  <a:lnTo>
                    <a:pt x="370" y="209"/>
                  </a:lnTo>
                  <a:lnTo>
                    <a:pt x="370" y="209"/>
                  </a:lnTo>
                  <a:lnTo>
                    <a:pt x="371" y="207"/>
                  </a:lnTo>
                  <a:lnTo>
                    <a:pt x="373" y="209"/>
                  </a:lnTo>
                  <a:lnTo>
                    <a:pt x="373" y="209"/>
                  </a:lnTo>
                  <a:lnTo>
                    <a:pt x="375" y="209"/>
                  </a:lnTo>
                  <a:lnTo>
                    <a:pt x="375" y="207"/>
                  </a:lnTo>
                  <a:lnTo>
                    <a:pt x="373" y="205"/>
                  </a:lnTo>
                  <a:lnTo>
                    <a:pt x="373" y="204"/>
                  </a:lnTo>
                  <a:lnTo>
                    <a:pt x="375" y="204"/>
                  </a:lnTo>
                  <a:lnTo>
                    <a:pt x="375" y="204"/>
                  </a:lnTo>
                  <a:lnTo>
                    <a:pt x="375" y="205"/>
                  </a:lnTo>
                  <a:lnTo>
                    <a:pt x="375" y="207"/>
                  </a:lnTo>
                  <a:lnTo>
                    <a:pt x="378" y="207"/>
                  </a:lnTo>
                  <a:lnTo>
                    <a:pt x="378" y="209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5" y="212"/>
                  </a:lnTo>
                  <a:lnTo>
                    <a:pt x="373" y="212"/>
                  </a:lnTo>
                  <a:lnTo>
                    <a:pt x="371" y="214"/>
                  </a:lnTo>
                  <a:lnTo>
                    <a:pt x="377" y="215"/>
                  </a:lnTo>
                  <a:lnTo>
                    <a:pt x="378" y="215"/>
                  </a:lnTo>
                  <a:lnTo>
                    <a:pt x="382" y="219"/>
                  </a:lnTo>
                  <a:lnTo>
                    <a:pt x="383" y="219"/>
                  </a:lnTo>
                  <a:lnTo>
                    <a:pt x="385" y="219"/>
                  </a:lnTo>
                  <a:lnTo>
                    <a:pt x="385" y="221"/>
                  </a:lnTo>
                  <a:lnTo>
                    <a:pt x="383" y="221"/>
                  </a:lnTo>
                  <a:lnTo>
                    <a:pt x="382" y="222"/>
                  </a:lnTo>
                  <a:lnTo>
                    <a:pt x="382" y="222"/>
                  </a:lnTo>
                  <a:lnTo>
                    <a:pt x="383" y="222"/>
                  </a:lnTo>
                  <a:lnTo>
                    <a:pt x="383" y="224"/>
                  </a:lnTo>
                  <a:lnTo>
                    <a:pt x="383" y="224"/>
                  </a:lnTo>
                  <a:lnTo>
                    <a:pt x="383" y="226"/>
                  </a:lnTo>
                  <a:lnTo>
                    <a:pt x="383" y="226"/>
                  </a:lnTo>
                  <a:lnTo>
                    <a:pt x="382" y="227"/>
                  </a:lnTo>
                  <a:lnTo>
                    <a:pt x="382" y="227"/>
                  </a:lnTo>
                  <a:lnTo>
                    <a:pt x="382" y="227"/>
                  </a:lnTo>
                  <a:lnTo>
                    <a:pt x="380" y="229"/>
                  </a:lnTo>
                  <a:lnTo>
                    <a:pt x="380" y="229"/>
                  </a:lnTo>
                  <a:lnTo>
                    <a:pt x="380" y="231"/>
                  </a:lnTo>
                  <a:lnTo>
                    <a:pt x="383" y="231"/>
                  </a:lnTo>
                  <a:lnTo>
                    <a:pt x="383" y="231"/>
                  </a:lnTo>
                  <a:lnTo>
                    <a:pt x="383" y="232"/>
                  </a:lnTo>
                  <a:lnTo>
                    <a:pt x="385" y="232"/>
                  </a:lnTo>
                  <a:lnTo>
                    <a:pt x="385" y="231"/>
                  </a:lnTo>
                  <a:lnTo>
                    <a:pt x="387" y="231"/>
                  </a:lnTo>
                  <a:lnTo>
                    <a:pt x="387" y="229"/>
                  </a:lnTo>
                  <a:lnTo>
                    <a:pt x="388" y="229"/>
                  </a:lnTo>
                  <a:lnTo>
                    <a:pt x="388" y="226"/>
                  </a:lnTo>
                  <a:lnTo>
                    <a:pt x="388" y="224"/>
                  </a:lnTo>
                  <a:lnTo>
                    <a:pt x="385" y="222"/>
                  </a:lnTo>
                  <a:close/>
                  <a:moveTo>
                    <a:pt x="185" y="270"/>
                  </a:moveTo>
                  <a:lnTo>
                    <a:pt x="185" y="270"/>
                  </a:lnTo>
                  <a:lnTo>
                    <a:pt x="186" y="268"/>
                  </a:lnTo>
                  <a:lnTo>
                    <a:pt x="186" y="268"/>
                  </a:lnTo>
                  <a:lnTo>
                    <a:pt x="186" y="266"/>
                  </a:lnTo>
                  <a:lnTo>
                    <a:pt x="186" y="266"/>
                  </a:lnTo>
                  <a:lnTo>
                    <a:pt x="186" y="265"/>
                  </a:lnTo>
                  <a:lnTo>
                    <a:pt x="186" y="265"/>
                  </a:lnTo>
                  <a:lnTo>
                    <a:pt x="186" y="263"/>
                  </a:lnTo>
                  <a:lnTo>
                    <a:pt x="186" y="261"/>
                  </a:lnTo>
                  <a:lnTo>
                    <a:pt x="186" y="261"/>
                  </a:lnTo>
                  <a:lnTo>
                    <a:pt x="188" y="261"/>
                  </a:lnTo>
                  <a:lnTo>
                    <a:pt x="190" y="261"/>
                  </a:lnTo>
                  <a:lnTo>
                    <a:pt x="190" y="263"/>
                  </a:lnTo>
                  <a:lnTo>
                    <a:pt x="190" y="266"/>
                  </a:lnTo>
                  <a:lnTo>
                    <a:pt x="190" y="266"/>
                  </a:lnTo>
                  <a:lnTo>
                    <a:pt x="191" y="266"/>
                  </a:lnTo>
                  <a:lnTo>
                    <a:pt x="191" y="266"/>
                  </a:lnTo>
                  <a:lnTo>
                    <a:pt x="191" y="266"/>
                  </a:lnTo>
                  <a:lnTo>
                    <a:pt x="191" y="265"/>
                  </a:lnTo>
                  <a:lnTo>
                    <a:pt x="191" y="263"/>
                  </a:lnTo>
                  <a:lnTo>
                    <a:pt x="193" y="260"/>
                  </a:lnTo>
                  <a:lnTo>
                    <a:pt x="195" y="260"/>
                  </a:lnTo>
                  <a:lnTo>
                    <a:pt x="195" y="260"/>
                  </a:lnTo>
                  <a:lnTo>
                    <a:pt x="195" y="261"/>
                  </a:lnTo>
                  <a:lnTo>
                    <a:pt x="195" y="263"/>
                  </a:lnTo>
                  <a:lnTo>
                    <a:pt x="195" y="265"/>
                  </a:lnTo>
                  <a:lnTo>
                    <a:pt x="197" y="265"/>
                  </a:lnTo>
                  <a:lnTo>
                    <a:pt x="200" y="265"/>
                  </a:lnTo>
                  <a:lnTo>
                    <a:pt x="200" y="263"/>
                  </a:lnTo>
                  <a:lnTo>
                    <a:pt x="200" y="261"/>
                  </a:lnTo>
                  <a:lnTo>
                    <a:pt x="200" y="260"/>
                  </a:lnTo>
                  <a:lnTo>
                    <a:pt x="202" y="258"/>
                  </a:lnTo>
                  <a:lnTo>
                    <a:pt x="203" y="260"/>
                  </a:lnTo>
                  <a:lnTo>
                    <a:pt x="205" y="263"/>
                  </a:lnTo>
                  <a:lnTo>
                    <a:pt x="207" y="261"/>
                  </a:lnTo>
                  <a:lnTo>
                    <a:pt x="208" y="261"/>
                  </a:lnTo>
                  <a:lnTo>
                    <a:pt x="208" y="263"/>
                  </a:lnTo>
                  <a:lnTo>
                    <a:pt x="208" y="265"/>
                  </a:lnTo>
                  <a:lnTo>
                    <a:pt x="208" y="265"/>
                  </a:lnTo>
                  <a:lnTo>
                    <a:pt x="207" y="265"/>
                  </a:lnTo>
                  <a:lnTo>
                    <a:pt x="207" y="265"/>
                  </a:lnTo>
                  <a:lnTo>
                    <a:pt x="207" y="268"/>
                  </a:lnTo>
                  <a:lnTo>
                    <a:pt x="210" y="268"/>
                  </a:lnTo>
                  <a:lnTo>
                    <a:pt x="210" y="270"/>
                  </a:lnTo>
                  <a:lnTo>
                    <a:pt x="210" y="270"/>
                  </a:lnTo>
                  <a:lnTo>
                    <a:pt x="212" y="270"/>
                  </a:lnTo>
                  <a:lnTo>
                    <a:pt x="212" y="272"/>
                  </a:lnTo>
                  <a:lnTo>
                    <a:pt x="212" y="272"/>
                  </a:lnTo>
                  <a:lnTo>
                    <a:pt x="212" y="272"/>
                  </a:lnTo>
                  <a:lnTo>
                    <a:pt x="212" y="273"/>
                  </a:lnTo>
                  <a:lnTo>
                    <a:pt x="212" y="273"/>
                  </a:lnTo>
                  <a:lnTo>
                    <a:pt x="212" y="275"/>
                  </a:lnTo>
                  <a:lnTo>
                    <a:pt x="215" y="277"/>
                  </a:lnTo>
                  <a:lnTo>
                    <a:pt x="215" y="278"/>
                  </a:lnTo>
                  <a:lnTo>
                    <a:pt x="214" y="278"/>
                  </a:lnTo>
                  <a:lnTo>
                    <a:pt x="212" y="278"/>
                  </a:lnTo>
                  <a:lnTo>
                    <a:pt x="210" y="277"/>
                  </a:lnTo>
                  <a:lnTo>
                    <a:pt x="208" y="277"/>
                  </a:lnTo>
                  <a:lnTo>
                    <a:pt x="208" y="277"/>
                  </a:lnTo>
                  <a:lnTo>
                    <a:pt x="207" y="278"/>
                  </a:lnTo>
                  <a:lnTo>
                    <a:pt x="207" y="280"/>
                  </a:lnTo>
                  <a:lnTo>
                    <a:pt x="207" y="280"/>
                  </a:lnTo>
                  <a:lnTo>
                    <a:pt x="207" y="282"/>
                  </a:lnTo>
                  <a:lnTo>
                    <a:pt x="207" y="282"/>
                  </a:lnTo>
                  <a:lnTo>
                    <a:pt x="205" y="282"/>
                  </a:lnTo>
                  <a:lnTo>
                    <a:pt x="205" y="282"/>
                  </a:lnTo>
                  <a:lnTo>
                    <a:pt x="205" y="280"/>
                  </a:lnTo>
                  <a:lnTo>
                    <a:pt x="203" y="280"/>
                  </a:lnTo>
                  <a:lnTo>
                    <a:pt x="203" y="280"/>
                  </a:lnTo>
                  <a:lnTo>
                    <a:pt x="203" y="278"/>
                  </a:lnTo>
                  <a:lnTo>
                    <a:pt x="202" y="277"/>
                  </a:lnTo>
                  <a:lnTo>
                    <a:pt x="200" y="277"/>
                  </a:lnTo>
                  <a:lnTo>
                    <a:pt x="200" y="275"/>
                  </a:lnTo>
                  <a:lnTo>
                    <a:pt x="200" y="273"/>
                  </a:lnTo>
                  <a:lnTo>
                    <a:pt x="198" y="272"/>
                  </a:lnTo>
                  <a:lnTo>
                    <a:pt x="195" y="272"/>
                  </a:lnTo>
                  <a:lnTo>
                    <a:pt x="193" y="272"/>
                  </a:lnTo>
                  <a:lnTo>
                    <a:pt x="193" y="272"/>
                  </a:lnTo>
                  <a:lnTo>
                    <a:pt x="193" y="272"/>
                  </a:lnTo>
                  <a:lnTo>
                    <a:pt x="191" y="272"/>
                  </a:lnTo>
                  <a:lnTo>
                    <a:pt x="191" y="272"/>
                  </a:lnTo>
                  <a:lnTo>
                    <a:pt x="191" y="272"/>
                  </a:lnTo>
                  <a:lnTo>
                    <a:pt x="190" y="270"/>
                  </a:lnTo>
                  <a:lnTo>
                    <a:pt x="190" y="270"/>
                  </a:lnTo>
                  <a:lnTo>
                    <a:pt x="188" y="272"/>
                  </a:lnTo>
                  <a:lnTo>
                    <a:pt x="186" y="272"/>
                  </a:lnTo>
                  <a:lnTo>
                    <a:pt x="185" y="272"/>
                  </a:lnTo>
                  <a:lnTo>
                    <a:pt x="183" y="272"/>
                  </a:lnTo>
                  <a:lnTo>
                    <a:pt x="183" y="272"/>
                  </a:lnTo>
                  <a:lnTo>
                    <a:pt x="185" y="270"/>
                  </a:lnTo>
                  <a:close/>
                  <a:moveTo>
                    <a:pt x="217" y="297"/>
                  </a:moveTo>
                  <a:lnTo>
                    <a:pt x="214" y="297"/>
                  </a:lnTo>
                  <a:lnTo>
                    <a:pt x="208" y="297"/>
                  </a:lnTo>
                  <a:lnTo>
                    <a:pt x="207" y="297"/>
                  </a:lnTo>
                  <a:lnTo>
                    <a:pt x="203" y="297"/>
                  </a:lnTo>
                  <a:lnTo>
                    <a:pt x="203" y="297"/>
                  </a:lnTo>
                  <a:lnTo>
                    <a:pt x="203" y="295"/>
                  </a:lnTo>
                  <a:lnTo>
                    <a:pt x="203" y="294"/>
                  </a:lnTo>
                  <a:lnTo>
                    <a:pt x="203" y="292"/>
                  </a:lnTo>
                  <a:lnTo>
                    <a:pt x="202" y="290"/>
                  </a:lnTo>
                  <a:lnTo>
                    <a:pt x="202" y="290"/>
                  </a:lnTo>
                  <a:lnTo>
                    <a:pt x="198" y="290"/>
                  </a:lnTo>
                  <a:lnTo>
                    <a:pt x="197" y="290"/>
                  </a:lnTo>
                  <a:lnTo>
                    <a:pt x="195" y="290"/>
                  </a:lnTo>
                  <a:lnTo>
                    <a:pt x="195" y="290"/>
                  </a:lnTo>
                  <a:lnTo>
                    <a:pt x="195" y="289"/>
                  </a:lnTo>
                  <a:lnTo>
                    <a:pt x="195" y="289"/>
                  </a:lnTo>
                  <a:lnTo>
                    <a:pt x="191" y="289"/>
                  </a:lnTo>
                  <a:lnTo>
                    <a:pt x="190" y="285"/>
                  </a:lnTo>
                  <a:lnTo>
                    <a:pt x="188" y="283"/>
                  </a:lnTo>
                  <a:lnTo>
                    <a:pt x="188" y="282"/>
                  </a:lnTo>
                  <a:lnTo>
                    <a:pt x="188" y="280"/>
                  </a:lnTo>
                  <a:lnTo>
                    <a:pt x="186" y="280"/>
                  </a:lnTo>
                  <a:lnTo>
                    <a:pt x="185" y="280"/>
                  </a:lnTo>
                  <a:lnTo>
                    <a:pt x="185" y="280"/>
                  </a:lnTo>
                  <a:lnTo>
                    <a:pt x="185" y="278"/>
                  </a:lnTo>
                  <a:lnTo>
                    <a:pt x="185" y="277"/>
                  </a:lnTo>
                  <a:lnTo>
                    <a:pt x="183" y="275"/>
                  </a:lnTo>
                  <a:lnTo>
                    <a:pt x="185" y="275"/>
                  </a:lnTo>
                  <a:lnTo>
                    <a:pt x="186" y="275"/>
                  </a:lnTo>
                  <a:lnTo>
                    <a:pt x="186" y="275"/>
                  </a:lnTo>
                  <a:lnTo>
                    <a:pt x="188" y="275"/>
                  </a:lnTo>
                  <a:lnTo>
                    <a:pt x="188" y="277"/>
                  </a:lnTo>
                  <a:lnTo>
                    <a:pt x="190" y="277"/>
                  </a:lnTo>
                  <a:lnTo>
                    <a:pt x="190" y="277"/>
                  </a:lnTo>
                  <a:lnTo>
                    <a:pt x="190" y="275"/>
                  </a:lnTo>
                  <a:lnTo>
                    <a:pt x="191" y="275"/>
                  </a:lnTo>
                  <a:lnTo>
                    <a:pt x="191" y="277"/>
                  </a:lnTo>
                  <a:lnTo>
                    <a:pt x="193" y="277"/>
                  </a:lnTo>
                  <a:lnTo>
                    <a:pt x="197" y="280"/>
                  </a:lnTo>
                  <a:lnTo>
                    <a:pt x="197" y="280"/>
                  </a:lnTo>
                  <a:lnTo>
                    <a:pt x="198" y="280"/>
                  </a:lnTo>
                  <a:lnTo>
                    <a:pt x="200" y="280"/>
                  </a:lnTo>
                  <a:lnTo>
                    <a:pt x="202" y="282"/>
                  </a:lnTo>
                  <a:lnTo>
                    <a:pt x="197" y="282"/>
                  </a:lnTo>
                  <a:lnTo>
                    <a:pt x="197" y="282"/>
                  </a:lnTo>
                  <a:lnTo>
                    <a:pt x="197" y="282"/>
                  </a:lnTo>
                  <a:lnTo>
                    <a:pt x="195" y="282"/>
                  </a:lnTo>
                  <a:lnTo>
                    <a:pt x="195" y="282"/>
                  </a:lnTo>
                  <a:lnTo>
                    <a:pt x="193" y="283"/>
                  </a:lnTo>
                  <a:lnTo>
                    <a:pt x="195" y="283"/>
                  </a:lnTo>
                  <a:lnTo>
                    <a:pt x="200" y="287"/>
                  </a:lnTo>
                  <a:lnTo>
                    <a:pt x="202" y="289"/>
                  </a:lnTo>
                  <a:lnTo>
                    <a:pt x="203" y="289"/>
                  </a:lnTo>
                  <a:lnTo>
                    <a:pt x="205" y="287"/>
                  </a:lnTo>
                  <a:lnTo>
                    <a:pt x="210" y="285"/>
                  </a:lnTo>
                  <a:lnTo>
                    <a:pt x="210" y="285"/>
                  </a:lnTo>
                  <a:lnTo>
                    <a:pt x="212" y="285"/>
                  </a:lnTo>
                  <a:lnTo>
                    <a:pt x="212" y="287"/>
                  </a:lnTo>
                  <a:lnTo>
                    <a:pt x="212" y="289"/>
                  </a:lnTo>
                  <a:lnTo>
                    <a:pt x="214" y="290"/>
                  </a:lnTo>
                  <a:lnTo>
                    <a:pt x="215" y="290"/>
                  </a:lnTo>
                  <a:lnTo>
                    <a:pt x="217" y="290"/>
                  </a:lnTo>
                  <a:lnTo>
                    <a:pt x="215" y="292"/>
                  </a:lnTo>
                  <a:lnTo>
                    <a:pt x="214" y="292"/>
                  </a:lnTo>
                  <a:lnTo>
                    <a:pt x="215" y="294"/>
                  </a:lnTo>
                  <a:lnTo>
                    <a:pt x="217" y="294"/>
                  </a:lnTo>
                  <a:lnTo>
                    <a:pt x="217" y="294"/>
                  </a:lnTo>
                  <a:lnTo>
                    <a:pt x="219" y="295"/>
                  </a:lnTo>
                  <a:lnTo>
                    <a:pt x="219" y="295"/>
                  </a:lnTo>
                  <a:lnTo>
                    <a:pt x="217" y="297"/>
                  </a:lnTo>
                  <a:close/>
                  <a:moveTo>
                    <a:pt x="302" y="326"/>
                  </a:moveTo>
                  <a:lnTo>
                    <a:pt x="300" y="324"/>
                  </a:lnTo>
                  <a:lnTo>
                    <a:pt x="300" y="324"/>
                  </a:lnTo>
                  <a:lnTo>
                    <a:pt x="298" y="317"/>
                  </a:lnTo>
                  <a:lnTo>
                    <a:pt x="297" y="317"/>
                  </a:lnTo>
                  <a:lnTo>
                    <a:pt x="297" y="319"/>
                  </a:lnTo>
                  <a:lnTo>
                    <a:pt x="293" y="321"/>
                  </a:lnTo>
                  <a:lnTo>
                    <a:pt x="292" y="322"/>
                  </a:lnTo>
                  <a:lnTo>
                    <a:pt x="292" y="322"/>
                  </a:lnTo>
                  <a:lnTo>
                    <a:pt x="292" y="324"/>
                  </a:lnTo>
                  <a:lnTo>
                    <a:pt x="292" y="326"/>
                  </a:lnTo>
                  <a:lnTo>
                    <a:pt x="292" y="326"/>
                  </a:lnTo>
                  <a:lnTo>
                    <a:pt x="292" y="326"/>
                  </a:lnTo>
                  <a:lnTo>
                    <a:pt x="290" y="328"/>
                  </a:lnTo>
                  <a:lnTo>
                    <a:pt x="290" y="328"/>
                  </a:lnTo>
                  <a:lnTo>
                    <a:pt x="288" y="326"/>
                  </a:lnTo>
                  <a:lnTo>
                    <a:pt x="288" y="324"/>
                  </a:lnTo>
                  <a:lnTo>
                    <a:pt x="287" y="326"/>
                  </a:lnTo>
                  <a:lnTo>
                    <a:pt x="287" y="326"/>
                  </a:lnTo>
                  <a:lnTo>
                    <a:pt x="287" y="326"/>
                  </a:lnTo>
                  <a:lnTo>
                    <a:pt x="287" y="328"/>
                  </a:lnTo>
                  <a:lnTo>
                    <a:pt x="287" y="329"/>
                  </a:lnTo>
                  <a:lnTo>
                    <a:pt x="287" y="333"/>
                  </a:lnTo>
                  <a:lnTo>
                    <a:pt x="287" y="334"/>
                  </a:lnTo>
                  <a:lnTo>
                    <a:pt x="287" y="334"/>
                  </a:lnTo>
                  <a:lnTo>
                    <a:pt x="285" y="334"/>
                  </a:lnTo>
                  <a:lnTo>
                    <a:pt x="281" y="331"/>
                  </a:lnTo>
                  <a:lnTo>
                    <a:pt x="280" y="329"/>
                  </a:lnTo>
                  <a:lnTo>
                    <a:pt x="278" y="331"/>
                  </a:lnTo>
                  <a:lnTo>
                    <a:pt x="280" y="333"/>
                  </a:lnTo>
                  <a:lnTo>
                    <a:pt x="281" y="333"/>
                  </a:lnTo>
                  <a:lnTo>
                    <a:pt x="281" y="334"/>
                  </a:lnTo>
                  <a:lnTo>
                    <a:pt x="283" y="336"/>
                  </a:lnTo>
                  <a:lnTo>
                    <a:pt x="285" y="338"/>
                  </a:lnTo>
                  <a:lnTo>
                    <a:pt x="287" y="338"/>
                  </a:lnTo>
                  <a:lnTo>
                    <a:pt x="287" y="336"/>
                  </a:lnTo>
                  <a:lnTo>
                    <a:pt x="288" y="334"/>
                  </a:lnTo>
                  <a:lnTo>
                    <a:pt x="288" y="331"/>
                  </a:lnTo>
                  <a:lnTo>
                    <a:pt x="290" y="331"/>
                  </a:lnTo>
                  <a:lnTo>
                    <a:pt x="292" y="331"/>
                  </a:lnTo>
                  <a:lnTo>
                    <a:pt x="292" y="331"/>
                  </a:lnTo>
                  <a:lnTo>
                    <a:pt x="290" y="333"/>
                  </a:lnTo>
                  <a:lnTo>
                    <a:pt x="290" y="333"/>
                  </a:lnTo>
                  <a:lnTo>
                    <a:pt x="292" y="333"/>
                  </a:lnTo>
                  <a:lnTo>
                    <a:pt x="292" y="333"/>
                  </a:lnTo>
                  <a:lnTo>
                    <a:pt x="292" y="334"/>
                  </a:lnTo>
                  <a:lnTo>
                    <a:pt x="292" y="334"/>
                  </a:lnTo>
                  <a:lnTo>
                    <a:pt x="292" y="336"/>
                  </a:lnTo>
                  <a:lnTo>
                    <a:pt x="292" y="336"/>
                  </a:lnTo>
                  <a:lnTo>
                    <a:pt x="292" y="336"/>
                  </a:lnTo>
                  <a:lnTo>
                    <a:pt x="292" y="336"/>
                  </a:lnTo>
                  <a:lnTo>
                    <a:pt x="293" y="336"/>
                  </a:lnTo>
                  <a:lnTo>
                    <a:pt x="293" y="336"/>
                  </a:lnTo>
                  <a:lnTo>
                    <a:pt x="293" y="336"/>
                  </a:lnTo>
                  <a:lnTo>
                    <a:pt x="297" y="338"/>
                  </a:lnTo>
                  <a:lnTo>
                    <a:pt x="297" y="338"/>
                  </a:lnTo>
                  <a:lnTo>
                    <a:pt x="298" y="338"/>
                  </a:lnTo>
                  <a:lnTo>
                    <a:pt x="300" y="336"/>
                  </a:lnTo>
                  <a:lnTo>
                    <a:pt x="300" y="333"/>
                  </a:lnTo>
                  <a:lnTo>
                    <a:pt x="300" y="333"/>
                  </a:lnTo>
                  <a:lnTo>
                    <a:pt x="300" y="331"/>
                  </a:lnTo>
                  <a:lnTo>
                    <a:pt x="302" y="331"/>
                  </a:lnTo>
                  <a:lnTo>
                    <a:pt x="302" y="329"/>
                  </a:lnTo>
                  <a:lnTo>
                    <a:pt x="302" y="329"/>
                  </a:lnTo>
                  <a:lnTo>
                    <a:pt x="304" y="328"/>
                  </a:lnTo>
                  <a:lnTo>
                    <a:pt x="302" y="328"/>
                  </a:lnTo>
                  <a:lnTo>
                    <a:pt x="302" y="326"/>
                  </a:lnTo>
                  <a:close/>
                  <a:moveTo>
                    <a:pt x="76" y="80"/>
                  </a:moveTo>
                  <a:lnTo>
                    <a:pt x="76" y="80"/>
                  </a:lnTo>
                  <a:lnTo>
                    <a:pt x="76" y="85"/>
                  </a:lnTo>
                  <a:lnTo>
                    <a:pt x="76" y="86"/>
                  </a:lnTo>
                  <a:lnTo>
                    <a:pt x="78" y="86"/>
                  </a:lnTo>
                  <a:lnTo>
                    <a:pt x="79" y="86"/>
                  </a:lnTo>
                  <a:lnTo>
                    <a:pt x="79" y="81"/>
                  </a:lnTo>
                  <a:lnTo>
                    <a:pt x="81" y="80"/>
                  </a:lnTo>
                  <a:lnTo>
                    <a:pt x="81" y="80"/>
                  </a:lnTo>
                  <a:lnTo>
                    <a:pt x="81" y="73"/>
                  </a:lnTo>
                  <a:lnTo>
                    <a:pt x="81" y="73"/>
                  </a:lnTo>
                  <a:lnTo>
                    <a:pt x="81" y="71"/>
                  </a:lnTo>
                  <a:lnTo>
                    <a:pt x="79" y="71"/>
                  </a:lnTo>
                  <a:lnTo>
                    <a:pt x="79" y="71"/>
                  </a:lnTo>
                  <a:lnTo>
                    <a:pt x="79" y="76"/>
                  </a:lnTo>
                  <a:lnTo>
                    <a:pt x="79" y="76"/>
                  </a:lnTo>
                  <a:lnTo>
                    <a:pt x="78" y="78"/>
                  </a:lnTo>
                  <a:lnTo>
                    <a:pt x="76" y="78"/>
                  </a:lnTo>
                  <a:lnTo>
                    <a:pt x="74" y="78"/>
                  </a:lnTo>
                  <a:lnTo>
                    <a:pt x="74" y="78"/>
                  </a:lnTo>
                  <a:lnTo>
                    <a:pt x="74" y="80"/>
                  </a:lnTo>
                  <a:lnTo>
                    <a:pt x="76" y="80"/>
                  </a:lnTo>
                  <a:close/>
                  <a:moveTo>
                    <a:pt x="25" y="29"/>
                  </a:moveTo>
                  <a:lnTo>
                    <a:pt x="23" y="29"/>
                  </a:lnTo>
                  <a:lnTo>
                    <a:pt x="23" y="27"/>
                  </a:lnTo>
                  <a:lnTo>
                    <a:pt x="22" y="27"/>
                  </a:lnTo>
                  <a:lnTo>
                    <a:pt x="22" y="25"/>
                  </a:lnTo>
                  <a:lnTo>
                    <a:pt x="23" y="22"/>
                  </a:lnTo>
                  <a:lnTo>
                    <a:pt x="23" y="20"/>
                  </a:lnTo>
                  <a:lnTo>
                    <a:pt x="23" y="19"/>
                  </a:lnTo>
                  <a:lnTo>
                    <a:pt x="22" y="15"/>
                  </a:lnTo>
                  <a:lnTo>
                    <a:pt x="22" y="12"/>
                  </a:lnTo>
                  <a:lnTo>
                    <a:pt x="23" y="8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3"/>
                  </a:lnTo>
                  <a:lnTo>
                    <a:pt x="18" y="3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3"/>
                  </a:lnTo>
                  <a:lnTo>
                    <a:pt x="8" y="5"/>
                  </a:lnTo>
                  <a:lnTo>
                    <a:pt x="8" y="7"/>
                  </a:lnTo>
                  <a:lnTo>
                    <a:pt x="8" y="8"/>
                  </a:lnTo>
                  <a:lnTo>
                    <a:pt x="6" y="8"/>
                  </a:lnTo>
                  <a:lnTo>
                    <a:pt x="5" y="10"/>
                  </a:lnTo>
                  <a:lnTo>
                    <a:pt x="3" y="10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1" y="32"/>
                  </a:lnTo>
                  <a:lnTo>
                    <a:pt x="3" y="34"/>
                  </a:lnTo>
                  <a:lnTo>
                    <a:pt x="3" y="35"/>
                  </a:lnTo>
                  <a:lnTo>
                    <a:pt x="3" y="39"/>
                  </a:lnTo>
                  <a:lnTo>
                    <a:pt x="3" y="41"/>
                  </a:lnTo>
                  <a:lnTo>
                    <a:pt x="1" y="41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5" y="47"/>
                  </a:lnTo>
                  <a:lnTo>
                    <a:pt x="6" y="47"/>
                  </a:lnTo>
                  <a:lnTo>
                    <a:pt x="15" y="44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8" y="42"/>
                  </a:lnTo>
                  <a:lnTo>
                    <a:pt x="18" y="41"/>
                  </a:lnTo>
                  <a:lnTo>
                    <a:pt x="18" y="41"/>
                  </a:lnTo>
                  <a:lnTo>
                    <a:pt x="20" y="41"/>
                  </a:lnTo>
                  <a:lnTo>
                    <a:pt x="22" y="39"/>
                  </a:lnTo>
                  <a:lnTo>
                    <a:pt x="23" y="39"/>
                  </a:lnTo>
                  <a:lnTo>
                    <a:pt x="23" y="39"/>
                  </a:lnTo>
                  <a:lnTo>
                    <a:pt x="23" y="37"/>
                  </a:lnTo>
                  <a:lnTo>
                    <a:pt x="23" y="35"/>
                  </a:lnTo>
                  <a:lnTo>
                    <a:pt x="23" y="35"/>
                  </a:lnTo>
                  <a:lnTo>
                    <a:pt x="25" y="35"/>
                  </a:lnTo>
                  <a:lnTo>
                    <a:pt x="25" y="34"/>
                  </a:lnTo>
                  <a:lnTo>
                    <a:pt x="25" y="32"/>
                  </a:lnTo>
                  <a:lnTo>
                    <a:pt x="25" y="30"/>
                  </a:lnTo>
                  <a:lnTo>
                    <a:pt x="25" y="30"/>
                  </a:lnTo>
                  <a:lnTo>
                    <a:pt x="25" y="29"/>
                  </a:lnTo>
                  <a:lnTo>
                    <a:pt x="25" y="29"/>
                  </a:lnTo>
                  <a:close/>
                  <a:moveTo>
                    <a:pt x="378" y="80"/>
                  </a:moveTo>
                  <a:lnTo>
                    <a:pt x="378" y="80"/>
                  </a:lnTo>
                  <a:lnTo>
                    <a:pt x="378" y="78"/>
                  </a:lnTo>
                  <a:lnTo>
                    <a:pt x="373" y="80"/>
                  </a:lnTo>
                  <a:lnTo>
                    <a:pt x="371" y="80"/>
                  </a:lnTo>
                  <a:lnTo>
                    <a:pt x="368" y="80"/>
                  </a:lnTo>
                  <a:lnTo>
                    <a:pt x="368" y="81"/>
                  </a:lnTo>
                  <a:lnTo>
                    <a:pt x="366" y="81"/>
                  </a:lnTo>
                  <a:lnTo>
                    <a:pt x="366" y="81"/>
                  </a:lnTo>
                  <a:lnTo>
                    <a:pt x="366" y="81"/>
                  </a:lnTo>
                  <a:lnTo>
                    <a:pt x="366" y="83"/>
                  </a:lnTo>
                  <a:lnTo>
                    <a:pt x="366" y="83"/>
                  </a:lnTo>
                  <a:lnTo>
                    <a:pt x="368" y="85"/>
                  </a:lnTo>
                  <a:lnTo>
                    <a:pt x="368" y="85"/>
                  </a:lnTo>
                  <a:lnTo>
                    <a:pt x="368" y="85"/>
                  </a:lnTo>
                  <a:lnTo>
                    <a:pt x="370" y="85"/>
                  </a:lnTo>
                  <a:lnTo>
                    <a:pt x="371" y="85"/>
                  </a:lnTo>
                  <a:lnTo>
                    <a:pt x="371" y="86"/>
                  </a:lnTo>
                  <a:lnTo>
                    <a:pt x="375" y="88"/>
                  </a:lnTo>
                  <a:lnTo>
                    <a:pt x="375" y="86"/>
                  </a:lnTo>
                  <a:lnTo>
                    <a:pt x="375" y="85"/>
                  </a:lnTo>
                  <a:lnTo>
                    <a:pt x="377" y="83"/>
                  </a:lnTo>
                  <a:lnTo>
                    <a:pt x="377" y="83"/>
                  </a:lnTo>
                  <a:lnTo>
                    <a:pt x="377" y="83"/>
                  </a:lnTo>
                  <a:lnTo>
                    <a:pt x="377" y="81"/>
                  </a:lnTo>
                  <a:lnTo>
                    <a:pt x="377" y="81"/>
                  </a:lnTo>
                  <a:lnTo>
                    <a:pt x="378" y="80"/>
                  </a:lnTo>
                  <a:close/>
                  <a:moveTo>
                    <a:pt x="343" y="29"/>
                  </a:moveTo>
                  <a:lnTo>
                    <a:pt x="346" y="27"/>
                  </a:lnTo>
                  <a:lnTo>
                    <a:pt x="348" y="27"/>
                  </a:lnTo>
                  <a:lnTo>
                    <a:pt x="348" y="29"/>
                  </a:lnTo>
                  <a:lnTo>
                    <a:pt x="348" y="30"/>
                  </a:lnTo>
                  <a:lnTo>
                    <a:pt x="349" y="32"/>
                  </a:lnTo>
                  <a:lnTo>
                    <a:pt x="349" y="34"/>
                  </a:lnTo>
                  <a:lnTo>
                    <a:pt x="349" y="35"/>
                  </a:lnTo>
                  <a:lnTo>
                    <a:pt x="348" y="39"/>
                  </a:lnTo>
                  <a:lnTo>
                    <a:pt x="348" y="39"/>
                  </a:lnTo>
                  <a:lnTo>
                    <a:pt x="349" y="39"/>
                  </a:lnTo>
                  <a:lnTo>
                    <a:pt x="351" y="39"/>
                  </a:lnTo>
                  <a:lnTo>
                    <a:pt x="353" y="41"/>
                  </a:lnTo>
                  <a:lnTo>
                    <a:pt x="353" y="42"/>
                  </a:lnTo>
                  <a:lnTo>
                    <a:pt x="353" y="44"/>
                  </a:lnTo>
                  <a:lnTo>
                    <a:pt x="354" y="44"/>
                  </a:lnTo>
                  <a:lnTo>
                    <a:pt x="354" y="44"/>
                  </a:lnTo>
                  <a:lnTo>
                    <a:pt x="356" y="44"/>
                  </a:lnTo>
                  <a:lnTo>
                    <a:pt x="358" y="46"/>
                  </a:lnTo>
                  <a:lnTo>
                    <a:pt x="358" y="46"/>
                  </a:lnTo>
                  <a:lnTo>
                    <a:pt x="360" y="47"/>
                  </a:lnTo>
                  <a:lnTo>
                    <a:pt x="358" y="49"/>
                  </a:lnTo>
                  <a:lnTo>
                    <a:pt x="358" y="51"/>
                  </a:lnTo>
                  <a:lnTo>
                    <a:pt x="360" y="51"/>
                  </a:lnTo>
                  <a:lnTo>
                    <a:pt x="363" y="54"/>
                  </a:lnTo>
                  <a:lnTo>
                    <a:pt x="361" y="56"/>
                  </a:lnTo>
                  <a:lnTo>
                    <a:pt x="361" y="58"/>
                  </a:lnTo>
                  <a:lnTo>
                    <a:pt x="365" y="58"/>
                  </a:lnTo>
                  <a:lnTo>
                    <a:pt x="368" y="59"/>
                  </a:lnTo>
                  <a:lnTo>
                    <a:pt x="370" y="59"/>
                  </a:lnTo>
                  <a:lnTo>
                    <a:pt x="371" y="58"/>
                  </a:lnTo>
                  <a:lnTo>
                    <a:pt x="373" y="58"/>
                  </a:lnTo>
                  <a:lnTo>
                    <a:pt x="373" y="58"/>
                  </a:lnTo>
                  <a:lnTo>
                    <a:pt x="375" y="54"/>
                  </a:lnTo>
                  <a:lnTo>
                    <a:pt x="375" y="54"/>
                  </a:lnTo>
                  <a:lnTo>
                    <a:pt x="377" y="54"/>
                  </a:lnTo>
                  <a:lnTo>
                    <a:pt x="377" y="54"/>
                  </a:lnTo>
                  <a:lnTo>
                    <a:pt x="378" y="54"/>
                  </a:lnTo>
                  <a:lnTo>
                    <a:pt x="380" y="54"/>
                  </a:lnTo>
                  <a:lnTo>
                    <a:pt x="382" y="56"/>
                  </a:lnTo>
                  <a:lnTo>
                    <a:pt x="383" y="56"/>
                  </a:lnTo>
                  <a:lnTo>
                    <a:pt x="385" y="56"/>
                  </a:lnTo>
                  <a:lnTo>
                    <a:pt x="385" y="54"/>
                  </a:lnTo>
                  <a:lnTo>
                    <a:pt x="383" y="54"/>
                  </a:lnTo>
                  <a:lnTo>
                    <a:pt x="382" y="52"/>
                  </a:lnTo>
                  <a:lnTo>
                    <a:pt x="383" y="51"/>
                  </a:lnTo>
                  <a:lnTo>
                    <a:pt x="385" y="52"/>
                  </a:lnTo>
                  <a:lnTo>
                    <a:pt x="387" y="52"/>
                  </a:lnTo>
                  <a:lnTo>
                    <a:pt x="387" y="51"/>
                  </a:lnTo>
                  <a:lnTo>
                    <a:pt x="385" y="47"/>
                  </a:lnTo>
                  <a:lnTo>
                    <a:pt x="383" y="46"/>
                  </a:lnTo>
                  <a:lnTo>
                    <a:pt x="383" y="44"/>
                  </a:lnTo>
                  <a:lnTo>
                    <a:pt x="382" y="46"/>
                  </a:lnTo>
                  <a:lnTo>
                    <a:pt x="380" y="47"/>
                  </a:lnTo>
                  <a:lnTo>
                    <a:pt x="378" y="47"/>
                  </a:lnTo>
                  <a:lnTo>
                    <a:pt x="377" y="47"/>
                  </a:lnTo>
                  <a:lnTo>
                    <a:pt x="378" y="46"/>
                  </a:lnTo>
                  <a:lnTo>
                    <a:pt x="382" y="44"/>
                  </a:lnTo>
                  <a:lnTo>
                    <a:pt x="383" y="42"/>
                  </a:lnTo>
                  <a:lnTo>
                    <a:pt x="383" y="35"/>
                  </a:lnTo>
                  <a:lnTo>
                    <a:pt x="383" y="32"/>
                  </a:lnTo>
                  <a:lnTo>
                    <a:pt x="375" y="32"/>
                  </a:lnTo>
                  <a:lnTo>
                    <a:pt x="371" y="30"/>
                  </a:lnTo>
                  <a:lnTo>
                    <a:pt x="370" y="29"/>
                  </a:lnTo>
                  <a:lnTo>
                    <a:pt x="370" y="27"/>
                  </a:lnTo>
                  <a:lnTo>
                    <a:pt x="353" y="12"/>
                  </a:lnTo>
                  <a:lnTo>
                    <a:pt x="349" y="15"/>
                  </a:lnTo>
                  <a:lnTo>
                    <a:pt x="348" y="15"/>
                  </a:lnTo>
                  <a:lnTo>
                    <a:pt x="348" y="15"/>
                  </a:lnTo>
                  <a:lnTo>
                    <a:pt x="346" y="15"/>
                  </a:lnTo>
                  <a:lnTo>
                    <a:pt x="346" y="13"/>
                  </a:lnTo>
                  <a:lnTo>
                    <a:pt x="346" y="15"/>
                  </a:lnTo>
                  <a:lnTo>
                    <a:pt x="346" y="15"/>
                  </a:lnTo>
                  <a:lnTo>
                    <a:pt x="346" y="17"/>
                  </a:lnTo>
                  <a:lnTo>
                    <a:pt x="348" y="17"/>
                  </a:lnTo>
                  <a:lnTo>
                    <a:pt x="346" y="19"/>
                  </a:lnTo>
                  <a:lnTo>
                    <a:pt x="344" y="19"/>
                  </a:lnTo>
                  <a:lnTo>
                    <a:pt x="346" y="20"/>
                  </a:lnTo>
                  <a:lnTo>
                    <a:pt x="344" y="22"/>
                  </a:lnTo>
                  <a:lnTo>
                    <a:pt x="341" y="22"/>
                  </a:lnTo>
                  <a:lnTo>
                    <a:pt x="339" y="24"/>
                  </a:lnTo>
                  <a:lnTo>
                    <a:pt x="337" y="25"/>
                  </a:lnTo>
                  <a:lnTo>
                    <a:pt x="336" y="25"/>
                  </a:lnTo>
                  <a:lnTo>
                    <a:pt x="341" y="29"/>
                  </a:lnTo>
                  <a:lnTo>
                    <a:pt x="343" y="29"/>
                  </a:lnTo>
                  <a:close/>
                  <a:moveTo>
                    <a:pt x="397" y="71"/>
                  </a:moveTo>
                  <a:lnTo>
                    <a:pt x="395" y="68"/>
                  </a:lnTo>
                  <a:lnTo>
                    <a:pt x="394" y="68"/>
                  </a:lnTo>
                  <a:lnTo>
                    <a:pt x="392" y="68"/>
                  </a:lnTo>
                  <a:lnTo>
                    <a:pt x="392" y="66"/>
                  </a:lnTo>
                  <a:lnTo>
                    <a:pt x="387" y="63"/>
                  </a:lnTo>
                  <a:lnTo>
                    <a:pt x="387" y="63"/>
                  </a:lnTo>
                  <a:lnTo>
                    <a:pt x="385" y="63"/>
                  </a:lnTo>
                  <a:lnTo>
                    <a:pt x="385" y="63"/>
                  </a:lnTo>
                  <a:lnTo>
                    <a:pt x="383" y="64"/>
                  </a:lnTo>
                  <a:lnTo>
                    <a:pt x="383" y="64"/>
                  </a:lnTo>
                  <a:lnTo>
                    <a:pt x="382" y="64"/>
                  </a:lnTo>
                  <a:lnTo>
                    <a:pt x="380" y="64"/>
                  </a:lnTo>
                  <a:lnTo>
                    <a:pt x="375" y="66"/>
                  </a:lnTo>
                  <a:lnTo>
                    <a:pt x="375" y="68"/>
                  </a:lnTo>
                  <a:lnTo>
                    <a:pt x="375" y="68"/>
                  </a:lnTo>
                  <a:lnTo>
                    <a:pt x="371" y="66"/>
                  </a:lnTo>
                  <a:lnTo>
                    <a:pt x="371" y="66"/>
                  </a:lnTo>
                  <a:lnTo>
                    <a:pt x="370" y="66"/>
                  </a:lnTo>
                  <a:lnTo>
                    <a:pt x="365" y="66"/>
                  </a:lnTo>
                  <a:lnTo>
                    <a:pt x="363" y="66"/>
                  </a:lnTo>
                  <a:lnTo>
                    <a:pt x="358" y="69"/>
                  </a:lnTo>
                  <a:lnTo>
                    <a:pt x="358" y="69"/>
                  </a:lnTo>
                  <a:lnTo>
                    <a:pt x="358" y="73"/>
                  </a:lnTo>
                  <a:lnTo>
                    <a:pt x="358" y="73"/>
                  </a:lnTo>
                  <a:lnTo>
                    <a:pt x="358" y="73"/>
                  </a:lnTo>
                  <a:lnTo>
                    <a:pt x="360" y="73"/>
                  </a:lnTo>
                  <a:lnTo>
                    <a:pt x="361" y="73"/>
                  </a:lnTo>
                  <a:lnTo>
                    <a:pt x="361" y="75"/>
                  </a:lnTo>
                  <a:lnTo>
                    <a:pt x="363" y="75"/>
                  </a:lnTo>
                  <a:lnTo>
                    <a:pt x="365" y="75"/>
                  </a:lnTo>
                  <a:lnTo>
                    <a:pt x="370" y="75"/>
                  </a:lnTo>
                  <a:lnTo>
                    <a:pt x="371" y="75"/>
                  </a:lnTo>
                  <a:lnTo>
                    <a:pt x="371" y="75"/>
                  </a:lnTo>
                  <a:lnTo>
                    <a:pt x="373" y="75"/>
                  </a:lnTo>
                  <a:lnTo>
                    <a:pt x="373" y="75"/>
                  </a:lnTo>
                  <a:lnTo>
                    <a:pt x="373" y="75"/>
                  </a:lnTo>
                  <a:lnTo>
                    <a:pt x="375" y="75"/>
                  </a:lnTo>
                  <a:lnTo>
                    <a:pt x="375" y="75"/>
                  </a:lnTo>
                  <a:lnTo>
                    <a:pt x="377" y="75"/>
                  </a:lnTo>
                  <a:lnTo>
                    <a:pt x="377" y="75"/>
                  </a:lnTo>
                  <a:lnTo>
                    <a:pt x="377" y="76"/>
                  </a:lnTo>
                  <a:lnTo>
                    <a:pt x="383" y="73"/>
                  </a:lnTo>
                  <a:lnTo>
                    <a:pt x="385" y="75"/>
                  </a:lnTo>
                  <a:lnTo>
                    <a:pt x="387" y="76"/>
                  </a:lnTo>
                  <a:lnTo>
                    <a:pt x="387" y="80"/>
                  </a:lnTo>
                  <a:lnTo>
                    <a:pt x="388" y="78"/>
                  </a:lnTo>
                  <a:lnTo>
                    <a:pt x="390" y="78"/>
                  </a:lnTo>
                  <a:lnTo>
                    <a:pt x="390" y="78"/>
                  </a:lnTo>
                  <a:lnTo>
                    <a:pt x="392" y="78"/>
                  </a:lnTo>
                  <a:lnTo>
                    <a:pt x="392" y="78"/>
                  </a:lnTo>
                  <a:lnTo>
                    <a:pt x="394" y="76"/>
                  </a:lnTo>
                  <a:lnTo>
                    <a:pt x="394" y="75"/>
                  </a:lnTo>
                  <a:lnTo>
                    <a:pt x="394" y="75"/>
                  </a:lnTo>
                  <a:lnTo>
                    <a:pt x="395" y="75"/>
                  </a:lnTo>
                  <a:lnTo>
                    <a:pt x="397" y="73"/>
                  </a:lnTo>
                  <a:lnTo>
                    <a:pt x="397" y="73"/>
                  </a:lnTo>
                  <a:lnTo>
                    <a:pt x="397" y="75"/>
                  </a:lnTo>
                  <a:lnTo>
                    <a:pt x="399" y="75"/>
                  </a:lnTo>
                  <a:lnTo>
                    <a:pt x="399" y="75"/>
                  </a:lnTo>
                  <a:lnTo>
                    <a:pt x="399" y="73"/>
                  </a:lnTo>
                  <a:lnTo>
                    <a:pt x="397" y="71"/>
                  </a:lnTo>
                  <a:close/>
                  <a:moveTo>
                    <a:pt x="86" y="76"/>
                  </a:moveTo>
                  <a:lnTo>
                    <a:pt x="88" y="76"/>
                  </a:lnTo>
                  <a:lnTo>
                    <a:pt x="91" y="76"/>
                  </a:lnTo>
                  <a:lnTo>
                    <a:pt x="91" y="76"/>
                  </a:lnTo>
                  <a:lnTo>
                    <a:pt x="91" y="76"/>
                  </a:lnTo>
                  <a:lnTo>
                    <a:pt x="93" y="76"/>
                  </a:lnTo>
                  <a:lnTo>
                    <a:pt x="95" y="75"/>
                  </a:lnTo>
                  <a:lnTo>
                    <a:pt x="95" y="75"/>
                  </a:lnTo>
                  <a:lnTo>
                    <a:pt x="95" y="75"/>
                  </a:lnTo>
                  <a:lnTo>
                    <a:pt x="95" y="73"/>
                  </a:lnTo>
                  <a:lnTo>
                    <a:pt x="96" y="71"/>
                  </a:lnTo>
                  <a:lnTo>
                    <a:pt x="96" y="71"/>
                  </a:lnTo>
                  <a:lnTo>
                    <a:pt x="95" y="69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0" y="69"/>
                  </a:lnTo>
                  <a:lnTo>
                    <a:pt x="90" y="69"/>
                  </a:lnTo>
                  <a:lnTo>
                    <a:pt x="88" y="69"/>
                  </a:lnTo>
                  <a:lnTo>
                    <a:pt x="88" y="69"/>
                  </a:lnTo>
                  <a:lnTo>
                    <a:pt x="88" y="69"/>
                  </a:lnTo>
                  <a:lnTo>
                    <a:pt x="90" y="71"/>
                  </a:lnTo>
                  <a:lnTo>
                    <a:pt x="90" y="71"/>
                  </a:lnTo>
                  <a:lnTo>
                    <a:pt x="88" y="71"/>
                  </a:lnTo>
                  <a:lnTo>
                    <a:pt x="88" y="73"/>
                  </a:lnTo>
                  <a:lnTo>
                    <a:pt x="86" y="73"/>
                  </a:lnTo>
                  <a:lnTo>
                    <a:pt x="84" y="73"/>
                  </a:lnTo>
                  <a:lnTo>
                    <a:pt x="84" y="73"/>
                  </a:lnTo>
                  <a:lnTo>
                    <a:pt x="86" y="75"/>
                  </a:lnTo>
                  <a:lnTo>
                    <a:pt x="86" y="76"/>
                  </a:lnTo>
                  <a:close/>
                  <a:moveTo>
                    <a:pt x="93" y="90"/>
                  </a:moveTo>
                  <a:lnTo>
                    <a:pt x="93" y="90"/>
                  </a:lnTo>
                  <a:lnTo>
                    <a:pt x="91" y="90"/>
                  </a:lnTo>
                  <a:lnTo>
                    <a:pt x="88" y="93"/>
                  </a:lnTo>
                  <a:lnTo>
                    <a:pt x="88" y="93"/>
                  </a:lnTo>
                  <a:lnTo>
                    <a:pt x="88" y="98"/>
                  </a:lnTo>
                  <a:lnTo>
                    <a:pt x="88" y="98"/>
                  </a:lnTo>
                  <a:lnTo>
                    <a:pt x="90" y="98"/>
                  </a:lnTo>
                  <a:lnTo>
                    <a:pt x="90" y="98"/>
                  </a:lnTo>
                  <a:lnTo>
                    <a:pt x="90" y="98"/>
                  </a:lnTo>
                  <a:lnTo>
                    <a:pt x="91" y="98"/>
                  </a:lnTo>
                  <a:lnTo>
                    <a:pt x="91" y="98"/>
                  </a:lnTo>
                  <a:lnTo>
                    <a:pt x="93" y="98"/>
                  </a:lnTo>
                  <a:lnTo>
                    <a:pt x="93" y="98"/>
                  </a:lnTo>
                  <a:lnTo>
                    <a:pt x="98" y="97"/>
                  </a:lnTo>
                  <a:lnTo>
                    <a:pt x="100" y="97"/>
                  </a:lnTo>
                  <a:lnTo>
                    <a:pt x="101" y="97"/>
                  </a:lnTo>
                  <a:lnTo>
                    <a:pt x="105" y="97"/>
                  </a:lnTo>
                  <a:lnTo>
                    <a:pt x="105" y="97"/>
                  </a:lnTo>
                  <a:lnTo>
                    <a:pt x="103" y="95"/>
                  </a:lnTo>
                  <a:lnTo>
                    <a:pt x="101" y="95"/>
                  </a:lnTo>
                  <a:lnTo>
                    <a:pt x="100" y="93"/>
                  </a:lnTo>
                  <a:lnTo>
                    <a:pt x="98" y="93"/>
                  </a:lnTo>
                  <a:lnTo>
                    <a:pt x="96" y="92"/>
                  </a:lnTo>
                  <a:lnTo>
                    <a:pt x="96" y="92"/>
                  </a:lnTo>
                  <a:lnTo>
                    <a:pt x="95" y="92"/>
                  </a:lnTo>
                  <a:lnTo>
                    <a:pt x="93" y="90"/>
                  </a:ln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BC52EBF-A311-42B4-98E3-A590CBAB5A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7259" y="3901360"/>
              <a:ext cx="1489668" cy="1499752"/>
            </a:xfrm>
            <a:custGeom>
              <a:avLst/>
              <a:gdLst>
                <a:gd name="T0" fmla="*/ 399 w 1034"/>
                <a:gd name="T1" fmla="*/ 542 h 1041"/>
                <a:gd name="T2" fmla="*/ 477 w 1034"/>
                <a:gd name="T3" fmla="*/ 664 h 1041"/>
                <a:gd name="T4" fmla="*/ 718 w 1034"/>
                <a:gd name="T5" fmla="*/ 735 h 1041"/>
                <a:gd name="T6" fmla="*/ 757 w 1034"/>
                <a:gd name="T7" fmla="*/ 842 h 1041"/>
                <a:gd name="T8" fmla="*/ 742 w 1034"/>
                <a:gd name="T9" fmla="*/ 825 h 1041"/>
                <a:gd name="T10" fmla="*/ 667 w 1034"/>
                <a:gd name="T11" fmla="*/ 839 h 1041"/>
                <a:gd name="T12" fmla="*/ 664 w 1034"/>
                <a:gd name="T13" fmla="*/ 866 h 1041"/>
                <a:gd name="T14" fmla="*/ 700 w 1034"/>
                <a:gd name="T15" fmla="*/ 866 h 1041"/>
                <a:gd name="T16" fmla="*/ 742 w 1034"/>
                <a:gd name="T17" fmla="*/ 859 h 1041"/>
                <a:gd name="T18" fmla="*/ 786 w 1034"/>
                <a:gd name="T19" fmla="*/ 847 h 1041"/>
                <a:gd name="T20" fmla="*/ 146 w 1034"/>
                <a:gd name="T21" fmla="*/ 484 h 1041"/>
                <a:gd name="T22" fmla="*/ 301 w 1034"/>
                <a:gd name="T23" fmla="*/ 519 h 1041"/>
                <a:gd name="T24" fmla="*/ 345 w 1034"/>
                <a:gd name="T25" fmla="*/ 526 h 1041"/>
                <a:gd name="T26" fmla="*/ 382 w 1034"/>
                <a:gd name="T27" fmla="*/ 535 h 1041"/>
                <a:gd name="T28" fmla="*/ 394 w 1034"/>
                <a:gd name="T29" fmla="*/ 531 h 1041"/>
                <a:gd name="T30" fmla="*/ 411 w 1034"/>
                <a:gd name="T31" fmla="*/ 536 h 1041"/>
                <a:gd name="T32" fmla="*/ 419 w 1034"/>
                <a:gd name="T33" fmla="*/ 557 h 1041"/>
                <a:gd name="T34" fmla="*/ 435 w 1034"/>
                <a:gd name="T35" fmla="*/ 557 h 1041"/>
                <a:gd name="T36" fmla="*/ 448 w 1034"/>
                <a:gd name="T37" fmla="*/ 586 h 1041"/>
                <a:gd name="T38" fmla="*/ 438 w 1034"/>
                <a:gd name="T39" fmla="*/ 598 h 1041"/>
                <a:gd name="T40" fmla="*/ 455 w 1034"/>
                <a:gd name="T41" fmla="*/ 618 h 1041"/>
                <a:gd name="T42" fmla="*/ 486 w 1034"/>
                <a:gd name="T43" fmla="*/ 621 h 1041"/>
                <a:gd name="T44" fmla="*/ 501 w 1034"/>
                <a:gd name="T45" fmla="*/ 633 h 1041"/>
                <a:gd name="T46" fmla="*/ 535 w 1034"/>
                <a:gd name="T47" fmla="*/ 686 h 1041"/>
                <a:gd name="T48" fmla="*/ 550 w 1034"/>
                <a:gd name="T49" fmla="*/ 732 h 1041"/>
                <a:gd name="T50" fmla="*/ 555 w 1034"/>
                <a:gd name="T51" fmla="*/ 744 h 1041"/>
                <a:gd name="T52" fmla="*/ 533 w 1034"/>
                <a:gd name="T53" fmla="*/ 728 h 1041"/>
                <a:gd name="T54" fmla="*/ 548 w 1034"/>
                <a:gd name="T55" fmla="*/ 749 h 1041"/>
                <a:gd name="T56" fmla="*/ 591 w 1034"/>
                <a:gd name="T57" fmla="*/ 767 h 1041"/>
                <a:gd name="T58" fmla="*/ 604 w 1034"/>
                <a:gd name="T59" fmla="*/ 754 h 1041"/>
                <a:gd name="T60" fmla="*/ 593 w 1034"/>
                <a:gd name="T61" fmla="*/ 755 h 1041"/>
                <a:gd name="T62" fmla="*/ 611 w 1034"/>
                <a:gd name="T63" fmla="*/ 735 h 1041"/>
                <a:gd name="T64" fmla="*/ 640 w 1034"/>
                <a:gd name="T65" fmla="*/ 691 h 1041"/>
                <a:gd name="T66" fmla="*/ 681 w 1034"/>
                <a:gd name="T67" fmla="*/ 671 h 1041"/>
                <a:gd name="T68" fmla="*/ 703 w 1034"/>
                <a:gd name="T69" fmla="*/ 664 h 1041"/>
                <a:gd name="T70" fmla="*/ 740 w 1034"/>
                <a:gd name="T71" fmla="*/ 603 h 1041"/>
                <a:gd name="T72" fmla="*/ 759 w 1034"/>
                <a:gd name="T73" fmla="*/ 591 h 1041"/>
                <a:gd name="T74" fmla="*/ 759 w 1034"/>
                <a:gd name="T75" fmla="*/ 569 h 1041"/>
                <a:gd name="T76" fmla="*/ 773 w 1034"/>
                <a:gd name="T77" fmla="*/ 604 h 1041"/>
                <a:gd name="T78" fmla="*/ 771 w 1034"/>
                <a:gd name="T79" fmla="*/ 616 h 1041"/>
                <a:gd name="T80" fmla="*/ 766 w 1034"/>
                <a:gd name="T81" fmla="*/ 655 h 1041"/>
                <a:gd name="T82" fmla="*/ 735 w 1034"/>
                <a:gd name="T83" fmla="*/ 691 h 1041"/>
                <a:gd name="T84" fmla="*/ 728 w 1034"/>
                <a:gd name="T85" fmla="*/ 725 h 1041"/>
                <a:gd name="T86" fmla="*/ 725 w 1034"/>
                <a:gd name="T87" fmla="*/ 771 h 1041"/>
                <a:gd name="T88" fmla="*/ 684 w 1034"/>
                <a:gd name="T89" fmla="*/ 788 h 1041"/>
                <a:gd name="T90" fmla="*/ 706 w 1034"/>
                <a:gd name="T91" fmla="*/ 795 h 1041"/>
                <a:gd name="T92" fmla="*/ 754 w 1034"/>
                <a:gd name="T93" fmla="*/ 786 h 1041"/>
                <a:gd name="T94" fmla="*/ 766 w 1034"/>
                <a:gd name="T95" fmla="*/ 737 h 1041"/>
                <a:gd name="T96" fmla="*/ 798 w 1034"/>
                <a:gd name="T97" fmla="*/ 727 h 1041"/>
                <a:gd name="T98" fmla="*/ 822 w 1034"/>
                <a:gd name="T99" fmla="*/ 759 h 1041"/>
                <a:gd name="T100" fmla="*/ 813 w 1034"/>
                <a:gd name="T101" fmla="*/ 805 h 1041"/>
                <a:gd name="T102" fmla="*/ 800 w 1034"/>
                <a:gd name="T103" fmla="*/ 832 h 1041"/>
                <a:gd name="T104" fmla="*/ 859 w 1034"/>
                <a:gd name="T105" fmla="*/ 822 h 1041"/>
                <a:gd name="T106" fmla="*/ 857 w 1034"/>
                <a:gd name="T107" fmla="*/ 815 h 1041"/>
                <a:gd name="T108" fmla="*/ 891 w 1034"/>
                <a:gd name="T109" fmla="*/ 813 h 1041"/>
                <a:gd name="T110" fmla="*/ 890 w 1034"/>
                <a:gd name="T111" fmla="*/ 835 h 1041"/>
                <a:gd name="T112" fmla="*/ 869 w 1034"/>
                <a:gd name="T113" fmla="*/ 822 h 1041"/>
                <a:gd name="T114" fmla="*/ 910 w 1034"/>
                <a:gd name="T115" fmla="*/ 866 h 1041"/>
                <a:gd name="T116" fmla="*/ 936 w 1034"/>
                <a:gd name="T117" fmla="*/ 915 h 1041"/>
                <a:gd name="T118" fmla="*/ 949 w 1034"/>
                <a:gd name="T119" fmla="*/ 992 h 1041"/>
                <a:gd name="T120" fmla="*/ 978 w 1034"/>
                <a:gd name="T121" fmla="*/ 1024 h 1041"/>
                <a:gd name="T122" fmla="*/ 1031 w 1034"/>
                <a:gd name="T123" fmla="*/ 1039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34" h="1041">
                  <a:moveTo>
                    <a:pt x="644" y="788"/>
                  </a:moveTo>
                  <a:lnTo>
                    <a:pt x="644" y="788"/>
                  </a:lnTo>
                  <a:lnTo>
                    <a:pt x="642" y="788"/>
                  </a:lnTo>
                  <a:lnTo>
                    <a:pt x="640" y="789"/>
                  </a:lnTo>
                  <a:lnTo>
                    <a:pt x="642" y="789"/>
                  </a:lnTo>
                  <a:lnTo>
                    <a:pt x="644" y="791"/>
                  </a:lnTo>
                  <a:lnTo>
                    <a:pt x="645" y="791"/>
                  </a:lnTo>
                  <a:lnTo>
                    <a:pt x="645" y="791"/>
                  </a:lnTo>
                  <a:lnTo>
                    <a:pt x="645" y="791"/>
                  </a:lnTo>
                  <a:lnTo>
                    <a:pt x="645" y="789"/>
                  </a:lnTo>
                  <a:lnTo>
                    <a:pt x="644" y="788"/>
                  </a:lnTo>
                  <a:close/>
                  <a:moveTo>
                    <a:pt x="399" y="538"/>
                  </a:moveTo>
                  <a:lnTo>
                    <a:pt x="396" y="538"/>
                  </a:lnTo>
                  <a:lnTo>
                    <a:pt x="394" y="540"/>
                  </a:lnTo>
                  <a:lnTo>
                    <a:pt x="392" y="542"/>
                  </a:lnTo>
                  <a:lnTo>
                    <a:pt x="392" y="543"/>
                  </a:lnTo>
                  <a:lnTo>
                    <a:pt x="391" y="545"/>
                  </a:lnTo>
                  <a:lnTo>
                    <a:pt x="394" y="545"/>
                  </a:lnTo>
                  <a:lnTo>
                    <a:pt x="396" y="543"/>
                  </a:lnTo>
                  <a:lnTo>
                    <a:pt x="397" y="543"/>
                  </a:lnTo>
                  <a:lnTo>
                    <a:pt x="397" y="543"/>
                  </a:lnTo>
                  <a:lnTo>
                    <a:pt x="397" y="543"/>
                  </a:lnTo>
                  <a:lnTo>
                    <a:pt x="399" y="542"/>
                  </a:lnTo>
                  <a:lnTo>
                    <a:pt x="399" y="542"/>
                  </a:lnTo>
                  <a:lnTo>
                    <a:pt x="399" y="542"/>
                  </a:lnTo>
                  <a:lnTo>
                    <a:pt x="397" y="540"/>
                  </a:lnTo>
                  <a:lnTo>
                    <a:pt x="402" y="538"/>
                  </a:lnTo>
                  <a:lnTo>
                    <a:pt x="402" y="538"/>
                  </a:lnTo>
                  <a:lnTo>
                    <a:pt x="401" y="538"/>
                  </a:lnTo>
                  <a:lnTo>
                    <a:pt x="399" y="538"/>
                  </a:lnTo>
                  <a:close/>
                  <a:moveTo>
                    <a:pt x="477" y="664"/>
                  </a:moveTo>
                  <a:lnTo>
                    <a:pt x="477" y="664"/>
                  </a:lnTo>
                  <a:lnTo>
                    <a:pt x="477" y="664"/>
                  </a:lnTo>
                  <a:lnTo>
                    <a:pt x="475" y="664"/>
                  </a:lnTo>
                  <a:lnTo>
                    <a:pt x="474" y="664"/>
                  </a:lnTo>
                  <a:lnTo>
                    <a:pt x="472" y="664"/>
                  </a:lnTo>
                  <a:lnTo>
                    <a:pt x="472" y="665"/>
                  </a:lnTo>
                  <a:lnTo>
                    <a:pt x="472" y="665"/>
                  </a:lnTo>
                  <a:lnTo>
                    <a:pt x="472" y="667"/>
                  </a:lnTo>
                  <a:lnTo>
                    <a:pt x="472" y="669"/>
                  </a:lnTo>
                  <a:lnTo>
                    <a:pt x="472" y="671"/>
                  </a:lnTo>
                  <a:lnTo>
                    <a:pt x="474" y="671"/>
                  </a:lnTo>
                  <a:lnTo>
                    <a:pt x="475" y="667"/>
                  </a:lnTo>
                  <a:lnTo>
                    <a:pt x="477" y="667"/>
                  </a:lnTo>
                  <a:lnTo>
                    <a:pt x="477" y="667"/>
                  </a:lnTo>
                  <a:lnTo>
                    <a:pt x="479" y="667"/>
                  </a:lnTo>
                  <a:lnTo>
                    <a:pt x="477" y="665"/>
                  </a:lnTo>
                  <a:lnTo>
                    <a:pt x="477" y="664"/>
                  </a:lnTo>
                  <a:close/>
                  <a:moveTo>
                    <a:pt x="620" y="778"/>
                  </a:moveTo>
                  <a:lnTo>
                    <a:pt x="620" y="778"/>
                  </a:lnTo>
                  <a:lnTo>
                    <a:pt x="620" y="778"/>
                  </a:lnTo>
                  <a:lnTo>
                    <a:pt x="618" y="776"/>
                  </a:lnTo>
                  <a:lnTo>
                    <a:pt x="615" y="771"/>
                  </a:lnTo>
                  <a:lnTo>
                    <a:pt x="613" y="771"/>
                  </a:lnTo>
                  <a:lnTo>
                    <a:pt x="611" y="771"/>
                  </a:lnTo>
                  <a:lnTo>
                    <a:pt x="611" y="772"/>
                  </a:lnTo>
                  <a:lnTo>
                    <a:pt x="615" y="776"/>
                  </a:lnTo>
                  <a:lnTo>
                    <a:pt x="616" y="778"/>
                  </a:lnTo>
                  <a:lnTo>
                    <a:pt x="616" y="779"/>
                  </a:lnTo>
                  <a:lnTo>
                    <a:pt x="616" y="781"/>
                  </a:lnTo>
                  <a:lnTo>
                    <a:pt x="620" y="781"/>
                  </a:lnTo>
                  <a:lnTo>
                    <a:pt x="620" y="783"/>
                  </a:lnTo>
                  <a:lnTo>
                    <a:pt x="621" y="781"/>
                  </a:lnTo>
                  <a:lnTo>
                    <a:pt x="621" y="781"/>
                  </a:lnTo>
                  <a:lnTo>
                    <a:pt x="621" y="779"/>
                  </a:lnTo>
                  <a:lnTo>
                    <a:pt x="620" y="778"/>
                  </a:lnTo>
                  <a:close/>
                  <a:moveTo>
                    <a:pt x="720" y="735"/>
                  </a:moveTo>
                  <a:lnTo>
                    <a:pt x="722" y="732"/>
                  </a:lnTo>
                  <a:lnTo>
                    <a:pt x="722" y="730"/>
                  </a:lnTo>
                  <a:lnTo>
                    <a:pt x="718" y="733"/>
                  </a:lnTo>
                  <a:lnTo>
                    <a:pt x="718" y="733"/>
                  </a:lnTo>
                  <a:lnTo>
                    <a:pt x="718" y="735"/>
                  </a:lnTo>
                  <a:lnTo>
                    <a:pt x="720" y="735"/>
                  </a:lnTo>
                  <a:lnTo>
                    <a:pt x="720" y="735"/>
                  </a:lnTo>
                  <a:close/>
                  <a:moveTo>
                    <a:pt x="784" y="845"/>
                  </a:moveTo>
                  <a:lnTo>
                    <a:pt x="783" y="845"/>
                  </a:lnTo>
                  <a:lnTo>
                    <a:pt x="783" y="845"/>
                  </a:lnTo>
                  <a:lnTo>
                    <a:pt x="781" y="844"/>
                  </a:lnTo>
                  <a:lnTo>
                    <a:pt x="781" y="842"/>
                  </a:lnTo>
                  <a:lnTo>
                    <a:pt x="781" y="840"/>
                  </a:lnTo>
                  <a:lnTo>
                    <a:pt x="779" y="840"/>
                  </a:lnTo>
                  <a:lnTo>
                    <a:pt x="776" y="839"/>
                  </a:lnTo>
                  <a:lnTo>
                    <a:pt x="773" y="839"/>
                  </a:lnTo>
                  <a:lnTo>
                    <a:pt x="769" y="839"/>
                  </a:lnTo>
                  <a:lnTo>
                    <a:pt x="767" y="839"/>
                  </a:lnTo>
                  <a:lnTo>
                    <a:pt x="766" y="840"/>
                  </a:lnTo>
                  <a:lnTo>
                    <a:pt x="766" y="842"/>
                  </a:lnTo>
                  <a:lnTo>
                    <a:pt x="766" y="842"/>
                  </a:lnTo>
                  <a:lnTo>
                    <a:pt x="764" y="844"/>
                  </a:lnTo>
                  <a:lnTo>
                    <a:pt x="762" y="845"/>
                  </a:lnTo>
                  <a:lnTo>
                    <a:pt x="761" y="845"/>
                  </a:lnTo>
                  <a:lnTo>
                    <a:pt x="759" y="845"/>
                  </a:lnTo>
                  <a:lnTo>
                    <a:pt x="757" y="845"/>
                  </a:lnTo>
                  <a:lnTo>
                    <a:pt x="757" y="844"/>
                  </a:lnTo>
                  <a:lnTo>
                    <a:pt x="757" y="842"/>
                  </a:lnTo>
                  <a:lnTo>
                    <a:pt x="757" y="842"/>
                  </a:lnTo>
                  <a:lnTo>
                    <a:pt x="757" y="840"/>
                  </a:lnTo>
                  <a:lnTo>
                    <a:pt x="757" y="840"/>
                  </a:lnTo>
                  <a:lnTo>
                    <a:pt x="756" y="839"/>
                  </a:lnTo>
                  <a:lnTo>
                    <a:pt x="756" y="839"/>
                  </a:lnTo>
                  <a:lnTo>
                    <a:pt x="756" y="840"/>
                  </a:lnTo>
                  <a:lnTo>
                    <a:pt x="754" y="840"/>
                  </a:lnTo>
                  <a:lnTo>
                    <a:pt x="751" y="840"/>
                  </a:lnTo>
                  <a:lnTo>
                    <a:pt x="749" y="840"/>
                  </a:lnTo>
                  <a:lnTo>
                    <a:pt x="745" y="839"/>
                  </a:lnTo>
                  <a:lnTo>
                    <a:pt x="742" y="840"/>
                  </a:lnTo>
                  <a:lnTo>
                    <a:pt x="740" y="840"/>
                  </a:lnTo>
                  <a:lnTo>
                    <a:pt x="739" y="839"/>
                  </a:lnTo>
                  <a:lnTo>
                    <a:pt x="744" y="835"/>
                  </a:lnTo>
                  <a:lnTo>
                    <a:pt x="745" y="832"/>
                  </a:lnTo>
                  <a:lnTo>
                    <a:pt x="745" y="832"/>
                  </a:lnTo>
                  <a:lnTo>
                    <a:pt x="744" y="832"/>
                  </a:lnTo>
                  <a:lnTo>
                    <a:pt x="740" y="832"/>
                  </a:lnTo>
                  <a:lnTo>
                    <a:pt x="739" y="832"/>
                  </a:lnTo>
                  <a:lnTo>
                    <a:pt x="739" y="830"/>
                  </a:lnTo>
                  <a:lnTo>
                    <a:pt x="740" y="829"/>
                  </a:lnTo>
                  <a:lnTo>
                    <a:pt x="742" y="829"/>
                  </a:lnTo>
                  <a:lnTo>
                    <a:pt x="744" y="827"/>
                  </a:lnTo>
                  <a:lnTo>
                    <a:pt x="744" y="827"/>
                  </a:lnTo>
                  <a:lnTo>
                    <a:pt x="742" y="825"/>
                  </a:lnTo>
                  <a:lnTo>
                    <a:pt x="740" y="827"/>
                  </a:lnTo>
                  <a:lnTo>
                    <a:pt x="740" y="825"/>
                  </a:lnTo>
                  <a:lnTo>
                    <a:pt x="739" y="827"/>
                  </a:lnTo>
                  <a:lnTo>
                    <a:pt x="735" y="827"/>
                  </a:lnTo>
                  <a:lnTo>
                    <a:pt x="734" y="827"/>
                  </a:lnTo>
                  <a:lnTo>
                    <a:pt x="732" y="827"/>
                  </a:lnTo>
                  <a:lnTo>
                    <a:pt x="730" y="827"/>
                  </a:lnTo>
                  <a:lnTo>
                    <a:pt x="728" y="829"/>
                  </a:lnTo>
                  <a:lnTo>
                    <a:pt x="727" y="829"/>
                  </a:lnTo>
                  <a:lnTo>
                    <a:pt x="727" y="829"/>
                  </a:lnTo>
                  <a:lnTo>
                    <a:pt x="720" y="827"/>
                  </a:lnTo>
                  <a:lnTo>
                    <a:pt x="718" y="825"/>
                  </a:lnTo>
                  <a:lnTo>
                    <a:pt x="717" y="827"/>
                  </a:lnTo>
                  <a:lnTo>
                    <a:pt x="715" y="827"/>
                  </a:lnTo>
                  <a:lnTo>
                    <a:pt x="715" y="829"/>
                  </a:lnTo>
                  <a:lnTo>
                    <a:pt x="713" y="829"/>
                  </a:lnTo>
                  <a:lnTo>
                    <a:pt x="701" y="832"/>
                  </a:lnTo>
                  <a:lnTo>
                    <a:pt x="698" y="834"/>
                  </a:lnTo>
                  <a:lnTo>
                    <a:pt x="696" y="834"/>
                  </a:lnTo>
                  <a:lnTo>
                    <a:pt x="672" y="837"/>
                  </a:lnTo>
                  <a:lnTo>
                    <a:pt x="671" y="837"/>
                  </a:lnTo>
                  <a:lnTo>
                    <a:pt x="671" y="837"/>
                  </a:lnTo>
                  <a:lnTo>
                    <a:pt x="669" y="839"/>
                  </a:lnTo>
                  <a:lnTo>
                    <a:pt x="667" y="839"/>
                  </a:lnTo>
                  <a:lnTo>
                    <a:pt x="662" y="840"/>
                  </a:lnTo>
                  <a:lnTo>
                    <a:pt x="657" y="840"/>
                  </a:lnTo>
                  <a:lnTo>
                    <a:pt x="654" y="840"/>
                  </a:lnTo>
                  <a:lnTo>
                    <a:pt x="654" y="842"/>
                  </a:lnTo>
                  <a:lnTo>
                    <a:pt x="654" y="842"/>
                  </a:lnTo>
                  <a:lnTo>
                    <a:pt x="654" y="844"/>
                  </a:lnTo>
                  <a:lnTo>
                    <a:pt x="652" y="845"/>
                  </a:lnTo>
                  <a:lnTo>
                    <a:pt x="652" y="845"/>
                  </a:lnTo>
                  <a:lnTo>
                    <a:pt x="652" y="845"/>
                  </a:lnTo>
                  <a:lnTo>
                    <a:pt x="652" y="847"/>
                  </a:lnTo>
                  <a:lnTo>
                    <a:pt x="650" y="849"/>
                  </a:lnTo>
                  <a:lnTo>
                    <a:pt x="650" y="851"/>
                  </a:lnTo>
                  <a:lnTo>
                    <a:pt x="650" y="851"/>
                  </a:lnTo>
                  <a:lnTo>
                    <a:pt x="650" y="851"/>
                  </a:lnTo>
                  <a:lnTo>
                    <a:pt x="649" y="852"/>
                  </a:lnTo>
                  <a:lnTo>
                    <a:pt x="649" y="854"/>
                  </a:lnTo>
                  <a:lnTo>
                    <a:pt x="649" y="854"/>
                  </a:lnTo>
                  <a:lnTo>
                    <a:pt x="654" y="857"/>
                  </a:lnTo>
                  <a:lnTo>
                    <a:pt x="655" y="859"/>
                  </a:lnTo>
                  <a:lnTo>
                    <a:pt x="659" y="859"/>
                  </a:lnTo>
                  <a:lnTo>
                    <a:pt x="659" y="859"/>
                  </a:lnTo>
                  <a:lnTo>
                    <a:pt x="662" y="862"/>
                  </a:lnTo>
                  <a:lnTo>
                    <a:pt x="664" y="864"/>
                  </a:lnTo>
                  <a:lnTo>
                    <a:pt x="664" y="866"/>
                  </a:lnTo>
                  <a:lnTo>
                    <a:pt x="664" y="866"/>
                  </a:lnTo>
                  <a:lnTo>
                    <a:pt x="664" y="868"/>
                  </a:lnTo>
                  <a:lnTo>
                    <a:pt x="666" y="868"/>
                  </a:lnTo>
                  <a:lnTo>
                    <a:pt x="667" y="866"/>
                  </a:lnTo>
                  <a:lnTo>
                    <a:pt x="669" y="866"/>
                  </a:lnTo>
                  <a:lnTo>
                    <a:pt x="669" y="866"/>
                  </a:lnTo>
                  <a:lnTo>
                    <a:pt x="669" y="866"/>
                  </a:lnTo>
                  <a:lnTo>
                    <a:pt x="671" y="866"/>
                  </a:lnTo>
                  <a:lnTo>
                    <a:pt x="671" y="866"/>
                  </a:lnTo>
                  <a:lnTo>
                    <a:pt x="672" y="866"/>
                  </a:lnTo>
                  <a:lnTo>
                    <a:pt x="674" y="866"/>
                  </a:lnTo>
                  <a:lnTo>
                    <a:pt x="674" y="866"/>
                  </a:lnTo>
                  <a:lnTo>
                    <a:pt x="676" y="864"/>
                  </a:lnTo>
                  <a:lnTo>
                    <a:pt x="678" y="864"/>
                  </a:lnTo>
                  <a:lnTo>
                    <a:pt x="678" y="864"/>
                  </a:lnTo>
                  <a:lnTo>
                    <a:pt x="679" y="866"/>
                  </a:lnTo>
                  <a:lnTo>
                    <a:pt x="683" y="866"/>
                  </a:lnTo>
                  <a:lnTo>
                    <a:pt x="684" y="866"/>
                  </a:lnTo>
                  <a:lnTo>
                    <a:pt x="691" y="864"/>
                  </a:lnTo>
                  <a:lnTo>
                    <a:pt x="691" y="864"/>
                  </a:lnTo>
                  <a:lnTo>
                    <a:pt x="693" y="864"/>
                  </a:lnTo>
                  <a:lnTo>
                    <a:pt x="696" y="864"/>
                  </a:lnTo>
                  <a:lnTo>
                    <a:pt x="698" y="864"/>
                  </a:lnTo>
                  <a:lnTo>
                    <a:pt x="700" y="866"/>
                  </a:lnTo>
                  <a:lnTo>
                    <a:pt x="701" y="866"/>
                  </a:lnTo>
                  <a:lnTo>
                    <a:pt x="705" y="864"/>
                  </a:lnTo>
                  <a:lnTo>
                    <a:pt x="705" y="862"/>
                  </a:lnTo>
                  <a:lnTo>
                    <a:pt x="705" y="861"/>
                  </a:lnTo>
                  <a:lnTo>
                    <a:pt x="708" y="861"/>
                  </a:lnTo>
                  <a:lnTo>
                    <a:pt x="708" y="861"/>
                  </a:lnTo>
                  <a:lnTo>
                    <a:pt x="710" y="861"/>
                  </a:lnTo>
                  <a:lnTo>
                    <a:pt x="715" y="861"/>
                  </a:lnTo>
                  <a:lnTo>
                    <a:pt x="718" y="862"/>
                  </a:lnTo>
                  <a:lnTo>
                    <a:pt x="722" y="862"/>
                  </a:lnTo>
                  <a:lnTo>
                    <a:pt x="725" y="866"/>
                  </a:lnTo>
                  <a:lnTo>
                    <a:pt x="727" y="868"/>
                  </a:lnTo>
                  <a:lnTo>
                    <a:pt x="728" y="869"/>
                  </a:lnTo>
                  <a:lnTo>
                    <a:pt x="732" y="868"/>
                  </a:lnTo>
                  <a:lnTo>
                    <a:pt x="737" y="864"/>
                  </a:lnTo>
                  <a:lnTo>
                    <a:pt x="740" y="864"/>
                  </a:lnTo>
                  <a:lnTo>
                    <a:pt x="742" y="862"/>
                  </a:lnTo>
                  <a:lnTo>
                    <a:pt x="742" y="862"/>
                  </a:lnTo>
                  <a:lnTo>
                    <a:pt x="742" y="862"/>
                  </a:lnTo>
                  <a:lnTo>
                    <a:pt x="742" y="862"/>
                  </a:lnTo>
                  <a:lnTo>
                    <a:pt x="742" y="861"/>
                  </a:lnTo>
                  <a:lnTo>
                    <a:pt x="742" y="861"/>
                  </a:lnTo>
                  <a:lnTo>
                    <a:pt x="742" y="859"/>
                  </a:lnTo>
                  <a:lnTo>
                    <a:pt x="742" y="859"/>
                  </a:lnTo>
                  <a:lnTo>
                    <a:pt x="742" y="859"/>
                  </a:lnTo>
                  <a:lnTo>
                    <a:pt x="742" y="857"/>
                  </a:lnTo>
                  <a:lnTo>
                    <a:pt x="742" y="856"/>
                  </a:lnTo>
                  <a:lnTo>
                    <a:pt x="744" y="854"/>
                  </a:lnTo>
                  <a:lnTo>
                    <a:pt x="747" y="854"/>
                  </a:lnTo>
                  <a:lnTo>
                    <a:pt x="754" y="851"/>
                  </a:lnTo>
                  <a:lnTo>
                    <a:pt x="757" y="851"/>
                  </a:lnTo>
                  <a:lnTo>
                    <a:pt x="761" y="851"/>
                  </a:lnTo>
                  <a:lnTo>
                    <a:pt x="762" y="851"/>
                  </a:lnTo>
                  <a:lnTo>
                    <a:pt x="764" y="851"/>
                  </a:lnTo>
                  <a:lnTo>
                    <a:pt x="766" y="851"/>
                  </a:lnTo>
                  <a:lnTo>
                    <a:pt x="767" y="851"/>
                  </a:lnTo>
                  <a:lnTo>
                    <a:pt x="769" y="851"/>
                  </a:lnTo>
                  <a:lnTo>
                    <a:pt x="771" y="852"/>
                  </a:lnTo>
                  <a:lnTo>
                    <a:pt x="774" y="854"/>
                  </a:lnTo>
                  <a:lnTo>
                    <a:pt x="776" y="854"/>
                  </a:lnTo>
                  <a:lnTo>
                    <a:pt x="778" y="854"/>
                  </a:lnTo>
                  <a:lnTo>
                    <a:pt x="779" y="854"/>
                  </a:lnTo>
                  <a:lnTo>
                    <a:pt x="781" y="854"/>
                  </a:lnTo>
                  <a:lnTo>
                    <a:pt x="783" y="851"/>
                  </a:lnTo>
                  <a:lnTo>
                    <a:pt x="784" y="851"/>
                  </a:lnTo>
                  <a:lnTo>
                    <a:pt x="786" y="851"/>
                  </a:lnTo>
                  <a:lnTo>
                    <a:pt x="786" y="849"/>
                  </a:lnTo>
                  <a:lnTo>
                    <a:pt x="786" y="847"/>
                  </a:lnTo>
                  <a:lnTo>
                    <a:pt x="786" y="845"/>
                  </a:lnTo>
                  <a:lnTo>
                    <a:pt x="784" y="845"/>
                  </a:lnTo>
                  <a:close/>
                  <a:moveTo>
                    <a:pt x="0" y="0"/>
                  </a:moveTo>
                  <a:lnTo>
                    <a:pt x="0" y="491"/>
                  </a:lnTo>
                  <a:lnTo>
                    <a:pt x="8" y="489"/>
                  </a:lnTo>
                  <a:lnTo>
                    <a:pt x="10" y="489"/>
                  </a:lnTo>
                  <a:lnTo>
                    <a:pt x="12" y="489"/>
                  </a:lnTo>
                  <a:lnTo>
                    <a:pt x="17" y="487"/>
                  </a:lnTo>
                  <a:lnTo>
                    <a:pt x="19" y="487"/>
                  </a:lnTo>
                  <a:lnTo>
                    <a:pt x="25" y="487"/>
                  </a:lnTo>
                  <a:lnTo>
                    <a:pt x="27" y="487"/>
                  </a:lnTo>
                  <a:lnTo>
                    <a:pt x="32" y="487"/>
                  </a:lnTo>
                  <a:lnTo>
                    <a:pt x="39" y="487"/>
                  </a:lnTo>
                  <a:lnTo>
                    <a:pt x="41" y="485"/>
                  </a:lnTo>
                  <a:lnTo>
                    <a:pt x="46" y="485"/>
                  </a:lnTo>
                  <a:lnTo>
                    <a:pt x="65" y="484"/>
                  </a:lnTo>
                  <a:lnTo>
                    <a:pt x="82" y="482"/>
                  </a:lnTo>
                  <a:lnTo>
                    <a:pt x="93" y="482"/>
                  </a:lnTo>
                  <a:lnTo>
                    <a:pt x="98" y="480"/>
                  </a:lnTo>
                  <a:lnTo>
                    <a:pt x="100" y="480"/>
                  </a:lnTo>
                  <a:lnTo>
                    <a:pt x="109" y="480"/>
                  </a:lnTo>
                  <a:lnTo>
                    <a:pt x="114" y="482"/>
                  </a:lnTo>
                  <a:lnTo>
                    <a:pt x="134" y="482"/>
                  </a:lnTo>
                  <a:lnTo>
                    <a:pt x="146" y="484"/>
                  </a:lnTo>
                  <a:lnTo>
                    <a:pt x="155" y="484"/>
                  </a:lnTo>
                  <a:lnTo>
                    <a:pt x="158" y="482"/>
                  </a:lnTo>
                  <a:lnTo>
                    <a:pt x="172" y="479"/>
                  </a:lnTo>
                  <a:lnTo>
                    <a:pt x="180" y="474"/>
                  </a:lnTo>
                  <a:lnTo>
                    <a:pt x="183" y="472"/>
                  </a:lnTo>
                  <a:lnTo>
                    <a:pt x="188" y="472"/>
                  </a:lnTo>
                  <a:lnTo>
                    <a:pt x="202" y="477"/>
                  </a:lnTo>
                  <a:lnTo>
                    <a:pt x="219" y="484"/>
                  </a:lnTo>
                  <a:lnTo>
                    <a:pt x="239" y="494"/>
                  </a:lnTo>
                  <a:lnTo>
                    <a:pt x="251" y="502"/>
                  </a:lnTo>
                  <a:lnTo>
                    <a:pt x="265" y="509"/>
                  </a:lnTo>
                  <a:lnTo>
                    <a:pt x="268" y="511"/>
                  </a:lnTo>
                  <a:lnTo>
                    <a:pt x="272" y="516"/>
                  </a:lnTo>
                  <a:lnTo>
                    <a:pt x="275" y="519"/>
                  </a:lnTo>
                  <a:lnTo>
                    <a:pt x="278" y="519"/>
                  </a:lnTo>
                  <a:lnTo>
                    <a:pt x="282" y="521"/>
                  </a:lnTo>
                  <a:lnTo>
                    <a:pt x="287" y="519"/>
                  </a:lnTo>
                  <a:lnTo>
                    <a:pt x="290" y="518"/>
                  </a:lnTo>
                  <a:lnTo>
                    <a:pt x="292" y="518"/>
                  </a:lnTo>
                  <a:lnTo>
                    <a:pt x="295" y="518"/>
                  </a:lnTo>
                  <a:lnTo>
                    <a:pt x="297" y="519"/>
                  </a:lnTo>
                  <a:lnTo>
                    <a:pt x="299" y="519"/>
                  </a:lnTo>
                  <a:lnTo>
                    <a:pt x="299" y="519"/>
                  </a:lnTo>
                  <a:lnTo>
                    <a:pt x="301" y="519"/>
                  </a:lnTo>
                  <a:lnTo>
                    <a:pt x="299" y="518"/>
                  </a:lnTo>
                  <a:lnTo>
                    <a:pt x="299" y="518"/>
                  </a:lnTo>
                  <a:lnTo>
                    <a:pt x="297" y="516"/>
                  </a:lnTo>
                  <a:lnTo>
                    <a:pt x="299" y="514"/>
                  </a:lnTo>
                  <a:lnTo>
                    <a:pt x="299" y="513"/>
                  </a:lnTo>
                  <a:lnTo>
                    <a:pt x="301" y="513"/>
                  </a:lnTo>
                  <a:lnTo>
                    <a:pt x="302" y="513"/>
                  </a:lnTo>
                  <a:lnTo>
                    <a:pt x="307" y="511"/>
                  </a:lnTo>
                  <a:lnTo>
                    <a:pt x="309" y="511"/>
                  </a:lnTo>
                  <a:lnTo>
                    <a:pt x="316" y="513"/>
                  </a:lnTo>
                  <a:lnTo>
                    <a:pt x="319" y="513"/>
                  </a:lnTo>
                  <a:lnTo>
                    <a:pt x="323" y="513"/>
                  </a:lnTo>
                  <a:lnTo>
                    <a:pt x="326" y="513"/>
                  </a:lnTo>
                  <a:lnTo>
                    <a:pt x="328" y="513"/>
                  </a:lnTo>
                  <a:lnTo>
                    <a:pt x="331" y="516"/>
                  </a:lnTo>
                  <a:lnTo>
                    <a:pt x="333" y="518"/>
                  </a:lnTo>
                  <a:lnTo>
                    <a:pt x="340" y="523"/>
                  </a:lnTo>
                  <a:lnTo>
                    <a:pt x="341" y="523"/>
                  </a:lnTo>
                  <a:lnTo>
                    <a:pt x="341" y="523"/>
                  </a:lnTo>
                  <a:lnTo>
                    <a:pt x="343" y="525"/>
                  </a:lnTo>
                  <a:lnTo>
                    <a:pt x="343" y="526"/>
                  </a:lnTo>
                  <a:lnTo>
                    <a:pt x="343" y="526"/>
                  </a:lnTo>
                  <a:lnTo>
                    <a:pt x="343" y="526"/>
                  </a:lnTo>
                  <a:lnTo>
                    <a:pt x="345" y="526"/>
                  </a:lnTo>
                  <a:lnTo>
                    <a:pt x="345" y="526"/>
                  </a:lnTo>
                  <a:lnTo>
                    <a:pt x="346" y="526"/>
                  </a:lnTo>
                  <a:lnTo>
                    <a:pt x="348" y="526"/>
                  </a:lnTo>
                  <a:lnTo>
                    <a:pt x="350" y="526"/>
                  </a:lnTo>
                  <a:lnTo>
                    <a:pt x="357" y="533"/>
                  </a:lnTo>
                  <a:lnTo>
                    <a:pt x="357" y="533"/>
                  </a:lnTo>
                  <a:lnTo>
                    <a:pt x="357" y="535"/>
                  </a:lnTo>
                  <a:lnTo>
                    <a:pt x="357" y="535"/>
                  </a:lnTo>
                  <a:lnTo>
                    <a:pt x="358" y="535"/>
                  </a:lnTo>
                  <a:lnTo>
                    <a:pt x="358" y="535"/>
                  </a:lnTo>
                  <a:lnTo>
                    <a:pt x="360" y="533"/>
                  </a:lnTo>
                  <a:lnTo>
                    <a:pt x="362" y="533"/>
                  </a:lnTo>
                  <a:lnTo>
                    <a:pt x="362" y="533"/>
                  </a:lnTo>
                  <a:lnTo>
                    <a:pt x="363" y="535"/>
                  </a:lnTo>
                  <a:lnTo>
                    <a:pt x="365" y="535"/>
                  </a:lnTo>
                  <a:lnTo>
                    <a:pt x="367" y="536"/>
                  </a:lnTo>
                  <a:lnTo>
                    <a:pt x="368" y="536"/>
                  </a:lnTo>
                  <a:lnTo>
                    <a:pt x="368" y="536"/>
                  </a:lnTo>
                  <a:lnTo>
                    <a:pt x="370" y="533"/>
                  </a:lnTo>
                  <a:lnTo>
                    <a:pt x="374" y="535"/>
                  </a:lnTo>
                  <a:lnTo>
                    <a:pt x="375" y="535"/>
                  </a:lnTo>
                  <a:lnTo>
                    <a:pt x="380" y="535"/>
                  </a:lnTo>
                  <a:lnTo>
                    <a:pt x="380" y="535"/>
                  </a:lnTo>
                  <a:lnTo>
                    <a:pt x="382" y="535"/>
                  </a:lnTo>
                  <a:lnTo>
                    <a:pt x="382" y="535"/>
                  </a:lnTo>
                  <a:lnTo>
                    <a:pt x="382" y="533"/>
                  </a:lnTo>
                  <a:lnTo>
                    <a:pt x="384" y="533"/>
                  </a:lnTo>
                  <a:lnTo>
                    <a:pt x="385" y="535"/>
                  </a:lnTo>
                  <a:lnTo>
                    <a:pt x="385" y="535"/>
                  </a:lnTo>
                  <a:lnTo>
                    <a:pt x="387" y="535"/>
                  </a:lnTo>
                  <a:lnTo>
                    <a:pt x="387" y="533"/>
                  </a:lnTo>
                  <a:lnTo>
                    <a:pt x="385" y="531"/>
                  </a:lnTo>
                  <a:lnTo>
                    <a:pt x="384" y="531"/>
                  </a:lnTo>
                  <a:lnTo>
                    <a:pt x="382" y="531"/>
                  </a:lnTo>
                  <a:lnTo>
                    <a:pt x="380" y="531"/>
                  </a:lnTo>
                  <a:lnTo>
                    <a:pt x="380" y="530"/>
                  </a:lnTo>
                  <a:lnTo>
                    <a:pt x="380" y="528"/>
                  </a:lnTo>
                  <a:lnTo>
                    <a:pt x="382" y="528"/>
                  </a:lnTo>
                  <a:lnTo>
                    <a:pt x="382" y="528"/>
                  </a:lnTo>
                  <a:lnTo>
                    <a:pt x="384" y="528"/>
                  </a:lnTo>
                  <a:lnTo>
                    <a:pt x="385" y="526"/>
                  </a:lnTo>
                  <a:lnTo>
                    <a:pt x="387" y="528"/>
                  </a:lnTo>
                  <a:lnTo>
                    <a:pt x="387" y="530"/>
                  </a:lnTo>
                  <a:lnTo>
                    <a:pt x="387" y="530"/>
                  </a:lnTo>
                  <a:lnTo>
                    <a:pt x="389" y="530"/>
                  </a:lnTo>
                  <a:lnTo>
                    <a:pt x="392" y="531"/>
                  </a:lnTo>
                  <a:lnTo>
                    <a:pt x="392" y="531"/>
                  </a:lnTo>
                  <a:lnTo>
                    <a:pt x="394" y="531"/>
                  </a:lnTo>
                  <a:lnTo>
                    <a:pt x="394" y="530"/>
                  </a:lnTo>
                  <a:lnTo>
                    <a:pt x="394" y="528"/>
                  </a:lnTo>
                  <a:lnTo>
                    <a:pt x="396" y="526"/>
                  </a:lnTo>
                  <a:lnTo>
                    <a:pt x="397" y="526"/>
                  </a:lnTo>
                  <a:lnTo>
                    <a:pt x="399" y="526"/>
                  </a:lnTo>
                  <a:lnTo>
                    <a:pt x="401" y="526"/>
                  </a:lnTo>
                  <a:lnTo>
                    <a:pt x="402" y="526"/>
                  </a:lnTo>
                  <a:lnTo>
                    <a:pt x="404" y="528"/>
                  </a:lnTo>
                  <a:lnTo>
                    <a:pt x="402" y="528"/>
                  </a:lnTo>
                  <a:lnTo>
                    <a:pt x="402" y="530"/>
                  </a:lnTo>
                  <a:lnTo>
                    <a:pt x="402" y="530"/>
                  </a:lnTo>
                  <a:lnTo>
                    <a:pt x="402" y="530"/>
                  </a:lnTo>
                  <a:lnTo>
                    <a:pt x="402" y="531"/>
                  </a:lnTo>
                  <a:lnTo>
                    <a:pt x="404" y="531"/>
                  </a:lnTo>
                  <a:lnTo>
                    <a:pt x="404" y="531"/>
                  </a:lnTo>
                  <a:lnTo>
                    <a:pt x="404" y="533"/>
                  </a:lnTo>
                  <a:lnTo>
                    <a:pt x="404" y="533"/>
                  </a:lnTo>
                  <a:lnTo>
                    <a:pt x="404" y="533"/>
                  </a:lnTo>
                  <a:lnTo>
                    <a:pt x="404" y="533"/>
                  </a:lnTo>
                  <a:lnTo>
                    <a:pt x="406" y="535"/>
                  </a:lnTo>
                  <a:lnTo>
                    <a:pt x="406" y="535"/>
                  </a:lnTo>
                  <a:lnTo>
                    <a:pt x="408" y="535"/>
                  </a:lnTo>
                  <a:lnTo>
                    <a:pt x="409" y="536"/>
                  </a:lnTo>
                  <a:lnTo>
                    <a:pt x="411" y="536"/>
                  </a:lnTo>
                  <a:lnTo>
                    <a:pt x="411" y="536"/>
                  </a:lnTo>
                  <a:lnTo>
                    <a:pt x="411" y="538"/>
                  </a:lnTo>
                  <a:lnTo>
                    <a:pt x="411" y="540"/>
                  </a:lnTo>
                  <a:lnTo>
                    <a:pt x="411" y="540"/>
                  </a:lnTo>
                  <a:lnTo>
                    <a:pt x="413" y="540"/>
                  </a:lnTo>
                  <a:lnTo>
                    <a:pt x="413" y="540"/>
                  </a:lnTo>
                  <a:lnTo>
                    <a:pt x="414" y="540"/>
                  </a:lnTo>
                  <a:lnTo>
                    <a:pt x="414" y="538"/>
                  </a:lnTo>
                  <a:lnTo>
                    <a:pt x="416" y="538"/>
                  </a:lnTo>
                  <a:lnTo>
                    <a:pt x="416" y="538"/>
                  </a:lnTo>
                  <a:lnTo>
                    <a:pt x="418" y="542"/>
                  </a:lnTo>
                  <a:lnTo>
                    <a:pt x="421" y="545"/>
                  </a:lnTo>
                  <a:lnTo>
                    <a:pt x="423" y="545"/>
                  </a:lnTo>
                  <a:lnTo>
                    <a:pt x="423" y="547"/>
                  </a:lnTo>
                  <a:lnTo>
                    <a:pt x="426" y="550"/>
                  </a:lnTo>
                  <a:lnTo>
                    <a:pt x="426" y="550"/>
                  </a:lnTo>
                  <a:lnTo>
                    <a:pt x="426" y="552"/>
                  </a:lnTo>
                  <a:lnTo>
                    <a:pt x="425" y="553"/>
                  </a:lnTo>
                  <a:lnTo>
                    <a:pt x="423" y="553"/>
                  </a:lnTo>
                  <a:lnTo>
                    <a:pt x="423" y="553"/>
                  </a:lnTo>
                  <a:lnTo>
                    <a:pt x="421" y="552"/>
                  </a:lnTo>
                  <a:lnTo>
                    <a:pt x="421" y="552"/>
                  </a:lnTo>
                  <a:lnTo>
                    <a:pt x="419" y="555"/>
                  </a:lnTo>
                  <a:lnTo>
                    <a:pt x="419" y="557"/>
                  </a:lnTo>
                  <a:lnTo>
                    <a:pt x="419" y="557"/>
                  </a:lnTo>
                  <a:lnTo>
                    <a:pt x="419" y="559"/>
                  </a:lnTo>
                  <a:lnTo>
                    <a:pt x="419" y="560"/>
                  </a:lnTo>
                  <a:lnTo>
                    <a:pt x="419" y="560"/>
                  </a:lnTo>
                  <a:lnTo>
                    <a:pt x="419" y="562"/>
                  </a:lnTo>
                  <a:lnTo>
                    <a:pt x="419" y="562"/>
                  </a:lnTo>
                  <a:lnTo>
                    <a:pt x="418" y="562"/>
                  </a:lnTo>
                  <a:lnTo>
                    <a:pt x="418" y="564"/>
                  </a:lnTo>
                  <a:lnTo>
                    <a:pt x="418" y="564"/>
                  </a:lnTo>
                  <a:lnTo>
                    <a:pt x="419" y="564"/>
                  </a:lnTo>
                  <a:lnTo>
                    <a:pt x="419" y="564"/>
                  </a:lnTo>
                  <a:lnTo>
                    <a:pt x="421" y="564"/>
                  </a:lnTo>
                  <a:lnTo>
                    <a:pt x="423" y="564"/>
                  </a:lnTo>
                  <a:lnTo>
                    <a:pt x="423" y="564"/>
                  </a:lnTo>
                  <a:lnTo>
                    <a:pt x="423" y="564"/>
                  </a:lnTo>
                  <a:lnTo>
                    <a:pt x="423" y="562"/>
                  </a:lnTo>
                  <a:lnTo>
                    <a:pt x="426" y="560"/>
                  </a:lnTo>
                  <a:lnTo>
                    <a:pt x="426" y="560"/>
                  </a:lnTo>
                  <a:lnTo>
                    <a:pt x="428" y="560"/>
                  </a:lnTo>
                  <a:lnTo>
                    <a:pt x="430" y="560"/>
                  </a:lnTo>
                  <a:lnTo>
                    <a:pt x="431" y="560"/>
                  </a:lnTo>
                  <a:lnTo>
                    <a:pt x="433" y="559"/>
                  </a:lnTo>
                  <a:lnTo>
                    <a:pt x="433" y="557"/>
                  </a:lnTo>
                  <a:lnTo>
                    <a:pt x="435" y="557"/>
                  </a:lnTo>
                  <a:lnTo>
                    <a:pt x="436" y="557"/>
                  </a:lnTo>
                  <a:lnTo>
                    <a:pt x="438" y="559"/>
                  </a:lnTo>
                  <a:lnTo>
                    <a:pt x="438" y="557"/>
                  </a:lnTo>
                  <a:lnTo>
                    <a:pt x="440" y="557"/>
                  </a:lnTo>
                  <a:lnTo>
                    <a:pt x="440" y="557"/>
                  </a:lnTo>
                  <a:lnTo>
                    <a:pt x="441" y="557"/>
                  </a:lnTo>
                  <a:lnTo>
                    <a:pt x="441" y="557"/>
                  </a:lnTo>
                  <a:lnTo>
                    <a:pt x="443" y="557"/>
                  </a:lnTo>
                  <a:lnTo>
                    <a:pt x="448" y="560"/>
                  </a:lnTo>
                  <a:lnTo>
                    <a:pt x="450" y="562"/>
                  </a:lnTo>
                  <a:lnTo>
                    <a:pt x="453" y="565"/>
                  </a:lnTo>
                  <a:lnTo>
                    <a:pt x="455" y="569"/>
                  </a:lnTo>
                  <a:lnTo>
                    <a:pt x="457" y="574"/>
                  </a:lnTo>
                  <a:lnTo>
                    <a:pt x="457" y="575"/>
                  </a:lnTo>
                  <a:lnTo>
                    <a:pt x="455" y="577"/>
                  </a:lnTo>
                  <a:lnTo>
                    <a:pt x="455" y="579"/>
                  </a:lnTo>
                  <a:lnTo>
                    <a:pt x="453" y="581"/>
                  </a:lnTo>
                  <a:lnTo>
                    <a:pt x="453" y="581"/>
                  </a:lnTo>
                  <a:lnTo>
                    <a:pt x="452" y="582"/>
                  </a:lnTo>
                  <a:lnTo>
                    <a:pt x="452" y="584"/>
                  </a:lnTo>
                  <a:lnTo>
                    <a:pt x="450" y="584"/>
                  </a:lnTo>
                  <a:lnTo>
                    <a:pt x="450" y="586"/>
                  </a:lnTo>
                  <a:lnTo>
                    <a:pt x="450" y="587"/>
                  </a:lnTo>
                  <a:lnTo>
                    <a:pt x="448" y="586"/>
                  </a:lnTo>
                  <a:lnTo>
                    <a:pt x="448" y="586"/>
                  </a:lnTo>
                  <a:lnTo>
                    <a:pt x="448" y="584"/>
                  </a:lnTo>
                  <a:lnTo>
                    <a:pt x="448" y="584"/>
                  </a:lnTo>
                  <a:lnTo>
                    <a:pt x="448" y="582"/>
                  </a:lnTo>
                  <a:lnTo>
                    <a:pt x="448" y="582"/>
                  </a:lnTo>
                  <a:lnTo>
                    <a:pt x="448" y="581"/>
                  </a:lnTo>
                  <a:lnTo>
                    <a:pt x="450" y="579"/>
                  </a:lnTo>
                  <a:lnTo>
                    <a:pt x="448" y="579"/>
                  </a:lnTo>
                  <a:lnTo>
                    <a:pt x="441" y="579"/>
                  </a:lnTo>
                  <a:lnTo>
                    <a:pt x="438" y="579"/>
                  </a:lnTo>
                  <a:lnTo>
                    <a:pt x="436" y="579"/>
                  </a:lnTo>
                  <a:lnTo>
                    <a:pt x="436" y="579"/>
                  </a:lnTo>
                  <a:lnTo>
                    <a:pt x="436" y="581"/>
                  </a:lnTo>
                  <a:lnTo>
                    <a:pt x="440" y="584"/>
                  </a:lnTo>
                  <a:lnTo>
                    <a:pt x="441" y="587"/>
                  </a:lnTo>
                  <a:lnTo>
                    <a:pt x="441" y="589"/>
                  </a:lnTo>
                  <a:lnTo>
                    <a:pt x="441" y="591"/>
                  </a:lnTo>
                  <a:lnTo>
                    <a:pt x="441" y="592"/>
                  </a:lnTo>
                  <a:lnTo>
                    <a:pt x="438" y="592"/>
                  </a:lnTo>
                  <a:lnTo>
                    <a:pt x="438" y="594"/>
                  </a:lnTo>
                  <a:lnTo>
                    <a:pt x="436" y="596"/>
                  </a:lnTo>
                  <a:lnTo>
                    <a:pt x="436" y="596"/>
                  </a:lnTo>
                  <a:lnTo>
                    <a:pt x="436" y="598"/>
                  </a:lnTo>
                  <a:lnTo>
                    <a:pt x="438" y="598"/>
                  </a:lnTo>
                  <a:lnTo>
                    <a:pt x="441" y="598"/>
                  </a:lnTo>
                  <a:lnTo>
                    <a:pt x="443" y="599"/>
                  </a:lnTo>
                  <a:lnTo>
                    <a:pt x="443" y="599"/>
                  </a:lnTo>
                  <a:lnTo>
                    <a:pt x="443" y="599"/>
                  </a:lnTo>
                  <a:lnTo>
                    <a:pt x="445" y="599"/>
                  </a:lnTo>
                  <a:lnTo>
                    <a:pt x="445" y="598"/>
                  </a:lnTo>
                  <a:lnTo>
                    <a:pt x="447" y="598"/>
                  </a:lnTo>
                  <a:lnTo>
                    <a:pt x="447" y="599"/>
                  </a:lnTo>
                  <a:lnTo>
                    <a:pt x="448" y="599"/>
                  </a:lnTo>
                  <a:lnTo>
                    <a:pt x="448" y="601"/>
                  </a:lnTo>
                  <a:lnTo>
                    <a:pt x="448" y="603"/>
                  </a:lnTo>
                  <a:lnTo>
                    <a:pt x="448" y="604"/>
                  </a:lnTo>
                  <a:lnTo>
                    <a:pt x="445" y="604"/>
                  </a:lnTo>
                  <a:lnTo>
                    <a:pt x="443" y="606"/>
                  </a:lnTo>
                  <a:lnTo>
                    <a:pt x="445" y="606"/>
                  </a:lnTo>
                  <a:lnTo>
                    <a:pt x="445" y="608"/>
                  </a:lnTo>
                  <a:lnTo>
                    <a:pt x="448" y="606"/>
                  </a:lnTo>
                  <a:lnTo>
                    <a:pt x="450" y="608"/>
                  </a:lnTo>
                  <a:lnTo>
                    <a:pt x="452" y="608"/>
                  </a:lnTo>
                  <a:lnTo>
                    <a:pt x="452" y="608"/>
                  </a:lnTo>
                  <a:lnTo>
                    <a:pt x="453" y="613"/>
                  </a:lnTo>
                  <a:lnTo>
                    <a:pt x="453" y="615"/>
                  </a:lnTo>
                  <a:lnTo>
                    <a:pt x="453" y="616"/>
                  </a:lnTo>
                  <a:lnTo>
                    <a:pt x="455" y="618"/>
                  </a:lnTo>
                  <a:lnTo>
                    <a:pt x="460" y="621"/>
                  </a:lnTo>
                  <a:lnTo>
                    <a:pt x="460" y="620"/>
                  </a:lnTo>
                  <a:lnTo>
                    <a:pt x="462" y="620"/>
                  </a:lnTo>
                  <a:lnTo>
                    <a:pt x="462" y="618"/>
                  </a:lnTo>
                  <a:lnTo>
                    <a:pt x="462" y="618"/>
                  </a:lnTo>
                  <a:lnTo>
                    <a:pt x="462" y="616"/>
                  </a:lnTo>
                  <a:lnTo>
                    <a:pt x="462" y="618"/>
                  </a:lnTo>
                  <a:lnTo>
                    <a:pt x="464" y="618"/>
                  </a:lnTo>
                  <a:lnTo>
                    <a:pt x="464" y="618"/>
                  </a:lnTo>
                  <a:lnTo>
                    <a:pt x="465" y="618"/>
                  </a:lnTo>
                  <a:lnTo>
                    <a:pt x="467" y="618"/>
                  </a:lnTo>
                  <a:lnTo>
                    <a:pt x="469" y="616"/>
                  </a:lnTo>
                  <a:lnTo>
                    <a:pt x="472" y="616"/>
                  </a:lnTo>
                  <a:lnTo>
                    <a:pt x="477" y="620"/>
                  </a:lnTo>
                  <a:lnTo>
                    <a:pt x="482" y="621"/>
                  </a:lnTo>
                  <a:lnTo>
                    <a:pt x="482" y="621"/>
                  </a:lnTo>
                  <a:lnTo>
                    <a:pt x="486" y="625"/>
                  </a:lnTo>
                  <a:lnTo>
                    <a:pt x="486" y="623"/>
                  </a:lnTo>
                  <a:lnTo>
                    <a:pt x="486" y="623"/>
                  </a:lnTo>
                  <a:lnTo>
                    <a:pt x="487" y="623"/>
                  </a:lnTo>
                  <a:lnTo>
                    <a:pt x="487" y="623"/>
                  </a:lnTo>
                  <a:lnTo>
                    <a:pt x="487" y="621"/>
                  </a:lnTo>
                  <a:lnTo>
                    <a:pt x="486" y="621"/>
                  </a:lnTo>
                  <a:lnTo>
                    <a:pt x="486" y="621"/>
                  </a:lnTo>
                  <a:lnTo>
                    <a:pt x="486" y="620"/>
                  </a:lnTo>
                  <a:lnTo>
                    <a:pt x="486" y="620"/>
                  </a:lnTo>
                  <a:lnTo>
                    <a:pt x="484" y="620"/>
                  </a:lnTo>
                  <a:lnTo>
                    <a:pt x="482" y="620"/>
                  </a:lnTo>
                  <a:lnTo>
                    <a:pt x="481" y="618"/>
                  </a:lnTo>
                  <a:lnTo>
                    <a:pt x="481" y="618"/>
                  </a:lnTo>
                  <a:lnTo>
                    <a:pt x="481" y="616"/>
                  </a:lnTo>
                  <a:lnTo>
                    <a:pt x="484" y="616"/>
                  </a:lnTo>
                  <a:lnTo>
                    <a:pt x="489" y="618"/>
                  </a:lnTo>
                  <a:lnTo>
                    <a:pt x="491" y="618"/>
                  </a:lnTo>
                  <a:lnTo>
                    <a:pt x="492" y="618"/>
                  </a:lnTo>
                  <a:lnTo>
                    <a:pt x="492" y="620"/>
                  </a:lnTo>
                  <a:lnTo>
                    <a:pt x="494" y="621"/>
                  </a:lnTo>
                  <a:lnTo>
                    <a:pt x="494" y="623"/>
                  </a:lnTo>
                  <a:lnTo>
                    <a:pt x="492" y="623"/>
                  </a:lnTo>
                  <a:lnTo>
                    <a:pt x="491" y="623"/>
                  </a:lnTo>
                  <a:lnTo>
                    <a:pt x="489" y="623"/>
                  </a:lnTo>
                  <a:lnTo>
                    <a:pt x="491" y="625"/>
                  </a:lnTo>
                  <a:lnTo>
                    <a:pt x="491" y="625"/>
                  </a:lnTo>
                  <a:lnTo>
                    <a:pt x="492" y="626"/>
                  </a:lnTo>
                  <a:lnTo>
                    <a:pt x="494" y="626"/>
                  </a:lnTo>
                  <a:lnTo>
                    <a:pt x="498" y="630"/>
                  </a:lnTo>
                  <a:lnTo>
                    <a:pt x="499" y="632"/>
                  </a:lnTo>
                  <a:lnTo>
                    <a:pt x="501" y="633"/>
                  </a:lnTo>
                  <a:lnTo>
                    <a:pt x="503" y="637"/>
                  </a:lnTo>
                  <a:lnTo>
                    <a:pt x="504" y="643"/>
                  </a:lnTo>
                  <a:lnTo>
                    <a:pt x="504" y="645"/>
                  </a:lnTo>
                  <a:lnTo>
                    <a:pt x="506" y="647"/>
                  </a:lnTo>
                  <a:lnTo>
                    <a:pt x="506" y="650"/>
                  </a:lnTo>
                  <a:lnTo>
                    <a:pt x="504" y="652"/>
                  </a:lnTo>
                  <a:lnTo>
                    <a:pt x="504" y="654"/>
                  </a:lnTo>
                  <a:lnTo>
                    <a:pt x="504" y="655"/>
                  </a:lnTo>
                  <a:lnTo>
                    <a:pt x="504" y="657"/>
                  </a:lnTo>
                  <a:lnTo>
                    <a:pt x="503" y="657"/>
                  </a:lnTo>
                  <a:lnTo>
                    <a:pt x="504" y="659"/>
                  </a:lnTo>
                  <a:lnTo>
                    <a:pt x="506" y="659"/>
                  </a:lnTo>
                  <a:lnTo>
                    <a:pt x="508" y="660"/>
                  </a:lnTo>
                  <a:lnTo>
                    <a:pt x="509" y="662"/>
                  </a:lnTo>
                  <a:lnTo>
                    <a:pt x="509" y="662"/>
                  </a:lnTo>
                  <a:lnTo>
                    <a:pt x="511" y="664"/>
                  </a:lnTo>
                  <a:lnTo>
                    <a:pt x="513" y="664"/>
                  </a:lnTo>
                  <a:lnTo>
                    <a:pt x="518" y="667"/>
                  </a:lnTo>
                  <a:lnTo>
                    <a:pt x="523" y="672"/>
                  </a:lnTo>
                  <a:lnTo>
                    <a:pt x="528" y="677"/>
                  </a:lnTo>
                  <a:lnTo>
                    <a:pt x="530" y="679"/>
                  </a:lnTo>
                  <a:lnTo>
                    <a:pt x="531" y="679"/>
                  </a:lnTo>
                  <a:lnTo>
                    <a:pt x="533" y="681"/>
                  </a:lnTo>
                  <a:lnTo>
                    <a:pt x="535" y="686"/>
                  </a:lnTo>
                  <a:lnTo>
                    <a:pt x="538" y="688"/>
                  </a:lnTo>
                  <a:lnTo>
                    <a:pt x="540" y="689"/>
                  </a:lnTo>
                  <a:lnTo>
                    <a:pt x="540" y="691"/>
                  </a:lnTo>
                  <a:lnTo>
                    <a:pt x="540" y="694"/>
                  </a:lnTo>
                  <a:lnTo>
                    <a:pt x="540" y="696"/>
                  </a:lnTo>
                  <a:lnTo>
                    <a:pt x="540" y="696"/>
                  </a:lnTo>
                  <a:lnTo>
                    <a:pt x="540" y="698"/>
                  </a:lnTo>
                  <a:lnTo>
                    <a:pt x="540" y="698"/>
                  </a:lnTo>
                  <a:lnTo>
                    <a:pt x="540" y="699"/>
                  </a:lnTo>
                  <a:lnTo>
                    <a:pt x="540" y="701"/>
                  </a:lnTo>
                  <a:lnTo>
                    <a:pt x="538" y="701"/>
                  </a:lnTo>
                  <a:lnTo>
                    <a:pt x="537" y="701"/>
                  </a:lnTo>
                  <a:lnTo>
                    <a:pt x="537" y="703"/>
                  </a:lnTo>
                  <a:lnTo>
                    <a:pt x="538" y="703"/>
                  </a:lnTo>
                  <a:lnTo>
                    <a:pt x="540" y="705"/>
                  </a:lnTo>
                  <a:lnTo>
                    <a:pt x="543" y="705"/>
                  </a:lnTo>
                  <a:lnTo>
                    <a:pt x="545" y="708"/>
                  </a:lnTo>
                  <a:lnTo>
                    <a:pt x="547" y="713"/>
                  </a:lnTo>
                  <a:lnTo>
                    <a:pt x="548" y="725"/>
                  </a:lnTo>
                  <a:lnTo>
                    <a:pt x="548" y="727"/>
                  </a:lnTo>
                  <a:lnTo>
                    <a:pt x="550" y="728"/>
                  </a:lnTo>
                  <a:lnTo>
                    <a:pt x="550" y="730"/>
                  </a:lnTo>
                  <a:lnTo>
                    <a:pt x="552" y="732"/>
                  </a:lnTo>
                  <a:lnTo>
                    <a:pt x="550" y="732"/>
                  </a:lnTo>
                  <a:lnTo>
                    <a:pt x="550" y="733"/>
                  </a:lnTo>
                  <a:lnTo>
                    <a:pt x="550" y="733"/>
                  </a:lnTo>
                  <a:lnTo>
                    <a:pt x="550" y="735"/>
                  </a:lnTo>
                  <a:lnTo>
                    <a:pt x="550" y="735"/>
                  </a:lnTo>
                  <a:lnTo>
                    <a:pt x="550" y="735"/>
                  </a:lnTo>
                  <a:lnTo>
                    <a:pt x="550" y="737"/>
                  </a:lnTo>
                  <a:lnTo>
                    <a:pt x="550" y="737"/>
                  </a:lnTo>
                  <a:lnTo>
                    <a:pt x="550" y="739"/>
                  </a:lnTo>
                  <a:lnTo>
                    <a:pt x="550" y="739"/>
                  </a:lnTo>
                  <a:lnTo>
                    <a:pt x="552" y="740"/>
                  </a:lnTo>
                  <a:lnTo>
                    <a:pt x="552" y="739"/>
                  </a:lnTo>
                  <a:lnTo>
                    <a:pt x="552" y="739"/>
                  </a:lnTo>
                  <a:lnTo>
                    <a:pt x="554" y="739"/>
                  </a:lnTo>
                  <a:lnTo>
                    <a:pt x="554" y="737"/>
                  </a:lnTo>
                  <a:lnTo>
                    <a:pt x="554" y="737"/>
                  </a:lnTo>
                  <a:lnTo>
                    <a:pt x="555" y="737"/>
                  </a:lnTo>
                  <a:lnTo>
                    <a:pt x="555" y="737"/>
                  </a:lnTo>
                  <a:lnTo>
                    <a:pt x="555" y="739"/>
                  </a:lnTo>
                  <a:lnTo>
                    <a:pt x="555" y="740"/>
                  </a:lnTo>
                  <a:lnTo>
                    <a:pt x="555" y="742"/>
                  </a:lnTo>
                  <a:lnTo>
                    <a:pt x="559" y="742"/>
                  </a:lnTo>
                  <a:lnTo>
                    <a:pt x="560" y="742"/>
                  </a:lnTo>
                  <a:lnTo>
                    <a:pt x="560" y="744"/>
                  </a:lnTo>
                  <a:lnTo>
                    <a:pt x="555" y="744"/>
                  </a:lnTo>
                  <a:lnTo>
                    <a:pt x="554" y="745"/>
                  </a:lnTo>
                  <a:lnTo>
                    <a:pt x="552" y="745"/>
                  </a:lnTo>
                  <a:lnTo>
                    <a:pt x="550" y="745"/>
                  </a:lnTo>
                  <a:lnTo>
                    <a:pt x="548" y="744"/>
                  </a:lnTo>
                  <a:lnTo>
                    <a:pt x="547" y="742"/>
                  </a:lnTo>
                  <a:lnTo>
                    <a:pt x="547" y="742"/>
                  </a:lnTo>
                  <a:lnTo>
                    <a:pt x="547" y="740"/>
                  </a:lnTo>
                  <a:lnTo>
                    <a:pt x="547" y="740"/>
                  </a:lnTo>
                  <a:lnTo>
                    <a:pt x="545" y="739"/>
                  </a:lnTo>
                  <a:lnTo>
                    <a:pt x="543" y="739"/>
                  </a:lnTo>
                  <a:lnTo>
                    <a:pt x="543" y="737"/>
                  </a:lnTo>
                  <a:lnTo>
                    <a:pt x="543" y="735"/>
                  </a:lnTo>
                  <a:lnTo>
                    <a:pt x="545" y="735"/>
                  </a:lnTo>
                  <a:lnTo>
                    <a:pt x="543" y="735"/>
                  </a:lnTo>
                  <a:lnTo>
                    <a:pt x="538" y="733"/>
                  </a:lnTo>
                  <a:lnTo>
                    <a:pt x="537" y="733"/>
                  </a:lnTo>
                  <a:lnTo>
                    <a:pt x="535" y="732"/>
                  </a:lnTo>
                  <a:lnTo>
                    <a:pt x="535" y="730"/>
                  </a:lnTo>
                  <a:lnTo>
                    <a:pt x="535" y="728"/>
                  </a:lnTo>
                  <a:lnTo>
                    <a:pt x="537" y="727"/>
                  </a:lnTo>
                  <a:lnTo>
                    <a:pt x="535" y="727"/>
                  </a:lnTo>
                  <a:lnTo>
                    <a:pt x="535" y="727"/>
                  </a:lnTo>
                  <a:lnTo>
                    <a:pt x="533" y="728"/>
                  </a:lnTo>
                  <a:lnTo>
                    <a:pt x="533" y="728"/>
                  </a:lnTo>
                  <a:lnTo>
                    <a:pt x="533" y="730"/>
                  </a:lnTo>
                  <a:lnTo>
                    <a:pt x="531" y="730"/>
                  </a:lnTo>
                  <a:lnTo>
                    <a:pt x="531" y="732"/>
                  </a:lnTo>
                  <a:lnTo>
                    <a:pt x="530" y="733"/>
                  </a:lnTo>
                  <a:lnTo>
                    <a:pt x="530" y="735"/>
                  </a:lnTo>
                  <a:lnTo>
                    <a:pt x="530" y="737"/>
                  </a:lnTo>
                  <a:lnTo>
                    <a:pt x="526" y="739"/>
                  </a:lnTo>
                  <a:lnTo>
                    <a:pt x="526" y="740"/>
                  </a:lnTo>
                  <a:lnTo>
                    <a:pt x="528" y="742"/>
                  </a:lnTo>
                  <a:lnTo>
                    <a:pt x="528" y="740"/>
                  </a:lnTo>
                  <a:lnTo>
                    <a:pt x="530" y="740"/>
                  </a:lnTo>
                  <a:lnTo>
                    <a:pt x="531" y="739"/>
                  </a:lnTo>
                  <a:lnTo>
                    <a:pt x="533" y="739"/>
                  </a:lnTo>
                  <a:lnTo>
                    <a:pt x="535" y="739"/>
                  </a:lnTo>
                  <a:lnTo>
                    <a:pt x="537" y="739"/>
                  </a:lnTo>
                  <a:lnTo>
                    <a:pt x="538" y="739"/>
                  </a:lnTo>
                  <a:lnTo>
                    <a:pt x="542" y="740"/>
                  </a:lnTo>
                  <a:lnTo>
                    <a:pt x="545" y="744"/>
                  </a:lnTo>
                  <a:lnTo>
                    <a:pt x="547" y="744"/>
                  </a:lnTo>
                  <a:lnTo>
                    <a:pt x="547" y="745"/>
                  </a:lnTo>
                  <a:lnTo>
                    <a:pt x="545" y="749"/>
                  </a:lnTo>
                  <a:lnTo>
                    <a:pt x="545" y="749"/>
                  </a:lnTo>
                  <a:lnTo>
                    <a:pt x="548" y="749"/>
                  </a:lnTo>
                  <a:lnTo>
                    <a:pt x="548" y="749"/>
                  </a:lnTo>
                  <a:lnTo>
                    <a:pt x="550" y="749"/>
                  </a:lnTo>
                  <a:lnTo>
                    <a:pt x="554" y="750"/>
                  </a:lnTo>
                  <a:lnTo>
                    <a:pt x="557" y="752"/>
                  </a:lnTo>
                  <a:lnTo>
                    <a:pt x="559" y="754"/>
                  </a:lnTo>
                  <a:lnTo>
                    <a:pt x="560" y="757"/>
                  </a:lnTo>
                  <a:lnTo>
                    <a:pt x="569" y="766"/>
                  </a:lnTo>
                  <a:lnTo>
                    <a:pt x="571" y="767"/>
                  </a:lnTo>
                  <a:lnTo>
                    <a:pt x="571" y="769"/>
                  </a:lnTo>
                  <a:lnTo>
                    <a:pt x="571" y="771"/>
                  </a:lnTo>
                  <a:lnTo>
                    <a:pt x="571" y="771"/>
                  </a:lnTo>
                  <a:lnTo>
                    <a:pt x="572" y="771"/>
                  </a:lnTo>
                  <a:lnTo>
                    <a:pt x="576" y="771"/>
                  </a:lnTo>
                  <a:lnTo>
                    <a:pt x="576" y="771"/>
                  </a:lnTo>
                  <a:lnTo>
                    <a:pt x="576" y="771"/>
                  </a:lnTo>
                  <a:lnTo>
                    <a:pt x="576" y="769"/>
                  </a:lnTo>
                  <a:lnTo>
                    <a:pt x="576" y="769"/>
                  </a:lnTo>
                  <a:lnTo>
                    <a:pt x="576" y="769"/>
                  </a:lnTo>
                  <a:lnTo>
                    <a:pt x="577" y="769"/>
                  </a:lnTo>
                  <a:lnTo>
                    <a:pt x="577" y="767"/>
                  </a:lnTo>
                  <a:lnTo>
                    <a:pt x="577" y="766"/>
                  </a:lnTo>
                  <a:lnTo>
                    <a:pt x="581" y="764"/>
                  </a:lnTo>
                  <a:lnTo>
                    <a:pt x="584" y="764"/>
                  </a:lnTo>
                  <a:lnTo>
                    <a:pt x="588" y="764"/>
                  </a:lnTo>
                  <a:lnTo>
                    <a:pt x="591" y="767"/>
                  </a:lnTo>
                  <a:lnTo>
                    <a:pt x="591" y="769"/>
                  </a:lnTo>
                  <a:lnTo>
                    <a:pt x="591" y="769"/>
                  </a:lnTo>
                  <a:lnTo>
                    <a:pt x="591" y="769"/>
                  </a:lnTo>
                  <a:lnTo>
                    <a:pt x="593" y="769"/>
                  </a:lnTo>
                  <a:lnTo>
                    <a:pt x="594" y="771"/>
                  </a:lnTo>
                  <a:lnTo>
                    <a:pt x="596" y="771"/>
                  </a:lnTo>
                  <a:lnTo>
                    <a:pt x="596" y="772"/>
                  </a:lnTo>
                  <a:lnTo>
                    <a:pt x="598" y="776"/>
                  </a:lnTo>
                  <a:lnTo>
                    <a:pt x="599" y="776"/>
                  </a:lnTo>
                  <a:lnTo>
                    <a:pt x="601" y="776"/>
                  </a:lnTo>
                  <a:lnTo>
                    <a:pt x="603" y="774"/>
                  </a:lnTo>
                  <a:lnTo>
                    <a:pt x="604" y="774"/>
                  </a:lnTo>
                  <a:lnTo>
                    <a:pt x="603" y="772"/>
                  </a:lnTo>
                  <a:lnTo>
                    <a:pt x="603" y="772"/>
                  </a:lnTo>
                  <a:lnTo>
                    <a:pt x="603" y="771"/>
                  </a:lnTo>
                  <a:lnTo>
                    <a:pt x="603" y="771"/>
                  </a:lnTo>
                  <a:lnTo>
                    <a:pt x="601" y="766"/>
                  </a:lnTo>
                  <a:lnTo>
                    <a:pt x="601" y="764"/>
                  </a:lnTo>
                  <a:lnTo>
                    <a:pt x="601" y="762"/>
                  </a:lnTo>
                  <a:lnTo>
                    <a:pt x="603" y="761"/>
                  </a:lnTo>
                  <a:lnTo>
                    <a:pt x="604" y="761"/>
                  </a:lnTo>
                  <a:lnTo>
                    <a:pt x="604" y="759"/>
                  </a:lnTo>
                  <a:lnTo>
                    <a:pt x="604" y="755"/>
                  </a:lnTo>
                  <a:lnTo>
                    <a:pt x="604" y="754"/>
                  </a:lnTo>
                  <a:lnTo>
                    <a:pt x="604" y="752"/>
                  </a:lnTo>
                  <a:lnTo>
                    <a:pt x="603" y="752"/>
                  </a:lnTo>
                  <a:lnTo>
                    <a:pt x="603" y="754"/>
                  </a:lnTo>
                  <a:lnTo>
                    <a:pt x="603" y="754"/>
                  </a:lnTo>
                  <a:lnTo>
                    <a:pt x="603" y="755"/>
                  </a:lnTo>
                  <a:lnTo>
                    <a:pt x="601" y="757"/>
                  </a:lnTo>
                  <a:lnTo>
                    <a:pt x="601" y="757"/>
                  </a:lnTo>
                  <a:lnTo>
                    <a:pt x="599" y="757"/>
                  </a:lnTo>
                  <a:lnTo>
                    <a:pt x="599" y="755"/>
                  </a:lnTo>
                  <a:lnTo>
                    <a:pt x="598" y="755"/>
                  </a:lnTo>
                  <a:lnTo>
                    <a:pt x="598" y="755"/>
                  </a:lnTo>
                  <a:lnTo>
                    <a:pt x="594" y="759"/>
                  </a:lnTo>
                  <a:lnTo>
                    <a:pt x="593" y="759"/>
                  </a:lnTo>
                  <a:lnTo>
                    <a:pt x="591" y="761"/>
                  </a:lnTo>
                  <a:lnTo>
                    <a:pt x="589" y="761"/>
                  </a:lnTo>
                  <a:lnTo>
                    <a:pt x="588" y="761"/>
                  </a:lnTo>
                  <a:lnTo>
                    <a:pt x="586" y="761"/>
                  </a:lnTo>
                  <a:lnTo>
                    <a:pt x="586" y="759"/>
                  </a:lnTo>
                  <a:lnTo>
                    <a:pt x="586" y="759"/>
                  </a:lnTo>
                  <a:lnTo>
                    <a:pt x="588" y="757"/>
                  </a:lnTo>
                  <a:lnTo>
                    <a:pt x="588" y="757"/>
                  </a:lnTo>
                  <a:lnTo>
                    <a:pt x="589" y="755"/>
                  </a:lnTo>
                  <a:lnTo>
                    <a:pt x="591" y="755"/>
                  </a:lnTo>
                  <a:lnTo>
                    <a:pt x="593" y="755"/>
                  </a:lnTo>
                  <a:lnTo>
                    <a:pt x="594" y="754"/>
                  </a:lnTo>
                  <a:lnTo>
                    <a:pt x="593" y="752"/>
                  </a:lnTo>
                  <a:lnTo>
                    <a:pt x="591" y="752"/>
                  </a:lnTo>
                  <a:lnTo>
                    <a:pt x="591" y="750"/>
                  </a:lnTo>
                  <a:lnTo>
                    <a:pt x="591" y="750"/>
                  </a:lnTo>
                  <a:lnTo>
                    <a:pt x="591" y="749"/>
                  </a:lnTo>
                  <a:lnTo>
                    <a:pt x="591" y="747"/>
                  </a:lnTo>
                  <a:lnTo>
                    <a:pt x="593" y="745"/>
                  </a:lnTo>
                  <a:lnTo>
                    <a:pt x="594" y="744"/>
                  </a:lnTo>
                  <a:lnTo>
                    <a:pt x="596" y="744"/>
                  </a:lnTo>
                  <a:lnTo>
                    <a:pt x="598" y="745"/>
                  </a:lnTo>
                  <a:lnTo>
                    <a:pt x="598" y="744"/>
                  </a:lnTo>
                  <a:lnTo>
                    <a:pt x="598" y="744"/>
                  </a:lnTo>
                  <a:lnTo>
                    <a:pt x="596" y="740"/>
                  </a:lnTo>
                  <a:lnTo>
                    <a:pt x="596" y="739"/>
                  </a:lnTo>
                  <a:lnTo>
                    <a:pt x="598" y="737"/>
                  </a:lnTo>
                  <a:lnTo>
                    <a:pt x="598" y="735"/>
                  </a:lnTo>
                  <a:lnTo>
                    <a:pt x="599" y="735"/>
                  </a:lnTo>
                  <a:lnTo>
                    <a:pt x="599" y="733"/>
                  </a:lnTo>
                  <a:lnTo>
                    <a:pt x="603" y="733"/>
                  </a:lnTo>
                  <a:lnTo>
                    <a:pt x="606" y="732"/>
                  </a:lnTo>
                  <a:lnTo>
                    <a:pt x="610" y="732"/>
                  </a:lnTo>
                  <a:lnTo>
                    <a:pt x="610" y="733"/>
                  </a:lnTo>
                  <a:lnTo>
                    <a:pt x="611" y="735"/>
                  </a:lnTo>
                  <a:lnTo>
                    <a:pt x="611" y="735"/>
                  </a:lnTo>
                  <a:lnTo>
                    <a:pt x="613" y="733"/>
                  </a:lnTo>
                  <a:lnTo>
                    <a:pt x="613" y="732"/>
                  </a:lnTo>
                  <a:lnTo>
                    <a:pt x="613" y="728"/>
                  </a:lnTo>
                  <a:lnTo>
                    <a:pt x="613" y="728"/>
                  </a:lnTo>
                  <a:lnTo>
                    <a:pt x="613" y="727"/>
                  </a:lnTo>
                  <a:lnTo>
                    <a:pt x="613" y="725"/>
                  </a:lnTo>
                  <a:lnTo>
                    <a:pt x="613" y="725"/>
                  </a:lnTo>
                  <a:lnTo>
                    <a:pt x="615" y="723"/>
                  </a:lnTo>
                  <a:lnTo>
                    <a:pt x="613" y="723"/>
                  </a:lnTo>
                  <a:lnTo>
                    <a:pt x="615" y="720"/>
                  </a:lnTo>
                  <a:lnTo>
                    <a:pt x="620" y="718"/>
                  </a:lnTo>
                  <a:lnTo>
                    <a:pt x="623" y="716"/>
                  </a:lnTo>
                  <a:lnTo>
                    <a:pt x="628" y="708"/>
                  </a:lnTo>
                  <a:lnTo>
                    <a:pt x="630" y="706"/>
                  </a:lnTo>
                  <a:lnTo>
                    <a:pt x="632" y="703"/>
                  </a:lnTo>
                  <a:lnTo>
                    <a:pt x="632" y="703"/>
                  </a:lnTo>
                  <a:lnTo>
                    <a:pt x="633" y="701"/>
                  </a:lnTo>
                  <a:lnTo>
                    <a:pt x="633" y="699"/>
                  </a:lnTo>
                  <a:lnTo>
                    <a:pt x="633" y="699"/>
                  </a:lnTo>
                  <a:lnTo>
                    <a:pt x="633" y="698"/>
                  </a:lnTo>
                  <a:lnTo>
                    <a:pt x="635" y="696"/>
                  </a:lnTo>
                  <a:lnTo>
                    <a:pt x="635" y="696"/>
                  </a:lnTo>
                  <a:lnTo>
                    <a:pt x="640" y="691"/>
                  </a:lnTo>
                  <a:lnTo>
                    <a:pt x="642" y="691"/>
                  </a:lnTo>
                  <a:lnTo>
                    <a:pt x="645" y="691"/>
                  </a:lnTo>
                  <a:lnTo>
                    <a:pt x="647" y="689"/>
                  </a:lnTo>
                  <a:lnTo>
                    <a:pt x="650" y="688"/>
                  </a:lnTo>
                  <a:lnTo>
                    <a:pt x="654" y="686"/>
                  </a:lnTo>
                  <a:lnTo>
                    <a:pt x="654" y="682"/>
                  </a:lnTo>
                  <a:lnTo>
                    <a:pt x="654" y="682"/>
                  </a:lnTo>
                  <a:lnTo>
                    <a:pt x="654" y="682"/>
                  </a:lnTo>
                  <a:lnTo>
                    <a:pt x="655" y="681"/>
                  </a:lnTo>
                  <a:lnTo>
                    <a:pt x="661" y="679"/>
                  </a:lnTo>
                  <a:lnTo>
                    <a:pt x="662" y="679"/>
                  </a:lnTo>
                  <a:lnTo>
                    <a:pt x="664" y="679"/>
                  </a:lnTo>
                  <a:lnTo>
                    <a:pt x="664" y="677"/>
                  </a:lnTo>
                  <a:lnTo>
                    <a:pt x="666" y="676"/>
                  </a:lnTo>
                  <a:lnTo>
                    <a:pt x="666" y="676"/>
                  </a:lnTo>
                  <a:lnTo>
                    <a:pt x="669" y="676"/>
                  </a:lnTo>
                  <a:lnTo>
                    <a:pt x="671" y="674"/>
                  </a:lnTo>
                  <a:lnTo>
                    <a:pt x="671" y="674"/>
                  </a:lnTo>
                  <a:lnTo>
                    <a:pt x="672" y="672"/>
                  </a:lnTo>
                  <a:lnTo>
                    <a:pt x="674" y="672"/>
                  </a:lnTo>
                  <a:lnTo>
                    <a:pt x="678" y="672"/>
                  </a:lnTo>
                  <a:lnTo>
                    <a:pt x="679" y="672"/>
                  </a:lnTo>
                  <a:lnTo>
                    <a:pt x="681" y="672"/>
                  </a:lnTo>
                  <a:lnTo>
                    <a:pt x="681" y="671"/>
                  </a:lnTo>
                  <a:lnTo>
                    <a:pt x="686" y="669"/>
                  </a:lnTo>
                  <a:lnTo>
                    <a:pt x="684" y="669"/>
                  </a:lnTo>
                  <a:lnTo>
                    <a:pt x="679" y="669"/>
                  </a:lnTo>
                  <a:lnTo>
                    <a:pt x="679" y="669"/>
                  </a:lnTo>
                  <a:lnTo>
                    <a:pt x="679" y="669"/>
                  </a:lnTo>
                  <a:lnTo>
                    <a:pt x="679" y="667"/>
                  </a:lnTo>
                  <a:lnTo>
                    <a:pt x="679" y="667"/>
                  </a:lnTo>
                  <a:lnTo>
                    <a:pt x="681" y="667"/>
                  </a:lnTo>
                  <a:lnTo>
                    <a:pt x="681" y="667"/>
                  </a:lnTo>
                  <a:lnTo>
                    <a:pt x="683" y="665"/>
                  </a:lnTo>
                  <a:lnTo>
                    <a:pt x="683" y="665"/>
                  </a:lnTo>
                  <a:lnTo>
                    <a:pt x="683" y="664"/>
                  </a:lnTo>
                  <a:lnTo>
                    <a:pt x="684" y="662"/>
                  </a:lnTo>
                  <a:lnTo>
                    <a:pt x="686" y="662"/>
                  </a:lnTo>
                  <a:lnTo>
                    <a:pt x="688" y="664"/>
                  </a:lnTo>
                  <a:lnTo>
                    <a:pt x="688" y="664"/>
                  </a:lnTo>
                  <a:lnTo>
                    <a:pt x="688" y="665"/>
                  </a:lnTo>
                  <a:lnTo>
                    <a:pt x="689" y="665"/>
                  </a:lnTo>
                  <a:lnTo>
                    <a:pt x="689" y="665"/>
                  </a:lnTo>
                  <a:lnTo>
                    <a:pt x="691" y="665"/>
                  </a:lnTo>
                  <a:lnTo>
                    <a:pt x="691" y="665"/>
                  </a:lnTo>
                  <a:lnTo>
                    <a:pt x="696" y="665"/>
                  </a:lnTo>
                  <a:lnTo>
                    <a:pt x="701" y="665"/>
                  </a:lnTo>
                  <a:lnTo>
                    <a:pt x="703" y="664"/>
                  </a:lnTo>
                  <a:lnTo>
                    <a:pt x="705" y="662"/>
                  </a:lnTo>
                  <a:lnTo>
                    <a:pt x="706" y="660"/>
                  </a:lnTo>
                  <a:lnTo>
                    <a:pt x="708" y="660"/>
                  </a:lnTo>
                  <a:lnTo>
                    <a:pt x="711" y="655"/>
                  </a:lnTo>
                  <a:lnTo>
                    <a:pt x="715" y="647"/>
                  </a:lnTo>
                  <a:lnTo>
                    <a:pt x="717" y="645"/>
                  </a:lnTo>
                  <a:lnTo>
                    <a:pt x="720" y="640"/>
                  </a:lnTo>
                  <a:lnTo>
                    <a:pt x="722" y="638"/>
                  </a:lnTo>
                  <a:lnTo>
                    <a:pt x="722" y="637"/>
                  </a:lnTo>
                  <a:lnTo>
                    <a:pt x="722" y="630"/>
                  </a:lnTo>
                  <a:lnTo>
                    <a:pt x="723" y="628"/>
                  </a:lnTo>
                  <a:lnTo>
                    <a:pt x="727" y="623"/>
                  </a:lnTo>
                  <a:lnTo>
                    <a:pt x="727" y="621"/>
                  </a:lnTo>
                  <a:lnTo>
                    <a:pt x="727" y="620"/>
                  </a:lnTo>
                  <a:lnTo>
                    <a:pt x="727" y="618"/>
                  </a:lnTo>
                  <a:lnTo>
                    <a:pt x="728" y="616"/>
                  </a:lnTo>
                  <a:lnTo>
                    <a:pt x="730" y="615"/>
                  </a:lnTo>
                  <a:lnTo>
                    <a:pt x="732" y="613"/>
                  </a:lnTo>
                  <a:lnTo>
                    <a:pt x="734" y="613"/>
                  </a:lnTo>
                  <a:lnTo>
                    <a:pt x="740" y="606"/>
                  </a:lnTo>
                  <a:lnTo>
                    <a:pt x="740" y="606"/>
                  </a:lnTo>
                  <a:lnTo>
                    <a:pt x="740" y="604"/>
                  </a:lnTo>
                  <a:lnTo>
                    <a:pt x="740" y="603"/>
                  </a:lnTo>
                  <a:lnTo>
                    <a:pt x="740" y="603"/>
                  </a:lnTo>
                  <a:lnTo>
                    <a:pt x="742" y="601"/>
                  </a:lnTo>
                  <a:lnTo>
                    <a:pt x="744" y="599"/>
                  </a:lnTo>
                  <a:lnTo>
                    <a:pt x="745" y="599"/>
                  </a:lnTo>
                  <a:lnTo>
                    <a:pt x="747" y="599"/>
                  </a:lnTo>
                  <a:lnTo>
                    <a:pt x="751" y="601"/>
                  </a:lnTo>
                  <a:lnTo>
                    <a:pt x="752" y="603"/>
                  </a:lnTo>
                  <a:lnTo>
                    <a:pt x="752" y="603"/>
                  </a:lnTo>
                  <a:lnTo>
                    <a:pt x="754" y="603"/>
                  </a:lnTo>
                  <a:lnTo>
                    <a:pt x="756" y="603"/>
                  </a:lnTo>
                  <a:lnTo>
                    <a:pt x="756" y="603"/>
                  </a:lnTo>
                  <a:lnTo>
                    <a:pt x="756" y="601"/>
                  </a:lnTo>
                  <a:lnTo>
                    <a:pt x="754" y="599"/>
                  </a:lnTo>
                  <a:lnTo>
                    <a:pt x="754" y="598"/>
                  </a:lnTo>
                  <a:lnTo>
                    <a:pt x="754" y="598"/>
                  </a:lnTo>
                  <a:lnTo>
                    <a:pt x="754" y="596"/>
                  </a:lnTo>
                  <a:lnTo>
                    <a:pt x="754" y="596"/>
                  </a:lnTo>
                  <a:lnTo>
                    <a:pt x="756" y="596"/>
                  </a:lnTo>
                  <a:lnTo>
                    <a:pt x="756" y="596"/>
                  </a:lnTo>
                  <a:lnTo>
                    <a:pt x="756" y="596"/>
                  </a:lnTo>
                  <a:lnTo>
                    <a:pt x="757" y="594"/>
                  </a:lnTo>
                  <a:lnTo>
                    <a:pt x="757" y="592"/>
                  </a:lnTo>
                  <a:lnTo>
                    <a:pt x="759" y="592"/>
                  </a:lnTo>
                  <a:lnTo>
                    <a:pt x="759" y="591"/>
                  </a:lnTo>
                  <a:lnTo>
                    <a:pt x="759" y="591"/>
                  </a:lnTo>
                  <a:lnTo>
                    <a:pt x="759" y="584"/>
                  </a:lnTo>
                  <a:lnTo>
                    <a:pt x="757" y="581"/>
                  </a:lnTo>
                  <a:lnTo>
                    <a:pt x="757" y="581"/>
                  </a:lnTo>
                  <a:lnTo>
                    <a:pt x="757" y="579"/>
                  </a:lnTo>
                  <a:lnTo>
                    <a:pt x="756" y="577"/>
                  </a:lnTo>
                  <a:lnTo>
                    <a:pt x="754" y="577"/>
                  </a:lnTo>
                  <a:lnTo>
                    <a:pt x="754" y="575"/>
                  </a:lnTo>
                  <a:lnTo>
                    <a:pt x="754" y="574"/>
                  </a:lnTo>
                  <a:lnTo>
                    <a:pt x="756" y="570"/>
                  </a:lnTo>
                  <a:lnTo>
                    <a:pt x="754" y="569"/>
                  </a:lnTo>
                  <a:lnTo>
                    <a:pt x="754" y="567"/>
                  </a:lnTo>
                  <a:lnTo>
                    <a:pt x="754" y="565"/>
                  </a:lnTo>
                  <a:lnTo>
                    <a:pt x="754" y="564"/>
                  </a:lnTo>
                  <a:lnTo>
                    <a:pt x="756" y="562"/>
                  </a:lnTo>
                  <a:lnTo>
                    <a:pt x="756" y="562"/>
                  </a:lnTo>
                  <a:lnTo>
                    <a:pt x="756" y="562"/>
                  </a:lnTo>
                  <a:lnTo>
                    <a:pt x="757" y="564"/>
                  </a:lnTo>
                  <a:lnTo>
                    <a:pt x="757" y="565"/>
                  </a:lnTo>
                  <a:lnTo>
                    <a:pt x="757" y="565"/>
                  </a:lnTo>
                  <a:lnTo>
                    <a:pt x="759" y="565"/>
                  </a:lnTo>
                  <a:lnTo>
                    <a:pt x="759" y="565"/>
                  </a:lnTo>
                  <a:lnTo>
                    <a:pt x="761" y="567"/>
                  </a:lnTo>
                  <a:lnTo>
                    <a:pt x="759" y="567"/>
                  </a:lnTo>
                  <a:lnTo>
                    <a:pt x="759" y="569"/>
                  </a:lnTo>
                  <a:lnTo>
                    <a:pt x="759" y="570"/>
                  </a:lnTo>
                  <a:lnTo>
                    <a:pt x="761" y="570"/>
                  </a:lnTo>
                  <a:lnTo>
                    <a:pt x="762" y="572"/>
                  </a:lnTo>
                  <a:lnTo>
                    <a:pt x="762" y="574"/>
                  </a:lnTo>
                  <a:lnTo>
                    <a:pt x="762" y="574"/>
                  </a:lnTo>
                  <a:lnTo>
                    <a:pt x="762" y="575"/>
                  </a:lnTo>
                  <a:lnTo>
                    <a:pt x="762" y="575"/>
                  </a:lnTo>
                  <a:lnTo>
                    <a:pt x="762" y="575"/>
                  </a:lnTo>
                  <a:lnTo>
                    <a:pt x="762" y="577"/>
                  </a:lnTo>
                  <a:lnTo>
                    <a:pt x="762" y="577"/>
                  </a:lnTo>
                  <a:lnTo>
                    <a:pt x="762" y="577"/>
                  </a:lnTo>
                  <a:lnTo>
                    <a:pt x="762" y="577"/>
                  </a:lnTo>
                  <a:lnTo>
                    <a:pt x="764" y="577"/>
                  </a:lnTo>
                  <a:lnTo>
                    <a:pt x="764" y="577"/>
                  </a:lnTo>
                  <a:lnTo>
                    <a:pt x="766" y="579"/>
                  </a:lnTo>
                  <a:lnTo>
                    <a:pt x="766" y="579"/>
                  </a:lnTo>
                  <a:lnTo>
                    <a:pt x="766" y="579"/>
                  </a:lnTo>
                  <a:lnTo>
                    <a:pt x="766" y="579"/>
                  </a:lnTo>
                  <a:lnTo>
                    <a:pt x="769" y="582"/>
                  </a:lnTo>
                  <a:lnTo>
                    <a:pt x="767" y="582"/>
                  </a:lnTo>
                  <a:lnTo>
                    <a:pt x="767" y="584"/>
                  </a:lnTo>
                  <a:lnTo>
                    <a:pt x="767" y="586"/>
                  </a:lnTo>
                  <a:lnTo>
                    <a:pt x="771" y="604"/>
                  </a:lnTo>
                  <a:lnTo>
                    <a:pt x="773" y="604"/>
                  </a:lnTo>
                  <a:lnTo>
                    <a:pt x="773" y="604"/>
                  </a:lnTo>
                  <a:lnTo>
                    <a:pt x="773" y="604"/>
                  </a:lnTo>
                  <a:lnTo>
                    <a:pt x="776" y="604"/>
                  </a:lnTo>
                  <a:lnTo>
                    <a:pt x="776" y="606"/>
                  </a:lnTo>
                  <a:lnTo>
                    <a:pt x="778" y="606"/>
                  </a:lnTo>
                  <a:lnTo>
                    <a:pt x="778" y="608"/>
                  </a:lnTo>
                  <a:lnTo>
                    <a:pt x="778" y="609"/>
                  </a:lnTo>
                  <a:lnTo>
                    <a:pt x="779" y="611"/>
                  </a:lnTo>
                  <a:lnTo>
                    <a:pt x="779" y="611"/>
                  </a:lnTo>
                  <a:lnTo>
                    <a:pt x="779" y="613"/>
                  </a:lnTo>
                  <a:lnTo>
                    <a:pt x="779" y="615"/>
                  </a:lnTo>
                  <a:lnTo>
                    <a:pt x="779" y="615"/>
                  </a:lnTo>
                  <a:lnTo>
                    <a:pt x="779" y="615"/>
                  </a:lnTo>
                  <a:lnTo>
                    <a:pt x="778" y="615"/>
                  </a:lnTo>
                  <a:lnTo>
                    <a:pt x="778" y="616"/>
                  </a:lnTo>
                  <a:lnTo>
                    <a:pt x="776" y="616"/>
                  </a:lnTo>
                  <a:lnTo>
                    <a:pt x="776" y="615"/>
                  </a:lnTo>
                  <a:lnTo>
                    <a:pt x="774" y="615"/>
                  </a:lnTo>
                  <a:lnTo>
                    <a:pt x="774" y="615"/>
                  </a:lnTo>
                  <a:lnTo>
                    <a:pt x="773" y="616"/>
                  </a:lnTo>
                  <a:lnTo>
                    <a:pt x="773" y="616"/>
                  </a:lnTo>
                  <a:lnTo>
                    <a:pt x="773" y="616"/>
                  </a:lnTo>
                  <a:lnTo>
                    <a:pt x="771" y="616"/>
                  </a:lnTo>
                  <a:lnTo>
                    <a:pt x="771" y="616"/>
                  </a:lnTo>
                  <a:lnTo>
                    <a:pt x="766" y="618"/>
                  </a:lnTo>
                  <a:lnTo>
                    <a:pt x="762" y="620"/>
                  </a:lnTo>
                  <a:lnTo>
                    <a:pt x="762" y="621"/>
                  </a:lnTo>
                  <a:lnTo>
                    <a:pt x="761" y="623"/>
                  </a:lnTo>
                  <a:lnTo>
                    <a:pt x="761" y="625"/>
                  </a:lnTo>
                  <a:lnTo>
                    <a:pt x="759" y="626"/>
                  </a:lnTo>
                  <a:lnTo>
                    <a:pt x="761" y="628"/>
                  </a:lnTo>
                  <a:lnTo>
                    <a:pt x="762" y="630"/>
                  </a:lnTo>
                  <a:lnTo>
                    <a:pt x="766" y="633"/>
                  </a:lnTo>
                  <a:lnTo>
                    <a:pt x="766" y="633"/>
                  </a:lnTo>
                  <a:lnTo>
                    <a:pt x="766" y="635"/>
                  </a:lnTo>
                  <a:lnTo>
                    <a:pt x="764" y="638"/>
                  </a:lnTo>
                  <a:lnTo>
                    <a:pt x="764" y="638"/>
                  </a:lnTo>
                  <a:lnTo>
                    <a:pt x="767" y="640"/>
                  </a:lnTo>
                  <a:lnTo>
                    <a:pt x="767" y="640"/>
                  </a:lnTo>
                  <a:lnTo>
                    <a:pt x="769" y="642"/>
                  </a:lnTo>
                  <a:lnTo>
                    <a:pt x="769" y="645"/>
                  </a:lnTo>
                  <a:lnTo>
                    <a:pt x="771" y="647"/>
                  </a:lnTo>
                  <a:lnTo>
                    <a:pt x="771" y="649"/>
                  </a:lnTo>
                  <a:lnTo>
                    <a:pt x="771" y="652"/>
                  </a:lnTo>
                  <a:lnTo>
                    <a:pt x="771" y="654"/>
                  </a:lnTo>
                  <a:lnTo>
                    <a:pt x="769" y="655"/>
                  </a:lnTo>
                  <a:lnTo>
                    <a:pt x="769" y="657"/>
                  </a:lnTo>
                  <a:lnTo>
                    <a:pt x="766" y="655"/>
                  </a:lnTo>
                  <a:lnTo>
                    <a:pt x="764" y="657"/>
                  </a:lnTo>
                  <a:lnTo>
                    <a:pt x="757" y="664"/>
                  </a:lnTo>
                  <a:lnTo>
                    <a:pt x="757" y="664"/>
                  </a:lnTo>
                  <a:lnTo>
                    <a:pt x="756" y="664"/>
                  </a:lnTo>
                  <a:lnTo>
                    <a:pt x="754" y="665"/>
                  </a:lnTo>
                  <a:lnTo>
                    <a:pt x="751" y="671"/>
                  </a:lnTo>
                  <a:lnTo>
                    <a:pt x="751" y="672"/>
                  </a:lnTo>
                  <a:lnTo>
                    <a:pt x="745" y="676"/>
                  </a:lnTo>
                  <a:lnTo>
                    <a:pt x="744" y="677"/>
                  </a:lnTo>
                  <a:lnTo>
                    <a:pt x="742" y="677"/>
                  </a:lnTo>
                  <a:lnTo>
                    <a:pt x="740" y="679"/>
                  </a:lnTo>
                  <a:lnTo>
                    <a:pt x="742" y="679"/>
                  </a:lnTo>
                  <a:lnTo>
                    <a:pt x="742" y="681"/>
                  </a:lnTo>
                  <a:lnTo>
                    <a:pt x="744" y="681"/>
                  </a:lnTo>
                  <a:lnTo>
                    <a:pt x="744" y="682"/>
                  </a:lnTo>
                  <a:lnTo>
                    <a:pt x="744" y="682"/>
                  </a:lnTo>
                  <a:lnTo>
                    <a:pt x="742" y="684"/>
                  </a:lnTo>
                  <a:lnTo>
                    <a:pt x="742" y="684"/>
                  </a:lnTo>
                  <a:lnTo>
                    <a:pt x="740" y="686"/>
                  </a:lnTo>
                  <a:lnTo>
                    <a:pt x="739" y="686"/>
                  </a:lnTo>
                  <a:lnTo>
                    <a:pt x="737" y="688"/>
                  </a:lnTo>
                  <a:lnTo>
                    <a:pt x="735" y="689"/>
                  </a:lnTo>
                  <a:lnTo>
                    <a:pt x="735" y="691"/>
                  </a:lnTo>
                  <a:lnTo>
                    <a:pt x="735" y="691"/>
                  </a:lnTo>
                  <a:lnTo>
                    <a:pt x="735" y="693"/>
                  </a:lnTo>
                  <a:lnTo>
                    <a:pt x="737" y="694"/>
                  </a:lnTo>
                  <a:lnTo>
                    <a:pt x="737" y="694"/>
                  </a:lnTo>
                  <a:lnTo>
                    <a:pt x="737" y="696"/>
                  </a:lnTo>
                  <a:lnTo>
                    <a:pt x="737" y="698"/>
                  </a:lnTo>
                  <a:lnTo>
                    <a:pt x="734" y="701"/>
                  </a:lnTo>
                  <a:lnTo>
                    <a:pt x="734" y="703"/>
                  </a:lnTo>
                  <a:lnTo>
                    <a:pt x="732" y="703"/>
                  </a:lnTo>
                  <a:lnTo>
                    <a:pt x="730" y="701"/>
                  </a:lnTo>
                  <a:lnTo>
                    <a:pt x="728" y="701"/>
                  </a:lnTo>
                  <a:lnTo>
                    <a:pt x="728" y="703"/>
                  </a:lnTo>
                  <a:lnTo>
                    <a:pt x="728" y="703"/>
                  </a:lnTo>
                  <a:lnTo>
                    <a:pt x="728" y="703"/>
                  </a:lnTo>
                  <a:lnTo>
                    <a:pt x="730" y="706"/>
                  </a:lnTo>
                  <a:lnTo>
                    <a:pt x="730" y="708"/>
                  </a:lnTo>
                  <a:lnTo>
                    <a:pt x="732" y="710"/>
                  </a:lnTo>
                  <a:lnTo>
                    <a:pt x="732" y="711"/>
                  </a:lnTo>
                  <a:lnTo>
                    <a:pt x="732" y="713"/>
                  </a:lnTo>
                  <a:lnTo>
                    <a:pt x="730" y="720"/>
                  </a:lnTo>
                  <a:lnTo>
                    <a:pt x="730" y="722"/>
                  </a:lnTo>
                  <a:lnTo>
                    <a:pt x="730" y="723"/>
                  </a:lnTo>
                  <a:lnTo>
                    <a:pt x="730" y="723"/>
                  </a:lnTo>
                  <a:lnTo>
                    <a:pt x="728" y="725"/>
                  </a:lnTo>
                  <a:lnTo>
                    <a:pt x="728" y="725"/>
                  </a:lnTo>
                  <a:lnTo>
                    <a:pt x="728" y="725"/>
                  </a:lnTo>
                  <a:lnTo>
                    <a:pt x="727" y="725"/>
                  </a:lnTo>
                  <a:lnTo>
                    <a:pt x="727" y="725"/>
                  </a:lnTo>
                  <a:lnTo>
                    <a:pt x="725" y="730"/>
                  </a:lnTo>
                  <a:lnTo>
                    <a:pt x="725" y="730"/>
                  </a:lnTo>
                  <a:lnTo>
                    <a:pt x="727" y="730"/>
                  </a:lnTo>
                  <a:lnTo>
                    <a:pt x="727" y="728"/>
                  </a:lnTo>
                  <a:lnTo>
                    <a:pt x="728" y="728"/>
                  </a:lnTo>
                  <a:lnTo>
                    <a:pt x="730" y="730"/>
                  </a:lnTo>
                  <a:lnTo>
                    <a:pt x="730" y="732"/>
                  </a:lnTo>
                  <a:lnTo>
                    <a:pt x="730" y="735"/>
                  </a:lnTo>
                  <a:lnTo>
                    <a:pt x="732" y="737"/>
                  </a:lnTo>
                  <a:lnTo>
                    <a:pt x="732" y="740"/>
                  </a:lnTo>
                  <a:lnTo>
                    <a:pt x="734" y="742"/>
                  </a:lnTo>
                  <a:lnTo>
                    <a:pt x="730" y="750"/>
                  </a:lnTo>
                  <a:lnTo>
                    <a:pt x="730" y="752"/>
                  </a:lnTo>
                  <a:lnTo>
                    <a:pt x="730" y="754"/>
                  </a:lnTo>
                  <a:lnTo>
                    <a:pt x="730" y="755"/>
                  </a:lnTo>
                  <a:lnTo>
                    <a:pt x="730" y="755"/>
                  </a:lnTo>
                  <a:lnTo>
                    <a:pt x="728" y="759"/>
                  </a:lnTo>
                  <a:lnTo>
                    <a:pt x="728" y="762"/>
                  </a:lnTo>
                  <a:lnTo>
                    <a:pt x="728" y="766"/>
                  </a:lnTo>
                  <a:lnTo>
                    <a:pt x="727" y="769"/>
                  </a:lnTo>
                  <a:lnTo>
                    <a:pt x="725" y="771"/>
                  </a:lnTo>
                  <a:lnTo>
                    <a:pt x="723" y="772"/>
                  </a:lnTo>
                  <a:lnTo>
                    <a:pt x="722" y="771"/>
                  </a:lnTo>
                  <a:lnTo>
                    <a:pt x="720" y="771"/>
                  </a:lnTo>
                  <a:lnTo>
                    <a:pt x="715" y="769"/>
                  </a:lnTo>
                  <a:lnTo>
                    <a:pt x="715" y="769"/>
                  </a:lnTo>
                  <a:lnTo>
                    <a:pt x="713" y="767"/>
                  </a:lnTo>
                  <a:lnTo>
                    <a:pt x="711" y="767"/>
                  </a:lnTo>
                  <a:lnTo>
                    <a:pt x="708" y="767"/>
                  </a:lnTo>
                  <a:lnTo>
                    <a:pt x="701" y="769"/>
                  </a:lnTo>
                  <a:lnTo>
                    <a:pt x="698" y="769"/>
                  </a:lnTo>
                  <a:lnTo>
                    <a:pt x="691" y="767"/>
                  </a:lnTo>
                  <a:lnTo>
                    <a:pt x="691" y="767"/>
                  </a:lnTo>
                  <a:lnTo>
                    <a:pt x="691" y="769"/>
                  </a:lnTo>
                  <a:lnTo>
                    <a:pt x="686" y="772"/>
                  </a:lnTo>
                  <a:lnTo>
                    <a:pt x="688" y="774"/>
                  </a:lnTo>
                  <a:lnTo>
                    <a:pt x="688" y="776"/>
                  </a:lnTo>
                  <a:lnTo>
                    <a:pt x="684" y="778"/>
                  </a:lnTo>
                  <a:lnTo>
                    <a:pt x="684" y="778"/>
                  </a:lnTo>
                  <a:lnTo>
                    <a:pt x="684" y="779"/>
                  </a:lnTo>
                  <a:lnTo>
                    <a:pt x="684" y="779"/>
                  </a:lnTo>
                  <a:lnTo>
                    <a:pt x="686" y="781"/>
                  </a:lnTo>
                  <a:lnTo>
                    <a:pt x="686" y="783"/>
                  </a:lnTo>
                  <a:lnTo>
                    <a:pt x="686" y="784"/>
                  </a:lnTo>
                  <a:lnTo>
                    <a:pt x="684" y="788"/>
                  </a:lnTo>
                  <a:lnTo>
                    <a:pt x="684" y="788"/>
                  </a:lnTo>
                  <a:lnTo>
                    <a:pt x="683" y="789"/>
                  </a:lnTo>
                  <a:lnTo>
                    <a:pt x="683" y="789"/>
                  </a:lnTo>
                  <a:lnTo>
                    <a:pt x="681" y="789"/>
                  </a:lnTo>
                  <a:lnTo>
                    <a:pt x="681" y="791"/>
                  </a:lnTo>
                  <a:lnTo>
                    <a:pt x="681" y="791"/>
                  </a:lnTo>
                  <a:lnTo>
                    <a:pt x="679" y="791"/>
                  </a:lnTo>
                  <a:lnTo>
                    <a:pt x="678" y="793"/>
                  </a:lnTo>
                  <a:lnTo>
                    <a:pt x="676" y="795"/>
                  </a:lnTo>
                  <a:lnTo>
                    <a:pt x="676" y="795"/>
                  </a:lnTo>
                  <a:lnTo>
                    <a:pt x="676" y="796"/>
                  </a:lnTo>
                  <a:lnTo>
                    <a:pt x="676" y="796"/>
                  </a:lnTo>
                  <a:lnTo>
                    <a:pt x="676" y="798"/>
                  </a:lnTo>
                  <a:lnTo>
                    <a:pt x="676" y="798"/>
                  </a:lnTo>
                  <a:lnTo>
                    <a:pt x="678" y="800"/>
                  </a:lnTo>
                  <a:lnTo>
                    <a:pt x="678" y="801"/>
                  </a:lnTo>
                  <a:lnTo>
                    <a:pt x="681" y="801"/>
                  </a:lnTo>
                  <a:lnTo>
                    <a:pt x="686" y="800"/>
                  </a:lnTo>
                  <a:lnTo>
                    <a:pt x="688" y="798"/>
                  </a:lnTo>
                  <a:lnTo>
                    <a:pt x="693" y="795"/>
                  </a:lnTo>
                  <a:lnTo>
                    <a:pt x="694" y="795"/>
                  </a:lnTo>
                  <a:lnTo>
                    <a:pt x="700" y="796"/>
                  </a:lnTo>
                  <a:lnTo>
                    <a:pt x="703" y="796"/>
                  </a:lnTo>
                  <a:lnTo>
                    <a:pt x="706" y="795"/>
                  </a:lnTo>
                  <a:lnTo>
                    <a:pt x="706" y="793"/>
                  </a:lnTo>
                  <a:lnTo>
                    <a:pt x="710" y="791"/>
                  </a:lnTo>
                  <a:lnTo>
                    <a:pt x="711" y="789"/>
                  </a:lnTo>
                  <a:lnTo>
                    <a:pt x="718" y="791"/>
                  </a:lnTo>
                  <a:lnTo>
                    <a:pt x="720" y="789"/>
                  </a:lnTo>
                  <a:lnTo>
                    <a:pt x="722" y="788"/>
                  </a:lnTo>
                  <a:lnTo>
                    <a:pt x="723" y="786"/>
                  </a:lnTo>
                  <a:lnTo>
                    <a:pt x="725" y="786"/>
                  </a:lnTo>
                  <a:lnTo>
                    <a:pt x="727" y="786"/>
                  </a:lnTo>
                  <a:lnTo>
                    <a:pt x="730" y="786"/>
                  </a:lnTo>
                  <a:lnTo>
                    <a:pt x="732" y="786"/>
                  </a:lnTo>
                  <a:lnTo>
                    <a:pt x="734" y="786"/>
                  </a:lnTo>
                  <a:lnTo>
                    <a:pt x="734" y="786"/>
                  </a:lnTo>
                  <a:lnTo>
                    <a:pt x="737" y="786"/>
                  </a:lnTo>
                  <a:lnTo>
                    <a:pt x="737" y="786"/>
                  </a:lnTo>
                  <a:lnTo>
                    <a:pt x="739" y="788"/>
                  </a:lnTo>
                  <a:lnTo>
                    <a:pt x="742" y="789"/>
                  </a:lnTo>
                  <a:lnTo>
                    <a:pt x="747" y="791"/>
                  </a:lnTo>
                  <a:lnTo>
                    <a:pt x="749" y="791"/>
                  </a:lnTo>
                  <a:lnTo>
                    <a:pt x="749" y="791"/>
                  </a:lnTo>
                  <a:lnTo>
                    <a:pt x="751" y="788"/>
                  </a:lnTo>
                  <a:lnTo>
                    <a:pt x="754" y="788"/>
                  </a:lnTo>
                  <a:lnTo>
                    <a:pt x="754" y="786"/>
                  </a:lnTo>
                  <a:lnTo>
                    <a:pt x="754" y="786"/>
                  </a:lnTo>
                  <a:lnTo>
                    <a:pt x="754" y="784"/>
                  </a:lnTo>
                  <a:lnTo>
                    <a:pt x="754" y="781"/>
                  </a:lnTo>
                  <a:lnTo>
                    <a:pt x="754" y="779"/>
                  </a:lnTo>
                  <a:lnTo>
                    <a:pt x="756" y="779"/>
                  </a:lnTo>
                  <a:lnTo>
                    <a:pt x="756" y="776"/>
                  </a:lnTo>
                  <a:lnTo>
                    <a:pt x="756" y="774"/>
                  </a:lnTo>
                  <a:lnTo>
                    <a:pt x="757" y="769"/>
                  </a:lnTo>
                  <a:lnTo>
                    <a:pt x="759" y="764"/>
                  </a:lnTo>
                  <a:lnTo>
                    <a:pt x="759" y="764"/>
                  </a:lnTo>
                  <a:lnTo>
                    <a:pt x="759" y="762"/>
                  </a:lnTo>
                  <a:lnTo>
                    <a:pt x="761" y="761"/>
                  </a:lnTo>
                  <a:lnTo>
                    <a:pt x="762" y="761"/>
                  </a:lnTo>
                  <a:lnTo>
                    <a:pt x="762" y="759"/>
                  </a:lnTo>
                  <a:lnTo>
                    <a:pt x="764" y="757"/>
                  </a:lnTo>
                  <a:lnTo>
                    <a:pt x="764" y="755"/>
                  </a:lnTo>
                  <a:lnTo>
                    <a:pt x="764" y="755"/>
                  </a:lnTo>
                  <a:lnTo>
                    <a:pt x="764" y="749"/>
                  </a:lnTo>
                  <a:lnTo>
                    <a:pt x="766" y="747"/>
                  </a:lnTo>
                  <a:lnTo>
                    <a:pt x="766" y="745"/>
                  </a:lnTo>
                  <a:lnTo>
                    <a:pt x="767" y="744"/>
                  </a:lnTo>
                  <a:lnTo>
                    <a:pt x="766" y="740"/>
                  </a:lnTo>
                  <a:lnTo>
                    <a:pt x="766" y="740"/>
                  </a:lnTo>
                  <a:lnTo>
                    <a:pt x="766" y="739"/>
                  </a:lnTo>
                  <a:lnTo>
                    <a:pt x="766" y="737"/>
                  </a:lnTo>
                  <a:lnTo>
                    <a:pt x="766" y="735"/>
                  </a:lnTo>
                  <a:lnTo>
                    <a:pt x="769" y="727"/>
                  </a:lnTo>
                  <a:lnTo>
                    <a:pt x="769" y="725"/>
                  </a:lnTo>
                  <a:lnTo>
                    <a:pt x="776" y="720"/>
                  </a:lnTo>
                  <a:lnTo>
                    <a:pt x="778" y="716"/>
                  </a:lnTo>
                  <a:lnTo>
                    <a:pt x="778" y="715"/>
                  </a:lnTo>
                  <a:lnTo>
                    <a:pt x="778" y="715"/>
                  </a:lnTo>
                  <a:lnTo>
                    <a:pt x="778" y="715"/>
                  </a:lnTo>
                  <a:lnTo>
                    <a:pt x="776" y="711"/>
                  </a:lnTo>
                  <a:lnTo>
                    <a:pt x="776" y="711"/>
                  </a:lnTo>
                  <a:lnTo>
                    <a:pt x="776" y="710"/>
                  </a:lnTo>
                  <a:lnTo>
                    <a:pt x="779" y="705"/>
                  </a:lnTo>
                  <a:lnTo>
                    <a:pt x="781" y="703"/>
                  </a:lnTo>
                  <a:lnTo>
                    <a:pt x="781" y="701"/>
                  </a:lnTo>
                  <a:lnTo>
                    <a:pt x="783" y="701"/>
                  </a:lnTo>
                  <a:lnTo>
                    <a:pt x="784" y="701"/>
                  </a:lnTo>
                  <a:lnTo>
                    <a:pt x="790" y="708"/>
                  </a:lnTo>
                  <a:lnTo>
                    <a:pt x="790" y="710"/>
                  </a:lnTo>
                  <a:lnTo>
                    <a:pt x="788" y="711"/>
                  </a:lnTo>
                  <a:lnTo>
                    <a:pt x="788" y="711"/>
                  </a:lnTo>
                  <a:lnTo>
                    <a:pt x="790" y="713"/>
                  </a:lnTo>
                  <a:lnTo>
                    <a:pt x="793" y="715"/>
                  </a:lnTo>
                  <a:lnTo>
                    <a:pt x="795" y="716"/>
                  </a:lnTo>
                  <a:lnTo>
                    <a:pt x="798" y="727"/>
                  </a:lnTo>
                  <a:lnTo>
                    <a:pt x="800" y="732"/>
                  </a:lnTo>
                  <a:lnTo>
                    <a:pt x="800" y="733"/>
                  </a:lnTo>
                  <a:lnTo>
                    <a:pt x="803" y="735"/>
                  </a:lnTo>
                  <a:lnTo>
                    <a:pt x="805" y="735"/>
                  </a:lnTo>
                  <a:lnTo>
                    <a:pt x="807" y="739"/>
                  </a:lnTo>
                  <a:lnTo>
                    <a:pt x="807" y="740"/>
                  </a:lnTo>
                  <a:lnTo>
                    <a:pt x="810" y="742"/>
                  </a:lnTo>
                  <a:lnTo>
                    <a:pt x="813" y="744"/>
                  </a:lnTo>
                  <a:lnTo>
                    <a:pt x="813" y="745"/>
                  </a:lnTo>
                  <a:lnTo>
                    <a:pt x="813" y="745"/>
                  </a:lnTo>
                  <a:lnTo>
                    <a:pt x="813" y="747"/>
                  </a:lnTo>
                  <a:lnTo>
                    <a:pt x="813" y="747"/>
                  </a:lnTo>
                  <a:lnTo>
                    <a:pt x="813" y="749"/>
                  </a:lnTo>
                  <a:lnTo>
                    <a:pt x="815" y="749"/>
                  </a:lnTo>
                  <a:lnTo>
                    <a:pt x="817" y="750"/>
                  </a:lnTo>
                  <a:lnTo>
                    <a:pt x="817" y="750"/>
                  </a:lnTo>
                  <a:lnTo>
                    <a:pt x="817" y="750"/>
                  </a:lnTo>
                  <a:lnTo>
                    <a:pt x="818" y="752"/>
                  </a:lnTo>
                  <a:lnTo>
                    <a:pt x="818" y="752"/>
                  </a:lnTo>
                  <a:lnTo>
                    <a:pt x="820" y="752"/>
                  </a:lnTo>
                  <a:lnTo>
                    <a:pt x="822" y="754"/>
                  </a:lnTo>
                  <a:lnTo>
                    <a:pt x="822" y="755"/>
                  </a:lnTo>
                  <a:lnTo>
                    <a:pt x="824" y="757"/>
                  </a:lnTo>
                  <a:lnTo>
                    <a:pt x="822" y="759"/>
                  </a:lnTo>
                  <a:lnTo>
                    <a:pt x="822" y="757"/>
                  </a:lnTo>
                  <a:lnTo>
                    <a:pt x="820" y="755"/>
                  </a:lnTo>
                  <a:lnTo>
                    <a:pt x="818" y="755"/>
                  </a:lnTo>
                  <a:lnTo>
                    <a:pt x="818" y="757"/>
                  </a:lnTo>
                  <a:lnTo>
                    <a:pt x="817" y="764"/>
                  </a:lnTo>
                  <a:lnTo>
                    <a:pt x="817" y="767"/>
                  </a:lnTo>
                  <a:lnTo>
                    <a:pt x="818" y="776"/>
                  </a:lnTo>
                  <a:lnTo>
                    <a:pt x="820" y="779"/>
                  </a:lnTo>
                  <a:lnTo>
                    <a:pt x="818" y="781"/>
                  </a:lnTo>
                  <a:lnTo>
                    <a:pt x="817" y="783"/>
                  </a:lnTo>
                  <a:lnTo>
                    <a:pt x="815" y="784"/>
                  </a:lnTo>
                  <a:lnTo>
                    <a:pt x="815" y="789"/>
                  </a:lnTo>
                  <a:lnTo>
                    <a:pt x="815" y="791"/>
                  </a:lnTo>
                  <a:lnTo>
                    <a:pt x="815" y="793"/>
                  </a:lnTo>
                  <a:lnTo>
                    <a:pt x="815" y="793"/>
                  </a:lnTo>
                  <a:lnTo>
                    <a:pt x="817" y="795"/>
                  </a:lnTo>
                  <a:lnTo>
                    <a:pt x="817" y="795"/>
                  </a:lnTo>
                  <a:lnTo>
                    <a:pt x="815" y="796"/>
                  </a:lnTo>
                  <a:lnTo>
                    <a:pt x="815" y="796"/>
                  </a:lnTo>
                  <a:lnTo>
                    <a:pt x="813" y="798"/>
                  </a:lnTo>
                  <a:lnTo>
                    <a:pt x="813" y="798"/>
                  </a:lnTo>
                  <a:lnTo>
                    <a:pt x="813" y="800"/>
                  </a:lnTo>
                  <a:lnTo>
                    <a:pt x="813" y="803"/>
                  </a:lnTo>
                  <a:lnTo>
                    <a:pt x="813" y="805"/>
                  </a:lnTo>
                  <a:lnTo>
                    <a:pt x="812" y="806"/>
                  </a:lnTo>
                  <a:lnTo>
                    <a:pt x="810" y="806"/>
                  </a:lnTo>
                  <a:lnTo>
                    <a:pt x="808" y="808"/>
                  </a:lnTo>
                  <a:lnTo>
                    <a:pt x="808" y="808"/>
                  </a:lnTo>
                  <a:lnTo>
                    <a:pt x="807" y="808"/>
                  </a:lnTo>
                  <a:lnTo>
                    <a:pt x="805" y="810"/>
                  </a:lnTo>
                  <a:lnTo>
                    <a:pt x="803" y="813"/>
                  </a:lnTo>
                  <a:lnTo>
                    <a:pt x="800" y="817"/>
                  </a:lnTo>
                  <a:lnTo>
                    <a:pt x="798" y="818"/>
                  </a:lnTo>
                  <a:lnTo>
                    <a:pt x="790" y="822"/>
                  </a:lnTo>
                  <a:lnTo>
                    <a:pt x="788" y="822"/>
                  </a:lnTo>
                  <a:lnTo>
                    <a:pt x="786" y="823"/>
                  </a:lnTo>
                  <a:lnTo>
                    <a:pt x="784" y="825"/>
                  </a:lnTo>
                  <a:lnTo>
                    <a:pt x="784" y="827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790" y="832"/>
                  </a:lnTo>
                  <a:lnTo>
                    <a:pt x="791" y="834"/>
                  </a:lnTo>
                  <a:lnTo>
                    <a:pt x="793" y="834"/>
                  </a:lnTo>
                  <a:lnTo>
                    <a:pt x="795" y="834"/>
                  </a:lnTo>
                  <a:lnTo>
                    <a:pt x="796" y="832"/>
                  </a:lnTo>
                  <a:lnTo>
                    <a:pt x="798" y="832"/>
                  </a:lnTo>
                  <a:lnTo>
                    <a:pt x="800" y="832"/>
                  </a:lnTo>
                  <a:lnTo>
                    <a:pt x="800" y="832"/>
                  </a:lnTo>
                  <a:lnTo>
                    <a:pt x="813" y="832"/>
                  </a:lnTo>
                  <a:lnTo>
                    <a:pt x="822" y="832"/>
                  </a:lnTo>
                  <a:lnTo>
                    <a:pt x="824" y="830"/>
                  </a:lnTo>
                  <a:lnTo>
                    <a:pt x="827" y="829"/>
                  </a:lnTo>
                  <a:lnTo>
                    <a:pt x="829" y="827"/>
                  </a:lnTo>
                  <a:lnTo>
                    <a:pt x="830" y="825"/>
                  </a:lnTo>
                  <a:lnTo>
                    <a:pt x="830" y="825"/>
                  </a:lnTo>
                  <a:lnTo>
                    <a:pt x="832" y="823"/>
                  </a:lnTo>
                  <a:lnTo>
                    <a:pt x="839" y="822"/>
                  </a:lnTo>
                  <a:lnTo>
                    <a:pt x="844" y="822"/>
                  </a:lnTo>
                  <a:lnTo>
                    <a:pt x="846" y="822"/>
                  </a:lnTo>
                  <a:lnTo>
                    <a:pt x="849" y="823"/>
                  </a:lnTo>
                  <a:lnTo>
                    <a:pt x="851" y="823"/>
                  </a:lnTo>
                  <a:lnTo>
                    <a:pt x="851" y="823"/>
                  </a:lnTo>
                  <a:lnTo>
                    <a:pt x="852" y="823"/>
                  </a:lnTo>
                  <a:lnTo>
                    <a:pt x="854" y="823"/>
                  </a:lnTo>
                  <a:lnTo>
                    <a:pt x="854" y="823"/>
                  </a:lnTo>
                  <a:lnTo>
                    <a:pt x="856" y="823"/>
                  </a:lnTo>
                  <a:lnTo>
                    <a:pt x="857" y="823"/>
                  </a:lnTo>
                  <a:lnTo>
                    <a:pt x="859" y="823"/>
                  </a:lnTo>
                  <a:lnTo>
                    <a:pt x="861" y="823"/>
                  </a:lnTo>
                  <a:lnTo>
                    <a:pt x="861" y="822"/>
                  </a:lnTo>
                  <a:lnTo>
                    <a:pt x="859" y="822"/>
                  </a:lnTo>
                  <a:lnTo>
                    <a:pt x="859" y="822"/>
                  </a:lnTo>
                  <a:lnTo>
                    <a:pt x="857" y="822"/>
                  </a:lnTo>
                  <a:lnTo>
                    <a:pt x="857" y="822"/>
                  </a:lnTo>
                  <a:lnTo>
                    <a:pt x="856" y="822"/>
                  </a:lnTo>
                  <a:lnTo>
                    <a:pt x="854" y="820"/>
                  </a:lnTo>
                  <a:lnTo>
                    <a:pt x="854" y="820"/>
                  </a:lnTo>
                  <a:lnTo>
                    <a:pt x="852" y="820"/>
                  </a:lnTo>
                  <a:lnTo>
                    <a:pt x="846" y="820"/>
                  </a:lnTo>
                  <a:lnTo>
                    <a:pt x="846" y="818"/>
                  </a:lnTo>
                  <a:lnTo>
                    <a:pt x="844" y="817"/>
                  </a:lnTo>
                  <a:lnTo>
                    <a:pt x="844" y="817"/>
                  </a:lnTo>
                  <a:lnTo>
                    <a:pt x="851" y="817"/>
                  </a:lnTo>
                  <a:lnTo>
                    <a:pt x="852" y="817"/>
                  </a:lnTo>
                  <a:lnTo>
                    <a:pt x="852" y="817"/>
                  </a:lnTo>
                  <a:lnTo>
                    <a:pt x="854" y="818"/>
                  </a:lnTo>
                  <a:lnTo>
                    <a:pt x="854" y="818"/>
                  </a:lnTo>
                  <a:lnTo>
                    <a:pt x="859" y="820"/>
                  </a:lnTo>
                  <a:lnTo>
                    <a:pt x="861" y="820"/>
                  </a:lnTo>
                  <a:lnTo>
                    <a:pt x="863" y="820"/>
                  </a:lnTo>
                  <a:lnTo>
                    <a:pt x="864" y="820"/>
                  </a:lnTo>
                  <a:lnTo>
                    <a:pt x="864" y="820"/>
                  </a:lnTo>
                  <a:lnTo>
                    <a:pt x="864" y="818"/>
                  </a:lnTo>
                  <a:lnTo>
                    <a:pt x="863" y="818"/>
                  </a:lnTo>
                  <a:lnTo>
                    <a:pt x="859" y="817"/>
                  </a:lnTo>
                  <a:lnTo>
                    <a:pt x="857" y="815"/>
                  </a:lnTo>
                  <a:lnTo>
                    <a:pt x="857" y="813"/>
                  </a:lnTo>
                  <a:lnTo>
                    <a:pt x="857" y="812"/>
                  </a:lnTo>
                  <a:lnTo>
                    <a:pt x="859" y="810"/>
                  </a:lnTo>
                  <a:lnTo>
                    <a:pt x="864" y="808"/>
                  </a:lnTo>
                  <a:lnTo>
                    <a:pt x="866" y="810"/>
                  </a:lnTo>
                  <a:lnTo>
                    <a:pt x="868" y="810"/>
                  </a:lnTo>
                  <a:lnTo>
                    <a:pt x="869" y="810"/>
                  </a:lnTo>
                  <a:lnTo>
                    <a:pt x="871" y="808"/>
                  </a:lnTo>
                  <a:lnTo>
                    <a:pt x="873" y="806"/>
                  </a:lnTo>
                  <a:lnTo>
                    <a:pt x="878" y="805"/>
                  </a:lnTo>
                  <a:lnTo>
                    <a:pt x="878" y="805"/>
                  </a:lnTo>
                  <a:lnTo>
                    <a:pt x="878" y="803"/>
                  </a:lnTo>
                  <a:lnTo>
                    <a:pt x="878" y="803"/>
                  </a:lnTo>
                  <a:lnTo>
                    <a:pt x="878" y="803"/>
                  </a:lnTo>
                  <a:lnTo>
                    <a:pt x="876" y="803"/>
                  </a:lnTo>
                  <a:lnTo>
                    <a:pt x="881" y="803"/>
                  </a:lnTo>
                  <a:lnTo>
                    <a:pt x="885" y="805"/>
                  </a:lnTo>
                  <a:lnTo>
                    <a:pt x="888" y="806"/>
                  </a:lnTo>
                  <a:lnTo>
                    <a:pt x="888" y="810"/>
                  </a:lnTo>
                  <a:lnTo>
                    <a:pt x="890" y="808"/>
                  </a:lnTo>
                  <a:lnTo>
                    <a:pt x="891" y="808"/>
                  </a:lnTo>
                  <a:lnTo>
                    <a:pt x="893" y="808"/>
                  </a:lnTo>
                  <a:lnTo>
                    <a:pt x="893" y="810"/>
                  </a:lnTo>
                  <a:lnTo>
                    <a:pt x="891" y="813"/>
                  </a:lnTo>
                  <a:lnTo>
                    <a:pt x="891" y="813"/>
                  </a:lnTo>
                  <a:lnTo>
                    <a:pt x="893" y="815"/>
                  </a:lnTo>
                  <a:lnTo>
                    <a:pt x="893" y="815"/>
                  </a:lnTo>
                  <a:lnTo>
                    <a:pt x="893" y="817"/>
                  </a:lnTo>
                  <a:lnTo>
                    <a:pt x="893" y="818"/>
                  </a:lnTo>
                  <a:lnTo>
                    <a:pt x="891" y="818"/>
                  </a:lnTo>
                  <a:lnTo>
                    <a:pt x="886" y="817"/>
                  </a:lnTo>
                  <a:lnTo>
                    <a:pt x="886" y="817"/>
                  </a:lnTo>
                  <a:lnTo>
                    <a:pt x="885" y="817"/>
                  </a:lnTo>
                  <a:lnTo>
                    <a:pt x="885" y="817"/>
                  </a:lnTo>
                  <a:lnTo>
                    <a:pt x="885" y="818"/>
                  </a:lnTo>
                  <a:lnTo>
                    <a:pt x="885" y="818"/>
                  </a:lnTo>
                  <a:lnTo>
                    <a:pt x="881" y="818"/>
                  </a:lnTo>
                  <a:lnTo>
                    <a:pt x="880" y="820"/>
                  </a:lnTo>
                  <a:lnTo>
                    <a:pt x="881" y="820"/>
                  </a:lnTo>
                  <a:lnTo>
                    <a:pt x="881" y="820"/>
                  </a:lnTo>
                  <a:lnTo>
                    <a:pt x="885" y="822"/>
                  </a:lnTo>
                  <a:lnTo>
                    <a:pt x="886" y="822"/>
                  </a:lnTo>
                  <a:lnTo>
                    <a:pt x="891" y="827"/>
                  </a:lnTo>
                  <a:lnTo>
                    <a:pt x="893" y="829"/>
                  </a:lnTo>
                  <a:lnTo>
                    <a:pt x="891" y="830"/>
                  </a:lnTo>
                  <a:lnTo>
                    <a:pt x="890" y="832"/>
                  </a:lnTo>
                  <a:lnTo>
                    <a:pt x="891" y="834"/>
                  </a:lnTo>
                  <a:lnTo>
                    <a:pt x="890" y="835"/>
                  </a:lnTo>
                  <a:lnTo>
                    <a:pt x="888" y="835"/>
                  </a:lnTo>
                  <a:lnTo>
                    <a:pt x="886" y="835"/>
                  </a:lnTo>
                  <a:lnTo>
                    <a:pt x="883" y="835"/>
                  </a:lnTo>
                  <a:lnTo>
                    <a:pt x="881" y="835"/>
                  </a:lnTo>
                  <a:lnTo>
                    <a:pt x="881" y="834"/>
                  </a:lnTo>
                  <a:lnTo>
                    <a:pt x="881" y="834"/>
                  </a:lnTo>
                  <a:lnTo>
                    <a:pt x="883" y="832"/>
                  </a:lnTo>
                  <a:lnTo>
                    <a:pt x="883" y="832"/>
                  </a:lnTo>
                  <a:lnTo>
                    <a:pt x="883" y="830"/>
                  </a:lnTo>
                  <a:lnTo>
                    <a:pt x="883" y="830"/>
                  </a:lnTo>
                  <a:lnTo>
                    <a:pt x="883" y="830"/>
                  </a:lnTo>
                  <a:lnTo>
                    <a:pt x="881" y="830"/>
                  </a:lnTo>
                  <a:lnTo>
                    <a:pt x="881" y="829"/>
                  </a:lnTo>
                  <a:lnTo>
                    <a:pt x="881" y="827"/>
                  </a:lnTo>
                  <a:lnTo>
                    <a:pt x="881" y="827"/>
                  </a:lnTo>
                  <a:lnTo>
                    <a:pt x="881" y="825"/>
                  </a:lnTo>
                  <a:lnTo>
                    <a:pt x="881" y="823"/>
                  </a:lnTo>
                  <a:lnTo>
                    <a:pt x="880" y="822"/>
                  </a:lnTo>
                  <a:lnTo>
                    <a:pt x="880" y="822"/>
                  </a:lnTo>
                  <a:lnTo>
                    <a:pt x="878" y="822"/>
                  </a:lnTo>
                  <a:lnTo>
                    <a:pt x="874" y="818"/>
                  </a:lnTo>
                  <a:lnTo>
                    <a:pt x="873" y="818"/>
                  </a:lnTo>
                  <a:lnTo>
                    <a:pt x="871" y="820"/>
                  </a:lnTo>
                  <a:lnTo>
                    <a:pt x="869" y="822"/>
                  </a:lnTo>
                  <a:lnTo>
                    <a:pt x="868" y="823"/>
                  </a:lnTo>
                  <a:lnTo>
                    <a:pt x="868" y="825"/>
                  </a:lnTo>
                  <a:lnTo>
                    <a:pt x="866" y="825"/>
                  </a:lnTo>
                  <a:lnTo>
                    <a:pt x="864" y="825"/>
                  </a:lnTo>
                  <a:lnTo>
                    <a:pt x="864" y="827"/>
                  </a:lnTo>
                  <a:lnTo>
                    <a:pt x="864" y="827"/>
                  </a:lnTo>
                  <a:lnTo>
                    <a:pt x="866" y="829"/>
                  </a:lnTo>
                  <a:lnTo>
                    <a:pt x="869" y="830"/>
                  </a:lnTo>
                  <a:lnTo>
                    <a:pt x="871" y="830"/>
                  </a:lnTo>
                  <a:lnTo>
                    <a:pt x="876" y="835"/>
                  </a:lnTo>
                  <a:lnTo>
                    <a:pt x="878" y="835"/>
                  </a:lnTo>
                  <a:lnTo>
                    <a:pt x="893" y="847"/>
                  </a:lnTo>
                  <a:lnTo>
                    <a:pt x="897" y="849"/>
                  </a:lnTo>
                  <a:lnTo>
                    <a:pt x="897" y="851"/>
                  </a:lnTo>
                  <a:lnTo>
                    <a:pt x="902" y="852"/>
                  </a:lnTo>
                  <a:lnTo>
                    <a:pt x="902" y="852"/>
                  </a:lnTo>
                  <a:lnTo>
                    <a:pt x="912" y="864"/>
                  </a:lnTo>
                  <a:lnTo>
                    <a:pt x="914" y="864"/>
                  </a:lnTo>
                  <a:lnTo>
                    <a:pt x="914" y="868"/>
                  </a:lnTo>
                  <a:lnTo>
                    <a:pt x="919" y="878"/>
                  </a:lnTo>
                  <a:lnTo>
                    <a:pt x="919" y="881"/>
                  </a:lnTo>
                  <a:lnTo>
                    <a:pt x="919" y="881"/>
                  </a:lnTo>
                  <a:lnTo>
                    <a:pt x="914" y="871"/>
                  </a:lnTo>
                  <a:lnTo>
                    <a:pt x="910" y="866"/>
                  </a:lnTo>
                  <a:lnTo>
                    <a:pt x="905" y="859"/>
                  </a:lnTo>
                  <a:lnTo>
                    <a:pt x="900" y="856"/>
                  </a:lnTo>
                  <a:lnTo>
                    <a:pt x="891" y="849"/>
                  </a:lnTo>
                  <a:lnTo>
                    <a:pt x="861" y="827"/>
                  </a:lnTo>
                  <a:lnTo>
                    <a:pt x="857" y="825"/>
                  </a:lnTo>
                  <a:lnTo>
                    <a:pt x="854" y="825"/>
                  </a:lnTo>
                  <a:lnTo>
                    <a:pt x="859" y="829"/>
                  </a:lnTo>
                  <a:lnTo>
                    <a:pt x="861" y="829"/>
                  </a:lnTo>
                  <a:lnTo>
                    <a:pt x="864" y="832"/>
                  </a:lnTo>
                  <a:lnTo>
                    <a:pt x="866" y="832"/>
                  </a:lnTo>
                  <a:lnTo>
                    <a:pt x="869" y="835"/>
                  </a:lnTo>
                  <a:lnTo>
                    <a:pt x="873" y="835"/>
                  </a:lnTo>
                  <a:lnTo>
                    <a:pt x="874" y="839"/>
                  </a:lnTo>
                  <a:lnTo>
                    <a:pt x="878" y="840"/>
                  </a:lnTo>
                  <a:lnTo>
                    <a:pt x="885" y="845"/>
                  </a:lnTo>
                  <a:lnTo>
                    <a:pt x="900" y="857"/>
                  </a:lnTo>
                  <a:lnTo>
                    <a:pt x="902" y="859"/>
                  </a:lnTo>
                  <a:lnTo>
                    <a:pt x="902" y="861"/>
                  </a:lnTo>
                  <a:lnTo>
                    <a:pt x="905" y="864"/>
                  </a:lnTo>
                  <a:lnTo>
                    <a:pt x="908" y="866"/>
                  </a:lnTo>
                  <a:lnTo>
                    <a:pt x="910" y="868"/>
                  </a:lnTo>
                  <a:lnTo>
                    <a:pt x="915" y="879"/>
                  </a:lnTo>
                  <a:lnTo>
                    <a:pt x="924" y="893"/>
                  </a:lnTo>
                  <a:lnTo>
                    <a:pt x="936" y="915"/>
                  </a:lnTo>
                  <a:lnTo>
                    <a:pt x="936" y="917"/>
                  </a:lnTo>
                  <a:lnTo>
                    <a:pt x="936" y="927"/>
                  </a:lnTo>
                  <a:lnTo>
                    <a:pt x="936" y="932"/>
                  </a:lnTo>
                  <a:lnTo>
                    <a:pt x="934" y="934"/>
                  </a:lnTo>
                  <a:lnTo>
                    <a:pt x="932" y="937"/>
                  </a:lnTo>
                  <a:lnTo>
                    <a:pt x="929" y="939"/>
                  </a:lnTo>
                  <a:lnTo>
                    <a:pt x="919" y="944"/>
                  </a:lnTo>
                  <a:lnTo>
                    <a:pt x="920" y="946"/>
                  </a:lnTo>
                  <a:lnTo>
                    <a:pt x="920" y="946"/>
                  </a:lnTo>
                  <a:lnTo>
                    <a:pt x="922" y="947"/>
                  </a:lnTo>
                  <a:lnTo>
                    <a:pt x="924" y="947"/>
                  </a:lnTo>
                  <a:lnTo>
                    <a:pt x="925" y="949"/>
                  </a:lnTo>
                  <a:lnTo>
                    <a:pt x="925" y="952"/>
                  </a:lnTo>
                  <a:lnTo>
                    <a:pt x="927" y="954"/>
                  </a:lnTo>
                  <a:lnTo>
                    <a:pt x="929" y="958"/>
                  </a:lnTo>
                  <a:lnTo>
                    <a:pt x="929" y="959"/>
                  </a:lnTo>
                  <a:lnTo>
                    <a:pt x="929" y="961"/>
                  </a:lnTo>
                  <a:lnTo>
                    <a:pt x="927" y="963"/>
                  </a:lnTo>
                  <a:lnTo>
                    <a:pt x="925" y="963"/>
                  </a:lnTo>
                  <a:lnTo>
                    <a:pt x="925" y="963"/>
                  </a:lnTo>
                  <a:lnTo>
                    <a:pt x="927" y="966"/>
                  </a:lnTo>
                  <a:lnTo>
                    <a:pt x="931" y="971"/>
                  </a:lnTo>
                  <a:lnTo>
                    <a:pt x="946" y="990"/>
                  </a:lnTo>
                  <a:lnTo>
                    <a:pt x="949" y="992"/>
                  </a:lnTo>
                  <a:lnTo>
                    <a:pt x="949" y="992"/>
                  </a:lnTo>
                  <a:lnTo>
                    <a:pt x="949" y="990"/>
                  </a:lnTo>
                  <a:lnTo>
                    <a:pt x="949" y="990"/>
                  </a:lnTo>
                  <a:lnTo>
                    <a:pt x="951" y="990"/>
                  </a:lnTo>
                  <a:lnTo>
                    <a:pt x="951" y="990"/>
                  </a:lnTo>
                  <a:lnTo>
                    <a:pt x="951" y="990"/>
                  </a:lnTo>
                  <a:lnTo>
                    <a:pt x="953" y="990"/>
                  </a:lnTo>
                  <a:lnTo>
                    <a:pt x="953" y="990"/>
                  </a:lnTo>
                  <a:lnTo>
                    <a:pt x="954" y="992"/>
                  </a:lnTo>
                  <a:lnTo>
                    <a:pt x="956" y="992"/>
                  </a:lnTo>
                  <a:lnTo>
                    <a:pt x="958" y="993"/>
                  </a:lnTo>
                  <a:lnTo>
                    <a:pt x="959" y="995"/>
                  </a:lnTo>
                  <a:lnTo>
                    <a:pt x="959" y="995"/>
                  </a:lnTo>
                  <a:lnTo>
                    <a:pt x="958" y="997"/>
                  </a:lnTo>
                  <a:lnTo>
                    <a:pt x="958" y="997"/>
                  </a:lnTo>
                  <a:lnTo>
                    <a:pt x="959" y="998"/>
                  </a:lnTo>
                  <a:lnTo>
                    <a:pt x="966" y="1003"/>
                  </a:lnTo>
                  <a:lnTo>
                    <a:pt x="968" y="1005"/>
                  </a:lnTo>
                  <a:lnTo>
                    <a:pt x="971" y="1010"/>
                  </a:lnTo>
                  <a:lnTo>
                    <a:pt x="973" y="1012"/>
                  </a:lnTo>
                  <a:lnTo>
                    <a:pt x="976" y="1019"/>
                  </a:lnTo>
                  <a:lnTo>
                    <a:pt x="978" y="1020"/>
                  </a:lnTo>
                  <a:lnTo>
                    <a:pt x="978" y="1022"/>
                  </a:lnTo>
                  <a:lnTo>
                    <a:pt x="978" y="1024"/>
                  </a:lnTo>
                  <a:lnTo>
                    <a:pt x="978" y="1024"/>
                  </a:lnTo>
                  <a:lnTo>
                    <a:pt x="980" y="1025"/>
                  </a:lnTo>
                  <a:lnTo>
                    <a:pt x="980" y="1025"/>
                  </a:lnTo>
                  <a:lnTo>
                    <a:pt x="981" y="1025"/>
                  </a:lnTo>
                  <a:lnTo>
                    <a:pt x="981" y="1025"/>
                  </a:lnTo>
                  <a:lnTo>
                    <a:pt x="981" y="1025"/>
                  </a:lnTo>
                  <a:lnTo>
                    <a:pt x="981" y="1027"/>
                  </a:lnTo>
                  <a:lnTo>
                    <a:pt x="981" y="1027"/>
                  </a:lnTo>
                  <a:lnTo>
                    <a:pt x="983" y="1027"/>
                  </a:lnTo>
                  <a:lnTo>
                    <a:pt x="987" y="1029"/>
                  </a:lnTo>
                  <a:lnTo>
                    <a:pt x="988" y="1029"/>
                  </a:lnTo>
                  <a:lnTo>
                    <a:pt x="995" y="1034"/>
                  </a:lnTo>
                  <a:lnTo>
                    <a:pt x="997" y="1036"/>
                  </a:lnTo>
                  <a:lnTo>
                    <a:pt x="998" y="1036"/>
                  </a:lnTo>
                  <a:lnTo>
                    <a:pt x="998" y="1037"/>
                  </a:lnTo>
                  <a:lnTo>
                    <a:pt x="1000" y="1037"/>
                  </a:lnTo>
                  <a:lnTo>
                    <a:pt x="1002" y="1037"/>
                  </a:lnTo>
                  <a:lnTo>
                    <a:pt x="1002" y="1037"/>
                  </a:lnTo>
                  <a:lnTo>
                    <a:pt x="1004" y="1039"/>
                  </a:lnTo>
                  <a:lnTo>
                    <a:pt x="1005" y="1039"/>
                  </a:lnTo>
                  <a:lnTo>
                    <a:pt x="1007" y="1039"/>
                  </a:lnTo>
                  <a:lnTo>
                    <a:pt x="1009" y="1041"/>
                  </a:lnTo>
                  <a:lnTo>
                    <a:pt x="1029" y="1039"/>
                  </a:lnTo>
                  <a:lnTo>
                    <a:pt x="1031" y="1039"/>
                  </a:lnTo>
                  <a:lnTo>
                    <a:pt x="1031" y="997"/>
                  </a:lnTo>
                  <a:lnTo>
                    <a:pt x="1031" y="954"/>
                  </a:lnTo>
                  <a:lnTo>
                    <a:pt x="1031" y="910"/>
                  </a:lnTo>
                  <a:lnTo>
                    <a:pt x="1031" y="868"/>
                  </a:lnTo>
                  <a:lnTo>
                    <a:pt x="1031" y="781"/>
                  </a:lnTo>
                  <a:lnTo>
                    <a:pt x="1031" y="739"/>
                  </a:lnTo>
                  <a:lnTo>
                    <a:pt x="1031" y="694"/>
                  </a:lnTo>
                  <a:lnTo>
                    <a:pt x="1031" y="688"/>
                  </a:lnTo>
                  <a:lnTo>
                    <a:pt x="1032" y="689"/>
                  </a:lnTo>
                  <a:lnTo>
                    <a:pt x="1034" y="691"/>
                  </a:lnTo>
                  <a:lnTo>
                    <a:pt x="103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31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23FC4F02-8717-461A-B594-023CC5EF8D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45230" y="1821012"/>
              <a:ext cx="2725775" cy="2473655"/>
            </a:xfrm>
            <a:custGeom>
              <a:avLst/>
              <a:gdLst>
                <a:gd name="T0" fmla="*/ 1022 w 1892"/>
                <a:gd name="T1" fmla="*/ 1119 h 1717"/>
                <a:gd name="T2" fmla="*/ 1056 w 1892"/>
                <a:gd name="T3" fmla="*/ 1069 h 1717"/>
                <a:gd name="T4" fmla="*/ 937 w 1892"/>
                <a:gd name="T5" fmla="*/ 941 h 1717"/>
                <a:gd name="T6" fmla="*/ 1138 w 1892"/>
                <a:gd name="T7" fmla="*/ 1254 h 1717"/>
                <a:gd name="T8" fmla="*/ 1124 w 1892"/>
                <a:gd name="T9" fmla="*/ 1228 h 1717"/>
                <a:gd name="T10" fmla="*/ 1318 w 1892"/>
                <a:gd name="T11" fmla="*/ 1354 h 1717"/>
                <a:gd name="T12" fmla="*/ 1146 w 1892"/>
                <a:gd name="T13" fmla="*/ 1252 h 1717"/>
                <a:gd name="T14" fmla="*/ 1073 w 1892"/>
                <a:gd name="T15" fmla="*/ 1126 h 1717"/>
                <a:gd name="T16" fmla="*/ 1007 w 1892"/>
                <a:gd name="T17" fmla="*/ 1136 h 1717"/>
                <a:gd name="T18" fmla="*/ 122 w 1892"/>
                <a:gd name="T19" fmla="*/ 681 h 1717"/>
                <a:gd name="T20" fmla="*/ 127 w 1892"/>
                <a:gd name="T21" fmla="*/ 627 h 1717"/>
                <a:gd name="T22" fmla="*/ 112 w 1892"/>
                <a:gd name="T23" fmla="*/ 624 h 1717"/>
                <a:gd name="T24" fmla="*/ 1331 w 1892"/>
                <a:gd name="T25" fmla="*/ 1564 h 1717"/>
                <a:gd name="T26" fmla="*/ 1328 w 1892"/>
                <a:gd name="T27" fmla="*/ 1605 h 1717"/>
                <a:gd name="T28" fmla="*/ 1299 w 1892"/>
                <a:gd name="T29" fmla="*/ 1547 h 1717"/>
                <a:gd name="T30" fmla="*/ 1304 w 1892"/>
                <a:gd name="T31" fmla="*/ 1447 h 1717"/>
                <a:gd name="T32" fmla="*/ 1285 w 1892"/>
                <a:gd name="T33" fmla="*/ 1400 h 1717"/>
                <a:gd name="T34" fmla="*/ 1255 w 1892"/>
                <a:gd name="T35" fmla="*/ 1367 h 1717"/>
                <a:gd name="T36" fmla="*/ 1178 w 1892"/>
                <a:gd name="T37" fmla="*/ 1272 h 1717"/>
                <a:gd name="T38" fmla="*/ 1153 w 1892"/>
                <a:gd name="T39" fmla="*/ 1267 h 1717"/>
                <a:gd name="T40" fmla="*/ 1109 w 1892"/>
                <a:gd name="T41" fmla="*/ 1226 h 1717"/>
                <a:gd name="T42" fmla="*/ 1100 w 1892"/>
                <a:gd name="T43" fmla="*/ 1147 h 1717"/>
                <a:gd name="T44" fmla="*/ 1087 w 1892"/>
                <a:gd name="T45" fmla="*/ 1130 h 1717"/>
                <a:gd name="T46" fmla="*/ 1037 w 1892"/>
                <a:gd name="T47" fmla="*/ 1113 h 1717"/>
                <a:gd name="T48" fmla="*/ 1002 w 1892"/>
                <a:gd name="T49" fmla="*/ 1126 h 1717"/>
                <a:gd name="T50" fmla="*/ 983 w 1892"/>
                <a:gd name="T51" fmla="*/ 1063 h 1717"/>
                <a:gd name="T52" fmla="*/ 966 w 1892"/>
                <a:gd name="T53" fmla="*/ 1021 h 1717"/>
                <a:gd name="T54" fmla="*/ 934 w 1892"/>
                <a:gd name="T55" fmla="*/ 996 h 1717"/>
                <a:gd name="T56" fmla="*/ 932 w 1892"/>
                <a:gd name="T57" fmla="*/ 967 h 1717"/>
                <a:gd name="T58" fmla="*/ 919 w 1892"/>
                <a:gd name="T59" fmla="*/ 946 h 1717"/>
                <a:gd name="T60" fmla="*/ 898 w 1892"/>
                <a:gd name="T61" fmla="*/ 945 h 1717"/>
                <a:gd name="T62" fmla="*/ 840 w 1892"/>
                <a:gd name="T63" fmla="*/ 909 h 1717"/>
                <a:gd name="T64" fmla="*/ 776 w 1892"/>
                <a:gd name="T65" fmla="*/ 858 h 1717"/>
                <a:gd name="T66" fmla="*/ 717 w 1892"/>
                <a:gd name="T67" fmla="*/ 805 h 1717"/>
                <a:gd name="T68" fmla="*/ 701 w 1892"/>
                <a:gd name="T69" fmla="*/ 724 h 1717"/>
                <a:gd name="T70" fmla="*/ 674 w 1892"/>
                <a:gd name="T71" fmla="*/ 659 h 1717"/>
                <a:gd name="T72" fmla="*/ 638 w 1892"/>
                <a:gd name="T73" fmla="*/ 624 h 1717"/>
                <a:gd name="T74" fmla="*/ 627 w 1892"/>
                <a:gd name="T75" fmla="*/ 540 h 1717"/>
                <a:gd name="T76" fmla="*/ 608 w 1892"/>
                <a:gd name="T77" fmla="*/ 479 h 1717"/>
                <a:gd name="T78" fmla="*/ 559 w 1892"/>
                <a:gd name="T79" fmla="*/ 425 h 1717"/>
                <a:gd name="T80" fmla="*/ 497 w 1892"/>
                <a:gd name="T81" fmla="*/ 445 h 1717"/>
                <a:gd name="T82" fmla="*/ 469 w 1892"/>
                <a:gd name="T83" fmla="*/ 313 h 1717"/>
                <a:gd name="T84" fmla="*/ 438 w 1892"/>
                <a:gd name="T85" fmla="*/ 257 h 1717"/>
                <a:gd name="T86" fmla="*/ 416 w 1892"/>
                <a:gd name="T87" fmla="*/ 179 h 1717"/>
                <a:gd name="T88" fmla="*/ 396 w 1892"/>
                <a:gd name="T89" fmla="*/ 135 h 1717"/>
                <a:gd name="T90" fmla="*/ 345 w 1892"/>
                <a:gd name="T91" fmla="*/ 216 h 1717"/>
                <a:gd name="T92" fmla="*/ 319 w 1892"/>
                <a:gd name="T93" fmla="*/ 260 h 1717"/>
                <a:gd name="T94" fmla="*/ 329 w 1892"/>
                <a:gd name="T95" fmla="*/ 296 h 1717"/>
                <a:gd name="T96" fmla="*/ 309 w 1892"/>
                <a:gd name="T97" fmla="*/ 325 h 1717"/>
                <a:gd name="T98" fmla="*/ 302 w 1892"/>
                <a:gd name="T99" fmla="*/ 449 h 1717"/>
                <a:gd name="T100" fmla="*/ 287 w 1892"/>
                <a:gd name="T101" fmla="*/ 608 h 1717"/>
                <a:gd name="T102" fmla="*/ 236 w 1892"/>
                <a:gd name="T103" fmla="*/ 712 h 1717"/>
                <a:gd name="T104" fmla="*/ 97 w 1892"/>
                <a:gd name="T105" fmla="*/ 680 h 1717"/>
                <a:gd name="T106" fmla="*/ 954 w 1892"/>
                <a:gd name="T107" fmla="*/ 1690 h 1717"/>
                <a:gd name="T108" fmla="*/ 1068 w 1892"/>
                <a:gd name="T109" fmla="*/ 1671 h 1717"/>
                <a:gd name="T110" fmla="*/ 1156 w 1892"/>
                <a:gd name="T111" fmla="*/ 1714 h 1717"/>
                <a:gd name="T112" fmla="*/ 1194 w 1892"/>
                <a:gd name="T113" fmla="*/ 1695 h 1717"/>
                <a:gd name="T114" fmla="*/ 1204 w 1892"/>
                <a:gd name="T115" fmla="*/ 1663 h 1717"/>
                <a:gd name="T116" fmla="*/ 1256 w 1892"/>
                <a:gd name="T117" fmla="*/ 1643 h 1717"/>
                <a:gd name="T118" fmla="*/ 1335 w 1892"/>
                <a:gd name="T119" fmla="*/ 1629 h 1717"/>
                <a:gd name="T120" fmla="*/ 708 w 1892"/>
                <a:gd name="T121" fmla="*/ 797 h 1717"/>
                <a:gd name="T122" fmla="*/ 365 w 1892"/>
                <a:gd name="T123" fmla="*/ 87 h 1717"/>
                <a:gd name="T124" fmla="*/ 1888 w 1892"/>
                <a:gd name="T125" fmla="*/ 870 h 1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92" h="1717">
                  <a:moveTo>
                    <a:pt x="757" y="855"/>
                  </a:moveTo>
                  <a:lnTo>
                    <a:pt x="757" y="856"/>
                  </a:lnTo>
                  <a:lnTo>
                    <a:pt x="759" y="856"/>
                  </a:lnTo>
                  <a:lnTo>
                    <a:pt x="762" y="855"/>
                  </a:lnTo>
                  <a:lnTo>
                    <a:pt x="762" y="856"/>
                  </a:lnTo>
                  <a:lnTo>
                    <a:pt x="762" y="855"/>
                  </a:lnTo>
                  <a:lnTo>
                    <a:pt x="764" y="855"/>
                  </a:lnTo>
                  <a:lnTo>
                    <a:pt x="764" y="851"/>
                  </a:lnTo>
                  <a:lnTo>
                    <a:pt x="764" y="851"/>
                  </a:lnTo>
                  <a:lnTo>
                    <a:pt x="762" y="851"/>
                  </a:lnTo>
                  <a:lnTo>
                    <a:pt x="762" y="851"/>
                  </a:lnTo>
                  <a:lnTo>
                    <a:pt x="762" y="851"/>
                  </a:lnTo>
                  <a:lnTo>
                    <a:pt x="761" y="851"/>
                  </a:lnTo>
                  <a:lnTo>
                    <a:pt x="761" y="851"/>
                  </a:lnTo>
                  <a:lnTo>
                    <a:pt x="761" y="851"/>
                  </a:lnTo>
                  <a:lnTo>
                    <a:pt x="759" y="851"/>
                  </a:lnTo>
                  <a:lnTo>
                    <a:pt x="757" y="851"/>
                  </a:lnTo>
                  <a:lnTo>
                    <a:pt x="757" y="851"/>
                  </a:lnTo>
                  <a:lnTo>
                    <a:pt x="756" y="853"/>
                  </a:lnTo>
                  <a:lnTo>
                    <a:pt x="756" y="853"/>
                  </a:lnTo>
                  <a:lnTo>
                    <a:pt x="756" y="855"/>
                  </a:lnTo>
                  <a:lnTo>
                    <a:pt x="757" y="855"/>
                  </a:lnTo>
                  <a:close/>
                  <a:moveTo>
                    <a:pt x="953" y="970"/>
                  </a:moveTo>
                  <a:lnTo>
                    <a:pt x="951" y="970"/>
                  </a:lnTo>
                  <a:lnTo>
                    <a:pt x="949" y="972"/>
                  </a:lnTo>
                  <a:lnTo>
                    <a:pt x="949" y="972"/>
                  </a:lnTo>
                  <a:lnTo>
                    <a:pt x="951" y="972"/>
                  </a:lnTo>
                  <a:lnTo>
                    <a:pt x="951" y="973"/>
                  </a:lnTo>
                  <a:lnTo>
                    <a:pt x="951" y="973"/>
                  </a:lnTo>
                  <a:lnTo>
                    <a:pt x="953" y="972"/>
                  </a:lnTo>
                  <a:lnTo>
                    <a:pt x="954" y="970"/>
                  </a:lnTo>
                  <a:lnTo>
                    <a:pt x="954" y="970"/>
                  </a:lnTo>
                  <a:lnTo>
                    <a:pt x="956" y="968"/>
                  </a:lnTo>
                  <a:lnTo>
                    <a:pt x="956" y="968"/>
                  </a:lnTo>
                  <a:lnTo>
                    <a:pt x="954" y="967"/>
                  </a:lnTo>
                  <a:lnTo>
                    <a:pt x="954" y="965"/>
                  </a:lnTo>
                  <a:lnTo>
                    <a:pt x="954" y="963"/>
                  </a:lnTo>
                  <a:lnTo>
                    <a:pt x="954" y="965"/>
                  </a:lnTo>
                  <a:lnTo>
                    <a:pt x="954" y="967"/>
                  </a:lnTo>
                  <a:lnTo>
                    <a:pt x="954" y="968"/>
                  </a:lnTo>
                  <a:lnTo>
                    <a:pt x="953" y="970"/>
                  </a:lnTo>
                  <a:lnTo>
                    <a:pt x="953" y="970"/>
                  </a:lnTo>
                  <a:close/>
                  <a:moveTo>
                    <a:pt x="1022" y="1116"/>
                  </a:moveTo>
                  <a:lnTo>
                    <a:pt x="1022" y="1116"/>
                  </a:lnTo>
                  <a:lnTo>
                    <a:pt x="1022" y="1116"/>
                  </a:lnTo>
                  <a:lnTo>
                    <a:pt x="1022" y="1118"/>
                  </a:lnTo>
                  <a:lnTo>
                    <a:pt x="1022" y="1118"/>
                  </a:lnTo>
                  <a:lnTo>
                    <a:pt x="1022" y="1119"/>
                  </a:lnTo>
                  <a:lnTo>
                    <a:pt x="1024" y="1119"/>
                  </a:lnTo>
                  <a:lnTo>
                    <a:pt x="1026" y="1119"/>
                  </a:lnTo>
                  <a:lnTo>
                    <a:pt x="1026" y="1116"/>
                  </a:lnTo>
                  <a:lnTo>
                    <a:pt x="1027" y="1114"/>
                  </a:lnTo>
                  <a:lnTo>
                    <a:pt x="1027" y="1111"/>
                  </a:lnTo>
                  <a:lnTo>
                    <a:pt x="1026" y="1111"/>
                  </a:lnTo>
                  <a:lnTo>
                    <a:pt x="1026" y="1109"/>
                  </a:lnTo>
                  <a:lnTo>
                    <a:pt x="1026" y="1108"/>
                  </a:lnTo>
                  <a:lnTo>
                    <a:pt x="1026" y="1106"/>
                  </a:lnTo>
                  <a:lnTo>
                    <a:pt x="1026" y="1104"/>
                  </a:lnTo>
                  <a:lnTo>
                    <a:pt x="1024" y="1104"/>
                  </a:lnTo>
                  <a:lnTo>
                    <a:pt x="1024" y="1106"/>
                  </a:lnTo>
                  <a:lnTo>
                    <a:pt x="1024" y="1106"/>
                  </a:lnTo>
                  <a:lnTo>
                    <a:pt x="1024" y="1108"/>
                  </a:lnTo>
                  <a:lnTo>
                    <a:pt x="1022" y="1108"/>
                  </a:lnTo>
                  <a:lnTo>
                    <a:pt x="1022" y="1111"/>
                  </a:lnTo>
                  <a:lnTo>
                    <a:pt x="1022" y="1113"/>
                  </a:lnTo>
                  <a:lnTo>
                    <a:pt x="1020" y="1114"/>
                  </a:lnTo>
                  <a:lnTo>
                    <a:pt x="1022" y="1114"/>
                  </a:lnTo>
                  <a:lnTo>
                    <a:pt x="1022" y="1116"/>
                  </a:lnTo>
                  <a:close/>
                  <a:moveTo>
                    <a:pt x="900" y="929"/>
                  </a:moveTo>
                  <a:lnTo>
                    <a:pt x="900" y="931"/>
                  </a:lnTo>
                  <a:lnTo>
                    <a:pt x="900" y="931"/>
                  </a:lnTo>
                  <a:lnTo>
                    <a:pt x="900" y="931"/>
                  </a:lnTo>
                  <a:lnTo>
                    <a:pt x="900" y="931"/>
                  </a:lnTo>
                  <a:lnTo>
                    <a:pt x="902" y="933"/>
                  </a:lnTo>
                  <a:lnTo>
                    <a:pt x="902" y="929"/>
                  </a:lnTo>
                  <a:lnTo>
                    <a:pt x="902" y="928"/>
                  </a:lnTo>
                  <a:lnTo>
                    <a:pt x="902" y="926"/>
                  </a:lnTo>
                  <a:lnTo>
                    <a:pt x="900" y="924"/>
                  </a:lnTo>
                  <a:lnTo>
                    <a:pt x="898" y="926"/>
                  </a:lnTo>
                  <a:lnTo>
                    <a:pt x="900" y="928"/>
                  </a:lnTo>
                  <a:lnTo>
                    <a:pt x="900" y="929"/>
                  </a:lnTo>
                  <a:close/>
                  <a:moveTo>
                    <a:pt x="1054" y="1072"/>
                  </a:moveTo>
                  <a:lnTo>
                    <a:pt x="1054" y="1072"/>
                  </a:lnTo>
                  <a:lnTo>
                    <a:pt x="1056" y="1072"/>
                  </a:lnTo>
                  <a:lnTo>
                    <a:pt x="1056" y="1072"/>
                  </a:lnTo>
                  <a:lnTo>
                    <a:pt x="1056" y="1072"/>
                  </a:lnTo>
                  <a:lnTo>
                    <a:pt x="1058" y="1074"/>
                  </a:lnTo>
                  <a:lnTo>
                    <a:pt x="1058" y="1072"/>
                  </a:lnTo>
                  <a:lnTo>
                    <a:pt x="1058" y="1072"/>
                  </a:lnTo>
                  <a:lnTo>
                    <a:pt x="1058" y="1072"/>
                  </a:lnTo>
                  <a:lnTo>
                    <a:pt x="1058" y="1072"/>
                  </a:lnTo>
                  <a:lnTo>
                    <a:pt x="1058" y="1072"/>
                  </a:lnTo>
                  <a:lnTo>
                    <a:pt x="1058" y="1072"/>
                  </a:lnTo>
                  <a:lnTo>
                    <a:pt x="1060" y="1070"/>
                  </a:lnTo>
                  <a:lnTo>
                    <a:pt x="1058" y="1070"/>
                  </a:lnTo>
                  <a:lnTo>
                    <a:pt x="1056" y="1069"/>
                  </a:lnTo>
                  <a:lnTo>
                    <a:pt x="1054" y="1067"/>
                  </a:lnTo>
                  <a:lnTo>
                    <a:pt x="1054" y="1067"/>
                  </a:lnTo>
                  <a:lnTo>
                    <a:pt x="1054" y="1069"/>
                  </a:lnTo>
                  <a:lnTo>
                    <a:pt x="1054" y="1070"/>
                  </a:lnTo>
                  <a:lnTo>
                    <a:pt x="1054" y="1070"/>
                  </a:lnTo>
                  <a:lnTo>
                    <a:pt x="1054" y="1070"/>
                  </a:lnTo>
                  <a:lnTo>
                    <a:pt x="1053" y="1070"/>
                  </a:lnTo>
                  <a:lnTo>
                    <a:pt x="1053" y="1072"/>
                  </a:lnTo>
                  <a:lnTo>
                    <a:pt x="1054" y="1072"/>
                  </a:lnTo>
                  <a:lnTo>
                    <a:pt x="1054" y="1072"/>
                  </a:lnTo>
                  <a:close/>
                  <a:moveTo>
                    <a:pt x="944" y="945"/>
                  </a:moveTo>
                  <a:lnTo>
                    <a:pt x="942" y="946"/>
                  </a:lnTo>
                  <a:lnTo>
                    <a:pt x="942" y="948"/>
                  </a:lnTo>
                  <a:lnTo>
                    <a:pt x="944" y="948"/>
                  </a:lnTo>
                  <a:lnTo>
                    <a:pt x="944" y="950"/>
                  </a:lnTo>
                  <a:lnTo>
                    <a:pt x="941" y="951"/>
                  </a:lnTo>
                  <a:lnTo>
                    <a:pt x="941" y="953"/>
                  </a:lnTo>
                  <a:lnTo>
                    <a:pt x="941" y="953"/>
                  </a:lnTo>
                  <a:lnTo>
                    <a:pt x="941" y="953"/>
                  </a:lnTo>
                  <a:lnTo>
                    <a:pt x="942" y="953"/>
                  </a:lnTo>
                  <a:lnTo>
                    <a:pt x="942" y="953"/>
                  </a:lnTo>
                  <a:lnTo>
                    <a:pt x="944" y="951"/>
                  </a:lnTo>
                  <a:lnTo>
                    <a:pt x="944" y="955"/>
                  </a:lnTo>
                  <a:lnTo>
                    <a:pt x="944" y="956"/>
                  </a:lnTo>
                  <a:lnTo>
                    <a:pt x="946" y="955"/>
                  </a:lnTo>
                  <a:lnTo>
                    <a:pt x="947" y="955"/>
                  </a:lnTo>
                  <a:lnTo>
                    <a:pt x="947" y="956"/>
                  </a:lnTo>
                  <a:lnTo>
                    <a:pt x="949" y="955"/>
                  </a:lnTo>
                  <a:lnTo>
                    <a:pt x="949" y="953"/>
                  </a:lnTo>
                  <a:lnTo>
                    <a:pt x="951" y="955"/>
                  </a:lnTo>
                  <a:lnTo>
                    <a:pt x="951" y="955"/>
                  </a:lnTo>
                  <a:lnTo>
                    <a:pt x="953" y="955"/>
                  </a:lnTo>
                  <a:lnTo>
                    <a:pt x="953" y="953"/>
                  </a:lnTo>
                  <a:lnTo>
                    <a:pt x="953" y="953"/>
                  </a:lnTo>
                  <a:lnTo>
                    <a:pt x="951" y="951"/>
                  </a:lnTo>
                  <a:lnTo>
                    <a:pt x="949" y="950"/>
                  </a:lnTo>
                  <a:lnTo>
                    <a:pt x="949" y="948"/>
                  </a:lnTo>
                  <a:lnTo>
                    <a:pt x="947" y="948"/>
                  </a:lnTo>
                  <a:lnTo>
                    <a:pt x="947" y="948"/>
                  </a:lnTo>
                  <a:lnTo>
                    <a:pt x="947" y="945"/>
                  </a:lnTo>
                  <a:lnTo>
                    <a:pt x="947" y="945"/>
                  </a:lnTo>
                  <a:lnTo>
                    <a:pt x="946" y="941"/>
                  </a:lnTo>
                  <a:lnTo>
                    <a:pt x="946" y="941"/>
                  </a:lnTo>
                  <a:lnTo>
                    <a:pt x="944" y="941"/>
                  </a:lnTo>
                  <a:lnTo>
                    <a:pt x="944" y="945"/>
                  </a:lnTo>
                  <a:close/>
                  <a:moveTo>
                    <a:pt x="937" y="941"/>
                  </a:moveTo>
                  <a:lnTo>
                    <a:pt x="937" y="941"/>
                  </a:lnTo>
                  <a:lnTo>
                    <a:pt x="937" y="941"/>
                  </a:lnTo>
                  <a:lnTo>
                    <a:pt x="939" y="941"/>
                  </a:lnTo>
                  <a:lnTo>
                    <a:pt x="939" y="941"/>
                  </a:lnTo>
                  <a:lnTo>
                    <a:pt x="939" y="941"/>
                  </a:lnTo>
                  <a:lnTo>
                    <a:pt x="939" y="941"/>
                  </a:lnTo>
                  <a:lnTo>
                    <a:pt x="939" y="941"/>
                  </a:lnTo>
                  <a:lnTo>
                    <a:pt x="939" y="941"/>
                  </a:lnTo>
                  <a:lnTo>
                    <a:pt x="941" y="941"/>
                  </a:lnTo>
                  <a:lnTo>
                    <a:pt x="941" y="941"/>
                  </a:lnTo>
                  <a:lnTo>
                    <a:pt x="941" y="943"/>
                  </a:lnTo>
                  <a:lnTo>
                    <a:pt x="942" y="941"/>
                  </a:lnTo>
                  <a:lnTo>
                    <a:pt x="942" y="939"/>
                  </a:lnTo>
                  <a:lnTo>
                    <a:pt x="942" y="939"/>
                  </a:lnTo>
                  <a:lnTo>
                    <a:pt x="942" y="938"/>
                  </a:lnTo>
                  <a:lnTo>
                    <a:pt x="942" y="938"/>
                  </a:lnTo>
                  <a:lnTo>
                    <a:pt x="942" y="936"/>
                  </a:lnTo>
                  <a:lnTo>
                    <a:pt x="944" y="934"/>
                  </a:lnTo>
                  <a:lnTo>
                    <a:pt x="944" y="933"/>
                  </a:lnTo>
                  <a:lnTo>
                    <a:pt x="944" y="931"/>
                  </a:lnTo>
                  <a:lnTo>
                    <a:pt x="942" y="933"/>
                  </a:lnTo>
                  <a:lnTo>
                    <a:pt x="942" y="933"/>
                  </a:lnTo>
                  <a:lnTo>
                    <a:pt x="942" y="933"/>
                  </a:lnTo>
                  <a:lnTo>
                    <a:pt x="941" y="934"/>
                  </a:lnTo>
                  <a:lnTo>
                    <a:pt x="941" y="934"/>
                  </a:lnTo>
                  <a:lnTo>
                    <a:pt x="941" y="933"/>
                  </a:lnTo>
                  <a:lnTo>
                    <a:pt x="939" y="933"/>
                  </a:lnTo>
                  <a:lnTo>
                    <a:pt x="939" y="934"/>
                  </a:lnTo>
                  <a:lnTo>
                    <a:pt x="939" y="934"/>
                  </a:lnTo>
                  <a:lnTo>
                    <a:pt x="939" y="934"/>
                  </a:lnTo>
                  <a:lnTo>
                    <a:pt x="939" y="934"/>
                  </a:lnTo>
                  <a:lnTo>
                    <a:pt x="939" y="936"/>
                  </a:lnTo>
                  <a:lnTo>
                    <a:pt x="937" y="938"/>
                  </a:lnTo>
                  <a:lnTo>
                    <a:pt x="936" y="939"/>
                  </a:lnTo>
                  <a:lnTo>
                    <a:pt x="937" y="941"/>
                  </a:lnTo>
                  <a:lnTo>
                    <a:pt x="937" y="941"/>
                  </a:lnTo>
                  <a:close/>
                  <a:moveTo>
                    <a:pt x="1122" y="1230"/>
                  </a:moveTo>
                  <a:lnTo>
                    <a:pt x="1122" y="1230"/>
                  </a:lnTo>
                  <a:lnTo>
                    <a:pt x="1121" y="1230"/>
                  </a:lnTo>
                  <a:lnTo>
                    <a:pt x="1124" y="1237"/>
                  </a:lnTo>
                  <a:lnTo>
                    <a:pt x="1124" y="1238"/>
                  </a:lnTo>
                  <a:lnTo>
                    <a:pt x="1126" y="1238"/>
                  </a:lnTo>
                  <a:lnTo>
                    <a:pt x="1127" y="1240"/>
                  </a:lnTo>
                  <a:lnTo>
                    <a:pt x="1131" y="1243"/>
                  </a:lnTo>
                  <a:lnTo>
                    <a:pt x="1133" y="1245"/>
                  </a:lnTo>
                  <a:lnTo>
                    <a:pt x="1133" y="1249"/>
                  </a:lnTo>
                  <a:lnTo>
                    <a:pt x="1134" y="1250"/>
                  </a:lnTo>
                  <a:lnTo>
                    <a:pt x="1136" y="1252"/>
                  </a:lnTo>
                  <a:lnTo>
                    <a:pt x="1136" y="1252"/>
                  </a:lnTo>
                  <a:lnTo>
                    <a:pt x="1138" y="1254"/>
                  </a:lnTo>
                  <a:lnTo>
                    <a:pt x="1138" y="1254"/>
                  </a:lnTo>
                  <a:lnTo>
                    <a:pt x="1139" y="1254"/>
                  </a:lnTo>
                  <a:lnTo>
                    <a:pt x="1141" y="1254"/>
                  </a:lnTo>
                  <a:lnTo>
                    <a:pt x="1141" y="1254"/>
                  </a:lnTo>
                  <a:lnTo>
                    <a:pt x="1143" y="1252"/>
                  </a:lnTo>
                  <a:lnTo>
                    <a:pt x="1143" y="1252"/>
                  </a:lnTo>
                  <a:lnTo>
                    <a:pt x="1143" y="1252"/>
                  </a:lnTo>
                  <a:lnTo>
                    <a:pt x="1143" y="1252"/>
                  </a:lnTo>
                  <a:lnTo>
                    <a:pt x="1143" y="1250"/>
                  </a:lnTo>
                  <a:lnTo>
                    <a:pt x="1144" y="1250"/>
                  </a:lnTo>
                  <a:lnTo>
                    <a:pt x="1144" y="1250"/>
                  </a:lnTo>
                  <a:lnTo>
                    <a:pt x="1144" y="1250"/>
                  </a:lnTo>
                  <a:lnTo>
                    <a:pt x="1144" y="1247"/>
                  </a:lnTo>
                  <a:lnTo>
                    <a:pt x="1143" y="1245"/>
                  </a:lnTo>
                  <a:lnTo>
                    <a:pt x="1143" y="1243"/>
                  </a:lnTo>
                  <a:lnTo>
                    <a:pt x="1141" y="1243"/>
                  </a:lnTo>
                  <a:lnTo>
                    <a:pt x="1139" y="1240"/>
                  </a:lnTo>
                  <a:lnTo>
                    <a:pt x="1139" y="1238"/>
                  </a:lnTo>
                  <a:lnTo>
                    <a:pt x="1138" y="1237"/>
                  </a:lnTo>
                  <a:lnTo>
                    <a:pt x="1138" y="1235"/>
                  </a:lnTo>
                  <a:lnTo>
                    <a:pt x="1139" y="1230"/>
                  </a:lnTo>
                  <a:lnTo>
                    <a:pt x="1139" y="1228"/>
                  </a:lnTo>
                  <a:lnTo>
                    <a:pt x="1138" y="1230"/>
                  </a:lnTo>
                  <a:lnTo>
                    <a:pt x="1138" y="1232"/>
                  </a:lnTo>
                  <a:lnTo>
                    <a:pt x="1136" y="1232"/>
                  </a:lnTo>
                  <a:lnTo>
                    <a:pt x="1134" y="1232"/>
                  </a:lnTo>
                  <a:lnTo>
                    <a:pt x="1136" y="1230"/>
                  </a:lnTo>
                  <a:lnTo>
                    <a:pt x="1134" y="1230"/>
                  </a:lnTo>
                  <a:lnTo>
                    <a:pt x="1133" y="1230"/>
                  </a:lnTo>
                  <a:lnTo>
                    <a:pt x="1131" y="1230"/>
                  </a:lnTo>
                  <a:lnTo>
                    <a:pt x="1131" y="1228"/>
                  </a:lnTo>
                  <a:lnTo>
                    <a:pt x="1127" y="1228"/>
                  </a:lnTo>
                  <a:lnTo>
                    <a:pt x="1126" y="1226"/>
                  </a:lnTo>
                  <a:lnTo>
                    <a:pt x="1126" y="1226"/>
                  </a:lnTo>
                  <a:lnTo>
                    <a:pt x="1126" y="1226"/>
                  </a:lnTo>
                  <a:lnTo>
                    <a:pt x="1126" y="1225"/>
                  </a:lnTo>
                  <a:lnTo>
                    <a:pt x="1124" y="1225"/>
                  </a:lnTo>
                  <a:lnTo>
                    <a:pt x="1124" y="1225"/>
                  </a:lnTo>
                  <a:lnTo>
                    <a:pt x="1124" y="1225"/>
                  </a:lnTo>
                  <a:lnTo>
                    <a:pt x="1122" y="1225"/>
                  </a:lnTo>
                  <a:lnTo>
                    <a:pt x="1122" y="1225"/>
                  </a:lnTo>
                  <a:lnTo>
                    <a:pt x="1121" y="1225"/>
                  </a:lnTo>
                  <a:lnTo>
                    <a:pt x="1121" y="1225"/>
                  </a:lnTo>
                  <a:lnTo>
                    <a:pt x="1121" y="1226"/>
                  </a:lnTo>
                  <a:lnTo>
                    <a:pt x="1122" y="1226"/>
                  </a:lnTo>
                  <a:lnTo>
                    <a:pt x="1122" y="1226"/>
                  </a:lnTo>
                  <a:lnTo>
                    <a:pt x="1124" y="1228"/>
                  </a:lnTo>
                  <a:lnTo>
                    <a:pt x="1124" y="1228"/>
                  </a:lnTo>
                  <a:lnTo>
                    <a:pt x="1124" y="1230"/>
                  </a:lnTo>
                  <a:lnTo>
                    <a:pt x="1122" y="1230"/>
                  </a:lnTo>
                  <a:close/>
                  <a:moveTo>
                    <a:pt x="1058" y="1079"/>
                  </a:moveTo>
                  <a:lnTo>
                    <a:pt x="1061" y="1080"/>
                  </a:lnTo>
                  <a:lnTo>
                    <a:pt x="1063" y="1080"/>
                  </a:lnTo>
                  <a:lnTo>
                    <a:pt x="1063" y="1079"/>
                  </a:lnTo>
                  <a:lnTo>
                    <a:pt x="1063" y="1079"/>
                  </a:lnTo>
                  <a:lnTo>
                    <a:pt x="1065" y="1077"/>
                  </a:lnTo>
                  <a:lnTo>
                    <a:pt x="1061" y="1077"/>
                  </a:lnTo>
                  <a:lnTo>
                    <a:pt x="1061" y="1077"/>
                  </a:lnTo>
                  <a:lnTo>
                    <a:pt x="1060" y="1077"/>
                  </a:lnTo>
                  <a:lnTo>
                    <a:pt x="1058" y="1077"/>
                  </a:lnTo>
                  <a:lnTo>
                    <a:pt x="1058" y="1079"/>
                  </a:lnTo>
                  <a:close/>
                  <a:moveTo>
                    <a:pt x="1296" y="1389"/>
                  </a:moveTo>
                  <a:lnTo>
                    <a:pt x="1294" y="1393"/>
                  </a:lnTo>
                  <a:lnTo>
                    <a:pt x="1294" y="1393"/>
                  </a:lnTo>
                  <a:lnTo>
                    <a:pt x="1292" y="1395"/>
                  </a:lnTo>
                  <a:lnTo>
                    <a:pt x="1292" y="1395"/>
                  </a:lnTo>
                  <a:lnTo>
                    <a:pt x="1290" y="1396"/>
                  </a:lnTo>
                  <a:lnTo>
                    <a:pt x="1290" y="1401"/>
                  </a:lnTo>
                  <a:lnTo>
                    <a:pt x="1290" y="1403"/>
                  </a:lnTo>
                  <a:lnTo>
                    <a:pt x="1287" y="1405"/>
                  </a:lnTo>
                  <a:lnTo>
                    <a:pt x="1287" y="1406"/>
                  </a:lnTo>
                  <a:lnTo>
                    <a:pt x="1287" y="1408"/>
                  </a:lnTo>
                  <a:lnTo>
                    <a:pt x="1287" y="1412"/>
                  </a:lnTo>
                  <a:lnTo>
                    <a:pt x="1290" y="1412"/>
                  </a:lnTo>
                  <a:lnTo>
                    <a:pt x="1289" y="1413"/>
                  </a:lnTo>
                  <a:lnTo>
                    <a:pt x="1290" y="1418"/>
                  </a:lnTo>
                  <a:lnTo>
                    <a:pt x="1290" y="1420"/>
                  </a:lnTo>
                  <a:lnTo>
                    <a:pt x="1290" y="1422"/>
                  </a:lnTo>
                  <a:lnTo>
                    <a:pt x="1292" y="1423"/>
                  </a:lnTo>
                  <a:lnTo>
                    <a:pt x="1296" y="1427"/>
                  </a:lnTo>
                  <a:lnTo>
                    <a:pt x="1299" y="1427"/>
                  </a:lnTo>
                  <a:lnTo>
                    <a:pt x="1299" y="1423"/>
                  </a:lnTo>
                  <a:lnTo>
                    <a:pt x="1299" y="1420"/>
                  </a:lnTo>
                  <a:lnTo>
                    <a:pt x="1299" y="1418"/>
                  </a:lnTo>
                  <a:lnTo>
                    <a:pt x="1299" y="1415"/>
                  </a:lnTo>
                  <a:lnTo>
                    <a:pt x="1304" y="1398"/>
                  </a:lnTo>
                  <a:lnTo>
                    <a:pt x="1314" y="1381"/>
                  </a:lnTo>
                  <a:lnTo>
                    <a:pt x="1321" y="1366"/>
                  </a:lnTo>
                  <a:lnTo>
                    <a:pt x="1321" y="1364"/>
                  </a:lnTo>
                  <a:lnTo>
                    <a:pt x="1321" y="1362"/>
                  </a:lnTo>
                  <a:lnTo>
                    <a:pt x="1323" y="1361"/>
                  </a:lnTo>
                  <a:lnTo>
                    <a:pt x="1323" y="1359"/>
                  </a:lnTo>
                  <a:lnTo>
                    <a:pt x="1323" y="1357"/>
                  </a:lnTo>
                  <a:lnTo>
                    <a:pt x="1323" y="1356"/>
                  </a:lnTo>
                  <a:lnTo>
                    <a:pt x="1319" y="1354"/>
                  </a:lnTo>
                  <a:lnTo>
                    <a:pt x="1318" y="1354"/>
                  </a:lnTo>
                  <a:lnTo>
                    <a:pt x="1318" y="1352"/>
                  </a:lnTo>
                  <a:lnTo>
                    <a:pt x="1316" y="1347"/>
                  </a:lnTo>
                  <a:lnTo>
                    <a:pt x="1316" y="1347"/>
                  </a:lnTo>
                  <a:lnTo>
                    <a:pt x="1316" y="1335"/>
                  </a:lnTo>
                  <a:lnTo>
                    <a:pt x="1316" y="1332"/>
                  </a:lnTo>
                  <a:lnTo>
                    <a:pt x="1314" y="1332"/>
                  </a:lnTo>
                  <a:lnTo>
                    <a:pt x="1311" y="1335"/>
                  </a:lnTo>
                  <a:lnTo>
                    <a:pt x="1309" y="1337"/>
                  </a:lnTo>
                  <a:lnTo>
                    <a:pt x="1307" y="1337"/>
                  </a:lnTo>
                  <a:lnTo>
                    <a:pt x="1302" y="1342"/>
                  </a:lnTo>
                  <a:lnTo>
                    <a:pt x="1306" y="1342"/>
                  </a:lnTo>
                  <a:lnTo>
                    <a:pt x="1307" y="1345"/>
                  </a:lnTo>
                  <a:lnTo>
                    <a:pt x="1311" y="1349"/>
                  </a:lnTo>
                  <a:lnTo>
                    <a:pt x="1311" y="1350"/>
                  </a:lnTo>
                  <a:lnTo>
                    <a:pt x="1313" y="1354"/>
                  </a:lnTo>
                  <a:lnTo>
                    <a:pt x="1313" y="1357"/>
                  </a:lnTo>
                  <a:lnTo>
                    <a:pt x="1311" y="1361"/>
                  </a:lnTo>
                  <a:lnTo>
                    <a:pt x="1309" y="1364"/>
                  </a:lnTo>
                  <a:lnTo>
                    <a:pt x="1306" y="1366"/>
                  </a:lnTo>
                  <a:lnTo>
                    <a:pt x="1304" y="1367"/>
                  </a:lnTo>
                  <a:lnTo>
                    <a:pt x="1294" y="1374"/>
                  </a:lnTo>
                  <a:lnTo>
                    <a:pt x="1292" y="1376"/>
                  </a:lnTo>
                  <a:lnTo>
                    <a:pt x="1292" y="1376"/>
                  </a:lnTo>
                  <a:lnTo>
                    <a:pt x="1292" y="1378"/>
                  </a:lnTo>
                  <a:lnTo>
                    <a:pt x="1292" y="1378"/>
                  </a:lnTo>
                  <a:lnTo>
                    <a:pt x="1292" y="1378"/>
                  </a:lnTo>
                  <a:lnTo>
                    <a:pt x="1296" y="1378"/>
                  </a:lnTo>
                  <a:lnTo>
                    <a:pt x="1296" y="1379"/>
                  </a:lnTo>
                  <a:lnTo>
                    <a:pt x="1296" y="1379"/>
                  </a:lnTo>
                  <a:lnTo>
                    <a:pt x="1297" y="1379"/>
                  </a:lnTo>
                  <a:lnTo>
                    <a:pt x="1296" y="1383"/>
                  </a:lnTo>
                  <a:lnTo>
                    <a:pt x="1297" y="1386"/>
                  </a:lnTo>
                  <a:lnTo>
                    <a:pt x="1296" y="1389"/>
                  </a:lnTo>
                  <a:lnTo>
                    <a:pt x="1296" y="1389"/>
                  </a:lnTo>
                  <a:close/>
                  <a:moveTo>
                    <a:pt x="1148" y="1255"/>
                  </a:moveTo>
                  <a:lnTo>
                    <a:pt x="1150" y="1257"/>
                  </a:lnTo>
                  <a:lnTo>
                    <a:pt x="1150" y="1259"/>
                  </a:lnTo>
                  <a:lnTo>
                    <a:pt x="1150" y="1260"/>
                  </a:lnTo>
                  <a:lnTo>
                    <a:pt x="1151" y="1262"/>
                  </a:lnTo>
                  <a:lnTo>
                    <a:pt x="1153" y="1260"/>
                  </a:lnTo>
                  <a:lnTo>
                    <a:pt x="1151" y="1259"/>
                  </a:lnTo>
                  <a:lnTo>
                    <a:pt x="1151" y="1257"/>
                  </a:lnTo>
                  <a:lnTo>
                    <a:pt x="1150" y="1255"/>
                  </a:lnTo>
                  <a:lnTo>
                    <a:pt x="1148" y="1254"/>
                  </a:lnTo>
                  <a:lnTo>
                    <a:pt x="1148" y="1250"/>
                  </a:lnTo>
                  <a:lnTo>
                    <a:pt x="1148" y="1250"/>
                  </a:lnTo>
                  <a:lnTo>
                    <a:pt x="1146" y="1252"/>
                  </a:lnTo>
                  <a:lnTo>
                    <a:pt x="1146" y="1252"/>
                  </a:lnTo>
                  <a:lnTo>
                    <a:pt x="1146" y="1252"/>
                  </a:lnTo>
                  <a:lnTo>
                    <a:pt x="1148" y="1255"/>
                  </a:lnTo>
                  <a:close/>
                  <a:moveTo>
                    <a:pt x="1290" y="1388"/>
                  </a:moveTo>
                  <a:lnTo>
                    <a:pt x="1292" y="1386"/>
                  </a:lnTo>
                  <a:lnTo>
                    <a:pt x="1290" y="1384"/>
                  </a:lnTo>
                  <a:lnTo>
                    <a:pt x="1287" y="1381"/>
                  </a:lnTo>
                  <a:lnTo>
                    <a:pt x="1287" y="1383"/>
                  </a:lnTo>
                  <a:lnTo>
                    <a:pt x="1287" y="1384"/>
                  </a:lnTo>
                  <a:lnTo>
                    <a:pt x="1290" y="1388"/>
                  </a:lnTo>
                  <a:close/>
                  <a:moveTo>
                    <a:pt x="1073" y="1126"/>
                  </a:moveTo>
                  <a:lnTo>
                    <a:pt x="1073" y="1126"/>
                  </a:lnTo>
                  <a:lnTo>
                    <a:pt x="1073" y="1126"/>
                  </a:lnTo>
                  <a:lnTo>
                    <a:pt x="1073" y="1126"/>
                  </a:lnTo>
                  <a:lnTo>
                    <a:pt x="1075" y="1128"/>
                  </a:lnTo>
                  <a:lnTo>
                    <a:pt x="1073" y="1128"/>
                  </a:lnTo>
                  <a:lnTo>
                    <a:pt x="1075" y="1130"/>
                  </a:lnTo>
                  <a:lnTo>
                    <a:pt x="1075" y="1130"/>
                  </a:lnTo>
                  <a:lnTo>
                    <a:pt x="1077" y="1130"/>
                  </a:lnTo>
                  <a:lnTo>
                    <a:pt x="1078" y="1130"/>
                  </a:lnTo>
                  <a:lnTo>
                    <a:pt x="1078" y="1130"/>
                  </a:lnTo>
                  <a:lnTo>
                    <a:pt x="1078" y="1128"/>
                  </a:lnTo>
                  <a:lnTo>
                    <a:pt x="1078" y="1128"/>
                  </a:lnTo>
                  <a:lnTo>
                    <a:pt x="1078" y="1128"/>
                  </a:lnTo>
                  <a:lnTo>
                    <a:pt x="1080" y="1126"/>
                  </a:lnTo>
                  <a:lnTo>
                    <a:pt x="1080" y="1126"/>
                  </a:lnTo>
                  <a:lnTo>
                    <a:pt x="1082" y="1126"/>
                  </a:lnTo>
                  <a:lnTo>
                    <a:pt x="1080" y="1125"/>
                  </a:lnTo>
                  <a:lnTo>
                    <a:pt x="1080" y="1125"/>
                  </a:lnTo>
                  <a:lnTo>
                    <a:pt x="1080" y="1125"/>
                  </a:lnTo>
                  <a:lnTo>
                    <a:pt x="1078" y="1125"/>
                  </a:lnTo>
                  <a:lnTo>
                    <a:pt x="1078" y="1123"/>
                  </a:lnTo>
                  <a:lnTo>
                    <a:pt x="1078" y="1123"/>
                  </a:lnTo>
                  <a:lnTo>
                    <a:pt x="1078" y="1121"/>
                  </a:lnTo>
                  <a:lnTo>
                    <a:pt x="1078" y="1121"/>
                  </a:lnTo>
                  <a:lnTo>
                    <a:pt x="1077" y="1119"/>
                  </a:lnTo>
                  <a:lnTo>
                    <a:pt x="1077" y="1119"/>
                  </a:lnTo>
                  <a:lnTo>
                    <a:pt x="1077" y="1119"/>
                  </a:lnTo>
                  <a:lnTo>
                    <a:pt x="1075" y="1118"/>
                  </a:lnTo>
                  <a:lnTo>
                    <a:pt x="1073" y="1119"/>
                  </a:lnTo>
                  <a:lnTo>
                    <a:pt x="1073" y="1119"/>
                  </a:lnTo>
                  <a:lnTo>
                    <a:pt x="1075" y="1119"/>
                  </a:lnTo>
                  <a:lnTo>
                    <a:pt x="1075" y="1121"/>
                  </a:lnTo>
                  <a:lnTo>
                    <a:pt x="1075" y="1121"/>
                  </a:lnTo>
                  <a:lnTo>
                    <a:pt x="1075" y="1123"/>
                  </a:lnTo>
                  <a:lnTo>
                    <a:pt x="1073" y="1125"/>
                  </a:lnTo>
                  <a:lnTo>
                    <a:pt x="1071" y="1126"/>
                  </a:lnTo>
                  <a:lnTo>
                    <a:pt x="1073" y="1126"/>
                  </a:lnTo>
                  <a:lnTo>
                    <a:pt x="1073" y="1126"/>
                  </a:lnTo>
                  <a:close/>
                  <a:moveTo>
                    <a:pt x="1323" y="1536"/>
                  </a:moveTo>
                  <a:lnTo>
                    <a:pt x="1323" y="1537"/>
                  </a:lnTo>
                  <a:lnTo>
                    <a:pt x="1323" y="1539"/>
                  </a:lnTo>
                  <a:lnTo>
                    <a:pt x="1323" y="1544"/>
                  </a:lnTo>
                  <a:lnTo>
                    <a:pt x="1323" y="1551"/>
                  </a:lnTo>
                  <a:lnTo>
                    <a:pt x="1323" y="1553"/>
                  </a:lnTo>
                  <a:lnTo>
                    <a:pt x="1324" y="1553"/>
                  </a:lnTo>
                  <a:lnTo>
                    <a:pt x="1324" y="1554"/>
                  </a:lnTo>
                  <a:lnTo>
                    <a:pt x="1326" y="1556"/>
                  </a:lnTo>
                  <a:lnTo>
                    <a:pt x="1326" y="1558"/>
                  </a:lnTo>
                  <a:lnTo>
                    <a:pt x="1326" y="1559"/>
                  </a:lnTo>
                  <a:lnTo>
                    <a:pt x="1328" y="1561"/>
                  </a:lnTo>
                  <a:lnTo>
                    <a:pt x="1328" y="1561"/>
                  </a:lnTo>
                  <a:lnTo>
                    <a:pt x="1328" y="1559"/>
                  </a:lnTo>
                  <a:lnTo>
                    <a:pt x="1328" y="1558"/>
                  </a:lnTo>
                  <a:lnTo>
                    <a:pt x="1328" y="1558"/>
                  </a:lnTo>
                  <a:lnTo>
                    <a:pt x="1328" y="1554"/>
                  </a:lnTo>
                  <a:lnTo>
                    <a:pt x="1328" y="1554"/>
                  </a:lnTo>
                  <a:lnTo>
                    <a:pt x="1328" y="1549"/>
                  </a:lnTo>
                  <a:lnTo>
                    <a:pt x="1328" y="1546"/>
                  </a:lnTo>
                  <a:lnTo>
                    <a:pt x="1331" y="1536"/>
                  </a:lnTo>
                  <a:lnTo>
                    <a:pt x="1331" y="1534"/>
                  </a:lnTo>
                  <a:lnTo>
                    <a:pt x="1331" y="1532"/>
                  </a:lnTo>
                  <a:lnTo>
                    <a:pt x="1330" y="1532"/>
                  </a:lnTo>
                  <a:lnTo>
                    <a:pt x="1330" y="1532"/>
                  </a:lnTo>
                  <a:lnTo>
                    <a:pt x="1328" y="1534"/>
                  </a:lnTo>
                  <a:lnTo>
                    <a:pt x="1324" y="1534"/>
                  </a:lnTo>
                  <a:lnTo>
                    <a:pt x="1323" y="1536"/>
                  </a:lnTo>
                  <a:lnTo>
                    <a:pt x="1323" y="1536"/>
                  </a:lnTo>
                  <a:close/>
                  <a:moveTo>
                    <a:pt x="1007" y="1136"/>
                  </a:moveTo>
                  <a:lnTo>
                    <a:pt x="1009" y="1136"/>
                  </a:lnTo>
                  <a:lnTo>
                    <a:pt x="1009" y="1138"/>
                  </a:lnTo>
                  <a:lnTo>
                    <a:pt x="1010" y="1136"/>
                  </a:lnTo>
                  <a:lnTo>
                    <a:pt x="1012" y="1135"/>
                  </a:lnTo>
                  <a:lnTo>
                    <a:pt x="1012" y="1133"/>
                  </a:lnTo>
                  <a:lnTo>
                    <a:pt x="1012" y="1133"/>
                  </a:lnTo>
                  <a:lnTo>
                    <a:pt x="1012" y="1131"/>
                  </a:lnTo>
                  <a:lnTo>
                    <a:pt x="1012" y="1131"/>
                  </a:lnTo>
                  <a:lnTo>
                    <a:pt x="1010" y="1130"/>
                  </a:lnTo>
                  <a:lnTo>
                    <a:pt x="1010" y="1130"/>
                  </a:lnTo>
                  <a:lnTo>
                    <a:pt x="1009" y="1130"/>
                  </a:lnTo>
                  <a:lnTo>
                    <a:pt x="1009" y="1130"/>
                  </a:lnTo>
                  <a:lnTo>
                    <a:pt x="1009" y="1133"/>
                  </a:lnTo>
                  <a:lnTo>
                    <a:pt x="1007" y="1133"/>
                  </a:lnTo>
                  <a:lnTo>
                    <a:pt x="1009" y="1135"/>
                  </a:lnTo>
                  <a:lnTo>
                    <a:pt x="1009" y="1135"/>
                  </a:lnTo>
                  <a:lnTo>
                    <a:pt x="1009" y="1136"/>
                  </a:lnTo>
                  <a:lnTo>
                    <a:pt x="1007" y="1136"/>
                  </a:lnTo>
                  <a:close/>
                  <a:moveTo>
                    <a:pt x="93" y="656"/>
                  </a:moveTo>
                  <a:lnTo>
                    <a:pt x="93" y="656"/>
                  </a:lnTo>
                  <a:lnTo>
                    <a:pt x="93" y="656"/>
                  </a:lnTo>
                  <a:lnTo>
                    <a:pt x="93" y="658"/>
                  </a:lnTo>
                  <a:lnTo>
                    <a:pt x="95" y="658"/>
                  </a:lnTo>
                  <a:lnTo>
                    <a:pt x="95" y="658"/>
                  </a:lnTo>
                  <a:lnTo>
                    <a:pt x="95" y="656"/>
                  </a:lnTo>
                  <a:lnTo>
                    <a:pt x="95" y="656"/>
                  </a:lnTo>
                  <a:lnTo>
                    <a:pt x="98" y="656"/>
                  </a:lnTo>
                  <a:lnTo>
                    <a:pt x="98" y="654"/>
                  </a:lnTo>
                  <a:lnTo>
                    <a:pt x="98" y="653"/>
                  </a:lnTo>
                  <a:lnTo>
                    <a:pt x="97" y="653"/>
                  </a:lnTo>
                  <a:lnTo>
                    <a:pt x="95" y="654"/>
                  </a:lnTo>
                  <a:lnTo>
                    <a:pt x="93" y="654"/>
                  </a:lnTo>
                  <a:lnTo>
                    <a:pt x="93" y="654"/>
                  </a:lnTo>
                  <a:lnTo>
                    <a:pt x="93" y="656"/>
                  </a:lnTo>
                  <a:close/>
                  <a:moveTo>
                    <a:pt x="122" y="681"/>
                  </a:moveTo>
                  <a:lnTo>
                    <a:pt x="122" y="680"/>
                  </a:lnTo>
                  <a:lnTo>
                    <a:pt x="124" y="678"/>
                  </a:lnTo>
                  <a:lnTo>
                    <a:pt x="126" y="678"/>
                  </a:lnTo>
                  <a:lnTo>
                    <a:pt x="127" y="678"/>
                  </a:lnTo>
                  <a:lnTo>
                    <a:pt x="127" y="678"/>
                  </a:lnTo>
                  <a:lnTo>
                    <a:pt x="127" y="680"/>
                  </a:lnTo>
                  <a:lnTo>
                    <a:pt x="127" y="680"/>
                  </a:lnTo>
                  <a:lnTo>
                    <a:pt x="127" y="680"/>
                  </a:lnTo>
                  <a:lnTo>
                    <a:pt x="129" y="680"/>
                  </a:lnTo>
                  <a:lnTo>
                    <a:pt x="129" y="680"/>
                  </a:lnTo>
                  <a:lnTo>
                    <a:pt x="129" y="680"/>
                  </a:lnTo>
                  <a:lnTo>
                    <a:pt x="131" y="678"/>
                  </a:lnTo>
                  <a:lnTo>
                    <a:pt x="132" y="678"/>
                  </a:lnTo>
                  <a:lnTo>
                    <a:pt x="134" y="678"/>
                  </a:lnTo>
                  <a:lnTo>
                    <a:pt x="134" y="676"/>
                  </a:lnTo>
                  <a:lnTo>
                    <a:pt x="134" y="676"/>
                  </a:lnTo>
                  <a:lnTo>
                    <a:pt x="134" y="675"/>
                  </a:lnTo>
                  <a:lnTo>
                    <a:pt x="132" y="675"/>
                  </a:lnTo>
                  <a:lnTo>
                    <a:pt x="134" y="673"/>
                  </a:lnTo>
                  <a:lnTo>
                    <a:pt x="132" y="671"/>
                  </a:lnTo>
                  <a:lnTo>
                    <a:pt x="129" y="669"/>
                  </a:lnTo>
                  <a:lnTo>
                    <a:pt x="127" y="668"/>
                  </a:lnTo>
                  <a:lnTo>
                    <a:pt x="127" y="669"/>
                  </a:lnTo>
                  <a:lnTo>
                    <a:pt x="127" y="669"/>
                  </a:lnTo>
                  <a:lnTo>
                    <a:pt x="126" y="671"/>
                  </a:lnTo>
                  <a:lnTo>
                    <a:pt x="124" y="675"/>
                  </a:lnTo>
                  <a:lnTo>
                    <a:pt x="122" y="676"/>
                  </a:lnTo>
                  <a:lnTo>
                    <a:pt x="121" y="676"/>
                  </a:lnTo>
                  <a:lnTo>
                    <a:pt x="121" y="678"/>
                  </a:lnTo>
                  <a:lnTo>
                    <a:pt x="121" y="681"/>
                  </a:lnTo>
                  <a:lnTo>
                    <a:pt x="122" y="681"/>
                  </a:lnTo>
                  <a:lnTo>
                    <a:pt x="122" y="681"/>
                  </a:lnTo>
                  <a:lnTo>
                    <a:pt x="122" y="681"/>
                  </a:lnTo>
                  <a:lnTo>
                    <a:pt x="122" y="681"/>
                  </a:lnTo>
                  <a:lnTo>
                    <a:pt x="122" y="681"/>
                  </a:lnTo>
                  <a:close/>
                  <a:moveTo>
                    <a:pt x="98" y="649"/>
                  </a:moveTo>
                  <a:lnTo>
                    <a:pt x="98" y="649"/>
                  </a:lnTo>
                  <a:lnTo>
                    <a:pt x="100" y="647"/>
                  </a:lnTo>
                  <a:lnTo>
                    <a:pt x="100" y="646"/>
                  </a:lnTo>
                  <a:lnTo>
                    <a:pt x="102" y="646"/>
                  </a:lnTo>
                  <a:lnTo>
                    <a:pt x="102" y="644"/>
                  </a:lnTo>
                  <a:lnTo>
                    <a:pt x="102" y="642"/>
                  </a:lnTo>
                  <a:lnTo>
                    <a:pt x="100" y="641"/>
                  </a:lnTo>
                  <a:lnTo>
                    <a:pt x="102" y="641"/>
                  </a:lnTo>
                  <a:lnTo>
                    <a:pt x="104" y="644"/>
                  </a:lnTo>
                  <a:lnTo>
                    <a:pt x="105" y="646"/>
                  </a:lnTo>
                  <a:lnTo>
                    <a:pt x="105" y="646"/>
                  </a:lnTo>
                  <a:lnTo>
                    <a:pt x="112" y="646"/>
                  </a:lnTo>
                  <a:lnTo>
                    <a:pt x="112" y="646"/>
                  </a:lnTo>
                  <a:lnTo>
                    <a:pt x="115" y="644"/>
                  </a:lnTo>
                  <a:lnTo>
                    <a:pt x="117" y="644"/>
                  </a:lnTo>
                  <a:lnTo>
                    <a:pt x="117" y="642"/>
                  </a:lnTo>
                  <a:lnTo>
                    <a:pt x="119" y="639"/>
                  </a:lnTo>
                  <a:lnTo>
                    <a:pt x="119" y="639"/>
                  </a:lnTo>
                  <a:lnTo>
                    <a:pt x="121" y="639"/>
                  </a:lnTo>
                  <a:lnTo>
                    <a:pt x="122" y="641"/>
                  </a:lnTo>
                  <a:lnTo>
                    <a:pt x="122" y="641"/>
                  </a:lnTo>
                  <a:lnTo>
                    <a:pt x="124" y="641"/>
                  </a:lnTo>
                  <a:lnTo>
                    <a:pt x="124" y="639"/>
                  </a:lnTo>
                  <a:lnTo>
                    <a:pt x="126" y="639"/>
                  </a:lnTo>
                  <a:lnTo>
                    <a:pt x="124" y="637"/>
                  </a:lnTo>
                  <a:lnTo>
                    <a:pt x="124" y="637"/>
                  </a:lnTo>
                  <a:lnTo>
                    <a:pt x="126" y="636"/>
                  </a:lnTo>
                  <a:lnTo>
                    <a:pt x="126" y="636"/>
                  </a:lnTo>
                  <a:lnTo>
                    <a:pt x="126" y="636"/>
                  </a:lnTo>
                  <a:lnTo>
                    <a:pt x="126" y="632"/>
                  </a:lnTo>
                  <a:lnTo>
                    <a:pt x="126" y="632"/>
                  </a:lnTo>
                  <a:lnTo>
                    <a:pt x="127" y="630"/>
                  </a:lnTo>
                  <a:lnTo>
                    <a:pt x="127" y="630"/>
                  </a:lnTo>
                  <a:lnTo>
                    <a:pt x="129" y="632"/>
                  </a:lnTo>
                  <a:lnTo>
                    <a:pt x="129" y="632"/>
                  </a:lnTo>
                  <a:lnTo>
                    <a:pt x="131" y="630"/>
                  </a:lnTo>
                  <a:lnTo>
                    <a:pt x="131" y="630"/>
                  </a:lnTo>
                  <a:lnTo>
                    <a:pt x="131" y="630"/>
                  </a:lnTo>
                  <a:lnTo>
                    <a:pt x="129" y="630"/>
                  </a:lnTo>
                  <a:lnTo>
                    <a:pt x="127" y="629"/>
                  </a:lnTo>
                  <a:lnTo>
                    <a:pt x="127" y="629"/>
                  </a:lnTo>
                  <a:lnTo>
                    <a:pt x="127" y="629"/>
                  </a:lnTo>
                  <a:lnTo>
                    <a:pt x="127" y="627"/>
                  </a:lnTo>
                  <a:lnTo>
                    <a:pt x="131" y="627"/>
                  </a:lnTo>
                  <a:lnTo>
                    <a:pt x="131" y="627"/>
                  </a:lnTo>
                  <a:lnTo>
                    <a:pt x="132" y="625"/>
                  </a:lnTo>
                  <a:lnTo>
                    <a:pt x="132" y="625"/>
                  </a:lnTo>
                  <a:lnTo>
                    <a:pt x="132" y="625"/>
                  </a:lnTo>
                  <a:lnTo>
                    <a:pt x="134" y="625"/>
                  </a:lnTo>
                  <a:lnTo>
                    <a:pt x="134" y="625"/>
                  </a:lnTo>
                  <a:lnTo>
                    <a:pt x="134" y="627"/>
                  </a:lnTo>
                  <a:lnTo>
                    <a:pt x="136" y="627"/>
                  </a:lnTo>
                  <a:lnTo>
                    <a:pt x="138" y="630"/>
                  </a:lnTo>
                  <a:lnTo>
                    <a:pt x="138" y="630"/>
                  </a:lnTo>
                  <a:lnTo>
                    <a:pt x="139" y="630"/>
                  </a:lnTo>
                  <a:lnTo>
                    <a:pt x="141" y="629"/>
                  </a:lnTo>
                  <a:lnTo>
                    <a:pt x="143" y="629"/>
                  </a:lnTo>
                  <a:lnTo>
                    <a:pt x="144" y="629"/>
                  </a:lnTo>
                  <a:lnTo>
                    <a:pt x="146" y="629"/>
                  </a:lnTo>
                  <a:lnTo>
                    <a:pt x="146" y="629"/>
                  </a:lnTo>
                  <a:lnTo>
                    <a:pt x="146" y="629"/>
                  </a:lnTo>
                  <a:lnTo>
                    <a:pt x="146" y="627"/>
                  </a:lnTo>
                  <a:lnTo>
                    <a:pt x="146" y="627"/>
                  </a:lnTo>
                  <a:lnTo>
                    <a:pt x="146" y="625"/>
                  </a:lnTo>
                  <a:lnTo>
                    <a:pt x="148" y="625"/>
                  </a:lnTo>
                  <a:lnTo>
                    <a:pt x="148" y="625"/>
                  </a:lnTo>
                  <a:lnTo>
                    <a:pt x="148" y="627"/>
                  </a:lnTo>
                  <a:lnTo>
                    <a:pt x="149" y="627"/>
                  </a:lnTo>
                  <a:lnTo>
                    <a:pt x="149" y="625"/>
                  </a:lnTo>
                  <a:lnTo>
                    <a:pt x="149" y="624"/>
                  </a:lnTo>
                  <a:lnTo>
                    <a:pt x="149" y="622"/>
                  </a:lnTo>
                  <a:lnTo>
                    <a:pt x="149" y="622"/>
                  </a:lnTo>
                  <a:lnTo>
                    <a:pt x="148" y="622"/>
                  </a:lnTo>
                  <a:lnTo>
                    <a:pt x="148" y="622"/>
                  </a:lnTo>
                  <a:lnTo>
                    <a:pt x="146" y="624"/>
                  </a:lnTo>
                  <a:lnTo>
                    <a:pt x="144" y="624"/>
                  </a:lnTo>
                  <a:lnTo>
                    <a:pt x="144" y="624"/>
                  </a:lnTo>
                  <a:lnTo>
                    <a:pt x="146" y="622"/>
                  </a:lnTo>
                  <a:lnTo>
                    <a:pt x="146" y="622"/>
                  </a:lnTo>
                  <a:lnTo>
                    <a:pt x="143" y="622"/>
                  </a:lnTo>
                  <a:lnTo>
                    <a:pt x="141" y="620"/>
                  </a:lnTo>
                  <a:lnTo>
                    <a:pt x="139" y="620"/>
                  </a:lnTo>
                  <a:lnTo>
                    <a:pt x="139" y="619"/>
                  </a:lnTo>
                  <a:lnTo>
                    <a:pt x="138" y="619"/>
                  </a:lnTo>
                  <a:lnTo>
                    <a:pt x="138" y="617"/>
                  </a:lnTo>
                  <a:lnTo>
                    <a:pt x="136" y="617"/>
                  </a:lnTo>
                  <a:lnTo>
                    <a:pt x="132" y="619"/>
                  </a:lnTo>
                  <a:lnTo>
                    <a:pt x="127" y="620"/>
                  </a:lnTo>
                  <a:lnTo>
                    <a:pt x="117" y="622"/>
                  </a:lnTo>
                  <a:lnTo>
                    <a:pt x="114" y="622"/>
                  </a:lnTo>
                  <a:lnTo>
                    <a:pt x="112" y="624"/>
                  </a:lnTo>
                  <a:lnTo>
                    <a:pt x="110" y="624"/>
                  </a:lnTo>
                  <a:lnTo>
                    <a:pt x="109" y="625"/>
                  </a:lnTo>
                  <a:lnTo>
                    <a:pt x="107" y="627"/>
                  </a:lnTo>
                  <a:lnTo>
                    <a:pt x="107" y="627"/>
                  </a:lnTo>
                  <a:lnTo>
                    <a:pt x="105" y="627"/>
                  </a:lnTo>
                  <a:lnTo>
                    <a:pt x="105" y="629"/>
                  </a:lnTo>
                  <a:lnTo>
                    <a:pt x="105" y="629"/>
                  </a:lnTo>
                  <a:lnTo>
                    <a:pt x="104" y="629"/>
                  </a:lnTo>
                  <a:lnTo>
                    <a:pt x="104" y="630"/>
                  </a:lnTo>
                  <a:lnTo>
                    <a:pt x="104" y="632"/>
                  </a:lnTo>
                  <a:lnTo>
                    <a:pt x="102" y="634"/>
                  </a:lnTo>
                  <a:lnTo>
                    <a:pt x="100" y="636"/>
                  </a:lnTo>
                  <a:lnTo>
                    <a:pt x="100" y="637"/>
                  </a:lnTo>
                  <a:lnTo>
                    <a:pt x="98" y="637"/>
                  </a:lnTo>
                  <a:lnTo>
                    <a:pt x="98" y="641"/>
                  </a:lnTo>
                  <a:lnTo>
                    <a:pt x="98" y="641"/>
                  </a:lnTo>
                  <a:lnTo>
                    <a:pt x="98" y="642"/>
                  </a:lnTo>
                  <a:lnTo>
                    <a:pt x="97" y="642"/>
                  </a:lnTo>
                  <a:lnTo>
                    <a:pt x="97" y="644"/>
                  </a:lnTo>
                  <a:lnTo>
                    <a:pt x="97" y="644"/>
                  </a:lnTo>
                  <a:lnTo>
                    <a:pt x="98" y="646"/>
                  </a:lnTo>
                  <a:lnTo>
                    <a:pt x="98" y="649"/>
                  </a:lnTo>
                  <a:close/>
                  <a:moveTo>
                    <a:pt x="353" y="79"/>
                  </a:moveTo>
                  <a:lnTo>
                    <a:pt x="355" y="80"/>
                  </a:lnTo>
                  <a:lnTo>
                    <a:pt x="355" y="82"/>
                  </a:lnTo>
                  <a:lnTo>
                    <a:pt x="357" y="82"/>
                  </a:lnTo>
                  <a:lnTo>
                    <a:pt x="357" y="82"/>
                  </a:lnTo>
                  <a:lnTo>
                    <a:pt x="358" y="82"/>
                  </a:lnTo>
                  <a:lnTo>
                    <a:pt x="358" y="80"/>
                  </a:lnTo>
                  <a:lnTo>
                    <a:pt x="360" y="80"/>
                  </a:lnTo>
                  <a:lnTo>
                    <a:pt x="360" y="79"/>
                  </a:lnTo>
                  <a:lnTo>
                    <a:pt x="360" y="75"/>
                  </a:lnTo>
                  <a:lnTo>
                    <a:pt x="360" y="75"/>
                  </a:lnTo>
                  <a:lnTo>
                    <a:pt x="360" y="73"/>
                  </a:lnTo>
                  <a:lnTo>
                    <a:pt x="358" y="72"/>
                  </a:lnTo>
                  <a:lnTo>
                    <a:pt x="357" y="72"/>
                  </a:lnTo>
                  <a:lnTo>
                    <a:pt x="357" y="72"/>
                  </a:lnTo>
                  <a:lnTo>
                    <a:pt x="351" y="77"/>
                  </a:lnTo>
                  <a:lnTo>
                    <a:pt x="351" y="79"/>
                  </a:lnTo>
                  <a:lnTo>
                    <a:pt x="353" y="79"/>
                  </a:lnTo>
                  <a:close/>
                  <a:moveTo>
                    <a:pt x="1411" y="1016"/>
                  </a:moveTo>
                  <a:lnTo>
                    <a:pt x="1411" y="1016"/>
                  </a:lnTo>
                  <a:lnTo>
                    <a:pt x="1411" y="1016"/>
                  </a:lnTo>
                  <a:lnTo>
                    <a:pt x="1411" y="1016"/>
                  </a:lnTo>
                  <a:close/>
                  <a:moveTo>
                    <a:pt x="1333" y="1566"/>
                  </a:moveTo>
                  <a:lnTo>
                    <a:pt x="1333" y="1566"/>
                  </a:lnTo>
                  <a:lnTo>
                    <a:pt x="1331" y="1564"/>
                  </a:lnTo>
                  <a:lnTo>
                    <a:pt x="1331" y="1564"/>
                  </a:lnTo>
                  <a:lnTo>
                    <a:pt x="1330" y="1564"/>
                  </a:lnTo>
                  <a:lnTo>
                    <a:pt x="1328" y="1564"/>
                  </a:lnTo>
                  <a:lnTo>
                    <a:pt x="1328" y="1566"/>
                  </a:lnTo>
                  <a:lnTo>
                    <a:pt x="1328" y="1568"/>
                  </a:lnTo>
                  <a:lnTo>
                    <a:pt x="1328" y="1569"/>
                  </a:lnTo>
                  <a:lnTo>
                    <a:pt x="1326" y="1571"/>
                  </a:lnTo>
                  <a:lnTo>
                    <a:pt x="1324" y="1573"/>
                  </a:lnTo>
                  <a:lnTo>
                    <a:pt x="1326" y="1576"/>
                  </a:lnTo>
                  <a:lnTo>
                    <a:pt x="1326" y="1578"/>
                  </a:lnTo>
                  <a:lnTo>
                    <a:pt x="1326" y="1580"/>
                  </a:lnTo>
                  <a:lnTo>
                    <a:pt x="1326" y="1581"/>
                  </a:lnTo>
                  <a:lnTo>
                    <a:pt x="1324" y="1583"/>
                  </a:lnTo>
                  <a:lnTo>
                    <a:pt x="1326" y="1583"/>
                  </a:lnTo>
                  <a:lnTo>
                    <a:pt x="1326" y="1585"/>
                  </a:lnTo>
                  <a:lnTo>
                    <a:pt x="1326" y="1585"/>
                  </a:lnTo>
                  <a:lnTo>
                    <a:pt x="1326" y="1586"/>
                  </a:lnTo>
                  <a:lnTo>
                    <a:pt x="1326" y="1586"/>
                  </a:lnTo>
                  <a:lnTo>
                    <a:pt x="1326" y="1586"/>
                  </a:lnTo>
                  <a:lnTo>
                    <a:pt x="1324" y="1586"/>
                  </a:lnTo>
                  <a:lnTo>
                    <a:pt x="1324" y="1590"/>
                  </a:lnTo>
                  <a:lnTo>
                    <a:pt x="1324" y="1592"/>
                  </a:lnTo>
                  <a:lnTo>
                    <a:pt x="1326" y="1593"/>
                  </a:lnTo>
                  <a:lnTo>
                    <a:pt x="1326" y="1593"/>
                  </a:lnTo>
                  <a:lnTo>
                    <a:pt x="1328" y="1593"/>
                  </a:lnTo>
                  <a:lnTo>
                    <a:pt x="1328" y="1593"/>
                  </a:lnTo>
                  <a:lnTo>
                    <a:pt x="1330" y="1593"/>
                  </a:lnTo>
                  <a:lnTo>
                    <a:pt x="1330" y="1593"/>
                  </a:lnTo>
                  <a:lnTo>
                    <a:pt x="1335" y="1575"/>
                  </a:lnTo>
                  <a:lnTo>
                    <a:pt x="1336" y="1569"/>
                  </a:lnTo>
                  <a:lnTo>
                    <a:pt x="1338" y="1566"/>
                  </a:lnTo>
                  <a:lnTo>
                    <a:pt x="1335" y="1566"/>
                  </a:lnTo>
                  <a:lnTo>
                    <a:pt x="1333" y="1566"/>
                  </a:lnTo>
                  <a:close/>
                  <a:moveTo>
                    <a:pt x="1333" y="1626"/>
                  </a:moveTo>
                  <a:lnTo>
                    <a:pt x="1331" y="1626"/>
                  </a:lnTo>
                  <a:lnTo>
                    <a:pt x="1330" y="1624"/>
                  </a:lnTo>
                  <a:lnTo>
                    <a:pt x="1330" y="1615"/>
                  </a:lnTo>
                  <a:lnTo>
                    <a:pt x="1330" y="1612"/>
                  </a:lnTo>
                  <a:lnTo>
                    <a:pt x="1328" y="1614"/>
                  </a:lnTo>
                  <a:lnTo>
                    <a:pt x="1328" y="1614"/>
                  </a:lnTo>
                  <a:lnTo>
                    <a:pt x="1326" y="1615"/>
                  </a:lnTo>
                  <a:lnTo>
                    <a:pt x="1326" y="1614"/>
                  </a:lnTo>
                  <a:lnTo>
                    <a:pt x="1326" y="1614"/>
                  </a:lnTo>
                  <a:lnTo>
                    <a:pt x="1326" y="1612"/>
                  </a:lnTo>
                  <a:lnTo>
                    <a:pt x="1326" y="1610"/>
                  </a:lnTo>
                  <a:lnTo>
                    <a:pt x="1328" y="1609"/>
                  </a:lnTo>
                  <a:lnTo>
                    <a:pt x="1328" y="1612"/>
                  </a:lnTo>
                  <a:lnTo>
                    <a:pt x="1328" y="1607"/>
                  </a:lnTo>
                  <a:lnTo>
                    <a:pt x="1328" y="1605"/>
                  </a:lnTo>
                  <a:lnTo>
                    <a:pt x="1330" y="1600"/>
                  </a:lnTo>
                  <a:lnTo>
                    <a:pt x="1330" y="1598"/>
                  </a:lnTo>
                  <a:lnTo>
                    <a:pt x="1330" y="1598"/>
                  </a:lnTo>
                  <a:lnTo>
                    <a:pt x="1328" y="1600"/>
                  </a:lnTo>
                  <a:lnTo>
                    <a:pt x="1326" y="1600"/>
                  </a:lnTo>
                  <a:lnTo>
                    <a:pt x="1326" y="1600"/>
                  </a:lnTo>
                  <a:lnTo>
                    <a:pt x="1326" y="1598"/>
                  </a:lnTo>
                  <a:lnTo>
                    <a:pt x="1326" y="1598"/>
                  </a:lnTo>
                  <a:lnTo>
                    <a:pt x="1326" y="1597"/>
                  </a:lnTo>
                  <a:lnTo>
                    <a:pt x="1323" y="1595"/>
                  </a:lnTo>
                  <a:lnTo>
                    <a:pt x="1323" y="1593"/>
                  </a:lnTo>
                  <a:lnTo>
                    <a:pt x="1323" y="1593"/>
                  </a:lnTo>
                  <a:lnTo>
                    <a:pt x="1321" y="1593"/>
                  </a:lnTo>
                  <a:lnTo>
                    <a:pt x="1321" y="1592"/>
                  </a:lnTo>
                  <a:lnTo>
                    <a:pt x="1321" y="1592"/>
                  </a:lnTo>
                  <a:lnTo>
                    <a:pt x="1321" y="1590"/>
                  </a:lnTo>
                  <a:lnTo>
                    <a:pt x="1319" y="1588"/>
                  </a:lnTo>
                  <a:lnTo>
                    <a:pt x="1318" y="1586"/>
                  </a:lnTo>
                  <a:lnTo>
                    <a:pt x="1318" y="1586"/>
                  </a:lnTo>
                  <a:lnTo>
                    <a:pt x="1318" y="1580"/>
                  </a:lnTo>
                  <a:lnTo>
                    <a:pt x="1318" y="1580"/>
                  </a:lnTo>
                  <a:lnTo>
                    <a:pt x="1316" y="1578"/>
                  </a:lnTo>
                  <a:lnTo>
                    <a:pt x="1316" y="1576"/>
                  </a:lnTo>
                  <a:lnTo>
                    <a:pt x="1316" y="1576"/>
                  </a:lnTo>
                  <a:lnTo>
                    <a:pt x="1316" y="1576"/>
                  </a:lnTo>
                  <a:lnTo>
                    <a:pt x="1314" y="1573"/>
                  </a:lnTo>
                  <a:lnTo>
                    <a:pt x="1314" y="1573"/>
                  </a:lnTo>
                  <a:lnTo>
                    <a:pt x="1313" y="1571"/>
                  </a:lnTo>
                  <a:lnTo>
                    <a:pt x="1311" y="1571"/>
                  </a:lnTo>
                  <a:lnTo>
                    <a:pt x="1311" y="1571"/>
                  </a:lnTo>
                  <a:lnTo>
                    <a:pt x="1309" y="1571"/>
                  </a:lnTo>
                  <a:lnTo>
                    <a:pt x="1307" y="1569"/>
                  </a:lnTo>
                  <a:lnTo>
                    <a:pt x="1307" y="1568"/>
                  </a:lnTo>
                  <a:lnTo>
                    <a:pt x="1306" y="1564"/>
                  </a:lnTo>
                  <a:lnTo>
                    <a:pt x="1306" y="1563"/>
                  </a:lnTo>
                  <a:lnTo>
                    <a:pt x="1304" y="1561"/>
                  </a:lnTo>
                  <a:lnTo>
                    <a:pt x="1301" y="1559"/>
                  </a:lnTo>
                  <a:lnTo>
                    <a:pt x="1299" y="1559"/>
                  </a:lnTo>
                  <a:lnTo>
                    <a:pt x="1297" y="1558"/>
                  </a:lnTo>
                  <a:lnTo>
                    <a:pt x="1297" y="1558"/>
                  </a:lnTo>
                  <a:lnTo>
                    <a:pt x="1296" y="1556"/>
                  </a:lnTo>
                  <a:lnTo>
                    <a:pt x="1297" y="1554"/>
                  </a:lnTo>
                  <a:lnTo>
                    <a:pt x="1299" y="1553"/>
                  </a:lnTo>
                  <a:lnTo>
                    <a:pt x="1301" y="1553"/>
                  </a:lnTo>
                  <a:lnTo>
                    <a:pt x="1301" y="1551"/>
                  </a:lnTo>
                  <a:lnTo>
                    <a:pt x="1301" y="1547"/>
                  </a:lnTo>
                  <a:lnTo>
                    <a:pt x="1301" y="1547"/>
                  </a:lnTo>
                  <a:lnTo>
                    <a:pt x="1299" y="1547"/>
                  </a:lnTo>
                  <a:lnTo>
                    <a:pt x="1299" y="1547"/>
                  </a:lnTo>
                  <a:lnTo>
                    <a:pt x="1297" y="1547"/>
                  </a:lnTo>
                  <a:lnTo>
                    <a:pt x="1296" y="1547"/>
                  </a:lnTo>
                  <a:lnTo>
                    <a:pt x="1294" y="1547"/>
                  </a:lnTo>
                  <a:lnTo>
                    <a:pt x="1294" y="1546"/>
                  </a:lnTo>
                  <a:lnTo>
                    <a:pt x="1296" y="1544"/>
                  </a:lnTo>
                  <a:lnTo>
                    <a:pt x="1296" y="1542"/>
                  </a:lnTo>
                  <a:lnTo>
                    <a:pt x="1297" y="1541"/>
                  </a:lnTo>
                  <a:lnTo>
                    <a:pt x="1301" y="1539"/>
                  </a:lnTo>
                  <a:lnTo>
                    <a:pt x="1304" y="1537"/>
                  </a:lnTo>
                  <a:lnTo>
                    <a:pt x="1307" y="1539"/>
                  </a:lnTo>
                  <a:lnTo>
                    <a:pt x="1309" y="1537"/>
                  </a:lnTo>
                  <a:lnTo>
                    <a:pt x="1309" y="1534"/>
                  </a:lnTo>
                  <a:lnTo>
                    <a:pt x="1304" y="1524"/>
                  </a:lnTo>
                  <a:lnTo>
                    <a:pt x="1304" y="1522"/>
                  </a:lnTo>
                  <a:lnTo>
                    <a:pt x="1304" y="1519"/>
                  </a:lnTo>
                  <a:lnTo>
                    <a:pt x="1304" y="1519"/>
                  </a:lnTo>
                  <a:lnTo>
                    <a:pt x="1304" y="1517"/>
                  </a:lnTo>
                  <a:lnTo>
                    <a:pt x="1304" y="1515"/>
                  </a:lnTo>
                  <a:lnTo>
                    <a:pt x="1304" y="1513"/>
                  </a:lnTo>
                  <a:lnTo>
                    <a:pt x="1304" y="1513"/>
                  </a:lnTo>
                  <a:lnTo>
                    <a:pt x="1304" y="1513"/>
                  </a:lnTo>
                  <a:lnTo>
                    <a:pt x="1304" y="1512"/>
                  </a:lnTo>
                  <a:lnTo>
                    <a:pt x="1304" y="1508"/>
                  </a:lnTo>
                  <a:lnTo>
                    <a:pt x="1304" y="1508"/>
                  </a:lnTo>
                  <a:lnTo>
                    <a:pt x="1304" y="1503"/>
                  </a:lnTo>
                  <a:lnTo>
                    <a:pt x="1301" y="1503"/>
                  </a:lnTo>
                  <a:lnTo>
                    <a:pt x="1301" y="1502"/>
                  </a:lnTo>
                  <a:lnTo>
                    <a:pt x="1301" y="1502"/>
                  </a:lnTo>
                  <a:lnTo>
                    <a:pt x="1301" y="1500"/>
                  </a:lnTo>
                  <a:lnTo>
                    <a:pt x="1301" y="1485"/>
                  </a:lnTo>
                  <a:lnTo>
                    <a:pt x="1302" y="1481"/>
                  </a:lnTo>
                  <a:lnTo>
                    <a:pt x="1302" y="1478"/>
                  </a:lnTo>
                  <a:lnTo>
                    <a:pt x="1302" y="1478"/>
                  </a:lnTo>
                  <a:lnTo>
                    <a:pt x="1301" y="1476"/>
                  </a:lnTo>
                  <a:lnTo>
                    <a:pt x="1301" y="1476"/>
                  </a:lnTo>
                  <a:lnTo>
                    <a:pt x="1299" y="1476"/>
                  </a:lnTo>
                  <a:lnTo>
                    <a:pt x="1297" y="1474"/>
                  </a:lnTo>
                  <a:lnTo>
                    <a:pt x="1297" y="1473"/>
                  </a:lnTo>
                  <a:lnTo>
                    <a:pt x="1297" y="1471"/>
                  </a:lnTo>
                  <a:lnTo>
                    <a:pt x="1297" y="1469"/>
                  </a:lnTo>
                  <a:lnTo>
                    <a:pt x="1301" y="1459"/>
                  </a:lnTo>
                  <a:lnTo>
                    <a:pt x="1301" y="1459"/>
                  </a:lnTo>
                  <a:lnTo>
                    <a:pt x="1302" y="1454"/>
                  </a:lnTo>
                  <a:lnTo>
                    <a:pt x="1302" y="1454"/>
                  </a:lnTo>
                  <a:lnTo>
                    <a:pt x="1302" y="1451"/>
                  </a:lnTo>
                  <a:lnTo>
                    <a:pt x="1304" y="1449"/>
                  </a:lnTo>
                  <a:lnTo>
                    <a:pt x="1304" y="1447"/>
                  </a:lnTo>
                  <a:lnTo>
                    <a:pt x="1306" y="1444"/>
                  </a:lnTo>
                  <a:lnTo>
                    <a:pt x="1307" y="1442"/>
                  </a:lnTo>
                  <a:lnTo>
                    <a:pt x="1307" y="1440"/>
                  </a:lnTo>
                  <a:lnTo>
                    <a:pt x="1309" y="1439"/>
                  </a:lnTo>
                  <a:lnTo>
                    <a:pt x="1306" y="1440"/>
                  </a:lnTo>
                  <a:lnTo>
                    <a:pt x="1304" y="1440"/>
                  </a:lnTo>
                  <a:lnTo>
                    <a:pt x="1301" y="1439"/>
                  </a:lnTo>
                  <a:lnTo>
                    <a:pt x="1301" y="1437"/>
                  </a:lnTo>
                  <a:lnTo>
                    <a:pt x="1299" y="1434"/>
                  </a:lnTo>
                  <a:lnTo>
                    <a:pt x="1299" y="1430"/>
                  </a:lnTo>
                  <a:lnTo>
                    <a:pt x="1297" y="1430"/>
                  </a:lnTo>
                  <a:lnTo>
                    <a:pt x="1296" y="1429"/>
                  </a:lnTo>
                  <a:lnTo>
                    <a:pt x="1297" y="1429"/>
                  </a:lnTo>
                  <a:lnTo>
                    <a:pt x="1297" y="1430"/>
                  </a:lnTo>
                  <a:lnTo>
                    <a:pt x="1297" y="1432"/>
                  </a:lnTo>
                  <a:lnTo>
                    <a:pt x="1296" y="1434"/>
                  </a:lnTo>
                  <a:lnTo>
                    <a:pt x="1296" y="1437"/>
                  </a:lnTo>
                  <a:lnTo>
                    <a:pt x="1296" y="1437"/>
                  </a:lnTo>
                  <a:lnTo>
                    <a:pt x="1294" y="1442"/>
                  </a:lnTo>
                  <a:lnTo>
                    <a:pt x="1292" y="1442"/>
                  </a:lnTo>
                  <a:lnTo>
                    <a:pt x="1292" y="1439"/>
                  </a:lnTo>
                  <a:lnTo>
                    <a:pt x="1292" y="1439"/>
                  </a:lnTo>
                  <a:lnTo>
                    <a:pt x="1294" y="1437"/>
                  </a:lnTo>
                  <a:lnTo>
                    <a:pt x="1294" y="1437"/>
                  </a:lnTo>
                  <a:lnTo>
                    <a:pt x="1294" y="1437"/>
                  </a:lnTo>
                  <a:lnTo>
                    <a:pt x="1294" y="1435"/>
                  </a:lnTo>
                  <a:lnTo>
                    <a:pt x="1294" y="1432"/>
                  </a:lnTo>
                  <a:lnTo>
                    <a:pt x="1292" y="1430"/>
                  </a:lnTo>
                  <a:lnTo>
                    <a:pt x="1289" y="1423"/>
                  </a:lnTo>
                  <a:lnTo>
                    <a:pt x="1287" y="1423"/>
                  </a:lnTo>
                  <a:lnTo>
                    <a:pt x="1285" y="1423"/>
                  </a:lnTo>
                  <a:lnTo>
                    <a:pt x="1285" y="1422"/>
                  </a:lnTo>
                  <a:lnTo>
                    <a:pt x="1284" y="1420"/>
                  </a:lnTo>
                  <a:lnTo>
                    <a:pt x="1284" y="1420"/>
                  </a:lnTo>
                  <a:lnTo>
                    <a:pt x="1285" y="1420"/>
                  </a:lnTo>
                  <a:lnTo>
                    <a:pt x="1284" y="1418"/>
                  </a:lnTo>
                  <a:lnTo>
                    <a:pt x="1282" y="1418"/>
                  </a:lnTo>
                  <a:lnTo>
                    <a:pt x="1280" y="1417"/>
                  </a:lnTo>
                  <a:lnTo>
                    <a:pt x="1284" y="1417"/>
                  </a:lnTo>
                  <a:lnTo>
                    <a:pt x="1284" y="1413"/>
                  </a:lnTo>
                  <a:lnTo>
                    <a:pt x="1282" y="1408"/>
                  </a:lnTo>
                  <a:lnTo>
                    <a:pt x="1282" y="1406"/>
                  </a:lnTo>
                  <a:lnTo>
                    <a:pt x="1284" y="1405"/>
                  </a:lnTo>
                  <a:lnTo>
                    <a:pt x="1287" y="1403"/>
                  </a:lnTo>
                  <a:lnTo>
                    <a:pt x="1289" y="1401"/>
                  </a:lnTo>
                  <a:lnTo>
                    <a:pt x="1287" y="1401"/>
                  </a:lnTo>
                  <a:lnTo>
                    <a:pt x="1287" y="1400"/>
                  </a:lnTo>
                  <a:lnTo>
                    <a:pt x="1285" y="1400"/>
                  </a:lnTo>
                  <a:lnTo>
                    <a:pt x="1287" y="1400"/>
                  </a:lnTo>
                  <a:lnTo>
                    <a:pt x="1287" y="1398"/>
                  </a:lnTo>
                  <a:lnTo>
                    <a:pt x="1289" y="1398"/>
                  </a:lnTo>
                  <a:lnTo>
                    <a:pt x="1287" y="1396"/>
                  </a:lnTo>
                  <a:lnTo>
                    <a:pt x="1285" y="1396"/>
                  </a:lnTo>
                  <a:lnTo>
                    <a:pt x="1282" y="1398"/>
                  </a:lnTo>
                  <a:lnTo>
                    <a:pt x="1280" y="1400"/>
                  </a:lnTo>
                  <a:lnTo>
                    <a:pt x="1280" y="1398"/>
                  </a:lnTo>
                  <a:lnTo>
                    <a:pt x="1280" y="1398"/>
                  </a:lnTo>
                  <a:lnTo>
                    <a:pt x="1282" y="1396"/>
                  </a:lnTo>
                  <a:lnTo>
                    <a:pt x="1285" y="1395"/>
                  </a:lnTo>
                  <a:lnTo>
                    <a:pt x="1285" y="1395"/>
                  </a:lnTo>
                  <a:lnTo>
                    <a:pt x="1284" y="1386"/>
                  </a:lnTo>
                  <a:lnTo>
                    <a:pt x="1284" y="1384"/>
                  </a:lnTo>
                  <a:lnTo>
                    <a:pt x="1284" y="1383"/>
                  </a:lnTo>
                  <a:lnTo>
                    <a:pt x="1282" y="1383"/>
                  </a:lnTo>
                  <a:lnTo>
                    <a:pt x="1279" y="1383"/>
                  </a:lnTo>
                  <a:lnTo>
                    <a:pt x="1277" y="1381"/>
                  </a:lnTo>
                  <a:lnTo>
                    <a:pt x="1277" y="1379"/>
                  </a:lnTo>
                  <a:lnTo>
                    <a:pt x="1277" y="1379"/>
                  </a:lnTo>
                  <a:lnTo>
                    <a:pt x="1275" y="1379"/>
                  </a:lnTo>
                  <a:lnTo>
                    <a:pt x="1275" y="1381"/>
                  </a:lnTo>
                  <a:lnTo>
                    <a:pt x="1275" y="1381"/>
                  </a:lnTo>
                  <a:lnTo>
                    <a:pt x="1275" y="1383"/>
                  </a:lnTo>
                  <a:lnTo>
                    <a:pt x="1273" y="1383"/>
                  </a:lnTo>
                  <a:lnTo>
                    <a:pt x="1272" y="1381"/>
                  </a:lnTo>
                  <a:lnTo>
                    <a:pt x="1268" y="1381"/>
                  </a:lnTo>
                  <a:lnTo>
                    <a:pt x="1265" y="1379"/>
                  </a:lnTo>
                  <a:lnTo>
                    <a:pt x="1263" y="1379"/>
                  </a:lnTo>
                  <a:lnTo>
                    <a:pt x="1262" y="1378"/>
                  </a:lnTo>
                  <a:lnTo>
                    <a:pt x="1262" y="1378"/>
                  </a:lnTo>
                  <a:lnTo>
                    <a:pt x="1260" y="1376"/>
                  </a:lnTo>
                  <a:lnTo>
                    <a:pt x="1258" y="1374"/>
                  </a:lnTo>
                  <a:lnTo>
                    <a:pt x="1256" y="1374"/>
                  </a:lnTo>
                  <a:lnTo>
                    <a:pt x="1255" y="1374"/>
                  </a:lnTo>
                  <a:lnTo>
                    <a:pt x="1253" y="1374"/>
                  </a:lnTo>
                  <a:lnTo>
                    <a:pt x="1253" y="1374"/>
                  </a:lnTo>
                  <a:lnTo>
                    <a:pt x="1255" y="1373"/>
                  </a:lnTo>
                  <a:lnTo>
                    <a:pt x="1255" y="1373"/>
                  </a:lnTo>
                  <a:lnTo>
                    <a:pt x="1255" y="1373"/>
                  </a:lnTo>
                  <a:lnTo>
                    <a:pt x="1256" y="1373"/>
                  </a:lnTo>
                  <a:lnTo>
                    <a:pt x="1256" y="1374"/>
                  </a:lnTo>
                  <a:lnTo>
                    <a:pt x="1258" y="1373"/>
                  </a:lnTo>
                  <a:lnTo>
                    <a:pt x="1260" y="1373"/>
                  </a:lnTo>
                  <a:lnTo>
                    <a:pt x="1260" y="1373"/>
                  </a:lnTo>
                  <a:lnTo>
                    <a:pt x="1260" y="1371"/>
                  </a:lnTo>
                  <a:lnTo>
                    <a:pt x="1256" y="1369"/>
                  </a:lnTo>
                  <a:lnTo>
                    <a:pt x="1255" y="1367"/>
                  </a:lnTo>
                  <a:lnTo>
                    <a:pt x="1255" y="1367"/>
                  </a:lnTo>
                  <a:lnTo>
                    <a:pt x="1248" y="1359"/>
                  </a:lnTo>
                  <a:lnTo>
                    <a:pt x="1248" y="1357"/>
                  </a:lnTo>
                  <a:lnTo>
                    <a:pt x="1248" y="1349"/>
                  </a:lnTo>
                  <a:lnTo>
                    <a:pt x="1248" y="1345"/>
                  </a:lnTo>
                  <a:lnTo>
                    <a:pt x="1245" y="1342"/>
                  </a:lnTo>
                  <a:lnTo>
                    <a:pt x="1243" y="1339"/>
                  </a:lnTo>
                  <a:lnTo>
                    <a:pt x="1240" y="1337"/>
                  </a:lnTo>
                  <a:lnTo>
                    <a:pt x="1234" y="1335"/>
                  </a:lnTo>
                  <a:lnTo>
                    <a:pt x="1233" y="1335"/>
                  </a:lnTo>
                  <a:lnTo>
                    <a:pt x="1231" y="1335"/>
                  </a:lnTo>
                  <a:lnTo>
                    <a:pt x="1217" y="1325"/>
                  </a:lnTo>
                  <a:lnTo>
                    <a:pt x="1216" y="1323"/>
                  </a:lnTo>
                  <a:lnTo>
                    <a:pt x="1212" y="1318"/>
                  </a:lnTo>
                  <a:lnTo>
                    <a:pt x="1211" y="1316"/>
                  </a:lnTo>
                  <a:lnTo>
                    <a:pt x="1206" y="1308"/>
                  </a:lnTo>
                  <a:lnTo>
                    <a:pt x="1200" y="1293"/>
                  </a:lnTo>
                  <a:lnTo>
                    <a:pt x="1199" y="1291"/>
                  </a:lnTo>
                  <a:lnTo>
                    <a:pt x="1199" y="1291"/>
                  </a:lnTo>
                  <a:lnTo>
                    <a:pt x="1197" y="1289"/>
                  </a:lnTo>
                  <a:lnTo>
                    <a:pt x="1197" y="1288"/>
                  </a:lnTo>
                  <a:lnTo>
                    <a:pt x="1197" y="1288"/>
                  </a:lnTo>
                  <a:lnTo>
                    <a:pt x="1197" y="1286"/>
                  </a:lnTo>
                  <a:lnTo>
                    <a:pt x="1195" y="1284"/>
                  </a:lnTo>
                  <a:lnTo>
                    <a:pt x="1195" y="1286"/>
                  </a:lnTo>
                  <a:lnTo>
                    <a:pt x="1195" y="1286"/>
                  </a:lnTo>
                  <a:lnTo>
                    <a:pt x="1195" y="1286"/>
                  </a:lnTo>
                  <a:lnTo>
                    <a:pt x="1195" y="1286"/>
                  </a:lnTo>
                  <a:lnTo>
                    <a:pt x="1194" y="1288"/>
                  </a:lnTo>
                  <a:lnTo>
                    <a:pt x="1194" y="1288"/>
                  </a:lnTo>
                  <a:lnTo>
                    <a:pt x="1194" y="1288"/>
                  </a:lnTo>
                  <a:lnTo>
                    <a:pt x="1194" y="1288"/>
                  </a:lnTo>
                  <a:lnTo>
                    <a:pt x="1192" y="1288"/>
                  </a:lnTo>
                  <a:lnTo>
                    <a:pt x="1190" y="1286"/>
                  </a:lnTo>
                  <a:lnTo>
                    <a:pt x="1189" y="1284"/>
                  </a:lnTo>
                  <a:lnTo>
                    <a:pt x="1187" y="1283"/>
                  </a:lnTo>
                  <a:lnTo>
                    <a:pt x="1187" y="1279"/>
                  </a:lnTo>
                  <a:lnTo>
                    <a:pt x="1185" y="1277"/>
                  </a:lnTo>
                  <a:lnTo>
                    <a:pt x="1185" y="1274"/>
                  </a:lnTo>
                  <a:lnTo>
                    <a:pt x="1183" y="1276"/>
                  </a:lnTo>
                  <a:lnTo>
                    <a:pt x="1182" y="1277"/>
                  </a:lnTo>
                  <a:lnTo>
                    <a:pt x="1182" y="1277"/>
                  </a:lnTo>
                  <a:lnTo>
                    <a:pt x="1180" y="1277"/>
                  </a:lnTo>
                  <a:lnTo>
                    <a:pt x="1180" y="1276"/>
                  </a:lnTo>
                  <a:lnTo>
                    <a:pt x="1182" y="1274"/>
                  </a:lnTo>
                  <a:lnTo>
                    <a:pt x="1182" y="1274"/>
                  </a:lnTo>
                  <a:lnTo>
                    <a:pt x="1180" y="1274"/>
                  </a:lnTo>
                  <a:lnTo>
                    <a:pt x="1178" y="1272"/>
                  </a:lnTo>
                  <a:lnTo>
                    <a:pt x="1178" y="1272"/>
                  </a:lnTo>
                  <a:lnTo>
                    <a:pt x="1177" y="1271"/>
                  </a:lnTo>
                  <a:lnTo>
                    <a:pt x="1175" y="1271"/>
                  </a:lnTo>
                  <a:lnTo>
                    <a:pt x="1173" y="1271"/>
                  </a:lnTo>
                  <a:lnTo>
                    <a:pt x="1172" y="1271"/>
                  </a:lnTo>
                  <a:lnTo>
                    <a:pt x="1172" y="1272"/>
                  </a:lnTo>
                  <a:lnTo>
                    <a:pt x="1172" y="1272"/>
                  </a:lnTo>
                  <a:lnTo>
                    <a:pt x="1175" y="1274"/>
                  </a:lnTo>
                  <a:lnTo>
                    <a:pt x="1177" y="1274"/>
                  </a:lnTo>
                  <a:lnTo>
                    <a:pt x="1177" y="1276"/>
                  </a:lnTo>
                  <a:lnTo>
                    <a:pt x="1178" y="1277"/>
                  </a:lnTo>
                  <a:lnTo>
                    <a:pt x="1178" y="1281"/>
                  </a:lnTo>
                  <a:lnTo>
                    <a:pt x="1177" y="1279"/>
                  </a:lnTo>
                  <a:lnTo>
                    <a:pt x="1175" y="1277"/>
                  </a:lnTo>
                  <a:lnTo>
                    <a:pt x="1172" y="1277"/>
                  </a:lnTo>
                  <a:lnTo>
                    <a:pt x="1170" y="1277"/>
                  </a:lnTo>
                  <a:lnTo>
                    <a:pt x="1170" y="1277"/>
                  </a:lnTo>
                  <a:lnTo>
                    <a:pt x="1170" y="1276"/>
                  </a:lnTo>
                  <a:lnTo>
                    <a:pt x="1168" y="1276"/>
                  </a:lnTo>
                  <a:lnTo>
                    <a:pt x="1168" y="1277"/>
                  </a:lnTo>
                  <a:lnTo>
                    <a:pt x="1168" y="1279"/>
                  </a:lnTo>
                  <a:lnTo>
                    <a:pt x="1168" y="1279"/>
                  </a:lnTo>
                  <a:lnTo>
                    <a:pt x="1168" y="1279"/>
                  </a:lnTo>
                  <a:lnTo>
                    <a:pt x="1168" y="1281"/>
                  </a:lnTo>
                  <a:lnTo>
                    <a:pt x="1168" y="1281"/>
                  </a:lnTo>
                  <a:lnTo>
                    <a:pt x="1168" y="1281"/>
                  </a:lnTo>
                  <a:lnTo>
                    <a:pt x="1167" y="1281"/>
                  </a:lnTo>
                  <a:lnTo>
                    <a:pt x="1165" y="1279"/>
                  </a:lnTo>
                  <a:lnTo>
                    <a:pt x="1165" y="1279"/>
                  </a:lnTo>
                  <a:lnTo>
                    <a:pt x="1165" y="1277"/>
                  </a:lnTo>
                  <a:lnTo>
                    <a:pt x="1165" y="1276"/>
                  </a:lnTo>
                  <a:lnTo>
                    <a:pt x="1165" y="1276"/>
                  </a:lnTo>
                  <a:lnTo>
                    <a:pt x="1167" y="1276"/>
                  </a:lnTo>
                  <a:lnTo>
                    <a:pt x="1167" y="1276"/>
                  </a:lnTo>
                  <a:lnTo>
                    <a:pt x="1165" y="1274"/>
                  </a:lnTo>
                  <a:lnTo>
                    <a:pt x="1165" y="1274"/>
                  </a:lnTo>
                  <a:lnTo>
                    <a:pt x="1165" y="1274"/>
                  </a:lnTo>
                  <a:lnTo>
                    <a:pt x="1163" y="1272"/>
                  </a:lnTo>
                  <a:lnTo>
                    <a:pt x="1161" y="1272"/>
                  </a:lnTo>
                  <a:lnTo>
                    <a:pt x="1160" y="1271"/>
                  </a:lnTo>
                  <a:lnTo>
                    <a:pt x="1158" y="1271"/>
                  </a:lnTo>
                  <a:lnTo>
                    <a:pt x="1158" y="1272"/>
                  </a:lnTo>
                  <a:lnTo>
                    <a:pt x="1158" y="1272"/>
                  </a:lnTo>
                  <a:lnTo>
                    <a:pt x="1158" y="1272"/>
                  </a:lnTo>
                  <a:lnTo>
                    <a:pt x="1156" y="1272"/>
                  </a:lnTo>
                  <a:lnTo>
                    <a:pt x="1156" y="1272"/>
                  </a:lnTo>
                  <a:lnTo>
                    <a:pt x="1155" y="1271"/>
                  </a:lnTo>
                  <a:lnTo>
                    <a:pt x="1153" y="1267"/>
                  </a:lnTo>
                  <a:lnTo>
                    <a:pt x="1148" y="1264"/>
                  </a:lnTo>
                  <a:lnTo>
                    <a:pt x="1148" y="1262"/>
                  </a:lnTo>
                  <a:lnTo>
                    <a:pt x="1148" y="1260"/>
                  </a:lnTo>
                  <a:lnTo>
                    <a:pt x="1146" y="1260"/>
                  </a:lnTo>
                  <a:lnTo>
                    <a:pt x="1146" y="1260"/>
                  </a:lnTo>
                  <a:lnTo>
                    <a:pt x="1144" y="1260"/>
                  </a:lnTo>
                  <a:lnTo>
                    <a:pt x="1144" y="1260"/>
                  </a:lnTo>
                  <a:lnTo>
                    <a:pt x="1144" y="1260"/>
                  </a:lnTo>
                  <a:lnTo>
                    <a:pt x="1144" y="1259"/>
                  </a:lnTo>
                  <a:lnTo>
                    <a:pt x="1143" y="1259"/>
                  </a:lnTo>
                  <a:lnTo>
                    <a:pt x="1143" y="1259"/>
                  </a:lnTo>
                  <a:lnTo>
                    <a:pt x="1143" y="1257"/>
                  </a:lnTo>
                  <a:lnTo>
                    <a:pt x="1143" y="1257"/>
                  </a:lnTo>
                  <a:lnTo>
                    <a:pt x="1143" y="1257"/>
                  </a:lnTo>
                  <a:lnTo>
                    <a:pt x="1141" y="1257"/>
                  </a:lnTo>
                  <a:lnTo>
                    <a:pt x="1141" y="1257"/>
                  </a:lnTo>
                  <a:lnTo>
                    <a:pt x="1138" y="1255"/>
                  </a:lnTo>
                  <a:lnTo>
                    <a:pt x="1134" y="1255"/>
                  </a:lnTo>
                  <a:lnTo>
                    <a:pt x="1134" y="1254"/>
                  </a:lnTo>
                  <a:lnTo>
                    <a:pt x="1134" y="1254"/>
                  </a:lnTo>
                  <a:lnTo>
                    <a:pt x="1133" y="1252"/>
                  </a:lnTo>
                  <a:lnTo>
                    <a:pt x="1133" y="1252"/>
                  </a:lnTo>
                  <a:lnTo>
                    <a:pt x="1133" y="1250"/>
                  </a:lnTo>
                  <a:lnTo>
                    <a:pt x="1131" y="1249"/>
                  </a:lnTo>
                  <a:lnTo>
                    <a:pt x="1131" y="1247"/>
                  </a:lnTo>
                  <a:lnTo>
                    <a:pt x="1129" y="1245"/>
                  </a:lnTo>
                  <a:lnTo>
                    <a:pt x="1129" y="1243"/>
                  </a:lnTo>
                  <a:lnTo>
                    <a:pt x="1129" y="1242"/>
                  </a:lnTo>
                  <a:lnTo>
                    <a:pt x="1124" y="1240"/>
                  </a:lnTo>
                  <a:lnTo>
                    <a:pt x="1124" y="1238"/>
                  </a:lnTo>
                  <a:lnTo>
                    <a:pt x="1122" y="1235"/>
                  </a:lnTo>
                  <a:lnTo>
                    <a:pt x="1121" y="1233"/>
                  </a:lnTo>
                  <a:lnTo>
                    <a:pt x="1117" y="1235"/>
                  </a:lnTo>
                  <a:lnTo>
                    <a:pt x="1116" y="1233"/>
                  </a:lnTo>
                  <a:lnTo>
                    <a:pt x="1114" y="1233"/>
                  </a:lnTo>
                  <a:lnTo>
                    <a:pt x="1112" y="1233"/>
                  </a:lnTo>
                  <a:lnTo>
                    <a:pt x="1110" y="1235"/>
                  </a:lnTo>
                  <a:lnTo>
                    <a:pt x="1109" y="1235"/>
                  </a:lnTo>
                  <a:lnTo>
                    <a:pt x="1109" y="1233"/>
                  </a:lnTo>
                  <a:lnTo>
                    <a:pt x="1107" y="1232"/>
                  </a:lnTo>
                  <a:lnTo>
                    <a:pt x="1107" y="1232"/>
                  </a:lnTo>
                  <a:lnTo>
                    <a:pt x="1105" y="1230"/>
                  </a:lnTo>
                  <a:lnTo>
                    <a:pt x="1102" y="1230"/>
                  </a:lnTo>
                  <a:lnTo>
                    <a:pt x="1102" y="1230"/>
                  </a:lnTo>
                  <a:lnTo>
                    <a:pt x="1105" y="1230"/>
                  </a:lnTo>
                  <a:lnTo>
                    <a:pt x="1107" y="1230"/>
                  </a:lnTo>
                  <a:lnTo>
                    <a:pt x="1109" y="1228"/>
                  </a:lnTo>
                  <a:lnTo>
                    <a:pt x="1109" y="1226"/>
                  </a:lnTo>
                  <a:lnTo>
                    <a:pt x="1105" y="1223"/>
                  </a:lnTo>
                  <a:lnTo>
                    <a:pt x="1102" y="1221"/>
                  </a:lnTo>
                  <a:lnTo>
                    <a:pt x="1100" y="1213"/>
                  </a:lnTo>
                  <a:lnTo>
                    <a:pt x="1102" y="1211"/>
                  </a:lnTo>
                  <a:lnTo>
                    <a:pt x="1104" y="1209"/>
                  </a:lnTo>
                  <a:lnTo>
                    <a:pt x="1105" y="1208"/>
                  </a:lnTo>
                  <a:lnTo>
                    <a:pt x="1104" y="1206"/>
                  </a:lnTo>
                  <a:lnTo>
                    <a:pt x="1104" y="1206"/>
                  </a:lnTo>
                  <a:lnTo>
                    <a:pt x="1104" y="1206"/>
                  </a:lnTo>
                  <a:lnTo>
                    <a:pt x="1102" y="1206"/>
                  </a:lnTo>
                  <a:lnTo>
                    <a:pt x="1102" y="1206"/>
                  </a:lnTo>
                  <a:lnTo>
                    <a:pt x="1100" y="1204"/>
                  </a:lnTo>
                  <a:lnTo>
                    <a:pt x="1100" y="1203"/>
                  </a:lnTo>
                  <a:lnTo>
                    <a:pt x="1102" y="1201"/>
                  </a:lnTo>
                  <a:lnTo>
                    <a:pt x="1099" y="1199"/>
                  </a:lnTo>
                  <a:lnTo>
                    <a:pt x="1099" y="1196"/>
                  </a:lnTo>
                  <a:lnTo>
                    <a:pt x="1100" y="1189"/>
                  </a:lnTo>
                  <a:lnTo>
                    <a:pt x="1100" y="1187"/>
                  </a:lnTo>
                  <a:lnTo>
                    <a:pt x="1100" y="1187"/>
                  </a:lnTo>
                  <a:lnTo>
                    <a:pt x="1099" y="1186"/>
                  </a:lnTo>
                  <a:lnTo>
                    <a:pt x="1099" y="1186"/>
                  </a:lnTo>
                  <a:lnTo>
                    <a:pt x="1099" y="1186"/>
                  </a:lnTo>
                  <a:lnTo>
                    <a:pt x="1099" y="1184"/>
                  </a:lnTo>
                  <a:lnTo>
                    <a:pt x="1099" y="1184"/>
                  </a:lnTo>
                  <a:lnTo>
                    <a:pt x="1099" y="1182"/>
                  </a:lnTo>
                  <a:lnTo>
                    <a:pt x="1097" y="1182"/>
                  </a:lnTo>
                  <a:lnTo>
                    <a:pt x="1097" y="1181"/>
                  </a:lnTo>
                  <a:lnTo>
                    <a:pt x="1097" y="1181"/>
                  </a:lnTo>
                  <a:lnTo>
                    <a:pt x="1097" y="1181"/>
                  </a:lnTo>
                  <a:lnTo>
                    <a:pt x="1099" y="1179"/>
                  </a:lnTo>
                  <a:lnTo>
                    <a:pt x="1100" y="1181"/>
                  </a:lnTo>
                  <a:lnTo>
                    <a:pt x="1100" y="1181"/>
                  </a:lnTo>
                  <a:lnTo>
                    <a:pt x="1100" y="1179"/>
                  </a:lnTo>
                  <a:lnTo>
                    <a:pt x="1100" y="1179"/>
                  </a:lnTo>
                  <a:lnTo>
                    <a:pt x="1100" y="1177"/>
                  </a:lnTo>
                  <a:lnTo>
                    <a:pt x="1100" y="1177"/>
                  </a:lnTo>
                  <a:lnTo>
                    <a:pt x="1102" y="1174"/>
                  </a:lnTo>
                  <a:lnTo>
                    <a:pt x="1102" y="1170"/>
                  </a:lnTo>
                  <a:lnTo>
                    <a:pt x="1102" y="1167"/>
                  </a:lnTo>
                  <a:lnTo>
                    <a:pt x="1104" y="1164"/>
                  </a:lnTo>
                  <a:lnTo>
                    <a:pt x="1104" y="1162"/>
                  </a:lnTo>
                  <a:lnTo>
                    <a:pt x="1104" y="1160"/>
                  </a:lnTo>
                  <a:lnTo>
                    <a:pt x="1102" y="1159"/>
                  </a:lnTo>
                  <a:lnTo>
                    <a:pt x="1102" y="1157"/>
                  </a:lnTo>
                  <a:lnTo>
                    <a:pt x="1100" y="1157"/>
                  </a:lnTo>
                  <a:lnTo>
                    <a:pt x="1100" y="1153"/>
                  </a:lnTo>
                  <a:lnTo>
                    <a:pt x="1100" y="1148"/>
                  </a:lnTo>
                  <a:lnTo>
                    <a:pt x="1100" y="1147"/>
                  </a:lnTo>
                  <a:lnTo>
                    <a:pt x="1099" y="1145"/>
                  </a:lnTo>
                  <a:lnTo>
                    <a:pt x="1099" y="1147"/>
                  </a:lnTo>
                  <a:lnTo>
                    <a:pt x="1099" y="1148"/>
                  </a:lnTo>
                  <a:lnTo>
                    <a:pt x="1099" y="1150"/>
                  </a:lnTo>
                  <a:lnTo>
                    <a:pt x="1099" y="1152"/>
                  </a:lnTo>
                  <a:lnTo>
                    <a:pt x="1097" y="1153"/>
                  </a:lnTo>
                  <a:lnTo>
                    <a:pt x="1097" y="1153"/>
                  </a:lnTo>
                  <a:lnTo>
                    <a:pt x="1095" y="1153"/>
                  </a:lnTo>
                  <a:lnTo>
                    <a:pt x="1095" y="1153"/>
                  </a:lnTo>
                  <a:lnTo>
                    <a:pt x="1095" y="1152"/>
                  </a:lnTo>
                  <a:lnTo>
                    <a:pt x="1095" y="1150"/>
                  </a:lnTo>
                  <a:lnTo>
                    <a:pt x="1093" y="1148"/>
                  </a:lnTo>
                  <a:lnTo>
                    <a:pt x="1093" y="1148"/>
                  </a:lnTo>
                  <a:lnTo>
                    <a:pt x="1092" y="1148"/>
                  </a:lnTo>
                  <a:lnTo>
                    <a:pt x="1092" y="1147"/>
                  </a:lnTo>
                  <a:lnTo>
                    <a:pt x="1090" y="1145"/>
                  </a:lnTo>
                  <a:lnTo>
                    <a:pt x="1090" y="1143"/>
                  </a:lnTo>
                  <a:lnTo>
                    <a:pt x="1092" y="1143"/>
                  </a:lnTo>
                  <a:lnTo>
                    <a:pt x="1093" y="1143"/>
                  </a:lnTo>
                  <a:lnTo>
                    <a:pt x="1093" y="1145"/>
                  </a:lnTo>
                  <a:lnTo>
                    <a:pt x="1095" y="1145"/>
                  </a:lnTo>
                  <a:lnTo>
                    <a:pt x="1097" y="1142"/>
                  </a:lnTo>
                  <a:lnTo>
                    <a:pt x="1099" y="1142"/>
                  </a:lnTo>
                  <a:lnTo>
                    <a:pt x="1099" y="1140"/>
                  </a:lnTo>
                  <a:lnTo>
                    <a:pt x="1099" y="1140"/>
                  </a:lnTo>
                  <a:lnTo>
                    <a:pt x="1097" y="1140"/>
                  </a:lnTo>
                  <a:lnTo>
                    <a:pt x="1097" y="1138"/>
                  </a:lnTo>
                  <a:lnTo>
                    <a:pt x="1093" y="1138"/>
                  </a:lnTo>
                  <a:lnTo>
                    <a:pt x="1093" y="1138"/>
                  </a:lnTo>
                  <a:lnTo>
                    <a:pt x="1092" y="1136"/>
                  </a:lnTo>
                  <a:lnTo>
                    <a:pt x="1092" y="1135"/>
                  </a:lnTo>
                  <a:lnTo>
                    <a:pt x="1092" y="1133"/>
                  </a:lnTo>
                  <a:lnTo>
                    <a:pt x="1092" y="1131"/>
                  </a:lnTo>
                  <a:lnTo>
                    <a:pt x="1090" y="1131"/>
                  </a:lnTo>
                  <a:lnTo>
                    <a:pt x="1090" y="1133"/>
                  </a:lnTo>
                  <a:lnTo>
                    <a:pt x="1090" y="1135"/>
                  </a:lnTo>
                  <a:lnTo>
                    <a:pt x="1090" y="1135"/>
                  </a:lnTo>
                  <a:lnTo>
                    <a:pt x="1090" y="1136"/>
                  </a:lnTo>
                  <a:lnTo>
                    <a:pt x="1088" y="1135"/>
                  </a:lnTo>
                  <a:lnTo>
                    <a:pt x="1088" y="1135"/>
                  </a:lnTo>
                  <a:lnTo>
                    <a:pt x="1087" y="1135"/>
                  </a:lnTo>
                  <a:lnTo>
                    <a:pt x="1087" y="1133"/>
                  </a:lnTo>
                  <a:lnTo>
                    <a:pt x="1087" y="1133"/>
                  </a:lnTo>
                  <a:lnTo>
                    <a:pt x="1087" y="1133"/>
                  </a:lnTo>
                  <a:lnTo>
                    <a:pt x="1087" y="1131"/>
                  </a:lnTo>
                  <a:lnTo>
                    <a:pt x="1087" y="1131"/>
                  </a:lnTo>
                  <a:lnTo>
                    <a:pt x="1088" y="1131"/>
                  </a:lnTo>
                  <a:lnTo>
                    <a:pt x="1087" y="1130"/>
                  </a:lnTo>
                  <a:lnTo>
                    <a:pt x="1087" y="1130"/>
                  </a:lnTo>
                  <a:lnTo>
                    <a:pt x="1085" y="1130"/>
                  </a:lnTo>
                  <a:lnTo>
                    <a:pt x="1082" y="1128"/>
                  </a:lnTo>
                  <a:lnTo>
                    <a:pt x="1082" y="1128"/>
                  </a:lnTo>
                  <a:lnTo>
                    <a:pt x="1080" y="1131"/>
                  </a:lnTo>
                  <a:lnTo>
                    <a:pt x="1078" y="1136"/>
                  </a:lnTo>
                  <a:lnTo>
                    <a:pt x="1080" y="1142"/>
                  </a:lnTo>
                  <a:lnTo>
                    <a:pt x="1083" y="1143"/>
                  </a:lnTo>
                  <a:lnTo>
                    <a:pt x="1083" y="1145"/>
                  </a:lnTo>
                  <a:lnTo>
                    <a:pt x="1082" y="1145"/>
                  </a:lnTo>
                  <a:lnTo>
                    <a:pt x="1083" y="1148"/>
                  </a:lnTo>
                  <a:lnTo>
                    <a:pt x="1085" y="1150"/>
                  </a:lnTo>
                  <a:lnTo>
                    <a:pt x="1085" y="1152"/>
                  </a:lnTo>
                  <a:lnTo>
                    <a:pt x="1085" y="1153"/>
                  </a:lnTo>
                  <a:lnTo>
                    <a:pt x="1078" y="1147"/>
                  </a:lnTo>
                  <a:lnTo>
                    <a:pt x="1077" y="1147"/>
                  </a:lnTo>
                  <a:lnTo>
                    <a:pt x="1073" y="1145"/>
                  </a:lnTo>
                  <a:lnTo>
                    <a:pt x="1071" y="1145"/>
                  </a:lnTo>
                  <a:lnTo>
                    <a:pt x="1070" y="1143"/>
                  </a:lnTo>
                  <a:lnTo>
                    <a:pt x="1068" y="1142"/>
                  </a:lnTo>
                  <a:lnTo>
                    <a:pt x="1068" y="1142"/>
                  </a:lnTo>
                  <a:lnTo>
                    <a:pt x="1066" y="1140"/>
                  </a:lnTo>
                  <a:lnTo>
                    <a:pt x="1063" y="1140"/>
                  </a:lnTo>
                  <a:lnTo>
                    <a:pt x="1061" y="1138"/>
                  </a:lnTo>
                  <a:lnTo>
                    <a:pt x="1060" y="1136"/>
                  </a:lnTo>
                  <a:lnTo>
                    <a:pt x="1058" y="1136"/>
                  </a:lnTo>
                  <a:lnTo>
                    <a:pt x="1051" y="1135"/>
                  </a:lnTo>
                  <a:lnTo>
                    <a:pt x="1049" y="1133"/>
                  </a:lnTo>
                  <a:lnTo>
                    <a:pt x="1048" y="1130"/>
                  </a:lnTo>
                  <a:lnTo>
                    <a:pt x="1049" y="1130"/>
                  </a:lnTo>
                  <a:lnTo>
                    <a:pt x="1049" y="1128"/>
                  </a:lnTo>
                  <a:lnTo>
                    <a:pt x="1046" y="1126"/>
                  </a:lnTo>
                  <a:lnTo>
                    <a:pt x="1046" y="1126"/>
                  </a:lnTo>
                  <a:lnTo>
                    <a:pt x="1046" y="1126"/>
                  </a:lnTo>
                  <a:lnTo>
                    <a:pt x="1046" y="1125"/>
                  </a:lnTo>
                  <a:lnTo>
                    <a:pt x="1046" y="1125"/>
                  </a:lnTo>
                  <a:lnTo>
                    <a:pt x="1046" y="1123"/>
                  </a:lnTo>
                  <a:lnTo>
                    <a:pt x="1046" y="1123"/>
                  </a:lnTo>
                  <a:lnTo>
                    <a:pt x="1044" y="1123"/>
                  </a:lnTo>
                  <a:lnTo>
                    <a:pt x="1044" y="1121"/>
                  </a:lnTo>
                  <a:lnTo>
                    <a:pt x="1043" y="1121"/>
                  </a:lnTo>
                  <a:lnTo>
                    <a:pt x="1043" y="1119"/>
                  </a:lnTo>
                  <a:lnTo>
                    <a:pt x="1041" y="1119"/>
                  </a:lnTo>
                  <a:lnTo>
                    <a:pt x="1039" y="1114"/>
                  </a:lnTo>
                  <a:lnTo>
                    <a:pt x="1039" y="1114"/>
                  </a:lnTo>
                  <a:lnTo>
                    <a:pt x="1039" y="1114"/>
                  </a:lnTo>
                  <a:lnTo>
                    <a:pt x="1037" y="1113"/>
                  </a:lnTo>
                  <a:lnTo>
                    <a:pt x="1037" y="1113"/>
                  </a:lnTo>
                  <a:lnTo>
                    <a:pt x="1034" y="1113"/>
                  </a:lnTo>
                  <a:lnTo>
                    <a:pt x="1032" y="1114"/>
                  </a:lnTo>
                  <a:lnTo>
                    <a:pt x="1032" y="1114"/>
                  </a:lnTo>
                  <a:lnTo>
                    <a:pt x="1031" y="1114"/>
                  </a:lnTo>
                  <a:lnTo>
                    <a:pt x="1031" y="1116"/>
                  </a:lnTo>
                  <a:lnTo>
                    <a:pt x="1029" y="1119"/>
                  </a:lnTo>
                  <a:lnTo>
                    <a:pt x="1027" y="1123"/>
                  </a:lnTo>
                  <a:lnTo>
                    <a:pt x="1027" y="1125"/>
                  </a:lnTo>
                  <a:lnTo>
                    <a:pt x="1026" y="1126"/>
                  </a:lnTo>
                  <a:lnTo>
                    <a:pt x="1027" y="1126"/>
                  </a:lnTo>
                  <a:lnTo>
                    <a:pt x="1027" y="1128"/>
                  </a:lnTo>
                  <a:lnTo>
                    <a:pt x="1029" y="1130"/>
                  </a:lnTo>
                  <a:lnTo>
                    <a:pt x="1027" y="1130"/>
                  </a:lnTo>
                  <a:lnTo>
                    <a:pt x="1027" y="1131"/>
                  </a:lnTo>
                  <a:lnTo>
                    <a:pt x="1027" y="1133"/>
                  </a:lnTo>
                  <a:lnTo>
                    <a:pt x="1029" y="1135"/>
                  </a:lnTo>
                  <a:lnTo>
                    <a:pt x="1034" y="1148"/>
                  </a:lnTo>
                  <a:lnTo>
                    <a:pt x="1037" y="1155"/>
                  </a:lnTo>
                  <a:lnTo>
                    <a:pt x="1034" y="1155"/>
                  </a:lnTo>
                  <a:lnTo>
                    <a:pt x="1032" y="1152"/>
                  </a:lnTo>
                  <a:lnTo>
                    <a:pt x="1031" y="1150"/>
                  </a:lnTo>
                  <a:lnTo>
                    <a:pt x="1031" y="1147"/>
                  </a:lnTo>
                  <a:lnTo>
                    <a:pt x="1029" y="1147"/>
                  </a:lnTo>
                  <a:lnTo>
                    <a:pt x="1022" y="1140"/>
                  </a:lnTo>
                  <a:lnTo>
                    <a:pt x="1022" y="1140"/>
                  </a:lnTo>
                  <a:lnTo>
                    <a:pt x="1022" y="1138"/>
                  </a:lnTo>
                  <a:lnTo>
                    <a:pt x="1020" y="1136"/>
                  </a:lnTo>
                  <a:lnTo>
                    <a:pt x="1019" y="1133"/>
                  </a:lnTo>
                  <a:lnTo>
                    <a:pt x="1017" y="1133"/>
                  </a:lnTo>
                  <a:lnTo>
                    <a:pt x="1015" y="1133"/>
                  </a:lnTo>
                  <a:lnTo>
                    <a:pt x="1014" y="1136"/>
                  </a:lnTo>
                  <a:lnTo>
                    <a:pt x="1012" y="1138"/>
                  </a:lnTo>
                  <a:lnTo>
                    <a:pt x="1010" y="1140"/>
                  </a:lnTo>
                  <a:lnTo>
                    <a:pt x="1007" y="1142"/>
                  </a:lnTo>
                  <a:lnTo>
                    <a:pt x="1003" y="1143"/>
                  </a:lnTo>
                  <a:lnTo>
                    <a:pt x="1005" y="1142"/>
                  </a:lnTo>
                  <a:lnTo>
                    <a:pt x="1005" y="1140"/>
                  </a:lnTo>
                  <a:lnTo>
                    <a:pt x="1007" y="1138"/>
                  </a:lnTo>
                  <a:lnTo>
                    <a:pt x="1007" y="1136"/>
                  </a:lnTo>
                  <a:lnTo>
                    <a:pt x="1007" y="1133"/>
                  </a:lnTo>
                  <a:lnTo>
                    <a:pt x="1007" y="1131"/>
                  </a:lnTo>
                  <a:lnTo>
                    <a:pt x="1007" y="1130"/>
                  </a:lnTo>
                  <a:lnTo>
                    <a:pt x="1005" y="1130"/>
                  </a:lnTo>
                  <a:lnTo>
                    <a:pt x="1003" y="1130"/>
                  </a:lnTo>
                  <a:lnTo>
                    <a:pt x="1003" y="1128"/>
                  </a:lnTo>
                  <a:lnTo>
                    <a:pt x="1003" y="1126"/>
                  </a:lnTo>
                  <a:lnTo>
                    <a:pt x="1002" y="1126"/>
                  </a:lnTo>
                  <a:lnTo>
                    <a:pt x="1002" y="1126"/>
                  </a:lnTo>
                  <a:lnTo>
                    <a:pt x="997" y="1125"/>
                  </a:lnTo>
                  <a:lnTo>
                    <a:pt x="997" y="1125"/>
                  </a:lnTo>
                  <a:lnTo>
                    <a:pt x="997" y="1123"/>
                  </a:lnTo>
                  <a:lnTo>
                    <a:pt x="998" y="1121"/>
                  </a:lnTo>
                  <a:lnTo>
                    <a:pt x="998" y="1121"/>
                  </a:lnTo>
                  <a:lnTo>
                    <a:pt x="997" y="1119"/>
                  </a:lnTo>
                  <a:lnTo>
                    <a:pt x="997" y="1118"/>
                  </a:lnTo>
                  <a:lnTo>
                    <a:pt x="997" y="1116"/>
                  </a:lnTo>
                  <a:lnTo>
                    <a:pt x="993" y="1116"/>
                  </a:lnTo>
                  <a:lnTo>
                    <a:pt x="995" y="1116"/>
                  </a:lnTo>
                  <a:lnTo>
                    <a:pt x="995" y="1114"/>
                  </a:lnTo>
                  <a:lnTo>
                    <a:pt x="997" y="1114"/>
                  </a:lnTo>
                  <a:lnTo>
                    <a:pt x="993" y="1108"/>
                  </a:lnTo>
                  <a:lnTo>
                    <a:pt x="992" y="1106"/>
                  </a:lnTo>
                  <a:lnTo>
                    <a:pt x="992" y="1103"/>
                  </a:lnTo>
                  <a:lnTo>
                    <a:pt x="992" y="1101"/>
                  </a:lnTo>
                  <a:lnTo>
                    <a:pt x="988" y="1096"/>
                  </a:lnTo>
                  <a:lnTo>
                    <a:pt x="987" y="1094"/>
                  </a:lnTo>
                  <a:lnTo>
                    <a:pt x="987" y="1092"/>
                  </a:lnTo>
                  <a:lnTo>
                    <a:pt x="987" y="1091"/>
                  </a:lnTo>
                  <a:lnTo>
                    <a:pt x="988" y="1089"/>
                  </a:lnTo>
                  <a:lnTo>
                    <a:pt x="988" y="1089"/>
                  </a:lnTo>
                  <a:lnTo>
                    <a:pt x="988" y="1087"/>
                  </a:lnTo>
                  <a:lnTo>
                    <a:pt x="987" y="1087"/>
                  </a:lnTo>
                  <a:lnTo>
                    <a:pt x="987" y="1086"/>
                  </a:lnTo>
                  <a:lnTo>
                    <a:pt x="987" y="1086"/>
                  </a:lnTo>
                  <a:lnTo>
                    <a:pt x="985" y="1084"/>
                  </a:lnTo>
                  <a:lnTo>
                    <a:pt x="985" y="1082"/>
                  </a:lnTo>
                  <a:lnTo>
                    <a:pt x="983" y="1080"/>
                  </a:lnTo>
                  <a:lnTo>
                    <a:pt x="985" y="1079"/>
                  </a:lnTo>
                  <a:lnTo>
                    <a:pt x="985" y="1077"/>
                  </a:lnTo>
                  <a:lnTo>
                    <a:pt x="987" y="1077"/>
                  </a:lnTo>
                  <a:lnTo>
                    <a:pt x="987" y="1077"/>
                  </a:lnTo>
                  <a:lnTo>
                    <a:pt x="988" y="1077"/>
                  </a:lnTo>
                  <a:lnTo>
                    <a:pt x="988" y="1075"/>
                  </a:lnTo>
                  <a:lnTo>
                    <a:pt x="987" y="1075"/>
                  </a:lnTo>
                  <a:lnTo>
                    <a:pt x="987" y="1074"/>
                  </a:lnTo>
                  <a:lnTo>
                    <a:pt x="985" y="1070"/>
                  </a:lnTo>
                  <a:lnTo>
                    <a:pt x="985" y="1069"/>
                  </a:lnTo>
                  <a:lnTo>
                    <a:pt x="985" y="1067"/>
                  </a:lnTo>
                  <a:lnTo>
                    <a:pt x="990" y="1063"/>
                  </a:lnTo>
                  <a:lnTo>
                    <a:pt x="988" y="1060"/>
                  </a:lnTo>
                  <a:lnTo>
                    <a:pt x="988" y="1060"/>
                  </a:lnTo>
                  <a:lnTo>
                    <a:pt x="988" y="1060"/>
                  </a:lnTo>
                  <a:lnTo>
                    <a:pt x="987" y="1060"/>
                  </a:lnTo>
                  <a:lnTo>
                    <a:pt x="987" y="1063"/>
                  </a:lnTo>
                  <a:lnTo>
                    <a:pt x="985" y="1063"/>
                  </a:lnTo>
                  <a:lnTo>
                    <a:pt x="983" y="1063"/>
                  </a:lnTo>
                  <a:lnTo>
                    <a:pt x="983" y="1063"/>
                  </a:lnTo>
                  <a:lnTo>
                    <a:pt x="981" y="1062"/>
                  </a:lnTo>
                  <a:lnTo>
                    <a:pt x="981" y="1062"/>
                  </a:lnTo>
                  <a:lnTo>
                    <a:pt x="981" y="1062"/>
                  </a:lnTo>
                  <a:lnTo>
                    <a:pt x="980" y="1060"/>
                  </a:lnTo>
                  <a:lnTo>
                    <a:pt x="980" y="1057"/>
                  </a:lnTo>
                  <a:lnTo>
                    <a:pt x="980" y="1057"/>
                  </a:lnTo>
                  <a:lnTo>
                    <a:pt x="978" y="1057"/>
                  </a:lnTo>
                  <a:lnTo>
                    <a:pt x="976" y="1057"/>
                  </a:lnTo>
                  <a:lnTo>
                    <a:pt x="976" y="1055"/>
                  </a:lnTo>
                  <a:lnTo>
                    <a:pt x="973" y="1058"/>
                  </a:lnTo>
                  <a:lnTo>
                    <a:pt x="971" y="1058"/>
                  </a:lnTo>
                  <a:lnTo>
                    <a:pt x="971" y="1055"/>
                  </a:lnTo>
                  <a:lnTo>
                    <a:pt x="971" y="1053"/>
                  </a:lnTo>
                  <a:lnTo>
                    <a:pt x="973" y="1053"/>
                  </a:lnTo>
                  <a:lnTo>
                    <a:pt x="975" y="1052"/>
                  </a:lnTo>
                  <a:lnTo>
                    <a:pt x="976" y="1050"/>
                  </a:lnTo>
                  <a:lnTo>
                    <a:pt x="975" y="1050"/>
                  </a:lnTo>
                  <a:lnTo>
                    <a:pt x="971" y="1050"/>
                  </a:lnTo>
                  <a:lnTo>
                    <a:pt x="971" y="1048"/>
                  </a:lnTo>
                  <a:lnTo>
                    <a:pt x="973" y="1048"/>
                  </a:lnTo>
                  <a:lnTo>
                    <a:pt x="973" y="1048"/>
                  </a:lnTo>
                  <a:lnTo>
                    <a:pt x="973" y="1046"/>
                  </a:lnTo>
                  <a:lnTo>
                    <a:pt x="975" y="1046"/>
                  </a:lnTo>
                  <a:lnTo>
                    <a:pt x="973" y="1043"/>
                  </a:lnTo>
                  <a:lnTo>
                    <a:pt x="971" y="1041"/>
                  </a:lnTo>
                  <a:lnTo>
                    <a:pt x="971" y="1041"/>
                  </a:lnTo>
                  <a:lnTo>
                    <a:pt x="973" y="1040"/>
                  </a:lnTo>
                  <a:lnTo>
                    <a:pt x="973" y="1040"/>
                  </a:lnTo>
                  <a:lnTo>
                    <a:pt x="971" y="1038"/>
                  </a:lnTo>
                  <a:lnTo>
                    <a:pt x="971" y="1038"/>
                  </a:lnTo>
                  <a:lnTo>
                    <a:pt x="970" y="1038"/>
                  </a:lnTo>
                  <a:lnTo>
                    <a:pt x="970" y="1038"/>
                  </a:lnTo>
                  <a:lnTo>
                    <a:pt x="970" y="1038"/>
                  </a:lnTo>
                  <a:lnTo>
                    <a:pt x="970" y="1038"/>
                  </a:lnTo>
                  <a:lnTo>
                    <a:pt x="970" y="1036"/>
                  </a:lnTo>
                  <a:lnTo>
                    <a:pt x="970" y="1036"/>
                  </a:lnTo>
                  <a:lnTo>
                    <a:pt x="970" y="1036"/>
                  </a:lnTo>
                  <a:lnTo>
                    <a:pt x="970" y="1036"/>
                  </a:lnTo>
                  <a:lnTo>
                    <a:pt x="968" y="1036"/>
                  </a:lnTo>
                  <a:lnTo>
                    <a:pt x="968" y="1036"/>
                  </a:lnTo>
                  <a:lnTo>
                    <a:pt x="968" y="1038"/>
                  </a:lnTo>
                  <a:lnTo>
                    <a:pt x="966" y="1038"/>
                  </a:lnTo>
                  <a:lnTo>
                    <a:pt x="966" y="1038"/>
                  </a:lnTo>
                  <a:lnTo>
                    <a:pt x="963" y="1033"/>
                  </a:lnTo>
                  <a:lnTo>
                    <a:pt x="963" y="1029"/>
                  </a:lnTo>
                  <a:lnTo>
                    <a:pt x="966" y="1024"/>
                  </a:lnTo>
                  <a:lnTo>
                    <a:pt x="966" y="1021"/>
                  </a:lnTo>
                  <a:lnTo>
                    <a:pt x="964" y="1019"/>
                  </a:lnTo>
                  <a:lnTo>
                    <a:pt x="964" y="1018"/>
                  </a:lnTo>
                  <a:lnTo>
                    <a:pt x="963" y="1018"/>
                  </a:lnTo>
                  <a:lnTo>
                    <a:pt x="961" y="1018"/>
                  </a:lnTo>
                  <a:lnTo>
                    <a:pt x="961" y="1016"/>
                  </a:lnTo>
                  <a:lnTo>
                    <a:pt x="961" y="1014"/>
                  </a:lnTo>
                  <a:lnTo>
                    <a:pt x="959" y="1014"/>
                  </a:lnTo>
                  <a:lnTo>
                    <a:pt x="956" y="1013"/>
                  </a:lnTo>
                  <a:lnTo>
                    <a:pt x="956" y="1013"/>
                  </a:lnTo>
                  <a:lnTo>
                    <a:pt x="954" y="1011"/>
                  </a:lnTo>
                  <a:lnTo>
                    <a:pt x="953" y="1011"/>
                  </a:lnTo>
                  <a:lnTo>
                    <a:pt x="951" y="1013"/>
                  </a:lnTo>
                  <a:lnTo>
                    <a:pt x="949" y="1013"/>
                  </a:lnTo>
                  <a:lnTo>
                    <a:pt x="949" y="1011"/>
                  </a:lnTo>
                  <a:lnTo>
                    <a:pt x="949" y="1009"/>
                  </a:lnTo>
                  <a:lnTo>
                    <a:pt x="949" y="1009"/>
                  </a:lnTo>
                  <a:lnTo>
                    <a:pt x="949" y="1007"/>
                  </a:lnTo>
                  <a:lnTo>
                    <a:pt x="949" y="1007"/>
                  </a:lnTo>
                  <a:lnTo>
                    <a:pt x="951" y="1007"/>
                  </a:lnTo>
                  <a:lnTo>
                    <a:pt x="953" y="1007"/>
                  </a:lnTo>
                  <a:lnTo>
                    <a:pt x="953" y="1006"/>
                  </a:lnTo>
                  <a:lnTo>
                    <a:pt x="951" y="1006"/>
                  </a:lnTo>
                  <a:lnTo>
                    <a:pt x="949" y="1006"/>
                  </a:lnTo>
                  <a:lnTo>
                    <a:pt x="949" y="1006"/>
                  </a:lnTo>
                  <a:lnTo>
                    <a:pt x="947" y="1006"/>
                  </a:lnTo>
                  <a:lnTo>
                    <a:pt x="947" y="1006"/>
                  </a:lnTo>
                  <a:lnTo>
                    <a:pt x="947" y="1006"/>
                  </a:lnTo>
                  <a:lnTo>
                    <a:pt x="947" y="1006"/>
                  </a:lnTo>
                  <a:lnTo>
                    <a:pt x="944" y="1004"/>
                  </a:lnTo>
                  <a:lnTo>
                    <a:pt x="944" y="1002"/>
                  </a:lnTo>
                  <a:lnTo>
                    <a:pt x="942" y="1002"/>
                  </a:lnTo>
                  <a:lnTo>
                    <a:pt x="941" y="1004"/>
                  </a:lnTo>
                  <a:lnTo>
                    <a:pt x="939" y="1002"/>
                  </a:lnTo>
                  <a:lnTo>
                    <a:pt x="937" y="1002"/>
                  </a:lnTo>
                  <a:lnTo>
                    <a:pt x="937" y="1001"/>
                  </a:lnTo>
                  <a:lnTo>
                    <a:pt x="936" y="1001"/>
                  </a:lnTo>
                  <a:lnTo>
                    <a:pt x="934" y="1002"/>
                  </a:lnTo>
                  <a:lnTo>
                    <a:pt x="934" y="1004"/>
                  </a:lnTo>
                  <a:lnTo>
                    <a:pt x="932" y="1004"/>
                  </a:lnTo>
                  <a:lnTo>
                    <a:pt x="932" y="1004"/>
                  </a:lnTo>
                  <a:lnTo>
                    <a:pt x="932" y="1004"/>
                  </a:lnTo>
                  <a:lnTo>
                    <a:pt x="932" y="1002"/>
                  </a:lnTo>
                  <a:lnTo>
                    <a:pt x="932" y="1002"/>
                  </a:lnTo>
                  <a:lnTo>
                    <a:pt x="932" y="1001"/>
                  </a:lnTo>
                  <a:lnTo>
                    <a:pt x="934" y="1001"/>
                  </a:lnTo>
                  <a:lnTo>
                    <a:pt x="934" y="1001"/>
                  </a:lnTo>
                  <a:lnTo>
                    <a:pt x="934" y="999"/>
                  </a:lnTo>
                  <a:lnTo>
                    <a:pt x="934" y="996"/>
                  </a:lnTo>
                  <a:lnTo>
                    <a:pt x="934" y="996"/>
                  </a:lnTo>
                  <a:lnTo>
                    <a:pt x="932" y="994"/>
                  </a:lnTo>
                  <a:lnTo>
                    <a:pt x="932" y="994"/>
                  </a:lnTo>
                  <a:lnTo>
                    <a:pt x="930" y="994"/>
                  </a:lnTo>
                  <a:lnTo>
                    <a:pt x="930" y="994"/>
                  </a:lnTo>
                  <a:lnTo>
                    <a:pt x="929" y="994"/>
                  </a:lnTo>
                  <a:lnTo>
                    <a:pt x="929" y="994"/>
                  </a:lnTo>
                  <a:lnTo>
                    <a:pt x="929" y="994"/>
                  </a:lnTo>
                  <a:lnTo>
                    <a:pt x="927" y="992"/>
                  </a:lnTo>
                  <a:lnTo>
                    <a:pt x="927" y="990"/>
                  </a:lnTo>
                  <a:lnTo>
                    <a:pt x="925" y="990"/>
                  </a:lnTo>
                  <a:lnTo>
                    <a:pt x="924" y="990"/>
                  </a:lnTo>
                  <a:lnTo>
                    <a:pt x="924" y="987"/>
                  </a:lnTo>
                  <a:lnTo>
                    <a:pt x="922" y="987"/>
                  </a:lnTo>
                  <a:lnTo>
                    <a:pt x="924" y="984"/>
                  </a:lnTo>
                  <a:lnTo>
                    <a:pt x="924" y="984"/>
                  </a:lnTo>
                  <a:lnTo>
                    <a:pt x="922" y="982"/>
                  </a:lnTo>
                  <a:lnTo>
                    <a:pt x="922" y="982"/>
                  </a:lnTo>
                  <a:lnTo>
                    <a:pt x="920" y="982"/>
                  </a:lnTo>
                  <a:lnTo>
                    <a:pt x="920" y="982"/>
                  </a:lnTo>
                  <a:lnTo>
                    <a:pt x="920" y="982"/>
                  </a:lnTo>
                  <a:lnTo>
                    <a:pt x="920" y="980"/>
                  </a:lnTo>
                  <a:lnTo>
                    <a:pt x="920" y="980"/>
                  </a:lnTo>
                  <a:lnTo>
                    <a:pt x="919" y="979"/>
                  </a:lnTo>
                  <a:lnTo>
                    <a:pt x="917" y="977"/>
                  </a:lnTo>
                  <a:lnTo>
                    <a:pt x="917" y="975"/>
                  </a:lnTo>
                  <a:lnTo>
                    <a:pt x="919" y="975"/>
                  </a:lnTo>
                  <a:lnTo>
                    <a:pt x="920" y="975"/>
                  </a:lnTo>
                  <a:lnTo>
                    <a:pt x="922" y="973"/>
                  </a:lnTo>
                  <a:lnTo>
                    <a:pt x="922" y="972"/>
                  </a:lnTo>
                  <a:lnTo>
                    <a:pt x="922" y="968"/>
                  </a:lnTo>
                  <a:lnTo>
                    <a:pt x="920" y="967"/>
                  </a:lnTo>
                  <a:lnTo>
                    <a:pt x="920" y="965"/>
                  </a:lnTo>
                  <a:lnTo>
                    <a:pt x="922" y="967"/>
                  </a:lnTo>
                  <a:lnTo>
                    <a:pt x="924" y="967"/>
                  </a:lnTo>
                  <a:lnTo>
                    <a:pt x="924" y="968"/>
                  </a:lnTo>
                  <a:lnTo>
                    <a:pt x="924" y="968"/>
                  </a:lnTo>
                  <a:lnTo>
                    <a:pt x="925" y="968"/>
                  </a:lnTo>
                  <a:lnTo>
                    <a:pt x="927" y="968"/>
                  </a:lnTo>
                  <a:lnTo>
                    <a:pt x="927" y="968"/>
                  </a:lnTo>
                  <a:lnTo>
                    <a:pt x="929" y="967"/>
                  </a:lnTo>
                  <a:lnTo>
                    <a:pt x="929" y="967"/>
                  </a:lnTo>
                  <a:lnTo>
                    <a:pt x="929" y="965"/>
                  </a:lnTo>
                  <a:lnTo>
                    <a:pt x="929" y="965"/>
                  </a:lnTo>
                  <a:lnTo>
                    <a:pt x="929" y="965"/>
                  </a:lnTo>
                  <a:lnTo>
                    <a:pt x="930" y="965"/>
                  </a:lnTo>
                  <a:lnTo>
                    <a:pt x="930" y="965"/>
                  </a:lnTo>
                  <a:lnTo>
                    <a:pt x="932" y="967"/>
                  </a:lnTo>
                  <a:lnTo>
                    <a:pt x="932" y="967"/>
                  </a:lnTo>
                  <a:lnTo>
                    <a:pt x="932" y="968"/>
                  </a:lnTo>
                  <a:lnTo>
                    <a:pt x="932" y="970"/>
                  </a:lnTo>
                  <a:lnTo>
                    <a:pt x="932" y="970"/>
                  </a:lnTo>
                  <a:lnTo>
                    <a:pt x="932" y="970"/>
                  </a:lnTo>
                  <a:lnTo>
                    <a:pt x="934" y="972"/>
                  </a:lnTo>
                  <a:lnTo>
                    <a:pt x="934" y="972"/>
                  </a:lnTo>
                  <a:lnTo>
                    <a:pt x="936" y="973"/>
                  </a:lnTo>
                  <a:lnTo>
                    <a:pt x="936" y="973"/>
                  </a:lnTo>
                  <a:lnTo>
                    <a:pt x="937" y="972"/>
                  </a:lnTo>
                  <a:lnTo>
                    <a:pt x="937" y="973"/>
                  </a:lnTo>
                  <a:lnTo>
                    <a:pt x="937" y="973"/>
                  </a:lnTo>
                  <a:lnTo>
                    <a:pt x="939" y="973"/>
                  </a:lnTo>
                  <a:lnTo>
                    <a:pt x="939" y="973"/>
                  </a:lnTo>
                  <a:lnTo>
                    <a:pt x="941" y="973"/>
                  </a:lnTo>
                  <a:lnTo>
                    <a:pt x="941" y="973"/>
                  </a:lnTo>
                  <a:lnTo>
                    <a:pt x="941" y="972"/>
                  </a:lnTo>
                  <a:lnTo>
                    <a:pt x="939" y="970"/>
                  </a:lnTo>
                  <a:lnTo>
                    <a:pt x="937" y="968"/>
                  </a:lnTo>
                  <a:lnTo>
                    <a:pt x="941" y="968"/>
                  </a:lnTo>
                  <a:lnTo>
                    <a:pt x="936" y="965"/>
                  </a:lnTo>
                  <a:lnTo>
                    <a:pt x="934" y="963"/>
                  </a:lnTo>
                  <a:lnTo>
                    <a:pt x="932" y="962"/>
                  </a:lnTo>
                  <a:lnTo>
                    <a:pt x="932" y="960"/>
                  </a:lnTo>
                  <a:lnTo>
                    <a:pt x="934" y="960"/>
                  </a:lnTo>
                  <a:lnTo>
                    <a:pt x="934" y="958"/>
                  </a:lnTo>
                  <a:lnTo>
                    <a:pt x="932" y="956"/>
                  </a:lnTo>
                  <a:lnTo>
                    <a:pt x="932" y="956"/>
                  </a:lnTo>
                  <a:lnTo>
                    <a:pt x="932" y="956"/>
                  </a:lnTo>
                  <a:lnTo>
                    <a:pt x="930" y="955"/>
                  </a:lnTo>
                  <a:lnTo>
                    <a:pt x="930" y="955"/>
                  </a:lnTo>
                  <a:lnTo>
                    <a:pt x="930" y="955"/>
                  </a:lnTo>
                  <a:lnTo>
                    <a:pt x="929" y="953"/>
                  </a:lnTo>
                  <a:lnTo>
                    <a:pt x="929" y="953"/>
                  </a:lnTo>
                  <a:lnTo>
                    <a:pt x="929" y="951"/>
                  </a:lnTo>
                  <a:lnTo>
                    <a:pt x="927" y="948"/>
                  </a:lnTo>
                  <a:lnTo>
                    <a:pt x="925" y="948"/>
                  </a:lnTo>
                  <a:lnTo>
                    <a:pt x="925" y="950"/>
                  </a:lnTo>
                  <a:lnTo>
                    <a:pt x="924" y="950"/>
                  </a:lnTo>
                  <a:lnTo>
                    <a:pt x="922" y="950"/>
                  </a:lnTo>
                  <a:lnTo>
                    <a:pt x="919" y="951"/>
                  </a:lnTo>
                  <a:lnTo>
                    <a:pt x="919" y="950"/>
                  </a:lnTo>
                  <a:lnTo>
                    <a:pt x="919" y="950"/>
                  </a:lnTo>
                  <a:lnTo>
                    <a:pt x="919" y="950"/>
                  </a:lnTo>
                  <a:lnTo>
                    <a:pt x="920" y="948"/>
                  </a:lnTo>
                  <a:lnTo>
                    <a:pt x="919" y="948"/>
                  </a:lnTo>
                  <a:lnTo>
                    <a:pt x="917" y="948"/>
                  </a:lnTo>
                  <a:lnTo>
                    <a:pt x="919" y="946"/>
                  </a:lnTo>
                  <a:lnTo>
                    <a:pt x="919" y="946"/>
                  </a:lnTo>
                  <a:lnTo>
                    <a:pt x="919" y="945"/>
                  </a:lnTo>
                  <a:lnTo>
                    <a:pt x="919" y="945"/>
                  </a:lnTo>
                  <a:lnTo>
                    <a:pt x="919" y="945"/>
                  </a:lnTo>
                  <a:lnTo>
                    <a:pt x="917" y="945"/>
                  </a:lnTo>
                  <a:lnTo>
                    <a:pt x="917" y="945"/>
                  </a:lnTo>
                  <a:lnTo>
                    <a:pt x="917" y="943"/>
                  </a:lnTo>
                  <a:lnTo>
                    <a:pt x="917" y="943"/>
                  </a:lnTo>
                  <a:lnTo>
                    <a:pt x="917" y="941"/>
                  </a:lnTo>
                  <a:lnTo>
                    <a:pt x="915" y="943"/>
                  </a:lnTo>
                  <a:lnTo>
                    <a:pt x="915" y="945"/>
                  </a:lnTo>
                  <a:lnTo>
                    <a:pt x="915" y="945"/>
                  </a:lnTo>
                  <a:lnTo>
                    <a:pt x="915" y="946"/>
                  </a:lnTo>
                  <a:lnTo>
                    <a:pt x="914" y="946"/>
                  </a:lnTo>
                  <a:lnTo>
                    <a:pt x="912" y="946"/>
                  </a:lnTo>
                  <a:lnTo>
                    <a:pt x="912" y="945"/>
                  </a:lnTo>
                  <a:lnTo>
                    <a:pt x="914" y="943"/>
                  </a:lnTo>
                  <a:lnTo>
                    <a:pt x="912" y="943"/>
                  </a:lnTo>
                  <a:lnTo>
                    <a:pt x="910" y="941"/>
                  </a:lnTo>
                  <a:lnTo>
                    <a:pt x="910" y="938"/>
                  </a:lnTo>
                  <a:lnTo>
                    <a:pt x="908" y="933"/>
                  </a:lnTo>
                  <a:lnTo>
                    <a:pt x="908" y="933"/>
                  </a:lnTo>
                  <a:lnTo>
                    <a:pt x="907" y="933"/>
                  </a:lnTo>
                  <a:lnTo>
                    <a:pt x="907" y="934"/>
                  </a:lnTo>
                  <a:lnTo>
                    <a:pt x="905" y="934"/>
                  </a:lnTo>
                  <a:lnTo>
                    <a:pt x="903" y="934"/>
                  </a:lnTo>
                  <a:lnTo>
                    <a:pt x="902" y="934"/>
                  </a:lnTo>
                  <a:lnTo>
                    <a:pt x="902" y="933"/>
                  </a:lnTo>
                  <a:lnTo>
                    <a:pt x="900" y="933"/>
                  </a:lnTo>
                  <a:lnTo>
                    <a:pt x="898" y="933"/>
                  </a:lnTo>
                  <a:lnTo>
                    <a:pt x="898" y="934"/>
                  </a:lnTo>
                  <a:lnTo>
                    <a:pt x="898" y="936"/>
                  </a:lnTo>
                  <a:lnTo>
                    <a:pt x="898" y="936"/>
                  </a:lnTo>
                  <a:lnTo>
                    <a:pt x="900" y="938"/>
                  </a:lnTo>
                  <a:lnTo>
                    <a:pt x="900" y="938"/>
                  </a:lnTo>
                  <a:lnTo>
                    <a:pt x="902" y="938"/>
                  </a:lnTo>
                  <a:lnTo>
                    <a:pt x="902" y="939"/>
                  </a:lnTo>
                  <a:lnTo>
                    <a:pt x="902" y="939"/>
                  </a:lnTo>
                  <a:lnTo>
                    <a:pt x="900" y="941"/>
                  </a:lnTo>
                  <a:lnTo>
                    <a:pt x="898" y="941"/>
                  </a:lnTo>
                  <a:lnTo>
                    <a:pt x="898" y="941"/>
                  </a:lnTo>
                  <a:lnTo>
                    <a:pt x="897" y="941"/>
                  </a:lnTo>
                  <a:lnTo>
                    <a:pt x="898" y="943"/>
                  </a:lnTo>
                  <a:lnTo>
                    <a:pt x="900" y="943"/>
                  </a:lnTo>
                  <a:lnTo>
                    <a:pt x="900" y="943"/>
                  </a:lnTo>
                  <a:lnTo>
                    <a:pt x="900" y="945"/>
                  </a:lnTo>
                  <a:lnTo>
                    <a:pt x="900" y="945"/>
                  </a:lnTo>
                  <a:lnTo>
                    <a:pt x="898" y="945"/>
                  </a:lnTo>
                  <a:lnTo>
                    <a:pt x="897" y="945"/>
                  </a:lnTo>
                  <a:lnTo>
                    <a:pt x="895" y="945"/>
                  </a:lnTo>
                  <a:lnTo>
                    <a:pt x="895" y="943"/>
                  </a:lnTo>
                  <a:lnTo>
                    <a:pt x="895" y="943"/>
                  </a:lnTo>
                  <a:lnTo>
                    <a:pt x="893" y="941"/>
                  </a:lnTo>
                  <a:lnTo>
                    <a:pt x="890" y="939"/>
                  </a:lnTo>
                  <a:lnTo>
                    <a:pt x="888" y="939"/>
                  </a:lnTo>
                  <a:lnTo>
                    <a:pt x="888" y="939"/>
                  </a:lnTo>
                  <a:lnTo>
                    <a:pt x="886" y="936"/>
                  </a:lnTo>
                  <a:lnTo>
                    <a:pt x="885" y="936"/>
                  </a:lnTo>
                  <a:lnTo>
                    <a:pt x="883" y="934"/>
                  </a:lnTo>
                  <a:lnTo>
                    <a:pt x="885" y="934"/>
                  </a:lnTo>
                  <a:lnTo>
                    <a:pt x="885" y="933"/>
                  </a:lnTo>
                  <a:lnTo>
                    <a:pt x="885" y="933"/>
                  </a:lnTo>
                  <a:lnTo>
                    <a:pt x="883" y="933"/>
                  </a:lnTo>
                  <a:lnTo>
                    <a:pt x="885" y="931"/>
                  </a:lnTo>
                  <a:lnTo>
                    <a:pt x="886" y="931"/>
                  </a:lnTo>
                  <a:lnTo>
                    <a:pt x="885" y="928"/>
                  </a:lnTo>
                  <a:lnTo>
                    <a:pt x="885" y="926"/>
                  </a:lnTo>
                  <a:lnTo>
                    <a:pt x="885" y="924"/>
                  </a:lnTo>
                  <a:lnTo>
                    <a:pt x="883" y="924"/>
                  </a:lnTo>
                  <a:lnTo>
                    <a:pt x="878" y="923"/>
                  </a:lnTo>
                  <a:lnTo>
                    <a:pt x="871" y="923"/>
                  </a:lnTo>
                  <a:lnTo>
                    <a:pt x="871" y="921"/>
                  </a:lnTo>
                  <a:lnTo>
                    <a:pt x="871" y="921"/>
                  </a:lnTo>
                  <a:lnTo>
                    <a:pt x="868" y="917"/>
                  </a:lnTo>
                  <a:lnTo>
                    <a:pt x="866" y="917"/>
                  </a:lnTo>
                  <a:lnTo>
                    <a:pt x="866" y="917"/>
                  </a:lnTo>
                  <a:lnTo>
                    <a:pt x="864" y="919"/>
                  </a:lnTo>
                  <a:lnTo>
                    <a:pt x="864" y="917"/>
                  </a:lnTo>
                  <a:lnTo>
                    <a:pt x="863" y="917"/>
                  </a:lnTo>
                  <a:lnTo>
                    <a:pt x="863" y="917"/>
                  </a:lnTo>
                  <a:lnTo>
                    <a:pt x="863" y="917"/>
                  </a:lnTo>
                  <a:lnTo>
                    <a:pt x="863" y="919"/>
                  </a:lnTo>
                  <a:lnTo>
                    <a:pt x="863" y="919"/>
                  </a:lnTo>
                  <a:lnTo>
                    <a:pt x="861" y="921"/>
                  </a:lnTo>
                  <a:lnTo>
                    <a:pt x="857" y="921"/>
                  </a:lnTo>
                  <a:lnTo>
                    <a:pt x="856" y="919"/>
                  </a:lnTo>
                  <a:lnTo>
                    <a:pt x="854" y="919"/>
                  </a:lnTo>
                  <a:lnTo>
                    <a:pt x="852" y="917"/>
                  </a:lnTo>
                  <a:lnTo>
                    <a:pt x="849" y="916"/>
                  </a:lnTo>
                  <a:lnTo>
                    <a:pt x="849" y="912"/>
                  </a:lnTo>
                  <a:lnTo>
                    <a:pt x="847" y="906"/>
                  </a:lnTo>
                  <a:lnTo>
                    <a:pt x="846" y="904"/>
                  </a:lnTo>
                  <a:lnTo>
                    <a:pt x="839" y="900"/>
                  </a:lnTo>
                  <a:lnTo>
                    <a:pt x="839" y="907"/>
                  </a:lnTo>
                  <a:lnTo>
                    <a:pt x="839" y="907"/>
                  </a:lnTo>
                  <a:lnTo>
                    <a:pt x="840" y="909"/>
                  </a:lnTo>
                  <a:lnTo>
                    <a:pt x="842" y="914"/>
                  </a:lnTo>
                  <a:lnTo>
                    <a:pt x="835" y="914"/>
                  </a:lnTo>
                  <a:lnTo>
                    <a:pt x="834" y="912"/>
                  </a:lnTo>
                  <a:lnTo>
                    <a:pt x="827" y="907"/>
                  </a:lnTo>
                  <a:lnTo>
                    <a:pt x="825" y="904"/>
                  </a:lnTo>
                  <a:lnTo>
                    <a:pt x="824" y="904"/>
                  </a:lnTo>
                  <a:lnTo>
                    <a:pt x="824" y="902"/>
                  </a:lnTo>
                  <a:lnTo>
                    <a:pt x="825" y="902"/>
                  </a:lnTo>
                  <a:lnTo>
                    <a:pt x="825" y="900"/>
                  </a:lnTo>
                  <a:lnTo>
                    <a:pt x="825" y="899"/>
                  </a:lnTo>
                  <a:lnTo>
                    <a:pt x="825" y="897"/>
                  </a:lnTo>
                  <a:lnTo>
                    <a:pt x="824" y="895"/>
                  </a:lnTo>
                  <a:lnTo>
                    <a:pt x="824" y="892"/>
                  </a:lnTo>
                  <a:lnTo>
                    <a:pt x="822" y="890"/>
                  </a:lnTo>
                  <a:lnTo>
                    <a:pt x="822" y="889"/>
                  </a:lnTo>
                  <a:lnTo>
                    <a:pt x="822" y="887"/>
                  </a:lnTo>
                  <a:lnTo>
                    <a:pt x="817" y="880"/>
                  </a:lnTo>
                  <a:lnTo>
                    <a:pt x="813" y="872"/>
                  </a:lnTo>
                  <a:lnTo>
                    <a:pt x="810" y="868"/>
                  </a:lnTo>
                  <a:lnTo>
                    <a:pt x="808" y="868"/>
                  </a:lnTo>
                  <a:lnTo>
                    <a:pt x="808" y="868"/>
                  </a:lnTo>
                  <a:lnTo>
                    <a:pt x="810" y="870"/>
                  </a:lnTo>
                  <a:lnTo>
                    <a:pt x="812" y="872"/>
                  </a:lnTo>
                  <a:lnTo>
                    <a:pt x="812" y="873"/>
                  </a:lnTo>
                  <a:lnTo>
                    <a:pt x="813" y="875"/>
                  </a:lnTo>
                  <a:lnTo>
                    <a:pt x="813" y="877"/>
                  </a:lnTo>
                  <a:lnTo>
                    <a:pt x="810" y="877"/>
                  </a:lnTo>
                  <a:lnTo>
                    <a:pt x="800" y="877"/>
                  </a:lnTo>
                  <a:lnTo>
                    <a:pt x="796" y="878"/>
                  </a:lnTo>
                  <a:lnTo>
                    <a:pt x="796" y="878"/>
                  </a:lnTo>
                  <a:lnTo>
                    <a:pt x="795" y="878"/>
                  </a:lnTo>
                  <a:lnTo>
                    <a:pt x="793" y="877"/>
                  </a:lnTo>
                  <a:lnTo>
                    <a:pt x="788" y="877"/>
                  </a:lnTo>
                  <a:lnTo>
                    <a:pt x="786" y="877"/>
                  </a:lnTo>
                  <a:lnTo>
                    <a:pt x="786" y="877"/>
                  </a:lnTo>
                  <a:lnTo>
                    <a:pt x="781" y="872"/>
                  </a:lnTo>
                  <a:lnTo>
                    <a:pt x="781" y="872"/>
                  </a:lnTo>
                  <a:lnTo>
                    <a:pt x="779" y="868"/>
                  </a:lnTo>
                  <a:lnTo>
                    <a:pt x="779" y="868"/>
                  </a:lnTo>
                  <a:lnTo>
                    <a:pt x="779" y="866"/>
                  </a:lnTo>
                  <a:lnTo>
                    <a:pt x="779" y="865"/>
                  </a:lnTo>
                  <a:lnTo>
                    <a:pt x="779" y="863"/>
                  </a:lnTo>
                  <a:lnTo>
                    <a:pt x="779" y="863"/>
                  </a:lnTo>
                  <a:lnTo>
                    <a:pt x="779" y="863"/>
                  </a:lnTo>
                  <a:lnTo>
                    <a:pt x="779" y="861"/>
                  </a:lnTo>
                  <a:lnTo>
                    <a:pt x="779" y="861"/>
                  </a:lnTo>
                  <a:lnTo>
                    <a:pt x="778" y="860"/>
                  </a:lnTo>
                  <a:lnTo>
                    <a:pt x="776" y="858"/>
                  </a:lnTo>
                  <a:lnTo>
                    <a:pt x="776" y="856"/>
                  </a:lnTo>
                  <a:lnTo>
                    <a:pt x="776" y="856"/>
                  </a:lnTo>
                  <a:lnTo>
                    <a:pt x="776" y="858"/>
                  </a:lnTo>
                  <a:lnTo>
                    <a:pt x="776" y="860"/>
                  </a:lnTo>
                  <a:lnTo>
                    <a:pt x="776" y="861"/>
                  </a:lnTo>
                  <a:lnTo>
                    <a:pt x="776" y="863"/>
                  </a:lnTo>
                  <a:lnTo>
                    <a:pt x="773" y="866"/>
                  </a:lnTo>
                  <a:lnTo>
                    <a:pt x="771" y="866"/>
                  </a:lnTo>
                  <a:lnTo>
                    <a:pt x="769" y="866"/>
                  </a:lnTo>
                  <a:lnTo>
                    <a:pt x="766" y="868"/>
                  </a:lnTo>
                  <a:lnTo>
                    <a:pt x="764" y="866"/>
                  </a:lnTo>
                  <a:lnTo>
                    <a:pt x="761" y="865"/>
                  </a:lnTo>
                  <a:lnTo>
                    <a:pt x="759" y="863"/>
                  </a:lnTo>
                  <a:lnTo>
                    <a:pt x="759" y="863"/>
                  </a:lnTo>
                  <a:lnTo>
                    <a:pt x="757" y="861"/>
                  </a:lnTo>
                  <a:lnTo>
                    <a:pt x="756" y="860"/>
                  </a:lnTo>
                  <a:lnTo>
                    <a:pt x="754" y="858"/>
                  </a:lnTo>
                  <a:lnTo>
                    <a:pt x="752" y="856"/>
                  </a:lnTo>
                  <a:lnTo>
                    <a:pt x="747" y="858"/>
                  </a:lnTo>
                  <a:lnTo>
                    <a:pt x="744" y="858"/>
                  </a:lnTo>
                  <a:lnTo>
                    <a:pt x="739" y="855"/>
                  </a:lnTo>
                  <a:lnTo>
                    <a:pt x="739" y="855"/>
                  </a:lnTo>
                  <a:lnTo>
                    <a:pt x="737" y="855"/>
                  </a:lnTo>
                  <a:lnTo>
                    <a:pt x="737" y="853"/>
                  </a:lnTo>
                  <a:lnTo>
                    <a:pt x="735" y="853"/>
                  </a:lnTo>
                  <a:lnTo>
                    <a:pt x="734" y="851"/>
                  </a:lnTo>
                  <a:lnTo>
                    <a:pt x="734" y="849"/>
                  </a:lnTo>
                  <a:lnTo>
                    <a:pt x="730" y="849"/>
                  </a:lnTo>
                  <a:lnTo>
                    <a:pt x="728" y="848"/>
                  </a:lnTo>
                  <a:lnTo>
                    <a:pt x="727" y="846"/>
                  </a:lnTo>
                  <a:lnTo>
                    <a:pt x="725" y="844"/>
                  </a:lnTo>
                  <a:lnTo>
                    <a:pt x="723" y="843"/>
                  </a:lnTo>
                  <a:lnTo>
                    <a:pt x="717" y="838"/>
                  </a:lnTo>
                  <a:lnTo>
                    <a:pt x="717" y="836"/>
                  </a:lnTo>
                  <a:lnTo>
                    <a:pt x="715" y="834"/>
                  </a:lnTo>
                  <a:lnTo>
                    <a:pt x="715" y="834"/>
                  </a:lnTo>
                  <a:lnTo>
                    <a:pt x="713" y="834"/>
                  </a:lnTo>
                  <a:lnTo>
                    <a:pt x="713" y="833"/>
                  </a:lnTo>
                  <a:lnTo>
                    <a:pt x="711" y="831"/>
                  </a:lnTo>
                  <a:lnTo>
                    <a:pt x="711" y="829"/>
                  </a:lnTo>
                  <a:lnTo>
                    <a:pt x="711" y="829"/>
                  </a:lnTo>
                  <a:lnTo>
                    <a:pt x="711" y="827"/>
                  </a:lnTo>
                  <a:lnTo>
                    <a:pt x="711" y="827"/>
                  </a:lnTo>
                  <a:lnTo>
                    <a:pt x="711" y="827"/>
                  </a:lnTo>
                  <a:lnTo>
                    <a:pt x="713" y="817"/>
                  </a:lnTo>
                  <a:lnTo>
                    <a:pt x="717" y="812"/>
                  </a:lnTo>
                  <a:lnTo>
                    <a:pt x="717" y="809"/>
                  </a:lnTo>
                  <a:lnTo>
                    <a:pt x="717" y="805"/>
                  </a:lnTo>
                  <a:lnTo>
                    <a:pt x="718" y="800"/>
                  </a:lnTo>
                  <a:lnTo>
                    <a:pt x="715" y="800"/>
                  </a:lnTo>
                  <a:lnTo>
                    <a:pt x="713" y="800"/>
                  </a:lnTo>
                  <a:lnTo>
                    <a:pt x="711" y="800"/>
                  </a:lnTo>
                  <a:lnTo>
                    <a:pt x="711" y="800"/>
                  </a:lnTo>
                  <a:lnTo>
                    <a:pt x="710" y="800"/>
                  </a:lnTo>
                  <a:lnTo>
                    <a:pt x="708" y="799"/>
                  </a:lnTo>
                  <a:lnTo>
                    <a:pt x="706" y="800"/>
                  </a:lnTo>
                  <a:lnTo>
                    <a:pt x="706" y="799"/>
                  </a:lnTo>
                  <a:lnTo>
                    <a:pt x="705" y="792"/>
                  </a:lnTo>
                  <a:lnTo>
                    <a:pt x="705" y="790"/>
                  </a:lnTo>
                  <a:lnTo>
                    <a:pt x="705" y="788"/>
                  </a:lnTo>
                  <a:lnTo>
                    <a:pt x="703" y="787"/>
                  </a:lnTo>
                  <a:lnTo>
                    <a:pt x="703" y="787"/>
                  </a:lnTo>
                  <a:lnTo>
                    <a:pt x="700" y="787"/>
                  </a:lnTo>
                  <a:lnTo>
                    <a:pt x="698" y="787"/>
                  </a:lnTo>
                  <a:lnTo>
                    <a:pt x="696" y="785"/>
                  </a:lnTo>
                  <a:lnTo>
                    <a:pt x="691" y="778"/>
                  </a:lnTo>
                  <a:lnTo>
                    <a:pt x="689" y="776"/>
                  </a:lnTo>
                  <a:lnTo>
                    <a:pt x="689" y="773"/>
                  </a:lnTo>
                  <a:lnTo>
                    <a:pt x="689" y="773"/>
                  </a:lnTo>
                  <a:lnTo>
                    <a:pt x="689" y="771"/>
                  </a:lnTo>
                  <a:lnTo>
                    <a:pt x="689" y="770"/>
                  </a:lnTo>
                  <a:lnTo>
                    <a:pt x="688" y="770"/>
                  </a:lnTo>
                  <a:lnTo>
                    <a:pt x="689" y="768"/>
                  </a:lnTo>
                  <a:lnTo>
                    <a:pt x="689" y="766"/>
                  </a:lnTo>
                  <a:lnTo>
                    <a:pt x="689" y="763"/>
                  </a:lnTo>
                  <a:lnTo>
                    <a:pt x="694" y="756"/>
                  </a:lnTo>
                  <a:lnTo>
                    <a:pt x="696" y="749"/>
                  </a:lnTo>
                  <a:lnTo>
                    <a:pt x="696" y="748"/>
                  </a:lnTo>
                  <a:lnTo>
                    <a:pt x="696" y="748"/>
                  </a:lnTo>
                  <a:lnTo>
                    <a:pt x="698" y="744"/>
                  </a:lnTo>
                  <a:lnTo>
                    <a:pt x="698" y="744"/>
                  </a:lnTo>
                  <a:lnTo>
                    <a:pt x="698" y="743"/>
                  </a:lnTo>
                  <a:lnTo>
                    <a:pt x="696" y="741"/>
                  </a:lnTo>
                  <a:lnTo>
                    <a:pt x="696" y="741"/>
                  </a:lnTo>
                  <a:lnTo>
                    <a:pt x="696" y="739"/>
                  </a:lnTo>
                  <a:lnTo>
                    <a:pt x="696" y="739"/>
                  </a:lnTo>
                  <a:lnTo>
                    <a:pt x="696" y="739"/>
                  </a:lnTo>
                  <a:lnTo>
                    <a:pt x="696" y="737"/>
                  </a:lnTo>
                  <a:lnTo>
                    <a:pt x="696" y="737"/>
                  </a:lnTo>
                  <a:lnTo>
                    <a:pt x="696" y="736"/>
                  </a:lnTo>
                  <a:lnTo>
                    <a:pt x="698" y="736"/>
                  </a:lnTo>
                  <a:lnTo>
                    <a:pt x="696" y="731"/>
                  </a:lnTo>
                  <a:lnTo>
                    <a:pt x="698" y="729"/>
                  </a:lnTo>
                  <a:lnTo>
                    <a:pt x="698" y="727"/>
                  </a:lnTo>
                  <a:lnTo>
                    <a:pt x="701" y="726"/>
                  </a:lnTo>
                  <a:lnTo>
                    <a:pt x="701" y="724"/>
                  </a:lnTo>
                  <a:lnTo>
                    <a:pt x="701" y="722"/>
                  </a:lnTo>
                  <a:lnTo>
                    <a:pt x="700" y="720"/>
                  </a:lnTo>
                  <a:lnTo>
                    <a:pt x="698" y="719"/>
                  </a:lnTo>
                  <a:lnTo>
                    <a:pt x="694" y="715"/>
                  </a:lnTo>
                  <a:lnTo>
                    <a:pt x="694" y="714"/>
                  </a:lnTo>
                  <a:lnTo>
                    <a:pt x="694" y="714"/>
                  </a:lnTo>
                  <a:lnTo>
                    <a:pt x="694" y="709"/>
                  </a:lnTo>
                  <a:lnTo>
                    <a:pt x="694" y="703"/>
                  </a:lnTo>
                  <a:lnTo>
                    <a:pt x="694" y="703"/>
                  </a:lnTo>
                  <a:lnTo>
                    <a:pt x="693" y="703"/>
                  </a:lnTo>
                  <a:lnTo>
                    <a:pt x="691" y="702"/>
                  </a:lnTo>
                  <a:lnTo>
                    <a:pt x="691" y="700"/>
                  </a:lnTo>
                  <a:lnTo>
                    <a:pt x="688" y="695"/>
                  </a:lnTo>
                  <a:lnTo>
                    <a:pt x="686" y="690"/>
                  </a:lnTo>
                  <a:lnTo>
                    <a:pt x="684" y="690"/>
                  </a:lnTo>
                  <a:lnTo>
                    <a:pt x="684" y="686"/>
                  </a:lnTo>
                  <a:lnTo>
                    <a:pt x="684" y="685"/>
                  </a:lnTo>
                  <a:lnTo>
                    <a:pt x="684" y="683"/>
                  </a:lnTo>
                  <a:lnTo>
                    <a:pt x="681" y="676"/>
                  </a:lnTo>
                  <a:lnTo>
                    <a:pt x="679" y="676"/>
                  </a:lnTo>
                  <a:lnTo>
                    <a:pt x="679" y="676"/>
                  </a:lnTo>
                  <a:lnTo>
                    <a:pt x="677" y="675"/>
                  </a:lnTo>
                  <a:lnTo>
                    <a:pt x="677" y="673"/>
                  </a:lnTo>
                  <a:lnTo>
                    <a:pt x="679" y="671"/>
                  </a:lnTo>
                  <a:lnTo>
                    <a:pt x="679" y="669"/>
                  </a:lnTo>
                  <a:lnTo>
                    <a:pt x="681" y="668"/>
                  </a:lnTo>
                  <a:lnTo>
                    <a:pt x="681" y="666"/>
                  </a:lnTo>
                  <a:lnTo>
                    <a:pt x="681" y="666"/>
                  </a:lnTo>
                  <a:lnTo>
                    <a:pt x="683" y="664"/>
                  </a:lnTo>
                  <a:lnTo>
                    <a:pt x="683" y="663"/>
                  </a:lnTo>
                  <a:lnTo>
                    <a:pt x="683" y="663"/>
                  </a:lnTo>
                  <a:lnTo>
                    <a:pt x="683" y="663"/>
                  </a:lnTo>
                  <a:lnTo>
                    <a:pt x="683" y="663"/>
                  </a:lnTo>
                  <a:lnTo>
                    <a:pt x="683" y="663"/>
                  </a:lnTo>
                  <a:lnTo>
                    <a:pt x="684" y="661"/>
                  </a:lnTo>
                  <a:lnTo>
                    <a:pt x="684" y="661"/>
                  </a:lnTo>
                  <a:lnTo>
                    <a:pt x="684" y="661"/>
                  </a:lnTo>
                  <a:lnTo>
                    <a:pt x="684" y="659"/>
                  </a:lnTo>
                  <a:lnTo>
                    <a:pt x="684" y="659"/>
                  </a:lnTo>
                  <a:lnTo>
                    <a:pt x="683" y="658"/>
                  </a:lnTo>
                  <a:lnTo>
                    <a:pt x="681" y="658"/>
                  </a:lnTo>
                  <a:lnTo>
                    <a:pt x="681" y="658"/>
                  </a:lnTo>
                  <a:lnTo>
                    <a:pt x="681" y="659"/>
                  </a:lnTo>
                  <a:lnTo>
                    <a:pt x="679" y="659"/>
                  </a:lnTo>
                  <a:lnTo>
                    <a:pt x="677" y="661"/>
                  </a:lnTo>
                  <a:lnTo>
                    <a:pt x="677" y="661"/>
                  </a:lnTo>
                  <a:lnTo>
                    <a:pt x="676" y="661"/>
                  </a:lnTo>
                  <a:lnTo>
                    <a:pt x="674" y="659"/>
                  </a:lnTo>
                  <a:lnTo>
                    <a:pt x="674" y="661"/>
                  </a:lnTo>
                  <a:lnTo>
                    <a:pt x="671" y="663"/>
                  </a:lnTo>
                  <a:lnTo>
                    <a:pt x="671" y="663"/>
                  </a:lnTo>
                  <a:lnTo>
                    <a:pt x="671" y="663"/>
                  </a:lnTo>
                  <a:lnTo>
                    <a:pt x="669" y="664"/>
                  </a:lnTo>
                  <a:lnTo>
                    <a:pt x="671" y="666"/>
                  </a:lnTo>
                  <a:lnTo>
                    <a:pt x="671" y="668"/>
                  </a:lnTo>
                  <a:lnTo>
                    <a:pt x="671" y="668"/>
                  </a:lnTo>
                  <a:lnTo>
                    <a:pt x="669" y="669"/>
                  </a:lnTo>
                  <a:lnTo>
                    <a:pt x="669" y="668"/>
                  </a:lnTo>
                  <a:lnTo>
                    <a:pt x="669" y="668"/>
                  </a:lnTo>
                  <a:lnTo>
                    <a:pt x="669" y="666"/>
                  </a:lnTo>
                  <a:lnTo>
                    <a:pt x="669" y="666"/>
                  </a:lnTo>
                  <a:lnTo>
                    <a:pt x="667" y="664"/>
                  </a:lnTo>
                  <a:lnTo>
                    <a:pt x="666" y="664"/>
                  </a:lnTo>
                  <a:lnTo>
                    <a:pt x="666" y="663"/>
                  </a:lnTo>
                  <a:lnTo>
                    <a:pt x="666" y="661"/>
                  </a:lnTo>
                  <a:lnTo>
                    <a:pt x="667" y="661"/>
                  </a:lnTo>
                  <a:lnTo>
                    <a:pt x="667" y="661"/>
                  </a:lnTo>
                  <a:lnTo>
                    <a:pt x="669" y="661"/>
                  </a:lnTo>
                  <a:lnTo>
                    <a:pt x="669" y="659"/>
                  </a:lnTo>
                  <a:lnTo>
                    <a:pt x="669" y="659"/>
                  </a:lnTo>
                  <a:lnTo>
                    <a:pt x="667" y="658"/>
                  </a:lnTo>
                  <a:lnTo>
                    <a:pt x="666" y="656"/>
                  </a:lnTo>
                  <a:lnTo>
                    <a:pt x="664" y="653"/>
                  </a:lnTo>
                  <a:lnTo>
                    <a:pt x="664" y="651"/>
                  </a:lnTo>
                  <a:lnTo>
                    <a:pt x="662" y="651"/>
                  </a:lnTo>
                  <a:lnTo>
                    <a:pt x="661" y="651"/>
                  </a:lnTo>
                  <a:lnTo>
                    <a:pt x="661" y="649"/>
                  </a:lnTo>
                  <a:lnTo>
                    <a:pt x="661" y="647"/>
                  </a:lnTo>
                  <a:lnTo>
                    <a:pt x="661" y="647"/>
                  </a:lnTo>
                  <a:lnTo>
                    <a:pt x="659" y="646"/>
                  </a:lnTo>
                  <a:lnTo>
                    <a:pt x="657" y="646"/>
                  </a:lnTo>
                  <a:lnTo>
                    <a:pt x="655" y="644"/>
                  </a:lnTo>
                  <a:lnTo>
                    <a:pt x="652" y="641"/>
                  </a:lnTo>
                  <a:lnTo>
                    <a:pt x="650" y="641"/>
                  </a:lnTo>
                  <a:lnTo>
                    <a:pt x="650" y="639"/>
                  </a:lnTo>
                  <a:lnTo>
                    <a:pt x="650" y="637"/>
                  </a:lnTo>
                  <a:lnTo>
                    <a:pt x="649" y="637"/>
                  </a:lnTo>
                  <a:lnTo>
                    <a:pt x="647" y="636"/>
                  </a:lnTo>
                  <a:lnTo>
                    <a:pt x="647" y="632"/>
                  </a:lnTo>
                  <a:lnTo>
                    <a:pt x="644" y="629"/>
                  </a:lnTo>
                  <a:lnTo>
                    <a:pt x="644" y="629"/>
                  </a:lnTo>
                  <a:lnTo>
                    <a:pt x="644" y="627"/>
                  </a:lnTo>
                  <a:lnTo>
                    <a:pt x="642" y="625"/>
                  </a:lnTo>
                  <a:lnTo>
                    <a:pt x="640" y="624"/>
                  </a:lnTo>
                  <a:lnTo>
                    <a:pt x="638" y="624"/>
                  </a:lnTo>
                  <a:lnTo>
                    <a:pt x="638" y="624"/>
                  </a:lnTo>
                  <a:lnTo>
                    <a:pt x="637" y="624"/>
                  </a:lnTo>
                  <a:lnTo>
                    <a:pt x="637" y="622"/>
                  </a:lnTo>
                  <a:lnTo>
                    <a:pt x="637" y="622"/>
                  </a:lnTo>
                  <a:lnTo>
                    <a:pt x="638" y="619"/>
                  </a:lnTo>
                  <a:lnTo>
                    <a:pt x="638" y="612"/>
                  </a:lnTo>
                  <a:lnTo>
                    <a:pt x="638" y="610"/>
                  </a:lnTo>
                  <a:lnTo>
                    <a:pt x="642" y="607"/>
                  </a:lnTo>
                  <a:lnTo>
                    <a:pt x="642" y="605"/>
                  </a:lnTo>
                  <a:lnTo>
                    <a:pt x="642" y="605"/>
                  </a:lnTo>
                  <a:lnTo>
                    <a:pt x="642" y="602"/>
                  </a:lnTo>
                  <a:lnTo>
                    <a:pt x="642" y="602"/>
                  </a:lnTo>
                  <a:lnTo>
                    <a:pt x="640" y="600"/>
                  </a:lnTo>
                  <a:lnTo>
                    <a:pt x="640" y="600"/>
                  </a:lnTo>
                  <a:lnTo>
                    <a:pt x="640" y="598"/>
                  </a:lnTo>
                  <a:lnTo>
                    <a:pt x="642" y="591"/>
                  </a:lnTo>
                  <a:lnTo>
                    <a:pt x="642" y="588"/>
                  </a:lnTo>
                  <a:lnTo>
                    <a:pt x="640" y="586"/>
                  </a:lnTo>
                  <a:lnTo>
                    <a:pt x="638" y="583"/>
                  </a:lnTo>
                  <a:lnTo>
                    <a:pt x="635" y="578"/>
                  </a:lnTo>
                  <a:lnTo>
                    <a:pt x="633" y="576"/>
                  </a:lnTo>
                  <a:lnTo>
                    <a:pt x="633" y="574"/>
                  </a:lnTo>
                  <a:lnTo>
                    <a:pt x="632" y="573"/>
                  </a:lnTo>
                  <a:lnTo>
                    <a:pt x="633" y="573"/>
                  </a:lnTo>
                  <a:lnTo>
                    <a:pt x="633" y="571"/>
                  </a:lnTo>
                  <a:lnTo>
                    <a:pt x="635" y="569"/>
                  </a:lnTo>
                  <a:lnTo>
                    <a:pt x="635" y="569"/>
                  </a:lnTo>
                  <a:lnTo>
                    <a:pt x="633" y="568"/>
                  </a:lnTo>
                  <a:lnTo>
                    <a:pt x="633" y="568"/>
                  </a:lnTo>
                  <a:lnTo>
                    <a:pt x="633" y="568"/>
                  </a:lnTo>
                  <a:lnTo>
                    <a:pt x="633" y="566"/>
                  </a:lnTo>
                  <a:lnTo>
                    <a:pt x="633" y="563"/>
                  </a:lnTo>
                  <a:lnTo>
                    <a:pt x="633" y="561"/>
                  </a:lnTo>
                  <a:lnTo>
                    <a:pt x="633" y="559"/>
                  </a:lnTo>
                  <a:lnTo>
                    <a:pt x="630" y="552"/>
                  </a:lnTo>
                  <a:lnTo>
                    <a:pt x="628" y="552"/>
                  </a:lnTo>
                  <a:lnTo>
                    <a:pt x="628" y="551"/>
                  </a:lnTo>
                  <a:lnTo>
                    <a:pt x="630" y="549"/>
                  </a:lnTo>
                  <a:lnTo>
                    <a:pt x="630" y="549"/>
                  </a:lnTo>
                  <a:lnTo>
                    <a:pt x="630" y="547"/>
                  </a:lnTo>
                  <a:lnTo>
                    <a:pt x="630" y="546"/>
                  </a:lnTo>
                  <a:lnTo>
                    <a:pt x="628" y="546"/>
                  </a:lnTo>
                  <a:lnTo>
                    <a:pt x="625" y="544"/>
                  </a:lnTo>
                  <a:lnTo>
                    <a:pt x="625" y="544"/>
                  </a:lnTo>
                  <a:lnTo>
                    <a:pt x="625" y="542"/>
                  </a:lnTo>
                  <a:lnTo>
                    <a:pt x="625" y="542"/>
                  </a:lnTo>
                  <a:lnTo>
                    <a:pt x="625" y="540"/>
                  </a:lnTo>
                  <a:lnTo>
                    <a:pt x="625" y="540"/>
                  </a:lnTo>
                  <a:lnTo>
                    <a:pt x="627" y="540"/>
                  </a:lnTo>
                  <a:lnTo>
                    <a:pt x="627" y="539"/>
                  </a:lnTo>
                  <a:lnTo>
                    <a:pt x="625" y="535"/>
                  </a:lnTo>
                  <a:lnTo>
                    <a:pt x="625" y="535"/>
                  </a:lnTo>
                  <a:lnTo>
                    <a:pt x="623" y="535"/>
                  </a:lnTo>
                  <a:lnTo>
                    <a:pt x="623" y="534"/>
                  </a:lnTo>
                  <a:lnTo>
                    <a:pt x="623" y="532"/>
                  </a:lnTo>
                  <a:lnTo>
                    <a:pt x="625" y="530"/>
                  </a:lnTo>
                  <a:lnTo>
                    <a:pt x="625" y="530"/>
                  </a:lnTo>
                  <a:lnTo>
                    <a:pt x="627" y="530"/>
                  </a:lnTo>
                  <a:lnTo>
                    <a:pt x="627" y="530"/>
                  </a:lnTo>
                  <a:lnTo>
                    <a:pt x="627" y="529"/>
                  </a:lnTo>
                  <a:lnTo>
                    <a:pt x="627" y="527"/>
                  </a:lnTo>
                  <a:lnTo>
                    <a:pt x="627" y="527"/>
                  </a:lnTo>
                  <a:lnTo>
                    <a:pt x="628" y="525"/>
                  </a:lnTo>
                  <a:lnTo>
                    <a:pt x="627" y="525"/>
                  </a:lnTo>
                  <a:lnTo>
                    <a:pt x="627" y="523"/>
                  </a:lnTo>
                  <a:lnTo>
                    <a:pt x="628" y="522"/>
                  </a:lnTo>
                  <a:lnTo>
                    <a:pt x="632" y="520"/>
                  </a:lnTo>
                  <a:lnTo>
                    <a:pt x="632" y="518"/>
                  </a:lnTo>
                  <a:lnTo>
                    <a:pt x="632" y="517"/>
                  </a:lnTo>
                  <a:lnTo>
                    <a:pt x="630" y="517"/>
                  </a:lnTo>
                  <a:lnTo>
                    <a:pt x="630" y="518"/>
                  </a:lnTo>
                  <a:lnTo>
                    <a:pt x="628" y="518"/>
                  </a:lnTo>
                  <a:lnTo>
                    <a:pt x="627" y="520"/>
                  </a:lnTo>
                  <a:lnTo>
                    <a:pt x="627" y="520"/>
                  </a:lnTo>
                  <a:lnTo>
                    <a:pt x="625" y="518"/>
                  </a:lnTo>
                  <a:lnTo>
                    <a:pt x="625" y="518"/>
                  </a:lnTo>
                  <a:lnTo>
                    <a:pt x="623" y="515"/>
                  </a:lnTo>
                  <a:lnTo>
                    <a:pt x="623" y="513"/>
                  </a:lnTo>
                  <a:lnTo>
                    <a:pt x="623" y="512"/>
                  </a:lnTo>
                  <a:lnTo>
                    <a:pt x="623" y="505"/>
                  </a:lnTo>
                  <a:lnTo>
                    <a:pt x="625" y="503"/>
                  </a:lnTo>
                  <a:lnTo>
                    <a:pt x="630" y="495"/>
                  </a:lnTo>
                  <a:lnTo>
                    <a:pt x="632" y="493"/>
                  </a:lnTo>
                  <a:lnTo>
                    <a:pt x="628" y="493"/>
                  </a:lnTo>
                  <a:lnTo>
                    <a:pt x="627" y="493"/>
                  </a:lnTo>
                  <a:lnTo>
                    <a:pt x="627" y="493"/>
                  </a:lnTo>
                  <a:lnTo>
                    <a:pt x="621" y="486"/>
                  </a:lnTo>
                  <a:lnTo>
                    <a:pt x="620" y="484"/>
                  </a:lnTo>
                  <a:lnTo>
                    <a:pt x="621" y="483"/>
                  </a:lnTo>
                  <a:lnTo>
                    <a:pt x="620" y="483"/>
                  </a:lnTo>
                  <a:lnTo>
                    <a:pt x="618" y="483"/>
                  </a:lnTo>
                  <a:lnTo>
                    <a:pt x="616" y="483"/>
                  </a:lnTo>
                  <a:lnTo>
                    <a:pt x="615" y="483"/>
                  </a:lnTo>
                  <a:lnTo>
                    <a:pt x="613" y="483"/>
                  </a:lnTo>
                  <a:lnTo>
                    <a:pt x="613" y="483"/>
                  </a:lnTo>
                  <a:lnTo>
                    <a:pt x="611" y="481"/>
                  </a:lnTo>
                  <a:lnTo>
                    <a:pt x="608" y="479"/>
                  </a:lnTo>
                  <a:lnTo>
                    <a:pt x="606" y="479"/>
                  </a:lnTo>
                  <a:lnTo>
                    <a:pt x="604" y="481"/>
                  </a:lnTo>
                  <a:lnTo>
                    <a:pt x="603" y="479"/>
                  </a:lnTo>
                  <a:lnTo>
                    <a:pt x="598" y="476"/>
                  </a:lnTo>
                  <a:lnTo>
                    <a:pt x="598" y="474"/>
                  </a:lnTo>
                  <a:lnTo>
                    <a:pt x="598" y="474"/>
                  </a:lnTo>
                  <a:lnTo>
                    <a:pt x="596" y="469"/>
                  </a:lnTo>
                  <a:lnTo>
                    <a:pt x="596" y="469"/>
                  </a:lnTo>
                  <a:lnTo>
                    <a:pt x="596" y="467"/>
                  </a:lnTo>
                  <a:lnTo>
                    <a:pt x="594" y="467"/>
                  </a:lnTo>
                  <a:lnTo>
                    <a:pt x="594" y="466"/>
                  </a:lnTo>
                  <a:lnTo>
                    <a:pt x="594" y="466"/>
                  </a:lnTo>
                  <a:lnTo>
                    <a:pt x="594" y="464"/>
                  </a:lnTo>
                  <a:lnTo>
                    <a:pt x="594" y="464"/>
                  </a:lnTo>
                  <a:lnTo>
                    <a:pt x="593" y="464"/>
                  </a:lnTo>
                  <a:lnTo>
                    <a:pt x="587" y="464"/>
                  </a:lnTo>
                  <a:lnTo>
                    <a:pt x="584" y="462"/>
                  </a:lnTo>
                  <a:lnTo>
                    <a:pt x="584" y="461"/>
                  </a:lnTo>
                  <a:lnTo>
                    <a:pt x="582" y="461"/>
                  </a:lnTo>
                  <a:lnTo>
                    <a:pt x="581" y="459"/>
                  </a:lnTo>
                  <a:lnTo>
                    <a:pt x="579" y="459"/>
                  </a:lnTo>
                  <a:lnTo>
                    <a:pt x="576" y="459"/>
                  </a:lnTo>
                  <a:lnTo>
                    <a:pt x="574" y="459"/>
                  </a:lnTo>
                  <a:lnTo>
                    <a:pt x="574" y="459"/>
                  </a:lnTo>
                  <a:lnTo>
                    <a:pt x="572" y="456"/>
                  </a:lnTo>
                  <a:lnTo>
                    <a:pt x="572" y="456"/>
                  </a:lnTo>
                  <a:lnTo>
                    <a:pt x="571" y="454"/>
                  </a:lnTo>
                  <a:lnTo>
                    <a:pt x="569" y="452"/>
                  </a:lnTo>
                  <a:lnTo>
                    <a:pt x="569" y="452"/>
                  </a:lnTo>
                  <a:lnTo>
                    <a:pt x="569" y="447"/>
                  </a:lnTo>
                  <a:lnTo>
                    <a:pt x="569" y="445"/>
                  </a:lnTo>
                  <a:lnTo>
                    <a:pt x="571" y="445"/>
                  </a:lnTo>
                  <a:lnTo>
                    <a:pt x="571" y="444"/>
                  </a:lnTo>
                  <a:lnTo>
                    <a:pt x="571" y="442"/>
                  </a:lnTo>
                  <a:lnTo>
                    <a:pt x="571" y="440"/>
                  </a:lnTo>
                  <a:lnTo>
                    <a:pt x="569" y="442"/>
                  </a:lnTo>
                  <a:lnTo>
                    <a:pt x="567" y="442"/>
                  </a:lnTo>
                  <a:lnTo>
                    <a:pt x="565" y="442"/>
                  </a:lnTo>
                  <a:lnTo>
                    <a:pt x="565" y="440"/>
                  </a:lnTo>
                  <a:lnTo>
                    <a:pt x="565" y="437"/>
                  </a:lnTo>
                  <a:lnTo>
                    <a:pt x="565" y="435"/>
                  </a:lnTo>
                  <a:lnTo>
                    <a:pt x="567" y="433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0" y="427"/>
                  </a:lnTo>
                  <a:lnTo>
                    <a:pt x="560" y="427"/>
                  </a:lnTo>
                  <a:lnTo>
                    <a:pt x="559" y="425"/>
                  </a:lnTo>
                  <a:lnTo>
                    <a:pt x="559" y="425"/>
                  </a:lnTo>
                  <a:lnTo>
                    <a:pt x="557" y="425"/>
                  </a:lnTo>
                  <a:lnTo>
                    <a:pt x="557" y="425"/>
                  </a:lnTo>
                  <a:lnTo>
                    <a:pt x="557" y="427"/>
                  </a:lnTo>
                  <a:lnTo>
                    <a:pt x="557" y="427"/>
                  </a:lnTo>
                  <a:lnTo>
                    <a:pt x="557" y="427"/>
                  </a:lnTo>
                  <a:lnTo>
                    <a:pt x="557" y="428"/>
                  </a:lnTo>
                  <a:lnTo>
                    <a:pt x="555" y="432"/>
                  </a:lnTo>
                  <a:lnTo>
                    <a:pt x="554" y="433"/>
                  </a:lnTo>
                  <a:lnTo>
                    <a:pt x="542" y="439"/>
                  </a:lnTo>
                  <a:lnTo>
                    <a:pt x="542" y="437"/>
                  </a:lnTo>
                  <a:lnTo>
                    <a:pt x="540" y="437"/>
                  </a:lnTo>
                  <a:lnTo>
                    <a:pt x="538" y="437"/>
                  </a:lnTo>
                  <a:lnTo>
                    <a:pt x="538" y="437"/>
                  </a:lnTo>
                  <a:lnTo>
                    <a:pt x="538" y="437"/>
                  </a:lnTo>
                  <a:lnTo>
                    <a:pt x="537" y="433"/>
                  </a:lnTo>
                  <a:lnTo>
                    <a:pt x="535" y="433"/>
                  </a:lnTo>
                  <a:lnTo>
                    <a:pt x="535" y="433"/>
                  </a:lnTo>
                  <a:lnTo>
                    <a:pt x="535" y="433"/>
                  </a:lnTo>
                  <a:lnTo>
                    <a:pt x="535" y="433"/>
                  </a:lnTo>
                  <a:lnTo>
                    <a:pt x="535" y="435"/>
                  </a:lnTo>
                  <a:lnTo>
                    <a:pt x="535" y="433"/>
                  </a:lnTo>
                  <a:lnTo>
                    <a:pt x="533" y="433"/>
                  </a:lnTo>
                  <a:lnTo>
                    <a:pt x="533" y="433"/>
                  </a:lnTo>
                  <a:lnTo>
                    <a:pt x="531" y="433"/>
                  </a:lnTo>
                  <a:lnTo>
                    <a:pt x="531" y="435"/>
                  </a:lnTo>
                  <a:lnTo>
                    <a:pt x="531" y="439"/>
                  </a:lnTo>
                  <a:lnTo>
                    <a:pt x="531" y="440"/>
                  </a:lnTo>
                  <a:lnTo>
                    <a:pt x="531" y="442"/>
                  </a:lnTo>
                  <a:lnTo>
                    <a:pt x="530" y="444"/>
                  </a:lnTo>
                  <a:lnTo>
                    <a:pt x="528" y="445"/>
                  </a:lnTo>
                  <a:lnTo>
                    <a:pt x="526" y="445"/>
                  </a:lnTo>
                  <a:lnTo>
                    <a:pt x="526" y="445"/>
                  </a:lnTo>
                  <a:lnTo>
                    <a:pt x="521" y="450"/>
                  </a:lnTo>
                  <a:lnTo>
                    <a:pt x="518" y="452"/>
                  </a:lnTo>
                  <a:lnTo>
                    <a:pt x="514" y="454"/>
                  </a:lnTo>
                  <a:lnTo>
                    <a:pt x="513" y="454"/>
                  </a:lnTo>
                  <a:lnTo>
                    <a:pt x="511" y="454"/>
                  </a:lnTo>
                  <a:lnTo>
                    <a:pt x="511" y="456"/>
                  </a:lnTo>
                  <a:lnTo>
                    <a:pt x="511" y="454"/>
                  </a:lnTo>
                  <a:lnTo>
                    <a:pt x="509" y="452"/>
                  </a:lnTo>
                  <a:lnTo>
                    <a:pt x="506" y="452"/>
                  </a:lnTo>
                  <a:lnTo>
                    <a:pt x="504" y="452"/>
                  </a:lnTo>
                  <a:lnTo>
                    <a:pt x="504" y="452"/>
                  </a:lnTo>
                  <a:lnTo>
                    <a:pt x="503" y="452"/>
                  </a:lnTo>
                  <a:lnTo>
                    <a:pt x="501" y="450"/>
                  </a:lnTo>
                  <a:lnTo>
                    <a:pt x="499" y="449"/>
                  </a:lnTo>
                  <a:lnTo>
                    <a:pt x="497" y="445"/>
                  </a:lnTo>
                  <a:lnTo>
                    <a:pt x="494" y="440"/>
                  </a:lnTo>
                  <a:lnTo>
                    <a:pt x="491" y="428"/>
                  </a:lnTo>
                  <a:lnTo>
                    <a:pt x="491" y="422"/>
                  </a:lnTo>
                  <a:lnTo>
                    <a:pt x="489" y="420"/>
                  </a:lnTo>
                  <a:lnTo>
                    <a:pt x="489" y="418"/>
                  </a:lnTo>
                  <a:lnTo>
                    <a:pt x="489" y="413"/>
                  </a:lnTo>
                  <a:lnTo>
                    <a:pt x="489" y="411"/>
                  </a:lnTo>
                  <a:lnTo>
                    <a:pt x="484" y="408"/>
                  </a:lnTo>
                  <a:lnTo>
                    <a:pt x="482" y="406"/>
                  </a:lnTo>
                  <a:lnTo>
                    <a:pt x="482" y="406"/>
                  </a:lnTo>
                  <a:lnTo>
                    <a:pt x="482" y="405"/>
                  </a:lnTo>
                  <a:lnTo>
                    <a:pt x="481" y="405"/>
                  </a:lnTo>
                  <a:lnTo>
                    <a:pt x="481" y="401"/>
                  </a:lnTo>
                  <a:lnTo>
                    <a:pt x="481" y="401"/>
                  </a:lnTo>
                  <a:lnTo>
                    <a:pt x="479" y="396"/>
                  </a:lnTo>
                  <a:lnTo>
                    <a:pt x="477" y="396"/>
                  </a:lnTo>
                  <a:lnTo>
                    <a:pt x="477" y="394"/>
                  </a:lnTo>
                  <a:lnTo>
                    <a:pt x="475" y="391"/>
                  </a:lnTo>
                  <a:lnTo>
                    <a:pt x="475" y="389"/>
                  </a:lnTo>
                  <a:lnTo>
                    <a:pt x="475" y="388"/>
                  </a:lnTo>
                  <a:lnTo>
                    <a:pt x="477" y="384"/>
                  </a:lnTo>
                  <a:lnTo>
                    <a:pt x="477" y="379"/>
                  </a:lnTo>
                  <a:lnTo>
                    <a:pt x="479" y="377"/>
                  </a:lnTo>
                  <a:lnTo>
                    <a:pt x="481" y="372"/>
                  </a:lnTo>
                  <a:lnTo>
                    <a:pt x="481" y="371"/>
                  </a:lnTo>
                  <a:lnTo>
                    <a:pt x="481" y="369"/>
                  </a:lnTo>
                  <a:lnTo>
                    <a:pt x="481" y="367"/>
                  </a:lnTo>
                  <a:lnTo>
                    <a:pt x="481" y="362"/>
                  </a:lnTo>
                  <a:lnTo>
                    <a:pt x="481" y="362"/>
                  </a:lnTo>
                  <a:lnTo>
                    <a:pt x="481" y="360"/>
                  </a:lnTo>
                  <a:lnTo>
                    <a:pt x="481" y="360"/>
                  </a:lnTo>
                  <a:lnTo>
                    <a:pt x="479" y="359"/>
                  </a:lnTo>
                  <a:lnTo>
                    <a:pt x="479" y="357"/>
                  </a:lnTo>
                  <a:lnTo>
                    <a:pt x="475" y="355"/>
                  </a:lnTo>
                  <a:lnTo>
                    <a:pt x="475" y="354"/>
                  </a:lnTo>
                  <a:lnTo>
                    <a:pt x="475" y="354"/>
                  </a:lnTo>
                  <a:lnTo>
                    <a:pt x="475" y="342"/>
                  </a:lnTo>
                  <a:lnTo>
                    <a:pt x="474" y="332"/>
                  </a:lnTo>
                  <a:lnTo>
                    <a:pt x="474" y="325"/>
                  </a:lnTo>
                  <a:lnTo>
                    <a:pt x="474" y="321"/>
                  </a:lnTo>
                  <a:lnTo>
                    <a:pt x="472" y="318"/>
                  </a:lnTo>
                  <a:lnTo>
                    <a:pt x="477" y="311"/>
                  </a:lnTo>
                  <a:lnTo>
                    <a:pt x="475" y="311"/>
                  </a:lnTo>
                  <a:lnTo>
                    <a:pt x="474" y="311"/>
                  </a:lnTo>
                  <a:lnTo>
                    <a:pt x="472" y="313"/>
                  </a:lnTo>
                  <a:lnTo>
                    <a:pt x="470" y="313"/>
                  </a:lnTo>
                  <a:lnTo>
                    <a:pt x="469" y="313"/>
                  </a:lnTo>
                  <a:lnTo>
                    <a:pt x="469" y="313"/>
                  </a:lnTo>
                  <a:lnTo>
                    <a:pt x="467" y="313"/>
                  </a:lnTo>
                  <a:lnTo>
                    <a:pt x="467" y="313"/>
                  </a:lnTo>
                  <a:lnTo>
                    <a:pt x="465" y="313"/>
                  </a:lnTo>
                  <a:lnTo>
                    <a:pt x="464" y="313"/>
                  </a:lnTo>
                  <a:lnTo>
                    <a:pt x="464" y="313"/>
                  </a:lnTo>
                  <a:lnTo>
                    <a:pt x="462" y="313"/>
                  </a:lnTo>
                  <a:lnTo>
                    <a:pt x="460" y="315"/>
                  </a:lnTo>
                  <a:lnTo>
                    <a:pt x="462" y="313"/>
                  </a:lnTo>
                  <a:lnTo>
                    <a:pt x="462" y="308"/>
                  </a:lnTo>
                  <a:lnTo>
                    <a:pt x="462" y="303"/>
                  </a:lnTo>
                  <a:lnTo>
                    <a:pt x="462" y="303"/>
                  </a:lnTo>
                  <a:lnTo>
                    <a:pt x="465" y="298"/>
                  </a:lnTo>
                  <a:lnTo>
                    <a:pt x="465" y="298"/>
                  </a:lnTo>
                  <a:lnTo>
                    <a:pt x="465" y="296"/>
                  </a:lnTo>
                  <a:lnTo>
                    <a:pt x="465" y="294"/>
                  </a:lnTo>
                  <a:lnTo>
                    <a:pt x="467" y="293"/>
                  </a:lnTo>
                  <a:lnTo>
                    <a:pt x="467" y="291"/>
                  </a:lnTo>
                  <a:lnTo>
                    <a:pt x="465" y="289"/>
                  </a:lnTo>
                  <a:lnTo>
                    <a:pt x="464" y="289"/>
                  </a:lnTo>
                  <a:lnTo>
                    <a:pt x="462" y="287"/>
                  </a:lnTo>
                  <a:lnTo>
                    <a:pt x="462" y="287"/>
                  </a:lnTo>
                  <a:lnTo>
                    <a:pt x="458" y="287"/>
                  </a:lnTo>
                  <a:lnTo>
                    <a:pt x="457" y="286"/>
                  </a:lnTo>
                  <a:lnTo>
                    <a:pt x="455" y="286"/>
                  </a:lnTo>
                  <a:lnTo>
                    <a:pt x="455" y="284"/>
                  </a:lnTo>
                  <a:lnTo>
                    <a:pt x="453" y="282"/>
                  </a:lnTo>
                  <a:lnTo>
                    <a:pt x="453" y="276"/>
                  </a:lnTo>
                  <a:lnTo>
                    <a:pt x="453" y="276"/>
                  </a:lnTo>
                  <a:lnTo>
                    <a:pt x="452" y="274"/>
                  </a:lnTo>
                  <a:lnTo>
                    <a:pt x="452" y="272"/>
                  </a:lnTo>
                  <a:lnTo>
                    <a:pt x="452" y="272"/>
                  </a:lnTo>
                  <a:lnTo>
                    <a:pt x="448" y="270"/>
                  </a:lnTo>
                  <a:lnTo>
                    <a:pt x="448" y="269"/>
                  </a:lnTo>
                  <a:lnTo>
                    <a:pt x="447" y="269"/>
                  </a:lnTo>
                  <a:lnTo>
                    <a:pt x="445" y="269"/>
                  </a:lnTo>
                  <a:lnTo>
                    <a:pt x="441" y="269"/>
                  </a:lnTo>
                  <a:lnTo>
                    <a:pt x="438" y="269"/>
                  </a:lnTo>
                  <a:lnTo>
                    <a:pt x="436" y="267"/>
                  </a:lnTo>
                  <a:lnTo>
                    <a:pt x="436" y="267"/>
                  </a:lnTo>
                  <a:lnTo>
                    <a:pt x="436" y="264"/>
                  </a:lnTo>
                  <a:lnTo>
                    <a:pt x="436" y="262"/>
                  </a:lnTo>
                  <a:lnTo>
                    <a:pt x="438" y="260"/>
                  </a:lnTo>
                  <a:lnTo>
                    <a:pt x="438" y="260"/>
                  </a:lnTo>
                  <a:lnTo>
                    <a:pt x="436" y="260"/>
                  </a:lnTo>
                  <a:lnTo>
                    <a:pt x="436" y="259"/>
                  </a:lnTo>
                  <a:lnTo>
                    <a:pt x="436" y="259"/>
                  </a:lnTo>
                  <a:lnTo>
                    <a:pt x="438" y="259"/>
                  </a:lnTo>
                  <a:lnTo>
                    <a:pt x="438" y="257"/>
                  </a:lnTo>
                  <a:lnTo>
                    <a:pt x="438" y="255"/>
                  </a:lnTo>
                  <a:lnTo>
                    <a:pt x="436" y="253"/>
                  </a:lnTo>
                  <a:lnTo>
                    <a:pt x="436" y="253"/>
                  </a:lnTo>
                  <a:lnTo>
                    <a:pt x="438" y="252"/>
                  </a:lnTo>
                  <a:lnTo>
                    <a:pt x="438" y="252"/>
                  </a:lnTo>
                  <a:lnTo>
                    <a:pt x="438" y="252"/>
                  </a:lnTo>
                  <a:lnTo>
                    <a:pt x="440" y="250"/>
                  </a:lnTo>
                  <a:lnTo>
                    <a:pt x="447" y="238"/>
                  </a:lnTo>
                  <a:lnTo>
                    <a:pt x="450" y="236"/>
                  </a:lnTo>
                  <a:lnTo>
                    <a:pt x="450" y="236"/>
                  </a:lnTo>
                  <a:lnTo>
                    <a:pt x="452" y="236"/>
                  </a:lnTo>
                  <a:lnTo>
                    <a:pt x="450" y="235"/>
                  </a:lnTo>
                  <a:lnTo>
                    <a:pt x="450" y="235"/>
                  </a:lnTo>
                  <a:lnTo>
                    <a:pt x="447" y="235"/>
                  </a:lnTo>
                  <a:lnTo>
                    <a:pt x="445" y="236"/>
                  </a:lnTo>
                  <a:lnTo>
                    <a:pt x="445" y="235"/>
                  </a:lnTo>
                  <a:lnTo>
                    <a:pt x="440" y="231"/>
                  </a:lnTo>
                  <a:lnTo>
                    <a:pt x="438" y="230"/>
                  </a:lnTo>
                  <a:lnTo>
                    <a:pt x="436" y="231"/>
                  </a:lnTo>
                  <a:lnTo>
                    <a:pt x="433" y="233"/>
                  </a:lnTo>
                  <a:lnTo>
                    <a:pt x="431" y="233"/>
                  </a:lnTo>
                  <a:lnTo>
                    <a:pt x="430" y="233"/>
                  </a:lnTo>
                  <a:lnTo>
                    <a:pt x="428" y="233"/>
                  </a:lnTo>
                  <a:lnTo>
                    <a:pt x="424" y="230"/>
                  </a:lnTo>
                  <a:lnTo>
                    <a:pt x="423" y="230"/>
                  </a:lnTo>
                  <a:lnTo>
                    <a:pt x="419" y="226"/>
                  </a:lnTo>
                  <a:lnTo>
                    <a:pt x="418" y="225"/>
                  </a:lnTo>
                  <a:lnTo>
                    <a:pt x="418" y="223"/>
                  </a:lnTo>
                  <a:lnTo>
                    <a:pt x="418" y="216"/>
                  </a:lnTo>
                  <a:lnTo>
                    <a:pt x="418" y="204"/>
                  </a:lnTo>
                  <a:lnTo>
                    <a:pt x="418" y="204"/>
                  </a:lnTo>
                  <a:lnTo>
                    <a:pt x="416" y="203"/>
                  </a:lnTo>
                  <a:lnTo>
                    <a:pt x="416" y="201"/>
                  </a:lnTo>
                  <a:lnTo>
                    <a:pt x="416" y="197"/>
                  </a:lnTo>
                  <a:lnTo>
                    <a:pt x="416" y="196"/>
                  </a:lnTo>
                  <a:lnTo>
                    <a:pt x="414" y="194"/>
                  </a:lnTo>
                  <a:lnTo>
                    <a:pt x="414" y="194"/>
                  </a:lnTo>
                  <a:lnTo>
                    <a:pt x="416" y="192"/>
                  </a:lnTo>
                  <a:lnTo>
                    <a:pt x="418" y="189"/>
                  </a:lnTo>
                  <a:lnTo>
                    <a:pt x="418" y="187"/>
                  </a:lnTo>
                  <a:lnTo>
                    <a:pt x="419" y="187"/>
                  </a:lnTo>
                  <a:lnTo>
                    <a:pt x="419" y="186"/>
                  </a:lnTo>
                  <a:lnTo>
                    <a:pt x="419" y="186"/>
                  </a:lnTo>
                  <a:lnTo>
                    <a:pt x="418" y="182"/>
                  </a:lnTo>
                  <a:lnTo>
                    <a:pt x="418" y="182"/>
                  </a:lnTo>
                  <a:lnTo>
                    <a:pt x="416" y="180"/>
                  </a:lnTo>
                  <a:lnTo>
                    <a:pt x="416" y="179"/>
                  </a:lnTo>
                  <a:lnTo>
                    <a:pt x="416" y="179"/>
                  </a:lnTo>
                  <a:lnTo>
                    <a:pt x="414" y="179"/>
                  </a:lnTo>
                  <a:lnTo>
                    <a:pt x="413" y="177"/>
                  </a:lnTo>
                  <a:lnTo>
                    <a:pt x="413" y="174"/>
                  </a:lnTo>
                  <a:lnTo>
                    <a:pt x="413" y="172"/>
                  </a:lnTo>
                  <a:lnTo>
                    <a:pt x="413" y="170"/>
                  </a:lnTo>
                  <a:lnTo>
                    <a:pt x="413" y="169"/>
                  </a:lnTo>
                  <a:lnTo>
                    <a:pt x="414" y="167"/>
                  </a:lnTo>
                  <a:lnTo>
                    <a:pt x="413" y="167"/>
                  </a:lnTo>
                  <a:lnTo>
                    <a:pt x="413" y="165"/>
                  </a:lnTo>
                  <a:lnTo>
                    <a:pt x="413" y="162"/>
                  </a:lnTo>
                  <a:lnTo>
                    <a:pt x="411" y="160"/>
                  </a:lnTo>
                  <a:lnTo>
                    <a:pt x="411" y="157"/>
                  </a:lnTo>
                  <a:lnTo>
                    <a:pt x="409" y="157"/>
                  </a:lnTo>
                  <a:lnTo>
                    <a:pt x="409" y="155"/>
                  </a:lnTo>
                  <a:lnTo>
                    <a:pt x="409" y="153"/>
                  </a:lnTo>
                  <a:lnTo>
                    <a:pt x="408" y="152"/>
                  </a:lnTo>
                  <a:lnTo>
                    <a:pt x="408" y="150"/>
                  </a:lnTo>
                  <a:lnTo>
                    <a:pt x="406" y="150"/>
                  </a:lnTo>
                  <a:lnTo>
                    <a:pt x="404" y="150"/>
                  </a:lnTo>
                  <a:lnTo>
                    <a:pt x="402" y="152"/>
                  </a:lnTo>
                  <a:lnTo>
                    <a:pt x="401" y="153"/>
                  </a:lnTo>
                  <a:lnTo>
                    <a:pt x="401" y="152"/>
                  </a:lnTo>
                  <a:lnTo>
                    <a:pt x="401" y="148"/>
                  </a:lnTo>
                  <a:lnTo>
                    <a:pt x="401" y="146"/>
                  </a:lnTo>
                  <a:lnTo>
                    <a:pt x="399" y="146"/>
                  </a:lnTo>
                  <a:lnTo>
                    <a:pt x="399" y="146"/>
                  </a:lnTo>
                  <a:lnTo>
                    <a:pt x="399" y="146"/>
                  </a:lnTo>
                  <a:lnTo>
                    <a:pt x="397" y="143"/>
                  </a:lnTo>
                  <a:lnTo>
                    <a:pt x="397" y="141"/>
                  </a:lnTo>
                  <a:lnTo>
                    <a:pt x="394" y="141"/>
                  </a:lnTo>
                  <a:lnTo>
                    <a:pt x="392" y="141"/>
                  </a:lnTo>
                  <a:lnTo>
                    <a:pt x="392" y="143"/>
                  </a:lnTo>
                  <a:lnTo>
                    <a:pt x="391" y="145"/>
                  </a:lnTo>
                  <a:lnTo>
                    <a:pt x="391" y="146"/>
                  </a:lnTo>
                  <a:lnTo>
                    <a:pt x="389" y="148"/>
                  </a:lnTo>
                  <a:lnTo>
                    <a:pt x="387" y="148"/>
                  </a:lnTo>
                  <a:lnTo>
                    <a:pt x="389" y="146"/>
                  </a:lnTo>
                  <a:lnTo>
                    <a:pt x="389" y="145"/>
                  </a:lnTo>
                  <a:lnTo>
                    <a:pt x="387" y="141"/>
                  </a:lnTo>
                  <a:lnTo>
                    <a:pt x="389" y="140"/>
                  </a:lnTo>
                  <a:lnTo>
                    <a:pt x="389" y="140"/>
                  </a:lnTo>
                  <a:lnTo>
                    <a:pt x="391" y="140"/>
                  </a:lnTo>
                  <a:lnTo>
                    <a:pt x="391" y="138"/>
                  </a:lnTo>
                  <a:lnTo>
                    <a:pt x="392" y="138"/>
                  </a:lnTo>
                  <a:lnTo>
                    <a:pt x="392" y="136"/>
                  </a:lnTo>
                  <a:lnTo>
                    <a:pt x="392" y="135"/>
                  </a:lnTo>
                  <a:lnTo>
                    <a:pt x="394" y="135"/>
                  </a:lnTo>
                  <a:lnTo>
                    <a:pt x="396" y="135"/>
                  </a:lnTo>
                  <a:lnTo>
                    <a:pt x="396" y="135"/>
                  </a:lnTo>
                  <a:lnTo>
                    <a:pt x="396" y="133"/>
                  </a:lnTo>
                  <a:lnTo>
                    <a:pt x="396" y="133"/>
                  </a:lnTo>
                  <a:lnTo>
                    <a:pt x="397" y="131"/>
                  </a:lnTo>
                  <a:lnTo>
                    <a:pt x="397" y="131"/>
                  </a:lnTo>
                  <a:lnTo>
                    <a:pt x="396" y="129"/>
                  </a:lnTo>
                  <a:lnTo>
                    <a:pt x="392" y="128"/>
                  </a:lnTo>
                  <a:lnTo>
                    <a:pt x="391" y="128"/>
                  </a:lnTo>
                  <a:lnTo>
                    <a:pt x="391" y="128"/>
                  </a:lnTo>
                  <a:lnTo>
                    <a:pt x="391" y="126"/>
                  </a:lnTo>
                  <a:lnTo>
                    <a:pt x="391" y="126"/>
                  </a:lnTo>
                  <a:lnTo>
                    <a:pt x="391" y="126"/>
                  </a:lnTo>
                  <a:lnTo>
                    <a:pt x="391" y="126"/>
                  </a:lnTo>
                  <a:lnTo>
                    <a:pt x="391" y="126"/>
                  </a:lnTo>
                  <a:lnTo>
                    <a:pt x="391" y="126"/>
                  </a:lnTo>
                  <a:lnTo>
                    <a:pt x="389" y="126"/>
                  </a:lnTo>
                  <a:lnTo>
                    <a:pt x="389" y="126"/>
                  </a:lnTo>
                  <a:lnTo>
                    <a:pt x="387" y="128"/>
                  </a:lnTo>
                  <a:lnTo>
                    <a:pt x="387" y="128"/>
                  </a:lnTo>
                  <a:lnTo>
                    <a:pt x="384" y="128"/>
                  </a:lnTo>
                  <a:lnTo>
                    <a:pt x="382" y="128"/>
                  </a:lnTo>
                  <a:lnTo>
                    <a:pt x="380" y="129"/>
                  </a:lnTo>
                  <a:lnTo>
                    <a:pt x="380" y="131"/>
                  </a:lnTo>
                  <a:lnTo>
                    <a:pt x="379" y="135"/>
                  </a:lnTo>
                  <a:lnTo>
                    <a:pt x="379" y="136"/>
                  </a:lnTo>
                  <a:lnTo>
                    <a:pt x="379" y="138"/>
                  </a:lnTo>
                  <a:lnTo>
                    <a:pt x="375" y="140"/>
                  </a:lnTo>
                  <a:lnTo>
                    <a:pt x="374" y="143"/>
                  </a:lnTo>
                  <a:lnTo>
                    <a:pt x="372" y="145"/>
                  </a:lnTo>
                  <a:lnTo>
                    <a:pt x="370" y="145"/>
                  </a:lnTo>
                  <a:lnTo>
                    <a:pt x="368" y="145"/>
                  </a:lnTo>
                  <a:lnTo>
                    <a:pt x="367" y="145"/>
                  </a:lnTo>
                  <a:lnTo>
                    <a:pt x="365" y="146"/>
                  </a:lnTo>
                  <a:lnTo>
                    <a:pt x="363" y="146"/>
                  </a:lnTo>
                  <a:lnTo>
                    <a:pt x="363" y="146"/>
                  </a:lnTo>
                  <a:lnTo>
                    <a:pt x="358" y="146"/>
                  </a:lnTo>
                  <a:lnTo>
                    <a:pt x="357" y="148"/>
                  </a:lnTo>
                  <a:lnTo>
                    <a:pt x="357" y="152"/>
                  </a:lnTo>
                  <a:lnTo>
                    <a:pt x="357" y="158"/>
                  </a:lnTo>
                  <a:lnTo>
                    <a:pt x="358" y="165"/>
                  </a:lnTo>
                  <a:lnTo>
                    <a:pt x="357" y="169"/>
                  </a:lnTo>
                  <a:lnTo>
                    <a:pt x="355" y="172"/>
                  </a:lnTo>
                  <a:lnTo>
                    <a:pt x="355" y="174"/>
                  </a:lnTo>
                  <a:lnTo>
                    <a:pt x="355" y="175"/>
                  </a:lnTo>
                  <a:lnTo>
                    <a:pt x="355" y="180"/>
                  </a:lnTo>
                  <a:lnTo>
                    <a:pt x="355" y="182"/>
                  </a:lnTo>
                  <a:lnTo>
                    <a:pt x="345" y="213"/>
                  </a:lnTo>
                  <a:lnTo>
                    <a:pt x="345" y="216"/>
                  </a:lnTo>
                  <a:lnTo>
                    <a:pt x="345" y="218"/>
                  </a:lnTo>
                  <a:lnTo>
                    <a:pt x="345" y="218"/>
                  </a:lnTo>
                  <a:lnTo>
                    <a:pt x="341" y="223"/>
                  </a:lnTo>
                  <a:lnTo>
                    <a:pt x="340" y="230"/>
                  </a:lnTo>
                  <a:lnTo>
                    <a:pt x="340" y="235"/>
                  </a:lnTo>
                  <a:lnTo>
                    <a:pt x="340" y="236"/>
                  </a:lnTo>
                  <a:lnTo>
                    <a:pt x="340" y="236"/>
                  </a:lnTo>
                  <a:lnTo>
                    <a:pt x="341" y="236"/>
                  </a:lnTo>
                  <a:lnTo>
                    <a:pt x="341" y="236"/>
                  </a:lnTo>
                  <a:lnTo>
                    <a:pt x="343" y="238"/>
                  </a:lnTo>
                  <a:lnTo>
                    <a:pt x="343" y="238"/>
                  </a:lnTo>
                  <a:lnTo>
                    <a:pt x="345" y="242"/>
                  </a:lnTo>
                  <a:lnTo>
                    <a:pt x="346" y="242"/>
                  </a:lnTo>
                  <a:lnTo>
                    <a:pt x="346" y="242"/>
                  </a:lnTo>
                  <a:lnTo>
                    <a:pt x="346" y="245"/>
                  </a:lnTo>
                  <a:lnTo>
                    <a:pt x="341" y="242"/>
                  </a:lnTo>
                  <a:lnTo>
                    <a:pt x="341" y="242"/>
                  </a:lnTo>
                  <a:lnTo>
                    <a:pt x="340" y="243"/>
                  </a:lnTo>
                  <a:lnTo>
                    <a:pt x="336" y="248"/>
                  </a:lnTo>
                  <a:lnTo>
                    <a:pt x="336" y="247"/>
                  </a:lnTo>
                  <a:lnTo>
                    <a:pt x="336" y="245"/>
                  </a:lnTo>
                  <a:lnTo>
                    <a:pt x="334" y="240"/>
                  </a:lnTo>
                  <a:lnTo>
                    <a:pt x="334" y="238"/>
                  </a:lnTo>
                  <a:lnTo>
                    <a:pt x="336" y="236"/>
                  </a:lnTo>
                  <a:lnTo>
                    <a:pt x="336" y="235"/>
                  </a:lnTo>
                  <a:lnTo>
                    <a:pt x="333" y="236"/>
                  </a:lnTo>
                  <a:lnTo>
                    <a:pt x="329" y="240"/>
                  </a:lnTo>
                  <a:lnTo>
                    <a:pt x="326" y="243"/>
                  </a:lnTo>
                  <a:lnTo>
                    <a:pt x="326" y="248"/>
                  </a:lnTo>
                  <a:lnTo>
                    <a:pt x="324" y="252"/>
                  </a:lnTo>
                  <a:lnTo>
                    <a:pt x="323" y="255"/>
                  </a:lnTo>
                  <a:lnTo>
                    <a:pt x="323" y="257"/>
                  </a:lnTo>
                  <a:lnTo>
                    <a:pt x="323" y="257"/>
                  </a:lnTo>
                  <a:lnTo>
                    <a:pt x="324" y="259"/>
                  </a:lnTo>
                  <a:lnTo>
                    <a:pt x="324" y="257"/>
                  </a:lnTo>
                  <a:lnTo>
                    <a:pt x="324" y="257"/>
                  </a:lnTo>
                  <a:lnTo>
                    <a:pt x="324" y="257"/>
                  </a:lnTo>
                  <a:lnTo>
                    <a:pt x="326" y="257"/>
                  </a:lnTo>
                  <a:lnTo>
                    <a:pt x="326" y="257"/>
                  </a:lnTo>
                  <a:lnTo>
                    <a:pt x="326" y="259"/>
                  </a:lnTo>
                  <a:lnTo>
                    <a:pt x="326" y="259"/>
                  </a:lnTo>
                  <a:lnTo>
                    <a:pt x="328" y="259"/>
                  </a:lnTo>
                  <a:lnTo>
                    <a:pt x="326" y="260"/>
                  </a:lnTo>
                  <a:lnTo>
                    <a:pt x="326" y="260"/>
                  </a:lnTo>
                  <a:lnTo>
                    <a:pt x="324" y="260"/>
                  </a:lnTo>
                  <a:lnTo>
                    <a:pt x="321" y="259"/>
                  </a:lnTo>
                  <a:lnTo>
                    <a:pt x="319" y="259"/>
                  </a:lnTo>
                  <a:lnTo>
                    <a:pt x="319" y="260"/>
                  </a:lnTo>
                  <a:lnTo>
                    <a:pt x="318" y="265"/>
                  </a:lnTo>
                  <a:lnTo>
                    <a:pt x="309" y="284"/>
                  </a:lnTo>
                  <a:lnTo>
                    <a:pt x="309" y="286"/>
                  </a:lnTo>
                  <a:lnTo>
                    <a:pt x="309" y="287"/>
                  </a:lnTo>
                  <a:lnTo>
                    <a:pt x="311" y="287"/>
                  </a:lnTo>
                  <a:lnTo>
                    <a:pt x="314" y="286"/>
                  </a:lnTo>
                  <a:lnTo>
                    <a:pt x="318" y="286"/>
                  </a:lnTo>
                  <a:lnTo>
                    <a:pt x="318" y="286"/>
                  </a:lnTo>
                  <a:lnTo>
                    <a:pt x="318" y="284"/>
                  </a:lnTo>
                  <a:lnTo>
                    <a:pt x="318" y="284"/>
                  </a:lnTo>
                  <a:lnTo>
                    <a:pt x="314" y="284"/>
                  </a:lnTo>
                  <a:lnTo>
                    <a:pt x="314" y="284"/>
                  </a:lnTo>
                  <a:lnTo>
                    <a:pt x="314" y="279"/>
                  </a:lnTo>
                  <a:lnTo>
                    <a:pt x="314" y="277"/>
                  </a:lnTo>
                  <a:lnTo>
                    <a:pt x="314" y="277"/>
                  </a:lnTo>
                  <a:lnTo>
                    <a:pt x="314" y="277"/>
                  </a:lnTo>
                  <a:lnTo>
                    <a:pt x="314" y="277"/>
                  </a:lnTo>
                  <a:lnTo>
                    <a:pt x="314" y="277"/>
                  </a:lnTo>
                  <a:lnTo>
                    <a:pt x="316" y="277"/>
                  </a:lnTo>
                  <a:lnTo>
                    <a:pt x="318" y="279"/>
                  </a:lnTo>
                  <a:lnTo>
                    <a:pt x="321" y="277"/>
                  </a:lnTo>
                  <a:lnTo>
                    <a:pt x="323" y="279"/>
                  </a:lnTo>
                  <a:lnTo>
                    <a:pt x="321" y="281"/>
                  </a:lnTo>
                  <a:lnTo>
                    <a:pt x="318" y="282"/>
                  </a:lnTo>
                  <a:lnTo>
                    <a:pt x="321" y="284"/>
                  </a:lnTo>
                  <a:lnTo>
                    <a:pt x="323" y="284"/>
                  </a:lnTo>
                  <a:lnTo>
                    <a:pt x="323" y="286"/>
                  </a:lnTo>
                  <a:lnTo>
                    <a:pt x="324" y="287"/>
                  </a:lnTo>
                  <a:lnTo>
                    <a:pt x="324" y="287"/>
                  </a:lnTo>
                  <a:lnTo>
                    <a:pt x="326" y="289"/>
                  </a:lnTo>
                  <a:lnTo>
                    <a:pt x="328" y="289"/>
                  </a:lnTo>
                  <a:lnTo>
                    <a:pt x="329" y="289"/>
                  </a:lnTo>
                  <a:lnTo>
                    <a:pt x="333" y="289"/>
                  </a:lnTo>
                  <a:lnTo>
                    <a:pt x="334" y="289"/>
                  </a:lnTo>
                  <a:lnTo>
                    <a:pt x="334" y="289"/>
                  </a:lnTo>
                  <a:lnTo>
                    <a:pt x="336" y="287"/>
                  </a:lnTo>
                  <a:lnTo>
                    <a:pt x="338" y="287"/>
                  </a:lnTo>
                  <a:lnTo>
                    <a:pt x="340" y="289"/>
                  </a:lnTo>
                  <a:lnTo>
                    <a:pt x="341" y="289"/>
                  </a:lnTo>
                  <a:lnTo>
                    <a:pt x="340" y="289"/>
                  </a:lnTo>
                  <a:lnTo>
                    <a:pt x="338" y="289"/>
                  </a:lnTo>
                  <a:lnTo>
                    <a:pt x="338" y="289"/>
                  </a:lnTo>
                  <a:lnTo>
                    <a:pt x="336" y="291"/>
                  </a:lnTo>
                  <a:lnTo>
                    <a:pt x="334" y="291"/>
                  </a:lnTo>
                  <a:lnTo>
                    <a:pt x="333" y="293"/>
                  </a:lnTo>
                  <a:lnTo>
                    <a:pt x="329" y="294"/>
                  </a:lnTo>
                  <a:lnTo>
                    <a:pt x="328" y="296"/>
                  </a:lnTo>
                  <a:lnTo>
                    <a:pt x="329" y="296"/>
                  </a:lnTo>
                  <a:lnTo>
                    <a:pt x="333" y="296"/>
                  </a:lnTo>
                  <a:lnTo>
                    <a:pt x="334" y="298"/>
                  </a:lnTo>
                  <a:lnTo>
                    <a:pt x="336" y="299"/>
                  </a:lnTo>
                  <a:lnTo>
                    <a:pt x="338" y="299"/>
                  </a:lnTo>
                  <a:lnTo>
                    <a:pt x="340" y="301"/>
                  </a:lnTo>
                  <a:lnTo>
                    <a:pt x="343" y="301"/>
                  </a:lnTo>
                  <a:lnTo>
                    <a:pt x="345" y="301"/>
                  </a:lnTo>
                  <a:lnTo>
                    <a:pt x="343" y="301"/>
                  </a:lnTo>
                  <a:lnTo>
                    <a:pt x="336" y="304"/>
                  </a:lnTo>
                  <a:lnTo>
                    <a:pt x="336" y="304"/>
                  </a:lnTo>
                  <a:lnTo>
                    <a:pt x="336" y="309"/>
                  </a:lnTo>
                  <a:lnTo>
                    <a:pt x="338" y="311"/>
                  </a:lnTo>
                  <a:lnTo>
                    <a:pt x="338" y="313"/>
                  </a:lnTo>
                  <a:lnTo>
                    <a:pt x="338" y="316"/>
                  </a:lnTo>
                  <a:lnTo>
                    <a:pt x="338" y="316"/>
                  </a:lnTo>
                  <a:lnTo>
                    <a:pt x="336" y="313"/>
                  </a:lnTo>
                  <a:lnTo>
                    <a:pt x="334" y="313"/>
                  </a:lnTo>
                  <a:lnTo>
                    <a:pt x="334" y="311"/>
                  </a:lnTo>
                  <a:lnTo>
                    <a:pt x="334" y="309"/>
                  </a:lnTo>
                  <a:lnTo>
                    <a:pt x="334" y="306"/>
                  </a:lnTo>
                  <a:lnTo>
                    <a:pt x="333" y="301"/>
                  </a:lnTo>
                  <a:lnTo>
                    <a:pt x="333" y="299"/>
                  </a:lnTo>
                  <a:lnTo>
                    <a:pt x="331" y="298"/>
                  </a:lnTo>
                  <a:lnTo>
                    <a:pt x="329" y="298"/>
                  </a:lnTo>
                  <a:lnTo>
                    <a:pt x="328" y="299"/>
                  </a:lnTo>
                  <a:lnTo>
                    <a:pt x="328" y="299"/>
                  </a:lnTo>
                  <a:lnTo>
                    <a:pt x="328" y="298"/>
                  </a:lnTo>
                  <a:lnTo>
                    <a:pt x="328" y="296"/>
                  </a:lnTo>
                  <a:lnTo>
                    <a:pt x="328" y="296"/>
                  </a:lnTo>
                  <a:lnTo>
                    <a:pt x="326" y="298"/>
                  </a:lnTo>
                  <a:lnTo>
                    <a:pt x="326" y="299"/>
                  </a:lnTo>
                  <a:lnTo>
                    <a:pt x="326" y="301"/>
                  </a:lnTo>
                  <a:lnTo>
                    <a:pt x="324" y="306"/>
                  </a:lnTo>
                  <a:lnTo>
                    <a:pt x="323" y="308"/>
                  </a:lnTo>
                  <a:lnTo>
                    <a:pt x="323" y="309"/>
                  </a:lnTo>
                  <a:lnTo>
                    <a:pt x="321" y="311"/>
                  </a:lnTo>
                  <a:lnTo>
                    <a:pt x="319" y="313"/>
                  </a:lnTo>
                  <a:lnTo>
                    <a:pt x="316" y="315"/>
                  </a:lnTo>
                  <a:lnTo>
                    <a:pt x="314" y="316"/>
                  </a:lnTo>
                  <a:lnTo>
                    <a:pt x="312" y="316"/>
                  </a:lnTo>
                  <a:lnTo>
                    <a:pt x="312" y="316"/>
                  </a:lnTo>
                  <a:lnTo>
                    <a:pt x="312" y="318"/>
                  </a:lnTo>
                  <a:lnTo>
                    <a:pt x="311" y="318"/>
                  </a:lnTo>
                  <a:lnTo>
                    <a:pt x="309" y="320"/>
                  </a:lnTo>
                  <a:lnTo>
                    <a:pt x="307" y="323"/>
                  </a:lnTo>
                  <a:lnTo>
                    <a:pt x="307" y="323"/>
                  </a:lnTo>
                  <a:lnTo>
                    <a:pt x="307" y="325"/>
                  </a:lnTo>
                  <a:lnTo>
                    <a:pt x="309" y="325"/>
                  </a:lnTo>
                  <a:lnTo>
                    <a:pt x="309" y="325"/>
                  </a:lnTo>
                  <a:lnTo>
                    <a:pt x="309" y="325"/>
                  </a:lnTo>
                  <a:lnTo>
                    <a:pt x="311" y="330"/>
                  </a:lnTo>
                  <a:lnTo>
                    <a:pt x="311" y="335"/>
                  </a:lnTo>
                  <a:lnTo>
                    <a:pt x="311" y="337"/>
                  </a:lnTo>
                  <a:lnTo>
                    <a:pt x="312" y="338"/>
                  </a:lnTo>
                  <a:lnTo>
                    <a:pt x="312" y="340"/>
                  </a:lnTo>
                  <a:lnTo>
                    <a:pt x="314" y="340"/>
                  </a:lnTo>
                  <a:lnTo>
                    <a:pt x="314" y="342"/>
                  </a:lnTo>
                  <a:lnTo>
                    <a:pt x="314" y="342"/>
                  </a:lnTo>
                  <a:lnTo>
                    <a:pt x="314" y="342"/>
                  </a:lnTo>
                  <a:lnTo>
                    <a:pt x="316" y="342"/>
                  </a:lnTo>
                  <a:lnTo>
                    <a:pt x="316" y="343"/>
                  </a:lnTo>
                  <a:lnTo>
                    <a:pt x="316" y="343"/>
                  </a:lnTo>
                  <a:lnTo>
                    <a:pt x="318" y="343"/>
                  </a:lnTo>
                  <a:lnTo>
                    <a:pt x="318" y="345"/>
                  </a:lnTo>
                  <a:lnTo>
                    <a:pt x="318" y="345"/>
                  </a:lnTo>
                  <a:lnTo>
                    <a:pt x="318" y="347"/>
                  </a:lnTo>
                  <a:lnTo>
                    <a:pt x="318" y="347"/>
                  </a:lnTo>
                  <a:lnTo>
                    <a:pt x="316" y="349"/>
                  </a:lnTo>
                  <a:lnTo>
                    <a:pt x="316" y="350"/>
                  </a:lnTo>
                  <a:lnTo>
                    <a:pt x="316" y="350"/>
                  </a:lnTo>
                  <a:lnTo>
                    <a:pt x="314" y="352"/>
                  </a:lnTo>
                  <a:lnTo>
                    <a:pt x="314" y="354"/>
                  </a:lnTo>
                  <a:lnTo>
                    <a:pt x="316" y="355"/>
                  </a:lnTo>
                  <a:lnTo>
                    <a:pt x="314" y="355"/>
                  </a:lnTo>
                  <a:lnTo>
                    <a:pt x="314" y="355"/>
                  </a:lnTo>
                  <a:lnTo>
                    <a:pt x="312" y="355"/>
                  </a:lnTo>
                  <a:lnTo>
                    <a:pt x="312" y="355"/>
                  </a:lnTo>
                  <a:lnTo>
                    <a:pt x="311" y="357"/>
                  </a:lnTo>
                  <a:lnTo>
                    <a:pt x="309" y="362"/>
                  </a:lnTo>
                  <a:lnTo>
                    <a:pt x="309" y="364"/>
                  </a:lnTo>
                  <a:lnTo>
                    <a:pt x="306" y="367"/>
                  </a:lnTo>
                  <a:lnTo>
                    <a:pt x="306" y="367"/>
                  </a:lnTo>
                  <a:lnTo>
                    <a:pt x="306" y="371"/>
                  </a:lnTo>
                  <a:lnTo>
                    <a:pt x="302" y="374"/>
                  </a:lnTo>
                  <a:lnTo>
                    <a:pt x="299" y="391"/>
                  </a:lnTo>
                  <a:lnTo>
                    <a:pt x="297" y="399"/>
                  </a:lnTo>
                  <a:lnTo>
                    <a:pt x="299" y="406"/>
                  </a:lnTo>
                  <a:lnTo>
                    <a:pt x="304" y="413"/>
                  </a:lnTo>
                  <a:lnTo>
                    <a:pt x="306" y="415"/>
                  </a:lnTo>
                  <a:lnTo>
                    <a:pt x="307" y="418"/>
                  </a:lnTo>
                  <a:lnTo>
                    <a:pt x="309" y="422"/>
                  </a:lnTo>
                  <a:lnTo>
                    <a:pt x="309" y="425"/>
                  </a:lnTo>
                  <a:lnTo>
                    <a:pt x="309" y="428"/>
                  </a:lnTo>
                  <a:lnTo>
                    <a:pt x="309" y="432"/>
                  </a:lnTo>
                  <a:lnTo>
                    <a:pt x="304" y="445"/>
                  </a:lnTo>
                  <a:lnTo>
                    <a:pt x="302" y="449"/>
                  </a:lnTo>
                  <a:lnTo>
                    <a:pt x="302" y="452"/>
                  </a:lnTo>
                  <a:lnTo>
                    <a:pt x="302" y="454"/>
                  </a:lnTo>
                  <a:lnTo>
                    <a:pt x="304" y="457"/>
                  </a:lnTo>
                  <a:lnTo>
                    <a:pt x="304" y="459"/>
                  </a:lnTo>
                  <a:lnTo>
                    <a:pt x="304" y="464"/>
                  </a:lnTo>
                  <a:lnTo>
                    <a:pt x="309" y="486"/>
                  </a:lnTo>
                  <a:lnTo>
                    <a:pt x="311" y="488"/>
                  </a:lnTo>
                  <a:lnTo>
                    <a:pt x="312" y="491"/>
                  </a:lnTo>
                  <a:lnTo>
                    <a:pt x="312" y="491"/>
                  </a:lnTo>
                  <a:lnTo>
                    <a:pt x="312" y="493"/>
                  </a:lnTo>
                  <a:lnTo>
                    <a:pt x="312" y="493"/>
                  </a:lnTo>
                  <a:lnTo>
                    <a:pt x="314" y="495"/>
                  </a:lnTo>
                  <a:lnTo>
                    <a:pt x="314" y="496"/>
                  </a:lnTo>
                  <a:lnTo>
                    <a:pt x="314" y="498"/>
                  </a:lnTo>
                  <a:lnTo>
                    <a:pt x="314" y="500"/>
                  </a:lnTo>
                  <a:lnTo>
                    <a:pt x="314" y="501"/>
                  </a:lnTo>
                  <a:lnTo>
                    <a:pt x="314" y="503"/>
                  </a:lnTo>
                  <a:lnTo>
                    <a:pt x="314" y="505"/>
                  </a:lnTo>
                  <a:lnTo>
                    <a:pt x="312" y="505"/>
                  </a:lnTo>
                  <a:lnTo>
                    <a:pt x="312" y="506"/>
                  </a:lnTo>
                  <a:lnTo>
                    <a:pt x="312" y="508"/>
                  </a:lnTo>
                  <a:lnTo>
                    <a:pt x="312" y="510"/>
                  </a:lnTo>
                  <a:lnTo>
                    <a:pt x="312" y="510"/>
                  </a:lnTo>
                  <a:lnTo>
                    <a:pt x="311" y="512"/>
                  </a:lnTo>
                  <a:lnTo>
                    <a:pt x="309" y="513"/>
                  </a:lnTo>
                  <a:lnTo>
                    <a:pt x="309" y="515"/>
                  </a:lnTo>
                  <a:lnTo>
                    <a:pt x="309" y="515"/>
                  </a:lnTo>
                  <a:lnTo>
                    <a:pt x="307" y="517"/>
                  </a:lnTo>
                  <a:lnTo>
                    <a:pt x="307" y="518"/>
                  </a:lnTo>
                  <a:lnTo>
                    <a:pt x="307" y="520"/>
                  </a:lnTo>
                  <a:lnTo>
                    <a:pt x="307" y="522"/>
                  </a:lnTo>
                  <a:lnTo>
                    <a:pt x="299" y="539"/>
                  </a:lnTo>
                  <a:lnTo>
                    <a:pt x="295" y="552"/>
                  </a:lnTo>
                  <a:lnTo>
                    <a:pt x="292" y="571"/>
                  </a:lnTo>
                  <a:lnTo>
                    <a:pt x="292" y="574"/>
                  </a:lnTo>
                  <a:lnTo>
                    <a:pt x="292" y="574"/>
                  </a:lnTo>
                  <a:lnTo>
                    <a:pt x="290" y="576"/>
                  </a:lnTo>
                  <a:lnTo>
                    <a:pt x="290" y="578"/>
                  </a:lnTo>
                  <a:lnTo>
                    <a:pt x="290" y="578"/>
                  </a:lnTo>
                  <a:lnTo>
                    <a:pt x="294" y="586"/>
                  </a:lnTo>
                  <a:lnTo>
                    <a:pt x="295" y="588"/>
                  </a:lnTo>
                  <a:lnTo>
                    <a:pt x="294" y="590"/>
                  </a:lnTo>
                  <a:lnTo>
                    <a:pt x="289" y="598"/>
                  </a:lnTo>
                  <a:lnTo>
                    <a:pt x="289" y="600"/>
                  </a:lnTo>
                  <a:lnTo>
                    <a:pt x="289" y="602"/>
                  </a:lnTo>
                  <a:lnTo>
                    <a:pt x="287" y="603"/>
                  </a:lnTo>
                  <a:lnTo>
                    <a:pt x="287" y="607"/>
                  </a:lnTo>
                  <a:lnTo>
                    <a:pt x="287" y="608"/>
                  </a:lnTo>
                  <a:lnTo>
                    <a:pt x="285" y="612"/>
                  </a:lnTo>
                  <a:lnTo>
                    <a:pt x="285" y="613"/>
                  </a:lnTo>
                  <a:lnTo>
                    <a:pt x="285" y="615"/>
                  </a:lnTo>
                  <a:lnTo>
                    <a:pt x="284" y="617"/>
                  </a:lnTo>
                  <a:lnTo>
                    <a:pt x="282" y="619"/>
                  </a:lnTo>
                  <a:lnTo>
                    <a:pt x="282" y="620"/>
                  </a:lnTo>
                  <a:lnTo>
                    <a:pt x="282" y="620"/>
                  </a:lnTo>
                  <a:lnTo>
                    <a:pt x="284" y="620"/>
                  </a:lnTo>
                  <a:lnTo>
                    <a:pt x="284" y="622"/>
                  </a:lnTo>
                  <a:lnTo>
                    <a:pt x="284" y="622"/>
                  </a:lnTo>
                  <a:lnTo>
                    <a:pt x="284" y="624"/>
                  </a:lnTo>
                  <a:lnTo>
                    <a:pt x="284" y="625"/>
                  </a:lnTo>
                  <a:lnTo>
                    <a:pt x="282" y="629"/>
                  </a:lnTo>
                  <a:lnTo>
                    <a:pt x="280" y="632"/>
                  </a:lnTo>
                  <a:lnTo>
                    <a:pt x="278" y="630"/>
                  </a:lnTo>
                  <a:lnTo>
                    <a:pt x="278" y="632"/>
                  </a:lnTo>
                  <a:lnTo>
                    <a:pt x="277" y="639"/>
                  </a:lnTo>
                  <a:lnTo>
                    <a:pt x="275" y="641"/>
                  </a:lnTo>
                  <a:lnTo>
                    <a:pt x="275" y="642"/>
                  </a:lnTo>
                  <a:lnTo>
                    <a:pt x="275" y="644"/>
                  </a:lnTo>
                  <a:lnTo>
                    <a:pt x="270" y="649"/>
                  </a:lnTo>
                  <a:lnTo>
                    <a:pt x="268" y="651"/>
                  </a:lnTo>
                  <a:lnTo>
                    <a:pt x="268" y="651"/>
                  </a:lnTo>
                  <a:lnTo>
                    <a:pt x="267" y="653"/>
                  </a:lnTo>
                  <a:lnTo>
                    <a:pt x="265" y="653"/>
                  </a:lnTo>
                  <a:lnTo>
                    <a:pt x="265" y="653"/>
                  </a:lnTo>
                  <a:lnTo>
                    <a:pt x="261" y="659"/>
                  </a:lnTo>
                  <a:lnTo>
                    <a:pt x="255" y="669"/>
                  </a:lnTo>
                  <a:lnTo>
                    <a:pt x="253" y="671"/>
                  </a:lnTo>
                  <a:lnTo>
                    <a:pt x="253" y="673"/>
                  </a:lnTo>
                  <a:lnTo>
                    <a:pt x="253" y="675"/>
                  </a:lnTo>
                  <a:lnTo>
                    <a:pt x="255" y="676"/>
                  </a:lnTo>
                  <a:lnTo>
                    <a:pt x="253" y="681"/>
                  </a:lnTo>
                  <a:lnTo>
                    <a:pt x="253" y="683"/>
                  </a:lnTo>
                  <a:lnTo>
                    <a:pt x="253" y="683"/>
                  </a:lnTo>
                  <a:lnTo>
                    <a:pt x="251" y="686"/>
                  </a:lnTo>
                  <a:lnTo>
                    <a:pt x="250" y="688"/>
                  </a:lnTo>
                  <a:lnTo>
                    <a:pt x="250" y="688"/>
                  </a:lnTo>
                  <a:lnTo>
                    <a:pt x="248" y="692"/>
                  </a:lnTo>
                  <a:lnTo>
                    <a:pt x="248" y="700"/>
                  </a:lnTo>
                  <a:lnTo>
                    <a:pt x="244" y="705"/>
                  </a:lnTo>
                  <a:lnTo>
                    <a:pt x="244" y="707"/>
                  </a:lnTo>
                  <a:lnTo>
                    <a:pt x="243" y="709"/>
                  </a:lnTo>
                  <a:lnTo>
                    <a:pt x="241" y="709"/>
                  </a:lnTo>
                  <a:lnTo>
                    <a:pt x="239" y="709"/>
                  </a:lnTo>
                  <a:lnTo>
                    <a:pt x="238" y="710"/>
                  </a:lnTo>
                  <a:lnTo>
                    <a:pt x="236" y="710"/>
                  </a:lnTo>
                  <a:lnTo>
                    <a:pt x="236" y="712"/>
                  </a:lnTo>
                  <a:lnTo>
                    <a:pt x="236" y="714"/>
                  </a:lnTo>
                  <a:lnTo>
                    <a:pt x="234" y="714"/>
                  </a:lnTo>
                  <a:lnTo>
                    <a:pt x="231" y="714"/>
                  </a:lnTo>
                  <a:lnTo>
                    <a:pt x="229" y="715"/>
                  </a:lnTo>
                  <a:lnTo>
                    <a:pt x="228" y="717"/>
                  </a:lnTo>
                  <a:lnTo>
                    <a:pt x="224" y="719"/>
                  </a:lnTo>
                  <a:lnTo>
                    <a:pt x="224" y="720"/>
                  </a:lnTo>
                  <a:lnTo>
                    <a:pt x="222" y="720"/>
                  </a:lnTo>
                  <a:lnTo>
                    <a:pt x="221" y="720"/>
                  </a:lnTo>
                  <a:lnTo>
                    <a:pt x="221" y="720"/>
                  </a:lnTo>
                  <a:lnTo>
                    <a:pt x="217" y="722"/>
                  </a:lnTo>
                  <a:lnTo>
                    <a:pt x="217" y="724"/>
                  </a:lnTo>
                  <a:lnTo>
                    <a:pt x="216" y="724"/>
                  </a:lnTo>
                  <a:lnTo>
                    <a:pt x="211" y="724"/>
                  </a:lnTo>
                  <a:lnTo>
                    <a:pt x="209" y="726"/>
                  </a:lnTo>
                  <a:lnTo>
                    <a:pt x="209" y="726"/>
                  </a:lnTo>
                  <a:lnTo>
                    <a:pt x="209" y="726"/>
                  </a:lnTo>
                  <a:lnTo>
                    <a:pt x="207" y="727"/>
                  </a:lnTo>
                  <a:lnTo>
                    <a:pt x="192" y="731"/>
                  </a:lnTo>
                  <a:lnTo>
                    <a:pt x="182" y="731"/>
                  </a:lnTo>
                  <a:lnTo>
                    <a:pt x="171" y="731"/>
                  </a:lnTo>
                  <a:lnTo>
                    <a:pt x="171" y="731"/>
                  </a:lnTo>
                  <a:lnTo>
                    <a:pt x="168" y="727"/>
                  </a:lnTo>
                  <a:lnTo>
                    <a:pt x="166" y="724"/>
                  </a:lnTo>
                  <a:lnTo>
                    <a:pt x="165" y="722"/>
                  </a:lnTo>
                  <a:lnTo>
                    <a:pt x="156" y="720"/>
                  </a:lnTo>
                  <a:lnTo>
                    <a:pt x="156" y="719"/>
                  </a:lnTo>
                  <a:lnTo>
                    <a:pt x="155" y="719"/>
                  </a:lnTo>
                  <a:lnTo>
                    <a:pt x="153" y="719"/>
                  </a:lnTo>
                  <a:lnTo>
                    <a:pt x="146" y="717"/>
                  </a:lnTo>
                  <a:lnTo>
                    <a:pt x="143" y="715"/>
                  </a:lnTo>
                  <a:lnTo>
                    <a:pt x="141" y="715"/>
                  </a:lnTo>
                  <a:lnTo>
                    <a:pt x="139" y="714"/>
                  </a:lnTo>
                  <a:lnTo>
                    <a:pt x="134" y="710"/>
                  </a:lnTo>
                  <a:lnTo>
                    <a:pt x="131" y="707"/>
                  </a:lnTo>
                  <a:lnTo>
                    <a:pt x="131" y="707"/>
                  </a:lnTo>
                  <a:lnTo>
                    <a:pt x="129" y="705"/>
                  </a:lnTo>
                  <a:lnTo>
                    <a:pt x="126" y="703"/>
                  </a:lnTo>
                  <a:lnTo>
                    <a:pt x="124" y="702"/>
                  </a:lnTo>
                  <a:lnTo>
                    <a:pt x="124" y="702"/>
                  </a:lnTo>
                  <a:lnTo>
                    <a:pt x="121" y="702"/>
                  </a:lnTo>
                  <a:lnTo>
                    <a:pt x="112" y="700"/>
                  </a:lnTo>
                  <a:lnTo>
                    <a:pt x="109" y="700"/>
                  </a:lnTo>
                  <a:lnTo>
                    <a:pt x="105" y="697"/>
                  </a:lnTo>
                  <a:lnTo>
                    <a:pt x="104" y="693"/>
                  </a:lnTo>
                  <a:lnTo>
                    <a:pt x="100" y="686"/>
                  </a:lnTo>
                  <a:lnTo>
                    <a:pt x="98" y="685"/>
                  </a:lnTo>
                  <a:lnTo>
                    <a:pt x="97" y="680"/>
                  </a:lnTo>
                  <a:lnTo>
                    <a:pt x="97" y="675"/>
                  </a:lnTo>
                  <a:lnTo>
                    <a:pt x="98" y="673"/>
                  </a:lnTo>
                  <a:lnTo>
                    <a:pt x="93" y="669"/>
                  </a:lnTo>
                  <a:lnTo>
                    <a:pt x="90" y="668"/>
                  </a:lnTo>
                  <a:lnTo>
                    <a:pt x="88" y="663"/>
                  </a:lnTo>
                  <a:lnTo>
                    <a:pt x="87" y="661"/>
                  </a:lnTo>
                  <a:lnTo>
                    <a:pt x="83" y="659"/>
                  </a:lnTo>
                  <a:lnTo>
                    <a:pt x="75" y="659"/>
                  </a:lnTo>
                  <a:lnTo>
                    <a:pt x="71" y="658"/>
                  </a:lnTo>
                  <a:lnTo>
                    <a:pt x="68" y="656"/>
                  </a:lnTo>
                  <a:lnTo>
                    <a:pt x="65" y="656"/>
                  </a:lnTo>
                  <a:lnTo>
                    <a:pt x="63" y="656"/>
                  </a:lnTo>
                  <a:lnTo>
                    <a:pt x="61" y="654"/>
                  </a:lnTo>
                  <a:lnTo>
                    <a:pt x="59" y="654"/>
                  </a:lnTo>
                  <a:lnTo>
                    <a:pt x="58" y="653"/>
                  </a:lnTo>
                  <a:lnTo>
                    <a:pt x="56" y="651"/>
                  </a:lnTo>
                  <a:lnTo>
                    <a:pt x="54" y="651"/>
                  </a:lnTo>
                  <a:lnTo>
                    <a:pt x="46" y="651"/>
                  </a:lnTo>
                  <a:lnTo>
                    <a:pt x="42" y="653"/>
                  </a:lnTo>
                  <a:lnTo>
                    <a:pt x="37" y="651"/>
                  </a:lnTo>
                  <a:lnTo>
                    <a:pt x="34" y="649"/>
                  </a:lnTo>
                  <a:lnTo>
                    <a:pt x="32" y="647"/>
                  </a:lnTo>
                  <a:lnTo>
                    <a:pt x="25" y="647"/>
                  </a:lnTo>
                  <a:lnTo>
                    <a:pt x="24" y="647"/>
                  </a:lnTo>
                  <a:lnTo>
                    <a:pt x="24" y="647"/>
                  </a:lnTo>
                  <a:lnTo>
                    <a:pt x="24" y="646"/>
                  </a:lnTo>
                  <a:lnTo>
                    <a:pt x="22" y="646"/>
                  </a:lnTo>
                  <a:lnTo>
                    <a:pt x="22" y="646"/>
                  </a:lnTo>
                  <a:lnTo>
                    <a:pt x="20" y="646"/>
                  </a:lnTo>
                  <a:lnTo>
                    <a:pt x="19" y="644"/>
                  </a:lnTo>
                  <a:lnTo>
                    <a:pt x="15" y="644"/>
                  </a:lnTo>
                  <a:lnTo>
                    <a:pt x="12" y="642"/>
                  </a:lnTo>
                  <a:lnTo>
                    <a:pt x="8" y="637"/>
                  </a:lnTo>
                  <a:lnTo>
                    <a:pt x="5" y="636"/>
                  </a:lnTo>
                  <a:lnTo>
                    <a:pt x="0" y="630"/>
                  </a:lnTo>
                  <a:lnTo>
                    <a:pt x="0" y="630"/>
                  </a:lnTo>
                  <a:lnTo>
                    <a:pt x="0" y="1444"/>
                  </a:lnTo>
                  <a:lnTo>
                    <a:pt x="258" y="1444"/>
                  </a:lnTo>
                  <a:lnTo>
                    <a:pt x="258" y="1704"/>
                  </a:lnTo>
                  <a:lnTo>
                    <a:pt x="944" y="1704"/>
                  </a:lnTo>
                  <a:lnTo>
                    <a:pt x="944" y="1704"/>
                  </a:lnTo>
                  <a:lnTo>
                    <a:pt x="946" y="1700"/>
                  </a:lnTo>
                  <a:lnTo>
                    <a:pt x="949" y="1700"/>
                  </a:lnTo>
                  <a:lnTo>
                    <a:pt x="951" y="1699"/>
                  </a:lnTo>
                  <a:lnTo>
                    <a:pt x="953" y="1697"/>
                  </a:lnTo>
                  <a:lnTo>
                    <a:pt x="953" y="1695"/>
                  </a:lnTo>
                  <a:lnTo>
                    <a:pt x="954" y="1692"/>
                  </a:lnTo>
                  <a:lnTo>
                    <a:pt x="954" y="1690"/>
                  </a:lnTo>
                  <a:lnTo>
                    <a:pt x="956" y="1688"/>
                  </a:lnTo>
                  <a:lnTo>
                    <a:pt x="958" y="1688"/>
                  </a:lnTo>
                  <a:lnTo>
                    <a:pt x="959" y="1688"/>
                  </a:lnTo>
                  <a:lnTo>
                    <a:pt x="961" y="1687"/>
                  </a:lnTo>
                  <a:lnTo>
                    <a:pt x="963" y="1687"/>
                  </a:lnTo>
                  <a:lnTo>
                    <a:pt x="964" y="1685"/>
                  </a:lnTo>
                  <a:lnTo>
                    <a:pt x="964" y="1685"/>
                  </a:lnTo>
                  <a:lnTo>
                    <a:pt x="964" y="1683"/>
                  </a:lnTo>
                  <a:lnTo>
                    <a:pt x="966" y="1683"/>
                  </a:lnTo>
                  <a:lnTo>
                    <a:pt x="968" y="1682"/>
                  </a:lnTo>
                  <a:lnTo>
                    <a:pt x="970" y="1682"/>
                  </a:lnTo>
                  <a:lnTo>
                    <a:pt x="970" y="1680"/>
                  </a:lnTo>
                  <a:lnTo>
                    <a:pt x="970" y="1680"/>
                  </a:lnTo>
                  <a:lnTo>
                    <a:pt x="980" y="1676"/>
                  </a:lnTo>
                  <a:lnTo>
                    <a:pt x="981" y="1676"/>
                  </a:lnTo>
                  <a:lnTo>
                    <a:pt x="983" y="1675"/>
                  </a:lnTo>
                  <a:lnTo>
                    <a:pt x="983" y="1673"/>
                  </a:lnTo>
                  <a:lnTo>
                    <a:pt x="987" y="1668"/>
                  </a:lnTo>
                  <a:lnTo>
                    <a:pt x="988" y="1666"/>
                  </a:lnTo>
                  <a:lnTo>
                    <a:pt x="997" y="1666"/>
                  </a:lnTo>
                  <a:lnTo>
                    <a:pt x="998" y="1666"/>
                  </a:lnTo>
                  <a:lnTo>
                    <a:pt x="998" y="1666"/>
                  </a:lnTo>
                  <a:lnTo>
                    <a:pt x="1000" y="1668"/>
                  </a:lnTo>
                  <a:lnTo>
                    <a:pt x="1000" y="1670"/>
                  </a:lnTo>
                  <a:lnTo>
                    <a:pt x="1002" y="1670"/>
                  </a:lnTo>
                  <a:lnTo>
                    <a:pt x="1005" y="1670"/>
                  </a:lnTo>
                  <a:lnTo>
                    <a:pt x="1005" y="1670"/>
                  </a:lnTo>
                  <a:lnTo>
                    <a:pt x="1007" y="1671"/>
                  </a:lnTo>
                  <a:lnTo>
                    <a:pt x="1009" y="1670"/>
                  </a:lnTo>
                  <a:lnTo>
                    <a:pt x="1010" y="1670"/>
                  </a:lnTo>
                  <a:lnTo>
                    <a:pt x="1012" y="1670"/>
                  </a:lnTo>
                  <a:lnTo>
                    <a:pt x="1022" y="1668"/>
                  </a:lnTo>
                  <a:lnTo>
                    <a:pt x="1024" y="1670"/>
                  </a:lnTo>
                  <a:lnTo>
                    <a:pt x="1029" y="1668"/>
                  </a:lnTo>
                  <a:lnTo>
                    <a:pt x="1031" y="1668"/>
                  </a:lnTo>
                  <a:lnTo>
                    <a:pt x="1032" y="1668"/>
                  </a:lnTo>
                  <a:lnTo>
                    <a:pt x="1034" y="1668"/>
                  </a:lnTo>
                  <a:lnTo>
                    <a:pt x="1037" y="1666"/>
                  </a:lnTo>
                  <a:lnTo>
                    <a:pt x="1041" y="1666"/>
                  </a:lnTo>
                  <a:lnTo>
                    <a:pt x="1046" y="1665"/>
                  </a:lnTo>
                  <a:lnTo>
                    <a:pt x="1048" y="1665"/>
                  </a:lnTo>
                  <a:lnTo>
                    <a:pt x="1053" y="1665"/>
                  </a:lnTo>
                  <a:lnTo>
                    <a:pt x="1054" y="1665"/>
                  </a:lnTo>
                  <a:lnTo>
                    <a:pt x="1056" y="1663"/>
                  </a:lnTo>
                  <a:lnTo>
                    <a:pt x="1058" y="1663"/>
                  </a:lnTo>
                  <a:lnTo>
                    <a:pt x="1061" y="1663"/>
                  </a:lnTo>
                  <a:lnTo>
                    <a:pt x="1063" y="1666"/>
                  </a:lnTo>
                  <a:lnTo>
                    <a:pt x="1068" y="1671"/>
                  </a:lnTo>
                  <a:lnTo>
                    <a:pt x="1071" y="1673"/>
                  </a:lnTo>
                  <a:lnTo>
                    <a:pt x="1075" y="1673"/>
                  </a:lnTo>
                  <a:lnTo>
                    <a:pt x="1087" y="1673"/>
                  </a:lnTo>
                  <a:lnTo>
                    <a:pt x="1090" y="1673"/>
                  </a:lnTo>
                  <a:lnTo>
                    <a:pt x="1097" y="1671"/>
                  </a:lnTo>
                  <a:lnTo>
                    <a:pt x="1100" y="1671"/>
                  </a:lnTo>
                  <a:lnTo>
                    <a:pt x="1104" y="1673"/>
                  </a:lnTo>
                  <a:lnTo>
                    <a:pt x="1107" y="1675"/>
                  </a:lnTo>
                  <a:lnTo>
                    <a:pt x="1109" y="1675"/>
                  </a:lnTo>
                  <a:lnTo>
                    <a:pt x="1114" y="1676"/>
                  </a:lnTo>
                  <a:lnTo>
                    <a:pt x="1114" y="1676"/>
                  </a:lnTo>
                  <a:lnTo>
                    <a:pt x="1116" y="1678"/>
                  </a:lnTo>
                  <a:lnTo>
                    <a:pt x="1117" y="1680"/>
                  </a:lnTo>
                  <a:lnTo>
                    <a:pt x="1119" y="1680"/>
                  </a:lnTo>
                  <a:lnTo>
                    <a:pt x="1121" y="1680"/>
                  </a:lnTo>
                  <a:lnTo>
                    <a:pt x="1122" y="1680"/>
                  </a:lnTo>
                  <a:lnTo>
                    <a:pt x="1124" y="1682"/>
                  </a:lnTo>
                  <a:lnTo>
                    <a:pt x="1124" y="1685"/>
                  </a:lnTo>
                  <a:lnTo>
                    <a:pt x="1124" y="1687"/>
                  </a:lnTo>
                  <a:lnTo>
                    <a:pt x="1124" y="1688"/>
                  </a:lnTo>
                  <a:lnTo>
                    <a:pt x="1126" y="1688"/>
                  </a:lnTo>
                  <a:lnTo>
                    <a:pt x="1127" y="1688"/>
                  </a:lnTo>
                  <a:lnTo>
                    <a:pt x="1131" y="1690"/>
                  </a:lnTo>
                  <a:lnTo>
                    <a:pt x="1133" y="1690"/>
                  </a:lnTo>
                  <a:lnTo>
                    <a:pt x="1134" y="1690"/>
                  </a:lnTo>
                  <a:lnTo>
                    <a:pt x="1138" y="1693"/>
                  </a:lnTo>
                  <a:lnTo>
                    <a:pt x="1143" y="1697"/>
                  </a:lnTo>
                  <a:lnTo>
                    <a:pt x="1144" y="1702"/>
                  </a:lnTo>
                  <a:lnTo>
                    <a:pt x="1146" y="1704"/>
                  </a:lnTo>
                  <a:lnTo>
                    <a:pt x="1144" y="1704"/>
                  </a:lnTo>
                  <a:lnTo>
                    <a:pt x="1144" y="1704"/>
                  </a:lnTo>
                  <a:lnTo>
                    <a:pt x="1144" y="1705"/>
                  </a:lnTo>
                  <a:lnTo>
                    <a:pt x="1146" y="1705"/>
                  </a:lnTo>
                  <a:lnTo>
                    <a:pt x="1146" y="1709"/>
                  </a:lnTo>
                  <a:lnTo>
                    <a:pt x="1146" y="1712"/>
                  </a:lnTo>
                  <a:lnTo>
                    <a:pt x="1146" y="1712"/>
                  </a:lnTo>
                  <a:lnTo>
                    <a:pt x="1148" y="1712"/>
                  </a:lnTo>
                  <a:lnTo>
                    <a:pt x="1148" y="1714"/>
                  </a:lnTo>
                  <a:lnTo>
                    <a:pt x="1148" y="1716"/>
                  </a:lnTo>
                  <a:lnTo>
                    <a:pt x="1148" y="1716"/>
                  </a:lnTo>
                  <a:lnTo>
                    <a:pt x="1150" y="1717"/>
                  </a:lnTo>
                  <a:lnTo>
                    <a:pt x="1151" y="1717"/>
                  </a:lnTo>
                  <a:lnTo>
                    <a:pt x="1151" y="1717"/>
                  </a:lnTo>
                  <a:lnTo>
                    <a:pt x="1153" y="1717"/>
                  </a:lnTo>
                  <a:lnTo>
                    <a:pt x="1155" y="1716"/>
                  </a:lnTo>
                  <a:lnTo>
                    <a:pt x="1155" y="1716"/>
                  </a:lnTo>
                  <a:lnTo>
                    <a:pt x="1156" y="1716"/>
                  </a:lnTo>
                  <a:lnTo>
                    <a:pt x="1156" y="1714"/>
                  </a:lnTo>
                  <a:lnTo>
                    <a:pt x="1158" y="1714"/>
                  </a:lnTo>
                  <a:lnTo>
                    <a:pt x="1158" y="1714"/>
                  </a:lnTo>
                  <a:lnTo>
                    <a:pt x="1160" y="1712"/>
                  </a:lnTo>
                  <a:lnTo>
                    <a:pt x="1160" y="1710"/>
                  </a:lnTo>
                  <a:lnTo>
                    <a:pt x="1161" y="1710"/>
                  </a:lnTo>
                  <a:lnTo>
                    <a:pt x="1163" y="1709"/>
                  </a:lnTo>
                  <a:lnTo>
                    <a:pt x="1163" y="1709"/>
                  </a:lnTo>
                  <a:lnTo>
                    <a:pt x="1163" y="1707"/>
                  </a:lnTo>
                  <a:lnTo>
                    <a:pt x="1163" y="1705"/>
                  </a:lnTo>
                  <a:lnTo>
                    <a:pt x="1165" y="1704"/>
                  </a:lnTo>
                  <a:lnTo>
                    <a:pt x="1167" y="1700"/>
                  </a:lnTo>
                  <a:lnTo>
                    <a:pt x="1167" y="1699"/>
                  </a:lnTo>
                  <a:lnTo>
                    <a:pt x="1167" y="1699"/>
                  </a:lnTo>
                  <a:lnTo>
                    <a:pt x="1167" y="1699"/>
                  </a:lnTo>
                  <a:lnTo>
                    <a:pt x="1168" y="1699"/>
                  </a:lnTo>
                  <a:lnTo>
                    <a:pt x="1168" y="1699"/>
                  </a:lnTo>
                  <a:lnTo>
                    <a:pt x="1170" y="1699"/>
                  </a:lnTo>
                  <a:lnTo>
                    <a:pt x="1170" y="1699"/>
                  </a:lnTo>
                  <a:lnTo>
                    <a:pt x="1172" y="1697"/>
                  </a:lnTo>
                  <a:lnTo>
                    <a:pt x="1172" y="1697"/>
                  </a:lnTo>
                  <a:lnTo>
                    <a:pt x="1173" y="1697"/>
                  </a:lnTo>
                  <a:lnTo>
                    <a:pt x="1173" y="1697"/>
                  </a:lnTo>
                  <a:lnTo>
                    <a:pt x="1175" y="1697"/>
                  </a:lnTo>
                  <a:lnTo>
                    <a:pt x="1175" y="1697"/>
                  </a:lnTo>
                  <a:lnTo>
                    <a:pt x="1177" y="1695"/>
                  </a:lnTo>
                  <a:lnTo>
                    <a:pt x="1178" y="1693"/>
                  </a:lnTo>
                  <a:lnTo>
                    <a:pt x="1180" y="1693"/>
                  </a:lnTo>
                  <a:lnTo>
                    <a:pt x="1180" y="1693"/>
                  </a:lnTo>
                  <a:lnTo>
                    <a:pt x="1182" y="1693"/>
                  </a:lnTo>
                  <a:lnTo>
                    <a:pt x="1182" y="1693"/>
                  </a:lnTo>
                  <a:lnTo>
                    <a:pt x="1185" y="1699"/>
                  </a:lnTo>
                  <a:lnTo>
                    <a:pt x="1185" y="1699"/>
                  </a:lnTo>
                  <a:lnTo>
                    <a:pt x="1185" y="1699"/>
                  </a:lnTo>
                  <a:lnTo>
                    <a:pt x="1185" y="1699"/>
                  </a:lnTo>
                  <a:lnTo>
                    <a:pt x="1187" y="1699"/>
                  </a:lnTo>
                  <a:lnTo>
                    <a:pt x="1187" y="1699"/>
                  </a:lnTo>
                  <a:lnTo>
                    <a:pt x="1189" y="1699"/>
                  </a:lnTo>
                  <a:lnTo>
                    <a:pt x="1189" y="1700"/>
                  </a:lnTo>
                  <a:lnTo>
                    <a:pt x="1189" y="1700"/>
                  </a:lnTo>
                  <a:lnTo>
                    <a:pt x="1189" y="1700"/>
                  </a:lnTo>
                  <a:lnTo>
                    <a:pt x="1190" y="1700"/>
                  </a:lnTo>
                  <a:lnTo>
                    <a:pt x="1190" y="1700"/>
                  </a:lnTo>
                  <a:lnTo>
                    <a:pt x="1190" y="1700"/>
                  </a:lnTo>
                  <a:lnTo>
                    <a:pt x="1192" y="1697"/>
                  </a:lnTo>
                  <a:lnTo>
                    <a:pt x="1192" y="1697"/>
                  </a:lnTo>
                  <a:lnTo>
                    <a:pt x="1192" y="1695"/>
                  </a:lnTo>
                  <a:lnTo>
                    <a:pt x="1192" y="1695"/>
                  </a:lnTo>
                  <a:lnTo>
                    <a:pt x="1194" y="1695"/>
                  </a:lnTo>
                  <a:lnTo>
                    <a:pt x="1194" y="1695"/>
                  </a:lnTo>
                  <a:lnTo>
                    <a:pt x="1194" y="1695"/>
                  </a:lnTo>
                  <a:lnTo>
                    <a:pt x="1195" y="1695"/>
                  </a:lnTo>
                  <a:lnTo>
                    <a:pt x="1199" y="1697"/>
                  </a:lnTo>
                  <a:lnTo>
                    <a:pt x="1199" y="1697"/>
                  </a:lnTo>
                  <a:lnTo>
                    <a:pt x="1199" y="1697"/>
                  </a:lnTo>
                  <a:lnTo>
                    <a:pt x="1199" y="1697"/>
                  </a:lnTo>
                  <a:lnTo>
                    <a:pt x="1202" y="1695"/>
                  </a:lnTo>
                  <a:lnTo>
                    <a:pt x="1202" y="1695"/>
                  </a:lnTo>
                  <a:lnTo>
                    <a:pt x="1204" y="1695"/>
                  </a:lnTo>
                  <a:lnTo>
                    <a:pt x="1204" y="1695"/>
                  </a:lnTo>
                  <a:lnTo>
                    <a:pt x="1206" y="1695"/>
                  </a:lnTo>
                  <a:lnTo>
                    <a:pt x="1206" y="1695"/>
                  </a:lnTo>
                  <a:lnTo>
                    <a:pt x="1206" y="1695"/>
                  </a:lnTo>
                  <a:lnTo>
                    <a:pt x="1206" y="1693"/>
                  </a:lnTo>
                  <a:lnTo>
                    <a:pt x="1206" y="1693"/>
                  </a:lnTo>
                  <a:lnTo>
                    <a:pt x="1207" y="1693"/>
                  </a:lnTo>
                  <a:lnTo>
                    <a:pt x="1207" y="1693"/>
                  </a:lnTo>
                  <a:lnTo>
                    <a:pt x="1207" y="1692"/>
                  </a:lnTo>
                  <a:lnTo>
                    <a:pt x="1207" y="1690"/>
                  </a:lnTo>
                  <a:lnTo>
                    <a:pt x="1207" y="1690"/>
                  </a:lnTo>
                  <a:lnTo>
                    <a:pt x="1209" y="1687"/>
                  </a:lnTo>
                  <a:lnTo>
                    <a:pt x="1209" y="1687"/>
                  </a:lnTo>
                  <a:lnTo>
                    <a:pt x="1209" y="1685"/>
                  </a:lnTo>
                  <a:lnTo>
                    <a:pt x="1209" y="1683"/>
                  </a:lnTo>
                  <a:lnTo>
                    <a:pt x="1209" y="1682"/>
                  </a:lnTo>
                  <a:lnTo>
                    <a:pt x="1209" y="1680"/>
                  </a:lnTo>
                  <a:lnTo>
                    <a:pt x="1209" y="1680"/>
                  </a:lnTo>
                  <a:lnTo>
                    <a:pt x="1209" y="1680"/>
                  </a:lnTo>
                  <a:lnTo>
                    <a:pt x="1211" y="1678"/>
                  </a:lnTo>
                  <a:lnTo>
                    <a:pt x="1211" y="1678"/>
                  </a:lnTo>
                  <a:lnTo>
                    <a:pt x="1211" y="1676"/>
                  </a:lnTo>
                  <a:lnTo>
                    <a:pt x="1211" y="1676"/>
                  </a:lnTo>
                  <a:lnTo>
                    <a:pt x="1211" y="1676"/>
                  </a:lnTo>
                  <a:lnTo>
                    <a:pt x="1207" y="1673"/>
                  </a:lnTo>
                  <a:lnTo>
                    <a:pt x="1206" y="1671"/>
                  </a:lnTo>
                  <a:lnTo>
                    <a:pt x="1206" y="1671"/>
                  </a:lnTo>
                  <a:lnTo>
                    <a:pt x="1206" y="1671"/>
                  </a:lnTo>
                  <a:lnTo>
                    <a:pt x="1204" y="1670"/>
                  </a:lnTo>
                  <a:lnTo>
                    <a:pt x="1204" y="1668"/>
                  </a:lnTo>
                  <a:lnTo>
                    <a:pt x="1204" y="1668"/>
                  </a:lnTo>
                  <a:lnTo>
                    <a:pt x="1200" y="1665"/>
                  </a:lnTo>
                  <a:lnTo>
                    <a:pt x="1202" y="1665"/>
                  </a:lnTo>
                  <a:lnTo>
                    <a:pt x="1202" y="1663"/>
                  </a:lnTo>
                  <a:lnTo>
                    <a:pt x="1202" y="1663"/>
                  </a:lnTo>
                  <a:lnTo>
                    <a:pt x="1202" y="1663"/>
                  </a:lnTo>
                  <a:lnTo>
                    <a:pt x="1202" y="1663"/>
                  </a:lnTo>
                  <a:lnTo>
                    <a:pt x="1204" y="1663"/>
                  </a:lnTo>
                  <a:lnTo>
                    <a:pt x="1204" y="1663"/>
                  </a:lnTo>
                  <a:lnTo>
                    <a:pt x="1206" y="1663"/>
                  </a:lnTo>
                  <a:lnTo>
                    <a:pt x="1206" y="1661"/>
                  </a:lnTo>
                  <a:lnTo>
                    <a:pt x="1207" y="1661"/>
                  </a:lnTo>
                  <a:lnTo>
                    <a:pt x="1209" y="1659"/>
                  </a:lnTo>
                  <a:lnTo>
                    <a:pt x="1209" y="1659"/>
                  </a:lnTo>
                  <a:lnTo>
                    <a:pt x="1219" y="1654"/>
                  </a:lnTo>
                  <a:lnTo>
                    <a:pt x="1219" y="1654"/>
                  </a:lnTo>
                  <a:lnTo>
                    <a:pt x="1221" y="1654"/>
                  </a:lnTo>
                  <a:lnTo>
                    <a:pt x="1224" y="1654"/>
                  </a:lnTo>
                  <a:lnTo>
                    <a:pt x="1224" y="1654"/>
                  </a:lnTo>
                  <a:lnTo>
                    <a:pt x="1224" y="1654"/>
                  </a:lnTo>
                  <a:lnTo>
                    <a:pt x="1226" y="1654"/>
                  </a:lnTo>
                  <a:lnTo>
                    <a:pt x="1226" y="1653"/>
                  </a:lnTo>
                  <a:lnTo>
                    <a:pt x="1228" y="1651"/>
                  </a:lnTo>
                  <a:lnTo>
                    <a:pt x="1229" y="1649"/>
                  </a:lnTo>
                  <a:lnTo>
                    <a:pt x="1231" y="1649"/>
                  </a:lnTo>
                  <a:lnTo>
                    <a:pt x="1231" y="1649"/>
                  </a:lnTo>
                  <a:lnTo>
                    <a:pt x="1236" y="1649"/>
                  </a:lnTo>
                  <a:lnTo>
                    <a:pt x="1238" y="1648"/>
                  </a:lnTo>
                  <a:lnTo>
                    <a:pt x="1240" y="1648"/>
                  </a:lnTo>
                  <a:lnTo>
                    <a:pt x="1240" y="1648"/>
                  </a:lnTo>
                  <a:lnTo>
                    <a:pt x="1240" y="1646"/>
                  </a:lnTo>
                  <a:lnTo>
                    <a:pt x="1241" y="1646"/>
                  </a:lnTo>
                  <a:lnTo>
                    <a:pt x="1241" y="1643"/>
                  </a:lnTo>
                  <a:lnTo>
                    <a:pt x="1243" y="1643"/>
                  </a:lnTo>
                  <a:lnTo>
                    <a:pt x="1243" y="1643"/>
                  </a:lnTo>
                  <a:lnTo>
                    <a:pt x="1246" y="1639"/>
                  </a:lnTo>
                  <a:lnTo>
                    <a:pt x="1246" y="1639"/>
                  </a:lnTo>
                  <a:lnTo>
                    <a:pt x="1248" y="1639"/>
                  </a:lnTo>
                  <a:lnTo>
                    <a:pt x="1248" y="1639"/>
                  </a:lnTo>
                  <a:lnTo>
                    <a:pt x="1248" y="1639"/>
                  </a:lnTo>
                  <a:lnTo>
                    <a:pt x="1250" y="1641"/>
                  </a:lnTo>
                  <a:lnTo>
                    <a:pt x="1251" y="1641"/>
                  </a:lnTo>
                  <a:lnTo>
                    <a:pt x="1251" y="1643"/>
                  </a:lnTo>
                  <a:lnTo>
                    <a:pt x="1251" y="1643"/>
                  </a:lnTo>
                  <a:lnTo>
                    <a:pt x="1251" y="1644"/>
                  </a:lnTo>
                  <a:lnTo>
                    <a:pt x="1251" y="1644"/>
                  </a:lnTo>
                  <a:lnTo>
                    <a:pt x="1251" y="1644"/>
                  </a:lnTo>
                  <a:lnTo>
                    <a:pt x="1251" y="1644"/>
                  </a:lnTo>
                  <a:lnTo>
                    <a:pt x="1253" y="1644"/>
                  </a:lnTo>
                  <a:lnTo>
                    <a:pt x="1253" y="1646"/>
                  </a:lnTo>
                  <a:lnTo>
                    <a:pt x="1255" y="1646"/>
                  </a:lnTo>
                  <a:lnTo>
                    <a:pt x="1255" y="1646"/>
                  </a:lnTo>
                  <a:lnTo>
                    <a:pt x="1256" y="1644"/>
                  </a:lnTo>
                  <a:lnTo>
                    <a:pt x="1256" y="1644"/>
                  </a:lnTo>
                  <a:lnTo>
                    <a:pt x="1256" y="1644"/>
                  </a:lnTo>
                  <a:lnTo>
                    <a:pt x="1256" y="1643"/>
                  </a:lnTo>
                  <a:lnTo>
                    <a:pt x="1256" y="1643"/>
                  </a:lnTo>
                  <a:lnTo>
                    <a:pt x="1256" y="1643"/>
                  </a:lnTo>
                  <a:lnTo>
                    <a:pt x="1258" y="1643"/>
                  </a:lnTo>
                  <a:lnTo>
                    <a:pt x="1258" y="1643"/>
                  </a:lnTo>
                  <a:lnTo>
                    <a:pt x="1258" y="1643"/>
                  </a:lnTo>
                  <a:lnTo>
                    <a:pt x="1260" y="1644"/>
                  </a:lnTo>
                  <a:lnTo>
                    <a:pt x="1262" y="1644"/>
                  </a:lnTo>
                  <a:lnTo>
                    <a:pt x="1270" y="1648"/>
                  </a:lnTo>
                  <a:lnTo>
                    <a:pt x="1270" y="1648"/>
                  </a:lnTo>
                  <a:lnTo>
                    <a:pt x="1270" y="1648"/>
                  </a:lnTo>
                  <a:lnTo>
                    <a:pt x="1272" y="1648"/>
                  </a:lnTo>
                  <a:lnTo>
                    <a:pt x="1273" y="1648"/>
                  </a:lnTo>
                  <a:lnTo>
                    <a:pt x="1275" y="1646"/>
                  </a:lnTo>
                  <a:lnTo>
                    <a:pt x="1277" y="1646"/>
                  </a:lnTo>
                  <a:lnTo>
                    <a:pt x="1277" y="1646"/>
                  </a:lnTo>
                  <a:lnTo>
                    <a:pt x="1279" y="1644"/>
                  </a:lnTo>
                  <a:lnTo>
                    <a:pt x="1279" y="1644"/>
                  </a:lnTo>
                  <a:lnTo>
                    <a:pt x="1279" y="1644"/>
                  </a:lnTo>
                  <a:lnTo>
                    <a:pt x="1282" y="1644"/>
                  </a:lnTo>
                  <a:lnTo>
                    <a:pt x="1284" y="1644"/>
                  </a:lnTo>
                  <a:lnTo>
                    <a:pt x="1285" y="1646"/>
                  </a:lnTo>
                  <a:lnTo>
                    <a:pt x="1285" y="1646"/>
                  </a:lnTo>
                  <a:lnTo>
                    <a:pt x="1290" y="1646"/>
                  </a:lnTo>
                  <a:lnTo>
                    <a:pt x="1292" y="1646"/>
                  </a:lnTo>
                  <a:lnTo>
                    <a:pt x="1292" y="1646"/>
                  </a:lnTo>
                  <a:lnTo>
                    <a:pt x="1297" y="1646"/>
                  </a:lnTo>
                  <a:lnTo>
                    <a:pt x="1297" y="1646"/>
                  </a:lnTo>
                  <a:lnTo>
                    <a:pt x="1297" y="1646"/>
                  </a:lnTo>
                  <a:lnTo>
                    <a:pt x="1299" y="1648"/>
                  </a:lnTo>
                  <a:lnTo>
                    <a:pt x="1299" y="1648"/>
                  </a:lnTo>
                  <a:lnTo>
                    <a:pt x="1301" y="1648"/>
                  </a:lnTo>
                  <a:lnTo>
                    <a:pt x="1301" y="1648"/>
                  </a:lnTo>
                  <a:lnTo>
                    <a:pt x="1302" y="1646"/>
                  </a:lnTo>
                  <a:lnTo>
                    <a:pt x="1304" y="1643"/>
                  </a:lnTo>
                  <a:lnTo>
                    <a:pt x="1306" y="1643"/>
                  </a:lnTo>
                  <a:lnTo>
                    <a:pt x="1306" y="1643"/>
                  </a:lnTo>
                  <a:lnTo>
                    <a:pt x="1306" y="1643"/>
                  </a:lnTo>
                  <a:lnTo>
                    <a:pt x="1306" y="1641"/>
                  </a:lnTo>
                  <a:lnTo>
                    <a:pt x="1306" y="1641"/>
                  </a:lnTo>
                  <a:lnTo>
                    <a:pt x="1307" y="1639"/>
                  </a:lnTo>
                  <a:lnTo>
                    <a:pt x="1309" y="1639"/>
                  </a:lnTo>
                  <a:lnTo>
                    <a:pt x="1311" y="1639"/>
                  </a:lnTo>
                  <a:lnTo>
                    <a:pt x="1318" y="1637"/>
                  </a:lnTo>
                  <a:lnTo>
                    <a:pt x="1319" y="1637"/>
                  </a:lnTo>
                  <a:lnTo>
                    <a:pt x="1321" y="1639"/>
                  </a:lnTo>
                  <a:lnTo>
                    <a:pt x="1324" y="1637"/>
                  </a:lnTo>
                  <a:lnTo>
                    <a:pt x="1331" y="1632"/>
                  </a:lnTo>
                  <a:lnTo>
                    <a:pt x="1335" y="1629"/>
                  </a:lnTo>
                  <a:lnTo>
                    <a:pt x="1335" y="1629"/>
                  </a:lnTo>
                  <a:lnTo>
                    <a:pt x="1333" y="1626"/>
                  </a:lnTo>
                  <a:close/>
                  <a:moveTo>
                    <a:pt x="365" y="124"/>
                  </a:moveTo>
                  <a:lnTo>
                    <a:pt x="363" y="119"/>
                  </a:lnTo>
                  <a:lnTo>
                    <a:pt x="362" y="118"/>
                  </a:lnTo>
                  <a:lnTo>
                    <a:pt x="360" y="118"/>
                  </a:lnTo>
                  <a:lnTo>
                    <a:pt x="360" y="119"/>
                  </a:lnTo>
                  <a:lnTo>
                    <a:pt x="360" y="119"/>
                  </a:lnTo>
                  <a:lnTo>
                    <a:pt x="358" y="119"/>
                  </a:lnTo>
                  <a:lnTo>
                    <a:pt x="358" y="121"/>
                  </a:lnTo>
                  <a:lnTo>
                    <a:pt x="357" y="121"/>
                  </a:lnTo>
                  <a:lnTo>
                    <a:pt x="357" y="121"/>
                  </a:lnTo>
                  <a:lnTo>
                    <a:pt x="357" y="121"/>
                  </a:lnTo>
                  <a:lnTo>
                    <a:pt x="355" y="121"/>
                  </a:lnTo>
                  <a:lnTo>
                    <a:pt x="355" y="123"/>
                  </a:lnTo>
                  <a:lnTo>
                    <a:pt x="355" y="123"/>
                  </a:lnTo>
                  <a:lnTo>
                    <a:pt x="353" y="123"/>
                  </a:lnTo>
                  <a:lnTo>
                    <a:pt x="353" y="126"/>
                  </a:lnTo>
                  <a:lnTo>
                    <a:pt x="355" y="128"/>
                  </a:lnTo>
                  <a:lnTo>
                    <a:pt x="355" y="129"/>
                  </a:lnTo>
                  <a:lnTo>
                    <a:pt x="357" y="131"/>
                  </a:lnTo>
                  <a:lnTo>
                    <a:pt x="357" y="131"/>
                  </a:lnTo>
                  <a:lnTo>
                    <a:pt x="360" y="133"/>
                  </a:lnTo>
                  <a:lnTo>
                    <a:pt x="360" y="131"/>
                  </a:lnTo>
                  <a:lnTo>
                    <a:pt x="360" y="131"/>
                  </a:lnTo>
                  <a:lnTo>
                    <a:pt x="362" y="129"/>
                  </a:lnTo>
                  <a:lnTo>
                    <a:pt x="362" y="129"/>
                  </a:lnTo>
                  <a:lnTo>
                    <a:pt x="363" y="129"/>
                  </a:lnTo>
                  <a:lnTo>
                    <a:pt x="365" y="128"/>
                  </a:lnTo>
                  <a:lnTo>
                    <a:pt x="367" y="128"/>
                  </a:lnTo>
                  <a:lnTo>
                    <a:pt x="367" y="128"/>
                  </a:lnTo>
                  <a:lnTo>
                    <a:pt x="368" y="128"/>
                  </a:lnTo>
                  <a:lnTo>
                    <a:pt x="368" y="128"/>
                  </a:lnTo>
                  <a:lnTo>
                    <a:pt x="368" y="128"/>
                  </a:lnTo>
                  <a:lnTo>
                    <a:pt x="368" y="126"/>
                  </a:lnTo>
                  <a:lnTo>
                    <a:pt x="365" y="124"/>
                  </a:lnTo>
                  <a:close/>
                  <a:moveTo>
                    <a:pt x="696" y="776"/>
                  </a:moveTo>
                  <a:lnTo>
                    <a:pt x="696" y="778"/>
                  </a:lnTo>
                  <a:lnTo>
                    <a:pt x="696" y="780"/>
                  </a:lnTo>
                  <a:lnTo>
                    <a:pt x="698" y="780"/>
                  </a:lnTo>
                  <a:lnTo>
                    <a:pt x="698" y="782"/>
                  </a:lnTo>
                  <a:lnTo>
                    <a:pt x="703" y="783"/>
                  </a:lnTo>
                  <a:lnTo>
                    <a:pt x="703" y="785"/>
                  </a:lnTo>
                  <a:lnTo>
                    <a:pt x="705" y="788"/>
                  </a:lnTo>
                  <a:lnTo>
                    <a:pt x="706" y="788"/>
                  </a:lnTo>
                  <a:lnTo>
                    <a:pt x="706" y="793"/>
                  </a:lnTo>
                  <a:lnTo>
                    <a:pt x="708" y="795"/>
                  </a:lnTo>
                  <a:lnTo>
                    <a:pt x="708" y="797"/>
                  </a:lnTo>
                  <a:lnTo>
                    <a:pt x="711" y="797"/>
                  </a:lnTo>
                  <a:lnTo>
                    <a:pt x="713" y="799"/>
                  </a:lnTo>
                  <a:lnTo>
                    <a:pt x="715" y="797"/>
                  </a:lnTo>
                  <a:lnTo>
                    <a:pt x="717" y="795"/>
                  </a:lnTo>
                  <a:lnTo>
                    <a:pt x="717" y="793"/>
                  </a:lnTo>
                  <a:lnTo>
                    <a:pt x="717" y="792"/>
                  </a:lnTo>
                  <a:lnTo>
                    <a:pt x="718" y="792"/>
                  </a:lnTo>
                  <a:lnTo>
                    <a:pt x="718" y="792"/>
                  </a:lnTo>
                  <a:lnTo>
                    <a:pt x="718" y="790"/>
                  </a:lnTo>
                  <a:lnTo>
                    <a:pt x="718" y="790"/>
                  </a:lnTo>
                  <a:lnTo>
                    <a:pt x="717" y="790"/>
                  </a:lnTo>
                  <a:lnTo>
                    <a:pt x="715" y="788"/>
                  </a:lnTo>
                  <a:lnTo>
                    <a:pt x="717" y="788"/>
                  </a:lnTo>
                  <a:lnTo>
                    <a:pt x="717" y="788"/>
                  </a:lnTo>
                  <a:lnTo>
                    <a:pt x="718" y="788"/>
                  </a:lnTo>
                  <a:lnTo>
                    <a:pt x="718" y="787"/>
                  </a:lnTo>
                  <a:lnTo>
                    <a:pt x="717" y="787"/>
                  </a:lnTo>
                  <a:lnTo>
                    <a:pt x="715" y="787"/>
                  </a:lnTo>
                  <a:lnTo>
                    <a:pt x="715" y="787"/>
                  </a:lnTo>
                  <a:lnTo>
                    <a:pt x="713" y="783"/>
                  </a:lnTo>
                  <a:lnTo>
                    <a:pt x="711" y="782"/>
                  </a:lnTo>
                  <a:lnTo>
                    <a:pt x="711" y="780"/>
                  </a:lnTo>
                  <a:lnTo>
                    <a:pt x="713" y="778"/>
                  </a:lnTo>
                  <a:lnTo>
                    <a:pt x="713" y="776"/>
                  </a:lnTo>
                  <a:lnTo>
                    <a:pt x="715" y="776"/>
                  </a:lnTo>
                  <a:lnTo>
                    <a:pt x="713" y="775"/>
                  </a:lnTo>
                  <a:lnTo>
                    <a:pt x="710" y="775"/>
                  </a:lnTo>
                  <a:lnTo>
                    <a:pt x="708" y="775"/>
                  </a:lnTo>
                  <a:lnTo>
                    <a:pt x="708" y="773"/>
                  </a:lnTo>
                  <a:lnTo>
                    <a:pt x="706" y="775"/>
                  </a:lnTo>
                  <a:lnTo>
                    <a:pt x="708" y="778"/>
                  </a:lnTo>
                  <a:lnTo>
                    <a:pt x="706" y="780"/>
                  </a:lnTo>
                  <a:lnTo>
                    <a:pt x="703" y="778"/>
                  </a:lnTo>
                  <a:lnTo>
                    <a:pt x="698" y="776"/>
                  </a:lnTo>
                  <a:lnTo>
                    <a:pt x="696" y="776"/>
                  </a:lnTo>
                  <a:close/>
                  <a:moveTo>
                    <a:pt x="363" y="79"/>
                  </a:moveTo>
                  <a:lnTo>
                    <a:pt x="362" y="80"/>
                  </a:lnTo>
                  <a:lnTo>
                    <a:pt x="362" y="80"/>
                  </a:lnTo>
                  <a:lnTo>
                    <a:pt x="362" y="82"/>
                  </a:lnTo>
                  <a:lnTo>
                    <a:pt x="362" y="82"/>
                  </a:lnTo>
                  <a:lnTo>
                    <a:pt x="362" y="84"/>
                  </a:lnTo>
                  <a:lnTo>
                    <a:pt x="360" y="84"/>
                  </a:lnTo>
                  <a:lnTo>
                    <a:pt x="360" y="84"/>
                  </a:lnTo>
                  <a:lnTo>
                    <a:pt x="362" y="85"/>
                  </a:lnTo>
                  <a:lnTo>
                    <a:pt x="362" y="87"/>
                  </a:lnTo>
                  <a:lnTo>
                    <a:pt x="363" y="87"/>
                  </a:lnTo>
                  <a:lnTo>
                    <a:pt x="363" y="87"/>
                  </a:lnTo>
                  <a:lnTo>
                    <a:pt x="365" y="87"/>
                  </a:lnTo>
                  <a:lnTo>
                    <a:pt x="367" y="87"/>
                  </a:lnTo>
                  <a:lnTo>
                    <a:pt x="367" y="89"/>
                  </a:lnTo>
                  <a:lnTo>
                    <a:pt x="368" y="89"/>
                  </a:lnTo>
                  <a:lnTo>
                    <a:pt x="372" y="85"/>
                  </a:lnTo>
                  <a:lnTo>
                    <a:pt x="372" y="84"/>
                  </a:lnTo>
                  <a:lnTo>
                    <a:pt x="374" y="84"/>
                  </a:lnTo>
                  <a:lnTo>
                    <a:pt x="372" y="82"/>
                  </a:lnTo>
                  <a:lnTo>
                    <a:pt x="370" y="79"/>
                  </a:lnTo>
                  <a:lnTo>
                    <a:pt x="368" y="79"/>
                  </a:lnTo>
                  <a:lnTo>
                    <a:pt x="365" y="79"/>
                  </a:lnTo>
                  <a:lnTo>
                    <a:pt x="363" y="79"/>
                  </a:lnTo>
                  <a:close/>
                  <a:moveTo>
                    <a:pt x="372" y="119"/>
                  </a:moveTo>
                  <a:lnTo>
                    <a:pt x="372" y="118"/>
                  </a:lnTo>
                  <a:lnTo>
                    <a:pt x="368" y="116"/>
                  </a:lnTo>
                  <a:lnTo>
                    <a:pt x="367" y="116"/>
                  </a:lnTo>
                  <a:lnTo>
                    <a:pt x="365" y="118"/>
                  </a:lnTo>
                  <a:lnTo>
                    <a:pt x="365" y="121"/>
                  </a:lnTo>
                  <a:lnTo>
                    <a:pt x="367" y="121"/>
                  </a:lnTo>
                  <a:lnTo>
                    <a:pt x="370" y="121"/>
                  </a:lnTo>
                  <a:lnTo>
                    <a:pt x="372" y="119"/>
                  </a:lnTo>
                  <a:close/>
                  <a:moveTo>
                    <a:pt x="740" y="821"/>
                  </a:moveTo>
                  <a:lnTo>
                    <a:pt x="742" y="821"/>
                  </a:lnTo>
                  <a:lnTo>
                    <a:pt x="742" y="821"/>
                  </a:lnTo>
                  <a:lnTo>
                    <a:pt x="744" y="822"/>
                  </a:lnTo>
                  <a:lnTo>
                    <a:pt x="744" y="822"/>
                  </a:lnTo>
                  <a:lnTo>
                    <a:pt x="745" y="822"/>
                  </a:lnTo>
                  <a:lnTo>
                    <a:pt x="745" y="821"/>
                  </a:lnTo>
                  <a:lnTo>
                    <a:pt x="747" y="821"/>
                  </a:lnTo>
                  <a:lnTo>
                    <a:pt x="747" y="819"/>
                  </a:lnTo>
                  <a:lnTo>
                    <a:pt x="744" y="821"/>
                  </a:lnTo>
                  <a:lnTo>
                    <a:pt x="742" y="819"/>
                  </a:lnTo>
                  <a:lnTo>
                    <a:pt x="742" y="817"/>
                  </a:lnTo>
                  <a:lnTo>
                    <a:pt x="740" y="816"/>
                  </a:lnTo>
                  <a:lnTo>
                    <a:pt x="740" y="816"/>
                  </a:lnTo>
                  <a:lnTo>
                    <a:pt x="739" y="816"/>
                  </a:lnTo>
                  <a:lnTo>
                    <a:pt x="739" y="814"/>
                  </a:lnTo>
                  <a:lnTo>
                    <a:pt x="739" y="816"/>
                  </a:lnTo>
                  <a:lnTo>
                    <a:pt x="739" y="816"/>
                  </a:lnTo>
                  <a:lnTo>
                    <a:pt x="739" y="817"/>
                  </a:lnTo>
                  <a:lnTo>
                    <a:pt x="737" y="819"/>
                  </a:lnTo>
                  <a:lnTo>
                    <a:pt x="737" y="821"/>
                  </a:lnTo>
                  <a:lnTo>
                    <a:pt x="739" y="821"/>
                  </a:lnTo>
                  <a:lnTo>
                    <a:pt x="740" y="821"/>
                  </a:lnTo>
                  <a:close/>
                  <a:moveTo>
                    <a:pt x="1892" y="853"/>
                  </a:moveTo>
                  <a:lnTo>
                    <a:pt x="1890" y="851"/>
                  </a:lnTo>
                  <a:lnTo>
                    <a:pt x="1888" y="853"/>
                  </a:lnTo>
                  <a:lnTo>
                    <a:pt x="1888" y="858"/>
                  </a:lnTo>
                  <a:lnTo>
                    <a:pt x="1888" y="870"/>
                  </a:lnTo>
                  <a:lnTo>
                    <a:pt x="1888" y="870"/>
                  </a:lnTo>
                  <a:lnTo>
                    <a:pt x="1890" y="870"/>
                  </a:lnTo>
                  <a:lnTo>
                    <a:pt x="1892" y="868"/>
                  </a:lnTo>
                  <a:lnTo>
                    <a:pt x="1892" y="866"/>
                  </a:lnTo>
                  <a:lnTo>
                    <a:pt x="1892" y="863"/>
                  </a:lnTo>
                  <a:lnTo>
                    <a:pt x="1892" y="860"/>
                  </a:lnTo>
                  <a:lnTo>
                    <a:pt x="1892" y="856"/>
                  </a:lnTo>
                  <a:lnTo>
                    <a:pt x="1892" y="853"/>
                  </a:lnTo>
                  <a:close/>
                  <a:moveTo>
                    <a:pt x="397" y="17"/>
                  </a:moveTo>
                  <a:lnTo>
                    <a:pt x="399" y="17"/>
                  </a:lnTo>
                  <a:lnTo>
                    <a:pt x="406" y="17"/>
                  </a:lnTo>
                  <a:lnTo>
                    <a:pt x="408" y="17"/>
                  </a:lnTo>
                  <a:lnTo>
                    <a:pt x="408" y="17"/>
                  </a:lnTo>
                  <a:lnTo>
                    <a:pt x="409" y="16"/>
                  </a:lnTo>
                  <a:lnTo>
                    <a:pt x="409" y="14"/>
                  </a:lnTo>
                  <a:lnTo>
                    <a:pt x="411" y="14"/>
                  </a:lnTo>
                  <a:lnTo>
                    <a:pt x="411" y="12"/>
                  </a:lnTo>
                  <a:lnTo>
                    <a:pt x="409" y="12"/>
                  </a:lnTo>
                  <a:lnTo>
                    <a:pt x="406" y="12"/>
                  </a:lnTo>
                  <a:lnTo>
                    <a:pt x="404" y="12"/>
                  </a:lnTo>
                  <a:lnTo>
                    <a:pt x="401" y="12"/>
                  </a:lnTo>
                  <a:lnTo>
                    <a:pt x="399" y="12"/>
                  </a:lnTo>
                  <a:lnTo>
                    <a:pt x="396" y="14"/>
                  </a:lnTo>
                  <a:lnTo>
                    <a:pt x="396" y="16"/>
                  </a:lnTo>
                  <a:lnTo>
                    <a:pt x="396" y="16"/>
                  </a:lnTo>
                  <a:lnTo>
                    <a:pt x="397" y="17"/>
                  </a:lnTo>
                  <a:close/>
                  <a:moveTo>
                    <a:pt x="363" y="6"/>
                  </a:moveTo>
                  <a:lnTo>
                    <a:pt x="367" y="6"/>
                  </a:lnTo>
                  <a:lnTo>
                    <a:pt x="368" y="6"/>
                  </a:lnTo>
                  <a:lnTo>
                    <a:pt x="368" y="4"/>
                  </a:lnTo>
                  <a:lnTo>
                    <a:pt x="368" y="4"/>
                  </a:lnTo>
                  <a:lnTo>
                    <a:pt x="362" y="0"/>
                  </a:lnTo>
                  <a:lnTo>
                    <a:pt x="358" y="2"/>
                  </a:lnTo>
                  <a:lnTo>
                    <a:pt x="357" y="4"/>
                  </a:lnTo>
                  <a:lnTo>
                    <a:pt x="360" y="6"/>
                  </a:lnTo>
                  <a:lnTo>
                    <a:pt x="363" y="6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31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98B54CF2-500C-4CF7-8A0D-61DDD77192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7259" y="2037115"/>
              <a:ext cx="1117971" cy="1864245"/>
            </a:xfrm>
            <a:custGeom>
              <a:avLst/>
              <a:gdLst>
                <a:gd name="T0" fmla="*/ 172 w 776"/>
                <a:gd name="T1" fmla="*/ 83 h 1294"/>
                <a:gd name="T2" fmla="*/ 209 w 776"/>
                <a:gd name="T3" fmla="*/ 24 h 1294"/>
                <a:gd name="T4" fmla="*/ 178 w 776"/>
                <a:gd name="T5" fmla="*/ 29 h 1294"/>
                <a:gd name="T6" fmla="*/ 117 w 776"/>
                <a:gd name="T7" fmla="*/ 22 h 1294"/>
                <a:gd name="T8" fmla="*/ 119 w 776"/>
                <a:gd name="T9" fmla="*/ 44 h 1294"/>
                <a:gd name="T10" fmla="*/ 672 w 776"/>
                <a:gd name="T11" fmla="*/ 246 h 1294"/>
                <a:gd name="T12" fmla="*/ 657 w 776"/>
                <a:gd name="T13" fmla="*/ 30 h 1294"/>
                <a:gd name="T14" fmla="*/ 645 w 776"/>
                <a:gd name="T15" fmla="*/ 41 h 1294"/>
                <a:gd name="T16" fmla="*/ 688 w 776"/>
                <a:gd name="T17" fmla="*/ 409 h 1294"/>
                <a:gd name="T18" fmla="*/ 644 w 776"/>
                <a:gd name="T19" fmla="*/ 78 h 1294"/>
                <a:gd name="T20" fmla="*/ 623 w 776"/>
                <a:gd name="T21" fmla="*/ 59 h 1294"/>
                <a:gd name="T22" fmla="*/ 294 w 776"/>
                <a:gd name="T23" fmla="*/ 100 h 1294"/>
                <a:gd name="T24" fmla="*/ 53 w 776"/>
                <a:gd name="T25" fmla="*/ 334 h 1294"/>
                <a:gd name="T26" fmla="*/ 307 w 776"/>
                <a:gd name="T27" fmla="*/ 3 h 1294"/>
                <a:gd name="T28" fmla="*/ 382 w 776"/>
                <a:gd name="T29" fmla="*/ 44 h 1294"/>
                <a:gd name="T30" fmla="*/ 686 w 776"/>
                <a:gd name="T31" fmla="*/ 275 h 1294"/>
                <a:gd name="T32" fmla="*/ 669 w 776"/>
                <a:gd name="T33" fmla="*/ 261 h 1294"/>
                <a:gd name="T34" fmla="*/ 666 w 776"/>
                <a:gd name="T35" fmla="*/ 233 h 1294"/>
                <a:gd name="T36" fmla="*/ 647 w 776"/>
                <a:gd name="T37" fmla="*/ 244 h 1294"/>
                <a:gd name="T38" fmla="*/ 674 w 776"/>
                <a:gd name="T39" fmla="*/ 285 h 1294"/>
                <a:gd name="T40" fmla="*/ 615 w 776"/>
                <a:gd name="T41" fmla="*/ 217 h 1294"/>
                <a:gd name="T42" fmla="*/ 676 w 776"/>
                <a:gd name="T43" fmla="*/ 399 h 1294"/>
                <a:gd name="T44" fmla="*/ 647 w 776"/>
                <a:gd name="T45" fmla="*/ 402 h 1294"/>
                <a:gd name="T46" fmla="*/ 613 w 776"/>
                <a:gd name="T47" fmla="*/ 238 h 1294"/>
                <a:gd name="T48" fmla="*/ 730 w 776"/>
                <a:gd name="T49" fmla="*/ 448 h 1294"/>
                <a:gd name="T50" fmla="*/ 664 w 776"/>
                <a:gd name="T51" fmla="*/ 421 h 1294"/>
                <a:gd name="T52" fmla="*/ 579 w 776"/>
                <a:gd name="T53" fmla="*/ 356 h 1294"/>
                <a:gd name="T54" fmla="*/ 593 w 776"/>
                <a:gd name="T55" fmla="*/ 278 h 1294"/>
                <a:gd name="T56" fmla="*/ 591 w 776"/>
                <a:gd name="T57" fmla="*/ 224 h 1294"/>
                <a:gd name="T58" fmla="*/ 608 w 776"/>
                <a:gd name="T59" fmla="*/ 200 h 1294"/>
                <a:gd name="T60" fmla="*/ 635 w 776"/>
                <a:gd name="T61" fmla="*/ 183 h 1294"/>
                <a:gd name="T62" fmla="*/ 645 w 776"/>
                <a:gd name="T63" fmla="*/ 173 h 1294"/>
                <a:gd name="T64" fmla="*/ 650 w 776"/>
                <a:gd name="T65" fmla="*/ 153 h 1294"/>
                <a:gd name="T66" fmla="*/ 684 w 776"/>
                <a:gd name="T67" fmla="*/ 122 h 1294"/>
                <a:gd name="T68" fmla="*/ 645 w 776"/>
                <a:gd name="T69" fmla="*/ 86 h 1294"/>
                <a:gd name="T70" fmla="*/ 635 w 776"/>
                <a:gd name="T71" fmla="*/ 110 h 1294"/>
                <a:gd name="T72" fmla="*/ 604 w 776"/>
                <a:gd name="T73" fmla="*/ 110 h 1294"/>
                <a:gd name="T74" fmla="*/ 576 w 776"/>
                <a:gd name="T75" fmla="*/ 107 h 1294"/>
                <a:gd name="T76" fmla="*/ 579 w 776"/>
                <a:gd name="T77" fmla="*/ 83 h 1294"/>
                <a:gd name="T78" fmla="*/ 543 w 776"/>
                <a:gd name="T79" fmla="*/ 102 h 1294"/>
                <a:gd name="T80" fmla="*/ 504 w 776"/>
                <a:gd name="T81" fmla="*/ 98 h 1294"/>
                <a:gd name="T82" fmla="*/ 447 w 776"/>
                <a:gd name="T83" fmla="*/ 88 h 1294"/>
                <a:gd name="T84" fmla="*/ 423 w 776"/>
                <a:gd name="T85" fmla="*/ 66 h 1294"/>
                <a:gd name="T86" fmla="*/ 379 w 776"/>
                <a:gd name="T87" fmla="*/ 68 h 1294"/>
                <a:gd name="T88" fmla="*/ 340 w 776"/>
                <a:gd name="T89" fmla="*/ 32 h 1294"/>
                <a:gd name="T90" fmla="*/ 302 w 776"/>
                <a:gd name="T91" fmla="*/ 27 h 1294"/>
                <a:gd name="T92" fmla="*/ 275 w 776"/>
                <a:gd name="T93" fmla="*/ 25 h 1294"/>
                <a:gd name="T94" fmla="*/ 265 w 776"/>
                <a:gd name="T95" fmla="*/ 19 h 1294"/>
                <a:gd name="T96" fmla="*/ 243 w 776"/>
                <a:gd name="T97" fmla="*/ 30 h 1294"/>
                <a:gd name="T98" fmla="*/ 277 w 776"/>
                <a:gd name="T99" fmla="*/ 42 h 1294"/>
                <a:gd name="T100" fmla="*/ 321 w 776"/>
                <a:gd name="T101" fmla="*/ 100 h 1294"/>
                <a:gd name="T102" fmla="*/ 273 w 776"/>
                <a:gd name="T103" fmla="*/ 109 h 1294"/>
                <a:gd name="T104" fmla="*/ 195 w 776"/>
                <a:gd name="T105" fmla="*/ 97 h 1294"/>
                <a:gd name="T106" fmla="*/ 163 w 776"/>
                <a:gd name="T107" fmla="*/ 119 h 1294"/>
                <a:gd name="T108" fmla="*/ 155 w 776"/>
                <a:gd name="T109" fmla="*/ 137 h 1294"/>
                <a:gd name="T110" fmla="*/ 139 w 776"/>
                <a:gd name="T111" fmla="*/ 148 h 1294"/>
                <a:gd name="T112" fmla="*/ 117 w 776"/>
                <a:gd name="T113" fmla="*/ 153 h 1294"/>
                <a:gd name="T114" fmla="*/ 97 w 776"/>
                <a:gd name="T115" fmla="*/ 214 h 1294"/>
                <a:gd name="T116" fmla="*/ 54 w 776"/>
                <a:gd name="T117" fmla="*/ 265 h 1294"/>
                <a:gd name="T118" fmla="*/ 39 w 776"/>
                <a:gd name="T119" fmla="*/ 304 h 1294"/>
                <a:gd name="T120" fmla="*/ 85 w 776"/>
                <a:gd name="T121" fmla="*/ 324 h 1294"/>
                <a:gd name="T122" fmla="*/ 51 w 776"/>
                <a:gd name="T123" fmla="*/ 362 h 1294"/>
                <a:gd name="T124" fmla="*/ 15 w 776"/>
                <a:gd name="T125" fmla="*/ 351 h 1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76" h="1294">
                  <a:moveTo>
                    <a:pt x="119" y="25"/>
                  </a:moveTo>
                  <a:lnTo>
                    <a:pt x="121" y="29"/>
                  </a:lnTo>
                  <a:lnTo>
                    <a:pt x="121" y="29"/>
                  </a:lnTo>
                  <a:lnTo>
                    <a:pt x="121" y="30"/>
                  </a:lnTo>
                  <a:lnTo>
                    <a:pt x="121" y="30"/>
                  </a:lnTo>
                  <a:lnTo>
                    <a:pt x="121" y="32"/>
                  </a:lnTo>
                  <a:lnTo>
                    <a:pt x="121" y="32"/>
                  </a:lnTo>
                  <a:lnTo>
                    <a:pt x="121" y="32"/>
                  </a:lnTo>
                  <a:lnTo>
                    <a:pt x="121" y="32"/>
                  </a:lnTo>
                  <a:lnTo>
                    <a:pt x="121" y="34"/>
                  </a:lnTo>
                  <a:lnTo>
                    <a:pt x="122" y="36"/>
                  </a:lnTo>
                  <a:lnTo>
                    <a:pt x="124" y="44"/>
                  </a:lnTo>
                  <a:lnTo>
                    <a:pt x="124" y="46"/>
                  </a:lnTo>
                  <a:lnTo>
                    <a:pt x="126" y="49"/>
                  </a:lnTo>
                  <a:lnTo>
                    <a:pt x="126" y="49"/>
                  </a:lnTo>
                  <a:lnTo>
                    <a:pt x="127" y="49"/>
                  </a:lnTo>
                  <a:lnTo>
                    <a:pt x="127" y="49"/>
                  </a:lnTo>
                  <a:lnTo>
                    <a:pt x="129" y="51"/>
                  </a:lnTo>
                  <a:lnTo>
                    <a:pt x="129" y="58"/>
                  </a:lnTo>
                  <a:lnTo>
                    <a:pt x="129" y="59"/>
                  </a:lnTo>
                  <a:lnTo>
                    <a:pt x="131" y="59"/>
                  </a:lnTo>
                  <a:lnTo>
                    <a:pt x="132" y="59"/>
                  </a:lnTo>
                  <a:lnTo>
                    <a:pt x="134" y="61"/>
                  </a:lnTo>
                  <a:lnTo>
                    <a:pt x="134" y="61"/>
                  </a:lnTo>
                  <a:lnTo>
                    <a:pt x="136" y="63"/>
                  </a:lnTo>
                  <a:lnTo>
                    <a:pt x="136" y="63"/>
                  </a:lnTo>
                  <a:lnTo>
                    <a:pt x="139" y="64"/>
                  </a:lnTo>
                  <a:lnTo>
                    <a:pt x="143" y="68"/>
                  </a:lnTo>
                  <a:lnTo>
                    <a:pt x="144" y="68"/>
                  </a:lnTo>
                  <a:lnTo>
                    <a:pt x="144" y="68"/>
                  </a:lnTo>
                  <a:lnTo>
                    <a:pt x="144" y="68"/>
                  </a:lnTo>
                  <a:lnTo>
                    <a:pt x="144" y="69"/>
                  </a:lnTo>
                  <a:lnTo>
                    <a:pt x="144" y="69"/>
                  </a:lnTo>
                  <a:lnTo>
                    <a:pt x="144" y="69"/>
                  </a:lnTo>
                  <a:lnTo>
                    <a:pt x="146" y="71"/>
                  </a:lnTo>
                  <a:lnTo>
                    <a:pt x="148" y="71"/>
                  </a:lnTo>
                  <a:lnTo>
                    <a:pt x="149" y="73"/>
                  </a:lnTo>
                  <a:lnTo>
                    <a:pt x="151" y="73"/>
                  </a:lnTo>
                  <a:lnTo>
                    <a:pt x="151" y="73"/>
                  </a:lnTo>
                  <a:lnTo>
                    <a:pt x="156" y="75"/>
                  </a:lnTo>
                  <a:lnTo>
                    <a:pt x="160" y="76"/>
                  </a:lnTo>
                  <a:lnTo>
                    <a:pt x="163" y="78"/>
                  </a:lnTo>
                  <a:lnTo>
                    <a:pt x="166" y="80"/>
                  </a:lnTo>
                  <a:lnTo>
                    <a:pt x="168" y="83"/>
                  </a:lnTo>
                  <a:lnTo>
                    <a:pt x="170" y="83"/>
                  </a:lnTo>
                  <a:lnTo>
                    <a:pt x="172" y="83"/>
                  </a:lnTo>
                  <a:lnTo>
                    <a:pt x="182" y="75"/>
                  </a:lnTo>
                  <a:lnTo>
                    <a:pt x="190" y="69"/>
                  </a:lnTo>
                  <a:lnTo>
                    <a:pt x="190" y="69"/>
                  </a:lnTo>
                  <a:lnTo>
                    <a:pt x="190" y="68"/>
                  </a:lnTo>
                  <a:lnTo>
                    <a:pt x="192" y="66"/>
                  </a:lnTo>
                  <a:lnTo>
                    <a:pt x="195" y="66"/>
                  </a:lnTo>
                  <a:lnTo>
                    <a:pt x="195" y="66"/>
                  </a:lnTo>
                  <a:lnTo>
                    <a:pt x="197" y="66"/>
                  </a:lnTo>
                  <a:lnTo>
                    <a:pt x="197" y="64"/>
                  </a:lnTo>
                  <a:lnTo>
                    <a:pt x="199" y="63"/>
                  </a:lnTo>
                  <a:lnTo>
                    <a:pt x="200" y="61"/>
                  </a:lnTo>
                  <a:lnTo>
                    <a:pt x="205" y="53"/>
                  </a:lnTo>
                  <a:lnTo>
                    <a:pt x="205" y="53"/>
                  </a:lnTo>
                  <a:lnTo>
                    <a:pt x="207" y="53"/>
                  </a:lnTo>
                  <a:lnTo>
                    <a:pt x="209" y="54"/>
                  </a:lnTo>
                  <a:lnTo>
                    <a:pt x="209" y="54"/>
                  </a:lnTo>
                  <a:lnTo>
                    <a:pt x="211" y="54"/>
                  </a:lnTo>
                  <a:lnTo>
                    <a:pt x="212" y="56"/>
                  </a:lnTo>
                  <a:lnTo>
                    <a:pt x="214" y="54"/>
                  </a:lnTo>
                  <a:lnTo>
                    <a:pt x="212" y="53"/>
                  </a:lnTo>
                  <a:lnTo>
                    <a:pt x="212" y="53"/>
                  </a:lnTo>
                  <a:lnTo>
                    <a:pt x="212" y="51"/>
                  </a:lnTo>
                  <a:lnTo>
                    <a:pt x="212" y="47"/>
                  </a:lnTo>
                  <a:lnTo>
                    <a:pt x="212" y="46"/>
                  </a:lnTo>
                  <a:lnTo>
                    <a:pt x="214" y="44"/>
                  </a:lnTo>
                  <a:lnTo>
                    <a:pt x="216" y="44"/>
                  </a:lnTo>
                  <a:lnTo>
                    <a:pt x="217" y="44"/>
                  </a:lnTo>
                  <a:lnTo>
                    <a:pt x="217" y="44"/>
                  </a:lnTo>
                  <a:lnTo>
                    <a:pt x="219" y="42"/>
                  </a:lnTo>
                  <a:lnTo>
                    <a:pt x="219" y="41"/>
                  </a:lnTo>
                  <a:lnTo>
                    <a:pt x="219" y="39"/>
                  </a:lnTo>
                  <a:lnTo>
                    <a:pt x="219" y="37"/>
                  </a:lnTo>
                  <a:lnTo>
                    <a:pt x="217" y="36"/>
                  </a:lnTo>
                  <a:lnTo>
                    <a:pt x="217" y="36"/>
                  </a:lnTo>
                  <a:lnTo>
                    <a:pt x="216" y="36"/>
                  </a:lnTo>
                  <a:lnTo>
                    <a:pt x="214" y="36"/>
                  </a:lnTo>
                  <a:lnTo>
                    <a:pt x="214" y="37"/>
                  </a:lnTo>
                  <a:lnTo>
                    <a:pt x="214" y="36"/>
                  </a:lnTo>
                  <a:lnTo>
                    <a:pt x="212" y="36"/>
                  </a:lnTo>
                  <a:lnTo>
                    <a:pt x="212" y="34"/>
                  </a:lnTo>
                  <a:lnTo>
                    <a:pt x="212" y="30"/>
                  </a:lnTo>
                  <a:lnTo>
                    <a:pt x="212" y="29"/>
                  </a:lnTo>
                  <a:lnTo>
                    <a:pt x="211" y="29"/>
                  </a:lnTo>
                  <a:lnTo>
                    <a:pt x="211" y="27"/>
                  </a:lnTo>
                  <a:lnTo>
                    <a:pt x="211" y="25"/>
                  </a:lnTo>
                  <a:lnTo>
                    <a:pt x="209" y="24"/>
                  </a:lnTo>
                  <a:lnTo>
                    <a:pt x="209" y="24"/>
                  </a:lnTo>
                  <a:lnTo>
                    <a:pt x="207" y="24"/>
                  </a:lnTo>
                  <a:lnTo>
                    <a:pt x="205" y="25"/>
                  </a:lnTo>
                  <a:lnTo>
                    <a:pt x="204" y="25"/>
                  </a:lnTo>
                  <a:lnTo>
                    <a:pt x="204" y="25"/>
                  </a:lnTo>
                  <a:lnTo>
                    <a:pt x="202" y="24"/>
                  </a:lnTo>
                  <a:lnTo>
                    <a:pt x="202" y="24"/>
                  </a:lnTo>
                  <a:lnTo>
                    <a:pt x="200" y="24"/>
                  </a:lnTo>
                  <a:lnTo>
                    <a:pt x="200" y="24"/>
                  </a:lnTo>
                  <a:lnTo>
                    <a:pt x="200" y="25"/>
                  </a:lnTo>
                  <a:lnTo>
                    <a:pt x="200" y="27"/>
                  </a:lnTo>
                  <a:lnTo>
                    <a:pt x="199" y="27"/>
                  </a:lnTo>
                  <a:lnTo>
                    <a:pt x="197" y="25"/>
                  </a:lnTo>
                  <a:lnTo>
                    <a:pt x="197" y="25"/>
                  </a:lnTo>
                  <a:lnTo>
                    <a:pt x="199" y="24"/>
                  </a:lnTo>
                  <a:lnTo>
                    <a:pt x="199" y="24"/>
                  </a:lnTo>
                  <a:lnTo>
                    <a:pt x="199" y="22"/>
                  </a:lnTo>
                  <a:lnTo>
                    <a:pt x="197" y="20"/>
                  </a:lnTo>
                  <a:lnTo>
                    <a:pt x="195" y="19"/>
                  </a:lnTo>
                  <a:lnTo>
                    <a:pt x="194" y="20"/>
                  </a:lnTo>
                  <a:lnTo>
                    <a:pt x="192" y="20"/>
                  </a:lnTo>
                  <a:lnTo>
                    <a:pt x="190" y="22"/>
                  </a:lnTo>
                  <a:lnTo>
                    <a:pt x="190" y="24"/>
                  </a:lnTo>
                  <a:lnTo>
                    <a:pt x="190" y="27"/>
                  </a:lnTo>
                  <a:lnTo>
                    <a:pt x="190" y="27"/>
                  </a:lnTo>
                  <a:lnTo>
                    <a:pt x="188" y="27"/>
                  </a:lnTo>
                  <a:lnTo>
                    <a:pt x="190" y="29"/>
                  </a:lnTo>
                  <a:lnTo>
                    <a:pt x="190" y="29"/>
                  </a:lnTo>
                  <a:lnTo>
                    <a:pt x="190" y="29"/>
                  </a:lnTo>
                  <a:lnTo>
                    <a:pt x="192" y="29"/>
                  </a:lnTo>
                  <a:lnTo>
                    <a:pt x="192" y="29"/>
                  </a:lnTo>
                  <a:lnTo>
                    <a:pt x="190" y="30"/>
                  </a:lnTo>
                  <a:lnTo>
                    <a:pt x="192" y="32"/>
                  </a:lnTo>
                  <a:lnTo>
                    <a:pt x="192" y="34"/>
                  </a:lnTo>
                  <a:lnTo>
                    <a:pt x="192" y="36"/>
                  </a:lnTo>
                  <a:lnTo>
                    <a:pt x="192" y="37"/>
                  </a:lnTo>
                  <a:lnTo>
                    <a:pt x="192" y="37"/>
                  </a:lnTo>
                  <a:lnTo>
                    <a:pt x="188" y="30"/>
                  </a:lnTo>
                  <a:lnTo>
                    <a:pt x="187" y="29"/>
                  </a:lnTo>
                  <a:lnTo>
                    <a:pt x="187" y="27"/>
                  </a:lnTo>
                  <a:lnTo>
                    <a:pt x="187" y="25"/>
                  </a:lnTo>
                  <a:lnTo>
                    <a:pt x="185" y="24"/>
                  </a:lnTo>
                  <a:lnTo>
                    <a:pt x="183" y="25"/>
                  </a:lnTo>
                  <a:lnTo>
                    <a:pt x="182" y="27"/>
                  </a:lnTo>
                  <a:lnTo>
                    <a:pt x="180" y="29"/>
                  </a:lnTo>
                  <a:lnTo>
                    <a:pt x="178" y="29"/>
                  </a:lnTo>
                  <a:lnTo>
                    <a:pt x="177" y="30"/>
                  </a:lnTo>
                  <a:lnTo>
                    <a:pt x="175" y="37"/>
                  </a:lnTo>
                  <a:lnTo>
                    <a:pt x="175" y="39"/>
                  </a:lnTo>
                  <a:lnTo>
                    <a:pt x="175" y="37"/>
                  </a:lnTo>
                  <a:lnTo>
                    <a:pt x="173" y="34"/>
                  </a:lnTo>
                  <a:lnTo>
                    <a:pt x="173" y="32"/>
                  </a:lnTo>
                  <a:lnTo>
                    <a:pt x="170" y="32"/>
                  </a:lnTo>
                  <a:lnTo>
                    <a:pt x="170" y="30"/>
                  </a:lnTo>
                  <a:lnTo>
                    <a:pt x="168" y="30"/>
                  </a:lnTo>
                  <a:lnTo>
                    <a:pt x="166" y="29"/>
                  </a:lnTo>
                  <a:lnTo>
                    <a:pt x="163" y="30"/>
                  </a:lnTo>
                  <a:lnTo>
                    <a:pt x="161" y="32"/>
                  </a:lnTo>
                  <a:lnTo>
                    <a:pt x="160" y="34"/>
                  </a:lnTo>
                  <a:lnTo>
                    <a:pt x="155" y="34"/>
                  </a:lnTo>
                  <a:lnTo>
                    <a:pt x="149" y="36"/>
                  </a:lnTo>
                  <a:lnTo>
                    <a:pt x="146" y="41"/>
                  </a:lnTo>
                  <a:lnTo>
                    <a:pt x="146" y="39"/>
                  </a:lnTo>
                  <a:lnTo>
                    <a:pt x="144" y="37"/>
                  </a:lnTo>
                  <a:lnTo>
                    <a:pt x="143" y="36"/>
                  </a:lnTo>
                  <a:lnTo>
                    <a:pt x="143" y="36"/>
                  </a:lnTo>
                  <a:lnTo>
                    <a:pt x="144" y="32"/>
                  </a:lnTo>
                  <a:lnTo>
                    <a:pt x="143" y="30"/>
                  </a:lnTo>
                  <a:lnTo>
                    <a:pt x="141" y="32"/>
                  </a:lnTo>
                  <a:lnTo>
                    <a:pt x="138" y="36"/>
                  </a:lnTo>
                  <a:lnTo>
                    <a:pt x="138" y="37"/>
                  </a:lnTo>
                  <a:lnTo>
                    <a:pt x="136" y="37"/>
                  </a:lnTo>
                  <a:lnTo>
                    <a:pt x="136" y="37"/>
                  </a:lnTo>
                  <a:lnTo>
                    <a:pt x="134" y="36"/>
                  </a:lnTo>
                  <a:lnTo>
                    <a:pt x="134" y="34"/>
                  </a:lnTo>
                  <a:lnTo>
                    <a:pt x="138" y="32"/>
                  </a:lnTo>
                  <a:lnTo>
                    <a:pt x="138" y="30"/>
                  </a:lnTo>
                  <a:lnTo>
                    <a:pt x="138" y="29"/>
                  </a:lnTo>
                  <a:lnTo>
                    <a:pt x="138" y="27"/>
                  </a:lnTo>
                  <a:lnTo>
                    <a:pt x="136" y="27"/>
                  </a:lnTo>
                  <a:lnTo>
                    <a:pt x="134" y="25"/>
                  </a:lnTo>
                  <a:lnTo>
                    <a:pt x="134" y="25"/>
                  </a:lnTo>
                  <a:lnTo>
                    <a:pt x="132" y="27"/>
                  </a:lnTo>
                  <a:lnTo>
                    <a:pt x="132" y="27"/>
                  </a:lnTo>
                  <a:lnTo>
                    <a:pt x="131" y="29"/>
                  </a:lnTo>
                  <a:lnTo>
                    <a:pt x="131" y="27"/>
                  </a:lnTo>
                  <a:lnTo>
                    <a:pt x="124" y="20"/>
                  </a:lnTo>
                  <a:lnTo>
                    <a:pt x="121" y="15"/>
                  </a:lnTo>
                  <a:lnTo>
                    <a:pt x="119" y="17"/>
                  </a:lnTo>
                  <a:lnTo>
                    <a:pt x="119" y="19"/>
                  </a:lnTo>
                  <a:lnTo>
                    <a:pt x="117" y="20"/>
                  </a:lnTo>
                  <a:lnTo>
                    <a:pt x="117" y="22"/>
                  </a:lnTo>
                  <a:lnTo>
                    <a:pt x="119" y="24"/>
                  </a:lnTo>
                  <a:lnTo>
                    <a:pt x="119" y="25"/>
                  </a:lnTo>
                  <a:close/>
                  <a:moveTo>
                    <a:pt x="88" y="71"/>
                  </a:moveTo>
                  <a:lnTo>
                    <a:pt x="90" y="73"/>
                  </a:lnTo>
                  <a:lnTo>
                    <a:pt x="92" y="73"/>
                  </a:lnTo>
                  <a:lnTo>
                    <a:pt x="93" y="75"/>
                  </a:lnTo>
                  <a:lnTo>
                    <a:pt x="97" y="75"/>
                  </a:lnTo>
                  <a:lnTo>
                    <a:pt x="98" y="75"/>
                  </a:lnTo>
                  <a:lnTo>
                    <a:pt x="107" y="71"/>
                  </a:lnTo>
                  <a:lnTo>
                    <a:pt x="110" y="69"/>
                  </a:lnTo>
                  <a:lnTo>
                    <a:pt x="112" y="69"/>
                  </a:lnTo>
                  <a:lnTo>
                    <a:pt x="114" y="69"/>
                  </a:lnTo>
                  <a:lnTo>
                    <a:pt x="115" y="69"/>
                  </a:lnTo>
                  <a:lnTo>
                    <a:pt x="117" y="71"/>
                  </a:lnTo>
                  <a:lnTo>
                    <a:pt x="119" y="71"/>
                  </a:lnTo>
                  <a:lnTo>
                    <a:pt x="121" y="71"/>
                  </a:lnTo>
                  <a:lnTo>
                    <a:pt x="124" y="73"/>
                  </a:lnTo>
                  <a:lnTo>
                    <a:pt x="127" y="75"/>
                  </a:lnTo>
                  <a:lnTo>
                    <a:pt x="129" y="75"/>
                  </a:lnTo>
                  <a:lnTo>
                    <a:pt x="131" y="75"/>
                  </a:lnTo>
                  <a:lnTo>
                    <a:pt x="136" y="75"/>
                  </a:lnTo>
                  <a:lnTo>
                    <a:pt x="139" y="73"/>
                  </a:lnTo>
                  <a:lnTo>
                    <a:pt x="141" y="71"/>
                  </a:lnTo>
                  <a:lnTo>
                    <a:pt x="141" y="71"/>
                  </a:lnTo>
                  <a:lnTo>
                    <a:pt x="141" y="69"/>
                  </a:lnTo>
                  <a:lnTo>
                    <a:pt x="141" y="68"/>
                  </a:lnTo>
                  <a:lnTo>
                    <a:pt x="139" y="68"/>
                  </a:lnTo>
                  <a:lnTo>
                    <a:pt x="136" y="64"/>
                  </a:lnTo>
                  <a:lnTo>
                    <a:pt x="134" y="63"/>
                  </a:lnTo>
                  <a:lnTo>
                    <a:pt x="132" y="63"/>
                  </a:lnTo>
                  <a:lnTo>
                    <a:pt x="132" y="63"/>
                  </a:lnTo>
                  <a:lnTo>
                    <a:pt x="129" y="63"/>
                  </a:lnTo>
                  <a:lnTo>
                    <a:pt x="127" y="63"/>
                  </a:lnTo>
                  <a:lnTo>
                    <a:pt x="127" y="63"/>
                  </a:lnTo>
                  <a:lnTo>
                    <a:pt x="126" y="63"/>
                  </a:lnTo>
                  <a:lnTo>
                    <a:pt x="126" y="63"/>
                  </a:lnTo>
                  <a:lnTo>
                    <a:pt x="126" y="63"/>
                  </a:lnTo>
                  <a:lnTo>
                    <a:pt x="126" y="63"/>
                  </a:lnTo>
                  <a:lnTo>
                    <a:pt x="126" y="61"/>
                  </a:lnTo>
                  <a:lnTo>
                    <a:pt x="126" y="59"/>
                  </a:lnTo>
                  <a:lnTo>
                    <a:pt x="126" y="56"/>
                  </a:lnTo>
                  <a:lnTo>
                    <a:pt x="126" y="54"/>
                  </a:lnTo>
                  <a:lnTo>
                    <a:pt x="124" y="51"/>
                  </a:lnTo>
                  <a:lnTo>
                    <a:pt x="121" y="49"/>
                  </a:lnTo>
                  <a:lnTo>
                    <a:pt x="119" y="47"/>
                  </a:lnTo>
                  <a:lnTo>
                    <a:pt x="119" y="44"/>
                  </a:lnTo>
                  <a:lnTo>
                    <a:pt x="119" y="42"/>
                  </a:lnTo>
                  <a:lnTo>
                    <a:pt x="121" y="41"/>
                  </a:lnTo>
                  <a:lnTo>
                    <a:pt x="121" y="41"/>
                  </a:lnTo>
                  <a:lnTo>
                    <a:pt x="119" y="37"/>
                  </a:lnTo>
                  <a:lnTo>
                    <a:pt x="117" y="34"/>
                  </a:lnTo>
                  <a:lnTo>
                    <a:pt x="117" y="32"/>
                  </a:lnTo>
                  <a:lnTo>
                    <a:pt x="115" y="30"/>
                  </a:lnTo>
                  <a:lnTo>
                    <a:pt x="114" y="30"/>
                  </a:lnTo>
                  <a:lnTo>
                    <a:pt x="114" y="32"/>
                  </a:lnTo>
                  <a:lnTo>
                    <a:pt x="112" y="32"/>
                  </a:lnTo>
                  <a:lnTo>
                    <a:pt x="110" y="32"/>
                  </a:lnTo>
                  <a:lnTo>
                    <a:pt x="109" y="32"/>
                  </a:lnTo>
                  <a:lnTo>
                    <a:pt x="105" y="37"/>
                  </a:lnTo>
                  <a:lnTo>
                    <a:pt x="105" y="37"/>
                  </a:lnTo>
                  <a:lnTo>
                    <a:pt x="104" y="39"/>
                  </a:lnTo>
                  <a:lnTo>
                    <a:pt x="102" y="41"/>
                  </a:lnTo>
                  <a:lnTo>
                    <a:pt x="102" y="41"/>
                  </a:lnTo>
                  <a:lnTo>
                    <a:pt x="98" y="44"/>
                  </a:lnTo>
                  <a:lnTo>
                    <a:pt x="100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104" y="47"/>
                  </a:lnTo>
                  <a:lnTo>
                    <a:pt x="104" y="49"/>
                  </a:lnTo>
                  <a:lnTo>
                    <a:pt x="102" y="49"/>
                  </a:lnTo>
                  <a:lnTo>
                    <a:pt x="104" y="58"/>
                  </a:lnTo>
                  <a:lnTo>
                    <a:pt x="104" y="59"/>
                  </a:lnTo>
                  <a:lnTo>
                    <a:pt x="102" y="61"/>
                  </a:lnTo>
                  <a:lnTo>
                    <a:pt x="100" y="63"/>
                  </a:lnTo>
                  <a:lnTo>
                    <a:pt x="98" y="63"/>
                  </a:lnTo>
                  <a:lnTo>
                    <a:pt x="97" y="63"/>
                  </a:lnTo>
                  <a:lnTo>
                    <a:pt x="93" y="61"/>
                  </a:lnTo>
                  <a:lnTo>
                    <a:pt x="92" y="61"/>
                  </a:lnTo>
                  <a:lnTo>
                    <a:pt x="92" y="63"/>
                  </a:lnTo>
                  <a:lnTo>
                    <a:pt x="92" y="66"/>
                  </a:lnTo>
                  <a:lnTo>
                    <a:pt x="92" y="68"/>
                  </a:lnTo>
                  <a:lnTo>
                    <a:pt x="92" y="68"/>
                  </a:lnTo>
                  <a:lnTo>
                    <a:pt x="88" y="68"/>
                  </a:lnTo>
                  <a:lnTo>
                    <a:pt x="88" y="68"/>
                  </a:lnTo>
                  <a:lnTo>
                    <a:pt x="88" y="69"/>
                  </a:lnTo>
                  <a:lnTo>
                    <a:pt x="88" y="69"/>
                  </a:lnTo>
                  <a:lnTo>
                    <a:pt x="88" y="71"/>
                  </a:lnTo>
                  <a:close/>
                  <a:moveTo>
                    <a:pt x="672" y="244"/>
                  </a:moveTo>
                  <a:lnTo>
                    <a:pt x="672" y="244"/>
                  </a:lnTo>
                  <a:lnTo>
                    <a:pt x="672" y="246"/>
                  </a:lnTo>
                  <a:lnTo>
                    <a:pt x="672" y="244"/>
                  </a:lnTo>
                  <a:lnTo>
                    <a:pt x="672" y="244"/>
                  </a:lnTo>
                  <a:lnTo>
                    <a:pt x="674" y="244"/>
                  </a:lnTo>
                  <a:lnTo>
                    <a:pt x="672" y="244"/>
                  </a:lnTo>
                  <a:lnTo>
                    <a:pt x="672" y="244"/>
                  </a:lnTo>
                  <a:close/>
                  <a:moveTo>
                    <a:pt x="525" y="83"/>
                  </a:moveTo>
                  <a:lnTo>
                    <a:pt x="528" y="81"/>
                  </a:lnTo>
                  <a:lnTo>
                    <a:pt x="528" y="81"/>
                  </a:lnTo>
                  <a:lnTo>
                    <a:pt x="526" y="81"/>
                  </a:lnTo>
                  <a:lnTo>
                    <a:pt x="525" y="81"/>
                  </a:lnTo>
                  <a:lnTo>
                    <a:pt x="523" y="81"/>
                  </a:lnTo>
                  <a:lnTo>
                    <a:pt x="521" y="83"/>
                  </a:lnTo>
                  <a:lnTo>
                    <a:pt x="523" y="83"/>
                  </a:lnTo>
                  <a:lnTo>
                    <a:pt x="525" y="83"/>
                  </a:lnTo>
                  <a:close/>
                  <a:moveTo>
                    <a:pt x="511" y="93"/>
                  </a:moveTo>
                  <a:lnTo>
                    <a:pt x="513" y="93"/>
                  </a:lnTo>
                  <a:lnTo>
                    <a:pt x="514" y="92"/>
                  </a:lnTo>
                  <a:lnTo>
                    <a:pt x="516" y="92"/>
                  </a:lnTo>
                  <a:lnTo>
                    <a:pt x="514" y="90"/>
                  </a:lnTo>
                  <a:lnTo>
                    <a:pt x="513" y="90"/>
                  </a:lnTo>
                  <a:lnTo>
                    <a:pt x="509" y="90"/>
                  </a:lnTo>
                  <a:lnTo>
                    <a:pt x="509" y="90"/>
                  </a:lnTo>
                  <a:lnTo>
                    <a:pt x="511" y="92"/>
                  </a:lnTo>
                  <a:lnTo>
                    <a:pt x="511" y="93"/>
                  </a:lnTo>
                  <a:close/>
                  <a:moveTo>
                    <a:pt x="506" y="97"/>
                  </a:moveTo>
                  <a:lnTo>
                    <a:pt x="508" y="98"/>
                  </a:lnTo>
                  <a:lnTo>
                    <a:pt x="509" y="98"/>
                  </a:lnTo>
                  <a:lnTo>
                    <a:pt x="511" y="98"/>
                  </a:lnTo>
                  <a:lnTo>
                    <a:pt x="511" y="97"/>
                  </a:lnTo>
                  <a:lnTo>
                    <a:pt x="511" y="95"/>
                  </a:lnTo>
                  <a:lnTo>
                    <a:pt x="509" y="95"/>
                  </a:lnTo>
                  <a:lnTo>
                    <a:pt x="509" y="93"/>
                  </a:lnTo>
                  <a:lnTo>
                    <a:pt x="508" y="93"/>
                  </a:lnTo>
                  <a:lnTo>
                    <a:pt x="506" y="93"/>
                  </a:lnTo>
                  <a:lnTo>
                    <a:pt x="504" y="92"/>
                  </a:lnTo>
                  <a:lnTo>
                    <a:pt x="506" y="95"/>
                  </a:lnTo>
                  <a:lnTo>
                    <a:pt x="506" y="97"/>
                  </a:lnTo>
                  <a:close/>
                  <a:moveTo>
                    <a:pt x="647" y="42"/>
                  </a:moveTo>
                  <a:lnTo>
                    <a:pt x="649" y="41"/>
                  </a:lnTo>
                  <a:lnTo>
                    <a:pt x="649" y="41"/>
                  </a:lnTo>
                  <a:lnTo>
                    <a:pt x="649" y="41"/>
                  </a:lnTo>
                  <a:lnTo>
                    <a:pt x="649" y="41"/>
                  </a:lnTo>
                  <a:lnTo>
                    <a:pt x="650" y="42"/>
                  </a:lnTo>
                  <a:lnTo>
                    <a:pt x="650" y="41"/>
                  </a:lnTo>
                  <a:lnTo>
                    <a:pt x="655" y="34"/>
                  </a:lnTo>
                  <a:lnTo>
                    <a:pt x="657" y="30"/>
                  </a:lnTo>
                  <a:lnTo>
                    <a:pt x="659" y="27"/>
                  </a:lnTo>
                  <a:lnTo>
                    <a:pt x="661" y="25"/>
                  </a:lnTo>
                  <a:lnTo>
                    <a:pt x="662" y="24"/>
                  </a:lnTo>
                  <a:lnTo>
                    <a:pt x="664" y="20"/>
                  </a:lnTo>
                  <a:lnTo>
                    <a:pt x="664" y="20"/>
                  </a:lnTo>
                  <a:lnTo>
                    <a:pt x="664" y="20"/>
                  </a:lnTo>
                  <a:lnTo>
                    <a:pt x="664" y="20"/>
                  </a:lnTo>
                  <a:lnTo>
                    <a:pt x="666" y="20"/>
                  </a:lnTo>
                  <a:lnTo>
                    <a:pt x="666" y="20"/>
                  </a:lnTo>
                  <a:lnTo>
                    <a:pt x="666" y="19"/>
                  </a:lnTo>
                  <a:lnTo>
                    <a:pt x="666" y="15"/>
                  </a:lnTo>
                  <a:lnTo>
                    <a:pt x="667" y="13"/>
                  </a:lnTo>
                  <a:lnTo>
                    <a:pt x="669" y="8"/>
                  </a:lnTo>
                  <a:lnTo>
                    <a:pt x="669" y="7"/>
                  </a:lnTo>
                  <a:lnTo>
                    <a:pt x="671" y="7"/>
                  </a:lnTo>
                  <a:lnTo>
                    <a:pt x="671" y="5"/>
                  </a:lnTo>
                  <a:lnTo>
                    <a:pt x="671" y="5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5"/>
                  </a:lnTo>
                  <a:lnTo>
                    <a:pt x="667" y="7"/>
                  </a:lnTo>
                  <a:lnTo>
                    <a:pt x="667" y="5"/>
                  </a:lnTo>
                  <a:lnTo>
                    <a:pt x="667" y="5"/>
                  </a:lnTo>
                  <a:lnTo>
                    <a:pt x="667" y="5"/>
                  </a:lnTo>
                  <a:lnTo>
                    <a:pt x="667" y="5"/>
                  </a:lnTo>
                  <a:lnTo>
                    <a:pt x="666" y="7"/>
                  </a:lnTo>
                  <a:lnTo>
                    <a:pt x="667" y="10"/>
                  </a:lnTo>
                  <a:lnTo>
                    <a:pt x="667" y="10"/>
                  </a:lnTo>
                  <a:lnTo>
                    <a:pt x="666" y="10"/>
                  </a:lnTo>
                  <a:lnTo>
                    <a:pt x="666" y="10"/>
                  </a:lnTo>
                  <a:lnTo>
                    <a:pt x="666" y="13"/>
                  </a:lnTo>
                  <a:lnTo>
                    <a:pt x="664" y="19"/>
                  </a:lnTo>
                  <a:lnTo>
                    <a:pt x="664" y="19"/>
                  </a:lnTo>
                  <a:lnTo>
                    <a:pt x="661" y="20"/>
                  </a:lnTo>
                  <a:lnTo>
                    <a:pt x="655" y="25"/>
                  </a:lnTo>
                  <a:lnTo>
                    <a:pt x="655" y="25"/>
                  </a:lnTo>
                  <a:lnTo>
                    <a:pt x="654" y="30"/>
                  </a:lnTo>
                  <a:lnTo>
                    <a:pt x="654" y="30"/>
                  </a:lnTo>
                  <a:lnTo>
                    <a:pt x="652" y="32"/>
                  </a:lnTo>
                  <a:lnTo>
                    <a:pt x="652" y="34"/>
                  </a:lnTo>
                  <a:lnTo>
                    <a:pt x="650" y="36"/>
                  </a:lnTo>
                  <a:lnTo>
                    <a:pt x="647" y="37"/>
                  </a:lnTo>
                  <a:lnTo>
                    <a:pt x="647" y="39"/>
                  </a:lnTo>
                  <a:lnTo>
                    <a:pt x="647" y="39"/>
                  </a:lnTo>
                  <a:lnTo>
                    <a:pt x="647" y="41"/>
                  </a:lnTo>
                  <a:lnTo>
                    <a:pt x="645" y="41"/>
                  </a:lnTo>
                  <a:lnTo>
                    <a:pt x="647" y="42"/>
                  </a:lnTo>
                  <a:lnTo>
                    <a:pt x="647" y="42"/>
                  </a:lnTo>
                  <a:close/>
                  <a:moveTo>
                    <a:pt x="672" y="100"/>
                  </a:moveTo>
                  <a:lnTo>
                    <a:pt x="674" y="100"/>
                  </a:lnTo>
                  <a:lnTo>
                    <a:pt x="674" y="100"/>
                  </a:lnTo>
                  <a:lnTo>
                    <a:pt x="676" y="98"/>
                  </a:lnTo>
                  <a:lnTo>
                    <a:pt x="676" y="98"/>
                  </a:lnTo>
                  <a:lnTo>
                    <a:pt x="674" y="97"/>
                  </a:lnTo>
                  <a:lnTo>
                    <a:pt x="674" y="95"/>
                  </a:lnTo>
                  <a:lnTo>
                    <a:pt x="672" y="97"/>
                  </a:lnTo>
                  <a:lnTo>
                    <a:pt x="672" y="97"/>
                  </a:lnTo>
                  <a:lnTo>
                    <a:pt x="672" y="100"/>
                  </a:lnTo>
                  <a:lnTo>
                    <a:pt x="672" y="100"/>
                  </a:lnTo>
                  <a:close/>
                  <a:moveTo>
                    <a:pt x="654" y="68"/>
                  </a:moveTo>
                  <a:lnTo>
                    <a:pt x="652" y="69"/>
                  </a:lnTo>
                  <a:lnTo>
                    <a:pt x="650" y="69"/>
                  </a:lnTo>
                  <a:lnTo>
                    <a:pt x="649" y="69"/>
                  </a:lnTo>
                  <a:lnTo>
                    <a:pt x="649" y="69"/>
                  </a:lnTo>
                  <a:lnTo>
                    <a:pt x="647" y="71"/>
                  </a:lnTo>
                  <a:lnTo>
                    <a:pt x="649" y="71"/>
                  </a:lnTo>
                  <a:lnTo>
                    <a:pt x="652" y="71"/>
                  </a:lnTo>
                  <a:lnTo>
                    <a:pt x="654" y="71"/>
                  </a:lnTo>
                  <a:lnTo>
                    <a:pt x="654" y="69"/>
                  </a:lnTo>
                  <a:lnTo>
                    <a:pt x="654" y="69"/>
                  </a:lnTo>
                  <a:lnTo>
                    <a:pt x="655" y="68"/>
                  </a:lnTo>
                  <a:lnTo>
                    <a:pt x="657" y="66"/>
                  </a:lnTo>
                  <a:lnTo>
                    <a:pt x="657" y="66"/>
                  </a:lnTo>
                  <a:lnTo>
                    <a:pt x="657" y="66"/>
                  </a:lnTo>
                  <a:lnTo>
                    <a:pt x="655" y="68"/>
                  </a:lnTo>
                  <a:lnTo>
                    <a:pt x="654" y="68"/>
                  </a:lnTo>
                  <a:close/>
                  <a:moveTo>
                    <a:pt x="688" y="404"/>
                  </a:moveTo>
                  <a:lnTo>
                    <a:pt x="688" y="404"/>
                  </a:lnTo>
                  <a:lnTo>
                    <a:pt x="688" y="404"/>
                  </a:lnTo>
                  <a:lnTo>
                    <a:pt x="686" y="402"/>
                  </a:lnTo>
                  <a:lnTo>
                    <a:pt x="684" y="404"/>
                  </a:lnTo>
                  <a:lnTo>
                    <a:pt x="684" y="404"/>
                  </a:lnTo>
                  <a:lnTo>
                    <a:pt x="684" y="406"/>
                  </a:lnTo>
                  <a:lnTo>
                    <a:pt x="684" y="407"/>
                  </a:lnTo>
                  <a:lnTo>
                    <a:pt x="684" y="409"/>
                  </a:lnTo>
                  <a:lnTo>
                    <a:pt x="684" y="409"/>
                  </a:lnTo>
                  <a:lnTo>
                    <a:pt x="684" y="409"/>
                  </a:lnTo>
                  <a:lnTo>
                    <a:pt x="684" y="409"/>
                  </a:lnTo>
                  <a:lnTo>
                    <a:pt x="684" y="409"/>
                  </a:lnTo>
                  <a:lnTo>
                    <a:pt x="686" y="409"/>
                  </a:lnTo>
                  <a:lnTo>
                    <a:pt x="686" y="409"/>
                  </a:lnTo>
                  <a:lnTo>
                    <a:pt x="688" y="409"/>
                  </a:lnTo>
                  <a:lnTo>
                    <a:pt x="688" y="409"/>
                  </a:lnTo>
                  <a:lnTo>
                    <a:pt x="688" y="409"/>
                  </a:lnTo>
                  <a:lnTo>
                    <a:pt x="688" y="411"/>
                  </a:lnTo>
                  <a:lnTo>
                    <a:pt x="688" y="413"/>
                  </a:lnTo>
                  <a:lnTo>
                    <a:pt x="689" y="414"/>
                  </a:lnTo>
                  <a:lnTo>
                    <a:pt x="689" y="416"/>
                  </a:lnTo>
                  <a:lnTo>
                    <a:pt x="691" y="416"/>
                  </a:lnTo>
                  <a:lnTo>
                    <a:pt x="693" y="416"/>
                  </a:lnTo>
                  <a:lnTo>
                    <a:pt x="693" y="416"/>
                  </a:lnTo>
                  <a:lnTo>
                    <a:pt x="693" y="418"/>
                  </a:lnTo>
                  <a:lnTo>
                    <a:pt x="693" y="418"/>
                  </a:lnTo>
                  <a:lnTo>
                    <a:pt x="694" y="418"/>
                  </a:lnTo>
                  <a:lnTo>
                    <a:pt x="696" y="418"/>
                  </a:lnTo>
                  <a:lnTo>
                    <a:pt x="696" y="416"/>
                  </a:lnTo>
                  <a:lnTo>
                    <a:pt x="698" y="414"/>
                  </a:lnTo>
                  <a:lnTo>
                    <a:pt x="698" y="413"/>
                  </a:lnTo>
                  <a:lnTo>
                    <a:pt x="698" y="413"/>
                  </a:lnTo>
                  <a:lnTo>
                    <a:pt x="696" y="413"/>
                  </a:lnTo>
                  <a:lnTo>
                    <a:pt x="696" y="413"/>
                  </a:lnTo>
                  <a:lnTo>
                    <a:pt x="694" y="411"/>
                  </a:lnTo>
                  <a:lnTo>
                    <a:pt x="694" y="411"/>
                  </a:lnTo>
                  <a:lnTo>
                    <a:pt x="696" y="409"/>
                  </a:lnTo>
                  <a:lnTo>
                    <a:pt x="694" y="404"/>
                  </a:lnTo>
                  <a:lnTo>
                    <a:pt x="694" y="402"/>
                  </a:lnTo>
                  <a:lnTo>
                    <a:pt x="693" y="401"/>
                  </a:lnTo>
                  <a:lnTo>
                    <a:pt x="691" y="401"/>
                  </a:lnTo>
                  <a:lnTo>
                    <a:pt x="691" y="399"/>
                  </a:lnTo>
                  <a:lnTo>
                    <a:pt x="691" y="399"/>
                  </a:lnTo>
                  <a:lnTo>
                    <a:pt x="689" y="399"/>
                  </a:lnTo>
                  <a:lnTo>
                    <a:pt x="688" y="399"/>
                  </a:lnTo>
                  <a:lnTo>
                    <a:pt x="688" y="401"/>
                  </a:lnTo>
                  <a:lnTo>
                    <a:pt x="688" y="404"/>
                  </a:lnTo>
                  <a:lnTo>
                    <a:pt x="688" y="404"/>
                  </a:lnTo>
                  <a:close/>
                  <a:moveTo>
                    <a:pt x="645" y="71"/>
                  </a:moveTo>
                  <a:lnTo>
                    <a:pt x="644" y="73"/>
                  </a:lnTo>
                  <a:lnTo>
                    <a:pt x="644" y="75"/>
                  </a:lnTo>
                  <a:lnTo>
                    <a:pt x="644" y="78"/>
                  </a:lnTo>
                  <a:lnTo>
                    <a:pt x="644" y="80"/>
                  </a:lnTo>
                  <a:lnTo>
                    <a:pt x="644" y="80"/>
                  </a:lnTo>
                  <a:lnTo>
                    <a:pt x="644" y="81"/>
                  </a:lnTo>
                  <a:lnTo>
                    <a:pt x="644" y="81"/>
                  </a:lnTo>
                  <a:lnTo>
                    <a:pt x="644" y="80"/>
                  </a:lnTo>
                  <a:lnTo>
                    <a:pt x="645" y="80"/>
                  </a:lnTo>
                  <a:lnTo>
                    <a:pt x="645" y="78"/>
                  </a:lnTo>
                  <a:lnTo>
                    <a:pt x="644" y="78"/>
                  </a:lnTo>
                  <a:lnTo>
                    <a:pt x="644" y="78"/>
                  </a:lnTo>
                  <a:lnTo>
                    <a:pt x="645" y="73"/>
                  </a:lnTo>
                  <a:lnTo>
                    <a:pt x="645" y="71"/>
                  </a:lnTo>
                  <a:close/>
                  <a:moveTo>
                    <a:pt x="615" y="93"/>
                  </a:moveTo>
                  <a:lnTo>
                    <a:pt x="615" y="95"/>
                  </a:lnTo>
                  <a:lnTo>
                    <a:pt x="616" y="95"/>
                  </a:lnTo>
                  <a:lnTo>
                    <a:pt x="618" y="95"/>
                  </a:lnTo>
                  <a:lnTo>
                    <a:pt x="618" y="95"/>
                  </a:lnTo>
                  <a:lnTo>
                    <a:pt x="620" y="95"/>
                  </a:lnTo>
                  <a:lnTo>
                    <a:pt x="621" y="95"/>
                  </a:lnTo>
                  <a:lnTo>
                    <a:pt x="621" y="93"/>
                  </a:lnTo>
                  <a:lnTo>
                    <a:pt x="623" y="93"/>
                  </a:lnTo>
                  <a:lnTo>
                    <a:pt x="627" y="92"/>
                  </a:lnTo>
                  <a:lnTo>
                    <a:pt x="630" y="90"/>
                  </a:lnTo>
                  <a:lnTo>
                    <a:pt x="630" y="88"/>
                  </a:lnTo>
                  <a:lnTo>
                    <a:pt x="628" y="86"/>
                  </a:lnTo>
                  <a:lnTo>
                    <a:pt x="627" y="88"/>
                  </a:lnTo>
                  <a:lnTo>
                    <a:pt x="625" y="90"/>
                  </a:lnTo>
                  <a:lnTo>
                    <a:pt x="623" y="92"/>
                  </a:lnTo>
                  <a:lnTo>
                    <a:pt x="623" y="92"/>
                  </a:lnTo>
                  <a:lnTo>
                    <a:pt x="621" y="92"/>
                  </a:lnTo>
                  <a:lnTo>
                    <a:pt x="621" y="92"/>
                  </a:lnTo>
                  <a:lnTo>
                    <a:pt x="620" y="92"/>
                  </a:lnTo>
                  <a:lnTo>
                    <a:pt x="621" y="90"/>
                  </a:lnTo>
                  <a:lnTo>
                    <a:pt x="621" y="90"/>
                  </a:lnTo>
                  <a:lnTo>
                    <a:pt x="621" y="90"/>
                  </a:lnTo>
                  <a:lnTo>
                    <a:pt x="620" y="88"/>
                  </a:lnTo>
                  <a:lnTo>
                    <a:pt x="620" y="90"/>
                  </a:lnTo>
                  <a:lnTo>
                    <a:pt x="618" y="92"/>
                  </a:lnTo>
                  <a:lnTo>
                    <a:pt x="616" y="92"/>
                  </a:lnTo>
                  <a:lnTo>
                    <a:pt x="616" y="92"/>
                  </a:lnTo>
                  <a:lnTo>
                    <a:pt x="615" y="92"/>
                  </a:lnTo>
                  <a:lnTo>
                    <a:pt x="615" y="90"/>
                  </a:lnTo>
                  <a:lnTo>
                    <a:pt x="615" y="92"/>
                  </a:lnTo>
                  <a:lnTo>
                    <a:pt x="615" y="92"/>
                  </a:lnTo>
                  <a:lnTo>
                    <a:pt x="615" y="93"/>
                  </a:lnTo>
                  <a:lnTo>
                    <a:pt x="615" y="93"/>
                  </a:lnTo>
                  <a:close/>
                  <a:moveTo>
                    <a:pt x="603" y="64"/>
                  </a:moveTo>
                  <a:lnTo>
                    <a:pt x="604" y="63"/>
                  </a:lnTo>
                  <a:lnTo>
                    <a:pt x="606" y="61"/>
                  </a:lnTo>
                  <a:lnTo>
                    <a:pt x="608" y="59"/>
                  </a:lnTo>
                  <a:lnTo>
                    <a:pt x="606" y="59"/>
                  </a:lnTo>
                  <a:lnTo>
                    <a:pt x="603" y="61"/>
                  </a:lnTo>
                  <a:lnTo>
                    <a:pt x="599" y="63"/>
                  </a:lnTo>
                  <a:lnTo>
                    <a:pt x="601" y="64"/>
                  </a:lnTo>
                  <a:lnTo>
                    <a:pt x="603" y="64"/>
                  </a:lnTo>
                  <a:close/>
                  <a:moveTo>
                    <a:pt x="623" y="59"/>
                  </a:moveTo>
                  <a:lnTo>
                    <a:pt x="623" y="59"/>
                  </a:lnTo>
                  <a:lnTo>
                    <a:pt x="625" y="59"/>
                  </a:lnTo>
                  <a:lnTo>
                    <a:pt x="627" y="58"/>
                  </a:lnTo>
                  <a:lnTo>
                    <a:pt x="628" y="56"/>
                  </a:lnTo>
                  <a:lnTo>
                    <a:pt x="628" y="56"/>
                  </a:lnTo>
                  <a:lnTo>
                    <a:pt x="628" y="56"/>
                  </a:lnTo>
                  <a:lnTo>
                    <a:pt x="630" y="56"/>
                  </a:lnTo>
                  <a:lnTo>
                    <a:pt x="630" y="56"/>
                  </a:lnTo>
                  <a:lnTo>
                    <a:pt x="630" y="56"/>
                  </a:lnTo>
                  <a:lnTo>
                    <a:pt x="632" y="56"/>
                  </a:lnTo>
                  <a:lnTo>
                    <a:pt x="635" y="54"/>
                  </a:lnTo>
                  <a:lnTo>
                    <a:pt x="637" y="51"/>
                  </a:lnTo>
                  <a:lnTo>
                    <a:pt x="637" y="51"/>
                  </a:lnTo>
                  <a:lnTo>
                    <a:pt x="638" y="51"/>
                  </a:lnTo>
                  <a:lnTo>
                    <a:pt x="642" y="47"/>
                  </a:lnTo>
                  <a:lnTo>
                    <a:pt x="644" y="46"/>
                  </a:lnTo>
                  <a:lnTo>
                    <a:pt x="645" y="44"/>
                  </a:lnTo>
                  <a:lnTo>
                    <a:pt x="644" y="42"/>
                  </a:lnTo>
                  <a:lnTo>
                    <a:pt x="644" y="44"/>
                  </a:lnTo>
                  <a:lnTo>
                    <a:pt x="642" y="44"/>
                  </a:lnTo>
                  <a:lnTo>
                    <a:pt x="640" y="47"/>
                  </a:lnTo>
                  <a:lnTo>
                    <a:pt x="637" y="47"/>
                  </a:lnTo>
                  <a:lnTo>
                    <a:pt x="635" y="49"/>
                  </a:lnTo>
                  <a:lnTo>
                    <a:pt x="635" y="51"/>
                  </a:lnTo>
                  <a:lnTo>
                    <a:pt x="635" y="49"/>
                  </a:lnTo>
                  <a:lnTo>
                    <a:pt x="635" y="49"/>
                  </a:lnTo>
                  <a:lnTo>
                    <a:pt x="632" y="53"/>
                  </a:lnTo>
                  <a:lnTo>
                    <a:pt x="632" y="54"/>
                  </a:lnTo>
                  <a:lnTo>
                    <a:pt x="630" y="54"/>
                  </a:lnTo>
                  <a:lnTo>
                    <a:pt x="628" y="54"/>
                  </a:lnTo>
                  <a:lnTo>
                    <a:pt x="628" y="53"/>
                  </a:lnTo>
                  <a:lnTo>
                    <a:pt x="628" y="51"/>
                  </a:lnTo>
                  <a:lnTo>
                    <a:pt x="627" y="53"/>
                  </a:lnTo>
                  <a:lnTo>
                    <a:pt x="625" y="54"/>
                  </a:lnTo>
                  <a:lnTo>
                    <a:pt x="623" y="56"/>
                  </a:lnTo>
                  <a:lnTo>
                    <a:pt x="623" y="56"/>
                  </a:lnTo>
                  <a:lnTo>
                    <a:pt x="621" y="58"/>
                  </a:lnTo>
                  <a:lnTo>
                    <a:pt x="620" y="58"/>
                  </a:lnTo>
                  <a:lnTo>
                    <a:pt x="620" y="58"/>
                  </a:lnTo>
                  <a:lnTo>
                    <a:pt x="618" y="61"/>
                  </a:lnTo>
                  <a:lnTo>
                    <a:pt x="618" y="61"/>
                  </a:lnTo>
                  <a:lnTo>
                    <a:pt x="618" y="61"/>
                  </a:lnTo>
                  <a:lnTo>
                    <a:pt x="618" y="63"/>
                  </a:lnTo>
                  <a:lnTo>
                    <a:pt x="620" y="61"/>
                  </a:lnTo>
                  <a:lnTo>
                    <a:pt x="623" y="59"/>
                  </a:lnTo>
                  <a:close/>
                  <a:moveTo>
                    <a:pt x="294" y="100"/>
                  </a:moveTo>
                  <a:lnTo>
                    <a:pt x="294" y="98"/>
                  </a:lnTo>
                  <a:lnTo>
                    <a:pt x="294" y="97"/>
                  </a:lnTo>
                  <a:lnTo>
                    <a:pt x="292" y="95"/>
                  </a:lnTo>
                  <a:lnTo>
                    <a:pt x="290" y="95"/>
                  </a:lnTo>
                  <a:lnTo>
                    <a:pt x="289" y="95"/>
                  </a:lnTo>
                  <a:lnTo>
                    <a:pt x="289" y="97"/>
                  </a:lnTo>
                  <a:lnTo>
                    <a:pt x="289" y="97"/>
                  </a:lnTo>
                  <a:lnTo>
                    <a:pt x="292" y="100"/>
                  </a:lnTo>
                  <a:lnTo>
                    <a:pt x="294" y="100"/>
                  </a:lnTo>
                  <a:close/>
                  <a:moveTo>
                    <a:pt x="306" y="64"/>
                  </a:moveTo>
                  <a:lnTo>
                    <a:pt x="307" y="64"/>
                  </a:lnTo>
                  <a:lnTo>
                    <a:pt x="309" y="64"/>
                  </a:lnTo>
                  <a:lnTo>
                    <a:pt x="311" y="64"/>
                  </a:lnTo>
                  <a:lnTo>
                    <a:pt x="312" y="64"/>
                  </a:lnTo>
                  <a:lnTo>
                    <a:pt x="312" y="63"/>
                  </a:lnTo>
                  <a:lnTo>
                    <a:pt x="314" y="63"/>
                  </a:lnTo>
                  <a:lnTo>
                    <a:pt x="314" y="61"/>
                  </a:lnTo>
                  <a:lnTo>
                    <a:pt x="314" y="61"/>
                  </a:lnTo>
                  <a:lnTo>
                    <a:pt x="314" y="59"/>
                  </a:lnTo>
                  <a:lnTo>
                    <a:pt x="314" y="58"/>
                  </a:lnTo>
                  <a:lnTo>
                    <a:pt x="312" y="58"/>
                  </a:lnTo>
                  <a:lnTo>
                    <a:pt x="309" y="59"/>
                  </a:lnTo>
                  <a:lnTo>
                    <a:pt x="309" y="58"/>
                  </a:lnTo>
                  <a:lnTo>
                    <a:pt x="307" y="58"/>
                  </a:lnTo>
                  <a:lnTo>
                    <a:pt x="307" y="58"/>
                  </a:lnTo>
                  <a:lnTo>
                    <a:pt x="306" y="58"/>
                  </a:lnTo>
                  <a:lnTo>
                    <a:pt x="304" y="58"/>
                  </a:lnTo>
                  <a:lnTo>
                    <a:pt x="302" y="59"/>
                  </a:lnTo>
                  <a:lnTo>
                    <a:pt x="302" y="61"/>
                  </a:lnTo>
                  <a:lnTo>
                    <a:pt x="304" y="63"/>
                  </a:lnTo>
                  <a:lnTo>
                    <a:pt x="306" y="64"/>
                  </a:lnTo>
                  <a:close/>
                  <a:moveTo>
                    <a:pt x="53" y="334"/>
                  </a:moveTo>
                  <a:lnTo>
                    <a:pt x="53" y="336"/>
                  </a:lnTo>
                  <a:lnTo>
                    <a:pt x="54" y="336"/>
                  </a:lnTo>
                  <a:lnTo>
                    <a:pt x="54" y="336"/>
                  </a:lnTo>
                  <a:lnTo>
                    <a:pt x="54" y="334"/>
                  </a:lnTo>
                  <a:lnTo>
                    <a:pt x="54" y="334"/>
                  </a:lnTo>
                  <a:lnTo>
                    <a:pt x="54" y="333"/>
                  </a:lnTo>
                  <a:lnTo>
                    <a:pt x="53" y="333"/>
                  </a:lnTo>
                  <a:lnTo>
                    <a:pt x="53" y="331"/>
                  </a:lnTo>
                  <a:lnTo>
                    <a:pt x="51" y="331"/>
                  </a:lnTo>
                  <a:lnTo>
                    <a:pt x="51" y="331"/>
                  </a:lnTo>
                  <a:lnTo>
                    <a:pt x="51" y="331"/>
                  </a:lnTo>
                  <a:lnTo>
                    <a:pt x="51" y="333"/>
                  </a:lnTo>
                  <a:lnTo>
                    <a:pt x="51" y="333"/>
                  </a:lnTo>
                  <a:lnTo>
                    <a:pt x="53" y="334"/>
                  </a:lnTo>
                  <a:close/>
                  <a:moveTo>
                    <a:pt x="301" y="7"/>
                  </a:moveTo>
                  <a:lnTo>
                    <a:pt x="301" y="8"/>
                  </a:lnTo>
                  <a:lnTo>
                    <a:pt x="301" y="8"/>
                  </a:lnTo>
                  <a:lnTo>
                    <a:pt x="302" y="10"/>
                  </a:lnTo>
                  <a:lnTo>
                    <a:pt x="302" y="10"/>
                  </a:lnTo>
                  <a:lnTo>
                    <a:pt x="304" y="13"/>
                  </a:lnTo>
                  <a:lnTo>
                    <a:pt x="304" y="15"/>
                  </a:lnTo>
                  <a:lnTo>
                    <a:pt x="302" y="15"/>
                  </a:lnTo>
                  <a:lnTo>
                    <a:pt x="302" y="15"/>
                  </a:lnTo>
                  <a:lnTo>
                    <a:pt x="301" y="15"/>
                  </a:lnTo>
                  <a:lnTo>
                    <a:pt x="301" y="17"/>
                  </a:lnTo>
                  <a:lnTo>
                    <a:pt x="301" y="17"/>
                  </a:lnTo>
                  <a:lnTo>
                    <a:pt x="304" y="22"/>
                  </a:lnTo>
                  <a:lnTo>
                    <a:pt x="306" y="24"/>
                  </a:lnTo>
                  <a:lnTo>
                    <a:pt x="307" y="27"/>
                  </a:lnTo>
                  <a:lnTo>
                    <a:pt x="307" y="29"/>
                  </a:lnTo>
                  <a:lnTo>
                    <a:pt x="311" y="32"/>
                  </a:lnTo>
                  <a:lnTo>
                    <a:pt x="311" y="30"/>
                  </a:lnTo>
                  <a:lnTo>
                    <a:pt x="312" y="25"/>
                  </a:lnTo>
                  <a:lnTo>
                    <a:pt x="312" y="24"/>
                  </a:lnTo>
                  <a:lnTo>
                    <a:pt x="312" y="22"/>
                  </a:lnTo>
                  <a:lnTo>
                    <a:pt x="311" y="20"/>
                  </a:lnTo>
                  <a:lnTo>
                    <a:pt x="311" y="19"/>
                  </a:lnTo>
                  <a:lnTo>
                    <a:pt x="312" y="17"/>
                  </a:lnTo>
                  <a:lnTo>
                    <a:pt x="312" y="17"/>
                  </a:lnTo>
                  <a:lnTo>
                    <a:pt x="311" y="17"/>
                  </a:lnTo>
                  <a:lnTo>
                    <a:pt x="309" y="15"/>
                  </a:lnTo>
                  <a:lnTo>
                    <a:pt x="309" y="13"/>
                  </a:lnTo>
                  <a:lnTo>
                    <a:pt x="309" y="13"/>
                  </a:lnTo>
                  <a:lnTo>
                    <a:pt x="311" y="13"/>
                  </a:lnTo>
                  <a:lnTo>
                    <a:pt x="311" y="13"/>
                  </a:lnTo>
                  <a:lnTo>
                    <a:pt x="311" y="12"/>
                  </a:lnTo>
                  <a:lnTo>
                    <a:pt x="311" y="12"/>
                  </a:lnTo>
                  <a:lnTo>
                    <a:pt x="311" y="10"/>
                  </a:lnTo>
                  <a:lnTo>
                    <a:pt x="311" y="8"/>
                  </a:lnTo>
                  <a:lnTo>
                    <a:pt x="309" y="8"/>
                  </a:lnTo>
                  <a:lnTo>
                    <a:pt x="311" y="8"/>
                  </a:lnTo>
                  <a:lnTo>
                    <a:pt x="309" y="7"/>
                  </a:lnTo>
                  <a:lnTo>
                    <a:pt x="309" y="5"/>
                  </a:lnTo>
                  <a:lnTo>
                    <a:pt x="309" y="3"/>
                  </a:lnTo>
                  <a:lnTo>
                    <a:pt x="309" y="3"/>
                  </a:lnTo>
                  <a:lnTo>
                    <a:pt x="309" y="2"/>
                  </a:lnTo>
                  <a:lnTo>
                    <a:pt x="311" y="0"/>
                  </a:lnTo>
                  <a:lnTo>
                    <a:pt x="309" y="0"/>
                  </a:lnTo>
                  <a:lnTo>
                    <a:pt x="307" y="2"/>
                  </a:lnTo>
                  <a:lnTo>
                    <a:pt x="307" y="3"/>
                  </a:lnTo>
                  <a:lnTo>
                    <a:pt x="307" y="5"/>
                  </a:lnTo>
                  <a:lnTo>
                    <a:pt x="306" y="5"/>
                  </a:lnTo>
                  <a:lnTo>
                    <a:pt x="304" y="7"/>
                  </a:lnTo>
                  <a:lnTo>
                    <a:pt x="304" y="7"/>
                  </a:lnTo>
                  <a:lnTo>
                    <a:pt x="302" y="7"/>
                  </a:lnTo>
                  <a:lnTo>
                    <a:pt x="302" y="7"/>
                  </a:lnTo>
                  <a:lnTo>
                    <a:pt x="301" y="5"/>
                  </a:lnTo>
                  <a:lnTo>
                    <a:pt x="299" y="5"/>
                  </a:lnTo>
                  <a:lnTo>
                    <a:pt x="299" y="7"/>
                  </a:lnTo>
                  <a:lnTo>
                    <a:pt x="301" y="7"/>
                  </a:lnTo>
                  <a:close/>
                  <a:moveTo>
                    <a:pt x="46" y="329"/>
                  </a:moveTo>
                  <a:lnTo>
                    <a:pt x="46" y="329"/>
                  </a:lnTo>
                  <a:lnTo>
                    <a:pt x="44" y="329"/>
                  </a:lnTo>
                  <a:lnTo>
                    <a:pt x="44" y="329"/>
                  </a:lnTo>
                  <a:lnTo>
                    <a:pt x="44" y="329"/>
                  </a:lnTo>
                  <a:lnTo>
                    <a:pt x="44" y="331"/>
                  </a:lnTo>
                  <a:lnTo>
                    <a:pt x="46" y="333"/>
                  </a:lnTo>
                  <a:lnTo>
                    <a:pt x="46" y="334"/>
                  </a:lnTo>
                  <a:lnTo>
                    <a:pt x="48" y="339"/>
                  </a:lnTo>
                  <a:lnTo>
                    <a:pt x="49" y="341"/>
                  </a:lnTo>
                  <a:lnTo>
                    <a:pt x="51" y="341"/>
                  </a:lnTo>
                  <a:lnTo>
                    <a:pt x="51" y="343"/>
                  </a:lnTo>
                  <a:lnTo>
                    <a:pt x="51" y="343"/>
                  </a:lnTo>
                  <a:lnTo>
                    <a:pt x="51" y="345"/>
                  </a:lnTo>
                  <a:lnTo>
                    <a:pt x="51" y="339"/>
                  </a:lnTo>
                  <a:lnTo>
                    <a:pt x="51" y="338"/>
                  </a:lnTo>
                  <a:lnTo>
                    <a:pt x="49" y="334"/>
                  </a:lnTo>
                  <a:lnTo>
                    <a:pt x="46" y="329"/>
                  </a:lnTo>
                  <a:close/>
                  <a:moveTo>
                    <a:pt x="379" y="49"/>
                  </a:moveTo>
                  <a:lnTo>
                    <a:pt x="379" y="49"/>
                  </a:lnTo>
                  <a:lnTo>
                    <a:pt x="379" y="49"/>
                  </a:lnTo>
                  <a:lnTo>
                    <a:pt x="379" y="49"/>
                  </a:lnTo>
                  <a:lnTo>
                    <a:pt x="380" y="47"/>
                  </a:lnTo>
                  <a:lnTo>
                    <a:pt x="382" y="46"/>
                  </a:lnTo>
                  <a:lnTo>
                    <a:pt x="382" y="46"/>
                  </a:lnTo>
                  <a:lnTo>
                    <a:pt x="384" y="46"/>
                  </a:lnTo>
                  <a:lnTo>
                    <a:pt x="385" y="46"/>
                  </a:lnTo>
                  <a:lnTo>
                    <a:pt x="387" y="46"/>
                  </a:lnTo>
                  <a:lnTo>
                    <a:pt x="389" y="46"/>
                  </a:lnTo>
                  <a:lnTo>
                    <a:pt x="387" y="46"/>
                  </a:lnTo>
                  <a:lnTo>
                    <a:pt x="387" y="44"/>
                  </a:lnTo>
                  <a:lnTo>
                    <a:pt x="385" y="44"/>
                  </a:lnTo>
                  <a:lnTo>
                    <a:pt x="385" y="42"/>
                  </a:lnTo>
                  <a:lnTo>
                    <a:pt x="384" y="42"/>
                  </a:lnTo>
                  <a:lnTo>
                    <a:pt x="384" y="44"/>
                  </a:lnTo>
                  <a:lnTo>
                    <a:pt x="382" y="44"/>
                  </a:lnTo>
                  <a:lnTo>
                    <a:pt x="379" y="44"/>
                  </a:lnTo>
                  <a:lnTo>
                    <a:pt x="379" y="46"/>
                  </a:lnTo>
                  <a:lnTo>
                    <a:pt x="379" y="46"/>
                  </a:lnTo>
                  <a:lnTo>
                    <a:pt x="379" y="47"/>
                  </a:lnTo>
                  <a:lnTo>
                    <a:pt x="379" y="47"/>
                  </a:lnTo>
                  <a:lnTo>
                    <a:pt x="379" y="49"/>
                  </a:lnTo>
                  <a:close/>
                  <a:moveTo>
                    <a:pt x="375" y="59"/>
                  </a:moveTo>
                  <a:lnTo>
                    <a:pt x="377" y="59"/>
                  </a:lnTo>
                  <a:lnTo>
                    <a:pt x="379" y="59"/>
                  </a:lnTo>
                  <a:lnTo>
                    <a:pt x="379" y="59"/>
                  </a:lnTo>
                  <a:lnTo>
                    <a:pt x="380" y="59"/>
                  </a:lnTo>
                  <a:lnTo>
                    <a:pt x="380" y="58"/>
                  </a:lnTo>
                  <a:lnTo>
                    <a:pt x="379" y="58"/>
                  </a:lnTo>
                  <a:lnTo>
                    <a:pt x="379" y="56"/>
                  </a:lnTo>
                  <a:lnTo>
                    <a:pt x="380" y="56"/>
                  </a:lnTo>
                  <a:lnTo>
                    <a:pt x="384" y="56"/>
                  </a:lnTo>
                  <a:lnTo>
                    <a:pt x="385" y="56"/>
                  </a:lnTo>
                  <a:lnTo>
                    <a:pt x="387" y="54"/>
                  </a:lnTo>
                  <a:lnTo>
                    <a:pt x="385" y="53"/>
                  </a:lnTo>
                  <a:lnTo>
                    <a:pt x="384" y="53"/>
                  </a:lnTo>
                  <a:lnTo>
                    <a:pt x="382" y="53"/>
                  </a:lnTo>
                  <a:lnTo>
                    <a:pt x="380" y="54"/>
                  </a:lnTo>
                  <a:lnTo>
                    <a:pt x="377" y="56"/>
                  </a:lnTo>
                  <a:lnTo>
                    <a:pt x="377" y="56"/>
                  </a:lnTo>
                  <a:lnTo>
                    <a:pt x="375" y="56"/>
                  </a:lnTo>
                  <a:lnTo>
                    <a:pt x="375" y="58"/>
                  </a:lnTo>
                  <a:lnTo>
                    <a:pt x="377" y="59"/>
                  </a:lnTo>
                  <a:lnTo>
                    <a:pt x="375" y="59"/>
                  </a:lnTo>
                  <a:close/>
                  <a:moveTo>
                    <a:pt x="684" y="285"/>
                  </a:moveTo>
                  <a:lnTo>
                    <a:pt x="684" y="285"/>
                  </a:lnTo>
                  <a:lnTo>
                    <a:pt x="684" y="283"/>
                  </a:lnTo>
                  <a:lnTo>
                    <a:pt x="684" y="283"/>
                  </a:lnTo>
                  <a:lnTo>
                    <a:pt x="684" y="282"/>
                  </a:lnTo>
                  <a:lnTo>
                    <a:pt x="686" y="282"/>
                  </a:lnTo>
                  <a:lnTo>
                    <a:pt x="686" y="282"/>
                  </a:lnTo>
                  <a:lnTo>
                    <a:pt x="686" y="280"/>
                  </a:lnTo>
                  <a:lnTo>
                    <a:pt x="684" y="280"/>
                  </a:lnTo>
                  <a:lnTo>
                    <a:pt x="684" y="280"/>
                  </a:lnTo>
                  <a:lnTo>
                    <a:pt x="684" y="278"/>
                  </a:lnTo>
                  <a:lnTo>
                    <a:pt x="684" y="278"/>
                  </a:lnTo>
                  <a:lnTo>
                    <a:pt x="684" y="277"/>
                  </a:lnTo>
                  <a:lnTo>
                    <a:pt x="684" y="277"/>
                  </a:lnTo>
                  <a:lnTo>
                    <a:pt x="684" y="277"/>
                  </a:lnTo>
                  <a:lnTo>
                    <a:pt x="684" y="277"/>
                  </a:lnTo>
                  <a:lnTo>
                    <a:pt x="684" y="277"/>
                  </a:lnTo>
                  <a:lnTo>
                    <a:pt x="686" y="275"/>
                  </a:lnTo>
                  <a:lnTo>
                    <a:pt x="686" y="275"/>
                  </a:lnTo>
                  <a:lnTo>
                    <a:pt x="688" y="273"/>
                  </a:lnTo>
                  <a:lnTo>
                    <a:pt x="686" y="273"/>
                  </a:lnTo>
                  <a:lnTo>
                    <a:pt x="684" y="275"/>
                  </a:lnTo>
                  <a:lnTo>
                    <a:pt x="684" y="275"/>
                  </a:lnTo>
                  <a:lnTo>
                    <a:pt x="683" y="273"/>
                  </a:lnTo>
                  <a:lnTo>
                    <a:pt x="683" y="273"/>
                  </a:lnTo>
                  <a:lnTo>
                    <a:pt x="681" y="275"/>
                  </a:lnTo>
                  <a:lnTo>
                    <a:pt x="681" y="277"/>
                  </a:lnTo>
                  <a:lnTo>
                    <a:pt x="681" y="277"/>
                  </a:lnTo>
                  <a:lnTo>
                    <a:pt x="679" y="278"/>
                  </a:lnTo>
                  <a:lnTo>
                    <a:pt x="679" y="278"/>
                  </a:lnTo>
                  <a:lnTo>
                    <a:pt x="678" y="278"/>
                  </a:lnTo>
                  <a:lnTo>
                    <a:pt x="672" y="275"/>
                  </a:lnTo>
                  <a:lnTo>
                    <a:pt x="671" y="273"/>
                  </a:lnTo>
                  <a:lnTo>
                    <a:pt x="671" y="275"/>
                  </a:lnTo>
                  <a:lnTo>
                    <a:pt x="671" y="277"/>
                  </a:lnTo>
                  <a:lnTo>
                    <a:pt x="671" y="277"/>
                  </a:lnTo>
                  <a:lnTo>
                    <a:pt x="671" y="277"/>
                  </a:lnTo>
                  <a:lnTo>
                    <a:pt x="667" y="277"/>
                  </a:lnTo>
                  <a:lnTo>
                    <a:pt x="666" y="277"/>
                  </a:lnTo>
                  <a:lnTo>
                    <a:pt x="666" y="277"/>
                  </a:lnTo>
                  <a:lnTo>
                    <a:pt x="666" y="277"/>
                  </a:lnTo>
                  <a:lnTo>
                    <a:pt x="664" y="275"/>
                  </a:lnTo>
                  <a:lnTo>
                    <a:pt x="664" y="272"/>
                  </a:lnTo>
                  <a:lnTo>
                    <a:pt x="664" y="270"/>
                  </a:lnTo>
                  <a:lnTo>
                    <a:pt x="664" y="268"/>
                  </a:lnTo>
                  <a:lnTo>
                    <a:pt x="664" y="268"/>
                  </a:lnTo>
                  <a:lnTo>
                    <a:pt x="666" y="266"/>
                  </a:lnTo>
                  <a:lnTo>
                    <a:pt x="666" y="266"/>
                  </a:lnTo>
                  <a:lnTo>
                    <a:pt x="667" y="266"/>
                  </a:lnTo>
                  <a:lnTo>
                    <a:pt x="667" y="268"/>
                  </a:lnTo>
                  <a:lnTo>
                    <a:pt x="667" y="266"/>
                  </a:lnTo>
                  <a:lnTo>
                    <a:pt x="667" y="265"/>
                  </a:lnTo>
                  <a:lnTo>
                    <a:pt x="669" y="265"/>
                  </a:lnTo>
                  <a:lnTo>
                    <a:pt x="671" y="265"/>
                  </a:lnTo>
                  <a:lnTo>
                    <a:pt x="671" y="265"/>
                  </a:lnTo>
                  <a:lnTo>
                    <a:pt x="671" y="265"/>
                  </a:lnTo>
                  <a:lnTo>
                    <a:pt x="671" y="265"/>
                  </a:lnTo>
                  <a:lnTo>
                    <a:pt x="672" y="263"/>
                  </a:lnTo>
                  <a:lnTo>
                    <a:pt x="672" y="263"/>
                  </a:lnTo>
                  <a:lnTo>
                    <a:pt x="672" y="263"/>
                  </a:lnTo>
                  <a:lnTo>
                    <a:pt x="672" y="263"/>
                  </a:lnTo>
                  <a:lnTo>
                    <a:pt x="671" y="263"/>
                  </a:lnTo>
                  <a:lnTo>
                    <a:pt x="671" y="261"/>
                  </a:lnTo>
                  <a:lnTo>
                    <a:pt x="669" y="261"/>
                  </a:lnTo>
                  <a:lnTo>
                    <a:pt x="669" y="261"/>
                  </a:lnTo>
                  <a:lnTo>
                    <a:pt x="669" y="260"/>
                  </a:lnTo>
                  <a:lnTo>
                    <a:pt x="669" y="256"/>
                  </a:lnTo>
                  <a:lnTo>
                    <a:pt x="671" y="255"/>
                  </a:lnTo>
                  <a:lnTo>
                    <a:pt x="674" y="253"/>
                  </a:lnTo>
                  <a:lnTo>
                    <a:pt x="678" y="255"/>
                  </a:lnTo>
                  <a:lnTo>
                    <a:pt x="679" y="249"/>
                  </a:lnTo>
                  <a:lnTo>
                    <a:pt x="679" y="248"/>
                  </a:lnTo>
                  <a:lnTo>
                    <a:pt x="683" y="246"/>
                  </a:lnTo>
                  <a:lnTo>
                    <a:pt x="683" y="244"/>
                  </a:lnTo>
                  <a:lnTo>
                    <a:pt x="683" y="243"/>
                  </a:lnTo>
                  <a:lnTo>
                    <a:pt x="683" y="243"/>
                  </a:lnTo>
                  <a:lnTo>
                    <a:pt x="681" y="241"/>
                  </a:lnTo>
                  <a:lnTo>
                    <a:pt x="681" y="241"/>
                  </a:lnTo>
                  <a:lnTo>
                    <a:pt x="679" y="239"/>
                  </a:lnTo>
                  <a:lnTo>
                    <a:pt x="678" y="241"/>
                  </a:lnTo>
                  <a:lnTo>
                    <a:pt x="676" y="239"/>
                  </a:lnTo>
                  <a:lnTo>
                    <a:pt x="674" y="243"/>
                  </a:lnTo>
                  <a:lnTo>
                    <a:pt x="674" y="243"/>
                  </a:lnTo>
                  <a:lnTo>
                    <a:pt x="674" y="244"/>
                  </a:lnTo>
                  <a:lnTo>
                    <a:pt x="674" y="244"/>
                  </a:lnTo>
                  <a:lnTo>
                    <a:pt x="674" y="244"/>
                  </a:lnTo>
                  <a:lnTo>
                    <a:pt x="676" y="244"/>
                  </a:lnTo>
                  <a:lnTo>
                    <a:pt x="676" y="244"/>
                  </a:lnTo>
                  <a:lnTo>
                    <a:pt x="676" y="246"/>
                  </a:lnTo>
                  <a:lnTo>
                    <a:pt x="674" y="248"/>
                  </a:lnTo>
                  <a:lnTo>
                    <a:pt x="672" y="248"/>
                  </a:lnTo>
                  <a:lnTo>
                    <a:pt x="672" y="248"/>
                  </a:lnTo>
                  <a:lnTo>
                    <a:pt x="667" y="248"/>
                  </a:lnTo>
                  <a:lnTo>
                    <a:pt x="666" y="248"/>
                  </a:lnTo>
                  <a:lnTo>
                    <a:pt x="666" y="246"/>
                  </a:lnTo>
                  <a:lnTo>
                    <a:pt x="664" y="246"/>
                  </a:lnTo>
                  <a:lnTo>
                    <a:pt x="664" y="244"/>
                  </a:lnTo>
                  <a:lnTo>
                    <a:pt x="664" y="243"/>
                  </a:lnTo>
                  <a:lnTo>
                    <a:pt x="666" y="241"/>
                  </a:lnTo>
                  <a:lnTo>
                    <a:pt x="666" y="241"/>
                  </a:lnTo>
                  <a:lnTo>
                    <a:pt x="664" y="241"/>
                  </a:lnTo>
                  <a:lnTo>
                    <a:pt x="664" y="241"/>
                  </a:lnTo>
                  <a:lnTo>
                    <a:pt x="662" y="241"/>
                  </a:lnTo>
                  <a:lnTo>
                    <a:pt x="662" y="239"/>
                  </a:lnTo>
                  <a:lnTo>
                    <a:pt x="661" y="239"/>
                  </a:lnTo>
                  <a:lnTo>
                    <a:pt x="662" y="238"/>
                  </a:lnTo>
                  <a:lnTo>
                    <a:pt x="662" y="238"/>
                  </a:lnTo>
                  <a:lnTo>
                    <a:pt x="664" y="236"/>
                  </a:lnTo>
                  <a:lnTo>
                    <a:pt x="666" y="234"/>
                  </a:lnTo>
                  <a:lnTo>
                    <a:pt x="666" y="233"/>
                  </a:lnTo>
                  <a:lnTo>
                    <a:pt x="666" y="231"/>
                  </a:lnTo>
                  <a:lnTo>
                    <a:pt x="664" y="231"/>
                  </a:lnTo>
                  <a:lnTo>
                    <a:pt x="662" y="231"/>
                  </a:lnTo>
                  <a:lnTo>
                    <a:pt x="661" y="233"/>
                  </a:lnTo>
                  <a:lnTo>
                    <a:pt x="661" y="233"/>
                  </a:lnTo>
                  <a:lnTo>
                    <a:pt x="659" y="236"/>
                  </a:lnTo>
                  <a:lnTo>
                    <a:pt x="659" y="234"/>
                  </a:lnTo>
                  <a:lnTo>
                    <a:pt x="657" y="236"/>
                  </a:lnTo>
                  <a:lnTo>
                    <a:pt x="657" y="236"/>
                  </a:lnTo>
                  <a:lnTo>
                    <a:pt x="657" y="236"/>
                  </a:lnTo>
                  <a:lnTo>
                    <a:pt x="657" y="236"/>
                  </a:lnTo>
                  <a:lnTo>
                    <a:pt x="657" y="236"/>
                  </a:lnTo>
                  <a:lnTo>
                    <a:pt x="657" y="238"/>
                  </a:lnTo>
                  <a:lnTo>
                    <a:pt x="655" y="236"/>
                  </a:lnTo>
                  <a:lnTo>
                    <a:pt x="655" y="236"/>
                  </a:lnTo>
                  <a:lnTo>
                    <a:pt x="655" y="236"/>
                  </a:lnTo>
                  <a:lnTo>
                    <a:pt x="655" y="234"/>
                  </a:lnTo>
                  <a:lnTo>
                    <a:pt x="655" y="234"/>
                  </a:lnTo>
                  <a:lnTo>
                    <a:pt x="657" y="234"/>
                  </a:lnTo>
                  <a:lnTo>
                    <a:pt x="655" y="234"/>
                  </a:lnTo>
                  <a:lnTo>
                    <a:pt x="655" y="234"/>
                  </a:lnTo>
                  <a:lnTo>
                    <a:pt x="654" y="234"/>
                  </a:lnTo>
                  <a:lnTo>
                    <a:pt x="654" y="234"/>
                  </a:lnTo>
                  <a:lnTo>
                    <a:pt x="652" y="234"/>
                  </a:lnTo>
                  <a:lnTo>
                    <a:pt x="652" y="234"/>
                  </a:lnTo>
                  <a:lnTo>
                    <a:pt x="652" y="236"/>
                  </a:lnTo>
                  <a:lnTo>
                    <a:pt x="654" y="236"/>
                  </a:lnTo>
                  <a:lnTo>
                    <a:pt x="654" y="236"/>
                  </a:lnTo>
                  <a:lnTo>
                    <a:pt x="652" y="238"/>
                  </a:lnTo>
                  <a:lnTo>
                    <a:pt x="654" y="238"/>
                  </a:lnTo>
                  <a:lnTo>
                    <a:pt x="655" y="238"/>
                  </a:lnTo>
                  <a:lnTo>
                    <a:pt x="655" y="239"/>
                  </a:lnTo>
                  <a:lnTo>
                    <a:pt x="655" y="241"/>
                  </a:lnTo>
                  <a:lnTo>
                    <a:pt x="655" y="241"/>
                  </a:lnTo>
                  <a:lnTo>
                    <a:pt x="657" y="241"/>
                  </a:lnTo>
                  <a:lnTo>
                    <a:pt x="657" y="243"/>
                  </a:lnTo>
                  <a:lnTo>
                    <a:pt x="655" y="243"/>
                  </a:lnTo>
                  <a:lnTo>
                    <a:pt x="654" y="243"/>
                  </a:lnTo>
                  <a:lnTo>
                    <a:pt x="654" y="244"/>
                  </a:lnTo>
                  <a:lnTo>
                    <a:pt x="654" y="244"/>
                  </a:lnTo>
                  <a:lnTo>
                    <a:pt x="652" y="244"/>
                  </a:lnTo>
                  <a:lnTo>
                    <a:pt x="652" y="246"/>
                  </a:lnTo>
                  <a:lnTo>
                    <a:pt x="650" y="244"/>
                  </a:lnTo>
                  <a:lnTo>
                    <a:pt x="649" y="243"/>
                  </a:lnTo>
                  <a:lnTo>
                    <a:pt x="649" y="243"/>
                  </a:lnTo>
                  <a:lnTo>
                    <a:pt x="647" y="244"/>
                  </a:lnTo>
                  <a:lnTo>
                    <a:pt x="647" y="246"/>
                  </a:lnTo>
                  <a:lnTo>
                    <a:pt x="647" y="246"/>
                  </a:lnTo>
                  <a:lnTo>
                    <a:pt x="645" y="246"/>
                  </a:lnTo>
                  <a:lnTo>
                    <a:pt x="644" y="246"/>
                  </a:lnTo>
                  <a:lnTo>
                    <a:pt x="644" y="248"/>
                  </a:lnTo>
                  <a:lnTo>
                    <a:pt x="640" y="246"/>
                  </a:lnTo>
                  <a:lnTo>
                    <a:pt x="640" y="244"/>
                  </a:lnTo>
                  <a:lnTo>
                    <a:pt x="638" y="246"/>
                  </a:lnTo>
                  <a:lnTo>
                    <a:pt x="638" y="246"/>
                  </a:lnTo>
                  <a:lnTo>
                    <a:pt x="638" y="248"/>
                  </a:lnTo>
                  <a:lnTo>
                    <a:pt x="640" y="249"/>
                  </a:lnTo>
                  <a:lnTo>
                    <a:pt x="640" y="251"/>
                  </a:lnTo>
                  <a:lnTo>
                    <a:pt x="640" y="253"/>
                  </a:lnTo>
                  <a:lnTo>
                    <a:pt x="638" y="258"/>
                  </a:lnTo>
                  <a:lnTo>
                    <a:pt x="638" y="261"/>
                  </a:lnTo>
                  <a:lnTo>
                    <a:pt x="638" y="266"/>
                  </a:lnTo>
                  <a:lnTo>
                    <a:pt x="640" y="268"/>
                  </a:lnTo>
                  <a:lnTo>
                    <a:pt x="640" y="270"/>
                  </a:lnTo>
                  <a:lnTo>
                    <a:pt x="640" y="272"/>
                  </a:lnTo>
                  <a:lnTo>
                    <a:pt x="640" y="272"/>
                  </a:lnTo>
                  <a:lnTo>
                    <a:pt x="640" y="273"/>
                  </a:lnTo>
                  <a:lnTo>
                    <a:pt x="638" y="275"/>
                  </a:lnTo>
                  <a:lnTo>
                    <a:pt x="637" y="277"/>
                  </a:lnTo>
                  <a:lnTo>
                    <a:pt x="635" y="277"/>
                  </a:lnTo>
                  <a:lnTo>
                    <a:pt x="633" y="278"/>
                  </a:lnTo>
                  <a:lnTo>
                    <a:pt x="632" y="278"/>
                  </a:lnTo>
                  <a:lnTo>
                    <a:pt x="632" y="280"/>
                  </a:lnTo>
                  <a:lnTo>
                    <a:pt x="632" y="280"/>
                  </a:lnTo>
                  <a:lnTo>
                    <a:pt x="632" y="282"/>
                  </a:lnTo>
                  <a:lnTo>
                    <a:pt x="632" y="282"/>
                  </a:lnTo>
                  <a:lnTo>
                    <a:pt x="632" y="280"/>
                  </a:lnTo>
                  <a:lnTo>
                    <a:pt x="633" y="280"/>
                  </a:lnTo>
                  <a:lnTo>
                    <a:pt x="635" y="278"/>
                  </a:lnTo>
                  <a:lnTo>
                    <a:pt x="638" y="278"/>
                  </a:lnTo>
                  <a:lnTo>
                    <a:pt x="640" y="278"/>
                  </a:lnTo>
                  <a:lnTo>
                    <a:pt x="640" y="278"/>
                  </a:lnTo>
                  <a:lnTo>
                    <a:pt x="642" y="280"/>
                  </a:lnTo>
                  <a:lnTo>
                    <a:pt x="644" y="280"/>
                  </a:lnTo>
                  <a:lnTo>
                    <a:pt x="659" y="285"/>
                  </a:lnTo>
                  <a:lnTo>
                    <a:pt x="662" y="285"/>
                  </a:lnTo>
                  <a:lnTo>
                    <a:pt x="666" y="283"/>
                  </a:lnTo>
                  <a:lnTo>
                    <a:pt x="666" y="283"/>
                  </a:lnTo>
                  <a:lnTo>
                    <a:pt x="667" y="283"/>
                  </a:lnTo>
                  <a:lnTo>
                    <a:pt x="669" y="283"/>
                  </a:lnTo>
                  <a:lnTo>
                    <a:pt x="672" y="283"/>
                  </a:lnTo>
                  <a:lnTo>
                    <a:pt x="674" y="285"/>
                  </a:lnTo>
                  <a:lnTo>
                    <a:pt x="676" y="285"/>
                  </a:lnTo>
                  <a:lnTo>
                    <a:pt x="676" y="285"/>
                  </a:lnTo>
                  <a:lnTo>
                    <a:pt x="678" y="285"/>
                  </a:lnTo>
                  <a:lnTo>
                    <a:pt x="681" y="287"/>
                  </a:lnTo>
                  <a:lnTo>
                    <a:pt x="681" y="285"/>
                  </a:lnTo>
                  <a:lnTo>
                    <a:pt x="681" y="285"/>
                  </a:lnTo>
                  <a:lnTo>
                    <a:pt x="683" y="285"/>
                  </a:lnTo>
                  <a:lnTo>
                    <a:pt x="684" y="287"/>
                  </a:lnTo>
                  <a:lnTo>
                    <a:pt x="683" y="285"/>
                  </a:lnTo>
                  <a:lnTo>
                    <a:pt x="683" y="285"/>
                  </a:lnTo>
                  <a:lnTo>
                    <a:pt x="684" y="285"/>
                  </a:lnTo>
                  <a:close/>
                  <a:moveTo>
                    <a:pt x="657" y="413"/>
                  </a:moveTo>
                  <a:lnTo>
                    <a:pt x="659" y="413"/>
                  </a:lnTo>
                  <a:lnTo>
                    <a:pt x="659" y="414"/>
                  </a:lnTo>
                  <a:lnTo>
                    <a:pt x="661" y="414"/>
                  </a:lnTo>
                  <a:lnTo>
                    <a:pt x="662" y="411"/>
                  </a:lnTo>
                  <a:lnTo>
                    <a:pt x="664" y="409"/>
                  </a:lnTo>
                  <a:lnTo>
                    <a:pt x="664" y="407"/>
                  </a:lnTo>
                  <a:lnTo>
                    <a:pt x="664" y="407"/>
                  </a:lnTo>
                  <a:lnTo>
                    <a:pt x="662" y="406"/>
                  </a:lnTo>
                  <a:lnTo>
                    <a:pt x="661" y="406"/>
                  </a:lnTo>
                  <a:lnTo>
                    <a:pt x="661" y="404"/>
                  </a:lnTo>
                  <a:lnTo>
                    <a:pt x="659" y="406"/>
                  </a:lnTo>
                  <a:lnTo>
                    <a:pt x="657" y="406"/>
                  </a:lnTo>
                  <a:lnTo>
                    <a:pt x="657" y="407"/>
                  </a:lnTo>
                  <a:lnTo>
                    <a:pt x="655" y="409"/>
                  </a:lnTo>
                  <a:lnTo>
                    <a:pt x="657" y="411"/>
                  </a:lnTo>
                  <a:lnTo>
                    <a:pt x="657" y="413"/>
                  </a:lnTo>
                  <a:close/>
                  <a:moveTo>
                    <a:pt x="618" y="214"/>
                  </a:moveTo>
                  <a:lnTo>
                    <a:pt x="620" y="216"/>
                  </a:lnTo>
                  <a:lnTo>
                    <a:pt x="620" y="214"/>
                  </a:lnTo>
                  <a:lnTo>
                    <a:pt x="620" y="214"/>
                  </a:lnTo>
                  <a:lnTo>
                    <a:pt x="620" y="214"/>
                  </a:lnTo>
                  <a:lnTo>
                    <a:pt x="618" y="214"/>
                  </a:lnTo>
                  <a:lnTo>
                    <a:pt x="618" y="212"/>
                  </a:lnTo>
                  <a:lnTo>
                    <a:pt x="616" y="210"/>
                  </a:lnTo>
                  <a:lnTo>
                    <a:pt x="616" y="209"/>
                  </a:lnTo>
                  <a:lnTo>
                    <a:pt x="615" y="207"/>
                  </a:lnTo>
                  <a:lnTo>
                    <a:pt x="613" y="205"/>
                  </a:lnTo>
                  <a:lnTo>
                    <a:pt x="611" y="205"/>
                  </a:lnTo>
                  <a:lnTo>
                    <a:pt x="613" y="207"/>
                  </a:lnTo>
                  <a:lnTo>
                    <a:pt x="615" y="209"/>
                  </a:lnTo>
                  <a:lnTo>
                    <a:pt x="615" y="210"/>
                  </a:lnTo>
                  <a:lnTo>
                    <a:pt x="615" y="212"/>
                  </a:lnTo>
                  <a:lnTo>
                    <a:pt x="615" y="217"/>
                  </a:lnTo>
                  <a:lnTo>
                    <a:pt x="615" y="217"/>
                  </a:lnTo>
                  <a:lnTo>
                    <a:pt x="616" y="219"/>
                  </a:lnTo>
                  <a:lnTo>
                    <a:pt x="616" y="219"/>
                  </a:lnTo>
                  <a:lnTo>
                    <a:pt x="616" y="221"/>
                  </a:lnTo>
                  <a:lnTo>
                    <a:pt x="616" y="221"/>
                  </a:lnTo>
                  <a:lnTo>
                    <a:pt x="616" y="221"/>
                  </a:lnTo>
                  <a:lnTo>
                    <a:pt x="616" y="221"/>
                  </a:lnTo>
                  <a:lnTo>
                    <a:pt x="616" y="219"/>
                  </a:lnTo>
                  <a:lnTo>
                    <a:pt x="616" y="217"/>
                  </a:lnTo>
                  <a:lnTo>
                    <a:pt x="616" y="216"/>
                  </a:lnTo>
                  <a:lnTo>
                    <a:pt x="618" y="216"/>
                  </a:lnTo>
                  <a:lnTo>
                    <a:pt x="618" y="214"/>
                  </a:lnTo>
                  <a:close/>
                  <a:moveTo>
                    <a:pt x="577" y="338"/>
                  </a:moveTo>
                  <a:lnTo>
                    <a:pt x="577" y="338"/>
                  </a:lnTo>
                  <a:lnTo>
                    <a:pt x="577" y="338"/>
                  </a:lnTo>
                  <a:lnTo>
                    <a:pt x="577" y="339"/>
                  </a:lnTo>
                  <a:lnTo>
                    <a:pt x="579" y="339"/>
                  </a:lnTo>
                  <a:lnTo>
                    <a:pt x="581" y="338"/>
                  </a:lnTo>
                  <a:lnTo>
                    <a:pt x="582" y="338"/>
                  </a:lnTo>
                  <a:lnTo>
                    <a:pt x="582" y="338"/>
                  </a:lnTo>
                  <a:lnTo>
                    <a:pt x="584" y="338"/>
                  </a:lnTo>
                  <a:lnTo>
                    <a:pt x="584" y="336"/>
                  </a:lnTo>
                  <a:lnTo>
                    <a:pt x="582" y="334"/>
                  </a:lnTo>
                  <a:lnTo>
                    <a:pt x="582" y="333"/>
                  </a:lnTo>
                  <a:lnTo>
                    <a:pt x="581" y="333"/>
                  </a:lnTo>
                  <a:lnTo>
                    <a:pt x="579" y="334"/>
                  </a:lnTo>
                  <a:lnTo>
                    <a:pt x="579" y="334"/>
                  </a:lnTo>
                  <a:lnTo>
                    <a:pt x="579" y="336"/>
                  </a:lnTo>
                  <a:lnTo>
                    <a:pt x="579" y="336"/>
                  </a:lnTo>
                  <a:lnTo>
                    <a:pt x="577" y="338"/>
                  </a:lnTo>
                  <a:close/>
                  <a:moveTo>
                    <a:pt x="679" y="399"/>
                  </a:moveTo>
                  <a:lnTo>
                    <a:pt x="681" y="397"/>
                  </a:lnTo>
                  <a:lnTo>
                    <a:pt x="679" y="394"/>
                  </a:lnTo>
                  <a:lnTo>
                    <a:pt x="679" y="392"/>
                  </a:lnTo>
                  <a:lnTo>
                    <a:pt x="679" y="390"/>
                  </a:lnTo>
                  <a:lnTo>
                    <a:pt x="678" y="390"/>
                  </a:lnTo>
                  <a:lnTo>
                    <a:pt x="678" y="392"/>
                  </a:lnTo>
                  <a:lnTo>
                    <a:pt x="676" y="394"/>
                  </a:lnTo>
                  <a:lnTo>
                    <a:pt x="676" y="396"/>
                  </a:lnTo>
                  <a:lnTo>
                    <a:pt x="676" y="396"/>
                  </a:lnTo>
                  <a:lnTo>
                    <a:pt x="676" y="396"/>
                  </a:lnTo>
                  <a:lnTo>
                    <a:pt x="678" y="396"/>
                  </a:lnTo>
                  <a:lnTo>
                    <a:pt x="678" y="397"/>
                  </a:lnTo>
                  <a:lnTo>
                    <a:pt x="676" y="397"/>
                  </a:lnTo>
                  <a:lnTo>
                    <a:pt x="676" y="397"/>
                  </a:lnTo>
                  <a:lnTo>
                    <a:pt x="676" y="399"/>
                  </a:lnTo>
                  <a:lnTo>
                    <a:pt x="676" y="399"/>
                  </a:lnTo>
                  <a:lnTo>
                    <a:pt x="676" y="399"/>
                  </a:lnTo>
                  <a:lnTo>
                    <a:pt x="676" y="399"/>
                  </a:lnTo>
                  <a:lnTo>
                    <a:pt x="676" y="401"/>
                  </a:lnTo>
                  <a:lnTo>
                    <a:pt x="676" y="401"/>
                  </a:lnTo>
                  <a:lnTo>
                    <a:pt x="676" y="401"/>
                  </a:lnTo>
                  <a:lnTo>
                    <a:pt x="676" y="401"/>
                  </a:lnTo>
                  <a:lnTo>
                    <a:pt x="676" y="401"/>
                  </a:lnTo>
                  <a:lnTo>
                    <a:pt x="676" y="402"/>
                  </a:lnTo>
                  <a:lnTo>
                    <a:pt x="676" y="402"/>
                  </a:lnTo>
                  <a:lnTo>
                    <a:pt x="678" y="401"/>
                  </a:lnTo>
                  <a:lnTo>
                    <a:pt x="678" y="401"/>
                  </a:lnTo>
                  <a:lnTo>
                    <a:pt x="679" y="401"/>
                  </a:lnTo>
                  <a:lnTo>
                    <a:pt x="678" y="399"/>
                  </a:lnTo>
                  <a:lnTo>
                    <a:pt x="678" y="399"/>
                  </a:lnTo>
                  <a:lnTo>
                    <a:pt x="679" y="399"/>
                  </a:lnTo>
                  <a:close/>
                  <a:moveTo>
                    <a:pt x="671" y="404"/>
                  </a:moveTo>
                  <a:lnTo>
                    <a:pt x="672" y="406"/>
                  </a:lnTo>
                  <a:lnTo>
                    <a:pt x="672" y="406"/>
                  </a:lnTo>
                  <a:lnTo>
                    <a:pt x="674" y="407"/>
                  </a:lnTo>
                  <a:lnTo>
                    <a:pt x="674" y="406"/>
                  </a:lnTo>
                  <a:lnTo>
                    <a:pt x="674" y="404"/>
                  </a:lnTo>
                  <a:lnTo>
                    <a:pt x="674" y="404"/>
                  </a:lnTo>
                  <a:lnTo>
                    <a:pt x="672" y="402"/>
                  </a:lnTo>
                  <a:lnTo>
                    <a:pt x="671" y="402"/>
                  </a:lnTo>
                  <a:lnTo>
                    <a:pt x="667" y="402"/>
                  </a:lnTo>
                  <a:lnTo>
                    <a:pt x="666" y="402"/>
                  </a:lnTo>
                  <a:lnTo>
                    <a:pt x="667" y="406"/>
                  </a:lnTo>
                  <a:lnTo>
                    <a:pt x="667" y="407"/>
                  </a:lnTo>
                  <a:lnTo>
                    <a:pt x="666" y="409"/>
                  </a:lnTo>
                  <a:lnTo>
                    <a:pt x="666" y="411"/>
                  </a:lnTo>
                  <a:lnTo>
                    <a:pt x="667" y="413"/>
                  </a:lnTo>
                  <a:lnTo>
                    <a:pt x="667" y="411"/>
                  </a:lnTo>
                  <a:lnTo>
                    <a:pt x="669" y="411"/>
                  </a:lnTo>
                  <a:lnTo>
                    <a:pt x="671" y="409"/>
                  </a:lnTo>
                  <a:lnTo>
                    <a:pt x="671" y="409"/>
                  </a:lnTo>
                  <a:lnTo>
                    <a:pt x="671" y="409"/>
                  </a:lnTo>
                  <a:lnTo>
                    <a:pt x="671" y="409"/>
                  </a:lnTo>
                  <a:lnTo>
                    <a:pt x="671" y="407"/>
                  </a:lnTo>
                  <a:lnTo>
                    <a:pt x="671" y="407"/>
                  </a:lnTo>
                  <a:lnTo>
                    <a:pt x="671" y="406"/>
                  </a:lnTo>
                  <a:lnTo>
                    <a:pt x="671" y="406"/>
                  </a:lnTo>
                  <a:lnTo>
                    <a:pt x="671" y="404"/>
                  </a:lnTo>
                  <a:close/>
                  <a:moveTo>
                    <a:pt x="645" y="401"/>
                  </a:moveTo>
                  <a:lnTo>
                    <a:pt x="647" y="402"/>
                  </a:lnTo>
                  <a:lnTo>
                    <a:pt x="647" y="402"/>
                  </a:lnTo>
                  <a:lnTo>
                    <a:pt x="647" y="402"/>
                  </a:lnTo>
                  <a:lnTo>
                    <a:pt x="649" y="402"/>
                  </a:lnTo>
                  <a:lnTo>
                    <a:pt x="650" y="402"/>
                  </a:lnTo>
                  <a:lnTo>
                    <a:pt x="650" y="401"/>
                  </a:lnTo>
                  <a:lnTo>
                    <a:pt x="650" y="402"/>
                  </a:lnTo>
                  <a:lnTo>
                    <a:pt x="652" y="402"/>
                  </a:lnTo>
                  <a:lnTo>
                    <a:pt x="654" y="402"/>
                  </a:lnTo>
                  <a:lnTo>
                    <a:pt x="655" y="401"/>
                  </a:lnTo>
                  <a:lnTo>
                    <a:pt x="655" y="396"/>
                  </a:lnTo>
                  <a:lnTo>
                    <a:pt x="655" y="394"/>
                  </a:lnTo>
                  <a:lnTo>
                    <a:pt x="655" y="392"/>
                  </a:lnTo>
                  <a:lnTo>
                    <a:pt x="654" y="392"/>
                  </a:lnTo>
                  <a:lnTo>
                    <a:pt x="652" y="392"/>
                  </a:lnTo>
                  <a:lnTo>
                    <a:pt x="650" y="394"/>
                  </a:lnTo>
                  <a:lnTo>
                    <a:pt x="649" y="394"/>
                  </a:lnTo>
                  <a:lnTo>
                    <a:pt x="649" y="394"/>
                  </a:lnTo>
                  <a:lnTo>
                    <a:pt x="649" y="394"/>
                  </a:lnTo>
                  <a:lnTo>
                    <a:pt x="649" y="396"/>
                  </a:lnTo>
                  <a:lnTo>
                    <a:pt x="649" y="396"/>
                  </a:lnTo>
                  <a:lnTo>
                    <a:pt x="647" y="397"/>
                  </a:lnTo>
                  <a:lnTo>
                    <a:pt x="645" y="397"/>
                  </a:lnTo>
                  <a:lnTo>
                    <a:pt x="647" y="399"/>
                  </a:lnTo>
                  <a:lnTo>
                    <a:pt x="647" y="399"/>
                  </a:lnTo>
                  <a:lnTo>
                    <a:pt x="647" y="401"/>
                  </a:lnTo>
                  <a:lnTo>
                    <a:pt x="645" y="401"/>
                  </a:lnTo>
                  <a:close/>
                  <a:moveTo>
                    <a:pt x="625" y="239"/>
                  </a:moveTo>
                  <a:lnTo>
                    <a:pt x="627" y="239"/>
                  </a:lnTo>
                  <a:lnTo>
                    <a:pt x="627" y="238"/>
                  </a:lnTo>
                  <a:lnTo>
                    <a:pt x="628" y="238"/>
                  </a:lnTo>
                  <a:lnTo>
                    <a:pt x="628" y="238"/>
                  </a:lnTo>
                  <a:lnTo>
                    <a:pt x="628" y="238"/>
                  </a:lnTo>
                  <a:lnTo>
                    <a:pt x="628" y="236"/>
                  </a:lnTo>
                  <a:lnTo>
                    <a:pt x="627" y="236"/>
                  </a:lnTo>
                  <a:lnTo>
                    <a:pt x="627" y="234"/>
                  </a:lnTo>
                  <a:lnTo>
                    <a:pt x="625" y="234"/>
                  </a:lnTo>
                  <a:lnTo>
                    <a:pt x="625" y="234"/>
                  </a:lnTo>
                  <a:lnTo>
                    <a:pt x="625" y="233"/>
                  </a:lnTo>
                  <a:lnTo>
                    <a:pt x="623" y="233"/>
                  </a:lnTo>
                  <a:lnTo>
                    <a:pt x="621" y="233"/>
                  </a:lnTo>
                  <a:lnTo>
                    <a:pt x="621" y="233"/>
                  </a:lnTo>
                  <a:lnTo>
                    <a:pt x="620" y="233"/>
                  </a:lnTo>
                  <a:lnTo>
                    <a:pt x="618" y="234"/>
                  </a:lnTo>
                  <a:lnTo>
                    <a:pt x="618" y="236"/>
                  </a:lnTo>
                  <a:lnTo>
                    <a:pt x="618" y="238"/>
                  </a:lnTo>
                  <a:lnTo>
                    <a:pt x="618" y="239"/>
                  </a:lnTo>
                  <a:lnTo>
                    <a:pt x="616" y="239"/>
                  </a:lnTo>
                  <a:lnTo>
                    <a:pt x="613" y="238"/>
                  </a:lnTo>
                  <a:lnTo>
                    <a:pt x="613" y="246"/>
                  </a:lnTo>
                  <a:lnTo>
                    <a:pt x="613" y="246"/>
                  </a:lnTo>
                  <a:lnTo>
                    <a:pt x="616" y="248"/>
                  </a:lnTo>
                  <a:lnTo>
                    <a:pt x="616" y="246"/>
                  </a:lnTo>
                  <a:lnTo>
                    <a:pt x="616" y="243"/>
                  </a:lnTo>
                  <a:lnTo>
                    <a:pt x="616" y="241"/>
                  </a:lnTo>
                  <a:lnTo>
                    <a:pt x="618" y="241"/>
                  </a:lnTo>
                  <a:lnTo>
                    <a:pt x="620" y="241"/>
                  </a:lnTo>
                  <a:lnTo>
                    <a:pt x="620" y="244"/>
                  </a:lnTo>
                  <a:lnTo>
                    <a:pt x="621" y="246"/>
                  </a:lnTo>
                  <a:lnTo>
                    <a:pt x="621" y="246"/>
                  </a:lnTo>
                  <a:lnTo>
                    <a:pt x="621" y="246"/>
                  </a:lnTo>
                  <a:lnTo>
                    <a:pt x="621" y="248"/>
                  </a:lnTo>
                  <a:lnTo>
                    <a:pt x="621" y="248"/>
                  </a:lnTo>
                  <a:lnTo>
                    <a:pt x="620" y="248"/>
                  </a:lnTo>
                  <a:lnTo>
                    <a:pt x="621" y="249"/>
                  </a:lnTo>
                  <a:lnTo>
                    <a:pt x="621" y="248"/>
                  </a:lnTo>
                  <a:lnTo>
                    <a:pt x="623" y="248"/>
                  </a:lnTo>
                  <a:lnTo>
                    <a:pt x="625" y="248"/>
                  </a:lnTo>
                  <a:lnTo>
                    <a:pt x="625" y="246"/>
                  </a:lnTo>
                  <a:lnTo>
                    <a:pt x="625" y="244"/>
                  </a:lnTo>
                  <a:lnTo>
                    <a:pt x="625" y="243"/>
                  </a:lnTo>
                  <a:lnTo>
                    <a:pt x="627" y="243"/>
                  </a:lnTo>
                  <a:lnTo>
                    <a:pt x="627" y="243"/>
                  </a:lnTo>
                  <a:lnTo>
                    <a:pt x="627" y="241"/>
                  </a:lnTo>
                  <a:lnTo>
                    <a:pt x="625" y="241"/>
                  </a:lnTo>
                  <a:lnTo>
                    <a:pt x="625" y="241"/>
                  </a:lnTo>
                  <a:lnTo>
                    <a:pt x="625" y="239"/>
                  </a:lnTo>
                  <a:lnTo>
                    <a:pt x="625" y="239"/>
                  </a:lnTo>
                  <a:close/>
                  <a:moveTo>
                    <a:pt x="771" y="477"/>
                  </a:moveTo>
                  <a:lnTo>
                    <a:pt x="767" y="474"/>
                  </a:lnTo>
                  <a:lnTo>
                    <a:pt x="764" y="470"/>
                  </a:lnTo>
                  <a:lnTo>
                    <a:pt x="762" y="469"/>
                  </a:lnTo>
                  <a:lnTo>
                    <a:pt x="762" y="469"/>
                  </a:lnTo>
                  <a:lnTo>
                    <a:pt x="757" y="460"/>
                  </a:lnTo>
                  <a:lnTo>
                    <a:pt x="756" y="460"/>
                  </a:lnTo>
                  <a:lnTo>
                    <a:pt x="754" y="455"/>
                  </a:lnTo>
                  <a:lnTo>
                    <a:pt x="752" y="455"/>
                  </a:lnTo>
                  <a:lnTo>
                    <a:pt x="749" y="453"/>
                  </a:lnTo>
                  <a:lnTo>
                    <a:pt x="745" y="452"/>
                  </a:lnTo>
                  <a:lnTo>
                    <a:pt x="737" y="448"/>
                  </a:lnTo>
                  <a:lnTo>
                    <a:pt x="735" y="448"/>
                  </a:lnTo>
                  <a:lnTo>
                    <a:pt x="734" y="448"/>
                  </a:lnTo>
                  <a:lnTo>
                    <a:pt x="732" y="448"/>
                  </a:lnTo>
                  <a:lnTo>
                    <a:pt x="730" y="448"/>
                  </a:lnTo>
                  <a:lnTo>
                    <a:pt x="730" y="448"/>
                  </a:lnTo>
                  <a:lnTo>
                    <a:pt x="728" y="446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5" y="446"/>
                  </a:lnTo>
                  <a:lnTo>
                    <a:pt x="725" y="445"/>
                  </a:lnTo>
                  <a:lnTo>
                    <a:pt x="725" y="445"/>
                  </a:lnTo>
                  <a:lnTo>
                    <a:pt x="723" y="445"/>
                  </a:lnTo>
                  <a:lnTo>
                    <a:pt x="722" y="445"/>
                  </a:lnTo>
                  <a:lnTo>
                    <a:pt x="720" y="443"/>
                  </a:lnTo>
                  <a:lnTo>
                    <a:pt x="715" y="440"/>
                  </a:lnTo>
                  <a:lnTo>
                    <a:pt x="711" y="436"/>
                  </a:lnTo>
                  <a:lnTo>
                    <a:pt x="711" y="436"/>
                  </a:lnTo>
                  <a:lnTo>
                    <a:pt x="711" y="435"/>
                  </a:lnTo>
                  <a:lnTo>
                    <a:pt x="706" y="431"/>
                  </a:lnTo>
                  <a:lnTo>
                    <a:pt x="705" y="431"/>
                  </a:lnTo>
                  <a:lnTo>
                    <a:pt x="705" y="431"/>
                  </a:lnTo>
                  <a:lnTo>
                    <a:pt x="703" y="431"/>
                  </a:lnTo>
                  <a:lnTo>
                    <a:pt x="703" y="431"/>
                  </a:lnTo>
                  <a:lnTo>
                    <a:pt x="701" y="429"/>
                  </a:lnTo>
                  <a:lnTo>
                    <a:pt x="696" y="429"/>
                  </a:lnTo>
                  <a:lnTo>
                    <a:pt x="693" y="426"/>
                  </a:lnTo>
                  <a:lnTo>
                    <a:pt x="689" y="424"/>
                  </a:lnTo>
                  <a:lnTo>
                    <a:pt x="688" y="421"/>
                  </a:lnTo>
                  <a:lnTo>
                    <a:pt x="688" y="421"/>
                  </a:lnTo>
                  <a:lnTo>
                    <a:pt x="684" y="423"/>
                  </a:lnTo>
                  <a:lnTo>
                    <a:pt x="683" y="424"/>
                  </a:lnTo>
                  <a:lnTo>
                    <a:pt x="683" y="426"/>
                  </a:lnTo>
                  <a:lnTo>
                    <a:pt x="683" y="428"/>
                  </a:lnTo>
                  <a:lnTo>
                    <a:pt x="683" y="428"/>
                  </a:lnTo>
                  <a:lnTo>
                    <a:pt x="681" y="428"/>
                  </a:lnTo>
                  <a:lnTo>
                    <a:pt x="681" y="428"/>
                  </a:lnTo>
                  <a:lnTo>
                    <a:pt x="679" y="426"/>
                  </a:lnTo>
                  <a:lnTo>
                    <a:pt x="678" y="426"/>
                  </a:lnTo>
                  <a:lnTo>
                    <a:pt x="678" y="426"/>
                  </a:lnTo>
                  <a:lnTo>
                    <a:pt x="674" y="426"/>
                  </a:lnTo>
                  <a:lnTo>
                    <a:pt x="671" y="424"/>
                  </a:lnTo>
                  <a:lnTo>
                    <a:pt x="669" y="424"/>
                  </a:lnTo>
                  <a:lnTo>
                    <a:pt x="669" y="426"/>
                  </a:lnTo>
                  <a:lnTo>
                    <a:pt x="667" y="428"/>
                  </a:lnTo>
                  <a:lnTo>
                    <a:pt x="666" y="428"/>
                  </a:lnTo>
                  <a:lnTo>
                    <a:pt x="664" y="428"/>
                  </a:lnTo>
                  <a:lnTo>
                    <a:pt x="664" y="426"/>
                  </a:lnTo>
                  <a:lnTo>
                    <a:pt x="664" y="424"/>
                  </a:lnTo>
                  <a:lnTo>
                    <a:pt x="666" y="423"/>
                  </a:lnTo>
                  <a:lnTo>
                    <a:pt x="666" y="421"/>
                  </a:lnTo>
                  <a:lnTo>
                    <a:pt x="664" y="421"/>
                  </a:lnTo>
                  <a:lnTo>
                    <a:pt x="664" y="421"/>
                  </a:lnTo>
                  <a:lnTo>
                    <a:pt x="661" y="416"/>
                  </a:lnTo>
                  <a:lnTo>
                    <a:pt x="661" y="414"/>
                  </a:lnTo>
                  <a:lnTo>
                    <a:pt x="655" y="413"/>
                  </a:lnTo>
                  <a:lnTo>
                    <a:pt x="655" y="411"/>
                  </a:lnTo>
                  <a:lnTo>
                    <a:pt x="654" y="409"/>
                  </a:lnTo>
                  <a:lnTo>
                    <a:pt x="654" y="409"/>
                  </a:lnTo>
                  <a:lnTo>
                    <a:pt x="654" y="407"/>
                  </a:lnTo>
                  <a:lnTo>
                    <a:pt x="652" y="409"/>
                  </a:lnTo>
                  <a:lnTo>
                    <a:pt x="652" y="409"/>
                  </a:lnTo>
                  <a:lnTo>
                    <a:pt x="650" y="409"/>
                  </a:lnTo>
                  <a:lnTo>
                    <a:pt x="649" y="409"/>
                  </a:lnTo>
                  <a:lnTo>
                    <a:pt x="647" y="407"/>
                  </a:lnTo>
                  <a:lnTo>
                    <a:pt x="645" y="407"/>
                  </a:lnTo>
                  <a:lnTo>
                    <a:pt x="644" y="406"/>
                  </a:lnTo>
                  <a:lnTo>
                    <a:pt x="638" y="401"/>
                  </a:lnTo>
                  <a:lnTo>
                    <a:pt x="637" y="401"/>
                  </a:lnTo>
                  <a:lnTo>
                    <a:pt x="633" y="401"/>
                  </a:lnTo>
                  <a:lnTo>
                    <a:pt x="632" y="399"/>
                  </a:lnTo>
                  <a:lnTo>
                    <a:pt x="628" y="396"/>
                  </a:lnTo>
                  <a:lnTo>
                    <a:pt x="627" y="396"/>
                  </a:lnTo>
                  <a:lnTo>
                    <a:pt x="627" y="394"/>
                  </a:lnTo>
                  <a:lnTo>
                    <a:pt x="625" y="387"/>
                  </a:lnTo>
                  <a:lnTo>
                    <a:pt x="623" y="384"/>
                  </a:lnTo>
                  <a:lnTo>
                    <a:pt x="623" y="384"/>
                  </a:lnTo>
                  <a:lnTo>
                    <a:pt x="623" y="382"/>
                  </a:lnTo>
                  <a:lnTo>
                    <a:pt x="621" y="382"/>
                  </a:lnTo>
                  <a:lnTo>
                    <a:pt x="618" y="380"/>
                  </a:lnTo>
                  <a:lnTo>
                    <a:pt x="615" y="379"/>
                  </a:lnTo>
                  <a:lnTo>
                    <a:pt x="613" y="377"/>
                  </a:lnTo>
                  <a:lnTo>
                    <a:pt x="611" y="377"/>
                  </a:lnTo>
                  <a:lnTo>
                    <a:pt x="611" y="377"/>
                  </a:lnTo>
                  <a:lnTo>
                    <a:pt x="608" y="373"/>
                  </a:lnTo>
                  <a:lnTo>
                    <a:pt x="606" y="373"/>
                  </a:lnTo>
                  <a:lnTo>
                    <a:pt x="603" y="372"/>
                  </a:lnTo>
                  <a:lnTo>
                    <a:pt x="603" y="372"/>
                  </a:lnTo>
                  <a:lnTo>
                    <a:pt x="599" y="370"/>
                  </a:lnTo>
                  <a:lnTo>
                    <a:pt x="596" y="367"/>
                  </a:lnTo>
                  <a:lnTo>
                    <a:pt x="593" y="365"/>
                  </a:lnTo>
                  <a:lnTo>
                    <a:pt x="591" y="362"/>
                  </a:lnTo>
                  <a:lnTo>
                    <a:pt x="586" y="360"/>
                  </a:lnTo>
                  <a:lnTo>
                    <a:pt x="584" y="360"/>
                  </a:lnTo>
                  <a:lnTo>
                    <a:pt x="584" y="358"/>
                  </a:lnTo>
                  <a:lnTo>
                    <a:pt x="582" y="356"/>
                  </a:lnTo>
                  <a:lnTo>
                    <a:pt x="581" y="356"/>
                  </a:lnTo>
                  <a:lnTo>
                    <a:pt x="579" y="356"/>
                  </a:lnTo>
                  <a:lnTo>
                    <a:pt x="577" y="355"/>
                  </a:lnTo>
                  <a:lnTo>
                    <a:pt x="577" y="355"/>
                  </a:lnTo>
                  <a:lnTo>
                    <a:pt x="574" y="353"/>
                  </a:lnTo>
                  <a:lnTo>
                    <a:pt x="574" y="351"/>
                  </a:lnTo>
                  <a:lnTo>
                    <a:pt x="572" y="351"/>
                  </a:lnTo>
                  <a:lnTo>
                    <a:pt x="571" y="351"/>
                  </a:lnTo>
                  <a:lnTo>
                    <a:pt x="571" y="351"/>
                  </a:lnTo>
                  <a:lnTo>
                    <a:pt x="567" y="350"/>
                  </a:lnTo>
                  <a:lnTo>
                    <a:pt x="564" y="350"/>
                  </a:lnTo>
                  <a:lnTo>
                    <a:pt x="557" y="343"/>
                  </a:lnTo>
                  <a:lnTo>
                    <a:pt x="555" y="339"/>
                  </a:lnTo>
                  <a:lnTo>
                    <a:pt x="552" y="331"/>
                  </a:lnTo>
                  <a:lnTo>
                    <a:pt x="550" y="328"/>
                  </a:lnTo>
                  <a:lnTo>
                    <a:pt x="550" y="324"/>
                  </a:lnTo>
                  <a:lnTo>
                    <a:pt x="550" y="324"/>
                  </a:lnTo>
                  <a:lnTo>
                    <a:pt x="548" y="323"/>
                  </a:lnTo>
                  <a:lnTo>
                    <a:pt x="550" y="323"/>
                  </a:lnTo>
                  <a:lnTo>
                    <a:pt x="550" y="323"/>
                  </a:lnTo>
                  <a:lnTo>
                    <a:pt x="552" y="323"/>
                  </a:lnTo>
                  <a:lnTo>
                    <a:pt x="554" y="323"/>
                  </a:lnTo>
                  <a:lnTo>
                    <a:pt x="554" y="323"/>
                  </a:lnTo>
                  <a:lnTo>
                    <a:pt x="555" y="323"/>
                  </a:lnTo>
                  <a:lnTo>
                    <a:pt x="555" y="321"/>
                  </a:lnTo>
                  <a:lnTo>
                    <a:pt x="555" y="321"/>
                  </a:lnTo>
                  <a:lnTo>
                    <a:pt x="559" y="319"/>
                  </a:lnTo>
                  <a:lnTo>
                    <a:pt x="560" y="317"/>
                  </a:lnTo>
                  <a:lnTo>
                    <a:pt x="562" y="317"/>
                  </a:lnTo>
                  <a:lnTo>
                    <a:pt x="562" y="316"/>
                  </a:lnTo>
                  <a:lnTo>
                    <a:pt x="564" y="311"/>
                  </a:lnTo>
                  <a:lnTo>
                    <a:pt x="565" y="309"/>
                  </a:lnTo>
                  <a:lnTo>
                    <a:pt x="569" y="300"/>
                  </a:lnTo>
                  <a:lnTo>
                    <a:pt x="571" y="299"/>
                  </a:lnTo>
                  <a:lnTo>
                    <a:pt x="572" y="297"/>
                  </a:lnTo>
                  <a:lnTo>
                    <a:pt x="574" y="297"/>
                  </a:lnTo>
                  <a:lnTo>
                    <a:pt x="576" y="295"/>
                  </a:lnTo>
                  <a:lnTo>
                    <a:pt x="581" y="287"/>
                  </a:lnTo>
                  <a:lnTo>
                    <a:pt x="582" y="283"/>
                  </a:lnTo>
                  <a:lnTo>
                    <a:pt x="584" y="282"/>
                  </a:lnTo>
                  <a:lnTo>
                    <a:pt x="584" y="282"/>
                  </a:lnTo>
                  <a:lnTo>
                    <a:pt x="586" y="280"/>
                  </a:lnTo>
                  <a:lnTo>
                    <a:pt x="588" y="280"/>
                  </a:lnTo>
                  <a:lnTo>
                    <a:pt x="588" y="280"/>
                  </a:lnTo>
                  <a:lnTo>
                    <a:pt x="589" y="280"/>
                  </a:lnTo>
                  <a:lnTo>
                    <a:pt x="589" y="280"/>
                  </a:lnTo>
                  <a:lnTo>
                    <a:pt x="591" y="278"/>
                  </a:lnTo>
                  <a:lnTo>
                    <a:pt x="593" y="278"/>
                  </a:lnTo>
                  <a:lnTo>
                    <a:pt x="594" y="277"/>
                  </a:lnTo>
                  <a:lnTo>
                    <a:pt x="596" y="278"/>
                  </a:lnTo>
                  <a:lnTo>
                    <a:pt x="594" y="273"/>
                  </a:lnTo>
                  <a:lnTo>
                    <a:pt x="596" y="258"/>
                  </a:lnTo>
                  <a:lnTo>
                    <a:pt x="599" y="256"/>
                  </a:lnTo>
                  <a:lnTo>
                    <a:pt x="603" y="253"/>
                  </a:lnTo>
                  <a:lnTo>
                    <a:pt x="603" y="251"/>
                  </a:lnTo>
                  <a:lnTo>
                    <a:pt x="603" y="249"/>
                  </a:lnTo>
                  <a:lnTo>
                    <a:pt x="603" y="249"/>
                  </a:lnTo>
                  <a:lnTo>
                    <a:pt x="603" y="248"/>
                  </a:lnTo>
                  <a:lnTo>
                    <a:pt x="603" y="248"/>
                  </a:lnTo>
                  <a:lnTo>
                    <a:pt x="603" y="248"/>
                  </a:lnTo>
                  <a:lnTo>
                    <a:pt x="604" y="246"/>
                  </a:lnTo>
                  <a:lnTo>
                    <a:pt x="604" y="244"/>
                  </a:lnTo>
                  <a:lnTo>
                    <a:pt x="603" y="244"/>
                  </a:lnTo>
                  <a:lnTo>
                    <a:pt x="606" y="239"/>
                  </a:lnTo>
                  <a:lnTo>
                    <a:pt x="608" y="236"/>
                  </a:lnTo>
                  <a:lnTo>
                    <a:pt x="608" y="234"/>
                  </a:lnTo>
                  <a:lnTo>
                    <a:pt x="610" y="233"/>
                  </a:lnTo>
                  <a:lnTo>
                    <a:pt x="610" y="233"/>
                  </a:lnTo>
                  <a:lnTo>
                    <a:pt x="610" y="231"/>
                  </a:lnTo>
                  <a:lnTo>
                    <a:pt x="610" y="231"/>
                  </a:lnTo>
                  <a:lnTo>
                    <a:pt x="608" y="231"/>
                  </a:lnTo>
                  <a:lnTo>
                    <a:pt x="608" y="231"/>
                  </a:lnTo>
                  <a:lnTo>
                    <a:pt x="608" y="231"/>
                  </a:lnTo>
                  <a:lnTo>
                    <a:pt x="606" y="231"/>
                  </a:lnTo>
                  <a:lnTo>
                    <a:pt x="606" y="233"/>
                  </a:lnTo>
                  <a:lnTo>
                    <a:pt x="606" y="233"/>
                  </a:lnTo>
                  <a:lnTo>
                    <a:pt x="606" y="233"/>
                  </a:lnTo>
                  <a:lnTo>
                    <a:pt x="603" y="238"/>
                  </a:lnTo>
                  <a:lnTo>
                    <a:pt x="601" y="239"/>
                  </a:lnTo>
                  <a:lnTo>
                    <a:pt x="598" y="239"/>
                  </a:lnTo>
                  <a:lnTo>
                    <a:pt x="594" y="239"/>
                  </a:lnTo>
                  <a:lnTo>
                    <a:pt x="593" y="236"/>
                  </a:lnTo>
                  <a:lnTo>
                    <a:pt x="594" y="234"/>
                  </a:lnTo>
                  <a:lnTo>
                    <a:pt x="596" y="233"/>
                  </a:lnTo>
                  <a:lnTo>
                    <a:pt x="596" y="233"/>
                  </a:lnTo>
                  <a:lnTo>
                    <a:pt x="596" y="233"/>
                  </a:lnTo>
                  <a:lnTo>
                    <a:pt x="596" y="231"/>
                  </a:lnTo>
                  <a:lnTo>
                    <a:pt x="594" y="233"/>
                  </a:lnTo>
                  <a:lnTo>
                    <a:pt x="593" y="231"/>
                  </a:lnTo>
                  <a:lnTo>
                    <a:pt x="591" y="227"/>
                  </a:lnTo>
                  <a:lnTo>
                    <a:pt x="589" y="226"/>
                  </a:lnTo>
                  <a:lnTo>
                    <a:pt x="589" y="224"/>
                  </a:lnTo>
                  <a:lnTo>
                    <a:pt x="591" y="224"/>
                  </a:lnTo>
                  <a:lnTo>
                    <a:pt x="591" y="224"/>
                  </a:lnTo>
                  <a:lnTo>
                    <a:pt x="591" y="222"/>
                  </a:lnTo>
                  <a:lnTo>
                    <a:pt x="591" y="222"/>
                  </a:lnTo>
                  <a:lnTo>
                    <a:pt x="593" y="221"/>
                  </a:lnTo>
                  <a:lnTo>
                    <a:pt x="591" y="219"/>
                  </a:lnTo>
                  <a:lnTo>
                    <a:pt x="591" y="216"/>
                  </a:lnTo>
                  <a:lnTo>
                    <a:pt x="591" y="214"/>
                  </a:lnTo>
                  <a:lnTo>
                    <a:pt x="593" y="212"/>
                  </a:lnTo>
                  <a:lnTo>
                    <a:pt x="594" y="212"/>
                  </a:lnTo>
                  <a:lnTo>
                    <a:pt x="598" y="216"/>
                  </a:lnTo>
                  <a:lnTo>
                    <a:pt x="598" y="214"/>
                  </a:lnTo>
                  <a:lnTo>
                    <a:pt x="598" y="214"/>
                  </a:lnTo>
                  <a:lnTo>
                    <a:pt x="599" y="214"/>
                  </a:lnTo>
                  <a:lnTo>
                    <a:pt x="601" y="212"/>
                  </a:lnTo>
                  <a:lnTo>
                    <a:pt x="601" y="212"/>
                  </a:lnTo>
                  <a:lnTo>
                    <a:pt x="601" y="212"/>
                  </a:lnTo>
                  <a:lnTo>
                    <a:pt x="599" y="210"/>
                  </a:lnTo>
                  <a:lnTo>
                    <a:pt x="599" y="210"/>
                  </a:lnTo>
                  <a:lnTo>
                    <a:pt x="599" y="210"/>
                  </a:lnTo>
                  <a:lnTo>
                    <a:pt x="599" y="212"/>
                  </a:lnTo>
                  <a:lnTo>
                    <a:pt x="598" y="212"/>
                  </a:lnTo>
                  <a:lnTo>
                    <a:pt x="598" y="210"/>
                  </a:lnTo>
                  <a:lnTo>
                    <a:pt x="598" y="210"/>
                  </a:lnTo>
                  <a:lnTo>
                    <a:pt x="598" y="210"/>
                  </a:lnTo>
                  <a:lnTo>
                    <a:pt x="598" y="210"/>
                  </a:lnTo>
                  <a:lnTo>
                    <a:pt x="598" y="209"/>
                  </a:lnTo>
                  <a:lnTo>
                    <a:pt x="598" y="209"/>
                  </a:lnTo>
                  <a:lnTo>
                    <a:pt x="596" y="207"/>
                  </a:lnTo>
                  <a:lnTo>
                    <a:pt x="596" y="207"/>
                  </a:lnTo>
                  <a:lnTo>
                    <a:pt x="594" y="207"/>
                  </a:lnTo>
                  <a:lnTo>
                    <a:pt x="594" y="204"/>
                  </a:lnTo>
                  <a:lnTo>
                    <a:pt x="596" y="200"/>
                  </a:lnTo>
                  <a:lnTo>
                    <a:pt x="596" y="200"/>
                  </a:lnTo>
                  <a:lnTo>
                    <a:pt x="596" y="199"/>
                  </a:lnTo>
                  <a:lnTo>
                    <a:pt x="598" y="199"/>
                  </a:lnTo>
                  <a:lnTo>
                    <a:pt x="599" y="197"/>
                  </a:lnTo>
                  <a:lnTo>
                    <a:pt x="599" y="199"/>
                  </a:lnTo>
                  <a:lnTo>
                    <a:pt x="601" y="200"/>
                  </a:lnTo>
                  <a:lnTo>
                    <a:pt x="601" y="197"/>
                  </a:lnTo>
                  <a:lnTo>
                    <a:pt x="603" y="195"/>
                  </a:lnTo>
                  <a:lnTo>
                    <a:pt x="604" y="193"/>
                  </a:lnTo>
                  <a:lnTo>
                    <a:pt x="606" y="195"/>
                  </a:lnTo>
                  <a:lnTo>
                    <a:pt x="606" y="197"/>
                  </a:lnTo>
                  <a:lnTo>
                    <a:pt x="606" y="200"/>
                  </a:lnTo>
                  <a:lnTo>
                    <a:pt x="608" y="202"/>
                  </a:lnTo>
                  <a:lnTo>
                    <a:pt x="608" y="202"/>
                  </a:lnTo>
                  <a:lnTo>
                    <a:pt x="608" y="200"/>
                  </a:lnTo>
                  <a:lnTo>
                    <a:pt x="608" y="197"/>
                  </a:lnTo>
                  <a:lnTo>
                    <a:pt x="608" y="195"/>
                  </a:lnTo>
                  <a:lnTo>
                    <a:pt x="608" y="195"/>
                  </a:lnTo>
                  <a:lnTo>
                    <a:pt x="608" y="193"/>
                  </a:lnTo>
                  <a:lnTo>
                    <a:pt x="610" y="193"/>
                  </a:lnTo>
                  <a:lnTo>
                    <a:pt x="611" y="193"/>
                  </a:lnTo>
                  <a:lnTo>
                    <a:pt x="611" y="193"/>
                  </a:lnTo>
                  <a:lnTo>
                    <a:pt x="610" y="193"/>
                  </a:lnTo>
                  <a:lnTo>
                    <a:pt x="615" y="185"/>
                  </a:lnTo>
                  <a:lnTo>
                    <a:pt x="616" y="185"/>
                  </a:lnTo>
                  <a:lnTo>
                    <a:pt x="616" y="188"/>
                  </a:lnTo>
                  <a:lnTo>
                    <a:pt x="616" y="190"/>
                  </a:lnTo>
                  <a:lnTo>
                    <a:pt x="616" y="192"/>
                  </a:lnTo>
                  <a:lnTo>
                    <a:pt x="616" y="193"/>
                  </a:lnTo>
                  <a:lnTo>
                    <a:pt x="616" y="195"/>
                  </a:lnTo>
                  <a:lnTo>
                    <a:pt x="618" y="195"/>
                  </a:lnTo>
                  <a:lnTo>
                    <a:pt x="620" y="195"/>
                  </a:lnTo>
                  <a:lnTo>
                    <a:pt x="621" y="195"/>
                  </a:lnTo>
                  <a:lnTo>
                    <a:pt x="621" y="193"/>
                  </a:lnTo>
                  <a:lnTo>
                    <a:pt x="621" y="193"/>
                  </a:lnTo>
                  <a:lnTo>
                    <a:pt x="621" y="193"/>
                  </a:lnTo>
                  <a:lnTo>
                    <a:pt x="621" y="192"/>
                  </a:lnTo>
                  <a:lnTo>
                    <a:pt x="623" y="192"/>
                  </a:lnTo>
                  <a:lnTo>
                    <a:pt x="623" y="193"/>
                  </a:lnTo>
                  <a:lnTo>
                    <a:pt x="625" y="192"/>
                  </a:lnTo>
                  <a:lnTo>
                    <a:pt x="625" y="190"/>
                  </a:lnTo>
                  <a:lnTo>
                    <a:pt x="623" y="190"/>
                  </a:lnTo>
                  <a:lnTo>
                    <a:pt x="623" y="188"/>
                  </a:lnTo>
                  <a:lnTo>
                    <a:pt x="623" y="187"/>
                  </a:lnTo>
                  <a:lnTo>
                    <a:pt x="625" y="187"/>
                  </a:lnTo>
                  <a:lnTo>
                    <a:pt x="625" y="187"/>
                  </a:lnTo>
                  <a:lnTo>
                    <a:pt x="627" y="188"/>
                  </a:lnTo>
                  <a:lnTo>
                    <a:pt x="628" y="190"/>
                  </a:lnTo>
                  <a:lnTo>
                    <a:pt x="630" y="188"/>
                  </a:lnTo>
                  <a:lnTo>
                    <a:pt x="630" y="188"/>
                  </a:lnTo>
                  <a:lnTo>
                    <a:pt x="632" y="187"/>
                  </a:lnTo>
                  <a:lnTo>
                    <a:pt x="630" y="185"/>
                  </a:lnTo>
                  <a:lnTo>
                    <a:pt x="630" y="185"/>
                  </a:lnTo>
                  <a:lnTo>
                    <a:pt x="630" y="183"/>
                  </a:lnTo>
                  <a:lnTo>
                    <a:pt x="630" y="182"/>
                  </a:lnTo>
                  <a:lnTo>
                    <a:pt x="630" y="180"/>
                  </a:lnTo>
                  <a:lnTo>
                    <a:pt x="632" y="180"/>
                  </a:lnTo>
                  <a:lnTo>
                    <a:pt x="633" y="180"/>
                  </a:lnTo>
                  <a:lnTo>
                    <a:pt x="635" y="180"/>
                  </a:lnTo>
                  <a:lnTo>
                    <a:pt x="635" y="180"/>
                  </a:lnTo>
                  <a:lnTo>
                    <a:pt x="635" y="183"/>
                  </a:lnTo>
                  <a:lnTo>
                    <a:pt x="635" y="187"/>
                  </a:lnTo>
                  <a:lnTo>
                    <a:pt x="635" y="188"/>
                  </a:lnTo>
                  <a:lnTo>
                    <a:pt x="637" y="190"/>
                  </a:lnTo>
                  <a:lnTo>
                    <a:pt x="637" y="193"/>
                  </a:lnTo>
                  <a:lnTo>
                    <a:pt x="637" y="195"/>
                  </a:lnTo>
                  <a:lnTo>
                    <a:pt x="637" y="195"/>
                  </a:lnTo>
                  <a:lnTo>
                    <a:pt x="635" y="195"/>
                  </a:lnTo>
                  <a:lnTo>
                    <a:pt x="633" y="195"/>
                  </a:lnTo>
                  <a:lnTo>
                    <a:pt x="633" y="195"/>
                  </a:lnTo>
                  <a:lnTo>
                    <a:pt x="633" y="197"/>
                  </a:lnTo>
                  <a:lnTo>
                    <a:pt x="633" y="199"/>
                  </a:lnTo>
                  <a:lnTo>
                    <a:pt x="633" y="199"/>
                  </a:lnTo>
                  <a:lnTo>
                    <a:pt x="632" y="200"/>
                  </a:lnTo>
                  <a:lnTo>
                    <a:pt x="632" y="200"/>
                  </a:lnTo>
                  <a:lnTo>
                    <a:pt x="632" y="200"/>
                  </a:lnTo>
                  <a:lnTo>
                    <a:pt x="633" y="202"/>
                  </a:lnTo>
                  <a:lnTo>
                    <a:pt x="632" y="202"/>
                  </a:lnTo>
                  <a:lnTo>
                    <a:pt x="633" y="202"/>
                  </a:lnTo>
                  <a:lnTo>
                    <a:pt x="635" y="200"/>
                  </a:lnTo>
                  <a:lnTo>
                    <a:pt x="637" y="199"/>
                  </a:lnTo>
                  <a:lnTo>
                    <a:pt x="638" y="197"/>
                  </a:lnTo>
                  <a:lnTo>
                    <a:pt x="640" y="195"/>
                  </a:lnTo>
                  <a:lnTo>
                    <a:pt x="642" y="193"/>
                  </a:lnTo>
                  <a:lnTo>
                    <a:pt x="642" y="193"/>
                  </a:lnTo>
                  <a:lnTo>
                    <a:pt x="642" y="195"/>
                  </a:lnTo>
                  <a:lnTo>
                    <a:pt x="642" y="195"/>
                  </a:lnTo>
                  <a:lnTo>
                    <a:pt x="642" y="197"/>
                  </a:lnTo>
                  <a:lnTo>
                    <a:pt x="644" y="195"/>
                  </a:lnTo>
                  <a:lnTo>
                    <a:pt x="644" y="195"/>
                  </a:lnTo>
                  <a:lnTo>
                    <a:pt x="644" y="192"/>
                  </a:lnTo>
                  <a:lnTo>
                    <a:pt x="645" y="190"/>
                  </a:lnTo>
                  <a:lnTo>
                    <a:pt x="647" y="187"/>
                  </a:lnTo>
                  <a:lnTo>
                    <a:pt x="649" y="187"/>
                  </a:lnTo>
                  <a:lnTo>
                    <a:pt x="650" y="185"/>
                  </a:lnTo>
                  <a:lnTo>
                    <a:pt x="652" y="180"/>
                  </a:lnTo>
                  <a:lnTo>
                    <a:pt x="649" y="178"/>
                  </a:lnTo>
                  <a:lnTo>
                    <a:pt x="649" y="178"/>
                  </a:lnTo>
                  <a:lnTo>
                    <a:pt x="649" y="176"/>
                  </a:lnTo>
                  <a:lnTo>
                    <a:pt x="649" y="176"/>
                  </a:lnTo>
                  <a:lnTo>
                    <a:pt x="647" y="176"/>
                  </a:lnTo>
                  <a:lnTo>
                    <a:pt x="647" y="176"/>
                  </a:lnTo>
                  <a:lnTo>
                    <a:pt x="645" y="176"/>
                  </a:lnTo>
                  <a:lnTo>
                    <a:pt x="645" y="175"/>
                  </a:lnTo>
                  <a:lnTo>
                    <a:pt x="645" y="175"/>
                  </a:lnTo>
                  <a:lnTo>
                    <a:pt x="645" y="173"/>
                  </a:lnTo>
                  <a:lnTo>
                    <a:pt x="645" y="173"/>
                  </a:lnTo>
                  <a:lnTo>
                    <a:pt x="647" y="173"/>
                  </a:lnTo>
                  <a:lnTo>
                    <a:pt x="647" y="171"/>
                  </a:lnTo>
                  <a:lnTo>
                    <a:pt x="649" y="173"/>
                  </a:lnTo>
                  <a:lnTo>
                    <a:pt x="649" y="173"/>
                  </a:lnTo>
                  <a:lnTo>
                    <a:pt x="649" y="173"/>
                  </a:lnTo>
                  <a:lnTo>
                    <a:pt x="650" y="171"/>
                  </a:lnTo>
                  <a:lnTo>
                    <a:pt x="650" y="171"/>
                  </a:lnTo>
                  <a:lnTo>
                    <a:pt x="650" y="171"/>
                  </a:lnTo>
                  <a:lnTo>
                    <a:pt x="652" y="171"/>
                  </a:lnTo>
                  <a:lnTo>
                    <a:pt x="652" y="175"/>
                  </a:lnTo>
                  <a:lnTo>
                    <a:pt x="654" y="175"/>
                  </a:lnTo>
                  <a:lnTo>
                    <a:pt x="655" y="173"/>
                  </a:lnTo>
                  <a:lnTo>
                    <a:pt x="655" y="173"/>
                  </a:lnTo>
                  <a:lnTo>
                    <a:pt x="657" y="173"/>
                  </a:lnTo>
                  <a:lnTo>
                    <a:pt x="657" y="175"/>
                  </a:lnTo>
                  <a:lnTo>
                    <a:pt x="657" y="175"/>
                  </a:lnTo>
                  <a:lnTo>
                    <a:pt x="657" y="175"/>
                  </a:lnTo>
                  <a:lnTo>
                    <a:pt x="659" y="176"/>
                  </a:lnTo>
                  <a:lnTo>
                    <a:pt x="659" y="176"/>
                  </a:lnTo>
                  <a:lnTo>
                    <a:pt x="659" y="175"/>
                  </a:lnTo>
                  <a:lnTo>
                    <a:pt x="659" y="173"/>
                  </a:lnTo>
                  <a:lnTo>
                    <a:pt x="659" y="171"/>
                  </a:lnTo>
                  <a:lnTo>
                    <a:pt x="659" y="171"/>
                  </a:lnTo>
                  <a:lnTo>
                    <a:pt x="657" y="170"/>
                  </a:lnTo>
                  <a:lnTo>
                    <a:pt x="652" y="168"/>
                  </a:lnTo>
                  <a:lnTo>
                    <a:pt x="650" y="168"/>
                  </a:lnTo>
                  <a:lnTo>
                    <a:pt x="650" y="168"/>
                  </a:lnTo>
                  <a:lnTo>
                    <a:pt x="650" y="166"/>
                  </a:lnTo>
                  <a:lnTo>
                    <a:pt x="650" y="165"/>
                  </a:lnTo>
                  <a:lnTo>
                    <a:pt x="649" y="165"/>
                  </a:lnTo>
                  <a:lnTo>
                    <a:pt x="645" y="163"/>
                  </a:lnTo>
                  <a:lnTo>
                    <a:pt x="645" y="161"/>
                  </a:lnTo>
                  <a:lnTo>
                    <a:pt x="645" y="159"/>
                  </a:lnTo>
                  <a:lnTo>
                    <a:pt x="644" y="158"/>
                  </a:lnTo>
                  <a:lnTo>
                    <a:pt x="644" y="156"/>
                  </a:lnTo>
                  <a:lnTo>
                    <a:pt x="644" y="154"/>
                  </a:lnTo>
                  <a:lnTo>
                    <a:pt x="645" y="156"/>
                  </a:lnTo>
                  <a:lnTo>
                    <a:pt x="649" y="159"/>
                  </a:lnTo>
                  <a:lnTo>
                    <a:pt x="650" y="159"/>
                  </a:lnTo>
                  <a:lnTo>
                    <a:pt x="650" y="158"/>
                  </a:lnTo>
                  <a:lnTo>
                    <a:pt x="650" y="158"/>
                  </a:lnTo>
                  <a:lnTo>
                    <a:pt x="650" y="156"/>
                  </a:lnTo>
                  <a:lnTo>
                    <a:pt x="650" y="154"/>
                  </a:lnTo>
                  <a:lnTo>
                    <a:pt x="649" y="153"/>
                  </a:lnTo>
                  <a:lnTo>
                    <a:pt x="650" y="153"/>
                  </a:lnTo>
                  <a:lnTo>
                    <a:pt x="650" y="153"/>
                  </a:lnTo>
                  <a:lnTo>
                    <a:pt x="652" y="153"/>
                  </a:lnTo>
                  <a:lnTo>
                    <a:pt x="652" y="153"/>
                  </a:lnTo>
                  <a:lnTo>
                    <a:pt x="652" y="154"/>
                  </a:lnTo>
                  <a:lnTo>
                    <a:pt x="652" y="154"/>
                  </a:lnTo>
                  <a:lnTo>
                    <a:pt x="654" y="158"/>
                  </a:lnTo>
                  <a:lnTo>
                    <a:pt x="654" y="158"/>
                  </a:lnTo>
                  <a:lnTo>
                    <a:pt x="654" y="159"/>
                  </a:lnTo>
                  <a:lnTo>
                    <a:pt x="654" y="161"/>
                  </a:lnTo>
                  <a:lnTo>
                    <a:pt x="655" y="161"/>
                  </a:lnTo>
                  <a:lnTo>
                    <a:pt x="657" y="159"/>
                  </a:lnTo>
                  <a:lnTo>
                    <a:pt x="657" y="158"/>
                  </a:lnTo>
                  <a:lnTo>
                    <a:pt x="657" y="158"/>
                  </a:lnTo>
                  <a:lnTo>
                    <a:pt x="657" y="156"/>
                  </a:lnTo>
                  <a:lnTo>
                    <a:pt x="657" y="156"/>
                  </a:lnTo>
                  <a:lnTo>
                    <a:pt x="655" y="153"/>
                  </a:lnTo>
                  <a:lnTo>
                    <a:pt x="655" y="153"/>
                  </a:lnTo>
                  <a:lnTo>
                    <a:pt x="655" y="151"/>
                  </a:lnTo>
                  <a:lnTo>
                    <a:pt x="657" y="149"/>
                  </a:lnTo>
                  <a:lnTo>
                    <a:pt x="661" y="149"/>
                  </a:lnTo>
                  <a:lnTo>
                    <a:pt x="662" y="149"/>
                  </a:lnTo>
                  <a:lnTo>
                    <a:pt x="662" y="148"/>
                  </a:lnTo>
                  <a:lnTo>
                    <a:pt x="662" y="144"/>
                  </a:lnTo>
                  <a:lnTo>
                    <a:pt x="664" y="143"/>
                  </a:lnTo>
                  <a:lnTo>
                    <a:pt x="666" y="139"/>
                  </a:lnTo>
                  <a:lnTo>
                    <a:pt x="667" y="137"/>
                  </a:lnTo>
                  <a:lnTo>
                    <a:pt x="669" y="137"/>
                  </a:lnTo>
                  <a:lnTo>
                    <a:pt x="667" y="136"/>
                  </a:lnTo>
                  <a:lnTo>
                    <a:pt x="667" y="132"/>
                  </a:lnTo>
                  <a:lnTo>
                    <a:pt x="667" y="131"/>
                  </a:lnTo>
                  <a:lnTo>
                    <a:pt x="669" y="129"/>
                  </a:lnTo>
                  <a:lnTo>
                    <a:pt x="669" y="129"/>
                  </a:lnTo>
                  <a:lnTo>
                    <a:pt x="671" y="127"/>
                  </a:lnTo>
                  <a:lnTo>
                    <a:pt x="671" y="127"/>
                  </a:lnTo>
                  <a:lnTo>
                    <a:pt x="672" y="127"/>
                  </a:lnTo>
                  <a:lnTo>
                    <a:pt x="672" y="129"/>
                  </a:lnTo>
                  <a:lnTo>
                    <a:pt x="672" y="129"/>
                  </a:lnTo>
                  <a:lnTo>
                    <a:pt x="672" y="131"/>
                  </a:lnTo>
                  <a:lnTo>
                    <a:pt x="672" y="131"/>
                  </a:lnTo>
                  <a:lnTo>
                    <a:pt x="671" y="132"/>
                  </a:lnTo>
                  <a:lnTo>
                    <a:pt x="669" y="134"/>
                  </a:lnTo>
                  <a:lnTo>
                    <a:pt x="671" y="136"/>
                  </a:lnTo>
                  <a:lnTo>
                    <a:pt x="671" y="136"/>
                  </a:lnTo>
                  <a:lnTo>
                    <a:pt x="671" y="134"/>
                  </a:lnTo>
                  <a:lnTo>
                    <a:pt x="683" y="122"/>
                  </a:lnTo>
                  <a:lnTo>
                    <a:pt x="683" y="122"/>
                  </a:lnTo>
                  <a:lnTo>
                    <a:pt x="684" y="122"/>
                  </a:lnTo>
                  <a:lnTo>
                    <a:pt x="684" y="120"/>
                  </a:lnTo>
                  <a:lnTo>
                    <a:pt x="686" y="120"/>
                  </a:lnTo>
                  <a:lnTo>
                    <a:pt x="686" y="120"/>
                  </a:lnTo>
                  <a:lnTo>
                    <a:pt x="686" y="120"/>
                  </a:lnTo>
                  <a:lnTo>
                    <a:pt x="688" y="119"/>
                  </a:lnTo>
                  <a:lnTo>
                    <a:pt x="686" y="119"/>
                  </a:lnTo>
                  <a:lnTo>
                    <a:pt x="684" y="119"/>
                  </a:lnTo>
                  <a:lnTo>
                    <a:pt x="684" y="119"/>
                  </a:lnTo>
                  <a:lnTo>
                    <a:pt x="684" y="115"/>
                  </a:lnTo>
                  <a:lnTo>
                    <a:pt x="684" y="114"/>
                  </a:lnTo>
                  <a:lnTo>
                    <a:pt x="679" y="109"/>
                  </a:lnTo>
                  <a:lnTo>
                    <a:pt x="679" y="109"/>
                  </a:lnTo>
                  <a:lnTo>
                    <a:pt x="672" y="105"/>
                  </a:lnTo>
                  <a:lnTo>
                    <a:pt x="671" y="103"/>
                  </a:lnTo>
                  <a:lnTo>
                    <a:pt x="669" y="103"/>
                  </a:lnTo>
                  <a:lnTo>
                    <a:pt x="667" y="103"/>
                  </a:lnTo>
                  <a:lnTo>
                    <a:pt x="662" y="105"/>
                  </a:lnTo>
                  <a:lnTo>
                    <a:pt x="662" y="107"/>
                  </a:lnTo>
                  <a:lnTo>
                    <a:pt x="662" y="107"/>
                  </a:lnTo>
                  <a:lnTo>
                    <a:pt x="664" y="107"/>
                  </a:lnTo>
                  <a:lnTo>
                    <a:pt x="666" y="107"/>
                  </a:lnTo>
                  <a:lnTo>
                    <a:pt x="667" y="109"/>
                  </a:lnTo>
                  <a:lnTo>
                    <a:pt x="667" y="109"/>
                  </a:lnTo>
                  <a:lnTo>
                    <a:pt x="669" y="109"/>
                  </a:lnTo>
                  <a:lnTo>
                    <a:pt x="669" y="110"/>
                  </a:lnTo>
                  <a:lnTo>
                    <a:pt x="667" y="112"/>
                  </a:lnTo>
                  <a:lnTo>
                    <a:pt x="666" y="114"/>
                  </a:lnTo>
                  <a:lnTo>
                    <a:pt x="662" y="114"/>
                  </a:lnTo>
                  <a:lnTo>
                    <a:pt x="661" y="112"/>
                  </a:lnTo>
                  <a:lnTo>
                    <a:pt x="661" y="110"/>
                  </a:lnTo>
                  <a:lnTo>
                    <a:pt x="659" y="109"/>
                  </a:lnTo>
                  <a:lnTo>
                    <a:pt x="657" y="107"/>
                  </a:lnTo>
                  <a:lnTo>
                    <a:pt x="655" y="105"/>
                  </a:lnTo>
                  <a:lnTo>
                    <a:pt x="654" y="102"/>
                  </a:lnTo>
                  <a:lnTo>
                    <a:pt x="654" y="102"/>
                  </a:lnTo>
                  <a:lnTo>
                    <a:pt x="655" y="100"/>
                  </a:lnTo>
                  <a:lnTo>
                    <a:pt x="654" y="97"/>
                  </a:lnTo>
                  <a:lnTo>
                    <a:pt x="654" y="95"/>
                  </a:lnTo>
                  <a:lnTo>
                    <a:pt x="652" y="93"/>
                  </a:lnTo>
                  <a:lnTo>
                    <a:pt x="649" y="90"/>
                  </a:lnTo>
                  <a:lnTo>
                    <a:pt x="649" y="88"/>
                  </a:lnTo>
                  <a:lnTo>
                    <a:pt x="647" y="90"/>
                  </a:lnTo>
                  <a:lnTo>
                    <a:pt x="645" y="90"/>
                  </a:lnTo>
                  <a:lnTo>
                    <a:pt x="645" y="88"/>
                  </a:lnTo>
                  <a:lnTo>
                    <a:pt x="644" y="86"/>
                  </a:lnTo>
                  <a:lnTo>
                    <a:pt x="645" y="86"/>
                  </a:lnTo>
                  <a:lnTo>
                    <a:pt x="645" y="86"/>
                  </a:lnTo>
                  <a:lnTo>
                    <a:pt x="647" y="86"/>
                  </a:lnTo>
                  <a:lnTo>
                    <a:pt x="650" y="85"/>
                  </a:lnTo>
                  <a:lnTo>
                    <a:pt x="652" y="85"/>
                  </a:lnTo>
                  <a:lnTo>
                    <a:pt x="652" y="85"/>
                  </a:lnTo>
                  <a:lnTo>
                    <a:pt x="654" y="83"/>
                  </a:lnTo>
                  <a:lnTo>
                    <a:pt x="654" y="81"/>
                  </a:lnTo>
                  <a:lnTo>
                    <a:pt x="655" y="81"/>
                  </a:lnTo>
                  <a:lnTo>
                    <a:pt x="654" y="80"/>
                  </a:lnTo>
                  <a:lnTo>
                    <a:pt x="654" y="80"/>
                  </a:lnTo>
                  <a:lnTo>
                    <a:pt x="654" y="78"/>
                  </a:lnTo>
                  <a:lnTo>
                    <a:pt x="652" y="81"/>
                  </a:lnTo>
                  <a:lnTo>
                    <a:pt x="650" y="83"/>
                  </a:lnTo>
                  <a:lnTo>
                    <a:pt x="649" y="85"/>
                  </a:lnTo>
                  <a:lnTo>
                    <a:pt x="645" y="85"/>
                  </a:lnTo>
                  <a:lnTo>
                    <a:pt x="644" y="83"/>
                  </a:lnTo>
                  <a:lnTo>
                    <a:pt x="644" y="83"/>
                  </a:lnTo>
                  <a:lnTo>
                    <a:pt x="640" y="85"/>
                  </a:lnTo>
                  <a:lnTo>
                    <a:pt x="640" y="86"/>
                  </a:lnTo>
                  <a:lnTo>
                    <a:pt x="638" y="86"/>
                  </a:lnTo>
                  <a:lnTo>
                    <a:pt x="637" y="90"/>
                  </a:lnTo>
                  <a:lnTo>
                    <a:pt x="633" y="92"/>
                  </a:lnTo>
                  <a:lnTo>
                    <a:pt x="632" y="93"/>
                  </a:lnTo>
                  <a:lnTo>
                    <a:pt x="632" y="93"/>
                  </a:lnTo>
                  <a:lnTo>
                    <a:pt x="630" y="93"/>
                  </a:lnTo>
                  <a:lnTo>
                    <a:pt x="628" y="93"/>
                  </a:lnTo>
                  <a:lnTo>
                    <a:pt x="628" y="95"/>
                  </a:lnTo>
                  <a:lnTo>
                    <a:pt x="623" y="100"/>
                  </a:lnTo>
                  <a:lnTo>
                    <a:pt x="623" y="102"/>
                  </a:lnTo>
                  <a:lnTo>
                    <a:pt x="620" y="102"/>
                  </a:lnTo>
                  <a:lnTo>
                    <a:pt x="618" y="103"/>
                  </a:lnTo>
                  <a:lnTo>
                    <a:pt x="618" y="103"/>
                  </a:lnTo>
                  <a:lnTo>
                    <a:pt x="618" y="105"/>
                  </a:lnTo>
                  <a:lnTo>
                    <a:pt x="620" y="105"/>
                  </a:lnTo>
                  <a:lnTo>
                    <a:pt x="621" y="105"/>
                  </a:lnTo>
                  <a:lnTo>
                    <a:pt x="623" y="105"/>
                  </a:lnTo>
                  <a:lnTo>
                    <a:pt x="625" y="107"/>
                  </a:lnTo>
                  <a:lnTo>
                    <a:pt x="625" y="107"/>
                  </a:lnTo>
                  <a:lnTo>
                    <a:pt x="627" y="107"/>
                  </a:lnTo>
                  <a:lnTo>
                    <a:pt x="628" y="107"/>
                  </a:lnTo>
                  <a:lnTo>
                    <a:pt x="630" y="107"/>
                  </a:lnTo>
                  <a:lnTo>
                    <a:pt x="632" y="107"/>
                  </a:lnTo>
                  <a:lnTo>
                    <a:pt x="633" y="107"/>
                  </a:lnTo>
                  <a:lnTo>
                    <a:pt x="635" y="109"/>
                  </a:lnTo>
                  <a:lnTo>
                    <a:pt x="635" y="110"/>
                  </a:lnTo>
                  <a:lnTo>
                    <a:pt x="635" y="110"/>
                  </a:lnTo>
                  <a:lnTo>
                    <a:pt x="632" y="115"/>
                  </a:lnTo>
                  <a:lnTo>
                    <a:pt x="630" y="122"/>
                  </a:lnTo>
                  <a:lnTo>
                    <a:pt x="628" y="124"/>
                  </a:lnTo>
                  <a:lnTo>
                    <a:pt x="625" y="127"/>
                  </a:lnTo>
                  <a:lnTo>
                    <a:pt x="621" y="127"/>
                  </a:lnTo>
                  <a:lnTo>
                    <a:pt x="620" y="129"/>
                  </a:lnTo>
                  <a:lnTo>
                    <a:pt x="618" y="129"/>
                  </a:lnTo>
                  <a:lnTo>
                    <a:pt x="618" y="129"/>
                  </a:lnTo>
                  <a:lnTo>
                    <a:pt x="616" y="127"/>
                  </a:lnTo>
                  <a:lnTo>
                    <a:pt x="616" y="126"/>
                  </a:lnTo>
                  <a:lnTo>
                    <a:pt x="615" y="126"/>
                  </a:lnTo>
                  <a:lnTo>
                    <a:pt x="611" y="127"/>
                  </a:lnTo>
                  <a:lnTo>
                    <a:pt x="611" y="127"/>
                  </a:lnTo>
                  <a:lnTo>
                    <a:pt x="611" y="127"/>
                  </a:lnTo>
                  <a:lnTo>
                    <a:pt x="610" y="127"/>
                  </a:lnTo>
                  <a:lnTo>
                    <a:pt x="610" y="127"/>
                  </a:lnTo>
                  <a:lnTo>
                    <a:pt x="610" y="126"/>
                  </a:lnTo>
                  <a:lnTo>
                    <a:pt x="610" y="126"/>
                  </a:lnTo>
                  <a:lnTo>
                    <a:pt x="610" y="126"/>
                  </a:lnTo>
                  <a:lnTo>
                    <a:pt x="608" y="126"/>
                  </a:lnTo>
                  <a:lnTo>
                    <a:pt x="608" y="127"/>
                  </a:lnTo>
                  <a:lnTo>
                    <a:pt x="608" y="127"/>
                  </a:lnTo>
                  <a:lnTo>
                    <a:pt x="608" y="129"/>
                  </a:lnTo>
                  <a:lnTo>
                    <a:pt x="606" y="129"/>
                  </a:lnTo>
                  <a:lnTo>
                    <a:pt x="604" y="129"/>
                  </a:lnTo>
                  <a:lnTo>
                    <a:pt x="604" y="126"/>
                  </a:lnTo>
                  <a:lnTo>
                    <a:pt x="604" y="124"/>
                  </a:lnTo>
                  <a:lnTo>
                    <a:pt x="604" y="122"/>
                  </a:lnTo>
                  <a:lnTo>
                    <a:pt x="604" y="122"/>
                  </a:lnTo>
                  <a:lnTo>
                    <a:pt x="603" y="122"/>
                  </a:lnTo>
                  <a:lnTo>
                    <a:pt x="603" y="122"/>
                  </a:lnTo>
                  <a:lnTo>
                    <a:pt x="603" y="122"/>
                  </a:lnTo>
                  <a:lnTo>
                    <a:pt x="601" y="120"/>
                  </a:lnTo>
                  <a:lnTo>
                    <a:pt x="601" y="120"/>
                  </a:lnTo>
                  <a:lnTo>
                    <a:pt x="603" y="119"/>
                  </a:lnTo>
                  <a:lnTo>
                    <a:pt x="604" y="115"/>
                  </a:lnTo>
                  <a:lnTo>
                    <a:pt x="606" y="114"/>
                  </a:lnTo>
                  <a:lnTo>
                    <a:pt x="606" y="112"/>
                  </a:lnTo>
                  <a:lnTo>
                    <a:pt x="606" y="112"/>
                  </a:lnTo>
                  <a:lnTo>
                    <a:pt x="608" y="112"/>
                  </a:lnTo>
                  <a:lnTo>
                    <a:pt x="608" y="112"/>
                  </a:lnTo>
                  <a:lnTo>
                    <a:pt x="610" y="110"/>
                  </a:lnTo>
                  <a:lnTo>
                    <a:pt x="608" y="109"/>
                  </a:lnTo>
                  <a:lnTo>
                    <a:pt x="606" y="109"/>
                  </a:lnTo>
                  <a:lnTo>
                    <a:pt x="604" y="110"/>
                  </a:lnTo>
                  <a:lnTo>
                    <a:pt x="604" y="110"/>
                  </a:lnTo>
                  <a:lnTo>
                    <a:pt x="603" y="112"/>
                  </a:lnTo>
                  <a:lnTo>
                    <a:pt x="601" y="112"/>
                  </a:lnTo>
                  <a:lnTo>
                    <a:pt x="599" y="110"/>
                  </a:lnTo>
                  <a:lnTo>
                    <a:pt x="599" y="109"/>
                  </a:lnTo>
                  <a:lnTo>
                    <a:pt x="598" y="109"/>
                  </a:lnTo>
                  <a:lnTo>
                    <a:pt x="598" y="109"/>
                  </a:lnTo>
                  <a:lnTo>
                    <a:pt x="598" y="107"/>
                  </a:lnTo>
                  <a:lnTo>
                    <a:pt x="598" y="107"/>
                  </a:lnTo>
                  <a:lnTo>
                    <a:pt x="598" y="105"/>
                  </a:lnTo>
                  <a:lnTo>
                    <a:pt x="599" y="105"/>
                  </a:lnTo>
                  <a:lnTo>
                    <a:pt x="601" y="103"/>
                  </a:lnTo>
                  <a:lnTo>
                    <a:pt x="603" y="103"/>
                  </a:lnTo>
                  <a:lnTo>
                    <a:pt x="603" y="102"/>
                  </a:lnTo>
                  <a:lnTo>
                    <a:pt x="603" y="102"/>
                  </a:lnTo>
                  <a:lnTo>
                    <a:pt x="603" y="100"/>
                  </a:lnTo>
                  <a:lnTo>
                    <a:pt x="604" y="100"/>
                  </a:lnTo>
                  <a:lnTo>
                    <a:pt x="604" y="98"/>
                  </a:lnTo>
                  <a:lnTo>
                    <a:pt x="606" y="98"/>
                  </a:lnTo>
                  <a:lnTo>
                    <a:pt x="608" y="97"/>
                  </a:lnTo>
                  <a:lnTo>
                    <a:pt x="608" y="95"/>
                  </a:lnTo>
                  <a:lnTo>
                    <a:pt x="606" y="97"/>
                  </a:lnTo>
                  <a:lnTo>
                    <a:pt x="601" y="102"/>
                  </a:lnTo>
                  <a:lnTo>
                    <a:pt x="599" y="102"/>
                  </a:lnTo>
                  <a:lnTo>
                    <a:pt x="598" y="102"/>
                  </a:lnTo>
                  <a:lnTo>
                    <a:pt x="598" y="102"/>
                  </a:lnTo>
                  <a:lnTo>
                    <a:pt x="598" y="102"/>
                  </a:lnTo>
                  <a:lnTo>
                    <a:pt x="596" y="103"/>
                  </a:lnTo>
                  <a:lnTo>
                    <a:pt x="596" y="105"/>
                  </a:lnTo>
                  <a:lnTo>
                    <a:pt x="596" y="103"/>
                  </a:lnTo>
                  <a:lnTo>
                    <a:pt x="594" y="103"/>
                  </a:lnTo>
                  <a:lnTo>
                    <a:pt x="594" y="103"/>
                  </a:lnTo>
                  <a:lnTo>
                    <a:pt x="594" y="102"/>
                  </a:lnTo>
                  <a:lnTo>
                    <a:pt x="594" y="102"/>
                  </a:lnTo>
                  <a:lnTo>
                    <a:pt x="593" y="102"/>
                  </a:lnTo>
                  <a:lnTo>
                    <a:pt x="589" y="105"/>
                  </a:lnTo>
                  <a:lnTo>
                    <a:pt x="586" y="107"/>
                  </a:lnTo>
                  <a:lnTo>
                    <a:pt x="586" y="109"/>
                  </a:lnTo>
                  <a:lnTo>
                    <a:pt x="584" y="112"/>
                  </a:lnTo>
                  <a:lnTo>
                    <a:pt x="584" y="112"/>
                  </a:lnTo>
                  <a:lnTo>
                    <a:pt x="582" y="110"/>
                  </a:lnTo>
                  <a:lnTo>
                    <a:pt x="582" y="112"/>
                  </a:lnTo>
                  <a:lnTo>
                    <a:pt x="581" y="115"/>
                  </a:lnTo>
                  <a:lnTo>
                    <a:pt x="581" y="112"/>
                  </a:lnTo>
                  <a:lnTo>
                    <a:pt x="579" y="110"/>
                  </a:lnTo>
                  <a:lnTo>
                    <a:pt x="576" y="109"/>
                  </a:lnTo>
                  <a:lnTo>
                    <a:pt x="576" y="107"/>
                  </a:lnTo>
                  <a:lnTo>
                    <a:pt x="574" y="103"/>
                  </a:lnTo>
                  <a:lnTo>
                    <a:pt x="574" y="102"/>
                  </a:lnTo>
                  <a:lnTo>
                    <a:pt x="576" y="102"/>
                  </a:lnTo>
                  <a:lnTo>
                    <a:pt x="576" y="102"/>
                  </a:lnTo>
                  <a:lnTo>
                    <a:pt x="579" y="98"/>
                  </a:lnTo>
                  <a:lnTo>
                    <a:pt x="579" y="98"/>
                  </a:lnTo>
                  <a:lnTo>
                    <a:pt x="582" y="95"/>
                  </a:lnTo>
                  <a:lnTo>
                    <a:pt x="586" y="92"/>
                  </a:lnTo>
                  <a:lnTo>
                    <a:pt x="588" y="90"/>
                  </a:lnTo>
                  <a:lnTo>
                    <a:pt x="591" y="88"/>
                  </a:lnTo>
                  <a:lnTo>
                    <a:pt x="594" y="86"/>
                  </a:lnTo>
                  <a:lnTo>
                    <a:pt x="596" y="86"/>
                  </a:lnTo>
                  <a:lnTo>
                    <a:pt x="596" y="85"/>
                  </a:lnTo>
                  <a:lnTo>
                    <a:pt x="594" y="85"/>
                  </a:lnTo>
                  <a:lnTo>
                    <a:pt x="591" y="86"/>
                  </a:lnTo>
                  <a:lnTo>
                    <a:pt x="591" y="88"/>
                  </a:lnTo>
                  <a:lnTo>
                    <a:pt x="584" y="88"/>
                  </a:lnTo>
                  <a:lnTo>
                    <a:pt x="582" y="88"/>
                  </a:lnTo>
                  <a:lnTo>
                    <a:pt x="582" y="88"/>
                  </a:lnTo>
                  <a:lnTo>
                    <a:pt x="581" y="88"/>
                  </a:lnTo>
                  <a:lnTo>
                    <a:pt x="581" y="88"/>
                  </a:lnTo>
                  <a:lnTo>
                    <a:pt x="582" y="86"/>
                  </a:lnTo>
                  <a:lnTo>
                    <a:pt x="582" y="86"/>
                  </a:lnTo>
                  <a:lnTo>
                    <a:pt x="586" y="86"/>
                  </a:lnTo>
                  <a:lnTo>
                    <a:pt x="588" y="85"/>
                  </a:lnTo>
                  <a:lnTo>
                    <a:pt x="589" y="81"/>
                  </a:lnTo>
                  <a:lnTo>
                    <a:pt x="596" y="76"/>
                  </a:lnTo>
                  <a:lnTo>
                    <a:pt x="598" y="73"/>
                  </a:lnTo>
                  <a:lnTo>
                    <a:pt x="598" y="69"/>
                  </a:lnTo>
                  <a:lnTo>
                    <a:pt x="596" y="69"/>
                  </a:lnTo>
                  <a:lnTo>
                    <a:pt x="594" y="68"/>
                  </a:lnTo>
                  <a:lnTo>
                    <a:pt x="593" y="68"/>
                  </a:lnTo>
                  <a:lnTo>
                    <a:pt x="591" y="69"/>
                  </a:lnTo>
                  <a:lnTo>
                    <a:pt x="593" y="71"/>
                  </a:lnTo>
                  <a:lnTo>
                    <a:pt x="593" y="73"/>
                  </a:lnTo>
                  <a:lnTo>
                    <a:pt x="593" y="73"/>
                  </a:lnTo>
                  <a:lnTo>
                    <a:pt x="593" y="76"/>
                  </a:lnTo>
                  <a:lnTo>
                    <a:pt x="591" y="76"/>
                  </a:lnTo>
                  <a:lnTo>
                    <a:pt x="591" y="76"/>
                  </a:lnTo>
                  <a:lnTo>
                    <a:pt x="589" y="76"/>
                  </a:lnTo>
                  <a:lnTo>
                    <a:pt x="589" y="78"/>
                  </a:lnTo>
                  <a:lnTo>
                    <a:pt x="589" y="78"/>
                  </a:lnTo>
                  <a:lnTo>
                    <a:pt x="588" y="80"/>
                  </a:lnTo>
                  <a:lnTo>
                    <a:pt x="584" y="81"/>
                  </a:lnTo>
                  <a:lnTo>
                    <a:pt x="581" y="83"/>
                  </a:lnTo>
                  <a:lnTo>
                    <a:pt x="579" y="83"/>
                  </a:lnTo>
                  <a:lnTo>
                    <a:pt x="577" y="83"/>
                  </a:lnTo>
                  <a:lnTo>
                    <a:pt x="576" y="83"/>
                  </a:lnTo>
                  <a:lnTo>
                    <a:pt x="574" y="85"/>
                  </a:lnTo>
                  <a:lnTo>
                    <a:pt x="574" y="85"/>
                  </a:lnTo>
                  <a:lnTo>
                    <a:pt x="574" y="85"/>
                  </a:lnTo>
                  <a:lnTo>
                    <a:pt x="574" y="86"/>
                  </a:lnTo>
                  <a:lnTo>
                    <a:pt x="572" y="86"/>
                  </a:lnTo>
                  <a:lnTo>
                    <a:pt x="572" y="86"/>
                  </a:lnTo>
                  <a:lnTo>
                    <a:pt x="571" y="85"/>
                  </a:lnTo>
                  <a:lnTo>
                    <a:pt x="571" y="85"/>
                  </a:lnTo>
                  <a:lnTo>
                    <a:pt x="571" y="85"/>
                  </a:lnTo>
                  <a:lnTo>
                    <a:pt x="569" y="85"/>
                  </a:lnTo>
                  <a:lnTo>
                    <a:pt x="567" y="86"/>
                  </a:lnTo>
                  <a:lnTo>
                    <a:pt x="567" y="88"/>
                  </a:lnTo>
                  <a:lnTo>
                    <a:pt x="567" y="92"/>
                  </a:lnTo>
                  <a:lnTo>
                    <a:pt x="565" y="93"/>
                  </a:lnTo>
                  <a:lnTo>
                    <a:pt x="567" y="93"/>
                  </a:lnTo>
                  <a:lnTo>
                    <a:pt x="569" y="93"/>
                  </a:lnTo>
                  <a:lnTo>
                    <a:pt x="572" y="92"/>
                  </a:lnTo>
                  <a:lnTo>
                    <a:pt x="572" y="90"/>
                  </a:lnTo>
                  <a:lnTo>
                    <a:pt x="574" y="92"/>
                  </a:lnTo>
                  <a:lnTo>
                    <a:pt x="574" y="92"/>
                  </a:lnTo>
                  <a:lnTo>
                    <a:pt x="574" y="93"/>
                  </a:lnTo>
                  <a:lnTo>
                    <a:pt x="572" y="93"/>
                  </a:lnTo>
                  <a:lnTo>
                    <a:pt x="571" y="95"/>
                  </a:lnTo>
                  <a:lnTo>
                    <a:pt x="571" y="95"/>
                  </a:lnTo>
                  <a:lnTo>
                    <a:pt x="567" y="97"/>
                  </a:lnTo>
                  <a:lnTo>
                    <a:pt x="565" y="97"/>
                  </a:lnTo>
                  <a:lnTo>
                    <a:pt x="565" y="97"/>
                  </a:lnTo>
                  <a:lnTo>
                    <a:pt x="564" y="93"/>
                  </a:lnTo>
                  <a:lnTo>
                    <a:pt x="562" y="97"/>
                  </a:lnTo>
                  <a:lnTo>
                    <a:pt x="560" y="97"/>
                  </a:lnTo>
                  <a:lnTo>
                    <a:pt x="559" y="98"/>
                  </a:lnTo>
                  <a:lnTo>
                    <a:pt x="557" y="98"/>
                  </a:lnTo>
                  <a:lnTo>
                    <a:pt x="555" y="98"/>
                  </a:lnTo>
                  <a:lnTo>
                    <a:pt x="554" y="98"/>
                  </a:lnTo>
                  <a:lnTo>
                    <a:pt x="555" y="97"/>
                  </a:lnTo>
                  <a:lnTo>
                    <a:pt x="552" y="97"/>
                  </a:lnTo>
                  <a:lnTo>
                    <a:pt x="548" y="97"/>
                  </a:lnTo>
                  <a:lnTo>
                    <a:pt x="547" y="98"/>
                  </a:lnTo>
                  <a:lnTo>
                    <a:pt x="545" y="100"/>
                  </a:lnTo>
                  <a:lnTo>
                    <a:pt x="545" y="100"/>
                  </a:lnTo>
                  <a:lnTo>
                    <a:pt x="545" y="100"/>
                  </a:lnTo>
                  <a:lnTo>
                    <a:pt x="545" y="102"/>
                  </a:lnTo>
                  <a:lnTo>
                    <a:pt x="543" y="102"/>
                  </a:lnTo>
                  <a:lnTo>
                    <a:pt x="543" y="102"/>
                  </a:lnTo>
                  <a:lnTo>
                    <a:pt x="540" y="103"/>
                  </a:lnTo>
                  <a:lnTo>
                    <a:pt x="538" y="105"/>
                  </a:lnTo>
                  <a:lnTo>
                    <a:pt x="540" y="105"/>
                  </a:lnTo>
                  <a:lnTo>
                    <a:pt x="543" y="107"/>
                  </a:lnTo>
                  <a:lnTo>
                    <a:pt x="543" y="109"/>
                  </a:lnTo>
                  <a:lnTo>
                    <a:pt x="545" y="109"/>
                  </a:lnTo>
                  <a:lnTo>
                    <a:pt x="547" y="109"/>
                  </a:lnTo>
                  <a:lnTo>
                    <a:pt x="547" y="109"/>
                  </a:lnTo>
                  <a:lnTo>
                    <a:pt x="547" y="110"/>
                  </a:lnTo>
                  <a:lnTo>
                    <a:pt x="545" y="110"/>
                  </a:lnTo>
                  <a:lnTo>
                    <a:pt x="543" y="110"/>
                  </a:lnTo>
                  <a:lnTo>
                    <a:pt x="542" y="109"/>
                  </a:lnTo>
                  <a:lnTo>
                    <a:pt x="540" y="109"/>
                  </a:lnTo>
                  <a:lnTo>
                    <a:pt x="540" y="109"/>
                  </a:lnTo>
                  <a:lnTo>
                    <a:pt x="538" y="109"/>
                  </a:lnTo>
                  <a:lnTo>
                    <a:pt x="535" y="109"/>
                  </a:lnTo>
                  <a:lnTo>
                    <a:pt x="533" y="109"/>
                  </a:lnTo>
                  <a:lnTo>
                    <a:pt x="535" y="110"/>
                  </a:lnTo>
                  <a:lnTo>
                    <a:pt x="537" y="112"/>
                  </a:lnTo>
                  <a:lnTo>
                    <a:pt x="537" y="114"/>
                  </a:lnTo>
                  <a:lnTo>
                    <a:pt x="535" y="114"/>
                  </a:lnTo>
                  <a:lnTo>
                    <a:pt x="535" y="112"/>
                  </a:lnTo>
                  <a:lnTo>
                    <a:pt x="533" y="112"/>
                  </a:lnTo>
                  <a:lnTo>
                    <a:pt x="531" y="110"/>
                  </a:lnTo>
                  <a:lnTo>
                    <a:pt x="531" y="110"/>
                  </a:lnTo>
                  <a:lnTo>
                    <a:pt x="530" y="110"/>
                  </a:lnTo>
                  <a:lnTo>
                    <a:pt x="528" y="110"/>
                  </a:lnTo>
                  <a:lnTo>
                    <a:pt x="526" y="110"/>
                  </a:lnTo>
                  <a:lnTo>
                    <a:pt x="525" y="112"/>
                  </a:lnTo>
                  <a:lnTo>
                    <a:pt x="525" y="112"/>
                  </a:lnTo>
                  <a:lnTo>
                    <a:pt x="523" y="112"/>
                  </a:lnTo>
                  <a:lnTo>
                    <a:pt x="521" y="109"/>
                  </a:lnTo>
                  <a:lnTo>
                    <a:pt x="521" y="109"/>
                  </a:lnTo>
                  <a:lnTo>
                    <a:pt x="520" y="109"/>
                  </a:lnTo>
                  <a:lnTo>
                    <a:pt x="518" y="107"/>
                  </a:lnTo>
                  <a:lnTo>
                    <a:pt x="516" y="107"/>
                  </a:lnTo>
                  <a:lnTo>
                    <a:pt x="516" y="105"/>
                  </a:lnTo>
                  <a:lnTo>
                    <a:pt x="514" y="102"/>
                  </a:lnTo>
                  <a:lnTo>
                    <a:pt x="514" y="102"/>
                  </a:lnTo>
                  <a:lnTo>
                    <a:pt x="514" y="102"/>
                  </a:lnTo>
                  <a:lnTo>
                    <a:pt x="513" y="102"/>
                  </a:lnTo>
                  <a:lnTo>
                    <a:pt x="511" y="100"/>
                  </a:lnTo>
                  <a:lnTo>
                    <a:pt x="511" y="100"/>
                  </a:lnTo>
                  <a:lnTo>
                    <a:pt x="506" y="100"/>
                  </a:lnTo>
                  <a:lnTo>
                    <a:pt x="504" y="100"/>
                  </a:lnTo>
                  <a:lnTo>
                    <a:pt x="504" y="98"/>
                  </a:lnTo>
                  <a:lnTo>
                    <a:pt x="504" y="97"/>
                  </a:lnTo>
                  <a:lnTo>
                    <a:pt x="503" y="93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1" y="93"/>
                  </a:lnTo>
                  <a:lnTo>
                    <a:pt x="501" y="93"/>
                  </a:lnTo>
                  <a:lnTo>
                    <a:pt x="499" y="92"/>
                  </a:lnTo>
                  <a:lnTo>
                    <a:pt x="499" y="92"/>
                  </a:lnTo>
                  <a:lnTo>
                    <a:pt x="499" y="90"/>
                  </a:lnTo>
                  <a:lnTo>
                    <a:pt x="498" y="90"/>
                  </a:lnTo>
                  <a:lnTo>
                    <a:pt x="498" y="88"/>
                  </a:lnTo>
                  <a:lnTo>
                    <a:pt x="498" y="88"/>
                  </a:lnTo>
                  <a:lnTo>
                    <a:pt x="498" y="86"/>
                  </a:lnTo>
                  <a:lnTo>
                    <a:pt x="498" y="85"/>
                  </a:lnTo>
                  <a:lnTo>
                    <a:pt x="498" y="85"/>
                  </a:lnTo>
                  <a:lnTo>
                    <a:pt x="496" y="85"/>
                  </a:lnTo>
                  <a:lnTo>
                    <a:pt x="492" y="85"/>
                  </a:lnTo>
                  <a:lnTo>
                    <a:pt x="491" y="85"/>
                  </a:lnTo>
                  <a:lnTo>
                    <a:pt x="491" y="86"/>
                  </a:lnTo>
                  <a:lnTo>
                    <a:pt x="486" y="92"/>
                  </a:lnTo>
                  <a:lnTo>
                    <a:pt x="482" y="93"/>
                  </a:lnTo>
                  <a:lnTo>
                    <a:pt x="482" y="95"/>
                  </a:lnTo>
                  <a:lnTo>
                    <a:pt x="481" y="93"/>
                  </a:lnTo>
                  <a:lnTo>
                    <a:pt x="479" y="93"/>
                  </a:lnTo>
                  <a:lnTo>
                    <a:pt x="475" y="95"/>
                  </a:lnTo>
                  <a:lnTo>
                    <a:pt x="467" y="93"/>
                  </a:lnTo>
                  <a:lnTo>
                    <a:pt x="464" y="93"/>
                  </a:lnTo>
                  <a:lnTo>
                    <a:pt x="460" y="90"/>
                  </a:lnTo>
                  <a:lnTo>
                    <a:pt x="455" y="86"/>
                  </a:lnTo>
                  <a:lnTo>
                    <a:pt x="453" y="86"/>
                  </a:lnTo>
                  <a:lnTo>
                    <a:pt x="453" y="88"/>
                  </a:lnTo>
                  <a:lnTo>
                    <a:pt x="453" y="88"/>
                  </a:lnTo>
                  <a:lnTo>
                    <a:pt x="453" y="90"/>
                  </a:lnTo>
                  <a:lnTo>
                    <a:pt x="452" y="92"/>
                  </a:lnTo>
                  <a:lnTo>
                    <a:pt x="448" y="93"/>
                  </a:lnTo>
                  <a:lnTo>
                    <a:pt x="448" y="95"/>
                  </a:lnTo>
                  <a:lnTo>
                    <a:pt x="447" y="95"/>
                  </a:lnTo>
                  <a:lnTo>
                    <a:pt x="447" y="95"/>
                  </a:lnTo>
                  <a:lnTo>
                    <a:pt x="447" y="95"/>
                  </a:lnTo>
                  <a:lnTo>
                    <a:pt x="447" y="93"/>
                  </a:lnTo>
                  <a:lnTo>
                    <a:pt x="447" y="93"/>
                  </a:lnTo>
                  <a:lnTo>
                    <a:pt x="447" y="92"/>
                  </a:lnTo>
                  <a:lnTo>
                    <a:pt x="447" y="90"/>
                  </a:lnTo>
                  <a:lnTo>
                    <a:pt x="447" y="90"/>
                  </a:lnTo>
                  <a:lnTo>
                    <a:pt x="447" y="88"/>
                  </a:lnTo>
                  <a:lnTo>
                    <a:pt x="447" y="88"/>
                  </a:lnTo>
                  <a:lnTo>
                    <a:pt x="445" y="88"/>
                  </a:lnTo>
                  <a:lnTo>
                    <a:pt x="445" y="86"/>
                  </a:lnTo>
                  <a:lnTo>
                    <a:pt x="445" y="86"/>
                  </a:lnTo>
                  <a:lnTo>
                    <a:pt x="447" y="86"/>
                  </a:lnTo>
                  <a:lnTo>
                    <a:pt x="447" y="86"/>
                  </a:lnTo>
                  <a:lnTo>
                    <a:pt x="448" y="85"/>
                  </a:lnTo>
                  <a:lnTo>
                    <a:pt x="448" y="85"/>
                  </a:lnTo>
                  <a:lnTo>
                    <a:pt x="447" y="83"/>
                  </a:lnTo>
                  <a:lnTo>
                    <a:pt x="445" y="83"/>
                  </a:lnTo>
                  <a:lnTo>
                    <a:pt x="445" y="83"/>
                  </a:lnTo>
                  <a:lnTo>
                    <a:pt x="445" y="81"/>
                  </a:lnTo>
                  <a:lnTo>
                    <a:pt x="443" y="80"/>
                  </a:lnTo>
                  <a:lnTo>
                    <a:pt x="443" y="78"/>
                  </a:lnTo>
                  <a:lnTo>
                    <a:pt x="441" y="80"/>
                  </a:lnTo>
                  <a:lnTo>
                    <a:pt x="438" y="83"/>
                  </a:lnTo>
                  <a:lnTo>
                    <a:pt x="438" y="81"/>
                  </a:lnTo>
                  <a:lnTo>
                    <a:pt x="438" y="81"/>
                  </a:lnTo>
                  <a:lnTo>
                    <a:pt x="438" y="80"/>
                  </a:lnTo>
                  <a:lnTo>
                    <a:pt x="438" y="80"/>
                  </a:lnTo>
                  <a:lnTo>
                    <a:pt x="438" y="78"/>
                  </a:lnTo>
                  <a:lnTo>
                    <a:pt x="438" y="78"/>
                  </a:lnTo>
                  <a:lnTo>
                    <a:pt x="438" y="78"/>
                  </a:lnTo>
                  <a:lnTo>
                    <a:pt x="436" y="78"/>
                  </a:lnTo>
                  <a:lnTo>
                    <a:pt x="436" y="76"/>
                  </a:lnTo>
                  <a:lnTo>
                    <a:pt x="436" y="76"/>
                  </a:lnTo>
                  <a:lnTo>
                    <a:pt x="435" y="75"/>
                  </a:lnTo>
                  <a:lnTo>
                    <a:pt x="433" y="76"/>
                  </a:lnTo>
                  <a:lnTo>
                    <a:pt x="433" y="76"/>
                  </a:lnTo>
                  <a:lnTo>
                    <a:pt x="431" y="78"/>
                  </a:lnTo>
                  <a:lnTo>
                    <a:pt x="431" y="78"/>
                  </a:lnTo>
                  <a:lnTo>
                    <a:pt x="430" y="80"/>
                  </a:lnTo>
                  <a:lnTo>
                    <a:pt x="426" y="81"/>
                  </a:lnTo>
                  <a:lnTo>
                    <a:pt x="421" y="80"/>
                  </a:lnTo>
                  <a:lnTo>
                    <a:pt x="418" y="76"/>
                  </a:lnTo>
                  <a:lnTo>
                    <a:pt x="416" y="75"/>
                  </a:lnTo>
                  <a:lnTo>
                    <a:pt x="418" y="73"/>
                  </a:lnTo>
                  <a:lnTo>
                    <a:pt x="419" y="71"/>
                  </a:lnTo>
                  <a:lnTo>
                    <a:pt x="421" y="71"/>
                  </a:lnTo>
                  <a:lnTo>
                    <a:pt x="423" y="69"/>
                  </a:lnTo>
                  <a:lnTo>
                    <a:pt x="423" y="69"/>
                  </a:lnTo>
                  <a:lnTo>
                    <a:pt x="425" y="69"/>
                  </a:lnTo>
                  <a:lnTo>
                    <a:pt x="425" y="68"/>
                  </a:lnTo>
                  <a:lnTo>
                    <a:pt x="426" y="68"/>
                  </a:lnTo>
                  <a:lnTo>
                    <a:pt x="425" y="66"/>
                  </a:lnTo>
                  <a:lnTo>
                    <a:pt x="423" y="64"/>
                  </a:lnTo>
                  <a:lnTo>
                    <a:pt x="423" y="66"/>
                  </a:lnTo>
                  <a:lnTo>
                    <a:pt x="421" y="66"/>
                  </a:lnTo>
                  <a:lnTo>
                    <a:pt x="419" y="66"/>
                  </a:lnTo>
                  <a:lnTo>
                    <a:pt x="418" y="66"/>
                  </a:lnTo>
                  <a:lnTo>
                    <a:pt x="418" y="66"/>
                  </a:lnTo>
                  <a:lnTo>
                    <a:pt x="418" y="64"/>
                  </a:lnTo>
                  <a:lnTo>
                    <a:pt x="416" y="64"/>
                  </a:lnTo>
                  <a:lnTo>
                    <a:pt x="416" y="64"/>
                  </a:lnTo>
                  <a:lnTo>
                    <a:pt x="414" y="64"/>
                  </a:lnTo>
                  <a:lnTo>
                    <a:pt x="411" y="68"/>
                  </a:lnTo>
                  <a:lnTo>
                    <a:pt x="409" y="69"/>
                  </a:lnTo>
                  <a:lnTo>
                    <a:pt x="408" y="69"/>
                  </a:lnTo>
                  <a:lnTo>
                    <a:pt x="406" y="69"/>
                  </a:lnTo>
                  <a:lnTo>
                    <a:pt x="404" y="69"/>
                  </a:lnTo>
                  <a:lnTo>
                    <a:pt x="404" y="69"/>
                  </a:lnTo>
                  <a:lnTo>
                    <a:pt x="402" y="73"/>
                  </a:lnTo>
                  <a:lnTo>
                    <a:pt x="402" y="73"/>
                  </a:lnTo>
                  <a:lnTo>
                    <a:pt x="401" y="73"/>
                  </a:lnTo>
                  <a:lnTo>
                    <a:pt x="399" y="73"/>
                  </a:lnTo>
                  <a:lnTo>
                    <a:pt x="399" y="75"/>
                  </a:lnTo>
                  <a:lnTo>
                    <a:pt x="397" y="75"/>
                  </a:lnTo>
                  <a:lnTo>
                    <a:pt x="397" y="73"/>
                  </a:lnTo>
                  <a:lnTo>
                    <a:pt x="397" y="73"/>
                  </a:lnTo>
                  <a:lnTo>
                    <a:pt x="397" y="73"/>
                  </a:lnTo>
                  <a:lnTo>
                    <a:pt x="396" y="71"/>
                  </a:lnTo>
                  <a:lnTo>
                    <a:pt x="396" y="71"/>
                  </a:lnTo>
                  <a:lnTo>
                    <a:pt x="396" y="71"/>
                  </a:lnTo>
                  <a:lnTo>
                    <a:pt x="392" y="73"/>
                  </a:lnTo>
                  <a:lnTo>
                    <a:pt x="392" y="73"/>
                  </a:lnTo>
                  <a:lnTo>
                    <a:pt x="391" y="76"/>
                  </a:lnTo>
                  <a:lnTo>
                    <a:pt x="391" y="78"/>
                  </a:lnTo>
                  <a:lnTo>
                    <a:pt x="391" y="76"/>
                  </a:lnTo>
                  <a:lnTo>
                    <a:pt x="391" y="75"/>
                  </a:lnTo>
                  <a:lnTo>
                    <a:pt x="391" y="71"/>
                  </a:lnTo>
                  <a:lnTo>
                    <a:pt x="392" y="69"/>
                  </a:lnTo>
                  <a:lnTo>
                    <a:pt x="391" y="68"/>
                  </a:lnTo>
                  <a:lnTo>
                    <a:pt x="391" y="68"/>
                  </a:lnTo>
                  <a:lnTo>
                    <a:pt x="389" y="69"/>
                  </a:lnTo>
                  <a:lnTo>
                    <a:pt x="387" y="69"/>
                  </a:lnTo>
                  <a:lnTo>
                    <a:pt x="387" y="69"/>
                  </a:lnTo>
                  <a:lnTo>
                    <a:pt x="385" y="71"/>
                  </a:lnTo>
                  <a:lnTo>
                    <a:pt x="385" y="71"/>
                  </a:lnTo>
                  <a:lnTo>
                    <a:pt x="382" y="69"/>
                  </a:lnTo>
                  <a:lnTo>
                    <a:pt x="380" y="69"/>
                  </a:lnTo>
                  <a:lnTo>
                    <a:pt x="380" y="69"/>
                  </a:lnTo>
                  <a:lnTo>
                    <a:pt x="380" y="69"/>
                  </a:lnTo>
                  <a:lnTo>
                    <a:pt x="379" y="68"/>
                  </a:lnTo>
                  <a:lnTo>
                    <a:pt x="380" y="68"/>
                  </a:lnTo>
                  <a:lnTo>
                    <a:pt x="380" y="68"/>
                  </a:lnTo>
                  <a:lnTo>
                    <a:pt x="380" y="66"/>
                  </a:lnTo>
                  <a:lnTo>
                    <a:pt x="380" y="66"/>
                  </a:lnTo>
                  <a:lnTo>
                    <a:pt x="380" y="64"/>
                  </a:lnTo>
                  <a:lnTo>
                    <a:pt x="379" y="66"/>
                  </a:lnTo>
                  <a:lnTo>
                    <a:pt x="379" y="66"/>
                  </a:lnTo>
                  <a:lnTo>
                    <a:pt x="377" y="68"/>
                  </a:lnTo>
                  <a:lnTo>
                    <a:pt x="377" y="68"/>
                  </a:lnTo>
                  <a:lnTo>
                    <a:pt x="377" y="68"/>
                  </a:lnTo>
                  <a:lnTo>
                    <a:pt x="374" y="68"/>
                  </a:lnTo>
                  <a:lnTo>
                    <a:pt x="372" y="68"/>
                  </a:lnTo>
                  <a:lnTo>
                    <a:pt x="372" y="68"/>
                  </a:lnTo>
                  <a:lnTo>
                    <a:pt x="372" y="66"/>
                  </a:lnTo>
                  <a:lnTo>
                    <a:pt x="374" y="64"/>
                  </a:lnTo>
                  <a:lnTo>
                    <a:pt x="374" y="64"/>
                  </a:lnTo>
                  <a:lnTo>
                    <a:pt x="375" y="63"/>
                  </a:lnTo>
                  <a:lnTo>
                    <a:pt x="375" y="63"/>
                  </a:lnTo>
                  <a:lnTo>
                    <a:pt x="375" y="63"/>
                  </a:lnTo>
                  <a:lnTo>
                    <a:pt x="374" y="63"/>
                  </a:lnTo>
                  <a:lnTo>
                    <a:pt x="372" y="63"/>
                  </a:lnTo>
                  <a:lnTo>
                    <a:pt x="370" y="63"/>
                  </a:lnTo>
                  <a:lnTo>
                    <a:pt x="368" y="64"/>
                  </a:lnTo>
                  <a:lnTo>
                    <a:pt x="367" y="66"/>
                  </a:lnTo>
                  <a:lnTo>
                    <a:pt x="362" y="64"/>
                  </a:lnTo>
                  <a:lnTo>
                    <a:pt x="360" y="64"/>
                  </a:lnTo>
                  <a:lnTo>
                    <a:pt x="358" y="63"/>
                  </a:lnTo>
                  <a:lnTo>
                    <a:pt x="358" y="63"/>
                  </a:lnTo>
                  <a:lnTo>
                    <a:pt x="357" y="61"/>
                  </a:lnTo>
                  <a:lnTo>
                    <a:pt x="353" y="54"/>
                  </a:lnTo>
                  <a:lnTo>
                    <a:pt x="351" y="51"/>
                  </a:lnTo>
                  <a:lnTo>
                    <a:pt x="351" y="49"/>
                  </a:lnTo>
                  <a:lnTo>
                    <a:pt x="351" y="47"/>
                  </a:lnTo>
                  <a:lnTo>
                    <a:pt x="351" y="47"/>
                  </a:lnTo>
                  <a:lnTo>
                    <a:pt x="350" y="46"/>
                  </a:lnTo>
                  <a:lnTo>
                    <a:pt x="350" y="46"/>
                  </a:lnTo>
                  <a:lnTo>
                    <a:pt x="350" y="46"/>
                  </a:lnTo>
                  <a:lnTo>
                    <a:pt x="348" y="46"/>
                  </a:lnTo>
                  <a:lnTo>
                    <a:pt x="348" y="42"/>
                  </a:lnTo>
                  <a:lnTo>
                    <a:pt x="346" y="41"/>
                  </a:lnTo>
                  <a:lnTo>
                    <a:pt x="343" y="37"/>
                  </a:lnTo>
                  <a:lnTo>
                    <a:pt x="341" y="37"/>
                  </a:lnTo>
                  <a:lnTo>
                    <a:pt x="341" y="36"/>
                  </a:lnTo>
                  <a:lnTo>
                    <a:pt x="340" y="34"/>
                  </a:lnTo>
                  <a:lnTo>
                    <a:pt x="340" y="34"/>
                  </a:lnTo>
                  <a:lnTo>
                    <a:pt x="340" y="32"/>
                  </a:lnTo>
                  <a:lnTo>
                    <a:pt x="338" y="32"/>
                  </a:lnTo>
                  <a:lnTo>
                    <a:pt x="338" y="32"/>
                  </a:lnTo>
                  <a:lnTo>
                    <a:pt x="338" y="32"/>
                  </a:lnTo>
                  <a:lnTo>
                    <a:pt x="338" y="32"/>
                  </a:lnTo>
                  <a:lnTo>
                    <a:pt x="336" y="32"/>
                  </a:lnTo>
                  <a:lnTo>
                    <a:pt x="335" y="30"/>
                  </a:lnTo>
                  <a:lnTo>
                    <a:pt x="335" y="30"/>
                  </a:lnTo>
                  <a:lnTo>
                    <a:pt x="335" y="30"/>
                  </a:lnTo>
                  <a:lnTo>
                    <a:pt x="333" y="32"/>
                  </a:lnTo>
                  <a:lnTo>
                    <a:pt x="336" y="34"/>
                  </a:lnTo>
                  <a:lnTo>
                    <a:pt x="336" y="36"/>
                  </a:lnTo>
                  <a:lnTo>
                    <a:pt x="336" y="37"/>
                  </a:lnTo>
                  <a:lnTo>
                    <a:pt x="336" y="39"/>
                  </a:lnTo>
                  <a:lnTo>
                    <a:pt x="335" y="39"/>
                  </a:lnTo>
                  <a:lnTo>
                    <a:pt x="333" y="37"/>
                  </a:lnTo>
                  <a:lnTo>
                    <a:pt x="331" y="37"/>
                  </a:lnTo>
                  <a:lnTo>
                    <a:pt x="329" y="37"/>
                  </a:lnTo>
                  <a:lnTo>
                    <a:pt x="331" y="39"/>
                  </a:lnTo>
                  <a:lnTo>
                    <a:pt x="331" y="39"/>
                  </a:lnTo>
                  <a:lnTo>
                    <a:pt x="329" y="39"/>
                  </a:lnTo>
                  <a:lnTo>
                    <a:pt x="329" y="39"/>
                  </a:lnTo>
                  <a:lnTo>
                    <a:pt x="329" y="41"/>
                  </a:lnTo>
                  <a:lnTo>
                    <a:pt x="328" y="41"/>
                  </a:lnTo>
                  <a:lnTo>
                    <a:pt x="328" y="41"/>
                  </a:lnTo>
                  <a:lnTo>
                    <a:pt x="326" y="41"/>
                  </a:lnTo>
                  <a:lnTo>
                    <a:pt x="326" y="44"/>
                  </a:lnTo>
                  <a:lnTo>
                    <a:pt x="324" y="46"/>
                  </a:lnTo>
                  <a:lnTo>
                    <a:pt x="323" y="46"/>
                  </a:lnTo>
                  <a:lnTo>
                    <a:pt x="321" y="47"/>
                  </a:lnTo>
                  <a:lnTo>
                    <a:pt x="316" y="46"/>
                  </a:lnTo>
                  <a:lnTo>
                    <a:pt x="314" y="44"/>
                  </a:lnTo>
                  <a:lnTo>
                    <a:pt x="312" y="41"/>
                  </a:lnTo>
                  <a:lnTo>
                    <a:pt x="311" y="37"/>
                  </a:lnTo>
                  <a:lnTo>
                    <a:pt x="307" y="36"/>
                  </a:lnTo>
                  <a:lnTo>
                    <a:pt x="307" y="34"/>
                  </a:lnTo>
                  <a:lnTo>
                    <a:pt x="306" y="32"/>
                  </a:lnTo>
                  <a:lnTo>
                    <a:pt x="306" y="32"/>
                  </a:lnTo>
                  <a:lnTo>
                    <a:pt x="306" y="30"/>
                  </a:lnTo>
                  <a:lnTo>
                    <a:pt x="304" y="32"/>
                  </a:lnTo>
                  <a:lnTo>
                    <a:pt x="304" y="32"/>
                  </a:lnTo>
                  <a:lnTo>
                    <a:pt x="304" y="32"/>
                  </a:lnTo>
                  <a:lnTo>
                    <a:pt x="304" y="32"/>
                  </a:lnTo>
                  <a:lnTo>
                    <a:pt x="302" y="30"/>
                  </a:lnTo>
                  <a:lnTo>
                    <a:pt x="302" y="30"/>
                  </a:lnTo>
                  <a:lnTo>
                    <a:pt x="304" y="29"/>
                  </a:lnTo>
                  <a:lnTo>
                    <a:pt x="302" y="27"/>
                  </a:lnTo>
                  <a:lnTo>
                    <a:pt x="299" y="24"/>
                  </a:lnTo>
                  <a:lnTo>
                    <a:pt x="297" y="20"/>
                  </a:lnTo>
                  <a:lnTo>
                    <a:pt x="295" y="22"/>
                  </a:lnTo>
                  <a:lnTo>
                    <a:pt x="294" y="25"/>
                  </a:lnTo>
                  <a:lnTo>
                    <a:pt x="294" y="27"/>
                  </a:lnTo>
                  <a:lnTo>
                    <a:pt x="292" y="27"/>
                  </a:lnTo>
                  <a:lnTo>
                    <a:pt x="290" y="27"/>
                  </a:lnTo>
                  <a:lnTo>
                    <a:pt x="292" y="24"/>
                  </a:lnTo>
                  <a:lnTo>
                    <a:pt x="292" y="22"/>
                  </a:lnTo>
                  <a:lnTo>
                    <a:pt x="292" y="22"/>
                  </a:lnTo>
                  <a:lnTo>
                    <a:pt x="292" y="22"/>
                  </a:lnTo>
                  <a:lnTo>
                    <a:pt x="292" y="22"/>
                  </a:lnTo>
                  <a:lnTo>
                    <a:pt x="289" y="15"/>
                  </a:lnTo>
                  <a:lnTo>
                    <a:pt x="289" y="13"/>
                  </a:lnTo>
                  <a:lnTo>
                    <a:pt x="289" y="13"/>
                  </a:lnTo>
                  <a:lnTo>
                    <a:pt x="287" y="13"/>
                  </a:lnTo>
                  <a:lnTo>
                    <a:pt x="287" y="15"/>
                  </a:lnTo>
                  <a:lnTo>
                    <a:pt x="287" y="15"/>
                  </a:lnTo>
                  <a:lnTo>
                    <a:pt x="285" y="17"/>
                  </a:lnTo>
                  <a:lnTo>
                    <a:pt x="285" y="17"/>
                  </a:lnTo>
                  <a:lnTo>
                    <a:pt x="285" y="17"/>
                  </a:lnTo>
                  <a:lnTo>
                    <a:pt x="284" y="15"/>
                  </a:lnTo>
                  <a:lnTo>
                    <a:pt x="282" y="17"/>
                  </a:lnTo>
                  <a:lnTo>
                    <a:pt x="282" y="19"/>
                  </a:lnTo>
                  <a:lnTo>
                    <a:pt x="282" y="22"/>
                  </a:lnTo>
                  <a:lnTo>
                    <a:pt x="284" y="25"/>
                  </a:lnTo>
                  <a:lnTo>
                    <a:pt x="284" y="25"/>
                  </a:lnTo>
                  <a:lnTo>
                    <a:pt x="282" y="25"/>
                  </a:lnTo>
                  <a:lnTo>
                    <a:pt x="280" y="24"/>
                  </a:lnTo>
                  <a:lnTo>
                    <a:pt x="280" y="20"/>
                  </a:lnTo>
                  <a:lnTo>
                    <a:pt x="278" y="19"/>
                  </a:lnTo>
                  <a:lnTo>
                    <a:pt x="277" y="19"/>
                  </a:lnTo>
                  <a:lnTo>
                    <a:pt x="277" y="17"/>
                  </a:lnTo>
                  <a:lnTo>
                    <a:pt x="275" y="15"/>
                  </a:lnTo>
                  <a:lnTo>
                    <a:pt x="275" y="13"/>
                  </a:lnTo>
                  <a:lnTo>
                    <a:pt x="272" y="13"/>
                  </a:lnTo>
                  <a:lnTo>
                    <a:pt x="272" y="15"/>
                  </a:lnTo>
                  <a:lnTo>
                    <a:pt x="272" y="17"/>
                  </a:lnTo>
                  <a:lnTo>
                    <a:pt x="272" y="17"/>
                  </a:lnTo>
                  <a:lnTo>
                    <a:pt x="273" y="19"/>
                  </a:lnTo>
                  <a:lnTo>
                    <a:pt x="275" y="20"/>
                  </a:lnTo>
                  <a:lnTo>
                    <a:pt x="275" y="22"/>
                  </a:lnTo>
                  <a:lnTo>
                    <a:pt x="273" y="22"/>
                  </a:lnTo>
                  <a:lnTo>
                    <a:pt x="275" y="24"/>
                  </a:lnTo>
                  <a:lnTo>
                    <a:pt x="275" y="25"/>
                  </a:lnTo>
                  <a:lnTo>
                    <a:pt x="275" y="25"/>
                  </a:lnTo>
                  <a:lnTo>
                    <a:pt x="275" y="27"/>
                  </a:lnTo>
                  <a:lnTo>
                    <a:pt x="275" y="27"/>
                  </a:lnTo>
                  <a:lnTo>
                    <a:pt x="275" y="29"/>
                  </a:lnTo>
                  <a:lnTo>
                    <a:pt x="275" y="29"/>
                  </a:lnTo>
                  <a:lnTo>
                    <a:pt x="275" y="29"/>
                  </a:lnTo>
                  <a:lnTo>
                    <a:pt x="275" y="29"/>
                  </a:lnTo>
                  <a:lnTo>
                    <a:pt x="277" y="29"/>
                  </a:lnTo>
                  <a:lnTo>
                    <a:pt x="277" y="29"/>
                  </a:lnTo>
                  <a:lnTo>
                    <a:pt x="278" y="30"/>
                  </a:lnTo>
                  <a:lnTo>
                    <a:pt x="278" y="32"/>
                  </a:lnTo>
                  <a:lnTo>
                    <a:pt x="278" y="32"/>
                  </a:lnTo>
                  <a:lnTo>
                    <a:pt x="278" y="34"/>
                  </a:lnTo>
                  <a:lnTo>
                    <a:pt x="277" y="34"/>
                  </a:lnTo>
                  <a:lnTo>
                    <a:pt x="277" y="32"/>
                  </a:lnTo>
                  <a:lnTo>
                    <a:pt x="275" y="32"/>
                  </a:lnTo>
                  <a:lnTo>
                    <a:pt x="275" y="34"/>
                  </a:lnTo>
                  <a:lnTo>
                    <a:pt x="277" y="37"/>
                  </a:lnTo>
                  <a:lnTo>
                    <a:pt x="277" y="37"/>
                  </a:lnTo>
                  <a:lnTo>
                    <a:pt x="273" y="37"/>
                  </a:lnTo>
                  <a:lnTo>
                    <a:pt x="272" y="36"/>
                  </a:lnTo>
                  <a:lnTo>
                    <a:pt x="272" y="34"/>
                  </a:lnTo>
                  <a:lnTo>
                    <a:pt x="272" y="30"/>
                  </a:lnTo>
                  <a:lnTo>
                    <a:pt x="270" y="29"/>
                  </a:lnTo>
                  <a:lnTo>
                    <a:pt x="270" y="30"/>
                  </a:lnTo>
                  <a:lnTo>
                    <a:pt x="270" y="30"/>
                  </a:lnTo>
                  <a:lnTo>
                    <a:pt x="270" y="30"/>
                  </a:lnTo>
                  <a:lnTo>
                    <a:pt x="270" y="32"/>
                  </a:lnTo>
                  <a:lnTo>
                    <a:pt x="270" y="32"/>
                  </a:lnTo>
                  <a:lnTo>
                    <a:pt x="270" y="32"/>
                  </a:lnTo>
                  <a:lnTo>
                    <a:pt x="268" y="32"/>
                  </a:lnTo>
                  <a:lnTo>
                    <a:pt x="268" y="32"/>
                  </a:lnTo>
                  <a:lnTo>
                    <a:pt x="268" y="32"/>
                  </a:lnTo>
                  <a:lnTo>
                    <a:pt x="268" y="30"/>
                  </a:lnTo>
                  <a:lnTo>
                    <a:pt x="268" y="27"/>
                  </a:lnTo>
                  <a:lnTo>
                    <a:pt x="268" y="27"/>
                  </a:lnTo>
                  <a:lnTo>
                    <a:pt x="268" y="25"/>
                  </a:lnTo>
                  <a:lnTo>
                    <a:pt x="268" y="24"/>
                  </a:lnTo>
                  <a:lnTo>
                    <a:pt x="268" y="24"/>
                  </a:lnTo>
                  <a:lnTo>
                    <a:pt x="268" y="22"/>
                  </a:lnTo>
                  <a:lnTo>
                    <a:pt x="268" y="22"/>
                  </a:lnTo>
                  <a:lnTo>
                    <a:pt x="268" y="20"/>
                  </a:lnTo>
                  <a:lnTo>
                    <a:pt x="268" y="22"/>
                  </a:lnTo>
                  <a:lnTo>
                    <a:pt x="267" y="22"/>
                  </a:lnTo>
                  <a:lnTo>
                    <a:pt x="267" y="22"/>
                  </a:lnTo>
                  <a:lnTo>
                    <a:pt x="265" y="22"/>
                  </a:lnTo>
                  <a:lnTo>
                    <a:pt x="265" y="19"/>
                  </a:lnTo>
                  <a:lnTo>
                    <a:pt x="263" y="19"/>
                  </a:lnTo>
                  <a:lnTo>
                    <a:pt x="261" y="17"/>
                  </a:lnTo>
                  <a:lnTo>
                    <a:pt x="260" y="15"/>
                  </a:lnTo>
                  <a:lnTo>
                    <a:pt x="260" y="15"/>
                  </a:lnTo>
                  <a:lnTo>
                    <a:pt x="258" y="15"/>
                  </a:lnTo>
                  <a:lnTo>
                    <a:pt x="258" y="13"/>
                  </a:lnTo>
                  <a:lnTo>
                    <a:pt x="256" y="13"/>
                  </a:lnTo>
                  <a:lnTo>
                    <a:pt x="256" y="15"/>
                  </a:lnTo>
                  <a:lnTo>
                    <a:pt x="258" y="17"/>
                  </a:lnTo>
                  <a:lnTo>
                    <a:pt x="258" y="19"/>
                  </a:lnTo>
                  <a:lnTo>
                    <a:pt x="256" y="17"/>
                  </a:lnTo>
                  <a:lnTo>
                    <a:pt x="256" y="19"/>
                  </a:lnTo>
                  <a:lnTo>
                    <a:pt x="256" y="20"/>
                  </a:lnTo>
                  <a:lnTo>
                    <a:pt x="256" y="22"/>
                  </a:lnTo>
                  <a:lnTo>
                    <a:pt x="255" y="24"/>
                  </a:lnTo>
                  <a:lnTo>
                    <a:pt x="255" y="24"/>
                  </a:lnTo>
                  <a:lnTo>
                    <a:pt x="253" y="24"/>
                  </a:lnTo>
                  <a:lnTo>
                    <a:pt x="253" y="24"/>
                  </a:lnTo>
                  <a:lnTo>
                    <a:pt x="250" y="20"/>
                  </a:lnTo>
                  <a:lnTo>
                    <a:pt x="250" y="19"/>
                  </a:lnTo>
                  <a:lnTo>
                    <a:pt x="250" y="19"/>
                  </a:lnTo>
                  <a:lnTo>
                    <a:pt x="248" y="17"/>
                  </a:lnTo>
                  <a:lnTo>
                    <a:pt x="248" y="19"/>
                  </a:lnTo>
                  <a:lnTo>
                    <a:pt x="248" y="20"/>
                  </a:lnTo>
                  <a:lnTo>
                    <a:pt x="248" y="20"/>
                  </a:lnTo>
                  <a:lnTo>
                    <a:pt x="248" y="20"/>
                  </a:lnTo>
                  <a:lnTo>
                    <a:pt x="248" y="22"/>
                  </a:lnTo>
                  <a:lnTo>
                    <a:pt x="248" y="22"/>
                  </a:lnTo>
                  <a:lnTo>
                    <a:pt x="246" y="20"/>
                  </a:lnTo>
                  <a:lnTo>
                    <a:pt x="246" y="20"/>
                  </a:lnTo>
                  <a:lnTo>
                    <a:pt x="245" y="20"/>
                  </a:lnTo>
                  <a:lnTo>
                    <a:pt x="243" y="20"/>
                  </a:lnTo>
                  <a:lnTo>
                    <a:pt x="243" y="22"/>
                  </a:lnTo>
                  <a:lnTo>
                    <a:pt x="245" y="24"/>
                  </a:lnTo>
                  <a:lnTo>
                    <a:pt x="246" y="25"/>
                  </a:lnTo>
                  <a:lnTo>
                    <a:pt x="245" y="27"/>
                  </a:lnTo>
                  <a:lnTo>
                    <a:pt x="243" y="27"/>
                  </a:lnTo>
                  <a:lnTo>
                    <a:pt x="241" y="25"/>
                  </a:lnTo>
                  <a:lnTo>
                    <a:pt x="241" y="25"/>
                  </a:lnTo>
                  <a:lnTo>
                    <a:pt x="241" y="27"/>
                  </a:lnTo>
                  <a:lnTo>
                    <a:pt x="241" y="29"/>
                  </a:lnTo>
                  <a:lnTo>
                    <a:pt x="239" y="29"/>
                  </a:lnTo>
                  <a:lnTo>
                    <a:pt x="238" y="29"/>
                  </a:lnTo>
                  <a:lnTo>
                    <a:pt x="239" y="29"/>
                  </a:lnTo>
                  <a:lnTo>
                    <a:pt x="243" y="30"/>
                  </a:lnTo>
                  <a:lnTo>
                    <a:pt x="243" y="30"/>
                  </a:lnTo>
                  <a:lnTo>
                    <a:pt x="246" y="29"/>
                  </a:lnTo>
                  <a:lnTo>
                    <a:pt x="246" y="29"/>
                  </a:lnTo>
                  <a:lnTo>
                    <a:pt x="248" y="29"/>
                  </a:lnTo>
                  <a:lnTo>
                    <a:pt x="250" y="30"/>
                  </a:lnTo>
                  <a:lnTo>
                    <a:pt x="251" y="30"/>
                  </a:lnTo>
                  <a:lnTo>
                    <a:pt x="253" y="30"/>
                  </a:lnTo>
                  <a:lnTo>
                    <a:pt x="253" y="30"/>
                  </a:lnTo>
                  <a:lnTo>
                    <a:pt x="251" y="32"/>
                  </a:lnTo>
                  <a:lnTo>
                    <a:pt x="253" y="32"/>
                  </a:lnTo>
                  <a:lnTo>
                    <a:pt x="253" y="34"/>
                  </a:lnTo>
                  <a:lnTo>
                    <a:pt x="256" y="32"/>
                  </a:lnTo>
                  <a:lnTo>
                    <a:pt x="256" y="32"/>
                  </a:lnTo>
                  <a:lnTo>
                    <a:pt x="256" y="34"/>
                  </a:lnTo>
                  <a:lnTo>
                    <a:pt x="256" y="36"/>
                  </a:lnTo>
                  <a:lnTo>
                    <a:pt x="255" y="36"/>
                  </a:lnTo>
                  <a:lnTo>
                    <a:pt x="255" y="37"/>
                  </a:lnTo>
                  <a:lnTo>
                    <a:pt x="255" y="37"/>
                  </a:lnTo>
                  <a:lnTo>
                    <a:pt x="256" y="37"/>
                  </a:lnTo>
                  <a:lnTo>
                    <a:pt x="256" y="37"/>
                  </a:lnTo>
                  <a:lnTo>
                    <a:pt x="256" y="37"/>
                  </a:lnTo>
                  <a:lnTo>
                    <a:pt x="258" y="39"/>
                  </a:lnTo>
                  <a:lnTo>
                    <a:pt x="260" y="39"/>
                  </a:lnTo>
                  <a:lnTo>
                    <a:pt x="261" y="39"/>
                  </a:lnTo>
                  <a:lnTo>
                    <a:pt x="263" y="41"/>
                  </a:lnTo>
                  <a:lnTo>
                    <a:pt x="263" y="41"/>
                  </a:lnTo>
                  <a:lnTo>
                    <a:pt x="263" y="41"/>
                  </a:lnTo>
                  <a:lnTo>
                    <a:pt x="261" y="41"/>
                  </a:lnTo>
                  <a:lnTo>
                    <a:pt x="261" y="42"/>
                  </a:lnTo>
                  <a:lnTo>
                    <a:pt x="261" y="42"/>
                  </a:lnTo>
                  <a:lnTo>
                    <a:pt x="261" y="44"/>
                  </a:lnTo>
                  <a:lnTo>
                    <a:pt x="261" y="44"/>
                  </a:lnTo>
                  <a:lnTo>
                    <a:pt x="263" y="44"/>
                  </a:lnTo>
                  <a:lnTo>
                    <a:pt x="263" y="46"/>
                  </a:lnTo>
                  <a:lnTo>
                    <a:pt x="265" y="46"/>
                  </a:lnTo>
                  <a:lnTo>
                    <a:pt x="267" y="47"/>
                  </a:lnTo>
                  <a:lnTo>
                    <a:pt x="268" y="47"/>
                  </a:lnTo>
                  <a:lnTo>
                    <a:pt x="270" y="47"/>
                  </a:lnTo>
                  <a:lnTo>
                    <a:pt x="272" y="47"/>
                  </a:lnTo>
                  <a:lnTo>
                    <a:pt x="273" y="44"/>
                  </a:lnTo>
                  <a:lnTo>
                    <a:pt x="273" y="44"/>
                  </a:lnTo>
                  <a:lnTo>
                    <a:pt x="275" y="44"/>
                  </a:lnTo>
                  <a:lnTo>
                    <a:pt x="275" y="44"/>
                  </a:lnTo>
                  <a:lnTo>
                    <a:pt x="275" y="44"/>
                  </a:lnTo>
                  <a:lnTo>
                    <a:pt x="275" y="44"/>
                  </a:lnTo>
                  <a:lnTo>
                    <a:pt x="277" y="44"/>
                  </a:lnTo>
                  <a:lnTo>
                    <a:pt x="277" y="42"/>
                  </a:lnTo>
                  <a:lnTo>
                    <a:pt x="278" y="42"/>
                  </a:lnTo>
                  <a:lnTo>
                    <a:pt x="278" y="42"/>
                  </a:lnTo>
                  <a:lnTo>
                    <a:pt x="280" y="42"/>
                  </a:lnTo>
                  <a:lnTo>
                    <a:pt x="282" y="42"/>
                  </a:lnTo>
                  <a:lnTo>
                    <a:pt x="284" y="42"/>
                  </a:lnTo>
                  <a:lnTo>
                    <a:pt x="285" y="42"/>
                  </a:lnTo>
                  <a:lnTo>
                    <a:pt x="289" y="41"/>
                  </a:lnTo>
                  <a:lnTo>
                    <a:pt x="290" y="41"/>
                  </a:lnTo>
                  <a:lnTo>
                    <a:pt x="294" y="41"/>
                  </a:lnTo>
                  <a:lnTo>
                    <a:pt x="295" y="41"/>
                  </a:lnTo>
                  <a:lnTo>
                    <a:pt x="301" y="44"/>
                  </a:lnTo>
                  <a:lnTo>
                    <a:pt x="302" y="46"/>
                  </a:lnTo>
                  <a:lnTo>
                    <a:pt x="304" y="47"/>
                  </a:lnTo>
                  <a:lnTo>
                    <a:pt x="304" y="47"/>
                  </a:lnTo>
                  <a:lnTo>
                    <a:pt x="304" y="49"/>
                  </a:lnTo>
                  <a:lnTo>
                    <a:pt x="306" y="49"/>
                  </a:lnTo>
                  <a:lnTo>
                    <a:pt x="307" y="51"/>
                  </a:lnTo>
                  <a:lnTo>
                    <a:pt x="306" y="51"/>
                  </a:lnTo>
                  <a:lnTo>
                    <a:pt x="306" y="53"/>
                  </a:lnTo>
                  <a:lnTo>
                    <a:pt x="306" y="53"/>
                  </a:lnTo>
                  <a:lnTo>
                    <a:pt x="307" y="54"/>
                  </a:lnTo>
                  <a:lnTo>
                    <a:pt x="309" y="56"/>
                  </a:lnTo>
                  <a:lnTo>
                    <a:pt x="309" y="56"/>
                  </a:lnTo>
                  <a:lnTo>
                    <a:pt x="311" y="58"/>
                  </a:lnTo>
                  <a:lnTo>
                    <a:pt x="314" y="58"/>
                  </a:lnTo>
                  <a:lnTo>
                    <a:pt x="319" y="59"/>
                  </a:lnTo>
                  <a:lnTo>
                    <a:pt x="319" y="59"/>
                  </a:lnTo>
                  <a:lnTo>
                    <a:pt x="318" y="59"/>
                  </a:lnTo>
                  <a:lnTo>
                    <a:pt x="316" y="61"/>
                  </a:lnTo>
                  <a:lnTo>
                    <a:pt x="314" y="64"/>
                  </a:lnTo>
                  <a:lnTo>
                    <a:pt x="314" y="66"/>
                  </a:lnTo>
                  <a:lnTo>
                    <a:pt x="311" y="69"/>
                  </a:lnTo>
                  <a:lnTo>
                    <a:pt x="309" y="69"/>
                  </a:lnTo>
                  <a:lnTo>
                    <a:pt x="311" y="71"/>
                  </a:lnTo>
                  <a:lnTo>
                    <a:pt x="314" y="73"/>
                  </a:lnTo>
                  <a:lnTo>
                    <a:pt x="314" y="75"/>
                  </a:lnTo>
                  <a:lnTo>
                    <a:pt x="314" y="76"/>
                  </a:lnTo>
                  <a:lnTo>
                    <a:pt x="314" y="78"/>
                  </a:lnTo>
                  <a:lnTo>
                    <a:pt x="312" y="90"/>
                  </a:lnTo>
                  <a:lnTo>
                    <a:pt x="312" y="93"/>
                  </a:lnTo>
                  <a:lnTo>
                    <a:pt x="312" y="95"/>
                  </a:lnTo>
                  <a:lnTo>
                    <a:pt x="314" y="97"/>
                  </a:lnTo>
                  <a:lnTo>
                    <a:pt x="318" y="98"/>
                  </a:lnTo>
                  <a:lnTo>
                    <a:pt x="319" y="98"/>
                  </a:lnTo>
                  <a:lnTo>
                    <a:pt x="319" y="100"/>
                  </a:lnTo>
                  <a:lnTo>
                    <a:pt x="321" y="100"/>
                  </a:lnTo>
                  <a:lnTo>
                    <a:pt x="321" y="100"/>
                  </a:lnTo>
                  <a:lnTo>
                    <a:pt x="323" y="100"/>
                  </a:lnTo>
                  <a:lnTo>
                    <a:pt x="324" y="100"/>
                  </a:lnTo>
                  <a:lnTo>
                    <a:pt x="321" y="102"/>
                  </a:lnTo>
                  <a:lnTo>
                    <a:pt x="318" y="100"/>
                  </a:lnTo>
                  <a:lnTo>
                    <a:pt x="314" y="100"/>
                  </a:lnTo>
                  <a:lnTo>
                    <a:pt x="311" y="98"/>
                  </a:lnTo>
                  <a:lnTo>
                    <a:pt x="309" y="97"/>
                  </a:lnTo>
                  <a:lnTo>
                    <a:pt x="307" y="97"/>
                  </a:lnTo>
                  <a:lnTo>
                    <a:pt x="306" y="97"/>
                  </a:lnTo>
                  <a:lnTo>
                    <a:pt x="301" y="100"/>
                  </a:lnTo>
                  <a:lnTo>
                    <a:pt x="299" y="102"/>
                  </a:lnTo>
                  <a:lnTo>
                    <a:pt x="297" y="102"/>
                  </a:lnTo>
                  <a:lnTo>
                    <a:pt x="295" y="105"/>
                  </a:lnTo>
                  <a:lnTo>
                    <a:pt x="295" y="109"/>
                  </a:lnTo>
                  <a:lnTo>
                    <a:pt x="297" y="115"/>
                  </a:lnTo>
                  <a:lnTo>
                    <a:pt x="295" y="117"/>
                  </a:lnTo>
                  <a:lnTo>
                    <a:pt x="294" y="120"/>
                  </a:lnTo>
                  <a:lnTo>
                    <a:pt x="292" y="122"/>
                  </a:lnTo>
                  <a:lnTo>
                    <a:pt x="292" y="119"/>
                  </a:lnTo>
                  <a:lnTo>
                    <a:pt x="292" y="119"/>
                  </a:lnTo>
                  <a:lnTo>
                    <a:pt x="292" y="119"/>
                  </a:lnTo>
                  <a:lnTo>
                    <a:pt x="294" y="117"/>
                  </a:lnTo>
                  <a:lnTo>
                    <a:pt x="294" y="117"/>
                  </a:lnTo>
                  <a:lnTo>
                    <a:pt x="294" y="115"/>
                  </a:lnTo>
                  <a:lnTo>
                    <a:pt x="295" y="115"/>
                  </a:lnTo>
                  <a:lnTo>
                    <a:pt x="295" y="115"/>
                  </a:lnTo>
                  <a:lnTo>
                    <a:pt x="295" y="115"/>
                  </a:lnTo>
                  <a:lnTo>
                    <a:pt x="294" y="114"/>
                  </a:lnTo>
                  <a:lnTo>
                    <a:pt x="294" y="112"/>
                  </a:lnTo>
                  <a:lnTo>
                    <a:pt x="292" y="107"/>
                  </a:lnTo>
                  <a:lnTo>
                    <a:pt x="290" y="107"/>
                  </a:lnTo>
                  <a:lnTo>
                    <a:pt x="290" y="107"/>
                  </a:lnTo>
                  <a:lnTo>
                    <a:pt x="289" y="107"/>
                  </a:lnTo>
                  <a:lnTo>
                    <a:pt x="287" y="107"/>
                  </a:lnTo>
                  <a:lnTo>
                    <a:pt x="284" y="109"/>
                  </a:lnTo>
                  <a:lnTo>
                    <a:pt x="282" y="109"/>
                  </a:lnTo>
                  <a:lnTo>
                    <a:pt x="282" y="105"/>
                  </a:lnTo>
                  <a:lnTo>
                    <a:pt x="282" y="105"/>
                  </a:lnTo>
                  <a:lnTo>
                    <a:pt x="282" y="103"/>
                  </a:lnTo>
                  <a:lnTo>
                    <a:pt x="280" y="102"/>
                  </a:lnTo>
                  <a:lnTo>
                    <a:pt x="278" y="103"/>
                  </a:lnTo>
                  <a:lnTo>
                    <a:pt x="278" y="103"/>
                  </a:lnTo>
                  <a:lnTo>
                    <a:pt x="278" y="105"/>
                  </a:lnTo>
                  <a:lnTo>
                    <a:pt x="277" y="107"/>
                  </a:lnTo>
                  <a:lnTo>
                    <a:pt x="273" y="109"/>
                  </a:lnTo>
                  <a:lnTo>
                    <a:pt x="273" y="109"/>
                  </a:lnTo>
                  <a:lnTo>
                    <a:pt x="272" y="110"/>
                  </a:lnTo>
                  <a:lnTo>
                    <a:pt x="268" y="112"/>
                  </a:lnTo>
                  <a:lnTo>
                    <a:pt x="265" y="114"/>
                  </a:lnTo>
                  <a:lnTo>
                    <a:pt x="263" y="115"/>
                  </a:lnTo>
                  <a:lnTo>
                    <a:pt x="263" y="115"/>
                  </a:lnTo>
                  <a:lnTo>
                    <a:pt x="261" y="114"/>
                  </a:lnTo>
                  <a:lnTo>
                    <a:pt x="258" y="114"/>
                  </a:lnTo>
                  <a:lnTo>
                    <a:pt x="256" y="112"/>
                  </a:lnTo>
                  <a:lnTo>
                    <a:pt x="253" y="112"/>
                  </a:lnTo>
                  <a:lnTo>
                    <a:pt x="251" y="110"/>
                  </a:lnTo>
                  <a:lnTo>
                    <a:pt x="251" y="110"/>
                  </a:lnTo>
                  <a:lnTo>
                    <a:pt x="251" y="109"/>
                  </a:lnTo>
                  <a:lnTo>
                    <a:pt x="250" y="109"/>
                  </a:lnTo>
                  <a:lnTo>
                    <a:pt x="250" y="107"/>
                  </a:lnTo>
                  <a:lnTo>
                    <a:pt x="248" y="107"/>
                  </a:lnTo>
                  <a:lnTo>
                    <a:pt x="248" y="109"/>
                  </a:lnTo>
                  <a:lnTo>
                    <a:pt x="246" y="109"/>
                  </a:lnTo>
                  <a:lnTo>
                    <a:pt x="245" y="110"/>
                  </a:lnTo>
                  <a:lnTo>
                    <a:pt x="243" y="110"/>
                  </a:lnTo>
                  <a:lnTo>
                    <a:pt x="239" y="112"/>
                  </a:lnTo>
                  <a:lnTo>
                    <a:pt x="233" y="114"/>
                  </a:lnTo>
                  <a:lnTo>
                    <a:pt x="226" y="114"/>
                  </a:lnTo>
                  <a:lnTo>
                    <a:pt x="226" y="114"/>
                  </a:lnTo>
                  <a:lnTo>
                    <a:pt x="224" y="114"/>
                  </a:lnTo>
                  <a:lnTo>
                    <a:pt x="222" y="114"/>
                  </a:lnTo>
                  <a:lnTo>
                    <a:pt x="221" y="114"/>
                  </a:lnTo>
                  <a:lnTo>
                    <a:pt x="217" y="114"/>
                  </a:lnTo>
                  <a:lnTo>
                    <a:pt x="216" y="114"/>
                  </a:lnTo>
                  <a:lnTo>
                    <a:pt x="212" y="114"/>
                  </a:lnTo>
                  <a:lnTo>
                    <a:pt x="211" y="114"/>
                  </a:lnTo>
                  <a:lnTo>
                    <a:pt x="209" y="114"/>
                  </a:lnTo>
                  <a:lnTo>
                    <a:pt x="207" y="112"/>
                  </a:lnTo>
                  <a:lnTo>
                    <a:pt x="205" y="110"/>
                  </a:lnTo>
                  <a:lnTo>
                    <a:pt x="202" y="109"/>
                  </a:lnTo>
                  <a:lnTo>
                    <a:pt x="200" y="105"/>
                  </a:lnTo>
                  <a:lnTo>
                    <a:pt x="200" y="102"/>
                  </a:lnTo>
                  <a:lnTo>
                    <a:pt x="200" y="97"/>
                  </a:lnTo>
                  <a:lnTo>
                    <a:pt x="200" y="97"/>
                  </a:lnTo>
                  <a:lnTo>
                    <a:pt x="199" y="95"/>
                  </a:lnTo>
                  <a:lnTo>
                    <a:pt x="199" y="93"/>
                  </a:lnTo>
                  <a:lnTo>
                    <a:pt x="199" y="93"/>
                  </a:lnTo>
                  <a:lnTo>
                    <a:pt x="197" y="93"/>
                  </a:lnTo>
                  <a:lnTo>
                    <a:pt x="197" y="93"/>
                  </a:lnTo>
                  <a:lnTo>
                    <a:pt x="195" y="95"/>
                  </a:lnTo>
                  <a:lnTo>
                    <a:pt x="195" y="97"/>
                  </a:lnTo>
                  <a:lnTo>
                    <a:pt x="195" y="100"/>
                  </a:lnTo>
                  <a:lnTo>
                    <a:pt x="195" y="102"/>
                  </a:lnTo>
                  <a:lnTo>
                    <a:pt x="195" y="103"/>
                  </a:lnTo>
                  <a:lnTo>
                    <a:pt x="194" y="103"/>
                  </a:lnTo>
                  <a:lnTo>
                    <a:pt x="194" y="105"/>
                  </a:lnTo>
                  <a:lnTo>
                    <a:pt x="194" y="107"/>
                  </a:lnTo>
                  <a:lnTo>
                    <a:pt x="194" y="107"/>
                  </a:lnTo>
                  <a:lnTo>
                    <a:pt x="195" y="109"/>
                  </a:lnTo>
                  <a:lnTo>
                    <a:pt x="192" y="109"/>
                  </a:lnTo>
                  <a:lnTo>
                    <a:pt x="192" y="109"/>
                  </a:lnTo>
                  <a:lnTo>
                    <a:pt x="192" y="107"/>
                  </a:lnTo>
                  <a:lnTo>
                    <a:pt x="190" y="107"/>
                  </a:lnTo>
                  <a:lnTo>
                    <a:pt x="188" y="107"/>
                  </a:lnTo>
                  <a:lnTo>
                    <a:pt x="187" y="103"/>
                  </a:lnTo>
                  <a:lnTo>
                    <a:pt x="185" y="105"/>
                  </a:lnTo>
                  <a:lnTo>
                    <a:pt x="183" y="103"/>
                  </a:lnTo>
                  <a:lnTo>
                    <a:pt x="182" y="102"/>
                  </a:lnTo>
                  <a:lnTo>
                    <a:pt x="182" y="102"/>
                  </a:lnTo>
                  <a:lnTo>
                    <a:pt x="180" y="102"/>
                  </a:lnTo>
                  <a:lnTo>
                    <a:pt x="180" y="103"/>
                  </a:lnTo>
                  <a:lnTo>
                    <a:pt x="180" y="103"/>
                  </a:lnTo>
                  <a:lnTo>
                    <a:pt x="178" y="103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75" y="102"/>
                  </a:lnTo>
                  <a:lnTo>
                    <a:pt x="173" y="102"/>
                  </a:lnTo>
                  <a:lnTo>
                    <a:pt x="173" y="103"/>
                  </a:lnTo>
                  <a:lnTo>
                    <a:pt x="172" y="105"/>
                  </a:lnTo>
                  <a:lnTo>
                    <a:pt x="173" y="107"/>
                  </a:lnTo>
                  <a:lnTo>
                    <a:pt x="175" y="109"/>
                  </a:lnTo>
                  <a:lnTo>
                    <a:pt x="175" y="110"/>
                  </a:lnTo>
                  <a:lnTo>
                    <a:pt x="175" y="115"/>
                  </a:lnTo>
                  <a:lnTo>
                    <a:pt x="175" y="117"/>
                  </a:lnTo>
                  <a:lnTo>
                    <a:pt x="177" y="119"/>
                  </a:lnTo>
                  <a:lnTo>
                    <a:pt x="177" y="119"/>
                  </a:lnTo>
                  <a:lnTo>
                    <a:pt x="177" y="120"/>
                  </a:lnTo>
                  <a:lnTo>
                    <a:pt x="175" y="120"/>
                  </a:lnTo>
                  <a:lnTo>
                    <a:pt x="166" y="119"/>
                  </a:lnTo>
                  <a:lnTo>
                    <a:pt x="166" y="119"/>
                  </a:lnTo>
                  <a:lnTo>
                    <a:pt x="166" y="117"/>
                  </a:lnTo>
                  <a:lnTo>
                    <a:pt x="165" y="117"/>
                  </a:lnTo>
                  <a:lnTo>
                    <a:pt x="165" y="117"/>
                  </a:lnTo>
                  <a:lnTo>
                    <a:pt x="163" y="117"/>
                  </a:lnTo>
                  <a:lnTo>
                    <a:pt x="163" y="119"/>
                  </a:lnTo>
                  <a:lnTo>
                    <a:pt x="163" y="119"/>
                  </a:lnTo>
                  <a:lnTo>
                    <a:pt x="163" y="119"/>
                  </a:lnTo>
                  <a:lnTo>
                    <a:pt x="160" y="120"/>
                  </a:lnTo>
                  <a:lnTo>
                    <a:pt x="160" y="122"/>
                  </a:lnTo>
                  <a:lnTo>
                    <a:pt x="160" y="122"/>
                  </a:lnTo>
                  <a:lnTo>
                    <a:pt x="158" y="124"/>
                  </a:lnTo>
                  <a:lnTo>
                    <a:pt x="158" y="126"/>
                  </a:lnTo>
                  <a:lnTo>
                    <a:pt x="158" y="126"/>
                  </a:lnTo>
                  <a:lnTo>
                    <a:pt x="158" y="127"/>
                  </a:lnTo>
                  <a:lnTo>
                    <a:pt x="158" y="127"/>
                  </a:lnTo>
                  <a:lnTo>
                    <a:pt x="160" y="129"/>
                  </a:lnTo>
                  <a:lnTo>
                    <a:pt x="160" y="127"/>
                  </a:lnTo>
                  <a:lnTo>
                    <a:pt x="161" y="127"/>
                  </a:lnTo>
                  <a:lnTo>
                    <a:pt x="163" y="127"/>
                  </a:lnTo>
                  <a:lnTo>
                    <a:pt x="163" y="129"/>
                  </a:lnTo>
                  <a:lnTo>
                    <a:pt x="163" y="129"/>
                  </a:lnTo>
                  <a:lnTo>
                    <a:pt x="163" y="131"/>
                  </a:lnTo>
                  <a:lnTo>
                    <a:pt x="165" y="131"/>
                  </a:lnTo>
                  <a:lnTo>
                    <a:pt x="166" y="131"/>
                  </a:lnTo>
                  <a:lnTo>
                    <a:pt x="166" y="131"/>
                  </a:lnTo>
                  <a:lnTo>
                    <a:pt x="168" y="132"/>
                  </a:lnTo>
                  <a:lnTo>
                    <a:pt x="170" y="134"/>
                  </a:lnTo>
                  <a:lnTo>
                    <a:pt x="170" y="136"/>
                  </a:lnTo>
                  <a:lnTo>
                    <a:pt x="168" y="134"/>
                  </a:lnTo>
                  <a:lnTo>
                    <a:pt x="166" y="132"/>
                  </a:lnTo>
                  <a:lnTo>
                    <a:pt x="163" y="132"/>
                  </a:lnTo>
                  <a:lnTo>
                    <a:pt x="163" y="132"/>
                  </a:lnTo>
                  <a:lnTo>
                    <a:pt x="161" y="132"/>
                  </a:lnTo>
                  <a:lnTo>
                    <a:pt x="161" y="134"/>
                  </a:lnTo>
                  <a:lnTo>
                    <a:pt x="163" y="136"/>
                  </a:lnTo>
                  <a:lnTo>
                    <a:pt x="165" y="137"/>
                  </a:lnTo>
                  <a:lnTo>
                    <a:pt x="166" y="139"/>
                  </a:lnTo>
                  <a:lnTo>
                    <a:pt x="168" y="141"/>
                  </a:lnTo>
                  <a:lnTo>
                    <a:pt x="170" y="143"/>
                  </a:lnTo>
                  <a:lnTo>
                    <a:pt x="166" y="141"/>
                  </a:lnTo>
                  <a:lnTo>
                    <a:pt x="165" y="141"/>
                  </a:lnTo>
                  <a:lnTo>
                    <a:pt x="163" y="141"/>
                  </a:lnTo>
                  <a:lnTo>
                    <a:pt x="163" y="143"/>
                  </a:lnTo>
                  <a:lnTo>
                    <a:pt x="163" y="143"/>
                  </a:lnTo>
                  <a:lnTo>
                    <a:pt x="163" y="144"/>
                  </a:lnTo>
                  <a:lnTo>
                    <a:pt x="161" y="143"/>
                  </a:lnTo>
                  <a:lnTo>
                    <a:pt x="160" y="137"/>
                  </a:lnTo>
                  <a:lnTo>
                    <a:pt x="156" y="136"/>
                  </a:lnTo>
                  <a:lnTo>
                    <a:pt x="155" y="136"/>
                  </a:lnTo>
                  <a:lnTo>
                    <a:pt x="155" y="137"/>
                  </a:lnTo>
                  <a:lnTo>
                    <a:pt x="155" y="137"/>
                  </a:lnTo>
                  <a:lnTo>
                    <a:pt x="155" y="139"/>
                  </a:lnTo>
                  <a:lnTo>
                    <a:pt x="155" y="137"/>
                  </a:lnTo>
                  <a:lnTo>
                    <a:pt x="155" y="132"/>
                  </a:lnTo>
                  <a:lnTo>
                    <a:pt x="153" y="129"/>
                  </a:lnTo>
                  <a:lnTo>
                    <a:pt x="153" y="127"/>
                  </a:lnTo>
                  <a:lnTo>
                    <a:pt x="155" y="126"/>
                  </a:lnTo>
                  <a:lnTo>
                    <a:pt x="153" y="126"/>
                  </a:lnTo>
                  <a:lnTo>
                    <a:pt x="149" y="124"/>
                  </a:lnTo>
                  <a:lnTo>
                    <a:pt x="148" y="124"/>
                  </a:lnTo>
                  <a:lnTo>
                    <a:pt x="146" y="124"/>
                  </a:lnTo>
                  <a:lnTo>
                    <a:pt x="144" y="122"/>
                  </a:lnTo>
                  <a:lnTo>
                    <a:pt x="141" y="122"/>
                  </a:lnTo>
                  <a:lnTo>
                    <a:pt x="139" y="122"/>
                  </a:lnTo>
                  <a:lnTo>
                    <a:pt x="136" y="124"/>
                  </a:lnTo>
                  <a:lnTo>
                    <a:pt x="136" y="124"/>
                  </a:lnTo>
                  <a:lnTo>
                    <a:pt x="138" y="124"/>
                  </a:lnTo>
                  <a:lnTo>
                    <a:pt x="138" y="124"/>
                  </a:lnTo>
                  <a:lnTo>
                    <a:pt x="139" y="126"/>
                  </a:lnTo>
                  <a:lnTo>
                    <a:pt x="139" y="127"/>
                  </a:lnTo>
                  <a:lnTo>
                    <a:pt x="138" y="127"/>
                  </a:lnTo>
                  <a:lnTo>
                    <a:pt x="138" y="127"/>
                  </a:lnTo>
                  <a:lnTo>
                    <a:pt x="138" y="129"/>
                  </a:lnTo>
                  <a:lnTo>
                    <a:pt x="139" y="131"/>
                  </a:lnTo>
                  <a:lnTo>
                    <a:pt x="138" y="132"/>
                  </a:lnTo>
                  <a:lnTo>
                    <a:pt x="136" y="137"/>
                  </a:lnTo>
                  <a:lnTo>
                    <a:pt x="136" y="139"/>
                  </a:lnTo>
                  <a:lnTo>
                    <a:pt x="136" y="139"/>
                  </a:lnTo>
                  <a:lnTo>
                    <a:pt x="139" y="139"/>
                  </a:lnTo>
                  <a:lnTo>
                    <a:pt x="139" y="139"/>
                  </a:lnTo>
                  <a:lnTo>
                    <a:pt x="139" y="141"/>
                  </a:lnTo>
                  <a:lnTo>
                    <a:pt x="139" y="141"/>
                  </a:lnTo>
                  <a:lnTo>
                    <a:pt x="139" y="141"/>
                  </a:lnTo>
                  <a:lnTo>
                    <a:pt x="139" y="143"/>
                  </a:lnTo>
                  <a:lnTo>
                    <a:pt x="138" y="143"/>
                  </a:lnTo>
                  <a:lnTo>
                    <a:pt x="138" y="143"/>
                  </a:lnTo>
                  <a:lnTo>
                    <a:pt x="136" y="143"/>
                  </a:lnTo>
                  <a:lnTo>
                    <a:pt x="136" y="143"/>
                  </a:lnTo>
                  <a:lnTo>
                    <a:pt x="134" y="143"/>
                  </a:lnTo>
                  <a:lnTo>
                    <a:pt x="134" y="143"/>
                  </a:lnTo>
                  <a:lnTo>
                    <a:pt x="136" y="143"/>
                  </a:lnTo>
                  <a:lnTo>
                    <a:pt x="136" y="144"/>
                  </a:lnTo>
                  <a:lnTo>
                    <a:pt x="136" y="144"/>
                  </a:lnTo>
                  <a:lnTo>
                    <a:pt x="138" y="146"/>
                  </a:lnTo>
                  <a:lnTo>
                    <a:pt x="138" y="146"/>
                  </a:lnTo>
                  <a:lnTo>
                    <a:pt x="138" y="146"/>
                  </a:lnTo>
                  <a:lnTo>
                    <a:pt x="138" y="146"/>
                  </a:lnTo>
                  <a:lnTo>
                    <a:pt x="138" y="148"/>
                  </a:lnTo>
                  <a:lnTo>
                    <a:pt x="139" y="148"/>
                  </a:lnTo>
                  <a:lnTo>
                    <a:pt x="139" y="148"/>
                  </a:lnTo>
                  <a:lnTo>
                    <a:pt x="139" y="146"/>
                  </a:lnTo>
                  <a:lnTo>
                    <a:pt x="139" y="146"/>
                  </a:lnTo>
                  <a:lnTo>
                    <a:pt x="146" y="148"/>
                  </a:lnTo>
                  <a:lnTo>
                    <a:pt x="146" y="149"/>
                  </a:lnTo>
                  <a:lnTo>
                    <a:pt x="146" y="149"/>
                  </a:lnTo>
                  <a:lnTo>
                    <a:pt x="144" y="149"/>
                  </a:lnTo>
                  <a:lnTo>
                    <a:pt x="144" y="149"/>
                  </a:lnTo>
                  <a:lnTo>
                    <a:pt x="143" y="149"/>
                  </a:lnTo>
                  <a:lnTo>
                    <a:pt x="143" y="149"/>
                  </a:lnTo>
                  <a:lnTo>
                    <a:pt x="141" y="149"/>
                  </a:lnTo>
                  <a:lnTo>
                    <a:pt x="141" y="149"/>
                  </a:lnTo>
                  <a:lnTo>
                    <a:pt x="141" y="149"/>
                  </a:lnTo>
                  <a:lnTo>
                    <a:pt x="141" y="151"/>
                  </a:lnTo>
                  <a:lnTo>
                    <a:pt x="141" y="151"/>
                  </a:lnTo>
                  <a:lnTo>
                    <a:pt x="139" y="149"/>
                  </a:lnTo>
                  <a:lnTo>
                    <a:pt x="139" y="149"/>
                  </a:lnTo>
                  <a:lnTo>
                    <a:pt x="138" y="149"/>
                  </a:lnTo>
                  <a:lnTo>
                    <a:pt x="138" y="149"/>
                  </a:lnTo>
                  <a:lnTo>
                    <a:pt x="138" y="149"/>
                  </a:lnTo>
                  <a:lnTo>
                    <a:pt x="136" y="148"/>
                  </a:lnTo>
                  <a:lnTo>
                    <a:pt x="136" y="148"/>
                  </a:lnTo>
                  <a:lnTo>
                    <a:pt x="134" y="148"/>
                  </a:lnTo>
                  <a:lnTo>
                    <a:pt x="131" y="141"/>
                  </a:lnTo>
                  <a:lnTo>
                    <a:pt x="131" y="141"/>
                  </a:lnTo>
                  <a:lnTo>
                    <a:pt x="129" y="141"/>
                  </a:lnTo>
                  <a:lnTo>
                    <a:pt x="129" y="143"/>
                  </a:lnTo>
                  <a:lnTo>
                    <a:pt x="129" y="143"/>
                  </a:lnTo>
                  <a:lnTo>
                    <a:pt x="131" y="146"/>
                  </a:lnTo>
                  <a:lnTo>
                    <a:pt x="129" y="144"/>
                  </a:lnTo>
                  <a:lnTo>
                    <a:pt x="126" y="143"/>
                  </a:lnTo>
                  <a:lnTo>
                    <a:pt x="126" y="143"/>
                  </a:lnTo>
                  <a:lnTo>
                    <a:pt x="124" y="143"/>
                  </a:lnTo>
                  <a:lnTo>
                    <a:pt x="122" y="144"/>
                  </a:lnTo>
                  <a:lnTo>
                    <a:pt x="122" y="144"/>
                  </a:lnTo>
                  <a:lnTo>
                    <a:pt x="121" y="144"/>
                  </a:lnTo>
                  <a:lnTo>
                    <a:pt x="121" y="146"/>
                  </a:lnTo>
                  <a:lnTo>
                    <a:pt x="121" y="148"/>
                  </a:lnTo>
                  <a:lnTo>
                    <a:pt x="121" y="148"/>
                  </a:lnTo>
                  <a:lnTo>
                    <a:pt x="119" y="148"/>
                  </a:lnTo>
                  <a:lnTo>
                    <a:pt x="117" y="148"/>
                  </a:lnTo>
                  <a:lnTo>
                    <a:pt x="117" y="146"/>
                  </a:lnTo>
                  <a:lnTo>
                    <a:pt x="115" y="149"/>
                  </a:lnTo>
                  <a:lnTo>
                    <a:pt x="115" y="151"/>
                  </a:lnTo>
                  <a:lnTo>
                    <a:pt x="117" y="153"/>
                  </a:lnTo>
                  <a:lnTo>
                    <a:pt x="117" y="153"/>
                  </a:lnTo>
                  <a:lnTo>
                    <a:pt x="117" y="156"/>
                  </a:lnTo>
                  <a:lnTo>
                    <a:pt x="117" y="161"/>
                  </a:lnTo>
                  <a:lnTo>
                    <a:pt x="115" y="163"/>
                  </a:lnTo>
                  <a:lnTo>
                    <a:pt x="115" y="165"/>
                  </a:lnTo>
                  <a:lnTo>
                    <a:pt x="114" y="166"/>
                  </a:lnTo>
                  <a:lnTo>
                    <a:pt x="112" y="168"/>
                  </a:lnTo>
                  <a:lnTo>
                    <a:pt x="110" y="168"/>
                  </a:lnTo>
                  <a:lnTo>
                    <a:pt x="107" y="170"/>
                  </a:lnTo>
                  <a:lnTo>
                    <a:pt x="105" y="170"/>
                  </a:lnTo>
                  <a:lnTo>
                    <a:pt x="104" y="170"/>
                  </a:lnTo>
                  <a:lnTo>
                    <a:pt x="104" y="168"/>
                  </a:lnTo>
                  <a:lnTo>
                    <a:pt x="104" y="168"/>
                  </a:lnTo>
                  <a:lnTo>
                    <a:pt x="102" y="166"/>
                  </a:lnTo>
                  <a:lnTo>
                    <a:pt x="102" y="168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8" y="168"/>
                  </a:lnTo>
                  <a:lnTo>
                    <a:pt x="97" y="170"/>
                  </a:lnTo>
                  <a:lnTo>
                    <a:pt x="97" y="173"/>
                  </a:lnTo>
                  <a:lnTo>
                    <a:pt x="98" y="175"/>
                  </a:lnTo>
                  <a:lnTo>
                    <a:pt x="97" y="176"/>
                  </a:lnTo>
                  <a:lnTo>
                    <a:pt x="97" y="178"/>
                  </a:lnTo>
                  <a:lnTo>
                    <a:pt x="97" y="178"/>
                  </a:lnTo>
                  <a:lnTo>
                    <a:pt x="97" y="188"/>
                  </a:lnTo>
                  <a:lnTo>
                    <a:pt x="97" y="188"/>
                  </a:lnTo>
                  <a:lnTo>
                    <a:pt x="98" y="190"/>
                  </a:lnTo>
                  <a:lnTo>
                    <a:pt x="100" y="190"/>
                  </a:lnTo>
                  <a:lnTo>
                    <a:pt x="100" y="190"/>
                  </a:lnTo>
                  <a:lnTo>
                    <a:pt x="105" y="195"/>
                  </a:lnTo>
                  <a:lnTo>
                    <a:pt x="107" y="197"/>
                  </a:lnTo>
                  <a:lnTo>
                    <a:pt x="107" y="199"/>
                  </a:lnTo>
                  <a:lnTo>
                    <a:pt x="109" y="200"/>
                  </a:lnTo>
                  <a:lnTo>
                    <a:pt x="110" y="200"/>
                  </a:lnTo>
                  <a:lnTo>
                    <a:pt x="112" y="200"/>
                  </a:lnTo>
                  <a:lnTo>
                    <a:pt x="114" y="202"/>
                  </a:lnTo>
                  <a:lnTo>
                    <a:pt x="114" y="202"/>
                  </a:lnTo>
                  <a:lnTo>
                    <a:pt x="115" y="205"/>
                  </a:lnTo>
                  <a:lnTo>
                    <a:pt x="114" y="205"/>
                  </a:lnTo>
                  <a:lnTo>
                    <a:pt x="112" y="204"/>
                  </a:lnTo>
                  <a:lnTo>
                    <a:pt x="110" y="202"/>
                  </a:lnTo>
                  <a:lnTo>
                    <a:pt x="109" y="204"/>
                  </a:lnTo>
                  <a:lnTo>
                    <a:pt x="107" y="204"/>
                  </a:lnTo>
                  <a:lnTo>
                    <a:pt x="105" y="205"/>
                  </a:lnTo>
                  <a:lnTo>
                    <a:pt x="100" y="212"/>
                  </a:lnTo>
                  <a:lnTo>
                    <a:pt x="98" y="214"/>
                  </a:lnTo>
                  <a:lnTo>
                    <a:pt x="97" y="214"/>
                  </a:lnTo>
                  <a:lnTo>
                    <a:pt x="92" y="217"/>
                  </a:lnTo>
                  <a:lnTo>
                    <a:pt x="90" y="219"/>
                  </a:lnTo>
                  <a:lnTo>
                    <a:pt x="85" y="221"/>
                  </a:lnTo>
                  <a:lnTo>
                    <a:pt x="83" y="221"/>
                  </a:lnTo>
                  <a:lnTo>
                    <a:pt x="80" y="219"/>
                  </a:lnTo>
                  <a:lnTo>
                    <a:pt x="80" y="219"/>
                  </a:lnTo>
                  <a:lnTo>
                    <a:pt x="78" y="217"/>
                  </a:lnTo>
                  <a:lnTo>
                    <a:pt x="78" y="216"/>
                  </a:lnTo>
                  <a:lnTo>
                    <a:pt x="78" y="214"/>
                  </a:lnTo>
                  <a:lnTo>
                    <a:pt x="78" y="212"/>
                  </a:lnTo>
                  <a:lnTo>
                    <a:pt x="76" y="212"/>
                  </a:lnTo>
                  <a:lnTo>
                    <a:pt x="76" y="214"/>
                  </a:lnTo>
                  <a:lnTo>
                    <a:pt x="76" y="216"/>
                  </a:lnTo>
                  <a:lnTo>
                    <a:pt x="75" y="217"/>
                  </a:lnTo>
                  <a:lnTo>
                    <a:pt x="75" y="217"/>
                  </a:lnTo>
                  <a:lnTo>
                    <a:pt x="73" y="219"/>
                  </a:lnTo>
                  <a:lnTo>
                    <a:pt x="73" y="219"/>
                  </a:lnTo>
                  <a:lnTo>
                    <a:pt x="71" y="221"/>
                  </a:lnTo>
                  <a:lnTo>
                    <a:pt x="71" y="221"/>
                  </a:lnTo>
                  <a:lnTo>
                    <a:pt x="71" y="224"/>
                  </a:lnTo>
                  <a:lnTo>
                    <a:pt x="71" y="226"/>
                  </a:lnTo>
                  <a:lnTo>
                    <a:pt x="70" y="227"/>
                  </a:lnTo>
                  <a:lnTo>
                    <a:pt x="68" y="233"/>
                  </a:lnTo>
                  <a:lnTo>
                    <a:pt x="68" y="234"/>
                  </a:lnTo>
                  <a:lnTo>
                    <a:pt x="68" y="238"/>
                  </a:lnTo>
                  <a:lnTo>
                    <a:pt x="68" y="239"/>
                  </a:lnTo>
                  <a:lnTo>
                    <a:pt x="68" y="241"/>
                  </a:lnTo>
                  <a:lnTo>
                    <a:pt x="68" y="241"/>
                  </a:lnTo>
                  <a:lnTo>
                    <a:pt x="68" y="241"/>
                  </a:lnTo>
                  <a:lnTo>
                    <a:pt x="70" y="239"/>
                  </a:lnTo>
                  <a:lnTo>
                    <a:pt x="70" y="239"/>
                  </a:lnTo>
                  <a:lnTo>
                    <a:pt x="71" y="241"/>
                  </a:lnTo>
                  <a:lnTo>
                    <a:pt x="70" y="243"/>
                  </a:lnTo>
                  <a:lnTo>
                    <a:pt x="65" y="246"/>
                  </a:lnTo>
                  <a:lnTo>
                    <a:pt x="63" y="248"/>
                  </a:lnTo>
                  <a:lnTo>
                    <a:pt x="61" y="249"/>
                  </a:lnTo>
                  <a:lnTo>
                    <a:pt x="61" y="251"/>
                  </a:lnTo>
                  <a:lnTo>
                    <a:pt x="63" y="251"/>
                  </a:lnTo>
                  <a:lnTo>
                    <a:pt x="63" y="253"/>
                  </a:lnTo>
                  <a:lnTo>
                    <a:pt x="65" y="253"/>
                  </a:lnTo>
                  <a:lnTo>
                    <a:pt x="65" y="255"/>
                  </a:lnTo>
                  <a:lnTo>
                    <a:pt x="65" y="258"/>
                  </a:lnTo>
                  <a:lnTo>
                    <a:pt x="63" y="260"/>
                  </a:lnTo>
                  <a:lnTo>
                    <a:pt x="63" y="263"/>
                  </a:lnTo>
                  <a:lnTo>
                    <a:pt x="59" y="263"/>
                  </a:lnTo>
                  <a:lnTo>
                    <a:pt x="54" y="265"/>
                  </a:lnTo>
                  <a:lnTo>
                    <a:pt x="53" y="263"/>
                  </a:lnTo>
                  <a:lnTo>
                    <a:pt x="53" y="261"/>
                  </a:lnTo>
                  <a:lnTo>
                    <a:pt x="51" y="261"/>
                  </a:lnTo>
                  <a:lnTo>
                    <a:pt x="53" y="265"/>
                  </a:lnTo>
                  <a:lnTo>
                    <a:pt x="53" y="266"/>
                  </a:lnTo>
                  <a:lnTo>
                    <a:pt x="51" y="270"/>
                  </a:lnTo>
                  <a:lnTo>
                    <a:pt x="51" y="268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8" y="268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6"/>
                  </a:lnTo>
                  <a:lnTo>
                    <a:pt x="46" y="265"/>
                  </a:lnTo>
                  <a:lnTo>
                    <a:pt x="44" y="266"/>
                  </a:lnTo>
                  <a:lnTo>
                    <a:pt x="44" y="266"/>
                  </a:lnTo>
                  <a:lnTo>
                    <a:pt x="42" y="265"/>
                  </a:lnTo>
                  <a:lnTo>
                    <a:pt x="42" y="265"/>
                  </a:lnTo>
                  <a:lnTo>
                    <a:pt x="42" y="266"/>
                  </a:lnTo>
                  <a:lnTo>
                    <a:pt x="42" y="268"/>
                  </a:lnTo>
                  <a:lnTo>
                    <a:pt x="42" y="268"/>
                  </a:lnTo>
                  <a:lnTo>
                    <a:pt x="42" y="272"/>
                  </a:lnTo>
                  <a:lnTo>
                    <a:pt x="42" y="273"/>
                  </a:lnTo>
                  <a:lnTo>
                    <a:pt x="42" y="275"/>
                  </a:lnTo>
                  <a:lnTo>
                    <a:pt x="41" y="277"/>
                  </a:lnTo>
                  <a:lnTo>
                    <a:pt x="37" y="280"/>
                  </a:lnTo>
                  <a:lnTo>
                    <a:pt x="36" y="282"/>
                  </a:lnTo>
                  <a:lnTo>
                    <a:pt x="36" y="283"/>
                  </a:lnTo>
                  <a:lnTo>
                    <a:pt x="36" y="283"/>
                  </a:lnTo>
                  <a:lnTo>
                    <a:pt x="36" y="285"/>
                  </a:lnTo>
                  <a:lnTo>
                    <a:pt x="36" y="285"/>
                  </a:lnTo>
                  <a:lnTo>
                    <a:pt x="36" y="287"/>
                  </a:lnTo>
                  <a:lnTo>
                    <a:pt x="32" y="289"/>
                  </a:lnTo>
                  <a:lnTo>
                    <a:pt x="32" y="290"/>
                  </a:lnTo>
                  <a:lnTo>
                    <a:pt x="31" y="297"/>
                  </a:lnTo>
                  <a:lnTo>
                    <a:pt x="32" y="297"/>
                  </a:lnTo>
                  <a:lnTo>
                    <a:pt x="36" y="299"/>
                  </a:lnTo>
                  <a:lnTo>
                    <a:pt x="36" y="300"/>
                  </a:lnTo>
                  <a:lnTo>
                    <a:pt x="37" y="300"/>
                  </a:lnTo>
                  <a:lnTo>
                    <a:pt x="37" y="302"/>
                  </a:lnTo>
                  <a:lnTo>
                    <a:pt x="37" y="302"/>
                  </a:lnTo>
                  <a:lnTo>
                    <a:pt x="39" y="302"/>
                  </a:lnTo>
                  <a:lnTo>
                    <a:pt x="39" y="302"/>
                  </a:lnTo>
                  <a:lnTo>
                    <a:pt x="39" y="302"/>
                  </a:lnTo>
                  <a:lnTo>
                    <a:pt x="39" y="304"/>
                  </a:lnTo>
                  <a:lnTo>
                    <a:pt x="39" y="304"/>
                  </a:lnTo>
                  <a:lnTo>
                    <a:pt x="39" y="304"/>
                  </a:lnTo>
                  <a:lnTo>
                    <a:pt x="41" y="304"/>
                  </a:lnTo>
                  <a:lnTo>
                    <a:pt x="41" y="304"/>
                  </a:lnTo>
                  <a:lnTo>
                    <a:pt x="46" y="307"/>
                  </a:lnTo>
                  <a:lnTo>
                    <a:pt x="48" y="309"/>
                  </a:lnTo>
                  <a:lnTo>
                    <a:pt x="49" y="309"/>
                  </a:lnTo>
                  <a:lnTo>
                    <a:pt x="49" y="309"/>
                  </a:lnTo>
                  <a:lnTo>
                    <a:pt x="51" y="309"/>
                  </a:lnTo>
                  <a:lnTo>
                    <a:pt x="51" y="311"/>
                  </a:lnTo>
                  <a:lnTo>
                    <a:pt x="51" y="311"/>
                  </a:lnTo>
                  <a:lnTo>
                    <a:pt x="53" y="311"/>
                  </a:lnTo>
                  <a:lnTo>
                    <a:pt x="54" y="311"/>
                  </a:lnTo>
                  <a:lnTo>
                    <a:pt x="58" y="311"/>
                  </a:lnTo>
                  <a:lnTo>
                    <a:pt x="59" y="311"/>
                  </a:lnTo>
                  <a:lnTo>
                    <a:pt x="63" y="309"/>
                  </a:lnTo>
                  <a:lnTo>
                    <a:pt x="65" y="307"/>
                  </a:lnTo>
                  <a:lnTo>
                    <a:pt x="66" y="307"/>
                  </a:lnTo>
                  <a:lnTo>
                    <a:pt x="68" y="307"/>
                  </a:lnTo>
                  <a:lnTo>
                    <a:pt x="68" y="307"/>
                  </a:lnTo>
                  <a:lnTo>
                    <a:pt x="65" y="311"/>
                  </a:lnTo>
                  <a:lnTo>
                    <a:pt x="63" y="311"/>
                  </a:lnTo>
                  <a:lnTo>
                    <a:pt x="63" y="312"/>
                  </a:lnTo>
                  <a:lnTo>
                    <a:pt x="59" y="312"/>
                  </a:lnTo>
                  <a:lnTo>
                    <a:pt x="56" y="312"/>
                  </a:lnTo>
                  <a:lnTo>
                    <a:pt x="53" y="314"/>
                  </a:lnTo>
                  <a:lnTo>
                    <a:pt x="51" y="314"/>
                  </a:lnTo>
                  <a:lnTo>
                    <a:pt x="51" y="314"/>
                  </a:lnTo>
                  <a:lnTo>
                    <a:pt x="51" y="316"/>
                  </a:lnTo>
                  <a:lnTo>
                    <a:pt x="53" y="319"/>
                  </a:lnTo>
                  <a:lnTo>
                    <a:pt x="54" y="321"/>
                  </a:lnTo>
                  <a:lnTo>
                    <a:pt x="56" y="323"/>
                  </a:lnTo>
                  <a:lnTo>
                    <a:pt x="58" y="323"/>
                  </a:lnTo>
                  <a:lnTo>
                    <a:pt x="58" y="324"/>
                  </a:lnTo>
                  <a:lnTo>
                    <a:pt x="58" y="326"/>
                  </a:lnTo>
                  <a:lnTo>
                    <a:pt x="61" y="329"/>
                  </a:lnTo>
                  <a:lnTo>
                    <a:pt x="63" y="329"/>
                  </a:lnTo>
                  <a:lnTo>
                    <a:pt x="65" y="329"/>
                  </a:lnTo>
                  <a:lnTo>
                    <a:pt x="65" y="329"/>
                  </a:lnTo>
                  <a:lnTo>
                    <a:pt x="68" y="328"/>
                  </a:lnTo>
                  <a:lnTo>
                    <a:pt x="70" y="328"/>
                  </a:lnTo>
                  <a:lnTo>
                    <a:pt x="68" y="328"/>
                  </a:lnTo>
                  <a:lnTo>
                    <a:pt x="66" y="331"/>
                  </a:lnTo>
                  <a:lnTo>
                    <a:pt x="70" y="331"/>
                  </a:lnTo>
                  <a:lnTo>
                    <a:pt x="76" y="328"/>
                  </a:lnTo>
                  <a:lnTo>
                    <a:pt x="83" y="326"/>
                  </a:lnTo>
                  <a:lnTo>
                    <a:pt x="85" y="324"/>
                  </a:lnTo>
                  <a:lnTo>
                    <a:pt x="85" y="323"/>
                  </a:lnTo>
                  <a:lnTo>
                    <a:pt x="87" y="324"/>
                  </a:lnTo>
                  <a:lnTo>
                    <a:pt x="85" y="328"/>
                  </a:lnTo>
                  <a:lnTo>
                    <a:pt x="85" y="331"/>
                  </a:lnTo>
                  <a:lnTo>
                    <a:pt x="83" y="329"/>
                  </a:lnTo>
                  <a:lnTo>
                    <a:pt x="82" y="329"/>
                  </a:lnTo>
                  <a:lnTo>
                    <a:pt x="80" y="329"/>
                  </a:lnTo>
                  <a:lnTo>
                    <a:pt x="80" y="329"/>
                  </a:lnTo>
                  <a:lnTo>
                    <a:pt x="76" y="333"/>
                  </a:lnTo>
                  <a:lnTo>
                    <a:pt x="75" y="333"/>
                  </a:lnTo>
                  <a:lnTo>
                    <a:pt x="75" y="333"/>
                  </a:lnTo>
                  <a:lnTo>
                    <a:pt x="75" y="333"/>
                  </a:lnTo>
                  <a:lnTo>
                    <a:pt x="75" y="333"/>
                  </a:lnTo>
                  <a:lnTo>
                    <a:pt x="73" y="334"/>
                  </a:lnTo>
                  <a:lnTo>
                    <a:pt x="71" y="334"/>
                  </a:lnTo>
                  <a:lnTo>
                    <a:pt x="70" y="334"/>
                  </a:lnTo>
                  <a:lnTo>
                    <a:pt x="68" y="336"/>
                  </a:lnTo>
                  <a:lnTo>
                    <a:pt x="66" y="334"/>
                  </a:lnTo>
                  <a:lnTo>
                    <a:pt x="63" y="334"/>
                  </a:lnTo>
                  <a:lnTo>
                    <a:pt x="61" y="334"/>
                  </a:lnTo>
                  <a:lnTo>
                    <a:pt x="59" y="334"/>
                  </a:lnTo>
                  <a:lnTo>
                    <a:pt x="58" y="333"/>
                  </a:lnTo>
                  <a:lnTo>
                    <a:pt x="56" y="333"/>
                  </a:lnTo>
                  <a:lnTo>
                    <a:pt x="56" y="333"/>
                  </a:lnTo>
                  <a:lnTo>
                    <a:pt x="56" y="338"/>
                  </a:lnTo>
                  <a:lnTo>
                    <a:pt x="54" y="339"/>
                  </a:lnTo>
                  <a:lnTo>
                    <a:pt x="54" y="341"/>
                  </a:lnTo>
                  <a:lnTo>
                    <a:pt x="53" y="343"/>
                  </a:lnTo>
                  <a:lnTo>
                    <a:pt x="54" y="343"/>
                  </a:lnTo>
                  <a:lnTo>
                    <a:pt x="54" y="350"/>
                  </a:lnTo>
                  <a:lnTo>
                    <a:pt x="56" y="353"/>
                  </a:lnTo>
                  <a:lnTo>
                    <a:pt x="58" y="355"/>
                  </a:lnTo>
                  <a:lnTo>
                    <a:pt x="63" y="362"/>
                  </a:lnTo>
                  <a:lnTo>
                    <a:pt x="63" y="362"/>
                  </a:lnTo>
                  <a:lnTo>
                    <a:pt x="63" y="363"/>
                  </a:lnTo>
                  <a:lnTo>
                    <a:pt x="63" y="363"/>
                  </a:lnTo>
                  <a:lnTo>
                    <a:pt x="61" y="363"/>
                  </a:lnTo>
                  <a:lnTo>
                    <a:pt x="61" y="363"/>
                  </a:lnTo>
                  <a:lnTo>
                    <a:pt x="58" y="365"/>
                  </a:lnTo>
                  <a:lnTo>
                    <a:pt x="58" y="363"/>
                  </a:lnTo>
                  <a:lnTo>
                    <a:pt x="58" y="362"/>
                  </a:lnTo>
                  <a:lnTo>
                    <a:pt x="58" y="360"/>
                  </a:lnTo>
                  <a:lnTo>
                    <a:pt x="58" y="360"/>
                  </a:lnTo>
                  <a:lnTo>
                    <a:pt x="56" y="358"/>
                  </a:lnTo>
                  <a:lnTo>
                    <a:pt x="54" y="360"/>
                  </a:lnTo>
                  <a:lnTo>
                    <a:pt x="51" y="362"/>
                  </a:lnTo>
                  <a:lnTo>
                    <a:pt x="51" y="360"/>
                  </a:lnTo>
                  <a:lnTo>
                    <a:pt x="51" y="356"/>
                  </a:lnTo>
                  <a:lnTo>
                    <a:pt x="51" y="356"/>
                  </a:lnTo>
                  <a:lnTo>
                    <a:pt x="51" y="355"/>
                  </a:lnTo>
                  <a:lnTo>
                    <a:pt x="49" y="351"/>
                  </a:lnTo>
                  <a:lnTo>
                    <a:pt x="49" y="351"/>
                  </a:lnTo>
                  <a:lnTo>
                    <a:pt x="48" y="350"/>
                  </a:lnTo>
                  <a:lnTo>
                    <a:pt x="46" y="348"/>
                  </a:lnTo>
                  <a:lnTo>
                    <a:pt x="44" y="348"/>
                  </a:lnTo>
                  <a:lnTo>
                    <a:pt x="42" y="343"/>
                  </a:lnTo>
                  <a:lnTo>
                    <a:pt x="42" y="343"/>
                  </a:lnTo>
                  <a:lnTo>
                    <a:pt x="41" y="341"/>
                  </a:lnTo>
                  <a:lnTo>
                    <a:pt x="32" y="339"/>
                  </a:lnTo>
                  <a:lnTo>
                    <a:pt x="31" y="336"/>
                  </a:lnTo>
                  <a:lnTo>
                    <a:pt x="29" y="336"/>
                  </a:lnTo>
                  <a:lnTo>
                    <a:pt x="25" y="336"/>
                  </a:lnTo>
                  <a:lnTo>
                    <a:pt x="24" y="338"/>
                  </a:lnTo>
                  <a:lnTo>
                    <a:pt x="22" y="338"/>
                  </a:lnTo>
                  <a:lnTo>
                    <a:pt x="22" y="336"/>
                  </a:lnTo>
                  <a:lnTo>
                    <a:pt x="22" y="334"/>
                  </a:lnTo>
                  <a:lnTo>
                    <a:pt x="20" y="333"/>
                  </a:lnTo>
                  <a:lnTo>
                    <a:pt x="19" y="334"/>
                  </a:lnTo>
                  <a:lnTo>
                    <a:pt x="19" y="336"/>
                  </a:lnTo>
                  <a:lnTo>
                    <a:pt x="20" y="341"/>
                  </a:lnTo>
                  <a:lnTo>
                    <a:pt x="20" y="346"/>
                  </a:lnTo>
                  <a:lnTo>
                    <a:pt x="20" y="348"/>
                  </a:lnTo>
                  <a:lnTo>
                    <a:pt x="22" y="348"/>
                  </a:lnTo>
                  <a:lnTo>
                    <a:pt x="22" y="350"/>
                  </a:lnTo>
                  <a:lnTo>
                    <a:pt x="24" y="355"/>
                  </a:lnTo>
                  <a:lnTo>
                    <a:pt x="22" y="356"/>
                  </a:lnTo>
                  <a:lnTo>
                    <a:pt x="20" y="356"/>
                  </a:lnTo>
                  <a:lnTo>
                    <a:pt x="19" y="368"/>
                  </a:lnTo>
                  <a:lnTo>
                    <a:pt x="19" y="367"/>
                  </a:lnTo>
                  <a:lnTo>
                    <a:pt x="19" y="365"/>
                  </a:lnTo>
                  <a:lnTo>
                    <a:pt x="19" y="363"/>
                  </a:lnTo>
                  <a:lnTo>
                    <a:pt x="19" y="362"/>
                  </a:lnTo>
                  <a:lnTo>
                    <a:pt x="17" y="362"/>
                  </a:lnTo>
                  <a:lnTo>
                    <a:pt x="15" y="367"/>
                  </a:lnTo>
                  <a:lnTo>
                    <a:pt x="14" y="367"/>
                  </a:lnTo>
                  <a:lnTo>
                    <a:pt x="15" y="362"/>
                  </a:lnTo>
                  <a:lnTo>
                    <a:pt x="17" y="358"/>
                  </a:lnTo>
                  <a:lnTo>
                    <a:pt x="17" y="356"/>
                  </a:lnTo>
                  <a:lnTo>
                    <a:pt x="17" y="356"/>
                  </a:lnTo>
                  <a:lnTo>
                    <a:pt x="15" y="353"/>
                  </a:lnTo>
                  <a:lnTo>
                    <a:pt x="15" y="353"/>
                  </a:lnTo>
                  <a:lnTo>
                    <a:pt x="15" y="351"/>
                  </a:lnTo>
                  <a:lnTo>
                    <a:pt x="15" y="350"/>
                  </a:lnTo>
                  <a:lnTo>
                    <a:pt x="17" y="348"/>
                  </a:lnTo>
                  <a:lnTo>
                    <a:pt x="15" y="346"/>
                  </a:lnTo>
                  <a:lnTo>
                    <a:pt x="15" y="345"/>
                  </a:lnTo>
                  <a:lnTo>
                    <a:pt x="14" y="343"/>
                  </a:lnTo>
                  <a:lnTo>
                    <a:pt x="12" y="343"/>
                  </a:lnTo>
                  <a:lnTo>
                    <a:pt x="10" y="343"/>
                  </a:lnTo>
                  <a:lnTo>
                    <a:pt x="10" y="341"/>
                  </a:lnTo>
                  <a:lnTo>
                    <a:pt x="10" y="341"/>
                  </a:lnTo>
                  <a:lnTo>
                    <a:pt x="10" y="339"/>
                  </a:lnTo>
                  <a:lnTo>
                    <a:pt x="8" y="339"/>
                  </a:lnTo>
                  <a:lnTo>
                    <a:pt x="8" y="338"/>
                  </a:lnTo>
                  <a:lnTo>
                    <a:pt x="5" y="336"/>
                  </a:lnTo>
                  <a:lnTo>
                    <a:pt x="2" y="336"/>
                  </a:lnTo>
                  <a:lnTo>
                    <a:pt x="0" y="336"/>
                  </a:lnTo>
                  <a:lnTo>
                    <a:pt x="0" y="443"/>
                  </a:lnTo>
                  <a:lnTo>
                    <a:pt x="2" y="443"/>
                  </a:lnTo>
                  <a:lnTo>
                    <a:pt x="3" y="443"/>
                  </a:lnTo>
                  <a:lnTo>
                    <a:pt x="5" y="445"/>
                  </a:lnTo>
                  <a:lnTo>
                    <a:pt x="3" y="446"/>
                  </a:lnTo>
                  <a:lnTo>
                    <a:pt x="2" y="448"/>
                  </a:lnTo>
                  <a:lnTo>
                    <a:pt x="0" y="448"/>
                  </a:lnTo>
                  <a:lnTo>
                    <a:pt x="0" y="448"/>
                  </a:lnTo>
                  <a:lnTo>
                    <a:pt x="0" y="450"/>
                  </a:lnTo>
                  <a:lnTo>
                    <a:pt x="0" y="448"/>
                  </a:lnTo>
                  <a:lnTo>
                    <a:pt x="2" y="448"/>
                  </a:lnTo>
                  <a:lnTo>
                    <a:pt x="2" y="450"/>
                  </a:lnTo>
                  <a:lnTo>
                    <a:pt x="2" y="450"/>
                  </a:lnTo>
                  <a:lnTo>
                    <a:pt x="2" y="452"/>
                  </a:lnTo>
                  <a:lnTo>
                    <a:pt x="2" y="452"/>
                  </a:lnTo>
                  <a:lnTo>
                    <a:pt x="2" y="452"/>
                  </a:lnTo>
                  <a:lnTo>
                    <a:pt x="2" y="452"/>
                  </a:lnTo>
                  <a:lnTo>
                    <a:pt x="0" y="452"/>
                  </a:lnTo>
                  <a:lnTo>
                    <a:pt x="0" y="452"/>
                  </a:lnTo>
                  <a:lnTo>
                    <a:pt x="0" y="1294"/>
                  </a:lnTo>
                  <a:lnTo>
                    <a:pt x="776" y="1294"/>
                  </a:lnTo>
                  <a:lnTo>
                    <a:pt x="776" y="480"/>
                  </a:lnTo>
                  <a:lnTo>
                    <a:pt x="771" y="477"/>
                  </a:ln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1D4F7FD7-658B-488F-9391-7F194AFAF8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16927" y="4167887"/>
              <a:ext cx="1566024" cy="1162632"/>
            </a:xfrm>
            <a:custGeom>
              <a:avLst/>
              <a:gdLst>
                <a:gd name="T0" fmla="*/ 1046 w 1087"/>
                <a:gd name="T1" fmla="*/ 14 h 807"/>
                <a:gd name="T2" fmla="*/ 1012 w 1087"/>
                <a:gd name="T3" fmla="*/ 19 h 807"/>
                <a:gd name="T4" fmla="*/ 990 w 1087"/>
                <a:gd name="T5" fmla="*/ 10 h 807"/>
                <a:gd name="T6" fmla="*/ 949 w 1087"/>
                <a:gd name="T7" fmla="*/ 32 h 807"/>
                <a:gd name="T8" fmla="*/ 951 w 1087"/>
                <a:gd name="T9" fmla="*/ 53 h 807"/>
                <a:gd name="T10" fmla="*/ 936 w 1087"/>
                <a:gd name="T11" fmla="*/ 66 h 807"/>
                <a:gd name="T12" fmla="*/ 915 w 1087"/>
                <a:gd name="T13" fmla="*/ 68 h 807"/>
                <a:gd name="T14" fmla="*/ 895 w 1087"/>
                <a:gd name="T15" fmla="*/ 88 h 807"/>
                <a:gd name="T16" fmla="*/ 866 w 1087"/>
                <a:gd name="T17" fmla="*/ 56 h 807"/>
                <a:gd name="T18" fmla="*/ 788 w 1087"/>
                <a:gd name="T19" fmla="*/ 36 h 807"/>
                <a:gd name="T20" fmla="*/ 722 w 1087"/>
                <a:gd name="T21" fmla="*/ 47 h 807"/>
                <a:gd name="T22" fmla="*/ 3 w 1087"/>
                <a:gd name="T23" fmla="*/ 509 h 807"/>
                <a:gd name="T24" fmla="*/ 39 w 1087"/>
                <a:gd name="T25" fmla="*/ 520 h 807"/>
                <a:gd name="T26" fmla="*/ 92 w 1087"/>
                <a:gd name="T27" fmla="*/ 516 h 807"/>
                <a:gd name="T28" fmla="*/ 121 w 1087"/>
                <a:gd name="T29" fmla="*/ 535 h 807"/>
                <a:gd name="T30" fmla="*/ 141 w 1087"/>
                <a:gd name="T31" fmla="*/ 572 h 807"/>
                <a:gd name="T32" fmla="*/ 156 w 1087"/>
                <a:gd name="T33" fmla="*/ 557 h 807"/>
                <a:gd name="T34" fmla="*/ 197 w 1087"/>
                <a:gd name="T35" fmla="*/ 572 h 807"/>
                <a:gd name="T36" fmla="*/ 207 w 1087"/>
                <a:gd name="T37" fmla="*/ 606 h 807"/>
                <a:gd name="T38" fmla="*/ 250 w 1087"/>
                <a:gd name="T39" fmla="*/ 633 h 807"/>
                <a:gd name="T40" fmla="*/ 301 w 1087"/>
                <a:gd name="T41" fmla="*/ 672 h 807"/>
                <a:gd name="T42" fmla="*/ 338 w 1087"/>
                <a:gd name="T43" fmla="*/ 676 h 807"/>
                <a:gd name="T44" fmla="*/ 428 w 1087"/>
                <a:gd name="T45" fmla="*/ 677 h 807"/>
                <a:gd name="T46" fmla="*/ 464 w 1087"/>
                <a:gd name="T47" fmla="*/ 681 h 807"/>
                <a:gd name="T48" fmla="*/ 508 w 1087"/>
                <a:gd name="T49" fmla="*/ 686 h 807"/>
                <a:gd name="T50" fmla="*/ 535 w 1087"/>
                <a:gd name="T51" fmla="*/ 683 h 807"/>
                <a:gd name="T52" fmla="*/ 574 w 1087"/>
                <a:gd name="T53" fmla="*/ 672 h 807"/>
                <a:gd name="T54" fmla="*/ 606 w 1087"/>
                <a:gd name="T55" fmla="*/ 700 h 807"/>
                <a:gd name="T56" fmla="*/ 622 w 1087"/>
                <a:gd name="T57" fmla="*/ 730 h 807"/>
                <a:gd name="T58" fmla="*/ 778 w 1087"/>
                <a:gd name="T59" fmla="*/ 786 h 807"/>
                <a:gd name="T60" fmla="*/ 769 w 1087"/>
                <a:gd name="T61" fmla="*/ 766 h 807"/>
                <a:gd name="T62" fmla="*/ 779 w 1087"/>
                <a:gd name="T63" fmla="*/ 718 h 807"/>
                <a:gd name="T64" fmla="*/ 783 w 1087"/>
                <a:gd name="T65" fmla="*/ 684 h 807"/>
                <a:gd name="T66" fmla="*/ 795 w 1087"/>
                <a:gd name="T67" fmla="*/ 652 h 807"/>
                <a:gd name="T68" fmla="*/ 820 w 1087"/>
                <a:gd name="T69" fmla="*/ 613 h 807"/>
                <a:gd name="T70" fmla="*/ 835 w 1087"/>
                <a:gd name="T71" fmla="*/ 601 h 807"/>
                <a:gd name="T72" fmla="*/ 842 w 1087"/>
                <a:gd name="T73" fmla="*/ 587 h 807"/>
                <a:gd name="T74" fmla="*/ 846 w 1087"/>
                <a:gd name="T75" fmla="*/ 554 h 807"/>
                <a:gd name="T76" fmla="*/ 875 w 1087"/>
                <a:gd name="T77" fmla="*/ 514 h 807"/>
                <a:gd name="T78" fmla="*/ 875 w 1087"/>
                <a:gd name="T79" fmla="*/ 504 h 807"/>
                <a:gd name="T80" fmla="*/ 888 w 1087"/>
                <a:gd name="T81" fmla="*/ 486 h 807"/>
                <a:gd name="T82" fmla="*/ 880 w 1087"/>
                <a:gd name="T83" fmla="*/ 467 h 807"/>
                <a:gd name="T84" fmla="*/ 900 w 1087"/>
                <a:gd name="T85" fmla="*/ 457 h 807"/>
                <a:gd name="T86" fmla="*/ 907 w 1087"/>
                <a:gd name="T87" fmla="*/ 447 h 807"/>
                <a:gd name="T88" fmla="*/ 931 w 1087"/>
                <a:gd name="T89" fmla="*/ 411 h 807"/>
                <a:gd name="T90" fmla="*/ 956 w 1087"/>
                <a:gd name="T91" fmla="*/ 390 h 807"/>
                <a:gd name="T92" fmla="*/ 993 w 1087"/>
                <a:gd name="T93" fmla="*/ 365 h 807"/>
                <a:gd name="T94" fmla="*/ 995 w 1087"/>
                <a:gd name="T95" fmla="*/ 336 h 807"/>
                <a:gd name="T96" fmla="*/ 1029 w 1087"/>
                <a:gd name="T97" fmla="*/ 285 h 807"/>
                <a:gd name="T98" fmla="*/ 1039 w 1087"/>
                <a:gd name="T99" fmla="*/ 236 h 807"/>
                <a:gd name="T100" fmla="*/ 1049 w 1087"/>
                <a:gd name="T101" fmla="*/ 165 h 807"/>
                <a:gd name="T102" fmla="*/ 1061 w 1087"/>
                <a:gd name="T103" fmla="*/ 126 h 807"/>
                <a:gd name="T104" fmla="*/ 1073 w 1087"/>
                <a:gd name="T105" fmla="*/ 75 h 807"/>
                <a:gd name="T106" fmla="*/ 710 w 1087"/>
                <a:gd name="T107" fmla="*/ 384 h 807"/>
                <a:gd name="T108" fmla="*/ 708 w 1087"/>
                <a:gd name="T109" fmla="*/ 397 h 807"/>
                <a:gd name="T110" fmla="*/ 703 w 1087"/>
                <a:gd name="T111" fmla="*/ 397 h 807"/>
                <a:gd name="T112" fmla="*/ 691 w 1087"/>
                <a:gd name="T113" fmla="*/ 504 h 807"/>
                <a:gd name="T114" fmla="*/ 705 w 1087"/>
                <a:gd name="T115" fmla="*/ 623 h 807"/>
                <a:gd name="T116" fmla="*/ 696 w 1087"/>
                <a:gd name="T117" fmla="*/ 642 h 807"/>
                <a:gd name="T118" fmla="*/ 693 w 1087"/>
                <a:gd name="T119" fmla="*/ 669 h 807"/>
                <a:gd name="T120" fmla="*/ 671 w 1087"/>
                <a:gd name="T121" fmla="*/ 652 h 807"/>
                <a:gd name="T122" fmla="*/ 672 w 1087"/>
                <a:gd name="T123" fmla="*/ 620 h 807"/>
                <a:gd name="T124" fmla="*/ 710 w 1087"/>
                <a:gd name="T125" fmla="*/ 613 h 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87" h="807">
                  <a:moveTo>
                    <a:pt x="1087" y="44"/>
                  </a:moveTo>
                  <a:lnTo>
                    <a:pt x="1083" y="41"/>
                  </a:lnTo>
                  <a:lnTo>
                    <a:pt x="1083" y="39"/>
                  </a:lnTo>
                  <a:lnTo>
                    <a:pt x="1082" y="30"/>
                  </a:lnTo>
                  <a:lnTo>
                    <a:pt x="1082" y="27"/>
                  </a:lnTo>
                  <a:lnTo>
                    <a:pt x="1083" y="15"/>
                  </a:lnTo>
                  <a:lnTo>
                    <a:pt x="1083" y="10"/>
                  </a:lnTo>
                  <a:lnTo>
                    <a:pt x="1083" y="8"/>
                  </a:lnTo>
                  <a:lnTo>
                    <a:pt x="1082" y="5"/>
                  </a:lnTo>
                  <a:lnTo>
                    <a:pt x="1082" y="3"/>
                  </a:lnTo>
                  <a:lnTo>
                    <a:pt x="1078" y="3"/>
                  </a:lnTo>
                  <a:lnTo>
                    <a:pt x="1077" y="0"/>
                  </a:lnTo>
                  <a:lnTo>
                    <a:pt x="1073" y="3"/>
                  </a:lnTo>
                  <a:lnTo>
                    <a:pt x="1066" y="8"/>
                  </a:lnTo>
                  <a:lnTo>
                    <a:pt x="1063" y="10"/>
                  </a:lnTo>
                  <a:lnTo>
                    <a:pt x="1061" y="8"/>
                  </a:lnTo>
                  <a:lnTo>
                    <a:pt x="1060" y="8"/>
                  </a:lnTo>
                  <a:lnTo>
                    <a:pt x="1053" y="10"/>
                  </a:lnTo>
                  <a:lnTo>
                    <a:pt x="1051" y="10"/>
                  </a:lnTo>
                  <a:lnTo>
                    <a:pt x="1049" y="10"/>
                  </a:lnTo>
                  <a:lnTo>
                    <a:pt x="1048" y="12"/>
                  </a:lnTo>
                  <a:lnTo>
                    <a:pt x="1048" y="12"/>
                  </a:lnTo>
                  <a:lnTo>
                    <a:pt x="1048" y="14"/>
                  </a:lnTo>
                  <a:lnTo>
                    <a:pt x="1048" y="14"/>
                  </a:lnTo>
                  <a:lnTo>
                    <a:pt x="1048" y="14"/>
                  </a:lnTo>
                  <a:lnTo>
                    <a:pt x="1046" y="14"/>
                  </a:lnTo>
                  <a:lnTo>
                    <a:pt x="1044" y="17"/>
                  </a:lnTo>
                  <a:lnTo>
                    <a:pt x="1043" y="19"/>
                  </a:lnTo>
                  <a:lnTo>
                    <a:pt x="1043" y="19"/>
                  </a:lnTo>
                  <a:lnTo>
                    <a:pt x="1041" y="19"/>
                  </a:lnTo>
                  <a:lnTo>
                    <a:pt x="1041" y="19"/>
                  </a:lnTo>
                  <a:lnTo>
                    <a:pt x="1039" y="17"/>
                  </a:lnTo>
                  <a:lnTo>
                    <a:pt x="1039" y="17"/>
                  </a:lnTo>
                  <a:lnTo>
                    <a:pt x="1039" y="17"/>
                  </a:lnTo>
                  <a:lnTo>
                    <a:pt x="1034" y="17"/>
                  </a:lnTo>
                  <a:lnTo>
                    <a:pt x="1034" y="17"/>
                  </a:lnTo>
                  <a:lnTo>
                    <a:pt x="1032" y="17"/>
                  </a:lnTo>
                  <a:lnTo>
                    <a:pt x="1027" y="17"/>
                  </a:lnTo>
                  <a:lnTo>
                    <a:pt x="1027" y="17"/>
                  </a:lnTo>
                  <a:lnTo>
                    <a:pt x="1026" y="15"/>
                  </a:lnTo>
                  <a:lnTo>
                    <a:pt x="1024" y="15"/>
                  </a:lnTo>
                  <a:lnTo>
                    <a:pt x="1021" y="15"/>
                  </a:lnTo>
                  <a:lnTo>
                    <a:pt x="1021" y="15"/>
                  </a:lnTo>
                  <a:lnTo>
                    <a:pt x="1021" y="15"/>
                  </a:lnTo>
                  <a:lnTo>
                    <a:pt x="1019" y="17"/>
                  </a:lnTo>
                  <a:lnTo>
                    <a:pt x="1019" y="17"/>
                  </a:lnTo>
                  <a:lnTo>
                    <a:pt x="1017" y="17"/>
                  </a:lnTo>
                  <a:lnTo>
                    <a:pt x="1015" y="19"/>
                  </a:lnTo>
                  <a:lnTo>
                    <a:pt x="1014" y="19"/>
                  </a:lnTo>
                  <a:lnTo>
                    <a:pt x="1012" y="19"/>
                  </a:lnTo>
                  <a:lnTo>
                    <a:pt x="1012" y="19"/>
                  </a:lnTo>
                  <a:lnTo>
                    <a:pt x="1012" y="19"/>
                  </a:lnTo>
                  <a:lnTo>
                    <a:pt x="1004" y="15"/>
                  </a:lnTo>
                  <a:lnTo>
                    <a:pt x="1002" y="15"/>
                  </a:lnTo>
                  <a:lnTo>
                    <a:pt x="1000" y="14"/>
                  </a:lnTo>
                  <a:lnTo>
                    <a:pt x="1000" y="14"/>
                  </a:lnTo>
                  <a:lnTo>
                    <a:pt x="1000" y="14"/>
                  </a:lnTo>
                  <a:lnTo>
                    <a:pt x="998" y="14"/>
                  </a:lnTo>
                  <a:lnTo>
                    <a:pt x="998" y="14"/>
                  </a:lnTo>
                  <a:lnTo>
                    <a:pt x="998" y="14"/>
                  </a:lnTo>
                  <a:lnTo>
                    <a:pt x="998" y="15"/>
                  </a:lnTo>
                  <a:lnTo>
                    <a:pt x="998" y="15"/>
                  </a:lnTo>
                  <a:lnTo>
                    <a:pt x="998" y="15"/>
                  </a:lnTo>
                  <a:lnTo>
                    <a:pt x="997" y="17"/>
                  </a:lnTo>
                  <a:lnTo>
                    <a:pt x="997" y="17"/>
                  </a:lnTo>
                  <a:lnTo>
                    <a:pt x="995" y="17"/>
                  </a:lnTo>
                  <a:lnTo>
                    <a:pt x="995" y="15"/>
                  </a:lnTo>
                  <a:lnTo>
                    <a:pt x="993" y="15"/>
                  </a:lnTo>
                  <a:lnTo>
                    <a:pt x="993" y="15"/>
                  </a:lnTo>
                  <a:lnTo>
                    <a:pt x="993" y="15"/>
                  </a:lnTo>
                  <a:lnTo>
                    <a:pt x="993" y="15"/>
                  </a:lnTo>
                  <a:lnTo>
                    <a:pt x="993" y="14"/>
                  </a:lnTo>
                  <a:lnTo>
                    <a:pt x="993" y="14"/>
                  </a:lnTo>
                  <a:lnTo>
                    <a:pt x="993" y="12"/>
                  </a:lnTo>
                  <a:lnTo>
                    <a:pt x="992" y="12"/>
                  </a:lnTo>
                  <a:lnTo>
                    <a:pt x="990" y="10"/>
                  </a:lnTo>
                  <a:lnTo>
                    <a:pt x="990" y="10"/>
                  </a:lnTo>
                  <a:lnTo>
                    <a:pt x="990" y="10"/>
                  </a:lnTo>
                  <a:lnTo>
                    <a:pt x="988" y="10"/>
                  </a:lnTo>
                  <a:lnTo>
                    <a:pt x="988" y="10"/>
                  </a:lnTo>
                  <a:lnTo>
                    <a:pt x="985" y="14"/>
                  </a:lnTo>
                  <a:lnTo>
                    <a:pt x="985" y="14"/>
                  </a:lnTo>
                  <a:lnTo>
                    <a:pt x="983" y="14"/>
                  </a:lnTo>
                  <a:lnTo>
                    <a:pt x="983" y="17"/>
                  </a:lnTo>
                  <a:lnTo>
                    <a:pt x="982" y="17"/>
                  </a:lnTo>
                  <a:lnTo>
                    <a:pt x="982" y="19"/>
                  </a:lnTo>
                  <a:lnTo>
                    <a:pt x="982" y="19"/>
                  </a:lnTo>
                  <a:lnTo>
                    <a:pt x="980" y="19"/>
                  </a:lnTo>
                  <a:lnTo>
                    <a:pt x="978" y="20"/>
                  </a:lnTo>
                  <a:lnTo>
                    <a:pt x="973" y="20"/>
                  </a:lnTo>
                  <a:lnTo>
                    <a:pt x="973" y="20"/>
                  </a:lnTo>
                  <a:lnTo>
                    <a:pt x="971" y="20"/>
                  </a:lnTo>
                  <a:lnTo>
                    <a:pt x="970" y="22"/>
                  </a:lnTo>
                  <a:lnTo>
                    <a:pt x="968" y="24"/>
                  </a:lnTo>
                  <a:lnTo>
                    <a:pt x="968" y="25"/>
                  </a:lnTo>
                  <a:lnTo>
                    <a:pt x="966" y="25"/>
                  </a:lnTo>
                  <a:lnTo>
                    <a:pt x="966" y="25"/>
                  </a:lnTo>
                  <a:lnTo>
                    <a:pt x="966" y="25"/>
                  </a:lnTo>
                  <a:lnTo>
                    <a:pt x="963" y="25"/>
                  </a:lnTo>
                  <a:lnTo>
                    <a:pt x="961" y="25"/>
                  </a:lnTo>
                  <a:lnTo>
                    <a:pt x="961" y="25"/>
                  </a:lnTo>
                  <a:lnTo>
                    <a:pt x="951" y="30"/>
                  </a:lnTo>
                  <a:lnTo>
                    <a:pt x="951" y="30"/>
                  </a:lnTo>
                  <a:lnTo>
                    <a:pt x="949" y="32"/>
                  </a:lnTo>
                  <a:lnTo>
                    <a:pt x="948" y="32"/>
                  </a:lnTo>
                  <a:lnTo>
                    <a:pt x="948" y="34"/>
                  </a:lnTo>
                  <a:lnTo>
                    <a:pt x="946" y="34"/>
                  </a:lnTo>
                  <a:lnTo>
                    <a:pt x="946" y="34"/>
                  </a:lnTo>
                  <a:lnTo>
                    <a:pt x="944" y="34"/>
                  </a:lnTo>
                  <a:lnTo>
                    <a:pt x="944" y="34"/>
                  </a:lnTo>
                  <a:lnTo>
                    <a:pt x="944" y="34"/>
                  </a:lnTo>
                  <a:lnTo>
                    <a:pt x="944" y="34"/>
                  </a:lnTo>
                  <a:lnTo>
                    <a:pt x="944" y="36"/>
                  </a:lnTo>
                  <a:lnTo>
                    <a:pt x="942" y="36"/>
                  </a:lnTo>
                  <a:lnTo>
                    <a:pt x="946" y="39"/>
                  </a:lnTo>
                  <a:lnTo>
                    <a:pt x="946" y="39"/>
                  </a:lnTo>
                  <a:lnTo>
                    <a:pt x="946" y="41"/>
                  </a:lnTo>
                  <a:lnTo>
                    <a:pt x="948" y="42"/>
                  </a:lnTo>
                  <a:lnTo>
                    <a:pt x="948" y="42"/>
                  </a:lnTo>
                  <a:lnTo>
                    <a:pt x="948" y="42"/>
                  </a:lnTo>
                  <a:lnTo>
                    <a:pt x="949" y="44"/>
                  </a:lnTo>
                  <a:lnTo>
                    <a:pt x="953" y="47"/>
                  </a:lnTo>
                  <a:lnTo>
                    <a:pt x="953" y="47"/>
                  </a:lnTo>
                  <a:lnTo>
                    <a:pt x="953" y="47"/>
                  </a:lnTo>
                  <a:lnTo>
                    <a:pt x="953" y="49"/>
                  </a:lnTo>
                  <a:lnTo>
                    <a:pt x="953" y="49"/>
                  </a:lnTo>
                  <a:lnTo>
                    <a:pt x="951" y="51"/>
                  </a:lnTo>
                  <a:lnTo>
                    <a:pt x="951" y="51"/>
                  </a:lnTo>
                  <a:lnTo>
                    <a:pt x="951" y="51"/>
                  </a:lnTo>
                  <a:lnTo>
                    <a:pt x="951" y="53"/>
                  </a:lnTo>
                  <a:lnTo>
                    <a:pt x="951" y="54"/>
                  </a:lnTo>
                  <a:lnTo>
                    <a:pt x="951" y="56"/>
                  </a:lnTo>
                  <a:lnTo>
                    <a:pt x="951" y="58"/>
                  </a:lnTo>
                  <a:lnTo>
                    <a:pt x="951" y="58"/>
                  </a:lnTo>
                  <a:lnTo>
                    <a:pt x="949" y="61"/>
                  </a:lnTo>
                  <a:lnTo>
                    <a:pt x="949" y="61"/>
                  </a:lnTo>
                  <a:lnTo>
                    <a:pt x="949" y="63"/>
                  </a:lnTo>
                  <a:lnTo>
                    <a:pt x="949" y="64"/>
                  </a:lnTo>
                  <a:lnTo>
                    <a:pt x="949" y="64"/>
                  </a:lnTo>
                  <a:lnTo>
                    <a:pt x="948" y="64"/>
                  </a:lnTo>
                  <a:lnTo>
                    <a:pt x="948" y="64"/>
                  </a:lnTo>
                  <a:lnTo>
                    <a:pt x="948" y="66"/>
                  </a:lnTo>
                  <a:lnTo>
                    <a:pt x="948" y="66"/>
                  </a:lnTo>
                  <a:lnTo>
                    <a:pt x="948" y="66"/>
                  </a:lnTo>
                  <a:lnTo>
                    <a:pt x="946" y="66"/>
                  </a:lnTo>
                  <a:lnTo>
                    <a:pt x="946" y="66"/>
                  </a:lnTo>
                  <a:lnTo>
                    <a:pt x="944" y="66"/>
                  </a:lnTo>
                  <a:lnTo>
                    <a:pt x="944" y="66"/>
                  </a:lnTo>
                  <a:lnTo>
                    <a:pt x="941" y="68"/>
                  </a:lnTo>
                  <a:lnTo>
                    <a:pt x="941" y="68"/>
                  </a:lnTo>
                  <a:lnTo>
                    <a:pt x="941" y="68"/>
                  </a:lnTo>
                  <a:lnTo>
                    <a:pt x="941" y="68"/>
                  </a:lnTo>
                  <a:lnTo>
                    <a:pt x="937" y="66"/>
                  </a:lnTo>
                  <a:lnTo>
                    <a:pt x="936" y="66"/>
                  </a:lnTo>
                  <a:lnTo>
                    <a:pt x="936" y="66"/>
                  </a:lnTo>
                  <a:lnTo>
                    <a:pt x="936" y="66"/>
                  </a:lnTo>
                  <a:lnTo>
                    <a:pt x="934" y="66"/>
                  </a:lnTo>
                  <a:lnTo>
                    <a:pt x="934" y="66"/>
                  </a:lnTo>
                  <a:lnTo>
                    <a:pt x="934" y="68"/>
                  </a:lnTo>
                  <a:lnTo>
                    <a:pt x="934" y="68"/>
                  </a:lnTo>
                  <a:lnTo>
                    <a:pt x="932" y="71"/>
                  </a:lnTo>
                  <a:lnTo>
                    <a:pt x="932" y="71"/>
                  </a:lnTo>
                  <a:lnTo>
                    <a:pt x="932" y="71"/>
                  </a:lnTo>
                  <a:lnTo>
                    <a:pt x="931" y="71"/>
                  </a:lnTo>
                  <a:lnTo>
                    <a:pt x="931" y="71"/>
                  </a:lnTo>
                  <a:lnTo>
                    <a:pt x="931" y="71"/>
                  </a:lnTo>
                  <a:lnTo>
                    <a:pt x="931" y="70"/>
                  </a:lnTo>
                  <a:lnTo>
                    <a:pt x="929" y="70"/>
                  </a:lnTo>
                  <a:lnTo>
                    <a:pt x="929" y="70"/>
                  </a:lnTo>
                  <a:lnTo>
                    <a:pt x="927" y="70"/>
                  </a:lnTo>
                  <a:lnTo>
                    <a:pt x="927" y="70"/>
                  </a:lnTo>
                  <a:lnTo>
                    <a:pt x="927" y="70"/>
                  </a:lnTo>
                  <a:lnTo>
                    <a:pt x="927" y="70"/>
                  </a:lnTo>
                  <a:lnTo>
                    <a:pt x="924" y="64"/>
                  </a:lnTo>
                  <a:lnTo>
                    <a:pt x="924" y="64"/>
                  </a:lnTo>
                  <a:lnTo>
                    <a:pt x="922" y="64"/>
                  </a:lnTo>
                  <a:lnTo>
                    <a:pt x="922" y="64"/>
                  </a:lnTo>
                  <a:lnTo>
                    <a:pt x="920" y="64"/>
                  </a:lnTo>
                  <a:lnTo>
                    <a:pt x="919" y="66"/>
                  </a:lnTo>
                  <a:lnTo>
                    <a:pt x="917" y="68"/>
                  </a:lnTo>
                  <a:lnTo>
                    <a:pt x="917" y="68"/>
                  </a:lnTo>
                  <a:lnTo>
                    <a:pt x="915" y="68"/>
                  </a:lnTo>
                  <a:lnTo>
                    <a:pt x="915" y="68"/>
                  </a:lnTo>
                  <a:lnTo>
                    <a:pt x="914" y="68"/>
                  </a:lnTo>
                  <a:lnTo>
                    <a:pt x="914" y="68"/>
                  </a:lnTo>
                  <a:lnTo>
                    <a:pt x="912" y="70"/>
                  </a:lnTo>
                  <a:lnTo>
                    <a:pt x="912" y="70"/>
                  </a:lnTo>
                  <a:lnTo>
                    <a:pt x="910" y="70"/>
                  </a:lnTo>
                  <a:lnTo>
                    <a:pt x="910" y="70"/>
                  </a:lnTo>
                  <a:lnTo>
                    <a:pt x="909" y="70"/>
                  </a:lnTo>
                  <a:lnTo>
                    <a:pt x="909" y="70"/>
                  </a:lnTo>
                  <a:lnTo>
                    <a:pt x="909" y="70"/>
                  </a:lnTo>
                  <a:lnTo>
                    <a:pt x="909" y="71"/>
                  </a:lnTo>
                  <a:lnTo>
                    <a:pt x="907" y="75"/>
                  </a:lnTo>
                  <a:lnTo>
                    <a:pt x="905" y="76"/>
                  </a:lnTo>
                  <a:lnTo>
                    <a:pt x="905" y="78"/>
                  </a:lnTo>
                  <a:lnTo>
                    <a:pt x="905" y="80"/>
                  </a:lnTo>
                  <a:lnTo>
                    <a:pt x="905" y="80"/>
                  </a:lnTo>
                  <a:lnTo>
                    <a:pt x="903" y="81"/>
                  </a:lnTo>
                  <a:lnTo>
                    <a:pt x="902" y="81"/>
                  </a:lnTo>
                  <a:lnTo>
                    <a:pt x="902" y="83"/>
                  </a:lnTo>
                  <a:lnTo>
                    <a:pt x="900" y="85"/>
                  </a:lnTo>
                  <a:lnTo>
                    <a:pt x="900" y="85"/>
                  </a:lnTo>
                  <a:lnTo>
                    <a:pt x="898" y="85"/>
                  </a:lnTo>
                  <a:lnTo>
                    <a:pt x="898" y="87"/>
                  </a:lnTo>
                  <a:lnTo>
                    <a:pt x="897" y="87"/>
                  </a:lnTo>
                  <a:lnTo>
                    <a:pt x="897" y="87"/>
                  </a:lnTo>
                  <a:lnTo>
                    <a:pt x="895" y="88"/>
                  </a:lnTo>
                  <a:lnTo>
                    <a:pt x="893" y="88"/>
                  </a:lnTo>
                  <a:lnTo>
                    <a:pt x="893" y="88"/>
                  </a:lnTo>
                  <a:lnTo>
                    <a:pt x="892" y="88"/>
                  </a:lnTo>
                  <a:lnTo>
                    <a:pt x="890" y="87"/>
                  </a:lnTo>
                  <a:lnTo>
                    <a:pt x="890" y="87"/>
                  </a:lnTo>
                  <a:lnTo>
                    <a:pt x="890" y="85"/>
                  </a:lnTo>
                  <a:lnTo>
                    <a:pt x="890" y="83"/>
                  </a:lnTo>
                  <a:lnTo>
                    <a:pt x="888" y="83"/>
                  </a:lnTo>
                  <a:lnTo>
                    <a:pt x="888" y="83"/>
                  </a:lnTo>
                  <a:lnTo>
                    <a:pt x="888" y="80"/>
                  </a:lnTo>
                  <a:lnTo>
                    <a:pt x="888" y="76"/>
                  </a:lnTo>
                  <a:lnTo>
                    <a:pt x="886" y="76"/>
                  </a:lnTo>
                  <a:lnTo>
                    <a:pt x="886" y="75"/>
                  </a:lnTo>
                  <a:lnTo>
                    <a:pt x="886" y="75"/>
                  </a:lnTo>
                  <a:lnTo>
                    <a:pt x="888" y="75"/>
                  </a:lnTo>
                  <a:lnTo>
                    <a:pt x="886" y="73"/>
                  </a:lnTo>
                  <a:lnTo>
                    <a:pt x="885" y="68"/>
                  </a:lnTo>
                  <a:lnTo>
                    <a:pt x="880" y="64"/>
                  </a:lnTo>
                  <a:lnTo>
                    <a:pt x="876" y="61"/>
                  </a:lnTo>
                  <a:lnTo>
                    <a:pt x="875" y="61"/>
                  </a:lnTo>
                  <a:lnTo>
                    <a:pt x="873" y="61"/>
                  </a:lnTo>
                  <a:lnTo>
                    <a:pt x="869" y="59"/>
                  </a:lnTo>
                  <a:lnTo>
                    <a:pt x="868" y="59"/>
                  </a:lnTo>
                  <a:lnTo>
                    <a:pt x="866" y="59"/>
                  </a:lnTo>
                  <a:lnTo>
                    <a:pt x="866" y="58"/>
                  </a:lnTo>
                  <a:lnTo>
                    <a:pt x="866" y="56"/>
                  </a:lnTo>
                  <a:lnTo>
                    <a:pt x="866" y="53"/>
                  </a:lnTo>
                  <a:lnTo>
                    <a:pt x="864" y="51"/>
                  </a:lnTo>
                  <a:lnTo>
                    <a:pt x="863" y="51"/>
                  </a:lnTo>
                  <a:lnTo>
                    <a:pt x="861" y="51"/>
                  </a:lnTo>
                  <a:lnTo>
                    <a:pt x="859" y="51"/>
                  </a:lnTo>
                  <a:lnTo>
                    <a:pt x="858" y="49"/>
                  </a:lnTo>
                  <a:lnTo>
                    <a:pt x="856" y="47"/>
                  </a:lnTo>
                  <a:lnTo>
                    <a:pt x="856" y="47"/>
                  </a:lnTo>
                  <a:lnTo>
                    <a:pt x="851" y="46"/>
                  </a:lnTo>
                  <a:lnTo>
                    <a:pt x="849" y="46"/>
                  </a:lnTo>
                  <a:lnTo>
                    <a:pt x="846" y="44"/>
                  </a:lnTo>
                  <a:lnTo>
                    <a:pt x="842" y="42"/>
                  </a:lnTo>
                  <a:lnTo>
                    <a:pt x="839" y="42"/>
                  </a:lnTo>
                  <a:lnTo>
                    <a:pt x="832" y="44"/>
                  </a:lnTo>
                  <a:lnTo>
                    <a:pt x="829" y="44"/>
                  </a:lnTo>
                  <a:lnTo>
                    <a:pt x="817" y="44"/>
                  </a:lnTo>
                  <a:lnTo>
                    <a:pt x="813" y="44"/>
                  </a:lnTo>
                  <a:lnTo>
                    <a:pt x="810" y="42"/>
                  </a:lnTo>
                  <a:lnTo>
                    <a:pt x="805" y="37"/>
                  </a:lnTo>
                  <a:lnTo>
                    <a:pt x="803" y="34"/>
                  </a:lnTo>
                  <a:lnTo>
                    <a:pt x="800" y="34"/>
                  </a:lnTo>
                  <a:lnTo>
                    <a:pt x="798" y="34"/>
                  </a:lnTo>
                  <a:lnTo>
                    <a:pt x="796" y="36"/>
                  </a:lnTo>
                  <a:lnTo>
                    <a:pt x="795" y="36"/>
                  </a:lnTo>
                  <a:lnTo>
                    <a:pt x="790" y="36"/>
                  </a:lnTo>
                  <a:lnTo>
                    <a:pt x="788" y="36"/>
                  </a:lnTo>
                  <a:lnTo>
                    <a:pt x="783" y="37"/>
                  </a:lnTo>
                  <a:lnTo>
                    <a:pt x="779" y="37"/>
                  </a:lnTo>
                  <a:lnTo>
                    <a:pt x="776" y="39"/>
                  </a:lnTo>
                  <a:lnTo>
                    <a:pt x="774" y="39"/>
                  </a:lnTo>
                  <a:lnTo>
                    <a:pt x="773" y="39"/>
                  </a:lnTo>
                  <a:lnTo>
                    <a:pt x="771" y="39"/>
                  </a:lnTo>
                  <a:lnTo>
                    <a:pt x="766" y="41"/>
                  </a:lnTo>
                  <a:lnTo>
                    <a:pt x="764" y="39"/>
                  </a:lnTo>
                  <a:lnTo>
                    <a:pt x="754" y="41"/>
                  </a:lnTo>
                  <a:lnTo>
                    <a:pt x="752" y="41"/>
                  </a:lnTo>
                  <a:lnTo>
                    <a:pt x="751" y="41"/>
                  </a:lnTo>
                  <a:lnTo>
                    <a:pt x="749" y="42"/>
                  </a:lnTo>
                  <a:lnTo>
                    <a:pt x="747" y="41"/>
                  </a:lnTo>
                  <a:lnTo>
                    <a:pt x="747" y="41"/>
                  </a:lnTo>
                  <a:lnTo>
                    <a:pt x="744" y="41"/>
                  </a:lnTo>
                  <a:lnTo>
                    <a:pt x="742" y="41"/>
                  </a:lnTo>
                  <a:lnTo>
                    <a:pt x="742" y="39"/>
                  </a:lnTo>
                  <a:lnTo>
                    <a:pt x="740" y="37"/>
                  </a:lnTo>
                  <a:lnTo>
                    <a:pt x="740" y="37"/>
                  </a:lnTo>
                  <a:lnTo>
                    <a:pt x="739" y="37"/>
                  </a:lnTo>
                  <a:lnTo>
                    <a:pt x="730" y="37"/>
                  </a:lnTo>
                  <a:lnTo>
                    <a:pt x="729" y="39"/>
                  </a:lnTo>
                  <a:lnTo>
                    <a:pt x="725" y="44"/>
                  </a:lnTo>
                  <a:lnTo>
                    <a:pt x="725" y="46"/>
                  </a:lnTo>
                  <a:lnTo>
                    <a:pt x="723" y="47"/>
                  </a:lnTo>
                  <a:lnTo>
                    <a:pt x="722" y="47"/>
                  </a:lnTo>
                  <a:lnTo>
                    <a:pt x="712" y="51"/>
                  </a:lnTo>
                  <a:lnTo>
                    <a:pt x="712" y="51"/>
                  </a:lnTo>
                  <a:lnTo>
                    <a:pt x="712" y="53"/>
                  </a:lnTo>
                  <a:lnTo>
                    <a:pt x="710" y="53"/>
                  </a:lnTo>
                  <a:lnTo>
                    <a:pt x="708" y="54"/>
                  </a:lnTo>
                  <a:lnTo>
                    <a:pt x="706" y="54"/>
                  </a:lnTo>
                  <a:lnTo>
                    <a:pt x="706" y="56"/>
                  </a:lnTo>
                  <a:lnTo>
                    <a:pt x="706" y="56"/>
                  </a:lnTo>
                  <a:lnTo>
                    <a:pt x="705" y="58"/>
                  </a:lnTo>
                  <a:lnTo>
                    <a:pt x="703" y="58"/>
                  </a:lnTo>
                  <a:lnTo>
                    <a:pt x="701" y="59"/>
                  </a:lnTo>
                  <a:lnTo>
                    <a:pt x="700" y="59"/>
                  </a:lnTo>
                  <a:lnTo>
                    <a:pt x="698" y="59"/>
                  </a:lnTo>
                  <a:lnTo>
                    <a:pt x="696" y="61"/>
                  </a:lnTo>
                  <a:lnTo>
                    <a:pt x="696" y="63"/>
                  </a:lnTo>
                  <a:lnTo>
                    <a:pt x="695" y="66"/>
                  </a:lnTo>
                  <a:lnTo>
                    <a:pt x="695" y="68"/>
                  </a:lnTo>
                  <a:lnTo>
                    <a:pt x="693" y="70"/>
                  </a:lnTo>
                  <a:lnTo>
                    <a:pt x="691" y="71"/>
                  </a:lnTo>
                  <a:lnTo>
                    <a:pt x="688" y="71"/>
                  </a:lnTo>
                  <a:lnTo>
                    <a:pt x="686" y="75"/>
                  </a:lnTo>
                  <a:lnTo>
                    <a:pt x="686" y="75"/>
                  </a:lnTo>
                  <a:lnTo>
                    <a:pt x="0" y="75"/>
                  </a:lnTo>
                  <a:lnTo>
                    <a:pt x="0" y="506"/>
                  </a:lnTo>
                  <a:lnTo>
                    <a:pt x="2" y="509"/>
                  </a:lnTo>
                  <a:lnTo>
                    <a:pt x="3" y="509"/>
                  </a:lnTo>
                  <a:lnTo>
                    <a:pt x="12" y="509"/>
                  </a:lnTo>
                  <a:lnTo>
                    <a:pt x="14" y="511"/>
                  </a:lnTo>
                  <a:lnTo>
                    <a:pt x="14" y="511"/>
                  </a:lnTo>
                  <a:lnTo>
                    <a:pt x="15" y="511"/>
                  </a:lnTo>
                  <a:lnTo>
                    <a:pt x="15" y="513"/>
                  </a:lnTo>
                  <a:lnTo>
                    <a:pt x="17" y="513"/>
                  </a:lnTo>
                  <a:lnTo>
                    <a:pt x="19" y="513"/>
                  </a:lnTo>
                  <a:lnTo>
                    <a:pt x="19" y="511"/>
                  </a:lnTo>
                  <a:lnTo>
                    <a:pt x="20" y="511"/>
                  </a:lnTo>
                  <a:lnTo>
                    <a:pt x="20" y="511"/>
                  </a:lnTo>
                  <a:lnTo>
                    <a:pt x="22" y="511"/>
                  </a:lnTo>
                  <a:lnTo>
                    <a:pt x="22" y="511"/>
                  </a:lnTo>
                  <a:lnTo>
                    <a:pt x="22" y="513"/>
                  </a:lnTo>
                  <a:lnTo>
                    <a:pt x="24" y="513"/>
                  </a:lnTo>
                  <a:lnTo>
                    <a:pt x="24" y="513"/>
                  </a:lnTo>
                  <a:lnTo>
                    <a:pt x="26" y="514"/>
                  </a:lnTo>
                  <a:lnTo>
                    <a:pt x="26" y="514"/>
                  </a:lnTo>
                  <a:lnTo>
                    <a:pt x="27" y="516"/>
                  </a:lnTo>
                  <a:lnTo>
                    <a:pt x="27" y="516"/>
                  </a:lnTo>
                  <a:lnTo>
                    <a:pt x="29" y="516"/>
                  </a:lnTo>
                  <a:lnTo>
                    <a:pt x="31" y="516"/>
                  </a:lnTo>
                  <a:lnTo>
                    <a:pt x="34" y="516"/>
                  </a:lnTo>
                  <a:lnTo>
                    <a:pt x="34" y="516"/>
                  </a:lnTo>
                  <a:lnTo>
                    <a:pt x="36" y="518"/>
                  </a:lnTo>
                  <a:lnTo>
                    <a:pt x="37" y="518"/>
                  </a:lnTo>
                  <a:lnTo>
                    <a:pt x="39" y="520"/>
                  </a:lnTo>
                  <a:lnTo>
                    <a:pt x="44" y="520"/>
                  </a:lnTo>
                  <a:lnTo>
                    <a:pt x="44" y="520"/>
                  </a:lnTo>
                  <a:lnTo>
                    <a:pt x="44" y="521"/>
                  </a:lnTo>
                  <a:lnTo>
                    <a:pt x="46" y="523"/>
                  </a:lnTo>
                  <a:lnTo>
                    <a:pt x="46" y="523"/>
                  </a:lnTo>
                  <a:lnTo>
                    <a:pt x="46" y="523"/>
                  </a:lnTo>
                  <a:lnTo>
                    <a:pt x="49" y="523"/>
                  </a:lnTo>
                  <a:lnTo>
                    <a:pt x="49" y="521"/>
                  </a:lnTo>
                  <a:lnTo>
                    <a:pt x="51" y="520"/>
                  </a:lnTo>
                  <a:lnTo>
                    <a:pt x="54" y="518"/>
                  </a:lnTo>
                  <a:lnTo>
                    <a:pt x="56" y="516"/>
                  </a:lnTo>
                  <a:lnTo>
                    <a:pt x="61" y="514"/>
                  </a:lnTo>
                  <a:lnTo>
                    <a:pt x="65" y="513"/>
                  </a:lnTo>
                  <a:lnTo>
                    <a:pt x="66" y="514"/>
                  </a:lnTo>
                  <a:lnTo>
                    <a:pt x="70" y="516"/>
                  </a:lnTo>
                  <a:lnTo>
                    <a:pt x="71" y="516"/>
                  </a:lnTo>
                  <a:lnTo>
                    <a:pt x="76" y="516"/>
                  </a:lnTo>
                  <a:lnTo>
                    <a:pt x="78" y="516"/>
                  </a:lnTo>
                  <a:lnTo>
                    <a:pt x="80" y="514"/>
                  </a:lnTo>
                  <a:lnTo>
                    <a:pt x="80" y="514"/>
                  </a:lnTo>
                  <a:lnTo>
                    <a:pt x="82" y="514"/>
                  </a:lnTo>
                  <a:lnTo>
                    <a:pt x="82" y="514"/>
                  </a:lnTo>
                  <a:lnTo>
                    <a:pt x="83" y="514"/>
                  </a:lnTo>
                  <a:lnTo>
                    <a:pt x="88" y="514"/>
                  </a:lnTo>
                  <a:lnTo>
                    <a:pt x="90" y="514"/>
                  </a:lnTo>
                  <a:lnTo>
                    <a:pt x="92" y="516"/>
                  </a:lnTo>
                  <a:lnTo>
                    <a:pt x="93" y="520"/>
                  </a:lnTo>
                  <a:lnTo>
                    <a:pt x="95" y="520"/>
                  </a:lnTo>
                  <a:lnTo>
                    <a:pt x="97" y="518"/>
                  </a:lnTo>
                  <a:lnTo>
                    <a:pt x="97" y="518"/>
                  </a:lnTo>
                  <a:lnTo>
                    <a:pt x="99" y="518"/>
                  </a:lnTo>
                  <a:lnTo>
                    <a:pt x="100" y="518"/>
                  </a:lnTo>
                  <a:lnTo>
                    <a:pt x="100" y="520"/>
                  </a:lnTo>
                  <a:lnTo>
                    <a:pt x="102" y="521"/>
                  </a:lnTo>
                  <a:lnTo>
                    <a:pt x="104" y="521"/>
                  </a:lnTo>
                  <a:lnTo>
                    <a:pt x="105" y="521"/>
                  </a:lnTo>
                  <a:lnTo>
                    <a:pt x="105" y="521"/>
                  </a:lnTo>
                  <a:lnTo>
                    <a:pt x="107" y="521"/>
                  </a:lnTo>
                  <a:lnTo>
                    <a:pt x="107" y="523"/>
                  </a:lnTo>
                  <a:lnTo>
                    <a:pt x="107" y="525"/>
                  </a:lnTo>
                  <a:lnTo>
                    <a:pt x="107" y="528"/>
                  </a:lnTo>
                  <a:lnTo>
                    <a:pt x="109" y="528"/>
                  </a:lnTo>
                  <a:lnTo>
                    <a:pt x="109" y="528"/>
                  </a:lnTo>
                  <a:lnTo>
                    <a:pt x="109" y="528"/>
                  </a:lnTo>
                  <a:lnTo>
                    <a:pt x="110" y="530"/>
                  </a:lnTo>
                  <a:lnTo>
                    <a:pt x="112" y="531"/>
                  </a:lnTo>
                  <a:lnTo>
                    <a:pt x="114" y="533"/>
                  </a:lnTo>
                  <a:lnTo>
                    <a:pt x="116" y="533"/>
                  </a:lnTo>
                  <a:lnTo>
                    <a:pt x="117" y="533"/>
                  </a:lnTo>
                  <a:lnTo>
                    <a:pt x="119" y="533"/>
                  </a:lnTo>
                  <a:lnTo>
                    <a:pt x="121" y="533"/>
                  </a:lnTo>
                  <a:lnTo>
                    <a:pt x="121" y="535"/>
                  </a:lnTo>
                  <a:lnTo>
                    <a:pt x="121" y="537"/>
                  </a:lnTo>
                  <a:lnTo>
                    <a:pt x="119" y="540"/>
                  </a:lnTo>
                  <a:lnTo>
                    <a:pt x="117" y="542"/>
                  </a:lnTo>
                  <a:lnTo>
                    <a:pt x="117" y="543"/>
                  </a:lnTo>
                  <a:lnTo>
                    <a:pt x="119" y="550"/>
                  </a:lnTo>
                  <a:lnTo>
                    <a:pt x="119" y="552"/>
                  </a:lnTo>
                  <a:lnTo>
                    <a:pt x="126" y="555"/>
                  </a:lnTo>
                  <a:lnTo>
                    <a:pt x="126" y="557"/>
                  </a:lnTo>
                  <a:lnTo>
                    <a:pt x="126" y="557"/>
                  </a:lnTo>
                  <a:lnTo>
                    <a:pt x="126" y="557"/>
                  </a:lnTo>
                  <a:lnTo>
                    <a:pt x="126" y="559"/>
                  </a:lnTo>
                  <a:lnTo>
                    <a:pt x="126" y="559"/>
                  </a:lnTo>
                  <a:lnTo>
                    <a:pt x="126" y="560"/>
                  </a:lnTo>
                  <a:lnTo>
                    <a:pt x="129" y="562"/>
                  </a:lnTo>
                  <a:lnTo>
                    <a:pt x="131" y="567"/>
                  </a:lnTo>
                  <a:lnTo>
                    <a:pt x="131" y="567"/>
                  </a:lnTo>
                  <a:lnTo>
                    <a:pt x="131" y="569"/>
                  </a:lnTo>
                  <a:lnTo>
                    <a:pt x="131" y="570"/>
                  </a:lnTo>
                  <a:lnTo>
                    <a:pt x="133" y="570"/>
                  </a:lnTo>
                  <a:lnTo>
                    <a:pt x="133" y="570"/>
                  </a:lnTo>
                  <a:lnTo>
                    <a:pt x="134" y="570"/>
                  </a:lnTo>
                  <a:lnTo>
                    <a:pt x="136" y="572"/>
                  </a:lnTo>
                  <a:lnTo>
                    <a:pt x="138" y="572"/>
                  </a:lnTo>
                  <a:lnTo>
                    <a:pt x="138" y="572"/>
                  </a:lnTo>
                  <a:lnTo>
                    <a:pt x="139" y="572"/>
                  </a:lnTo>
                  <a:lnTo>
                    <a:pt x="141" y="572"/>
                  </a:lnTo>
                  <a:lnTo>
                    <a:pt x="141" y="572"/>
                  </a:lnTo>
                  <a:lnTo>
                    <a:pt x="141" y="570"/>
                  </a:lnTo>
                  <a:lnTo>
                    <a:pt x="139" y="569"/>
                  </a:lnTo>
                  <a:lnTo>
                    <a:pt x="139" y="567"/>
                  </a:lnTo>
                  <a:lnTo>
                    <a:pt x="141" y="567"/>
                  </a:lnTo>
                  <a:lnTo>
                    <a:pt x="143" y="567"/>
                  </a:lnTo>
                  <a:lnTo>
                    <a:pt x="144" y="567"/>
                  </a:lnTo>
                  <a:lnTo>
                    <a:pt x="144" y="567"/>
                  </a:lnTo>
                  <a:lnTo>
                    <a:pt x="146" y="567"/>
                  </a:lnTo>
                  <a:lnTo>
                    <a:pt x="146" y="565"/>
                  </a:lnTo>
                  <a:lnTo>
                    <a:pt x="146" y="565"/>
                  </a:lnTo>
                  <a:lnTo>
                    <a:pt x="146" y="565"/>
                  </a:lnTo>
                  <a:lnTo>
                    <a:pt x="146" y="564"/>
                  </a:lnTo>
                  <a:lnTo>
                    <a:pt x="146" y="564"/>
                  </a:lnTo>
                  <a:lnTo>
                    <a:pt x="146" y="562"/>
                  </a:lnTo>
                  <a:lnTo>
                    <a:pt x="146" y="562"/>
                  </a:lnTo>
                  <a:lnTo>
                    <a:pt x="146" y="562"/>
                  </a:lnTo>
                  <a:lnTo>
                    <a:pt x="148" y="559"/>
                  </a:lnTo>
                  <a:lnTo>
                    <a:pt x="148" y="557"/>
                  </a:lnTo>
                  <a:lnTo>
                    <a:pt x="150" y="555"/>
                  </a:lnTo>
                  <a:lnTo>
                    <a:pt x="151" y="555"/>
                  </a:lnTo>
                  <a:lnTo>
                    <a:pt x="153" y="555"/>
                  </a:lnTo>
                  <a:lnTo>
                    <a:pt x="155" y="555"/>
                  </a:lnTo>
                  <a:lnTo>
                    <a:pt x="155" y="555"/>
                  </a:lnTo>
                  <a:lnTo>
                    <a:pt x="155" y="555"/>
                  </a:lnTo>
                  <a:lnTo>
                    <a:pt x="156" y="557"/>
                  </a:lnTo>
                  <a:lnTo>
                    <a:pt x="158" y="557"/>
                  </a:lnTo>
                  <a:lnTo>
                    <a:pt x="160" y="559"/>
                  </a:lnTo>
                  <a:lnTo>
                    <a:pt x="160" y="559"/>
                  </a:lnTo>
                  <a:lnTo>
                    <a:pt x="160" y="560"/>
                  </a:lnTo>
                  <a:lnTo>
                    <a:pt x="161" y="562"/>
                  </a:lnTo>
                  <a:lnTo>
                    <a:pt x="161" y="562"/>
                  </a:lnTo>
                  <a:lnTo>
                    <a:pt x="161" y="564"/>
                  </a:lnTo>
                  <a:lnTo>
                    <a:pt x="165" y="562"/>
                  </a:lnTo>
                  <a:lnTo>
                    <a:pt x="165" y="562"/>
                  </a:lnTo>
                  <a:lnTo>
                    <a:pt x="165" y="560"/>
                  </a:lnTo>
                  <a:lnTo>
                    <a:pt x="166" y="560"/>
                  </a:lnTo>
                  <a:lnTo>
                    <a:pt x="168" y="564"/>
                  </a:lnTo>
                  <a:lnTo>
                    <a:pt x="170" y="564"/>
                  </a:lnTo>
                  <a:lnTo>
                    <a:pt x="172" y="564"/>
                  </a:lnTo>
                  <a:lnTo>
                    <a:pt x="172" y="562"/>
                  </a:lnTo>
                  <a:lnTo>
                    <a:pt x="173" y="562"/>
                  </a:lnTo>
                  <a:lnTo>
                    <a:pt x="177" y="564"/>
                  </a:lnTo>
                  <a:lnTo>
                    <a:pt x="183" y="565"/>
                  </a:lnTo>
                  <a:lnTo>
                    <a:pt x="185" y="565"/>
                  </a:lnTo>
                  <a:lnTo>
                    <a:pt x="190" y="567"/>
                  </a:lnTo>
                  <a:lnTo>
                    <a:pt x="192" y="569"/>
                  </a:lnTo>
                  <a:lnTo>
                    <a:pt x="194" y="569"/>
                  </a:lnTo>
                  <a:lnTo>
                    <a:pt x="195" y="569"/>
                  </a:lnTo>
                  <a:lnTo>
                    <a:pt x="195" y="570"/>
                  </a:lnTo>
                  <a:lnTo>
                    <a:pt x="195" y="572"/>
                  </a:lnTo>
                  <a:lnTo>
                    <a:pt x="197" y="572"/>
                  </a:lnTo>
                  <a:lnTo>
                    <a:pt x="199" y="572"/>
                  </a:lnTo>
                  <a:lnTo>
                    <a:pt x="200" y="572"/>
                  </a:lnTo>
                  <a:lnTo>
                    <a:pt x="202" y="574"/>
                  </a:lnTo>
                  <a:lnTo>
                    <a:pt x="202" y="574"/>
                  </a:lnTo>
                  <a:lnTo>
                    <a:pt x="202" y="576"/>
                  </a:lnTo>
                  <a:lnTo>
                    <a:pt x="202" y="576"/>
                  </a:lnTo>
                  <a:lnTo>
                    <a:pt x="202" y="577"/>
                  </a:lnTo>
                  <a:lnTo>
                    <a:pt x="202" y="579"/>
                  </a:lnTo>
                  <a:lnTo>
                    <a:pt x="202" y="579"/>
                  </a:lnTo>
                  <a:lnTo>
                    <a:pt x="202" y="581"/>
                  </a:lnTo>
                  <a:lnTo>
                    <a:pt x="202" y="581"/>
                  </a:lnTo>
                  <a:lnTo>
                    <a:pt x="200" y="581"/>
                  </a:lnTo>
                  <a:lnTo>
                    <a:pt x="200" y="581"/>
                  </a:lnTo>
                  <a:lnTo>
                    <a:pt x="200" y="582"/>
                  </a:lnTo>
                  <a:lnTo>
                    <a:pt x="200" y="582"/>
                  </a:lnTo>
                  <a:lnTo>
                    <a:pt x="202" y="584"/>
                  </a:lnTo>
                  <a:lnTo>
                    <a:pt x="202" y="584"/>
                  </a:lnTo>
                  <a:lnTo>
                    <a:pt x="202" y="586"/>
                  </a:lnTo>
                  <a:lnTo>
                    <a:pt x="200" y="587"/>
                  </a:lnTo>
                  <a:lnTo>
                    <a:pt x="200" y="587"/>
                  </a:lnTo>
                  <a:lnTo>
                    <a:pt x="200" y="589"/>
                  </a:lnTo>
                  <a:lnTo>
                    <a:pt x="202" y="591"/>
                  </a:lnTo>
                  <a:lnTo>
                    <a:pt x="202" y="596"/>
                  </a:lnTo>
                  <a:lnTo>
                    <a:pt x="204" y="599"/>
                  </a:lnTo>
                  <a:lnTo>
                    <a:pt x="206" y="603"/>
                  </a:lnTo>
                  <a:lnTo>
                    <a:pt x="207" y="606"/>
                  </a:lnTo>
                  <a:lnTo>
                    <a:pt x="207" y="606"/>
                  </a:lnTo>
                  <a:lnTo>
                    <a:pt x="209" y="608"/>
                  </a:lnTo>
                  <a:lnTo>
                    <a:pt x="211" y="608"/>
                  </a:lnTo>
                  <a:lnTo>
                    <a:pt x="219" y="610"/>
                  </a:lnTo>
                  <a:lnTo>
                    <a:pt x="221" y="611"/>
                  </a:lnTo>
                  <a:lnTo>
                    <a:pt x="223" y="611"/>
                  </a:lnTo>
                  <a:lnTo>
                    <a:pt x="223" y="613"/>
                  </a:lnTo>
                  <a:lnTo>
                    <a:pt x="223" y="615"/>
                  </a:lnTo>
                  <a:lnTo>
                    <a:pt x="223" y="616"/>
                  </a:lnTo>
                  <a:lnTo>
                    <a:pt x="223" y="618"/>
                  </a:lnTo>
                  <a:lnTo>
                    <a:pt x="223" y="618"/>
                  </a:lnTo>
                  <a:lnTo>
                    <a:pt x="221" y="620"/>
                  </a:lnTo>
                  <a:lnTo>
                    <a:pt x="223" y="620"/>
                  </a:lnTo>
                  <a:lnTo>
                    <a:pt x="223" y="621"/>
                  </a:lnTo>
                  <a:lnTo>
                    <a:pt x="223" y="621"/>
                  </a:lnTo>
                  <a:lnTo>
                    <a:pt x="228" y="625"/>
                  </a:lnTo>
                  <a:lnTo>
                    <a:pt x="234" y="625"/>
                  </a:lnTo>
                  <a:lnTo>
                    <a:pt x="239" y="627"/>
                  </a:lnTo>
                  <a:lnTo>
                    <a:pt x="239" y="627"/>
                  </a:lnTo>
                  <a:lnTo>
                    <a:pt x="239" y="628"/>
                  </a:lnTo>
                  <a:lnTo>
                    <a:pt x="239" y="628"/>
                  </a:lnTo>
                  <a:lnTo>
                    <a:pt x="243" y="628"/>
                  </a:lnTo>
                  <a:lnTo>
                    <a:pt x="243" y="628"/>
                  </a:lnTo>
                  <a:lnTo>
                    <a:pt x="245" y="630"/>
                  </a:lnTo>
                  <a:lnTo>
                    <a:pt x="246" y="632"/>
                  </a:lnTo>
                  <a:lnTo>
                    <a:pt x="250" y="633"/>
                  </a:lnTo>
                  <a:lnTo>
                    <a:pt x="255" y="635"/>
                  </a:lnTo>
                  <a:lnTo>
                    <a:pt x="256" y="635"/>
                  </a:lnTo>
                  <a:lnTo>
                    <a:pt x="258" y="638"/>
                  </a:lnTo>
                  <a:lnTo>
                    <a:pt x="260" y="638"/>
                  </a:lnTo>
                  <a:lnTo>
                    <a:pt x="263" y="640"/>
                  </a:lnTo>
                  <a:lnTo>
                    <a:pt x="267" y="642"/>
                  </a:lnTo>
                  <a:lnTo>
                    <a:pt x="272" y="647"/>
                  </a:lnTo>
                  <a:lnTo>
                    <a:pt x="273" y="649"/>
                  </a:lnTo>
                  <a:lnTo>
                    <a:pt x="273" y="649"/>
                  </a:lnTo>
                  <a:lnTo>
                    <a:pt x="275" y="650"/>
                  </a:lnTo>
                  <a:lnTo>
                    <a:pt x="277" y="650"/>
                  </a:lnTo>
                  <a:lnTo>
                    <a:pt x="277" y="650"/>
                  </a:lnTo>
                  <a:lnTo>
                    <a:pt x="277" y="650"/>
                  </a:lnTo>
                  <a:lnTo>
                    <a:pt x="279" y="652"/>
                  </a:lnTo>
                  <a:lnTo>
                    <a:pt x="280" y="654"/>
                  </a:lnTo>
                  <a:lnTo>
                    <a:pt x="280" y="654"/>
                  </a:lnTo>
                  <a:lnTo>
                    <a:pt x="282" y="655"/>
                  </a:lnTo>
                  <a:lnTo>
                    <a:pt x="282" y="655"/>
                  </a:lnTo>
                  <a:lnTo>
                    <a:pt x="285" y="655"/>
                  </a:lnTo>
                  <a:lnTo>
                    <a:pt x="285" y="655"/>
                  </a:lnTo>
                  <a:lnTo>
                    <a:pt x="289" y="657"/>
                  </a:lnTo>
                  <a:lnTo>
                    <a:pt x="290" y="660"/>
                  </a:lnTo>
                  <a:lnTo>
                    <a:pt x="294" y="669"/>
                  </a:lnTo>
                  <a:lnTo>
                    <a:pt x="296" y="671"/>
                  </a:lnTo>
                  <a:lnTo>
                    <a:pt x="297" y="672"/>
                  </a:lnTo>
                  <a:lnTo>
                    <a:pt x="301" y="672"/>
                  </a:lnTo>
                  <a:lnTo>
                    <a:pt x="309" y="683"/>
                  </a:lnTo>
                  <a:lnTo>
                    <a:pt x="311" y="683"/>
                  </a:lnTo>
                  <a:lnTo>
                    <a:pt x="314" y="684"/>
                  </a:lnTo>
                  <a:lnTo>
                    <a:pt x="316" y="684"/>
                  </a:lnTo>
                  <a:lnTo>
                    <a:pt x="318" y="686"/>
                  </a:lnTo>
                  <a:lnTo>
                    <a:pt x="319" y="686"/>
                  </a:lnTo>
                  <a:lnTo>
                    <a:pt x="319" y="686"/>
                  </a:lnTo>
                  <a:lnTo>
                    <a:pt x="319" y="686"/>
                  </a:lnTo>
                  <a:lnTo>
                    <a:pt x="321" y="686"/>
                  </a:lnTo>
                  <a:lnTo>
                    <a:pt x="321" y="686"/>
                  </a:lnTo>
                  <a:lnTo>
                    <a:pt x="321" y="688"/>
                  </a:lnTo>
                  <a:lnTo>
                    <a:pt x="321" y="688"/>
                  </a:lnTo>
                  <a:lnTo>
                    <a:pt x="324" y="688"/>
                  </a:lnTo>
                  <a:lnTo>
                    <a:pt x="328" y="688"/>
                  </a:lnTo>
                  <a:lnTo>
                    <a:pt x="329" y="688"/>
                  </a:lnTo>
                  <a:lnTo>
                    <a:pt x="333" y="684"/>
                  </a:lnTo>
                  <a:lnTo>
                    <a:pt x="335" y="683"/>
                  </a:lnTo>
                  <a:lnTo>
                    <a:pt x="336" y="684"/>
                  </a:lnTo>
                  <a:lnTo>
                    <a:pt x="340" y="686"/>
                  </a:lnTo>
                  <a:lnTo>
                    <a:pt x="341" y="684"/>
                  </a:lnTo>
                  <a:lnTo>
                    <a:pt x="343" y="684"/>
                  </a:lnTo>
                  <a:lnTo>
                    <a:pt x="341" y="683"/>
                  </a:lnTo>
                  <a:lnTo>
                    <a:pt x="341" y="681"/>
                  </a:lnTo>
                  <a:lnTo>
                    <a:pt x="340" y="679"/>
                  </a:lnTo>
                  <a:lnTo>
                    <a:pt x="338" y="677"/>
                  </a:lnTo>
                  <a:lnTo>
                    <a:pt x="338" y="676"/>
                  </a:lnTo>
                  <a:lnTo>
                    <a:pt x="341" y="672"/>
                  </a:lnTo>
                  <a:lnTo>
                    <a:pt x="341" y="667"/>
                  </a:lnTo>
                  <a:lnTo>
                    <a:pt x="341" y="667"/>
                  </a:lnTo>
                  <a:lnTo>
                    <a:pt x="343" y="666"/>
                  </a:lnTo>
                  <a:lnTo>
                    <a:pt x="345" y="666"/>
                  </a:lnTo>
                  <a:lnTo>
                    <a:pt x="355" y="664"/>
                  </a:lnTo>
                  <a:lnTo>
                    <a:pt x="363" y="664"/>
                  </a:lnTo>
                  <a:lnTo>
                    <a:pt x="365" y="664"/>
                  </a:lnTo>
                  <a:lnTo>
                    <a:pt x="369" y="666"/>
                  </a:lnTo>
                  <a:lnTo>
                    <a:pt x="374" y="666"/>
                  </a:lnTo>
                  <a:lnTo>
                    <a:pt x="377" y="666"/>
                  </a:lnTo>
                  <a:lnTo>
                    <a:pt x="382" y="662"/>
                  </a:lnTo>
                  <a:lnTo>
                    <a:pt x="387" y="662"/>
                  </a:lnTo>
                  <a:lnTo>
                    <a:pt x="391" y="662"/>
                  </a:lnTo>
                  <a:lnTo>
                    <a:pt x="394" y="664"/>
                  </a:lnTo>
                  <a:lnTo>
                    <a:pt x="408" y="674"/>
                  </a:lnTo>
                  <a:lnTo>
                    <a:pt x="411" y="676"/>
                  </a:lnTo>
                  <a:lnTo>
                    <a:pt x="416" y="676"/>
                  </a:lnTo>
                  <a:lnTo>
                    <a:pt x="421" y="674"/>
                  </a:lnTo>
                  <a:lnTo>
                    <a:pt x="423" y="674"/>
                  </a:lnTo>
                  <a:lnTo>
                    <a:pt x="425" y="674"/>
                  </a:lnTo>
                  <a:lnTo>
                    <a:pt x="426" y="674"/>
                  </a:lnTo>
                  <a:lnTo>
                    <a:pt x="428" y="676"/>
                  </a:lnTo>
                  <a:lnTo>
                    <a:pt x="428" y="676"/>
                  </a:lnTo>
                  <a:lnTo>
                    <a:pt x="428" y="677"/>
                  </a:lnTo>
                  <a:lnTo>
                    <a:pt x="428" y="677"/>
                  </a:lnTo>
                  <a:lnTo>
                    <a:pt x="430" y="677"/>
                  </a:lnTo>
                  <a:lnTo>
                    <a:pt x="433" y="677"/>
                  </a:lnTo>
                  <a:lnTo>
                    <a:pt x="433" y="677"/>
                  </a:lnTo>
                  <a:lnTo>
                    <a:pt x="431" y="677"/>
                  </a:lnTo>
                  <a:lnTo>
                    <a:pt x="431" y="676"/>
                  </a:lnTo>
                  <a:lnTo>
                    <a:pt x="431" y="676"/>
                  </a:lnTo>
                  <a:lnTo>
                    <a:pt x="431" y="674"/>
                  </a:lnTo>
                  <a:lnTo>
                    <a:pt x="433" y="674"/>
                  </a:lnTo>
                  <a:lnTo>
                    <a:pt x="435" y="674"/>
                  </a:lnTo>
                  <a:lnTo>
                    <a:pt x="436" y="674"/>
                  </a:lnTo>
                  <a:lnTo>
                    <a:pt x="436" y="676"/>
                  </a:lnTo>
                  <a:lnTo>
                    <a:pt x="438" y="677"/>
                  </a:lnTo>
                  <a:lnTo>
                    <a:pt x="438" y="677"/>
                  </a:lnTo>
                  <a:lnTo>
                    <a:pt x="442" y="676"/>
                  </a:lnTo>
                  <a:lnTo>
                    <a:pt x="443" y="677"/>
                  </a:lnTo>
                  <a:lnTo>
                    <a:pt x="445" y="677"/>
                  </a:lnTo>
                  <a:lnTo>
                    <a:pt x="447" y="679"/>
                  </a:lnTo>
                  <a:lnTo>
                    <a:pt x="448" y="681"/>
                  </a:lnTo>
                  <a:lnTo>
                    <a:pt x="448" y="681"/>
                  </a:lnTo>
                  <a:lnTo>
                    <a:pt x="450" y="681"/>
                  </a:lnTo>
                  <a:lnTo>
                    <a:pt x="450" y="679"/>
                  </a:lnTo>
                  <a:lnTo>
                    <a:pt x="452" y="679"/>
                  </a:lnTo>
                  <a:lnTo>
                    <a:pt x="453" y="679"/>
                  </a:lnTo>
                  <a:lnTo>
                    <a:pt x="457" y="681"/>
                  </a:lnTo>
                  <a:lnTo>
                    <a:pt x="462" y="681"/>
                  </a:lnTo>
                  <a:lnTo>
                    <a:pt x="464" y="681"/>
                  </a:lnTo>
                  <a:lnTo>
                    <a:pt x="467" y="676"/>
                  </a:lnTo>
                  <a:lnTo>
                    <a:pt x="469" y="674"/>
                  </a:lnTo>
                  <a:lnTo>
                    <a:pt x="469" y="676"/>
                  </a:lnTo>
                  <a:lnTo>
                    <a:pt x="470" y="676"/>
                  </a:lnTo>
                  <a:lnTo>
                    <a:pt x="470" y="676"/>
                  </a:lnTo>
                  <a:lnTo>
                    <a:pt x="472" y="676"/>
                  </a:lnTo>
                  <a:lnTo>
                    <a:pt x="472" y="674"/>
                  </a:lnTo>
                  <a:lnTo>
                    <a:pt x="474" y="674"/>
                  </a:lnTo>
                  <a:lnTo>
                    <a:pt x="474" y="674"/>
                  </a:lnTo>
                  <a:lnTo>
                    <a:pt x="476" y="676"/>
                  </a:lnTo>
                  <a:lnTo>
                    <a:pt x="477" y="676"/>
                  </a:lnTo>
                  <a:lnTo>
                    <a:pt x="484" y="676"/>
                  </a:lnTo>
                  <a:lnTo>
                    <a:pt x="486" y="677"/>
                  </a:lnTo>
                  <a:lnTo>
                    <a:pt x="487" y="679"/>
                  </a:lnTo>
                  <a:lnTo>
                    <a:pt x="489" y="681"/>
                  </a:lnTo>
                  <a:lnTo>
                    <a:pt x="491" y="681"/>
                  </a:lnTo>
                  <a:lnTo>
                    <a:pt x="494" y="681"/>
                  </a:lnTo>
                  <a:lnTo>
                    <a:pt x="496" y="681"/>
                  </a:lnTo>
                  <a:lnTo>
                    <a:pt x="496" y="683"/>
                  </a:lnTo>
                  <a:lnTo>
                    <a:pt x="498" y="683"/>
                  </a:lnTo>
                  <a:lnTo>
                    <a:pt x="501" y="683"/>
                  </a:lnTo>
                  <a:lnTo>
                    <a:pt x="501" y="683"/>
                  </a:lnTo>
                  <a:lnTo>
                    <a:pt x="501" y="684"/>
                  </a:lnTo>
                  <a:lnTo>
                    <a:pt x="503" y="684"/>
                  </a:lnTo>
                  <a:lnTo>
                    <a:pt x="506" y="684"/>
                  </a:lnTo>
                  <a:lnTo>
                    <a:pt x="508" y="686"/>
                  </a:lnTo>
                  <a:lnTo>
                    <a:pt x="511" y="686"/>
                  </a:lnTo>
                  <a:lnTo>
                    <a:pt x="513" y="688"/>
                  </a:lnTo>
                  <a:lnTo>
                    <a:pt x="513" y="686"/>
                  </a:lnTo>
                  <a:lnTo>
                    <a:pt x="513" y="686"/>
                  </a:lnTo>
                  <a:lnTo>
                    <a:pt x="515" y="684"/>
                  </a:lnTo>
                  <a:lnTo>
                    <a:pt x="516" y="684"/>
                  </a:lnTo>
                  <a:lnTo>
                    <a:pt x="516" y="684"/>
                  </a:lnTo>
                  <a:lnTo>
                    <a:pt x="518" y="684"/>
                  </a:lnTo>
                  <a:lnTo>
                    <a:pt x="520" y="686"/>
                  </a:lnTo>
                  <a:lnTo>
                    <a:pt x="525" y="679"/>
                  </a:lnTo>
                  <a:lnTo>
                    <a:pt x="521" y="676"/>
                  </a:lnTo>
                  <a:lnTo>
                    <a:pt x="521" y="674"/>
                  </a:lnTo>
                  <a:lnTo>
                    <a:pt x="521" y="674"/>
                  </a:lnTo>
                  <a:lnTo>
                    <a:pt x="523" y="674"/>
                  </a:lnTo>
                  <a:lnTo>
                    <a:pt x="525" y="676"/>
                  </a:lnTo>
                  <a:lnTo>
                    <a:pt x="526" y="676"/>
                  </a:lnTo>
                  <a:lnTo>
                    <a:pt x="526" y="676"/>
                  </a:lnTo>
                  <a:lnTo>
                    <a:pt x="528" y="676"/>
                  </a:lnTo>
                  <a:lnTo>
                    <a:pt x="530" y="677"/>
                  </a:lnTo>
                  <a:lnTo>
                    <a:pt x="532" y="679"/>
                  </a:lnTo>
                  <a:lnTo>
                    <a:pt x="533" y="679"/>
                  </a:lnTo>
                  <a:lnTo>
                    <a:pt x="535" y="679"/>
                  </a:lnTo>
                  <a:lnTo>
                    <a:pt x="537" y="679"/>
                  </a:lnTo>
                  <a:lnTo>
                    <a:pt x="538" y="681"/>
                  </a:lnTo>
                  <a:lnTo>
                    <a:pt x="540" y="681"/>
                  </a:lnTo>
                  <a:lnTo>
                    <a:pt x="535" y="683"/>
                  </a:lnTo>
                  <a:lnTo>
                    <a:pt x="532" y="683"/>
                  </a:lnTo>
                  <a:lnTo>
                    <a:pt x="532" y="683"/>
                  </a:lnTo>
                  <a:lnTo>
                    <a:pt x="535" y="683"/>
                  </a:lnTo>
                  <a:lnTo>
                    <a:pt x="540" y="681"/>
                  </a:lnTo>
                  <a:lnTo>
                    <a:pt x="540" y="681"/>
                  </a:lnTo>
                  <a:lnTo>
                    <a:pt x="542" y="681"/>
                  </a:lnTo>
                  <a:lnTo>
                    <a:pt x="543" y="681"/>
                  </a:lnTo>
                  <a:lnTo>
                    <a:pt x="543" y="683"/>
                  </a:lnTo>
                  <a:lnTo>
                    <a:pt x="545" y="683"/>
                  </a:lnTo>
                  <a:lnTo>
                    <a:pt x="547" y="683"/>
                  </a:lnTo>
                  <a:lnTo>
                    <a:pt x="547" y="677"/>
                  </a:lnTo>
                  <a:lnTo>
                    <a:pt x="549" y="676"/>
                  </a:lnTo>
                  <a:lnTo>
                    <a:pt x="549" y="676"/>
                  </a:lnTo>
                  <a:lnTo>
                    <a:pt x="550" y="674"/>
                  </a:lnTo>
                  <a:lnTo>
                    <a:pt x="552" y="672"/>
                  </a:lnTo>
                  <a:lnTo>
                    <a:pt x="552" y="672"/>
                  </a:lnTo>
                  <a:lnTo>
                    <a:pt x="555" y="672"/>
                  </a:lnTo>
                  <a:lnTo>
                    <a:pt x="555" y="672"/>
                  </a:lnTo>
                  <a:lnTo>
                    <a:pt x="557" y="672"/>
                  </a:lnTo>
                  <a:lnTo>
                    <a:pt x="559" y="672"/>
                  </a:lnTo>
                  <a:lnTo>
                    <a:pt x="559" y="672"/>
                  </a:lnTo>
                  <a:lnTo>
                    <a:pt x="560" y="672"/>
                  </a:lnTo>
                  <a:lnTo>
                    <a:pt x="562" y="674"/>
                  </a:lnTo>
                  <a:lnTo>
                    <a:pt x="562" y="676"/>
                  </a:lnTo>
                  <a:lnTo>
                    <a:pt x="564" y="676"/>
                  </a:lnTo>
                  <a:lnTo>
                    <a:pt x="574" y="672"/>
                  </a:lnTo>
                  <a:lnTo>
                    <a:pt x="574" y="672"/>
                  </a:lnTo>
                  <a:lnTo>
                    <a:pt x="576" y="672"/>
                  </a:lnTo>
                  <a:lnTo>
                    <a:pt x="577" y="671"/>
                  </a:lnTo>
                  <a:lnTo>
                    <a:pt x="577" y="671"/>
                  </a:lnTo>
                  <a:lnTo>
                    <a:pt x="579" y="672"/>
                  </a:lnTo>
                  <a:lnTo>
                    <a:pt x="581" y="672"/>
                  </a:lnTo>
                  <a:lnTo>
                    <a:pt x="591" y="676"/>
                  </a:lnTo>
                  <a:lnTo>
                    <a:pt x="594" y="677"/>
                  </a:lnTo>
                  <a:lnTo>
                    <a:pt x="594" y="677"/>
                  </a:lnTo>
                  <a:lnTo>
                    <a:pt x="594" y="677"/>
                  </a:lnTo>
                  <a:lnTo>
                    <a:pt x="596" y="679"/>
                  </a:lnTo>
                  <a:lnTo>
                    <a:pt x="596" y="679"/>
                  </a:lnTo>
                  <a:lnTo>
                    <a:pt x="598" y="681"/>
                  </a:lnTo>
                  <a:lnTo>
                    <a:pt x="598" y="681"/>
                  </a:lnTo>
                  <a:lnTo>
                    <a:pt x="599" y="681"/>
                  </a:lnTo>
                  <a:lnTo>
                    <a:pt x="603" y="683"/>
                  </a:lnTo>
                  <a:lnTo>
                    <a:pt x="603" y="683"/>
                  </a:lnTo>
                  <a:lnTo>
                    <a:pt x="603" y="684"/>
                  </a:lnTo>
                  <a:lnTo>
                    <a:pt x="601" y="686"/>
                  </a:lnTo>
                  <a:lnTo>
                    <a:pt x="603" y="688"/>
                  </a:lnTo>
                  <a:lnTo>
                    <a:pt x="606" y="689"/>
                  </a:lnTo>
                  <a:lnTo>
                    <a:pt x="606" y="691"/>
                  </a:lnTo>
                  <a:lnTo>
                    <a:pt x="605" y="694"/>
                  </a:lnTo>
                  <a:lnTo>
                    <a:pt x="605" y="698"/>
                  </a:lnTo>
                  <a:lnTo>
                    <a:pt x="606" y="698"/>
                  </a:lnTo>
                  <a:lnTo>
                    <a:pt x="606" y="700"/>
                  </a:lnTo>
                  <a:lnTo>
                    <a:pt x="608" y="705"/>
                  </a:lnTo>
                  <a:lnTo>
                    <a:pt x="608" y="705"/>
                  </a:lnTo>
                  <a:lnTo>
                    <a:pt x="610" y="706"/>
                  </a:lnTo>
                  <a:lnTo>
                    <a:pt x="610" y="708"/>
                  </a:lnTo>
                  <a:lnTo>
                    <a:pt x="610" y="708"/>
                  </a:lnTo>
                  <a:lnTo>
                    <a:pt x="608" y="710"/>
                  </a:lnTo>
                  <a:lnTo>
                    <a:pt x="608" y="710"/>
                  </a:lnTo>
                  <a:lnTo>
                    <a:pt x="608" y="711"/>
                  </a:lnTo>
                  <a:lnTo>
                    <a:pt x="610" y="713"/>
                  </a:lnTo>
                  <a:lnTo>
                    <a:pt x="613" y="715"/>
                  </a:lnTo>
                  <a:lnTo>
                    <a:pt x="613" y="717"/>
                  </a:lnTo>
                  <a:lnTo>
                    <a:pt x="615" y="717"/>
                  </a:lnTo>
                  <a:lnTo>
                    <a:pt x="615" y="718"/>
                  </a:lnTo>
                  <a:lnTo>
                    <a:pt x="615" y="720"/>
                  </a:lnTo>
                  <a:lnTo>
                    <a:pt x="615" y="720"/>
                  </a:lnTo>
                  <a:lnTo>
                    <a:pt x="615" y="720"/>
                  </a:lnTo>
                  <a:lnTo>
                    <a:pt x="615" y="723"/>
                  </a:lnTo>
                  <a:lnTo>
                    <a:pt x="615" y="725"/>
                  </a:lnTo>
                  <a:lnTo>
                    <a:pt x="615" y="725"/>
                  </a:lnTo>
                  <a:lnTo>
                    <a:pt x="616" y="725"/>
                  </a:lnTo>
                  <a:lnTo>
                    <a:pt x="616" y="727"/>
                  </a:lnTo>
                  <a:lnTo>
                    <a:pt x="616" y="727"/>
                  </a:lnTo>
                  <a:lnTo>
                    <a:pt x="618" y="727"/>
                  </a:lnTo>
                  <a:lnTo>
                    <a:pt x="620" y="727"/>
                  </a:lnTo>
                  <a:lnTo>
                    <a:pt x="622" y="730"/>
                  </a:lnTo>
                  <a:lnTo>
                    <a:pt x="622" y="730"/>
                  </a:lnTo>
                  <a:lnTo>
                    <a:pt x="622" y="734"/>
                  </a:lnTo>
                  <a:lnTo>
                    <a:pt x="620" y="735"/>
                  </a:lnTo>
                  <a:lnTo>
                    <a:pt x="620" y="737"/>
                  </a:lnTo>
                  <a:lnTo>
                    <a:pt x="613" y="744"/>
                  </a:lnTo>
                  <a:lnTo>
                    <a:pt x="613" y="745"/>
                  </a:lnTo>
                  <a:lnTo>
                    <a:pt x="615" y="745"/>
                  </a:lnTo>
                  <a:lnTo>
                    <a:pt x="616" y="745"/>
                  </a:lnTo>
                  <a:lnTo>
                    <a:pt x="622" y="745"/>
                  </a:lnTo>
                  <a:lnTo>
                    <a:pt x="623" y="747"/>
                  </a:lnTo>
                  <a:lnTo>
                    <a:pt x="642" y="754"/>
                  </a:lnTo>
                  <a:lnTo>
                    <a:pt x="661" y="762"/>
                  </a:lnTo>
                  <a:lnTo>
                    <a:pt x="698" y="776"/>
                  </a:lnTo>
                  <a:lnTo>
                    <a:pt x="717" y="784"/>
                  </a:lnTo>
                  <a:lnTo>
                    <a:pt x="754" y="800"/>
                  </a:lnTo>
                  <a:lnTo>
                    <a:pt x="773" y="807"/>
                  </a:lnTo>
                  <a:lnTo>
                    <a:pt x="773" y="805"/>
                  </a:lnTo>
                  <a:lnTo>
                    <a:pt x="771" y="801"/>
                  </a:lnTo>
                  <a:lnTo>
                    <a:pt x="771" y="798"/>
                  </a:lnTo>
                  <a:lnTo>
                    <a:pt x="771" y="795"/>
                  </a:lnTo>
                  <a:lnTo>
                    <a:pt x="773" y="791"/>
                  </a:lnTo>
                  <a:lnTo>
                    <a:pt x="771" y="788"/>
                  </a:lnTo>
                  <a:lnTo>
                    <a:pt x="771" y="788"/>
                  </a:lnTo>
                  <a:lnTo>
                    <a:pt x="771" y="786"/>
                  </a:lnTo>
                  <a:lnTo>
                    <a:pt x="773" y="784"/>
                  </a:lnTo>
                  <a:lnTo>
                    <a:pt x="776" y="784"/>
                  </a:lnTo>
                  <a:lnTo>
                    <a:pt x="778" y="786"/>
                  </a:lnTo>
                  <a:lnTo>
                    <a:pt x="779" y="786"/>
                  </a:lnTo>
                  <a:lnTo>
                    <a:pt x="779" y="786"/>
                  </a:lnTo>
                  <a:lnTo>
                    <a:pt x="776" y="781"/>
                  </a:lnTo>
                  <a:lnTo>
                    <a:pt x="776" y="781"/>
                  </a:lnTo>
                  <a:lnTo>
                    <a:pt x="776" y="778"/>
                  </a:lnTo>
                  <a:lnTo>
                    <a:pt x="774" y="776"/>
                  </a:lnTo>
                  <a:lnTo>
                    <a:pt x="774" y="776"/>
                  </a:lnTo>
                  <a:lnTo>
                    <a:pt x="771" y="774"/>
                  </a:lnTo>
                  <a:lnTo>
                    <a:pt x="769" y="773"/>
                  </a:lnTo>
                  <a:lnTo>
                    <a:pt x="769" y="773"/>
                  </a:lnTo>
                  <a:lnTo>
                    <a:pt x="769" y="773"/>
                  </a:lnTo>
                  <a:lnTo>
                    <a:pt x="768" y="774"/>
                  </a:lnTo>
                  <a:lnTo>
                    <a:pt x="766" y="773"/>
                  </a:lnTo>
                  <a:lnTo>
                    <a:pt x="764" y="773"/>
                  </a:lnTo>
                  <a:lnTo>
                    <a:pt x="764" y="771"/>
                  </a:lnTo>
                  <a:lnTo>
                    <a:pt x="764" y="771"/>
                  </a:lnTo>
                  <a:lnTo>
                    <a:pt x="766" y="771"/>
                  </a:lnTo>
                  <a:lnTo>
                    <a:pt x="766" y="769"/>
                  </a:lnTo>
                  <a:lnTo>
                    <a:pt x="768" y="767"/>
                  </a:lnTo>
                  <a:lnTo>
                    <a:pt x="769" y="769"/>
                  </a:lnTo>
                  <a:lnTo>
                    <a:pt x="769" y="769"/>
                  </a:lnTo>
                  <a:lnTo>
                    <a:pt x="769" y="769"/>
                  </a:lnTo>
                  <a:lnTo>
                    <a:pt x="769" y="767"/>
                  </a:lnTo>
                  <a:lnTo>
                    <a:pt x="769" y="767"/>
                  </a:lnTo>
                  <a:lnTo>
                    <a:pt x="769" y="766"/>
                  </a:lnTo>
                  <a:lnTo>
                    <a:pt x="769" y="766"/>
                  </a:lnTo>
                  <a:lnTo>
                    <a:pt x="769" y="766"/>
                  </a:lnTo>
                  <a:lnTo>
                    <a:pt x="768" y="764"/>
                  </a:lnTo>
                  <a:lnTo>
                    <a:pt x="768" y="762"/>
                  </a:lnTo>
                  <a:lnTo>
                    <a:pt x="768" y="761"/>
                  </a:lnTo>
                  <a:lnTo>
                    <a:pt x="769" y="761"/>
                  </a:lnTo>
                  <a:lnTo>
                    <a:pt x="769" y="759"/>
                  </a:lnTo>
                  <a:lnTo>
                    <a:pt x="768" y="757"/>
                  </a:lnTo>
                  <a:lnTo>
                    <a:pt x="768" y="757"/>
                  </a:lnTo>
                  <a:lnTo>
                    <a:pt x="766" y="757"/>
                  </a:lnTo>
                  <a:lnTo>
                    <a:pt x="768" y="754"/>
                  </a:lnTo>
                  <a:lnTo>
                    <a:pt x="769" y="752"/>
                  </a:lnTo>
                  <a:lnTo>
                    <a:pt x="769" y="750"/>
                  </a:lnTo>
                  <a:lnTo>
                    <a:pt x="769" y="749"/>
                  </a:lnTo>
                  <a:lnTo>
                    <a:pt x="769" y="747"/>
                  </a:lnTo>
                  <a:lnTo>
                    <a:pt x="771" y="745"/>
                  </a:lnTo>
                  <a:lnTo>
                    <a:pt x="773" y="744"/>
                  </a:lnTo>
                  <a:lnTo>
                    <a:pt x="773" y="740"/>
                  </a:lnTo>
                  <a:lnTo>
                    <a:pt x="773" y="739"/>
                  </a:lnTo>
                  <a:lnTo>
                    <a:pt x="774" y="737"/>
                  </a:lnTo>
                  <a:lnTo>
                    <a:pt x="774" y="735"/>
                  </a:lnTo>
                  <a:lnTo>
                    <a:pt x="778" y="730"/>
                  </a:lnTo>
                  <a:lnTo>
                    <a:pt x="779" y="727"/>
                  </a:lnTo>
                  <a:lnTo>
                    <a:pt x="779" y="725"/>
                  </a:lnTo>
                  <a:lnTo>
                    <a:pt x="779" y="723"/>
                  </a:lnTo>
                  <a:lnTo>
                    <a:pt x="779" y="720"/>
                  </a:lnTo>
                  <a:lnTo>
                    <a:pt x="779" y="718"/>
                  </a:lnTo>
                  <a:lnTo>
                    <a:pt x="781" y="717"/>
                  </a:lnTo>
                  <a:lnTo>
                    <a:pt x="781" y="717"/>
                  </a:lnTo>
                  <a:lnTo>
                    <a:pt x="781" y="717"/>
                  </a:lnTo>
                  <a:lnTo>
                    <a:pt x="781" y="713"/>
                  </a:lnTo>
                  <a:lnTo>
                    <a:pt x="781" y="711"/>
                  </a:lnTo>
                  <a:lnTo>
                    <a:pt x="781" y="710"/>
                  </a:lnTo>
                  <a:lnTo>
                    <a:pt x="783" y="708"/>
                  </a:lnTo>
                  <a:lnTo>
                    <a:pt x="785" y="706"/>
                  </a:lnTo>
                  <a:lnTo>
                    <a:pt x="786" y="706"/>
                  </a:lnTo>
                  <a:lnTo>
                    <a:pt x="786" y="705"/>
                  </a:lnTo>
                  <a:lnTo>
                    <a:pt x="786" y="705"/>
                  </a:lnTo>
                  <a:lnTo>
                    <a:pt x="786" y="703"/>
                  </a:lnTo>
                  <a:lnTo>
                    <a:pt x="786" y="701"/>
                  </a:lnTo>
                  <a:lnTo>
                    <a:pt x="786" y="701"/>
                  </a:lnTo>
                  <a:lnTo>
                    <a:pt x="788" y="700"/>
                  </a:lnTo>
                  <a:lnTo>
                    <a:pt x="786" y="698"/>
                  </a:lnTo>
                  <a:lnTo>
                    <a:pt x="785" y="693"/>
                  </a:lnTo>
                  <a:lnTo>
                    <a:pt x="785" y="691"/>
                  </a:lnTo>
                  <a:lnTo>
                    <a:pt x="785" y="689"/>
                  </a:lnTo>
                  <a:lnTo>
                    <a:pt x="786" y="686"/>
                  </a:lnTo>
                  <a:lnTo>
                    <a:pt x="786" y="684"/>
                  </a:lnTo>
                  <a:lnTo>
                    <a:pt x="785" y="684"/>
                  </a:lnTo>
                  <a:lnTo>
                    <a:pt x="783" y="683"/>
                  </a:lnTo>
                  <a:lnTo>
                    <a:pt x="783" y="684"/>
                  </a:lnTo>
                  <a:lnTo>
                    <a:pt x="783" y="684"/>
                  </a:lnTo>
                  <a:lnTo>
                    <a:pt x="783" y="684"/>
                  </a:lnTo>
                  <a:lnTo>
                    <a:pt x="781" y="684"/>
                  </a:lnTo>
                  <a:lnTo>
                    <a:pt x="783" y="683"/>
                  </a:lnTo>
                  <a:lnTo>
                    <a:pt x="783" y="683"/>
                  </a:lnTo>
                  <a:lnTo>
                    <a:pt x="783" y="683"/>
                  </a:lnTo>
                  <a:lnTo>
                    <a:pt x="785" y="681"/>
                  </a:lnTo>
                  <a:lnTo>
                    <a:pt x="786" y="683"/>
                  </a:lnTo>
                  <a:lnTo>
                    <a:pt x="788" y="683"/>
                  </a:lnTo>
                  <a:lnTo>
                    <a:pt x="788" y="679"/>
                  </a:lnTo>
                  <a:lnTo>
                    <a:pt x="788" y="672"/>
                  </a:lnTo>
                  <a:lnTo>
                    <a:pt x="788" y="671"/>
                  </a:lnTo>
                  <a:lnTo>
                    <a:pt x="788" y="669"/>
                  </a:lnTo>
                  <a:lnTo>
                    <a:pt x="788" y="667"/>
                  </a:lnTo>
                  <a:lnTo>
                    <a:pt x="788" y="667"/>
                  </a:lnTo>
                  <a:lnTo>
                    <a:pt x="791" y="664"/>
                  </a:lnTo>
                  <a:lnTo>
                    <a:pt x="791" y="664"/>
                  </a:lnTo>
                  <a:lnTo>
                    <a:pt x="793" y="664"/>
                  </a:lnTo>
                  <a:lnTo>
                    <a:pt x="795" y="664"/>
                  </a:lnTo>
                  <a:lnTo>
                    <a:pt x="795" y="662"/>
                  </a:lnTo>
                  <a:lnTo>
                    <a:pt x="795" y="660"/>
                  </a:lnTo>
                  <a:lnTo>
                    <a:pt x="795" y="659"/>
                  </a:lnTo>
                  <a:lnTo>
                    <a:pt x="795" y="659"/>
                  </a:lnTo>
                  <a:lnTo>
                    <a:pt x="795" y="657"/>
                  </a:lnTo>
                  <a:lnTo>
                    <a:pt x="793" y="655"/>
                  </a:lnTo>
                  <a:lnTo>
                    <a:pt x="791" y="654"/>
                  </a:lnTo>
                  <a:lnTo>
                    <a:pt x="793" y="652"/>
                  </a:lnTo>
                  <a:lnTo>
                    <a:pt x="795" y="652"/>
                  </a:lnTo>
                  <a:lnTo>
                    <a:pt x="796" y="654"/>
                  </a:lnTo>
                  <a:lnTo>
                    <a:pt x="798" y="654"/>
                  </a:lnTo>
                  <a:lnTo>
                    <a:pt x="800" y="652"/>
                  </a:lnTo>
                  <a:lnTo>
                    <a:pt x="802" y="650"/>
                  </a:lnTo>
                  <a:lnTo>
                    <a:pt x="803" y="645"/>
                  </a:lnTo>
                  <a:lnTo>
                    <a:pt x="807" y="640"/>
                  </a:lnTo>
                  <a:lnTo>
                    <a:pt x="808" y="638"/>
                  </a:lnTo>
                  <a:lnTo>
                    <a:pt x="810" y="638"/>
                  </a:lnTo>
                  <a:lnTo>
                    <a:pt x="810" y="637"/>
                  </a:lnTo>
                  <a:lnTo>
                    <a:pt x="810" y="633"/>
                  </a:lnTo>
                  <a:lnTo>
                    <a:pt x="810" y="630"/>
                  </a:lnTo>
                  <a:lnTo>
                    <a:pt x="810" y="630"/>
                  </a:lnTo>
                  <a:lnTo>
                    <a:pt x="812" y="628"/>
                  </a:lnTo>
                  <a:lnTo>
                    <a:pt x="813" y="627"/>
                  </a:lnTo>
                  <a:lnTo>
                    <a:pt x="813" y="627"/>
                  </a:lnTo>
                  <a:lnTo>
                    <a:pt x="813" y="625"/>
                  </a:lnTo>
                  <a:lnTo>
                    <a:pt x="817" y="623"/>
                  </a:lnTo>
                  <a:lnTo>
                    <a:pt x="817" y="623"/>
                  </a:lnTo>
                  <a:lnTo>
                    <a:pt x="817" y="623"/>
                  </a:lnTo>
                  <a:lnTo>
                    <a:pt x="817" y="621"/>
                  </a:lnTo>
                  <a:lnTo>
                    <a:pt x="817" y="621"/>
                  </a:lnTo>
                  <a:lnTo>
                    <a:pt x="817" y="618"/>
                  </a:lnTo>
                  <a:lnTo>
                    <a:pt x="817" y="616"/>
                  </a:lnTo>
                  <a:lnTo>
                    <a:pt x="817" y="616"/>
                  </a:lnTo>
                  <a:lnTo>
                    <a:pt x="820" y="613"/>
                  </a:lnTo>
                  <a:lnTo>
                    <a:pt x="820" y="613"/>
                  </a:lnTo>
                  <a:lnTo>
                    <a:pt x="822" y="611"/>
                  </a:lnTo>
                  <a:lnTo>
                    <a:pt x="822" y="611"/>
                  </a:lnTo>
                  <a:lnTo>
                    <a:pt x="822" y="610"/>
                  </a:lnTo>
                  <a:lnTo>
                    <a:pt x="822" y="610"/>
                  </a:lnTo>
                  <a:lnTo>
                    <a:pt x="825" y="608"/>
                  </a:lnTo>
                  <a:lnTo>
                    <a:pt x="827" y="606"/>
                  </a:lnTo>
                  <a:lnTo>
                    <a:pt x="829" y="606"/>
                  </a:lnTo>
                  <a:lnTo>
                    <a:pt x="834" y="606"/>
                  </a:lnTo>
                  <a:lnTo>
                    <a:pt x="835" y="608"/>
                  </a:lnTo>
                  <a:lnTo>
                    <a:pt x="835" y="608"/>
                  </a:lnTo>
                  <a:lnTo>
                    <a:pt x="837" y="608"/>
                  </a:lnTo>
                  <a:lnTo>
                    <a:pt x="837" y="606"/>
                  </a:lnTo>
                  <a:lnTo>
                    <a:pt x="837" y="606"/>
                  </a:lnTo>
                  <a:lnTo>
                    <a:pt x="837" y="606"/>
                  </a:lnTo>
                  <a:lnTo>
                    <a:pt x="839" y="606"/>
                  </a:lnTo>
                  <a:lnTo>
                    <a:pt x="839" y="606"/>
                  </a:lnTo>
                  <a:lnTo>
                    <a:pt x="841" y="606"/>
                  </a:lnTo>
                  <a:lnTo>
                    <a:pt x="841" y="604"/>
                  </a:lnTo>
                  <a:lnTo>
                    <a:pt x="841" y="603"/>
                  </a:lnTo>
                  <a:lnTo>
                    <a:pt x="841" y="603"/>
                  </a:lnTo>
                  <a:lnTo>
                    <a:pt x="841" y="601"/>
                  </a:lnTo>
                  <a:lnTo>
                    <a:pt x="839" y="601"/>
                  </a:lnTo>
                  <a:lnTo>
                    <a:pt x="839" y="603"/>
                  </a:lnTo>
                  <a:lnTo>
                    <a:pt x="837" y="603"/>
                  </a:lnTo>
                  <a:lnTo>
                    <a:pt x="835" y="601"/>
                  </a:lnTo>
                  <a:lnTo>
                    <a:pt x="835" y="601"/>
                  </a:lnTo>
                  <a:lnTo>
                    <a:pt x="835" y="599"/>
                  </a:lnTo>
                  <a:lnTo>
                    <a:pt x="835" y="599"/>
                  </a:lnTo>
                  <a:lnTo>
                    <a:pt x="834" y="598"/>
                  </a:lnTo>
                  <a:lnTo>
                    <a:pt x="834" y="598"/>
                  </a:lnTo>
                  <a:lnTo>
                    <a:pt x="834" y="594"/>
                  </a:lnTo>
                  <a:lnTo>
                    <a:pt x="834" y="593"/>
                  </a:lnTo>
                  <a:lnTo>
                    <a:pt x="837" y="593"/>
                  </a:lnTo>
                  <a:lnTo>
                    <a:pt x="839" y="591"/>
                  </a:lnTo>
                  <a:lnTo>
                    <a:pt x="841" y="591"/>
                  </a:lnTo>
                  <a:lnTo>
                    <a:pt x="842" y="593"/>
                  </a:lnTo>
                  <a:lnTo>
                    <a:pt x="842" y="593"/>
                  </a:lnTo>
                  <a:lnTo>
                    <a:pt x="842" y="594"/>
                  </a:lnTo>
                  <a:lnTo>
                    <a:pt x="842" y="596"/>
                  </a:lnTo>
                  <a:lnTo>
                    <a:pt x="842" y="598"/>
                  </a:lnTo>
                  <a:lnTo>
                    <a:pt x="842" y="598"/>
                  </a:lnTo>
                  <a:lnTo>
                    <a:pt x="844" y="599"/>
                  </a:lnTo>
                  <a:lnTo>
                    <a:pt x="844" y="599"/>
                  </a:lnTo>
                  <a:lnTo>
                    <a:pt x="846" y="598"/>
                  </a:lnTo>
                  <a:lnTo>
                    <a:pt x="847" y="598"/>
                  </a:lnTo>
                  <a:lnTo>
                    <a:pt x="847" y="596"/>
                  </a:lnTo>
                  <a:lnTo>
                    <a:pt x="849" y="593"/>
                  </a:lnTo>
                  <a:lnTo>
                    <a:pt x="847" y="593"/>
                  </a:lnTo>
                  <a:lnTo>
                    <a:pt x="846" y="591"/>
                  </a:lnTo>
                  <a:lnTo>
                    <a:pt x="844" y="591"/>
                  </a:lnTo>
                  <a:lnTo>
                    <a:pt x="842" y="589"/>
                  </a:lnTo>
                  <a:lnTo>
                    <a:pt x="842" y="587"/>
                  </a:lnTo>
                  <a:lnTo>
                    <a:pt x="842" y="586"/>
                  </a:lnTo>
                  <a:lnTo>
                    <a:pt x="842" y="586"/>
                  </a:lnTo>
                  <a:lnTo>
                    <a:pt x="842" y="586"/>
                  </a:lnTo>
                  <a:lnTo>
                    <a:pt x="839" y="584"/>
                  </a:lnTo>
                  <a:lnTo>
                    <a:pt x="839" y="584"/>
                  </a:lnTo>
                  <a:lnTo>
                    <a:pt x="841" y="584"/>
                  </a:lnTo>
                  <a:lnTo>
                    <a:pt x="842" y="582"/>
                  </a:lnTo>
                  <a:lnTo>
                    <a:pt x="842" y="582"/>
                  </a:lnTo>
                  <a:lnTo>
                    <a:pt x="841" y="582"/>
                  </a:lnTo>
                  <a:lnTo>
                    <a:pt x="839" y="581"/>
                  </a:lnTo>
                  <a:lnTo>
                    <a:pt x="839" y="581"/>
                  </a:lnTo>
                  <a:lnTo>
                    <a:pt x="837" y="579"/>
                  </a:lnTo>
                  <a:lnTo>
                    <a:pt x="837" y="579"/>
                  </a:lnTo>
                  <a:lnTo>
                    <a:pt x="839" y="579"/>
                  </a:lnTo>
                  <a:lnTo>
                    <a:pt x="842" y="574"/>
                  </a:lnTo>
                  <a:lnTo>
                    <a:pt x="844" y="572"/>
                  </a:lnTo>
                  <a:lnTo>
                    <a:pt x="846" y="572"/>
                  </a:lnTo>
                  <a:lnTo>
                    <a:pt x="847" y="569"/>
                  </a:lnTo>
                  <a:lnTo>
                    <a:pt x="849" y="559"/>
                  </a:lnTo>
                  <a:lnTo>
                    <a:pt x="851" y="557"/>
                  </a:lnTo>
                  <a:lnTo>
                    <a:pt x="854" y="557"/>
                  </a:lnTo>
                  <a:lnTo>
                    <a:pt x="852" y="557"/>
                  </a:lnTo>
                  <a:lnTo>
                    <a:pt x="851" y="555"/>
                  </a:lnTo>
                  <a:lnTo>
                    <a:pt x="849" y="554"/>
                  </a:lnTo>
                  <a:lnTo>
                    <a:pt x="847" y="554"/>
                  </a:lnTo>
                  <a:lnTo>
                    <a:pt x="846" y="554"/>
                  </a:lnTo>
                  <a:lnTo>
                    <a:pt x="844" y="554"/>
                  </a:lnTo>
                  <a:lnTo>
                    <a:pt x="844" y="552"/>
                  </a:lnTo>
                  <a:lnTo>
                    <a:pt x="844" y="552"/>
                  </a:lnTo>
                  <a:lnTo>
                    <a:pt x="847" y="548"/>
                  </a:lnTo>
                  <a:lnTo>
                    <a:pt x="847" y="548"/>
                  </a:lnTo>
                  <a:lnTo>
                    <a:pt x="847" y="548"/>
                  </a:lnTo>
                  <a:lnTo>
                    <a:pt x="849" y="548"/>
                  </a:lnTo>
                  <a:lnTo>
                    <a:pt x="849" y="550"/>
                  </a:lnTo>
                  <a:lnTo>
                    <a:pt x="849" y="552"/>
                  </a:lnTo>
                  <a:lnTo>
                    <a:pt x="849" y="552"/>
                  </a:lnTo>
                  <a:lnTo>
                    <a:pt x="851" y="550"/>
                  </a:lnTo>
                  <a:lnTo>
                    <a:pt x="852" y="548"/>
                  </a:lnTo>
                  <a:lnTo>
                    <a:pt x="854" y="547"/>
                  </a:lnTo>
                  <a:lnTo>
                    <a:pt x="854" y="547"/>
                  </a:lnTo>
                  <a:lnTo>
                    <a:pt x="854" y="540"/>
                  </a:lnTo>
                  <a:lnTo>
                    <a:pt x="856" y="533"/>
                  </a:lnTo>
                  <a:lnTo>
                    <a:pt x="856" y="531"/>
                  </a:lnTo>
                  <a:lnTo>
                    <a:pt x="863" y="525"/>
                  </a:lnTo>
                  <a:lnTo>
                    <a:pt x="863" y="523"/>
                  </a:lnTo>
                  <a:lnTo>
                    <a:pt x="863" y="523"/>
                  </a:lnTo>
                  <a:lnTo>
                    <a:pt x="869" y="520"/>
                  </a:lnTo>
                  <a:lnTo>
                    <a:pt x="869" y="520"/>
                  </a:lnTo>
                  <a:lnTo>
                    <a:pt x="871" y="518"/>
                  </a:lnTo>
                  <a:lnTo>
                    <a:pt x="871" y="518"/>
                  </a:lnTo>
                  <a:lnTo>
                    <a:pt x="873" y="514"/>
                  </a:lnTo>
                  <a:lnTo>
                    <a:pt x="875" y="514"/>
                  </a:lnTo>
                  <a:lnTo>
                    <a:pt x="876" y="513"/>
                  </a:lnTo>
                  <a:lnTo>
                    <a:pt x="876" y="513"/>
                  </a:lnTo>
                  <a:lnTo>
                    <a:pt x="876" y="511"/>
                  </a:lnTo>
                  <a:lnTo>
                    <a:pt x="873" y="511"/>
                  </a:lnTo>
                  <a:lnTo>
                    <a:pt x="873" y="511"/>
                  </a:lnTo>
                  <a:lnTo>
                    <a:pt x="873" y="511"/>
                  </a:lnTo>
                  <a:lnTo>
                    <a:pt x="875" y="511"/>
                  </a:lnTo>
                  <a:lnTo>
                    <a:pt x="875" y="509"/>
                  </a:lnTo>
                  <a:lnTo>
                    <a:pt x="875" y="509"/>
                  </a:lnTo>
                  <a:lnTo>
                    <a:pt x="876" y="509"/>
                  </a:lnTo>
                  <a:lnTo>
                    <a:pt x="876" y="508"/>
                  </a:lnTo>
                  <a:lnTo>
                    <a:pt x="876" y="509"/>
                  </a:lnTo>
                  <a:lnTo>
                    <a:pt x="880" y="508"/>
                  </a:lnTo>
                  <a:lnTo>
                    <a:pt x="881" y="508"/>
                  </a:lnTo>
                  <a:lnTo>
                    <a:pt x="881" y="506"/>
                  </a:lnTo>
                  <a:lnTo>
                    <a:pt x="880" y="506"/>
                  </a:lnTo>
                  <a:lnTo>
                    <a:pt x="875" y="506"/>
                  </a:lnTo>
                  <a:lnTo>
                    <a:pt x="873" y="508"/>
                  </a:lnTo>
                  <a:lnTo>
                    <a:pt x="873" y="508"/>
                  </a:lnTo>
                  <a:lnTo>
                    <a:pt x="873" y="506"/>
                  </a:lnTo>
                  <a:lnTo>
                    <a:pt x="871" y="506"/>
                  </a:lnTo>
                  <a:lnTo>
                    <a:pt x="869" y="506"/>
                  </a:lnTo>
                  <a:lnTo>
                    <a:pt x="869" y="504"/>
                  </a:lnTo>
                  <a:lnTo>
                    <a:pt x="871" y="504"/>
                  </a:lnTo>
                  <a:lnTo>
                    <a:pt x="873" y="504"/>
                  </a:lnTo>
                  <a:lnTo>
                    <a:pt x="875" y="504"/>
                  </a:lnTo>
                  <a:lnTo>
                    <a:pt x="876" y="503"/>
                  </a:lnTo>
                  <a:lnTo>
                    <a:pt x="876" y="503"/>
                  </a:lnTo>
                  <a:lnTo>
                    <a:pt x="876" y="501"/>
                  </a:lnTo>
                  <a:lnTo>
                    <a:pt x="878" y="501"/>
                  </a:lnTo>
                  <a:lnTo>
                    <a:pt x="880" y="501"/>
                  </a:lnTo>
                  <a:lnTo>
                    <a:pt x="881" y="504"/>
                  </a:lnTo>
                  <a:lnTo>
                    <a:pt x="883" y="504"/>
                  </a:lnTo>
                  <a:lnTo>
                    <a:pt x="883" y="504"/>
                  </a:lnTo>
                  <a:lnTo>
                    <a:pt x="883" y="503"/>
                  </a:lnTo>
                  <a:lnTo>
                    <a:pt x="885" y="501"/>
                  </a:lnTo>
                  <a:lnTo>
                    <a:pt x="885" y="499"/>
                  </a:lnTo>
                  <a:lnTo>
                    <a:pt x="886" y="496"/>
                  </a:lnTo>
                  <a:lnTo>
                    <a:pt x="886" y="494"/>
                  </a:lnTo>
                  <a:lnTo>
                    <a:pt x="885" y="492"/>
                  </a:lnTo>
                  <a:lnTo>
                    <a:pt x="885" y="492"/>
                  </a:lnTo>
                  <a:lnTo>
                    <a:pt x="885" y="494"/>
                  </a:lnTo>
                  <a:lnTo>
                    <a:pt x="885" y="494"/>
                  </a:lnTo>
                  <a:lnTo>
                    <a:pt x="883" y="494"/>
                  </a:lnTo>
                  <a:lnTo>
                    <a:pt x="881" y="492"/>
                  </a:lnTo>
                  <a:lnTo>
                    <a:pt x="881" y="492"/>
                  </a:lnTo>
                  <a:lnTo>
                    <a:pt x="883" y="491"/>
                  </a:lnTo>
                  <a:lnTo>
                    <a:pt x="883" y="489"/>
                  </a:lnTo>
                  <a:lnTo>
                    <a:pt x="885" y="489"/>
                  </a:lnTo>
                  <a:lnTo>
                    <a:pt x="886" y="489"/>
                  </a:lnTo>
                  <a:lnTo>
                    <a:pt x="886" y="489"/>
                  </a:lnTo>
                  <a:lnTo>
                    <a:pt x="888" y="486"/>
                  </a:lnTo>
                  <a:lnTo>
                    <a:pt x="888" y="484"/>
                  </a:lnTo>
                  <a:lnTo>
                    <a:pt x="888" y="482"/>
                  </a:lnTo>
                  <a:lnTo>
                    <a:pt x="888" y="482"/>
                  </a:lnTo>
                  <a:lnTo>
                    <a:pt x="886" y="480"/>
                  </a:lnTo>
                  <a:lnTo>
                    <a:pt x="886" y="480"/>
                  </a:lnTo>
                  <a:lnTo>
                    <a:pt x="890" y="479"/>
                  </a:lnTo>
                  <a:lnTo>
                    <a:pt x="888" y="477"/>
                  </a:lnTo>
                  <a:lnTo>
                    <a:pt x="890" y="474"/>
                  </a:lnTo>
                  <a:lnTo>
                    <a:pt x="890" y="470"/>
                  </a:lnTo>
                  <a:lnTo>
                    <a:pt x="890" y="472"/>
                  </a:lnTo>
                  <a:lnTo>
                    <a:pt x="888" y="474"/>
                  </a:lnTo>
                  <a:lnTo>
                    <a:pt x="886" y="475"/>
                  </a:lnTo>
                  <a:lnTo>
                    <a:pt x="885" y="475"/>
                  </a:lnTo>
                  <a:lnTo>
                    <a:pt x="886" y="474"/>
                  </a:lnTo>
                  <a:lnTo>
                    <a:pt x="888" y="470"/>
                  </a:lnTo>
                  <a:lnTo>
                    <a:pt x="888" y="469"/>
                  </a:lnTo>
                  <a:lnTo>
                    <a:pt x="886" y="469"/>
                  </a:lnTo>
                  <a:lnTo>
                    <a:pt x="883" y="470"/>
                  </a:lnTo>
                  <a:lnTo>
                    <a:pt x="880" y="470"/>
                  </a:lnTo>
                  <a:lnTo>
                    <a:pt x="880" y="470"/>
                  </a:lnTo>
                  <a:lnTo>
                    <a:pt x="881" y="470"/>
                  </a:lnTo>
                  <a:lnTo>
                    <a:pt x="881" y="470"/>
                  </a:lnTo>
                  <a:lnTo>
                    <a:pt x="881" y="469"/>
                  </a:lnTo>
                  <a:lnTo>
                    <a:pt x="883" y="469"/>
                  </a:lnTo>
                  <a:lnTo>
                    <a:pt x="881" y="467"/>
                  </a:lnTo>
                  <a:lnTo>
                    <a:pt x="880" y="467"/>
                  </a:lnTo>
                  <a:lnTo>
                    <a:pt x="881" y="465"/>
                  </a:lnTo>
                  <a:lnTo>
                    <a:pt x="881" y="464"/>
                  </a:lnTo>
                  <a:lnTo>
                    <a:pt x="883" y="465"/>
                  </a:lnTo>
                  <a:lnTo>
                    <a:pt x="883" y="467"/>
                  </a:lnTo>
                  <a:lnTo>
                    <a:pt x="885" y="467"/>
                  </a:lnTo>
                  <a:lnTo>
                    <a:pt x="888" y="465"/>
                  </a:lnTo>
                  <a:lnTo>
                    <a:pt x="888" y="465"/>
                  </a:lnTo>
                  <a:lnTo>
                    <a:pt x="890" y="465"/>
                  </a:lnTo>
                  <a:lnTo>
                    <a:pt x="892" y="467"/>
                  </a:lnTo>
                  <a:lnTo>
                    <a:pt x="892" y="465"/>
                  </a:lnTo>
                  <a:lnTo>
                    <a:pt x="893" y="465"/>
                  </a:lnTo>
                  <a:lnTo>
                    <a:pt x="893" y="464"/>
                  </a:lnTo>
                  <a:lnTo>
                    <a:pt x="897" y="465"/>
                  </a:lnTo>
                  <a:lnTo>
                    <a:pt x="897" y="464"/>
                  </a:lnTo>
                  <a:lnTo>
                    <a:pt x="897" y="464"/>
                  </a:lnTo>
                  <a:lnTo>
                    <a:pt x="898" y="464"/>
                  </a:lnTo>
                  <a:lnTo>
                    <a:pt x="898" y="464"/>
                  </a:lnTo>
                  <a:lnTo>
                    <a:pt x="898" y="462"/>
                  </a:lnTo>
                  <a:lnTo>
                    <a:pt x="900" y="462"/>
                  </a:lnTo>
                  <a:lnTo>
                    <a:pt x="900" y="462"/>
                  </a:lnTo>
                  <a:lnTo>
                    <a:pt x="900" y="460"/>
                  </a:lnTo>
                  <a:lnTo>
                    <a:pt x="900" y="460"/>
                  </a:lnTo>
                  <a:lnTo>
                    <a:pt x="900" y="458"/>
                  </a:lnTo>
                  <a:lnTo>
                    <a:pt x="900" y="458"/>
                  </a:lnTo>
                  <a:lnTo>
                    <a:pt x="900" y="458"/>
                  </a:lnTo>
                  <a:lnTo>
                    <a:pt x="900" y="457"/>
                  </a:lnTo>
                  <a:lnTo>
                    <a:pt x="900" y="457"/>
                  </a:lnTo>
                  <a:lnTo>
                    <a:pt x="902" y="453"/>
                  </a:lnTo>
                  <a:lnTo>
                    <a:pt x="903" y="453"/>
                  </a:lnTo>
                  <a:lnTo>
                    <a:pt x="905" y="450"/>
                  </a:lnTo>
                  <a:lnTo>
                    <a:pt x="905" y="450"/>
                  </a:lnTo>
                  <a:lnTo>
                    <a:pt x="903" y="450"/>
                  </a:lnTo>
                  <a:lnTo>
                    <a:pt x="903" y="450"/>
                  </a:lnTo>
                  <a:lnTo>
                    <a:pt x="902" y="452"/>
                  </a:lnTo>
                  <a:lnTo>
                    <a:pt x="900" y="450"/>
                  </a:lnTo>
                  <a:lnTo>
                    <a:pt x="900" y="450"/>
                  </a:lnTo>
                  <a:lnTo>
                    <a:pt x="898" y="450"/>
                  </a:lnTo>
                  <a:lnTo>
                    <a:pt x="898" y="448"/>
                  </a:lnTo>
                  <a:lnTo>
                    <a:pt x="900" y="448"/>
                  </a:lnTo>
                  <a:lnTo>
                    <a:pt x="900" y="448"/>
                  </a:lnTo>
                  <a:lnTo>
                    <a:pt x="902" y="447"/>
                  </a:lnTo>
                  <a:lnTo>
                    <a:pt x="902" y="447"/>
                  </a:lnTo>
                  <a:lnTo>
                    <a:pt x="902" y="447"/>
                  </a:lnTo>
                  <a:lnTo>
                    <a:pt x="900" y="447"/>
                  </a:lnTo>
                  <a:lnTo>
                    <a:pt x="900" y="445"/>
                  </a:lnTo>
                  <a:lnTo>
                    <a:pt x="903" y="443"/>
                  </a:lnTo>
                  <a:lnTo>
                    <a:pt x="907" y="441"/>
                  </a:lnTo>
                  <a:lnTo>
                    <a:pt x="909" y="443"/>
                  </a:lnTo>
                  <a:lnTo>
                    <a:pt x="907" y="445"/>
                  </a:lnTo>
                  <a:lnTo>
                    <a:pt x="907" y="447"/>
                  </a:lnTo>
                  <a:lnTo>
                    <a:pt x="907" y="448"/>
                  </a:lnTo>
                  <a:lnTo>
                    <a:pt x="907" y="447"/>
                  </a:lnTo>
                  <a:lnTo>
                    <a:pt x="910" y="443"/>
                  </a:lnTo>
                  <a:lnTo>
                    <a:pt x="910" y="443"/>
                  </a:lnTo>
                  <a:lnTo>
                    <a:pt x="910" y="441"/>
                  </a:lnTo>
                  <a:lnTo>
                    <a:pt x="910" y="440"/>
                  </a:lnTo>
                  <a:lnTo>
                    <a:pt x="914" y="438"/>
                  </a:lnTo>
                  <a:lnTo>
                    <a:pt x="914" y="436"/>
                  </a:lnTo>
                  <a:lnTo>
                    <a:pt x="915" y="435"/>
                  </a:lnTo>
                  <a:lnTo>
                    <a:pt x="915" y="433"/>
                  </a:lnTo>
                  <a:lnTo>
                    <a:pt x="915" y="431"/>
                  </a:lnTo>
                  <a:lnTo>
                    <a:pt x="917" y="431"/>
                  </a:lnTo>
                  <a:lnTo>
                    <a:pt x="917" y="430"/>
                  </a:lnTo>
                  <a:lnTo>
                    <a:pt x="919" y="430"/>
                  </a:lnTo>
                  <a:lnTo>
                    <a:pt x="919" y="424"/>
                  </a:lnTo>
                  <a:lnTo>
                    <a:pt x="919" y="423"/>
                  </a:lnTo>
                  <a:lnTo>
                    <a:pt x="919" y="423"/>
                  </a:lnTo>
                  <a:lnTo>
                    <a:pt x="922" y="421"/>
                  </a:lnTo>
                  <a:lnTo>
                    <a:pt x="924" y="421"/>
                  </a:lnTo>
                  <a:lnTo>
                    <a:pt x="924" y="419"/>
                  </a:lnTo>
                  <a:lnTo>
                    <a:pt x="924" y="418"/>
                  </a:lnTo>
                  <a:lnTo>
                    <a:pt x="925" y="416"/>
                  </a:lnTo>
                  <a:lnTo>
                    <a:pt x="925" y="416"/>
                  </a:lnTo>
                  <a:lnTo>
                    <a:pt x="927" y="414"/>
                  </a:lnTo>
                  <a:lnTo>
                    <a:pt x="927" y="414"/>
                  </a:lnTo>
                  <a:lnTo>
                    <a:pt x="929" y="413"/>
                  </a:lnTo>
                  <a:lnTo>
                    <a:pt x="929" y="413"/>
                  </a:lnTo>
                  <a:lnTo>
                    <a:pt x="931" y="411"/>
                  </a:lnTo>
                  <a:lnTo>
                    <a:pt x="931" y="407"/>
                  </a:lnTo>
                  <a:lnTo>
                    <a:pt x="932" y="407"/>
                  </a:lnTo>
                  <a:lnTo>
                    <a:pt x="934" y="407"/>
                  </a:lnTo>
                  <a:lnTo>
                    <a:pt x="939" y="406"/>
                  </a:lnTo>
                  <a:lnTo>
                    <a:pt x="942" y="404"/>
                  </a:lnTo>
                  <a:lnTo>
                    <a:pt x="946" y="402"/>
                  </a:lnTo>
                  <a:lnTo>
                    <a:pt x="953" y="401"/>
                  </a:lnTo>
                  <a:lnTo>
                    <a:pt x="956" y="401"/>
                  </a:lnTo>
                  <a:lnTo>
                    <a:pt x="958" y="401"/>
                  </a:lnTo>
                  <a:lnTo>
                    <a:pt x="958" y="401"/>
                  </a:lnTo>
                  <a:lnTo>
                    <a:pt x="958" y="399"/>
                  </a:lnTo>
                  <a:lnTo>
                    <a:pt x="959" y="399"/>
                  </a:lnTo>
                  <a:lnTo>
                    <a:pt x="959" y="399"/>
                  </a:lnTo>
                  <a:lnTo>
                    <a:pt x="961" y="399"/>
                  </a:lnTo>
                  <a:lnTo>
                    <a:pt x="963" y="399"/>
                  </a:lnTo>
                  <a:lnTo>
                    <a:pt x="963" y="397"/>
                  </a:lnTo>
                  <a:lnTo>
                    <a:pt x="963" y="396"/>
                  </a:lnTo>
                  <a:lnTo>
                    <a:pt x="963" y="396"/>
                  </a:lnTo>
                  <a:lnTo>
                    <a:pt x="965" y="396"/>
                  </a:lnTo>
                  <a:lnTo>
                    <a:pt x="963" y="394"/>
                  </a:lnTo>
                  <a:lnTo>
                    <a:pt x="963" y="394"/>
                  </a:lnTo>
                  <a:lnTo>
                    <a:pt x="961" y="394"/>
                  </a:lnTo>
                  <a:lnTo>
                    <a:pt x="954" y="394"/>
                  </a:lnTo>
                  <a:lnTo>
                    <a:pt x="954" y="394"/>
                  </a:lnTo>
                  <a:lnTo>
                    <a:pt x="953" y="392"/>
                  </a:lnTo>
                  <a:lnTo>
                    <a:pt x="956" y="390"/>
                  </a:lnTo>
                  <a:lnTo>
                    <a:pt x="956" y="390"/>
                  </a:lnTo>
                  <a:lnTo>
                    <a:pt x="958" y="389"/>
                  </a:lnTo>
                  <a:lnTo>
                    <a:pt x="959" y="389"/>
                  </a:lnTo>
                  <a:lnTo>
                    <a:pt x="959" y="389"/>
                  </a:lnTo>
                  <a:lnTo>
                    <a:pt x="961" y="390"/>
                  </a:lnTo>
                  <a:lnTo>
                    <a:pt x="961" y="390"/>
                  </a:lnTo>
                  <a:lnTo>
                    <a:pt x="963" y="390"/>
                  </a:lnTo>
                  <a:lnTo>
                    <a:pt x="963" y="390"/>
                  </a:lnTo>
                  <a:lnTo>
                    <a:pt x="963" y="392"/>
                  </a:lnTo>
                  <a:lnTo>
                    <a:pt x="965" y="392"/>
                  </a:lnTo>
                  <a:lnTo>
                    <a:pt x="965" y="392"/>
                  </a:lnTo>
                  <a:lnTo>
                    <a:pt x="966" y="392"/>
                  </a:lnTo>
                  <a:lnTo>
                    <a:pt x="966" y="392"/>
                  </a:lnTo>
                  <a:lnTo>
                    <a:pt x="965" y="390"/>
                  </a:lnTo>
                  <a:lnTo>
                    <a:pt x="965" y="389"/>
                  </a:lnTo>
                  <a:lnTo>
                    <a:pt x="966" y="387"/>
                  </a:lnTo>
                  <a:lnTo>
                    <a:pt x="968" y="385"/>
                  </a:lnTo>
                  <a:lnTo>
                    <a:pt x="971" y="384"/>
                  </a:lnTo>
                  <a:lnTo>
                    <a:pt x="973" y="384"/>
                  </a:lnTo>
                  <a:lnTo>
                    <a:pt x="976" y="379"/>
                  </a:lnTo>
                  <a:lnTo>
                    <a:pt x="978" y="377"/>
                  </a:lnTo>
                  <a:lnTo>
                    <a:pt x="982" y="375"/>
                  </a:lnTo>
                  <a:lnTo>
                    <a:pt x="993" y="370"/>
                  </a:lnTo>
                  <a:lnTo>
                    <a:pt x="993" y="368"/>
                  </a:lnTo>
                  <a:lnTo>
                    <a:pt x="993" y="367"/>
                  </a:lnTo>
                  <a:lnTo>
                    <a:pt x="993" y="365"/>
                  </a:lnTo>
                  <a:lnTo>
                    <a:pt x="993" y="363"/>
                  </a:lnTo>
                  <a:lnTo>
                    <a:pt x="993" y="363"/>
                  </a:lnTo>
                  <a:lnTo>
                    <a:pt x="993" y="362"/>
                  </a:lnTo>
                  <a:lnTo>
                    <a:pt x="993" y="362"/>
                  </a:lnTo>
                  <a:lnTo>
                    <a:pt x="993" y="362"/>
                  </a:lnTo>
                  <a:lnTo>
                    <a:pt x="995" y="360"/>
                  </a:lnTo>
                  <a:lnTo>
                    <a:pt x="995" y="360"/>
                  </a:lnTo>
                  <a:lnTo>
                    <a:pt x="995" y="360"/>
                  </a:lnTo>
                  <a:lnTo>
                    <a:pt x="993" y="358"/>
                  </a:lnTo>
                  <a:lnTo>
                    <a:pt x="993" y="358"/>
                  </a:lnTo>
                  <a:lnTo>
                    <a:pt x="993" y="357"/>
                  </a:lnTo>
                  <a:lnTo>
                    <a:pt x="993" y="355"/>
                  </a:lnTo>
                  <a:lnTo>
                    <a:pt x="993" y="355"/>
                  </a:lnTo>
                  <a:lnTo>
                    <a:pt x="993" y="353"/>
                  </a:lnTo>
                  <a:lnTo>
                    <a:pt x="995" y="351"/>
                  </a:lnTo>
                  <a:lnTo>
                    <a:pt x="995" y="351"/>
                  </a:lnTo>
                  <a:lnTo>
                    <a:pt x="997" y="350"/>
                  </a:lnTo>
                  <a:lnTo>
                    <a:pt x="997" y="350"/>
                  </a:lnTo>
                  <a:lnTo>
                    <a:pt x="995" y="350"/>
                  </a:lnTo>
                  <a:lnTo>
                    <a:pt x="995" y="348"/>
                  </a:lnTo>
                  <a:lnTo>
                    <a:pt x="993" y="346"/>
                  </a:lnTo>
                  <a:lnTo>
                    <a:pt x="992" y="345"/>
                  </a:lnTo>
                  <a:lnTo>
                    <a:pt x="992" y="345"/>
                  </a:lnTo>
                  <a:lnTo>
                    <a:pt x="992" y="343"/>
                  </a:lnTo>
                  <a:lnTo>
                    <a:pt x="992" y="341"/>
                  </a:lnTo>
                  <a:lnTo>
                    <a:pt x="995" y="336"/>
                  </a:lnTo>
                  <a:lnTo>
                    <a:pt x="995" y="334"/>
                  </a:lnTo>
                  <a:lnTo>
                    <a:pt x="997" y="333"/>
                  </a:lnTo>
                  <a:lnTo>
                    <a:pt x="1004" y="324"/>
                  </a:lnTo>
                  <a:lnTo>
                    <a:pt x="1007" y="323"/>
                  </a:lnTo>
                  <a:lnTo>
                    <a:pt x="1012" y="319"/>
                  </a:lnTo>
                  <a:lnTo>
                    <a:pt x="1014" y="317"/>
                  </a:lnTo>
                  <a:lnTo>
                    <a:pt x="1012" y="316"/>
                  </a:lnTo>
                  <a:lnTo>
                    <a:pt x="1014" y="314"/>
                  </a:lnTo>
                  <a:lnTo>
                    <a:pt x="1017" y="309"/>
                  </a:lnTo>
                  <a:lnTo>
                    <a:pt x="1019" y="309"/>
                  </a:lnTo>
                  <a:lnTo>
                    <a:pt x="1019" y="307"/>
                  </a:lnTo>
                  <a:lnTo>
                    <a:pt x="1019" y="307"/>
                  </a:lnTo>
                  <a:lnTo>
                    <a:pt x="1019" y="307"/>
                  </a:lnTo>
                  <a:lnTo>
                    <a:pt x="1019" y="307"/>
                  </a:lnTo>
                  <a:lnTo>
                    <a:pt x="1019" y="306"/>
                  </a:lnTo>
                  <a:lnTo>
                    <a:pt x="1019" y="304"/>
                  </a:lnTo>
                  <a:lnTo>
                    <a:pt x="1019" y="304"/>
                  </a:lnTo>
                  <a:lnTo>
                    <a:pt x="1021" y="302"/>
                  </a:lnTo>
                  <a:lnTo>
                    <a:pt x="1022" y="302"/>
                  </a:lnTo>
                  <a:lnTo>
                    <a:pt x="1021" y="299"/>
                  </a:lnTo>
                  <a:lnTo>
                    <a:pt x="1022" y="295"/>
                  </a:lnTo>
                  <a:lnTo>
                    <a:pt x="1024" y="292"/>
                  </a:lnTo>
                  <a:lnTo>
                    <a:pt x="1026" y="290"/>
                  </a:lnTo>
                  <a:lnTo>
                    <a:pt x="1027" y="289"/>
                  </a:lnTo>
                  <a:lnTo>
                    <a:pt x="1029" y="287"/>
                  </a:lnTo>
                  <a:lnTo>
                    <a:pt x="1029" y="285"/>
                  </a:lnTo>
                  <a:lnTo>
                    <a:pt x="1029" y="284"/>
                  </a:lnTo>
                  <a:lnTo>
                    <a:pt x="1027" y="282"/>
                  </a:lnTo>
                  <a:lnTo>
                    <a:pt x="1027" y="282"/>
                  </a:lnTo>
                  <a:lnTo>
                    <a:pt x="1027" y="280"/>
                  </a:lnTo>
                  <a:lnTo>
                    <a:pt x="1027" y="280"/>
                  </a:lnTo>
                  <a:lnTo>
                    <a:pt x="1031" y="273"/>
                  </a:lnTo>
                  <a:lnTo>
                    <a:pt x="1031" y="272"/>
                  </a:lnTo>
                  <a:lnTo>
                    <a:pt x="1031" y="267"/>
                  </a:lnTo>
                  <a:lnTo>
                    <a:pt x="1031" y="265"/>
                  </a:lnTo>
                  <a:lnTo>
                    <a:pt x="1032" y="261"/>
                  </a:lnTo>
                  <a:lnTo>
                    <a:pt x="1036" y="255"/>
                  </a:lnTo>
                  <a:lnTo>
                    <a:pt x="1038" y="255"/>
                  </a:lnTo>
                  <a:lnTo>
                    <a:pt x="1038" y="253"/>
                  </a:lnTo>
                  <a:lnTo>
                    <a:pt x="1039" y="251"/>
                  </a:lnTo>
                  <a:lnTo>
                    <a:pt x="1039" y="250"/>
                  </a:lnTo>
                  <a:lnTo>
                    <a:pt x="1038" y="250"/>
                  </a:lnTo>
                  <a:lnTo>
                    <a:pt x="1038" y="248"/>
                  </a:lnTo>
                  <a:lnTo>
                    <a:pt x="1038" y="246"/>
                  </a:lnTo>
                  <a:lnTo>
                    <a:pt x="1038" y="244"/>
                  </a:lnTo>
                  <a:lnTo>
                    <a:pt x="1039" y="241"/>
                  </a:lnTo>
                  <a:lnTo>
                    <a:pt x="1041" y="241"/>
                  </a:lnTo>
                  <a:lnTo>
                    <a:pt x="1041" y="239"/>
                  </a:lnTo>
                  <a:lnTo>
                    <a:pt x="1041" y="238"/>
                  </a:lnTo>
                  <a:lnTo>
                    <a:pt x="1041" y="238"/>
                  </a:lnTo>
                  <a:lnTo>
                    <a:pt x="1039" y="236"/>
                  </a:lnTo>
                  <a:lnTo>
                    <a:pt x="1039" y="236"/>
                  </a:lnTo>
                  <a:lnTo>
                    <a:pt x="1039" y="236"/>
                  </a:lnTo>
                  <a:lnTo>
                    <a:pt x="1039" y="238"/>
                  </a:lnTo>
                  <a:lnTo>
                    <a:pt x="1038" y="238"/>
                  </a:lnTo>
                  <a:lnTo>
                    <a:pt x="1036" y="236"/>
                  </a:lnTo>
                  <a:lnTo>
                    <a:pt x="1036" y="236"/>
                  </a:lnTo>
                  <a:lnTo>
                    <a:pt x="1036" y="236"/>
                  </a:lnTo>
                  <a:lnTo>
                    <a:pt x="1036" y="234"/>
                  </a:lnTo>
                  <a:lnTo>
                    <a:pt x="1036" y="234"/>
                  </a:lnTo>
                  <a:lnTo>
                    <a:pt x="1034" y="231"/>
                  </a:lnTo>
                  <a:lnTo>
                    <a:pt x="1034" y="217"/>
                  </a:lnTo>
                  <a:lnTo>
                    <a:pt x="1034" y="216"/>
                  </a:lnTo>
                  <a:lnTo>
                    <a:pt x="1034" y="216"/>
                  </a:lnTo>
                  <a:lnTo>
                    <a:pt x="1034" y="214"/>
                  </a:lnTo>
                  <a:lnTo>
                    <a:pt x="1034" y="214"/>
                  </a:lnTo>
                  <a:lnTo>
                    <a:pt x="1036" y="202"/>
                  </a:lnTo>
                  <a:lnTo>
                    <a:pt x="1038" y="200"/>
                  </a:lnTo>
                  <a:lnTo>
                    <a:pt x="1039" y="197"/>
                  </a:lnTo>
                  <a:lnTo>
                    <a:pt x="1039" y="195"/>
                  </a:lnTo>
                  <a:lnTo>
                    <a:pt x="1041" y="194"/>
                  </a:lnTo>
                  <a:lnTo>
                    <a:pt x="1044" y="188"/>
                  </a:lnTo>
                  <a:lnTo>
                    <a:pt x="1046" y="185"/>
                  </a:lnTo>
                  <a:lnTo>
                    <a:pt x="1044" y="182"/>
                  </a:lnTo>
                  <a:lnTo>
                    <a:pt x="1049" y="175"/>
                  </a:lnTo>
                  <a:lnTo>
                    <a:pt x="1051" y="171"/>
                  </a:lnTo>
                  <a:lnTo>
                    <a:pt x="1051" y="166"/>
                  </a:lnTo>
                  <a:lnTo>
                    <a:pt x="1049" y="165"/>
                  </a:lnTo>
                  <a:lnTo>
                    <a:pt x="1049" y="163"/>
                  </a:lnTo>
                  <a:lnTo>
                    <a:pt x="1051" y="163"/>
                  </a:lnTo>
                  <a:lnTo>
                    <a:pt x="1051" y="161"/>
                  </a:lnTo>
                  <a:lnTo>
                    <a:pt x="1051" y="160"/>
                  </a:lnTo>
                  <a:lnTo>
                    <a:pt x="1053" y="160"/>
                  </a:lnTo>
                  <a:lnTo>
                    <a:pt x="1055" y="154"/>
                  </a:lnTo>
                  <a:lnTo>
                    <a:pt x="1056" y="153"/>
                  </a:lnTo>
                  <a:lnTo>
                    <a:pt x="1056" y="151"/>
                  </a:lnTo>
                  <a:lnTo>
                    <a:pt x="1056" y="148"/>
                  </a:lnTo>
                  <a:lnTo>
                    <a:pt x="1056" y="148"/>
                  </a:lnTo>
                  <a:lnTo>
                    <a:pt x="1058" y="146"/>
                  </a:lnTo>
                  <a:lnTo>
                    <a:pt x="1058" y="144"/>
                  </a:lnTo>
                  <a:lnTo>
                    <a:pt x="1058" y="141"/>
                  </a:lnTo>
                  <a:lnTo>
                    <a:pt x="1058" y="141"/>
                  </a:lnTo>
                  <a:lnTo>
                    <a:pt x="1058" y="139"/>
                  </a:lnTo>
                  <a:lnTo>
                    <a:pt x="1058" y="137"/>
                  </a:lnTo>
                  <a:lnTo>
                    <a:pt x="1061" y="134"/>
                  </a:lnTo>
                  <a:lnTo>
                    <a:pt x="1061" y="132"/>
                  </a:lnTo>
                  <a:lnTo>
                    <a:pt x="1060" y="131"/>
                  </a:lnTo>
                  <a:lnTo>
                    <a:pt x="1060" y="129"/>
                  </a:lnTo>
                  <a:lnTo>
                    <a:pt x="1060" y="129"/>
                  </a:lnTo>
                  <a:lnTo>
                    <a:pt x="1061" y="127"/>
                  </a:lnTo>
                  <a:lnTo>
                    <a:pt x="1061" y="127"/>
                  </a:lnTo>
                  <a:lnTo>
                    <a:pt x="1061" y="127"/>
                  </a:lnTo>
                  <a:lnTo>
                    <a:pt x="1061" y="126"/>
                  </a:lnTo>
                  <a:lnTo>
                    <a:pt x="1061" y="126"/>
                  </a:lnTo>
                  <a:lnTo>
                    <a:pt x="1061" y="124"/>
                  </a:lnTo>
                  <a:lnTo>
                    <a:pt x="1061" y="122"/>
                  </a:lnTo>
                  <a:lnTo>
                    <a:pt x="1063" y="120"/>
                  </a:lnTo>
                  <a:lnTo>
                    <a:pt x="1063" y="115"/>
                  </a:lnTo>
                  <a:lnTo>
                    <a:pt x="1065" y="114"/>
                  </a:lnTo>
                  <a:lnTo>
                    <a:pt x="1065" y="114"/>
                  </a:lnTo>
                  <a:lnTo>
                    <a:pt x="1063" y="112"/>
                  </a:lnTo>
                  <a:lnTo>
                    <a:pt x="1063" y="110"/>
                  </a:lnTo>
                  <a:lnTo>
                    <a:pt x="1065" y="109"/>
                  </a:lnTo>
                  <a:lnTo>
                    <a:pt x="1065" y="109"/>
                  </a:lnTo>
                  <a:lnTo>
                    <a:pt x="1065" y="107"/>
                  </a:lnTo>
                  <a:lnTo>
                    <a:pt x="1063" y="105"/>
                  </a:lnTo>
                  <a:lnTo>
                    <a:pt x="1063" y="102"/>
                  </a:lnTo>
                  <a:lnTo>
                    <a:pt x="1063" y="98"/>
                  </a:lnTo>
                  <a:lnTo>
                    <a:pt x="1065" y="95"/>
                  </a:lnTo>
                  <a:lnTo>
                    <a:pt x="1068" y="88"/>
                  </a:lnTo>
                  <a:lnTo>
                    <a:pt x="1070" y="88"/>
                  </a:lnTo>
                  <a:lnTo>
                    <a:pt x="1070" y="88"/>
                  </a:lnTo>
                  <a:lnTo>
                    <a:pt x="1072" y="87"/>
                  </a:lnTo>
                  <a:lnTo>
                    <a:pt x="1072" y="87"/>
                  </a:lnTo>
                  <a:lnTo>
                    <a:pt x="1072" y="87"/>
                  </a:lnTo>
                  <a:lnTo>
                    <a:pt x="1070" y="81"/>
                  </a:lnTo>
                  <a:lnTo>
                    <a:pt x="1070" y="81"/>
                  </a:lnTo>
                  <a:lnTo>
                    <a:pt x="1072" y="80"/>
                  </a:lnTo>
                  <a:lnTo>
                    <a:pt x="1072" y="76"/>
                  </a:lnTo>
                  <a:lnTo>
                    <a:pt x="1073" y="75"/>
                  </a:lnTo>
                  <a:lnTo>
                    <a:pt x="1078" y="70"/>
                  </a:lnTo>
                  <a:lnTo>
                    <a:pt x="1083" y="64"/>
                  </a:lnTo>
                  <a:lnTo>
                    <a:pt x="1085" y="63"/>
                  </a:lnTo>
                  <a:lnTo>
                    <a:pt x="1085" y="59"/>
                  </a:lnTo>
                  <a:lnTo>
                    <a:pt x="1085" y="56"/>
                  </a:lnTo>
                  <a:lnTo>
                    <a:pt x="1085" y="53"/>
                  </a:lnTo>
                  <a:lnTo>
                    <a:pt x="1087" y="51"/>
                  </a:lnTo>
                  <a:lnTo>
                    <a:pt x="1087" y="49"/>
                  </a:lnTo>
                  <a:lnTo>
                    <a:pt x="1087" y="49"/>
                  </a:lnTo>
                  <a:lnTo>
                    <a:pt x="1087" y="47"/>
                  </a:lnTo>
                  <a:lnTo>
                    <a:pt x="1087" y="47"/>
                  </a:lnTo>
                  <a:lnTo>
                    <a:pt x="1087" y="46"/>
                  </a:lnTo>
                  <a:lnTo>
                    <a:pt x="1087" y="44"/>
                  </a:lnTo>
                  <a:lnTo>
                    <a:pt x="1087" y="44"/>
                  </a:lnTo>
                  <a:close/>
                  <a:moveTo>
                    <a:pt x="696" y="390"/>
                  </a:moveTo>
                  <a:lnTo>
                    <a:pt x="698" y="390"/>
                  </a:lnTo>
                  <a:lnTo>
                    <a:pt x="700" y="389"/>
                  </a:lnTo>
                  <a:lnTo>
                    <a:pt x="701" y="385"/>
                  </a:lnTo>
                  <a:lnTo>
                    <a:pt x="703" y="385"/>
                  </a:lnTo>
                  <a:lnTo>
                    <a:pt x="703" y="384"/>
                  </a:lnTo>
                  <a:lnTo>
                    <a:pt x="705" y="384"/>
                  </a:lnTo>
                  <a:lnTo>
                    <a:pt x="706" y="384"/>
                  </a:lnTo>
                  <a:lnTo>
                    <a:pt x="708" y="385"/>
                  </a:lnTo>
                  <a:lnTo>
                    <a:pt x="708" y="385"/>
                  </a:lnTo>
                  <a:lnTo>
                    <a:pt x="710" y="385"/>
                  </a:lnTo>
                  <a:lnTo>
                    <a:pt x="710" y="384"/>
                  </a:lnTo>
                  <a:lnTo>
                    <a:pt x="710" y="380"/>
                  </a:lnTo>
                  <a:lnTo>
                    <a:pt x="712" y="379"/>
                  </a:lnTo>
                  <a:lnTo>
                    <a:pt x="713" y="377"/>
                  </a:lnTo>
                  <a:lnTo>
                    <a:pt x="713" y="384"/>
                  </a:lnTo>
                  <a:lnTo>
                    <a:pt x="713" y="385"/>
                  </a:lnTo>
                  <a:lnTo>
                    <a:pt x="713" y="385"/>
                  </a:lnTo>
                  <a:lnTo>
                    <a:pt x="715" y="384"/>
                  </a:lnTo>
                  <a:lnTo>
                    <a:pt x="715" y="385"/>
                  </a:lnTo>
                  <a:lnTo>
                    <a:pt x="715" y="387"/>
                  </a:lnTo>
                  <a:lnTo>
                    <a:pt x="713" y="387"/>
                  </a:lnTo>
                  <a:lnTo>
                    <a:pt x="712" y="387"/>
                  </a:lnTo>
                  <a:lnTo>
                    <a:pt x="712" y="387"/>
                  </a:lnTo>
                  <a:lnTo>
                    <a:pt x="710" y="389"/>
                  </a:lnTo>
                  <a:lnTo>
                    <a:pt x="710" y="389"/>
                  </a:lnTo>
                  <a:lnTo>
                    <a:pt x="708" y="389"/>
                  </a:lnTo>
                  <a:lnTo>
                    <a:pt x="706" y="389"/>
                  </a:lnTo>
                  <a:lnTo>
                    <a:pt x="706" y="387"/>
                  </a:lnTo>
                  <a:lnTo>
                    <a:pt x="705" y="387"/>
                  </a:lnTo>
                  <a:lnTo>
                    <a:pt x="703" y="387"/>
                  </a:lnTo>
                  <a:lnTo>
                    <a:pt x="703" y="389"/>
                  </a:lnTo>
                  <a:lnTo>
                    <a:pt x="705" y="392"/>
                  </a:lnTo>
                  <a:lnTo>
                    <a:pt x="706" y="394"/>
                  </a:lnTo>
                  <a:lnTo>
                    <a:pt x="710" y="396"/>
                  </a:lnTo>
                  <a:lnTo>
                    <a:pt x="710" y="396"/>
                  </a:lnTo>
                  <a:lnTo>
                    <a:pt x="710" y="397"/>
                  </a:lnTo>
                  <a:lnTo>
                    <a:pt x="708" y="397"/>
                  </a:lnTo>
                  <a:lnTo>
                    <a:pt x="708" y="397"/>
                  </a:lnTo>
                  <a:lnTo>
                    <a:pt x="706" y="396"/>
                  </a:lnTo>
                  <a:lnTo>
                    <a:pt x="705" y="397"/>
                  </a:lnTo>
                  <a:lnTo>
                    <a:pt x="705" y="397"/>
                  </a:lnTo>
                  <a:lnTo>
                    <a:pt x="705" y="399"/>
                  </a:lnTo>
                  <a:lnTo>
                    <a:pt x="706" y="399"/>
                  </a:lnTo>
                  <a:lnTo>
                    <a:pt x="708" y="399"/>
                  </a:lnTo>
                  <a:lnTo>
                    <a:pt x="710" y="399"/>
                  </a:lnTo>
                  <a:lnTo>
                    <a:pt x="710" y="401"/>
                  </a:lnTo>
                  <a:lnTo>
                    <a:pt x="712" y="401"/>
                  </a:lnTo>
                  <a:lnTo>
                    <a:pt x="710" y="402"/>
                  </a:lnTo>
                  <a:lnTo>
                    <a:pt x="710" y="402"/>
                  </a:lnTo>
                  <a:lnTo>
                    <a:pt x="710" y="402"/>
                  </a:lnTo>
                  <a:lnTo>
                    <a:pt x="710" y="409"/>
                  </a:lnTo>
                  <a:lnTo>
                    <a:pt x="710" y="411"/>
                  </a:lnTo>
                  <a:lnTo>
                    <a:pt x="708" y="411"/>
                  </a:lnTo>
                  <a:lnTo>
                    <a:pt x="708" y="411"/>
                  </a:lnTo>
                  <a:lnTo>
                    <a:pt x="708" y="409"/>
                  </a:lnTo>
                  <a:lnTo>
                    <a:pt x="708" y="407"/>
                  </a:lnTo>
                  <a:lnTo>
                    <a:pt x="708" y="406"/>
                  </a:lnTo>
                  <a:lnTo>
                    <a:pt x="708" y="404"/>
                  </a:lnTo>
                  <a:lnTo>
                    <a:pt x="708" y="402"/>
                  </a:lnTo>
                  <a:lnTo>
                    <a:pt x="706" y="401"/>
                  </a:lnTo>
                  <a:lnTo>
                    <a:pt x="703" y="401"/>
                  </a:lnTo>
                  <a:lnTo>
                    <a:pt x="701" y="399"/>
                  </a:lnTo>
                  <a:lnTo>
                    <a:pt x="703" y="397"/>
                  </a:lnTo>
                  <a:lnTo>
                    <a:pt x="703" y="396"/>
                  </a:lnTo>
                  <a:lnTo>
                    <a:pt x="701" y="396"/>
                  </a:lnTo>
                  <a:lnTo>
                    <a:pt x="700" y="397"/>
                  </a:lnTo>
                  <a:lnTo>
                    <a:pt x="700" y="394"/>
                  </a:lnTo>
                  <a:lnTo>
                    <a:pt x="700" y="392"/>
                  </a:lnTo>
                  <a:lnTo>
                    <a:pt x="698" y="392"/>
                  </a:lnTo>
                  <a:lnTo>
                    <a:pt x="698" y="394"/>
                  </a:lnTo>
                  <a:lnTo>
                    <a:pt x="696" y="394"/>
                  </a:lnTo>
                  <a:lnTo>
                    <a:pt x="696" y="392"/>
                  </a:lnTo>
                  <a:lnTo>
                    <a:pt x="696" y="390"/>
                  </a:lnTo>
                  <a:close/>
                  <a:moveTo>
                    <a:pt x="686" y="497"/>
                  </a:moveTo>
                  <a:lnTo>
                    <a:pt x="688" y="497"/>
                  </a:lnTo>
                  <a:lnTo>
                    <a:pt x="688" y="497"/>
                  </a:lnTo>
                  <a:lnTo>
                    <a:pt x="688" y="497"/>
                  </a:lnTo>
                  <a:lnTo>
                    <a:pt x="689" y="497"/>
                  </a:lnTo>
                  <a:lnTo>
                    <a:pt x="691" y="497"/>
                  </a:lnTo>
                  <a:lnTo>
                    <a:pt x="695" y="496"/>
                  </a:lnTo>
                  <a:lnTo>
                    <a:pt x="696" y="496"/>
                  </a:lnTo>
                  <a:lnTo>
                    <a:pt x="695" y="497"/>
                  </a:lnTo>
                  <a:lnTo>
                    <a:pt x="691" y="499"/>
                  </a:lnTo>
                  <a:lnTo>
                    <a:pt x="691" y="501"/>
                  </a:lnTo>
                  <a:lnTo>
                    <a:pt x="691" y="503"/>
                  </a:lnTo>
                  <a:lnTo>
                    <a:pt x="693" y="504"/>
                  </a:lnTo>
                  <a:lnTo>
                    <a:pt x="693" y="504"/>
                  </a:lnTo>
                  <a:lnTo>
                    <a:pt x="691" y="504"/>
                  </a:lnTo>
                  <a:lnTo>
                    <a:pt x="691" y="504"/>
                  </a:lnTo>
                  <a:lnTo>
                    <a:pt x="689" y="504"/>
                  </a:lnTo>
                  <a:lnTo>
                    <a:pt x="689" y="501"/>
                  </a:lnTo>
                  <a:lnTo>
                    <a:pt x="688" y="499"/>
                  </a:lnTo>
                  <a:lnTo>
                    <a:pt x="688" y="503"/>
                  </a:lnTo>
                  <a:lnTo>
                    <a:pt x="686" y="504"/>
                  </a:lnTo>
                  <a:lnTo>
                    <a:pt x="686" y="504"/>
                  </a:lnTo>
                  <a:lnTo>
                    <a:pt x="686" y="501"/>
                  </a:lnTo>
                  <a:lnTo>
                    <a:pt x="686" y="497"/>
                  </a:lnTo>
                  <a:close/>
                  <a:moveTo>
                    <a:pt x="723" y="620"/>
                  </a:moveTo>
                  <a:lnTo>
                    <a:pt x="722" y="620"/>
                  </a:lnTo>
                  <a:lnTo>
                    <a:pt x="722" y="621"/>
                  </a:lnTo>
                  <a:lnTo>
                    <a:pt x="720" y="621"/>
                  </a:lnTo>
                  <a:lnTo>
                    <a:pt x="720" y="621"/>
                  </a:lnTo>
                  <a:lnTo>
                    <a:pt x="718" y="621"/>
                  </a:lnTo>
                  <a:lnTo>
                    <a:pt x="713" y="621"/>
                  </a:lnTo>
                  <a:lnTo>
                    <a:pt x="712" y="621"/>
                  </a:lnTo>
                  <a:lnTo>
                    <a:pt x="712" y="621"/>
                  </a:lnTo>
                  <a:lnTo>
                    <a:pt x="710" y="621"/>
                  </a:lnTo>
                  <a:lnTo>
                    <a:pt x="710" y="623"/>
                  </a:lnTo>
                  <a:lnTo>
                    <a:pt x="710" y="623"/>
                  </a:lnTo>
                  <a:lnTo>
                    <a:pt x="708" y="623"/>
                  </a:lnTo>
                  <a:lnTo>
                    <a:pt x="708" y="623"/>
                  </a:lnTo>
                  <a:lnTo>
                    <a:pt x="706" y="623"/>
                  </a:lnTo>
                  <a:lnTo>
                    <a:pt x="706" y="623"/>
                  </a:lnTo>
                  <a:lnTo>
                    <a:pt x="706" y="623"/>
                  </a:lnTo>
                  <a:lnTo>
                    <a:pt x="705" y="623"/>
                  </a:lnTo>
                  <a:lnTo>
                    <a:pt x="705" y="623"/>
                  </a:lnTo>
                  <a:lnTo>
                    <a:pt x="705" y="623"/>
                  </a:lnTo>
                  <a:lnTo>
                    <a:pt x="703" y="627"/>
                  </a:lnTo>
                  <a:lnTo>
                    <a:pt x="703" y="627"/>
                  </a:lnTo>
                  <a:lnTo>
                    <a:pt x="701" y="627"/>
                  </a:lnTo>
                  <a:lnTo>
                    <a:pt x="701" y="627"/>
                  </a:lnTo>
                  <a:lnTo>
                    <a:pt x="701" y="628"/>
                  </a:lnTo>
                  <a:lnTo>
                    <a:pt x="701" y="628"/>
                  </a:lnTo>
                  <a:lnTo>
                    <a:pt x="701" y="628"/>
                  </a:lnTo>
                  <a:lnTo>
                    <a:pt x="701" y="628"/>
                  </a:lnTo>
                  <a:lnTo>
                    <a:pt x="701" y="630"/>
                  </a:lnTo>
                  <a:lnTo>
                    <a:pt x="701" y="630"/>
                  </a:lnTo>
                  <a:lnTo>
                    <a:pt x="701" y="632"/>
                  </a:lnTo>
                  <a:lnTo>
                    <a:pt x="700" y="632"/>
                  </a:lnTo>
                  <a:lnTo>
                    <a:pt x="700" y="632"/>
                  </a:lnTo>
                  <a:lnTo>
                    <a:pt x="701" y="633"/>
                  </a:lnTo>
                  <a:lnTo>
                    <a:pt x="701" y="633"/>
                  </a:lnTo>
                  <a:lnTo>
                    <a:pt x="701" y="633"/>
                  </a:lnTo>
                  <a:lnTo>
                    <a:pt x="701" y="635"/>
                  </a:lnTo>
                  <a:lnTo>
                    <a:pt x="701" y="635"/>
                  </a:lnTo>
                  <a:lnTo>
                    <a:pt x="701" y="637"/>
                  </a:lnTo>
                  <a:lnTo>
                    <a:pt x="700" y="638"/>
                  </a:lnTo>
                  <a:lnTo>
                    <a:pt x="700" y="640"/>
                  </a:lnTo>
                  <a:lnTo>
                    <a:pt x="700" y="640"/>
                  </a:lnTo>
                  <a:lnTo>
                    <a:pt x="700" y="640"/>
                  </a:lnTo>
                  <a:lnTo>
                    <a:pt x="696" y="642"/>
                  </a:lnTo>
                  <a:lnTo>
                    <a:pt x="696" y="642"/>
                  </a:lnTo>
                  <a:lnTo>
                    <a:pt x="696" y="644"/>
                  </a:lnTo>
                  <a:lnTo>
                    <a:pt x="696" y="645"/>
                  </a:lnTo>
                  <a:lnTo>
                    <a:pt x="696" y="650"/>
                  </a:lnTo>
                  <a:lnTo>
                    <a:pt x="698" y="652"/>
                  </a:lnTo>
                  <a:lnTo>
                    <a:pt x="698" y="654"/>
                  </a:lnTo>
                  <a:lnTo>
                    <a:pt x="696" y="655"/>
                  </a:lnTo>
                  <a:lnTo>
                    <a:pt x="696" y="657"/>
                  </a:lnTo>
                  <a:lnTo>
                    <a:pt x="696" y="657"/>
                  </a:lnTo>
                  <a:lnTo>
                    <a:pt x="698" y="660"/>
                  </a:lnTo>
                  <a:lnTo>
                    <a:pt x="698" y="662"/>
                  </a:lnTo>
                  <a:lnTo>
                    <a:pt x="698" y="662"/>
                  </a:lnTo>
                  <a:lnTo>
                    <a:pt x="698" y="664"/>
                  </a:lnTo>
                  <a:lnTo>
                    <a:pt x="696" y="664"/>
                  </a:lnTo>
                  <a:lnTo>
                    <a:pt x="696" y="666"/>
                  </a:lnTo>
                  <a:lnTo>
                    <a:pt x="696" y="666"/>
                  </a:lnTo>
                  <a:lnTo>
                    <a:pt x="696" y="666"/>
                  </a:lnTo>
                  <a:lnTo>
                    <a:pt x="695" y="666"/>
                  </a:lnTo>
                  <a:lnTo>
                    <a:pt x="695" y="666"/>
                  </a:lnTo>
                  <a:lnTo>
                    <a:pt x="695" y="667"/>
                  </a:lnTo>
                  <a:lnTo>
                    <a:pt x="695" y="667"/>
                  </a:lnTo>
                  <a:lnTo>
                    <a:pt x="693" y="669"/>
                  </a:lnTo>
                  <a:lnTo>
                    <a:pt x="693" y="669"/>
                  </a:lnTo>
                  <a:lnTo>
                    <a:pt x="693" y="669"/>
                  </a:lnTo>
                  <a:lnTo>
                    <a:pt x="693" y="669"/>
                  </a:lnTo>
                  <a:lnTo>
                    <a:pt x="693" y="669"/>
                  </a:lnTo>
                  <a:lnTo>
                    <a:pt x="691" y="669"/>
                  </a:lnTo>
                  <a:lnTo>
                    <a:pt x="691" y="669"/>
                  </a:lnTo>
                  <a:lnTo>
                    <a:pt x="689" y="669"/>
                  </a:lnTo>
                  <a:lnTo>
                    <a:pt x="684" y="667"/>
                  </a:lnTo>
                  <a:lnTo>
                    <a:pt x="683" y="667"/>
                  </a:lnTo>
                  <a:lnTo>
                    <a:pt x="683" y="666"/>
                  </a:lnTo>
                  <a:lnTo>
                    <a:pt x="683" y="666"/>
                  </a:lnTo>
                  <a:lnTo>
                    <a:pt x="683" y="666"/>
                  </a:lnTo>
                  <a:lnTo>
                    <a:pt x="681" y="662"/>
                  </a:lnTo>
                  <a:lnTo>
                    <a:pt x="679" y="660"/>
                  </a:lnTo>
                  <a:lnTo>
                    <a:pt x="679" y="657"/>
                  </a:lnTo>
                  <a:lnTo>
                    <a:pt x="679" y="654"/>
                  </a:lnTo>
                  <a:lnTo>
                    <a:pt x="679" y="654"/>
                  </a:lnTo>
                  <a:lnTo>
                    <a:pt x="679" y="654"/>
                  </a:lnTo>
                  <a:lnTo>
                    <a:pt x="678" y="654"/>
                  </a:lnTo>
                  <a:lnTo>
                    <a:pt x="678" y="654"/>
                  </a:lnTo>
                  <a:lnTo>
                    <a:pt x="678" y="654"/>
                  </a:lnTo>
                  <a:lnTo>
                    <a:pt x="676" y="654"/>
                  </a:lnTo>
                  <a:lnTo>
                    <a:pt x="676" y="655"/>
                  </a:lnTo>
                  <a:lnTo>
                    <a:pt x="676" y="655"/>
                  </a:lnTo>
                  <a:lnTo>
                    <a:pt x="676" y="655"/>
                  </a:lnTo>
                  <a:lnTo>
                    <a:pt x="674" y="655"/>
                  </a:lnTo>
                  <a:lnTo>
                    <a:pt x="674" y="655"/>
                  </a:lnTo>
                  <a:lnTo>
                    <a:pt x="674" y="655"/>
                  </a:lnTo>
                  <a:lnTo>
                    <a:pt x="671" y="652"/>
                  </a:lnTo>
                  <a:lnTo>
                    <a:pt x="671" y="652"/>
                  </a:lnTo>
                  <a:lnTo>
                    <a:pt x="671" y="652"/>
                  </a:lnTo>
                  <a:lnTo>
                    <a:pt x="671" y="650"/>
                  </a:lnTo>
                  <a:lnTo>
                    <a:pt x="671" y="650"/>
                  </a:lnTo>
                  <a:lnTo>
                    <a:pt x="671" y="649"/>
                  </a:lnTo>
                  <a:lnTo>
                    <a:pt x="671" y="649"/>
                  </a:lnTo>
                  <a:lnTo>
                    <a:pt x="671" y="649"/>
                  </a:lnTo>
                  <a:lnTo>
                    <a:pt x="669" y="647"/>
                  </a:lnTo>
                  <a:lnTo>
                    <a:pt x="669" y="647"/>
                  </a:lnTo>
                  <a:lnTo>
                    <a:pt x="669" y="645"/>
                  </a:lnTo>
                  <a:lnTo>
                    <a:pt x="669" y="644"/>
                  </a:lnTo>
                  <a:lnTo>
                    <a:pt x="669" y="642"/>
                  </a:lnTo>
                  <a:lnTo>
                    <a:pt x="669" y="640"/>
                  </a:lnTo>
                  <a:lnTo>
                    <a:pt x="669" y="638"/>
                  </a:lnTo>
                  <a:lnTo>
                    <a:pt x="669" y="635"/>
                  </a:lnTo>
                  <a:lnTo>
                    <a:pt x="669" y="633"/>
                  </a:lnTo>
                  <a:lnTo>
                    <a:pt x="669" y="630"/>
                  </a:lnTo>
                  <a:lnTo>
                    <a:pt x="671" y="627"/>
                  </a:lnTo>
                  <a:lnTo>
                    <a:pt x="671" y="627"/>
                  </a:lnTo>
                  <a:lnTo>
                    <a:pt x="671" y="623"/>
                  </a:lnTo>
                  <a:lnTo>
                    <a:pt x="672" y="623"/>
                  </a:lnTo>
                  <a:lnTo>
                    <a:pt x="672" y="623"/>
                  </a:lnTo>
                  <a:lnTo>
                    <a:pt x="671" y="621"/>
                  </a:lnTo>
                  <a:lnTo>
                    <a:pt x="671" y="621"/>
                  </a:lnTo>
                  <a:lnTo>
                    <a:pt x="671" y="621"/>
                  </a:lnTo>
                  <a:lnTo>
                    <a:pt x="671" y="620"/>
                  </a:lnTo>
                  <a:lnTo>
                    <a:pt x="672" y="620"/>
                  </a:lnTo>
                  <a:lnTo>
                    <a:pt x="672" y="620"/>
                  </a:lnTo>
                  <a:lnTo>
                    <a:pt x="672" y="618"/>
                  </a:lnTo>
                  <a:lnTo>
                    <a:pt x="674" y="618"/>
                  </a:lnTo>
                  <a:lnTo>
                    <a:pt x="683" y="611"/>
                  </a:lnTo>
                  <a:lnTo>
                    <a:pt x="698" y="603"/>
                  </a:lnTo>
                  <a:lnTo>
                    <a:pt x="700" y="603"/>
                  </a:lnTo>
                  <a:lnTo>
                    <a:pt x="705" y="604"/>
                  </a:lnTo>
                  <a:lnTo>
                    <a:pt x="705" y="606"/>
                  </a:lnTo>
                  <a:lnTo>
                    <a:pt x="705" y="606"/>
                  </a:lnTo>
                  <a:lnTo>
                    <a:pt x="705" y="606"/>
                  </a:lnTo>
                  <a:lnTo>
                    <a:pt x="705" y="608"/>
                  </a:lnTo>
                  <a:lnTo>
                    <a:pt x="705" y="608"/>
                  </a:lnTo>
                  <a:lnTo>
                    <a:pt x="705" y="608"/>
                  </a:lnTo>
                  <a:lnTo>
                    <a:pt x="705" y="610"/>
                  </a:lnTo>
                  <a:lnTo>
                    <a:pt x="705" y="610"/>
                  </a:lnTo>
                  <a:lnTo>
                    <a:pt x="706" y="610"/>
                  </a:lnTo>
                  <a:lnTo>
                    <a:pt x="706" y="610"/>
                  </a:lnTo>
                  <a:lnTo>
                    <a:pt x="708" y="610"/>
                  </a:lnTo>
                  <a:lnTo>
                    <a:pt x="708" y="610"/>
                  </a:lnTo>
                  <a:lnTo>
                    <a:pt x="708" y="611"/>
                  </a:lnTo>
                  <a:lnTo>
                    <a:pt x="710" y="611"/>
                  </a:lnTo>
                  <a:lnTo>
                    <a:pt x="710" y="611"/>
                  </a:lnTo>
                  <a:lnTo>
                    <a:pt x="710" y="611"/>
                  </a:lnTo>
                  <a:lnTo>
                    <a:pt x="710" y="613"/>
                  </a:lnTo>
                  <a:lnTo>
                    <a:pt x="710" y="613"/>
                  </a:lnTo>
                  <a:lnTo>
                    <a:pt x="710" y="613"/>
                  </a:lnTo>
                  <a:lnTo>
                    <a:pt x="712" y="613"/>
                  </a:lnTo>
                  <a:lnTo>
                    <a:pt x="715" y="615"/>
                  </a:lnTo>
                  <a:lnTo>
                    <a:pt x="717" y="616"/>
                  </a:lnTo>
                  <a:lnTo>
                    <a:pt x="717" y="616"/>
                  </a:lnTo>
                  <a:lnTo>
                    <a:pt x="718" y="616"/>
                  </a:lnTo>
                  <a:lnTo>
                    <a:pt x="723" y="618"/>
                  </a:lnTo>
                  <a:lnTo>
                    <a:pt x="723" y="618"/>
                  </a:lnTo>
                  <a:lnTo>
                    <a:pt x="723" y="618"/>
                  </a:lnTo>
                  <a:lnTo>
                    <a:pt x="723" y="620"/>
                  </a:lnTo>
                  <a:close/>
                </a:path>
              </a:pathLst>
            </a:custGeom>
            <a:solidFill>
              <a:schemeClr val="accent2"/>
            </a:solidFill>
            <a:ln w="31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C5529E42-A2CB-4AD6-B5FE-E32997025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0745" y="5036619"/>
              <a:ext cx="77797" cy="95085"/>
            </a:xfrm>
            <a:custGeom>
              <a:avLst/>
              <a:gdLst>
                <a:gd name="T0" fmla="*/ 48 w 54"/>
                <a:gd name="T1" fmla="*/ 13 h 66"/>
                <a:gd name="T2" fmla="*/ 43 w 54"/>
                <a:gd name="T3" fmla="*/ 10 h 66"/>
                <a:gd name="T4" fmla="*/ 41 w 54"/>
                <a:gd name="T5" fmla="*/ 10 h 66"/>
                <a:gd name="T6" fmla="*/ 41 w 54"/>
                <a:gd name="T7" fmla="*/ 8 h 66"/>
                <a:gd name="T8" fmla="*/ 39 w 54"/>
                <a:gd name="T9" fmla="*/ 7 h 66"/>
                <a:gd name="T10" fmla="*/ 36 w 54"/>
                <a:gd name="T11" fmla="*/ 7 h 66"/>
                <a:gd name="T12" fmla="*/ 36 w 54"/>
                <a:gd name="T13" fmla="*/ 5 h 66"/>
                <a:gd name="T14" fmla="*/ 36 w 54"/>
                <a:gd name="T15" fmla="*/ 3 h 66"/>
                <a:gd name="T16" fmla="*/ 31 w 54"/>
                <a:gd name="T17" fmla="*/ 0 h 66"/>
                <a:gd name="T18" fmla="*/ 5 w 54"/>
                <a:gd name="T19" fmla="*/ 15 h 66"/>
                <a:gd name="T20" fmla="*/ 3 w 54"/>
                <a:gd name="T21" fmla="*/ 17 h 66"/>
                <a:gd name="T22" fmla="*/ 2 w 54"/>
                <a:gd name="T23" fmla="*/ 18 h 66"/>
                <a:gd name="T24" fmla="*/ 3 w 54"/>
                <a:gd name="T25" fmla="*/ 20 h 66"/>
                <a:gd name="T26" fmla="*/ 2 w 54"/>
                <a:gd name="T27" fmla="*/ 24 h 66"/>
                <a:gd name="T28" fmla="*/ 0 w 54"/>
                <a:gd name="T29" fmla="*/ 32 h 66"/>
                <a:gd name="T30" fmla="*/ 0 w 54"/>
                <a:gd name="T31" fmla="*/ 39 h 66"/>
                <a:gd name="T32" fmla="*/ 0 w 54"/>
                <a:gd name="T33" fmla="*/ 44 h 66"/>
                <a:gd name="T34" fmla="*/ 2 w 54"/>
                <a:gd name="T35" fmla="*/ 46 h 66"/>
                <a:gd name="T36" fmla="*/ 2 w 54"/>
                <a:gd name="T37" fmla="*/ 47 h 66"/>
                <a:gd name="T38" fmla="*/ 2 w 54"/>
                <a:gd name="T39" fmla="*/ 49 h 66"/>
                <a:gd name="T40" fmla="*/ 5 w 54"/>
                <a:gd name="T41" fmla="*/ 52 h 66"/>
                <a:gd name="T42" fmla="*/ 7 w 54"/>
                <a:gd name="T43" fmla="*/ 52 h 66"/>
                <a:gd name="T44" fmla="*/ 9 w 54"/>
                <a:gd name="T45" fmla="*/ 51 h 66"/>
                <a:gd name="T46" fmla="*/ 10 w 54"/>
                <a:gd name="T47" fmla="*/ 51 h 66"/>
                <a:gd name="T48" fmla="*/ 10 w 54"/>
                <a:gd name="T49" fmla="*/ 57 h 66"/>
                <a:gd name="T50" fmla="*/ 14 w 54"/>
                <a:gd name="T51" fmla="*/ 63 h 66"/>
                <a:gd name="T52" fmla="*/ 15 w 54"/>
                <a:gd name="T53" fmla="*/ 64 h 66"/>
                <a:gd name="T54" fmla="*/ 22 w 54"/>
                <a:gd name="T55" fmla="*/ 66 h 66"/>
                <a:gd name="T56" fmla="*/ 24 w 54"/>
                <a:gd name="T57" fmla="*/ 66 h 66"/>
                <a:gd name="T58" fmla="*/ 26 w 54"/>
                <a:gd name="T59" fmla="*/ 64 h 66"/>
                <a:gd name="T60" fmla="*/ 26 w 54"/>
                <a:gd name="T61" fmla="*/ 63 h 66"/>
                <a:gd name="T62" fmla="*/ 27 w 54"/>
                <a:gd name="T63" fmla="*/ 63 h 66"/>
                <a:gd name="T64" fmla="*/ 29 w 54"/>
                <a:gd name="T65" fmla="*/ 59 h 66"/>
                <a:gd name="T66" fmla="*/ 27 w 54"/>
                <a:gd name="T67" fmla="*/ 54 h 66"/>
                <a:gd name="T68" fmla="*/ 29 w 54"/>
                <a:gd name="T69" fmla="*/ 51 h 66"/>
                <a:gd name="T70" fmla="*/ 27 w 54"/>
                <a:gd name="T71" fmla="*/ 42 h 66"/>
                <a:gd name="T72" fmla="*/ 27 w 54"/>
                <a:gd name="T73" fmla="*/ 39 h 66"/>
                <a:gd name="T74" fmla="*/ 31 w 54"/>
                <a:gd name="T75" fmla="*/ 37 h 66"/>
                <a:gd name="T76" fmla="*/ 32 w 54"/>
                <a:gd name="T77" fmla="*/ 32 h 66"/>
                <a:gd name="T78" fmla="*/ 32 w 54"/>
                <a:gd name="T79" fmla="*/ 30 h 66"/>
                <a:gd name="T80" fmla="*/ 31 w 54"/>
                <a:gd name="T81" fmla="*/ 29 h 66"/>
                <a:gd name="T82" fmla="*/ 32 w 54"/>
                <a:gd name="T83" fmla="*/ 27 h 66"/>
                <a:gd name="T84" fmla="*/ 32 w 54"/>
                <a:gd name="T85" fmla="*/ 25 h 66"/>
                <a:gd name="T86" fmla="*/ 32 w 54"/>
                <a:gd name="T87" fmla="*/ 24 h 66"/>
                <a:gd name="T88" fmla="*/ 36 w 54"/>
                <a:gd name="T89" fmla="*/ 20 h 66"/>
                <a:gd name="T90" fmla="*/ 37 w 54"/>
                <a:gd name="T91" fmla="*/ 20 h 66"/>
                <a:gd name="T92" fmla="*/ 39 w 54"/>
                <a:gd name="T93" fmla="*/ 20 h 66"/>
                <a:gd name="T94" fmla="*/ 41 w 54"/>
                <a:gd name="T95" fmla="*/ 20 h 66"/>
                <a:gd name="T96" fmla="*/ 43 w 54"/>
                <a:gd name="T97" fmla="*/ 18 h 66"/>
                <a:gd name="T98" fmla="*/ 51 w 54"/>
                <a:gd name="T99" fmla="*/ 18 h 66"/>
                <a:gd name="T100" fmla="*/ 53 w 54"/>
                <a:gd name="T101" fmla="*/ 17 h 66"/>
                <a:gd name="T102" fmla="*/ 54 w 54"/>
                <a:gd name="T103" fmla="*/ 1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4" h="66">
                  <a:moveTo>
                    <a:pt x="54" y="15"/>
                  </a:moveTo>
                  <a:lnTo>
                    <a:pt x="49" y="13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6" y="12"/>
                  </a:lnTo>
                  <a:lnTo>
                    <a:pt x="43" y="10"/>
                  </a:lnTo>
                  <a:lnTo>
                    <a:pt x="41" y="10"/>
                  </a:lnTo>
                  <a:lnTo>
                    <a:pt x="41" y="10"/>
                  </a:lnTo>
                  <a:lnTo>
                    <a:pt x="41" y="10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39" y="8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7" y="7"/>
                  </a:lnTo>
                  <a:lnTo>
                    <a:pt x="37" y="7"/>
                  </a:lnTo>
                  <a:lnTo>
                    <a:pt x="36" y="7"/>
                  </a:lnTo>
                  <a:lnTo>
                    <a:pt x="36" y="7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6" y="3"/>
                  </a:lnTo>
                  <a:lnTo>
                    <a:pt x="36" y="3"/>
                  </a:lnTo>
                  <a:lnTo>
                    <a:pt x="36" y="3"/>
                  </a:lnTo>
                  <a:lnTo>
                    <a:pt x="36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14" y="8"/>
                  </a:lnTo>
                  <a:lnTo>
                    <a:pt x="5" y="15"/>
                  </a:lnTo>
                  <a:lnTo>
                    <a:pt x="3" y="15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0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0" y="27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1"/>
                  </a:lnTo>
                  <a:lnTo>
                    <a:pt x="0" y="4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5" y="52"/>
                  </a:lnTo>
                  <a:lnTo>
                    <a:pt x="5" y="52"/>
                  </a:lnTo>
                  <a:lnTo>
                    <a:pt x="5" y="52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7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0" y="51"/>
                  </a:lnTo>
                  <a:lnTo>
                    <a:pt x="10" y="51"/>
                  </a:lnTo>
                  <a:lnTo>
                    <a:pt x="10" y="51"/>
                  </a:lnTo>
                  <a:lnTo>
                    <a:pt x="10" y="54"/>
                  </a:lnTo>
                  <a:lnTo>
                    <a:pt x="10" y="57"/>
                  </a:lnTo>
                  <a:lnTo>
                    <a:pt x="12" y="59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4"/>
                  </a:lnTo>
                  <a:lnTo>
                    <a:pt x="15" y="64"/>
                  </a:lnTo>
                  <a:lnTo>
                    <a:pt x="20" y="66"/>
                  </a:lnTo>
                  <a:lnTo>
                    <a:pt x="22" y="66"/>
                  </a:lnTo>
                  <a:lnTo>
                    <a:pt x="22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27" y="63"/>
                  </a:lnTo>
                  <a:lnTo>
                    <a:pt x="27" y="63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9" y="61"/>
                  </a:lnTo>
                  <a:lnTo>
                    <a:pt x="29" y="59"/>
                  </a:lnTo>
                  <a:lnTo>
                    <a:pt x="29" y="59"/>
                  </a:lnTo>
                  <a:lnTo>
                    <a:pt x="29" y="57"/>
                  </a:lnTo>
                  <a:lnTo>
                    <a:pt x="27" y="54"/>
                  </a:lnTo>
                  <a:lnTo>
                    <a:pt x="27" y="54"/>
                  </a:lnTo>
                  <a:lnTo>
                    <a:pt x="27" y="52"/>
                  </a:lnTo>
                  <a:lnTo>
                    <a:pt x="29" y="51"/>
                  </a:lnTo>
                  <a:lnTo>
                    <a:pt x="29" y="49"/>
                  </a:lnTo>
                  <a:lnTo>
                    <a:pt x="27" y="47"/>
                  </a:lnTo>
                  <a:lnTo>
                    <a:pt x="27" y="42"/>
                  </a:lnTo>
                  <a:lnTo>
                    <a:pt x="27" y="41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35"/>
                  </a:lnTo>
                  <a:lnTo>
                    <a:pt x="32" y="34"/>
                  </a:lnTo>
                  <a:lnTo>
                    <a:pt x="32" y="32"/>
                  </a:lnTo>
                  <a:lnTo>
                    <a:pt x="32" y="32"/>
                  </a:lnTo>
                  <a:lnTo>
                    <a:pt x="32" y="30"/>
                  </a:lnTo>
                  <a:lnTo>
                    <a:pt x="32" y="30"/>
                  </a:lnTo>
                  <a:lnTo>
                    <a:pt x="32" y="30"/>
                  </a:lnTo>
                  <a:lnTo>
                    <a:pt x="31" y="29"/>
                  </a:lnTo>
                  <a:lnTo>
                    <a:pt x="31" y="29"/>
                  </a:lnTo>
                  <a:lnTo>
                    <a:pt x="32" y="29"/>
                  </a:lnTo>
                  <a:lnTo>
                    <a:pt x="32" y="27"/>
                  </a:lnTo>
                  <a:lnTo>
                    <a:pt x="32" y="27"/>
                  </a:lnTo>
                  <a:lnTo>
                    <a:pt x="32" y="25"/>
                  </a:lnTo>
                  <a:lnTo>
                    <a:pt x="32" y="25"/>
                  </a:lnTo>
                  <a:lnTo>
                    <a:pt x="32" y="25"/>
                  </a:lnTo>
                  <a:lnTo>
                    <a:pt x="32" y="25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36" y="20"/>
                  </a:lnTo>
                  <a:lnTo>
                    <a:pt x="36" y="20"/>
                  </a:lnTo>
                  <a:lnTo>
                    <a:pt x="36" y="20"/>
                  </a:lnTo>
                  <a:lnTo>
                    <a:pt x="37" y="20"/>
                  </a:lnTo>
                  <a:lnTo>
                    <a:pt x="37" y="20"/>
                  </a:lnTo>
                  <a:lnTo>
                    <a:pt x="37" y="20"/>
                  </a:lnTo>
                  <a:lnTo>
                    <a:pt x="39" y="20"/>
                  </a:lnTo>
                  <a:lnTo>
                    <a:pt x="39" y="20"/>
                  </a:lnTo>
                  <a:lnTo>
                    <a:pt x="41" y="20"/>
                  </a:lnTo>
                  <a:lnTo>
                    <a:pt x="41" y="20"/>
                  </a:lnTo>
                  <a:lnTo>
                    <a:pt x="41" y="18"/>
                  </a:lnTo>
                  <a:lnTo>
                    <a:pt x="43" y="18"/>
                  </a:lnTo>
                  <a:lnTo>
                    <a:pt x="43" y="18"/>
                  </a:lnTo>
                  <a:lnTo>
                    <a:pt x="44" y="18"/>
                  </a:lnTo>
                  <a:lnTo>
                    <a:pt x="49" y="18"/>
                  </a:lnTo>
                  <a:lnTo>
                    <a:pt x="51" y="18"/>
                  </a:lnTo>
                  <a:lnTo>
                    <a:pt x="51" y="18"/>
                  </a:lnTo>
                  <a:lnTo>
                    <a:pt x="53" y="18"/>
                  </a:lnTo>
                  <a:lnTo>
                    <a:pt x="53" y="17"/>
                  </a:lnTo>
                  <a:lnTo>
                    <a:pt x="54" y="17"/>
                  </a:lnTo>
                  <a:lnTo>
                    <a:pt x="54" y="15"/>
                  </a:lnTo>
                  <a:lnTo>
                    <a:pt x="54" y="15"/>
                  </a:lnTo>
                  <a:lnTo>
                    <a:pt x="54" y="15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317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557D6C2-79FE-406C-B967-56E367491537}"/>
              </a:ext>
            </a:extLst>
          </p:cNvPr>
          <p:cNvSpPr/>
          <p:nvPr/>
        </p:nvSpPr>
        <p:spPr>
          <a:xfrm>
            <a:off x="1524000" y="1690991"/>
            <a:ext cx="29630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32A4E"/>
                </a:solidFill>
                <a:latin typeface="Ubuntu" panose="020B0504030602030204" pitchFamily="34" charset="0"/>
              </a:rPr>
              <a:t>Australia </a:t>
            </a:r>
            <a:r>
              <a:rPr lang="en-US" sz="3600" b="1" dirty="0">
                <a:solidFill>
                  <a:schemeClr val="accent1"/>
                </a:solidFill>
                <a:latin typeface="Ubuntu" panose="020B0504030602030204" pitchFamily="34" charset="0"/>
              </a:rPr>
              <a:t>Map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DC96AE5-4C4F-4C2B-86B2-38D4E024A456}"/>
              </a:ext>
            </a:extLst>
          </p:cNvPr>
          <p:cNvGrpSpPr/>
          <p:nvPr/>
        </p:nvGrpSpPr>
        <p:grpSpPr>
          <a:xfrm>
            <a:off x="1754332" y="3298994"/>
            <a:ext cx="2732700" cy="276999"/>
            <a:chOff x="4493600" y="4261354"/>
            <a:chExt cx="2732700" cy="27699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9F181F2-4B78-4C83-9D68-FDF2E3EEB692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7BD0B8F7-FB50-4B64-AD7C-576022D36586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100000">
                    <a:schemeClr val="accent4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 7">
                <a:extLst>
                  <a:ext uri="{FF2B5EF4-FFF2-40B4-BE49-F238E27FC236}">
                    <a16:creationId xmlns:a16="http://schemas.microsoft.com/office/drawing/2014/main" id="{C6D7B559-9CA1-426E-AEB2-CC0827996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7165089-47FC-4163-AA99-D45833FF5D54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BB7110F-9789-4CD8-8C7C-CDC6F43168BE}"/>
              </a:ext>
            </a:extLst>
          </p:cNvPr>
          <p:cNvGrpSpPr/>
          <p:nvPr/>
        </p:nvGrpSpPr>
        <p:grpSpPr>
          <a:xfrm>
            <a:off x="1754332" y="3741937"/>
            <a:ext cx="2732700" cy="276999"/>
            <a:chOff x="4493600" y="4261354"/>
            <a:chExt cx="2732700" cy="276999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C13E125-1515-47E0-9FF6-ED5FE72809A1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C78E718B-A10E-43CC-8F6A-DF9E03BF8B92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reeform 7">
                <a:extLst>
                  <a:ext uri="{FF2B5EF4-FFF2-40B4-BE49-F238E27FC236}">
                    <a16:creationId xmlns:a16="http://schemas.microsoft.com/office/drawing/2014/main" id="{02832053-DCBA-4D17-82CB-D48B6BD85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E3AB140-1988-4EEE-A09F-067356BFE65B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423E4BA-8A06-4046-91AB-F9E264F5CA52}"/>
              </a:ext>
            </a:extLst>
          </p:cNvPr>
          <p:cNvGrpSpPr/>
          <p:nvPr/>
        </p:nvGrpSpPr>
        <p:grpSpPr>
          <a:xfrm>
            <a:off x="1754332" y="4184880"/>
            <a:ext cx="2732700" cy="276999"/>
            <a:chOff x="4493600" y="4261354"/>
            <a:chExt cx="2732700" cy="27699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D4AEB12-BB8A-45F4-83A7-4FD87B1A51E4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1D9119AF-12A4-4750-9893-F53AFA5020FD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 7">
                <a:extLst>
                  <a:ext uri="{FF2B5EF4-FFF2-40B4-BE49-F238E27FC236}">
                    <a16:creationId xmlns:a16="http://schemas.microsoft.com/office/drawing/2014/main" id="{C2E0E6CA-4212-405B-9920-2994FE689B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42BD0ED-3C1F-409F-A754-347817B18732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3BEEB52-6D29-437C-A322-2F3E6260523C}"/>
              </a:ext>
            </a:extLst>
          </p:cNvPr>
          <p:cNvGrpSpPr/>
          <p:nvPr/>
        </p:nvGrpSpPr>
        <p:grpSpPr>
          <a:xfrm>
            <a:off x="1754332" y="4627824"/>
            <a:ext cx="2732700" cy="276999"/>
            <a:chOff x="4493600" y="4261354"/>
            <a:chExt cx="2732700" cy="27699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811D9FE-8338-4EA0-8B63-2D6EC32BA3CD}"/>
                </a:ext>
              </a:extLst>
            </p:cNvPr>
            <p:cNvGrpSpPr/>
            <p:nvPr/>
          </p:nvGrpSpPr>
          <p:grpSpPr>
            <a:xfrm rot="5400000">
              <a:off x="4493601" y="4265548"/>
              <a:ext cx="253222" cy="253223"/>
              <a:chOff x="6851239" y="5738715"/>
              <a:chExt cx="598581" cy="598587"/>
            </a:xfrm>
            <a:effectLst>
              <a:outerShdw blurRad="342900" dist="38100" dir="5400000" sx="87000" sy="87000" algn="t" rotWithShape="0">
                <a:prstClr val="black">
                  <a:alpha val="15000"/>
                </a:prstClr>
              </a:outerShdw>
            </a:effectLst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0F42FF94-6E70-44CE-BF93-FCC6123F6B3F}"/>
                  </a:ext>
                </a:extLst>
              </p:cNvPr>
              <p:cNvSpPr/>
              <p:nvPr/>
            </p:nvSpPr>
            <p:spPr>
              <a:xfrm rot="16200000">
                <a:off x="6851236" y="5738718"/>
                <a:ext cx="598587" cy="598581"/>
              </a:xfrm>
              <a:prstGeom prst="roundRect">
                <a:avLst>
                  <a:gd name="adj" fmla="val 33311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8100000" scaled="1"/>
              </a:gradFill>
              <a:ln>
                <a:noFill/>
              </a:ln>
              <a:effectLst>
                <a:outerShdw blurRad="419100" dist="304800" dir="318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 7">
                <a:extLst>
                  <a:ext uri="{FF2B5EF4-FFF2-40B4-BE49-F238E27FC236}">
                    <a16:creationId xmlns:a16="http://schemas.microsoft.com/office/drawing/2014/main" id="{59BD935C-A6B2-4E85-938D-C2B2AD65E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2664" y="5972512"/>
                <a:ext cx="215730" cy="124644"/>
              </a:xfrm>
              <a:custGeom>
                <a:avLst/>
                <a:gdLst>
                  <a:gd name="T0" fmla="*/ 6475800 w 397"/>
                  <a:gd name="T1" fmla="*/ 28839639 h 228"/>
                  <a:gd name="T2" fmla="*/ 6475800 w 397"/>
                  <a:gd name="T3" fmla="*/ 28839639 h 228"/>
                  <a:gd name="T4" fmla="*/ 25644803 w 397"/>
                  <a:gd name="T5" fmla="*/ 9307150 h 228"/>
                  <a:gd name="T6" fmla="*/ 45849559 w 397"/>
                  <a:gd name="T7" fmla="*/ 28839639 h 228"/>
                  <a:gd name="T8" fmla="*/ 45849559 w 397"/>
                  <a:gd name="T9" fmla="*/ 28839639 h 228"/>
                  <a:gd name="T10" fmla="*/ 47662668 w 397"/>
                  <a:gd name="T11" fmla="*/ 29757103 h 228"/>
                  <a:gd name="T12" fmla="*/ 51289246 w 397"/>
                  <a:gd name="T13" fmla="*/ 25955458 h 228"/>
                  <a:gd name="T14" fmla="*/ 50382691 w 397"/>
                  <a:gd name="T15" fmla="*/ 24120169 h 228"/>
                  <a:gd name="T16" fmla="*/ 50382691 w 397"/>
                  <a:gd name="T17" fmla="*/ 24120169 h 228"/>
                  <a:gd name="T18" fmla="*/ 28494026 w 397"/>
                  <a:gd name="T19" fmla="*/ 1966355 h 228"/>
                  <a:gd name="T20" fmla="*/ 28494026 w 397"/>
                  <a:gd name="T21" fmla="*/ 1966355 h 228"/>
                  <a:gd name="T22" fmla="*/ 25644803 w 397"/>
                  <a:gd name="T23" fmla="*/ 0 h 228"/>
                  <a:gd name="T24" fmla="*/ 25644803 w 397"/>
                  <a:gd name="T25" fmla="*/ 0 h 228"/>
                  <a:gd name="T26" fmla="*/ 25644803 w 397"/>
                  <a:gd name="T27" fmla="*/ 0 h 228"/>
                  <a:gd name="T28" fmla="*/ 22924780 w 397"/>
                  <a:gd name="T29" fmla="*/ 1966355 h 228"/>
                  <a:gd name="T30" fmla="*/ 22924780 w 397"/>
                  <a:gd name="T31" fmla="*/ 1966355 h 228"/>
                  <a:gd name="T32" fmla="*/ 1036114 w 397"/>
                  <a:gd name="T33" fmla="*/ 24120169 h 228"/>
                  <a:gd name="T34" fmla="*/ 1036114 w 397"/>
                  <a:gd name="T35" fmla="*/ 24120169 h 228"/>
                  <a:gd name="T36" fmla="*/ 0 w 397"/>
                  <a:gd name="T37" fmla="*/ 25955458 h 228"/>
                  <a:gd name="T38" fmla="*/ 3756137 w 397"/>
                  <a:gd name="T39" fmla="*/ 29757103 h 228"/>
                  <a:gd name="T40" fmla="*/ 6475800 w 397"/>
                  <a:gd name="T41" fmla="*/ 28839639 h 22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7" h="228">
                    <a:moveTo>
                      <a:pt x="50" y="220"/>
                    </a:moveTo>
                    <a:lnTo>
                      <a:pt x="50" y="220"/>
                    </a:lnTo>
                    <a:cubicBezTo>
                      <a:pt x="198" y="71"/>
                      <a:pt x="198" y="71"/>
                      <a:pt x="198" y="71"/>
                    </a:cubicBezTo>
                    <a:cubicBezTo>
                      <a:pt x="354" y="220"/>
                      <a:pt x="354" y="220"/>
                      <a:pt x="354" y="220"/>
                    </a:cubicBezTo>
                    <a:cubicBezTo>
                      <a:pt x="354" y="227"/>
                      <a:pt x="361" y="227"/>
                      <a:pt x="368" y="227"/>
                    </a:cubicBezTo>
                    <a:cubicBezTo>
                      <a:pt x="389" y="227"/>
                      <a:pt x="396" y="220"/>
                      <a:pt x="396" y="198"/>
                    </a:cubicBezTo>
                    <a:cubicBezTo>
                      <a:pt x="396" y="191"/>
                      <a:pt x="396" y="184"/>
                      <a:pt x="389" y="184"/>
                    </a:cubicBezTo>
                    <a:cubicBezTo>
                      <a:pt x="220" y="15"/>
                      <a:pt x="220" y="15"/>
                      <a:pt x="220" y="15"/>
                    </a:cubicBezTo>
                    <a:cubicBezTo>
                      <a:pt x="213" y="8"/>
                      <a:pt x="205" y="0"/>
                      <a:pt x="198" y="0"/>
                    </a:cubicBezTo>
                    <a:cubicBezTo>
                      <a:pt x="191" y="0"/>
                      <a:pt x="184" y="8"/>
                      <a:pt x="177" y="15"/>
                    </a:cubicBezTo>
                    <a:cubicBezTo>
                      <a:pt x="8" y="184"/>
                      <a:pt x="8" y="184"/>
                      <a:pt x="8" y="184"/>
                    </a:cubicBezTo>
                    <a:cubicBezTo>
                      <a:pt x="8" y="184"/>
                      <a:pt x="0" y="191"/>
                      <a:pt x="0" y="198"/>
                    </a:cubicBezTo>
                    <a:cubicBezTo>
                      <a:pt x="0" y="220"/>
                      <a:pt x="15" y="227"/>
                      <a:pt x="29" y="227"/>
                    </a:cubicBezTo>
                    <a:cubicBezTo>
                      <a:pt x="43" y="227"/>
                      <a:pt x="50" y="227"/>
                      <a:pt x="50" y="22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A4871D3-142D-43D7-A797-4FEB25864F79}"/>
                </a:ext>
              </a:extLst>
            </p:cNvPr>
            <p:cNvSpPr txBox="1"/>
            <p:nvPr/>
          </p:nvSpPr>
          <p:spPr>
            <a:xfrm>
              <a:off x="4803472" y="4261354"/>
              <a:ext cx="242282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dirty="0"/>
                <a:t>Important subtitle text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BFB789-791F-4015-99FE-60F272C6B212}"/>
              </a:ext>
            </a:extLst>
          </p:cNvPr>
          <p:cNvGrpSpPr/>
          <p:nvPr/>
        </p:nvGrpSpPr>
        <p:grpSpPr>
          <a:xfrm>
            <a:off x="5079660" y="2712500"/>
            <a:ext cx="2818467" cy="2612872"/>
            <a:chOff x="5079660" y="2712500"/>
            <a:chExt cx="2818467" cy="2612872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6911810C-B7CB-476F-941E-CC0E12ED15CD}"/>
                </a:ext>
              </a:extLst>
            </p:cNvPr>
            <p:cNvSpPr/>
            <p:nvPr/>
          </p:nvSpPr>
          <p:spPr>
            <a:xfrm>
              <a:off x="5079660" y="2712500"/>
              <a:ext cx="2818467" cy="2612872"/>
            </a:xfrm>
            <a:prstGeom prst="roundRect">
              <a:avLst>
                <a:gd name="adj" fmla="val 4790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dist="114300" dir="5400000" algn="t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DF7F009-4806-442C-82BF-1A32C9FE5E9B}"/>
                </a:ext>
              </a:extLst>
            </p:cNvPr>
            <p:cNvGrpSpPr/>
            <p:nvPr/>
          </p:nvGrpSpPr>
          <p:grpSpPr>
            <a:xfrm>
              <a:off x="5912781" y="3120509"/>
              <a:ext cx="1152224" cy="1152224"/>
              <a:chOff x="16092764" y="3613747"/>
              <a:chExt cx="1739641" cy="1739641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E2662D06-52D9-4B3E-937F-3015CD1DFC42}"/>
                  </a:ext>
                </a:extLst>
              </p:cNvPr>
              <p:cNvSpPr/>
              <p:nvPr/>
            </p:nvSpPr>
            <p:spPr>
              <a:xfrm>
                <a:off x="16092764" y="3613747"/>
                <a:ext cx="1739641" cy="1739641"/>
              </a:xfrm>
              <a:prstGeom prst="ellipse">
                <a:avLst/>
              </a:prstGeom>
              <a:noFill/>
              <a:ln w="101600" cap="rnd" cmpd="sng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latin typeface="Raleway" panose="020B0503030101060003" pitchFamily="34" charset="0"/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560AE9C-F274-439A-B513-41B9B4B7C21E}"/>
                  </a:ext>
                </a:extLst>
              </p:cNvPr>
              <p:cNvSpPr/>
              <p:nvPr/>
            </p:nvSpPr>
            <p:spPr>
              <a:xfrm>
                <a:off x="16092764" y="3613747"/>
                <a:ext cx="1739641" cy="1739641"/>
              </a:xfrm>
              <a:prstGeom prst="arc">
                <a:avLst>
                  <a:gd name="adj1" fmla="val 16200000"/>
                  <a:gd name="adj2" fmla="val 13047439"/>
                </a:avLst>
              </a:prstGeom>
              <a:ln w="101600" cap="rnd" cmpd="sng">
                <a:solidFill>
                  <a:schemeClr val="accent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latin typeface="Raleway" panose="020B0503030101060003" pitchFamily="34" charset="0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7F8FF7B-F0B1-4B8C-8300-3E02D9865AA9}"/>
                  </a:ext>
                </a:extLst>
              </p:cNvPr>
              <p:cNvSpPr txBox="1"/>
              <p:nvPr/>
            </p:nvSpPr>
            <p:spPr>
              <a:xfrm>
                <a:off x="16201345" y="4073975"/>
                <a:ext cx="1522473" cy="882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spc="-150" dirty="0">
                    <a:solidFill>
                      <a:schemeClr val="accent5"/>
                    </a:solidFill>
                    <a:latin typeface="Ubuntu" panose="020B0504030602030204" pitchFamily="34" charset="0"/>
                  </a:rPr>
                  <a:t>85</a:t>
                </a:r>
                <a:r>
                  <a:rPr lang="en-US" sz="3200" spc="-150" baseline="30000" dirty="0">
                    <a:solidFill>
                      <a:schemeClr val="accent5"/>
                    </a:solidFill>
                    <a:latin typeface="Ubuntu" panose="020B0504030602030204" pitchFamily="34" charset="0"/>
                  </a:rPr>
                  <a:t>%</a:t>
                </a:r>
                <a:endParaRPr lang="id-ID" sz="3200" spc="-150" baseline="30000" dirty="0">
                  <a:solidFill>
                    <a:schemeClr val="accent5"/>
                  </a:solidFill>
                  <a:latin typeface="Ubuntu" panose="020B0504030602030204" pitchFamily="34" charset="0"/>
                </a:endParaRPr>
              </a:p>
            </p:txBody>
          </p: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9F323DD-C03E-4D90-B396-020890206E8A}"/>
                </a:ext>
              </a:extLst>
            </p:cNvPr>
            <p:cNvSpPr/>
            <p:nvPr/>
          </p:nvSpPr>
          <p:spPr>
            <a:xfrm>
              <a:off x="5685310" y="4496346"/>
              <a:ext cx="16071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Option three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6E0DB4EE-F527-44F7-AAF3-291FA90B39C9}"/>
                </a:ext>
              </a:extLst>
            </p:cNvPr>
            <p:cNvSpPr/>
            <p:nvPr/>
          </p:nvSpPr>
          <p:spPr>
            <a:xfrm>
              <a:off x="5873278" y="4886636"/>
              <a:ext cx="1231230" cy="205746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  <a:latin typeface="Ubuntu" panose="020B0504030602030204" pitchFamily="34" charset="0"/>
                </a:rPr>
                <a:t>Next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083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9">
            <a:extLst>
              <a:ext uri="{FF2B5EF4-FFF2-40B4-BE49-F238E27FC236}">
                <a16:creationId xmlns:a16="http://schemas.microsoft.com/office/drawing/2014/main" id="{A008ACB6-CBBF-443D-AC25-ECB18DF8E2D5}"/>
              </a:ext>
            </a:extLst>
          </p:cNvPr>
          <p:cNvSpPr>
            <a:spLocks/>
          </p:cNvSpPr>
          <p:nvPr/>
        </p:nvSpPr>
        <p:spPr bwMode="auto">
          <a:xfrm>
            <a:off x="10111303" y="3945415"/>
            <a:ext cx="685907" cy="774884"/>
          </a:xfrm>
          <a:custGeom>
            <a:avLst/>
            <a:gdLst>
              <a:gd name="T0" fmla="*/ 491 w 525"/>
              <a:gd name="T1" fmla="*/ 107 h 593"/>
              <a:gd name="T2" fmla="*/ 290 w 525"/>
              <a:gd name="T3" fmla="*/ 6 h 593"/>
              <a:gd name="T4" fmla="*/ 262 w 525"/>
              <a:gd name="T5" fmla="*/ 0 h 593"/>
              <a:gd name="T6" fmla="*/ 235 w 525"/>
              <a:gd name="T7" fmla="*/ 6 h 593"/>
              <a:gd name="T8" fmla="*/ 34 w 525"/>
              <a:gd name="T9" fmla="*/ 107 h 593"/>
              <a:gd name="T10" fmla="*/ 0 w 525"/>
              <a:gd name="T11" fmla="*/ 162 h 593"/>
              <a:gd name="T12" fmla="*/ 0 w 525"/>
              <a:gd name="T13" fmla="*/ 428 h 593"/>
              <a:gd name="T14" fmla="*/ 34 w 525"/>
              <a:gd name="T15" fmla="*/ 484 h 593"/>
              <a:gd name="T16" fmla="*/ 235 w 525"/>
              <a:gd name="T17" fmla="*/ 584 h 593"/>
              <a:gd name="T18" fmla="*/ 290 w 525"/>
              <a:gd name="T19" fmla="*/ 584 h 593"/>
              <a:gd name="T20" fmla="*/ 491 w 525"/>
              <a:gd name="T21" fmla="*/ 484 h 593"/>
              <a:gd name="T22" fmla="*/ 525 w 525"/>
              <a:gd name="T23" fmla="*/ 428 h 593"/>
              <a:gd name="T24" fmla="*/ 525 w 525"/>
              <a:gd name="T25" fmla="*/ 162 h 593"/>
              <a:gd name="T26" fmla="*/ 491 w 525"/>
              <a:gd name="T27" fmla="*/ 107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5" h="593">
                <a:moveTo>
                  <a:pt x="491" y="107"/>
                </a:moveTo>
                <a:cubicBezTo>
                  <a:pt x="290" y="6"/>
                  <a:pt x="290" y="6"/>
                  <a:pt x="290" y="6"/>
                </a:cubicBezTo>
                <a:cubicBezTo>
                  <a:pt x="281" y="2"/>
                  <a:pt x="272" y="0"/>
                  <a:pt x="262" y="0"/>
                </a:cubicBezTo>
                <a:cubicBezTo>
                  <a:pt x="253" y="0"/>
                  <a:pt x="243" y="2"/>
                  <a:pt x="235" y="6"/>
                </a:cubicBezTo>
                <a:cubicBezTo>
                  <a:pt x="34" y="107"/>
                  <a:pt x="34" y="107"/>
                  <a:pt x="34" y="107"/>
                </a:cubicBezTo>
                <a:cubicBezTo>
                  <a:pt x="13" y="117"/>
                  <a:pt x="0" y="139"/>
                  <a:pt x="0" y="162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51"/>
                  <a:pt x="13" y="473"/>
                  <a:pt x="34" y="484"/>
                </a:cubicBezTo>
                <a:cubicBezTo>
                  <a:pt x="235" y="584"/>
                  <a:pt x="235" y="584"/>
                  <a:pt x="235" y="584"/>
                </a:cubicBezTo>
                <a:cubicBezTo>
                  <a:pt x="252" y="593"/>
                  <a:pt x="273" y="593"/>
                  <a:pt x="290" y="584"/>
                </a:cubicBezTo>
                <a:cubicBezTo>
                  <a:pt x="491" y="484"/>
                  <a:pt x="491" y="484"/>
                  <a:pt x="491" y="484"/>
                </a:cubicBezTo>
                <a:cubicBezTo>
                  <a:pt x="512" y="473"/>
                  <a:pt x="525" y="451"/>
                  <a:pt x="525" y="428"/>
                </a:cubicBezTo>
                <a:cubicBezTo>
                  <a:pt x="525" y="162"/>
                  <a:pt x="525" y="162"/>
                  <a:pt x="525" y="162"/>
                </a:cubicBezTo>
                <a:cubicBezTo>
                  <a:pt x="525" y="139"/>
                  <a:pt x="512" y="117"/>
                  <a:pt x="491" y="107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600" b="1">
              <a:solidFill>
                <a:schemeClr val="bg1">
                  <a:lumMod val="95000"/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5A77B0A5-B6B0-4FFF-96BD-A54099F1E81E}"/>
              </a:ext>
            </a:extLst>
          </p:cNvPr>
          <p:cNvSpPr>
            <a:spLocks/>
          </p:cNvSpPr>
          <p:nvPr/>
        </p:nvSpPr>
        <p:spPr bwMode="auto">
          <a:xfrm>
            <a:off x="11011875" y="1603006"/>
            <a:ext cx="1006202" cy="1136728"/>
          </a:xfrm>
          <a:custGeom>
            <a:avLst/>
            <a:gdLst>
              <a:gd name="T0" fmla="*/ 491 w 525"/>
              <a:gd name="T1" fmla="*/ 107 h 593"/>
              <a:gd name="T2" fmla="*/ 290 w 525"/>
              <a:gd name="T3" fmla="*/ 6 h 593"/>
              <a:gd name="T4" fmla="*/ 262 w 525"/>
              <a:gd name="T5" fmla="*/ 0 h 593"/>
              <a:gd name="T6" fmla="*/ 235 w 525"/>
              <a:gd name="T7" fmla="*/ 6 h 593"/>
              <a:gd name="T8" fmla="*/ 34 w 525"/>
              <a:gd name="T9" fmla="*/ 107 h 593"/>
              <a:gd name="T10" fmla="*/ 0 w 525"/>
              <a:gd name="T11" fmla="*/ 162 h 593"/>
              <a:gd name="T12" fmla="*/ 0 w 525"/>
              <a:gd name="T13" fmla="*/ 428 h 593"/>
              <a:gd name="T14" fmla="*/ 34 w 525"/>
              <a:gd name="T15" fmla="*/ 484 h 593"/>
              <a:gd name="T16" fmla="*/ 235 w 525"/>
              <a:gd name="T17" fmla="*/ 584 h 593"/>
              <a:gd name="T18" fmla="*/ 290 w 525"/>
              <a:gd name="T19" fmla="*/ 584 h 593"/>
              <a:gd name="T20" fmla="*/ 491 w 525"/>
              <a:gd name="T21" fmla="*/ 484 h 593"/>
              <a:gd name="T22" fmla="*/ 525 w 525"/>
              <a:gd name="T23" fmla="*/ 428 h 593"/>
              <a:gd name="T24" fmla="*/ 525 w 525"/>
              <a:gd name="T25" fmla="*/ 162 h 593"/>
              <a:gd name="T26" fmla="*/ 491 w 525"/>
              <a:gd name="T27" fmla="*/ 107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5" h="593">
                <a:moveTo>
                  <a:pt x="491" y="107"/>
                </a:moveTo>
                <a:cubicBezTo>
                  <a:pt x="290" y="6"/>
                  <a:pt x="290" y="6"/>
                  <a:pt x="290" y="6"/>
                </a:cubicBezTo>
                <a:cubicBezTo>
                  <a:pt x="281" y="2"/>
                  <a:pt x="272" y="0"/>
                  <a:pt x="262" y="0"/>
                </a:cubicBezTo>
                <a:cubicBezTo>
                  <a:pt x="253" y="0"/>
                  <a:pt x="243" y="2"/>
                  <a:pt x="235" y="6"/>
                </a:cubicBezTo>
                <a:cubicBezTo>
                  <a:pt x="34" y="107"/>
                  <a:pt x="34" y="107"/>
                  <a:pt x="34" y="107"/>
                </a:cubicBezTo>
                <a:cubicBezTo>
                  <a:pt x="13" y="117"/>
                  <a:pt x="0" y="139"/>
                  <a:pt x="0" y="162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51"/>
                  <a:pt x="13" y="473"/>
                  <a:pt x="34" y="484"/>
                </a:cubicBezTo>
                <a:cubicBezTo>
                  <a:pt x="235" y="584"/>
                  <a:pt x="235" y="584"/>
                  <a:pt x="235" y="584"/>
                </a:cubicBezTo>
                <a:cubicBezTo>
                  <a:pt x="252" y="593"/>
                  <a:pt x="273" y="593"/>
                  <a:pt x="290" y="584"/>
                </a:cubicBezTo>
                <a:cubicBezTo>
                  <a:pt x="491" y="484"/>
                  <a:pt x="491" y="484"/>
                  <a:pt x="491" y="484"/>
                </a:cubicBezTo>
                <a:cubicBezTo>
                  <a:pt x="512" y="473"/>
                  <a:pt x="525" y="451"/>
                  <a:pt x="525" y="428"/>
                </a:cubicBezTo>
                <a:cubicBezTo>
                  <a:pt x="525" y="162"/>
                  <a:pt x="525" y="162"/>
                  <a:pt x="525" y="162"/>
                </a:cubicBezTo>
                <a:cubicBezTo>
                  <a:pt x="525" y="139"/>
                  <a:pt x="512" y="117"/>
                  <a:pt x="491" y="107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600" b="1">
              <a:solidFill>
                <a:schemeClr val="bg1">
                  <a:lumMod val="95000"/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6315CD-1531-4949-86AA-82292524CED2}"/>
              </a:ext>
            </a:extLst>
          </p:cNvPr>
          <p:cNvSpPr>
            <a:spLocks/>
          </p:cNvSpPr>
          <p:nvPr/>
        </p:nvSpPr>
        <p:spPr bwMode="auto">
          <a:xfrm flipV="1">
            <a:off x="3703855" y="1439282"/>
            <a:ext cx="8161151" cy="3979437"/>
          </a:xfrm>
          <a:custGeom>
            <a:avLst/>
            <a:gdLst>
              <a:gd name="connsiteX0" fmla="*/ 2603853 w 9408955"/>
              <a:gd name="connsiteY0" fmla="*/ 61825 h 4587875"/>
              <a:gd name="connsiteX1" fmla="*/ 2631240 w 9408955"/>
              <a:gd name="connsiteY1" fmla="*/ 39559 h 4587875"/>
              <a:gd name="connsiteX2" fmla="*/ 2622197 w 9408955"/>
              <a:gd name="connsiteY2" fmla="*/ 0 h 4587875"/>
              <a:gd name="connsiteX3" fmla="*/ 2571096 w 9408955"/>
              <a:gd name="connsiteY3" fmla="*/ 0 h 4587875"/>
              <a:gd name="connsiteX4" fmla="*/ 2570192 w 9408955"/>
              <a:gd name="connsiteY4" fmla="*/ 49506 h 4587875"/>
              <a:gd name="connsiteX5" fmla="*/ 2603853 w 9408955"/>
              <a:gd name="connsiteY5" fmla="*/ 61825 h 4587875"/>
              <a:gd name="connsiteX6" fmla="*/ 2600397 w 9408955"/>
              <a:gd name="connsiteY6" fmla="*/ 161113 h 4587875"/>
              <a:gd name="connsiteX7" fmla="*/ 2629196 w 9408955"/>
              <a:gd name="connsiteY7" fmla="*/ 128360 h 4587875"/>
              <a:gd name="connsiteX8" fmla="*/ 2576354 w 9408955"/>
              <a:gd name="connsiteY8" fmla="*/ 107269 h 4587875"/>
              <a:gd name="connsiteX9" fmla="*/ 2584065 w 9408955"/>
              <a:gd name="connsiteY9" fmla="*/ 159430 h 4587875"/>
              <a:gd name="connsiteX10" fmla="*/ 2600397 w 9408955"/>
              <a:gd name="connsiteY10" fmla="*/ 161113 h 4587875"/>
              <a:gd name="connsiteX11" fmla="*/ 2503793 w 9408955"/>
              <a:gd name="connsiteY11" fmla="*/ 161992 h 4587875"/>
              <a:gd name="connsiteX12" fmla="*/ 2525627 w 9408955"/>
              <a:gd name="connsiteY12" fmla="*/ 121958 h 4587875"/>
              <a:gd name="connsiteX13" fmla="*/ 2469004 w 9408955"/>
              <a:gd name="connsiteY13" fmla="*/ 113974 h 4587875"/>
              <a:gd name="connsiteX14" fmla="*/ 2486980 w 9408955"/>
              <a:gd name="connsiteY14" fmla="*/ 161194 h 4587875"/>
              <a:gd name="connsiteX15" fmla="*/ 2503793 w 9408955"/>
              <a:gd name="connsiteY15" fmla="*/ 161992 h 4587875"/>
              <a:gd name="connsiteX16" fmla="*/ 2594321 w 9408955"/>
              <a:gd name="connsiteY16" fmla="*/ 267954 h 4587875"/>
              <a:gd name="connsiteX17" fmla="*/ 2631299 w 9408955"/>
              <a:gd name="connsiteY17" fmla="*/ 233600 h 4587875"/>
              <a:gd name="connsiteX18" fmla="*/ 2583327 w 9408955"/>
              <a:gd name="connsiteY18" fmla="*/ 203599 h 4587875"/>
              <a:gd name="connsiteX19" fmla="*/ 2576601 w 9408955"/>
              <a:gd name="connsiteY19" fmla="*/ 261120 h 4587875"/>
              <a:gd name="connsiteX20" fmla="*/ 2594321 w 9408955"/>
              <a:gd name="connsiteY20" fmla="*/ 267954 h 4587875"/>
              <a:gd name="connsiteX21" fmla="*/ 2495126 w 9408955"/>
              <a:gd name="connsiteY21" fmla="*/ 268814 h 4587875"/>
              <a:gd name="connsiteX22" fmla="*/ 2528769 w 9408955"/>
              <a:gd name="connsiteY22" fmla="*/ 234200 h 4587875"/>
              <a:gd name="connsiteX23" fmla="*/ 2466944 w 9408955"/>
              <a:gd name="connsiteY23" fmla="*/ 213418 h 4587875"/>
              <a:gd name="connsiteX24" fmla="*/ 2477696 w 9408955"/>
              <a:gd name="connsiteY24" fmla="*/ 264911 h 4587875"/>
              <a:gd name="connsiteX25" fmla="*/ 2495126 w 9408955"/>
              <a:gd name="connsiteY25" fmla="*/ 268814 h 4587875"/>
              <a:gd name="connsiteX26" fmla="*/ 2498498 w 9408955"/>
              <a:gd name="connsiteY26" fmla="*/ 371196 h 4587875"/>
              <a:gd name="connsiteX27" fmla="*/ 2528637 w 9408955"/>
              <a:gd name="connsiteY27" fmla="*/ 329653 h 4587875"/>
              <a:gd name="connsiteX28" fmla="*/ 2463010 w 9408955"/>
              <a:gd name="connsiteY28" fmla="*/ 323093 h 4587875"/>
              <a:gd name="connsiteX29" fmla="*/ 2478843 w 9408955"/>
              <a:gd name="connsiteY29" fmla="*/ 367428 h 4587875"/>
              <a:gd name="connsiteX30" fmla="*/ 2498498 w 9408955"/>
              <a:gd name="connsiteY30" fmla="*/ 371196 h 4587875"/>
              <a:gd name="connsiteX31" fmla="*/ 2600790 w 9408955"/>
              <a:gd name="connsiteY31" fmla="*/ 371499 h 4587875"/>
              <a:gd name="connsiteX32" fmla="*/ 2633220 w 9408955"/>
              <a:gd name="connsiteY32" fmla="*/ 338158 h 4587875"/>
              <a:gd name="connsiteX33" fmla="*/ 2569200 w 9408955"/>
              <a:gd name="connsiteY33" fmla="*/ 317641 h 4587875"/>
              <a:gd name="connsiteX34" fmla="*/ 2583656 w 9408955"/>
              <a:gd name="connsiteY34" fmla="*/ 368934 h 4587875"/>
              <a:gd name="connsiteX35" fmla="*/ 2600790 w 9408955"/>
              <a:gd name="connsiteY35" fmla="*/ 371499 h 4587875"/>
              <a:gd name="connsiteX36" fmla="*/ 8870155 w 9408955"/>
              <a:gd name="connsiteY36" fmla="*/ 371814 h 4587875"/>
              <a:gd name="connsiteX37" fmla="*/ 8899042 w 9408955"/>
              <a:gd name="connsiteY37" fmla="*/ 324909 h 4587875"/>
              <a:gd name="connsiteX38" fmla="*/ 8834764 w 9408955"/>
              <a:gd name="connsiteY38" fmla="*/ 322152 h 4587875"/>
              <a:gd name="connsiteX39" fmla="*/ 8849632 w 9408955"/>
              <a:gd name="connsiteY39" fmla="*/ 367176 h 4587875"/>
              <a:gd name="connsiteX40" fmla="*/ 8870155 w 9408955"/>
              <a:gd name="connsiteY40" fmla="*/ 371814 h 4587875"/>
              <a:gd name="connsiteX41" fmla="*/ 2496285 w 9408955"/>
              <a:gd name="connsiteY41" fmla="*/ 463938 h 4587875"/>
              <a:gd name="connsiteX42" fmla="*/ 2512569 w 9408955"/>
              <a:gd name="connsiteY42" fmla="*/ 422242 h 4587875"/>
              <a:gd name="connsiteX43" fmla="*/ 2477762 w 9408955"/>
              <a:gd name="connsiteY43" fmla="*/ 457933 h 4587875"/>
              <a:gd name="connsiteX44" fmla="*/ 2496285 w 9408955"/>
              <a:gd name="connsiteY44" fmla="*/ 463938 h 4587875"/>
              <a:gd name="connsiteX45" fmla="*/ 2712852 w 9408955"/>
              <a:gd name="connsiteY45" fmla="*/ 472937 h 4587875"/>
              <a:gd name="connsiteX46" fmla="*/ 2731250 w 9408955"/>
              <a:gd name="connsiteY46" fmla="*/ 456459 h 4587875"/>
              <a:gd name="connsiteX47" fmla="*/ 2684305 w 9408955"/>
              <a:gd name="connsiteY47" fmla="*/ 407770 h 4587875"/>
              <a:gd name="connsiteX48" fmla="*/ 2688161 w 9408955"/>
              <a:gd name="connsiteY48" fmla="*/ 472535 h 4587875"/>
              <a:gd name="connsiteX49" fmla="*/ 2712852 w 9408955"/>
              <a:gd name="connsiteY49" fmla="*/ 472937 h 4587875"/>
              <a:gd name="connsiteX50" fmla="*/ 8983250 w 9408955"/>
              <a:gd name="connsiteY50" fmla="*/ 473120 h 4587875"/>
              <a:gd name="connsiteX51" fmla="*/ 9002291 w 9408955"/>
              <a:gd name="connsiteY51" fmla="*/ 450594 h 4587875"/>
              <a:gd name="connsiteX52" fmla="*/ 8959876 w 9408955"/>
              <a:gd name="connsiteY52" fmla="*/ 404505 h 4587875"/>
              <a:gd name="connsiteX53" fmla="*/ 8953263 w 9408955"/>
              <a:gd name="connsiteY53" fmla="*/ 471795 h 4587875"/>
              <a:gd name="connsiteX54" fmla="*/ 8983250 w 9408955"/>
              <a:gd name="connsiteY54" fmla="*/ 473120 h 4587875"/>
              <a:gd name="connsiteX55" fmla="*/ 2600110 w 9408955"/>
              <a:gd name="connsiteY55" fmla="*/ 475201 h 4587875"/>
              <a:gd name="connsiteX56" fmla="*/ 2631678 w 9408955"/>
              <a:gd name="connsiteY56" fmla="*/ 443820 h 4587875"/>
              <a:gd name="connsiteX57" fmla="*/ 2584598 w 9408955"/>
              <a:gd name="connsiteY57" fmla="*/ 406853 h 4587875"/>
              <a:gd name="connsiteX58" fmla="*/ 2584144 w 9408955"/>
              <a:gd name="connsiteY58" fmla="*/ 471714 h 4587875"/>
              <a:gd name="connsiteX59" fmla="*/ 2600110 w 9408955"/>
              <a:gd name="connsiteY59" fmla="*/ 475201 h 4587875"/>
              <a:gd name="connsiteX60" fmla="*/ 2710262 w 9408955"/>
              <a:gd name="connsiteY60" fmla="*/ 576847 h 4587875"/>
              <a:gd name="connsiteX61" fmla="*/ 2732150 w 9408955"/>
              <a:gd name="connsiteY61" fmla="*/ 526305 h 4587875"/>
              <a:gd name="connsiteX62" fmla="*/ 2669522 w 9408955"/>
              <a:gd name="connsiteY62" fmla="*/ 525626 h 4587875"/>
              <a:gd name="connsiteX63" fmla="*/ 2689093 w 9408955"/>
              <a:gd name="connsiteY63" fmla="*/ 576292 h 4587875"/>
              <a:gd name="connsiteX64" fmla="*/ 2710262 w 9408955"/>
              <a:gd name="connsiteY64" fmla="*/ 576847 h 4587875"/>
              <a:gd name="connsiteX65" fmla="*/ 9078201 w 9408955"/>
              <a:gd name="connsiteY65" fmla="*/ 577165 h 4587875"/>
              <a:gd name="connsiteX66" fmla="*/ 9105569 w 9408955"/>
              <a:gd name="connsiteY66" fmla="*/ 531443 h 4587875"/>
              <a:gd name="connsiteX67" fmla="*/ 9043615 w 9408955"/>
              <a:gd name="connsiteY67" fmla="*/ 520530 h 4587875"/>
              <a:gd name="connsiteX68" fmla="*/ 9058125 w 9408955"/>
              <a:gd name="connsiteY68" fmla="*/ 574870 h 4587875"/>
              <a:gd name="connsiteX69" fmla="*/ 9078201 w 9408955"/>
              <a:gd name="connsiteY69" fmla="*/ 577165 h 4587875"/>
              <a:gd name="connsiteX70" fmla="*/ 2600165 w 9408955"/>
              <a:gd name="connsiteY70" fmla="*/ 577696 h 4587875"/>
              <a:gd name="connsiteX71" fmla="*/ 2624162 w 9408955"/>
              <a:gd name="connsiteY71" fmla="*/ 566011 h 4587875"/>
              <a:gd name="connsiteX72" fmla="*/ 2584776 w 9408955"/>
              <a:gd name="connsiteY72" fmla="*/ 509599 h 4587875"/>
              <a:gd name="connsiteX73" fmla="*/ 2572623 w 9408955"/>
              <a:gd name="connsiteY73" fmla="*/ 572458 h 4587875"/>
              <a:gd name="connsiteX74" fmla="*/ 2600165 w 9408955"/>
              <a:gd name="connsiteY74" fmla="*/ 577696 h 4587875"/>
              <a:gd name="connsiteX75" fmla="*/ 2500365 w 9408955"/>
              <a:gd name="connsiteY75" fmla="*/ 577739 h 4587875"/>
              <a:gd name="connsiteX76" fmla="*/ 2527824 w 9408955"/>
              <a:gd name="connsiteY76" fmla="*/ 530904 h 4587875"/>
              <a:gd name="connsiteX77" fmla="*/ 2479292 w 9408955"/>
              <a:gd name="connsiteY77" fmla="*/ 511551 h 4587875"/>
              <a:gd name="connsiteX78" fmla="*/ 2479972 w 9408955"/>
              <a:gd name="connsiteY78" fmla="*/ 574785 h 4587875"/>
              <a:gd name="connsiteX79" fmla="*/ 2500365 w 9408955"/>
              <a:gd name="connsiteY79" fmla="*/ 577739 h 4587875"/>
              <a:gd name="connsiteX80" fmla="*/ 2714382 w 9408955"/>
              <a:gd name="connsiteY80" fmla="*/ 675777 h 4587875"/>
              <a:gd name="connsiteX81" fmla="*/ 2735670 w 9408955"/>
              <a:gd name="connsiteY81" fmla="*/ 651156 h 4587875"/>
              <a:gd name="connsiteX82" fmla="*/ 2677064 w 9408955"/>
              <a:gd name="connsiteY82" fmla="*/ 618784 h 4587875"/>
              <a:gd name="connsiteX83" fmla="*/ 2680511 w 9408955"/>
              <a:gd name="connsiteY83" fmla="*/ 673042 h 4587875"/>
              <a:gd name="connsiteX84" fmla="*/ 2714382 w 9408955"/>
              <a:gd name="connsiteY84" fmla="*/ 675777 h 4587875"/>
              <a:gd name="connsiteX85" fmla="*/ 2610898 w 9408955"/>
              <a:gd name="connsiteY85" fmla="*/ 676934 h 4587875"/>
              <a:gd name="connsiteX86" fmla="*/ 2632258 w 9408955"/>
              <a:gd name="connsiteY86" fmla="*/ 651532 h 4587875"/>
              <a:gd name="connsiteX87" fmla="*/ 2589942 w 9408955"/>
              <a:gd name="connsiteY87" fmla="*/ 611027 h 4587875"/>
              <a:gd name="connsiteX88" fmla="*/ 2575144 w 9408955"/>
              <a:gd name="connsiteY88" fmla="*/ 673856 h 4587875"/>
              <a:gd name="connsiteX89" fmla="*/ 2610898 w 9408955"/>
              <a:gd name="connsiteY89" fmla="*/ 676934 h 4587875"/>
              <a:gd name="connsiteX90" fmla="*/ 8361231 w 9408955"/>
              <a:gd name="connsiteY90" fmla="*/ 678230 h 4587875"/>
              <a:gd name="connsiteX91" fmla="*/ 8387082 w 9408955"/>
              <a:gd name="connsiteY91" fmla="*/ 644358 h 4587875"/>
              <a:gd name="connsiteX92" fmla="*/ 8338143 w 9408955"/>
              <a:gd name="connsiteY92" fmla="*/ 609600 h 4587875"/>
              <a:gd name="connsiteX93" fmla="*/ 8321004 w 9408955"/>
              <a:gd name="connsiteY93" fmla="*/ 662194 h 4587875"/>
              <a:gd name="connsiteX94" fmla="*/ 8361231 w 9408955"/>
              <a:gd name="connsiteY94" fmla="*/ 678230 h 4587875"/>
              <a:gd name="connsiteX95" fmla="*/ 8143895 w 9408955"/>
              <a:gd name="connsiteY95" fmla="*/ 678611 h 4587875"/>
              <a:gd name="connsiteX96" fmla="*/ 8180842 w 9408955"/>
              <a:gd name="connsiteY96" fmla="*/ 642826 h 4587875"/>
              <a:gd name="connsiteX97" fmla="*/ 8121870 w 9408955"/>
              <a:gd name="connsiteY97" fmla="*/ 620885 h 4587875"/>
              <a:gd name="connsiteX98" fmla="*/ 8125083 w 9408955"/>
              <a:gd name="connsiteY98" fmla="*/ 672910 h 4587875"/>
              <a:gd name="connsiteX99" fmla="*/ 8143895 w 9408955"/>
              <a:gd name="connsiteY99" fmla="*/ 678611 h 4587875"/>
              <a:gd name="connsiteX100" fmla="*/ 8243741 w 9408955"/>
              <a:gd name="connsiteY100" fmla="*/ 678864 h 4587875"/>
              <a:gd name="connsiteX101" fmla="*/ 8285201 w 9408955"/>
              <a:gd name="connsiteY101" fmla="*/ 661342 h 4587875"/>
              <a:gd name="connsiteX102" fmla="*/ 8250897 w 9408955"/>
              <a:gd name="connsiteY102" fmla="*/ 610579 h 4587875"/>
              <a:gd name="connsiteX103" fmla="*/ 8229109 w 9408955"/>
              <a:gd name="connsiteY103" fmla="*/ 673802 h 4587875"/>
              <a:gd name="connsiteX104" fmla="*/ 8243741 w 9408955"/>
              <a:gd name="connsiteY104" fmla="*/ 678864 h 4587875"/>
              <a:gd name="connsiteX105" fmla="*/ 2802603 w 9408955"/>
              <a:gd name="connsiteY105" fmla="*/ 679463 h 4587875"/>
              <a:gd name="connsiteX106" fmla="*/ 2838084 w 9408955"/>
              <a:gd name="connsiteY106" fmla="*/ 643709 h 4587875"/>
              <a:gd name="connsiteX107" fmla="*/ 2785321 w 9408955"/>
              <a:gd name="connsiteY107" fmla="*/ 615203 h 4587875"/>
              <a:gd name="connsiteX108" fmla="*/ 2784194 w 9408955"/>
              <a:gd name="connsiteY108" fmla="*/ 675203 h 4587875"/>
              <a:gd name="connsiteX109" fmla="*/ 2802603 w 9408955"/>
              <a:gd name="connsiteY109" fmla="*/ 679463 h 4587875"/>
              <a:gd name="connsiteX110" fmla="*/ 8044936 w 9408955"/>
              <a:gd name="connsiteY110" fmla="*/ 679733 h 4587875"/>
              <a:gd name="connsiteX111" fmla="*/ 8078762 w 9408955"/>
              <a:gd name="connsiteY111" fmla="*/ 644190 h 4587875"/>
              <a:gd name="connsiteX112" fmla="*/ 8018106 w 9408955"/>
              <a:gd name="connsiteY112" fmla="*/ 620983 h 4587875"/>
              <a:gd name="connsiteX113" fmla="*/ 8026440 w 9408955"/>
              <a:gd name="connsiteY113" fmla="*/ 675669 h 4587875"/>
              <a:gd name="connsiteX114" fmla="*/ 8044936 w 9408955"/>
              <a:gd name="connsiteY114" fmla="*/ 679733 h 4587875"/>
              <a:gd name="connsiteX115" fmla="*/ 2912341 w 9408955"/>
              <a:gd name="connsiteY115" fmla="*/ 781050 h 4587875"/>
              <a:gd name="connsiteX116" fmla="*/ 2933566 w 9408955"/>
              <a:gd name="connsiteY116" fmla="*/ 771525 h 4587875"/>
              <a:gd name="connsiteX117" fmla="*/ 2934018 w 9408955"/>
              <a:gd name="connsiteY117" fmla="*/ 725714 h 4587875"/>
              <a:gd name="connsiteX118" fmla="*/ 2879076 w 9408955"/>
              <a:gd name="connsiteY118" fmla="*/ 724580 h 4587875"/>
              <a:gd name="connsiteX119" fmla="*/ 2889250 w 9408955"/>
              <a:gd name="connsiteY119" fmla="*/ 779009 h 4587875"/>
              <a:gd name="connsiteX120" fmla="*/ 2912341 w 9408955"/>
              <a:gd name="connsiteY120" fmla="*/ 781050 h 4587875"/>
              <a:gd name="connsiteX121" fmla="*/ 5075431 w 9408955"/>
              <a:gd name="connsiteY121" fmla="*/ 781088 h 4587875"/>
              <a:gd name="connsiteX122" fmla="*/ 5096874 w 9408955"/>
              <a:gd name="connsiteY122" fmla="*/ 760789 h 4587875"/>
              <a:gd name="connsiteX123" fmla="*/ 5057749 w 9408955"/>
              <a:gd name="connsiteY123" fmla="*/ 714844 h 4587875"/>
              <a:gd name="connsiteX124" fmla="*/ 5044784 w 9408955"/>
              <a:gd name="connsiteY124" fmla="*/ 777847 h 4587875"/>
              <a:gd name="connsiteX125" fmla="*/ 5075431 w 9408955"/>
              <a:gd name="connsiteY125" fmla="*/ 781088 h 4587875"/>
              <a:gd name="connsiteX126" fmla="*/ 7538490 w 9408955"/>
              <a:gd name="connsiteY126" fmla="*/ 781252 h 4587875"/>
              <a:gd name="connsiteX127" fmla="*/ 7564224 w 9408955"/>
              <a:gd name="connsiteY127" fmla="*/ 740909 h 4587875"/>
              <a:gd name="connsiteX128" fmla="*/ 7498345 w 9408955"/>
              <a:gd name="connsiteY128" fmla="*/ 735466 h 4587875"/>
              <a:gd name="connsiteX129" fmla="*/ 7520534 w 9408955"/>
              <a:gd name="connsiteY129" fmla="*/ 780143 h 4587875"/>
              <a:gd name="connsiteX130" fmla="*/ 7538490 w 9408955"/>
              <a:gd name="connsiteY130" fmla="*/ 781252 h 4587875"/>
              <a:gd name="connsiteX131" fmla="*/ 5176257 w 9408955"/>
              <a:gd name="connsiteY131" fmla="*/ 781539 h 4587875"/>
              <a:gd name="connsiteX132" fmla="*/ 5198710 w 9408955"/>
              <a:gd name="connsiteY132" fmla="*/ 736224 h 4587875"/>
              <a:gd name="connsiteX133" fmla="*/ 5139683 w 9408955"/>
              <a:gd name="connsiteY133" fmla="*/ 725763 h 4587875"/>
              <a:gd name="connsiteX134" fmla="*/ 5157097 w 9408955"/>
              <a:gd name="connsiteY134" fmla="*/ 780797 h 4587875"/>
              <a:gd name="connsiteX135" fmla="*/ 5176257 w 9408955"/>
              <a:gd name="connsiteY135" fmla="*/ 781539 h 4587875"/>
              <a:gd name="connsiteX136" fmla="*/ 2599978 w 9408955"/>
              <a:gd name="connsiteY136" fmla="*/ 781872 h 4587875"/>
              <a:gd name="connsiteX137" fmla="*/ 2631725 w 9408955"/>
              <a:gd name="connsiteY137" fmla="*/ 747362 h 4587875"/>
              <a:gd name="connsiteX138" fmla="*/ 2589326 w 9408955"/>
              <a:gd name="connsiteY138" fmla="*/ 714199 h 4587875"/>
              <a:gd name="connsiteX139" fmla="*/ 2582786 w 9408955"/>
              <a:gd name="connsiteY139" fmla="*/ 778695 h 4587875"/>
              <a:gd name="connsiteX140" fmla="*/ 2599978 w 9408955"/>
              <a:gd name="connsiteY140" fmla="*/ 781872 h 4587875"/>
              <a:gd name="connsiteX141" fmla="*/ 8354052 w 9408955"/>
              <a:gd name="connsiteY141" fmla="*/ 781921 h 4587875"/>
              <a:gd name="connsiteX142" fmla="*/ 8387820 w 9408955"/>
              <a:gd name="connsiteY142" fmla="*/ 739957 h 4587875"/>
              <a:gd name="connsiteX143" fmla="*/ 8328715 w 9408955"/>
              <a:gd name="connsiteY143" fmla="*/ 722175 h 4587875"/>
              <a:gd name="connsiteX144" fmla="*/ 8333814 w 9408955"/>
              <a:gd name="connsiteY144" fmla="*/ 777572 h 4587875"/>
              <a:gd name="connsiteX145" fmla="*/ 8354052 w 9408955"/>
              <a:gd name="connsiteY145" fmla="*/ 781921 h 4587875"/>
              <a:gd name="connsiteX146" fmla="*/ 3011988 w 9408955"/>
              <a:gd name="connsiteY146" fmla="*/ 782070 h 4587875"/>
              <a:gd name="connsiteX147" fmla="*/ 3042359 w 9408955"/>
              <a:gd name="connsiteY147" fmla="*/ 740228 h 4587875"/>
              <a:gd name="connsiteX148" fmla="*/ 2986939 w 9408955"/>
              <a:gd name="connsiteY148" fmla="*/ 720498 h 4587875"/>
              <a:gd name="connsiteX149" fmla="*/ 2993097 w 9408955"/>
              <a:gd name="connsiteY149" fmla="*/ 778555 h 4587875"/>
              <a:gd name="connsiteX150" fmla="*/ 3011988 w 9408955"/>
              <a:gd name="connsiteY150" fmla="*/ 782070 h 4587875"/>
              <a:gd name="connsiteX151" fmla="*/ 7636110 w 9408955"/>
              <a:gd name="connsiteY151" fmla="*/ 782453 h 4587875"/>
              <a:gd name="connsiteX152" fmla="*/ 7667012 w 9408955"/>
              <a:gd name="connsiteY152" fmla="*/ 740815 h 4587875"/>
              <a:gd name="connsiteX153" fmla="*/ 7603512 w 9408955"/>
              <a:gd name="connsiteY153" fmla="*/ 729053 h 4587875"/>
              <a:gd name="connsiteX154" fmla="*/ 7617120 w 9408955"/>
              <a:gd name="connsiteY154" fmla="*/ 779043 h 4587875"/>
              <a:gd name="connsiteX155" fmla="*/ 7636110 w 9408955"/>
              <a:gd name="connsiteY155" fmla="*/ 782453 h 4587875"/>
              <a:gd name="connsiteX156" fmla="*/ 8251166 w 9408955"/>
              <a:gd name="connsiteY156" fmla="*/ 782653 h 4587875"/>
              <a:gd name="connsiteX157" fmla="*/ 8279283 w 9408955"/>
              <a:gd name="connsiteY157" fmla="*/ 768640 h 4587875"/>
              <a:gd name="connsiteX158" fmla="*/ 8285004 w 9408955"/>
              <a:gd name="connsiteY158" fmla="*/ 731118 h 4587875"/>
              <a:gd name="connsiteX159" fmla="*/ 8242899 w 9408955"/>
              <a:gd name="connsiteY159" fmla="*/ 714417 h 4587875"/>
              <a:gd name="connsiteX160" fmla="*/ 8222534 w 9408955"/>
              <a:gd name="connsiteY160" fmla="*/ 769555 h 4587875"/>
              <a:gd name="connsiteX161" fmla="*/ 8251166 w 9408955"/>
              <a:gd name="connsiteY161" fmla="*/ 782653 h 4587875"/>
              <a:gd name="connsiteX162" fmla="*/ 2698584 w 9408955"/>
              <a:gd name="connsiteY162" fmla="*/ 782769 h 4587875"/>
              <a:gd name="connsiteX163" fmla="*/ 2735770 w 9408955"/>
              <a:gd name="connsiteY163" fmla="*/ 747024 h 4587875"/>
              <a:gd name="connsiteX164" fmla="*/ 2680414 w 9408955"/>
              <a:gd name="connsiteY164" fmla="*/ 719895 h 4587875"/>
              <a:gd name="connsiteX165" fmla="*/ 2680184 w 9408955"/>
              <a:gd name="connsiteY165" fmla="*/ 777344 h 4587875"/>
              <a:gd name="connsiteX166" fmla="*/ 2698584 w 9408955"/>
              <a:gd name="connsiteY166" fmla="*/ 782769 h 4587875"/>
              <a:gd name="connsiteX167" fmla="*/ 8046699 w 9408955"/>
              <a:gd name="connsiteY167" fmla="*/ 782814 h 4587875"/>
              <a:gd name="connsiteX168" fmla="*/ 8076432 w 9408955"/>
              <a:gd name="connsiteY168" fmla="*/ 740195 h 4587875"/>
              <a:gd name="connsiteX169" fmla="*/ 8033470 w 9408955"/>
              <a:gd name="connsiteY169" fmla="*/ 715591 h 4587875"/>
              <a:gd name="connsiteX170" fmla="*/ 8027172 w 9408955"/>
              <a:gd name="connsiteY170" fmla="*/ 779515 h 4587875"/>
              <a:gd name="connsiteX171" fmla="*/ 8046699 w 9408955"/>
              <a:gd name="connsiteY171" fmla="*/ 782814 h 4587875"/>
              <a:gd name="connsiteX172" fmla="*/ 8150609 w 9408955"/>
              <a:gd name="connsiteY172" fmla="*/ 782926 h 4587875"/>
              <a:gd name="connsiteX173" fmla="*/ 8179589 w 9408955"/>
              <a:gd name="connsiteY173" fmla="*/ 739984 h 4587875"/>
              <a:gd name="connsiteX174" fmla="*/ 8125701 w 9408955"/>
              <a:gd name="connsiteY174" fmla="*/ 719304 h 4587875"/>
              <a:gd name="connsiteX175" fmla="*/ 8131564 w 9408955"/>
              <a:gd name="connsiteY175" fmla="*/ 778815 h 4587875"/>
              <a:gd name="connsiteX176" fmla="*/ 8150609 w 9408955"/>
              <a:gd name="connsiteY176" fmla="*/ 782926 h 4587875"/>
              <a:gd name="connsiteX177" fmla="*/ 4963470 w 9408955"/>
              <a:gd name="connsiteY177" fmla="*/ 783151 h 4587875"/>
              <a:gd name="connsiteX178" fmla="*/ 4996832 w 9408955"/>
              <a:gd name="connsiteY178" fmla="*/ 748659 h 4587875"/>
              <a:gd name="connsiteX179" fmla="*/ 4931095 w 9408955"/>
              <a:gd name="connsiteY179" fmla="*/ 726779 h 4587875"/>
              <a:gd name="connsiteX180" fmla="*/ 4946108 w 9408955"/>
              <a:gd name="connsiteY180" fmla="*/ 779981 h 4587875"/>
              <a:gd name="connsiteX181" fmla="*/ 4963470 w 9408955"/>
              <a:gd name="connsiteY181" fmla="*/ 783151 h 4587875"/>
              <a:gd name="connsiteX182" fmla="*/ 7738299 w 9408955"/>
              <a:gd name="connsiteY182" fmla="*/ 783182 h 4587875"/>
              <a:gd name="connsiteX183" fmla="*/ 7772000 w 9408955"/>
              <a:gd name="connsiteY183" fmla="*/ 749070 h 4587875"/>
              <a:gd name="connsiteX184" fmla="*/ 7728095 w 9408955"/>
              <a:gd name="connsiteY184" fmla="*/ 714482 h 4587875"/>
              <a:gd name="connsiteX185" fmla="*/ 7721235 w 9408955"/>
              <a:gd name="connsiteY185" fmla="*/ 779968 h 4587875"/>
              <a:gd name="connsiteX186" fmla="*/ 7738299 w 9408955"/>
              <a:gd name="connsiteY186" fmla="*/ 783182 h 4587875"/>
              <a:gd name="connsiteX187" fmla="*/ 2802218 w 9408955"/>
              <a:gd name="connsiteY187" fmla="*/ 783261 h 4587875"/>
              <a:gd name="connsiteX188" fmla="*/ 2838515 w 9408955"/>
              <a:gd name="connsiteY188" fmla="*/ 748975 h 4587875"/>
              <a:gd name="connsiteX189" fmla="*/ 2774380 w 9408955"/>
              <a:gd name="connsiteY189" fmla="*/ 726581 h 4587875"/>
              <a:gd name="connsiteX190" fmla="*/ 2784388 w 9408955"/>
              <a:gd name="connsiteY190" fmla="*/ 778223 h 4587875"/>
              <a:gd name="connsiteX191" fmla="*/ 2802218 w 9408955"/>
              <a:gd name="connsiteY191" fmla="*/ 783261 h 4587875"/>
              <a:gd name="connsiteX192" fmla="*/ 7747678 w 9408955"/>
              <a:gd name="connsiteY192" fmla="*/ 882225 h 4587875"/>
              <a:gd name="connsiteX193" fmla="*/ 7768193 w 9408955"/>
              <a:gd name="connsiteY193" fmla="*/ 869043 h 4587875"/>
              <a:gd name="connsiteX194" fmla="*/ 7762331 w 9408955"/>
              <a:gd name="connsiteY194" fmla="*/ 826861 h 4587875"/>
              <a:gd name="connsiteX195" fmla="*/ 7701687 w 9408955"/>
              <a:gd name="connsiteY195" fmla="*/ 845004 h 4587875"/>
              <a:gd name="connsiteX196" fmla="*/ 7723104 w 9408955"/>
              <a:gd name="connsiteY196" fmla="*/ 881970 h 4587875"/>
              <a:gd name="connsiteX197" fmla="*/ 7747678 w 9408955"/>
              <a:gd name="connsiteY197" fmla="*/ 882225 h 4587875"/>
              <a:gd name="connsiteX198" fmla="*/ 4947761 w 9408955"/>
              <a:gd name="connsiteY198" fmla="*/ 882383 h 4587875"/>
              <a:gd name="connsiteX199" fmla="*/ 4994719 w 9408955"/>
              <a:gd name="connsiteY199" fmla="*/ 860666 h 4587875"/>
              <a:gd name="connsiteX200" fmla="*/ 4929981 w 9408955"/>
              <a:gd name="connsiteY200" fmla="*/ 832320 h 4587875"/>
              <a:gd name="connsiteX201" fmla="*/ 4947761 w 9408955"/>
              <a:gd name="connsiteY201" fmla="*/ 882383 h 4587875"/>
              <a:gd name="connsiteX202" fmla="*/ 2919835 w 9408955"/>
              <a:gd name="connsiteY202" fmla="*/ 882747 h 4587875"/>
              <a:gd name="connsiteX203" fmla="*/ 2938409 w 9408955"/>
              <a:gd name="connsiteY203" fmla="*/ 861207 h 4587875"/>
              <a:gd name="connsiteX204" fmla="*/ 2902931 w 9408955"/>
              <a:gd name="connsiteY204" fmla="*/ 817896 h 4587875"/>
              <a:gd name="connsiteX205" fmla="*/ 2890030 w 9408955"/>
              <a:gd name="connsiteY205" fmla="*/ 881357 h 4587875"/>
              <a:gd name="connsiteX206" fmla="*/ 2919835 w 9408955"/>
              <a:gd name="connsiteY206" fmla="*/ 882747 h 4587875"/>
              <a:gd name="connsiteX207" fmla="*/ 5077392 w 9408955"/>
              <a:gd name="connsiteY207" fmla="*/ 882840 h 4587875"/>
              <a:gd name="connsiteX208" fmla="*/ 5097219 w 9408955"/>
              <a:gd name="connsiteY208" fmla="*/ 860710 h 4587875"/>
              <a:gd name="connsiteX209" fmla="*/ 5057795 w 9408955"/>
              <a:gd name="connsiteY209" fmla="*/ 818960 h 4587875"/>
              <a:gd name="connsiteX210" fmla="*/ 5045876 w 9408955"/>
              <a:gd name="connsiteY210" fmla="*/ 880331 h 4587875"/>
              <a:gd name="connsiteX211" fmla="*/ 5077392 w 9408955"/>
              <a:gd name="connsiteY211" fmla="*/ 882840 h 4587875"/>
              <a:gd name="connsiteX212" fmla="*/ 7536485 w 9408955"/>
              <a:gd name="connsiteY212" fmla="*/ 882916 h 4587875"/>
              <a:gd name="connsiteX213" fmla="*/ 7557307 w 9408955"/>
              <a:gd name="connsiteY213" fmla="*/ 873734 h 4587875"/>
              <a:gd name="connsiteX214" fmla="*/ 7526375 w 9408955"/>
              <a:gd name="connsiteY214" fmla="*/ 817610 h 4587875"/>
              <a:gd name="connsiteX215" fmla="*/ 7513774 w 9408955"/>
              <a:gd name="connsiteY215" fmla="*/ 880122 h 4587875"/>
              <a:gd name="connsiteX216" fmla="*/ 7536485 w 9408955"/>
              <a:gd name="connsiteY216" fmla="*/ 882916 h 4587875"/>
              <a:gd name="connsiteX217" fmla="*/ 3111212 w 9408955"/>
              <a:gd name="connsiteY217" fmla="*/ 883525 h 4587875"/>
              <a:gd name="connsiteX218" fmla="*/ 3134412 w 9408955"/>
              <a:gd name="connsiteY218" fmla="*/ 822839 h 4587875"/>
              <a:gd name="connsiteX219" fmla="*/ 3078004 w 9408955"/>
              <a:gd name="connsiteY219" fmla="*/ 835386 h 4587875"/>
              <a:gd name="connsiteX220" fmla="*/ 3111212 w 9408955"/>
              <a:gd name="connsiteY220" fmla="*/ 883525 h 4587875"/>
              <a:gd name="connsiteX221" fmla="*/ 7638343 w 9408955"/>
              <a:gd name="connsiteY221" fmla="*/ 883535 h 4587875"/>
              <a:gd name="connsiteX222" fmla="*/ 7668333 w 9408955"/>
              <a:gd name="connsiteY222" fmla="*/ 845252 h 4587875"/>
              <a:gd name="connsiteX223" fmla="*/ 7601503 w 9408955"/>
              <a:gd name="connsiteY223" fmla="*/ 838260 h 4587875"/>
              <a:gd name="connsiteX224" fmla="*/ 7619750 w 9408955"/>
              <a:gd name="connsiteY224" fmla="*/ 881340 h 4587875"/>
              <a:gd name="connsiteX225" fmla="*/ 7638343 w 9408955"/>
              <a:gd name="connsiteY225" fmla="*/ 883535 h 4587875"/>
              <a:gd name="connsiteX226" fmla="*/ 8155342 w 9408955"/>
              <a:gd name="connsiteY226" fmla="*/ 883600 h 4587875"/>
              <a:gd name="connsiteX227" fmla="*/ 8174347 w 9408955"/>
              <a:gd name="connsiteY227" fmla="*/ 873502 h 4587875"/>
              <a:gd name="connsiteX228" fmla="*/ 8146557 w 9408955"/>
              <a:gd name="connsiteY228" fmla="*/ 818505 h 4587875"/>
              <a:gd name="connsiteX229" fmla="*/ 8133237 w 9408955"/>
              <a:gd name="connsiteY229" fmla="*/ 882402 h 4587875"/>
              <a:gd name="connsiteX230" fmla="*/ 8155342 w 9408955"/>
              <a:gd name="connsiteY230" fmla="*/ 883600 h 4587875"/>
              <a:gd name="connsiteX231" fmla="*/ 8258580 w 9408955"/>
              <a:gd name="connsiteY231" fmla="*/ 883618 h 4587875"/>
              <a:gd name="connsiteX232" fmla="*/ 8280934 w 9408955"/>
              <a:gd name="connsiteY232" fmla="*/ 867559 h 4587875"/>
              <a:gd name="connsiteX233" fmla="*/ 8271439 w 9408955"/>
              <a:gd name="connsiteY233" fmla="*/ 823972 h 4587875"/>
              <a:gd name="connsiteX234" fmla="*/ 8221022 w 9408955"/>
              <a:gd name="connsiteY234" fmla="*/ 831959 h 4587875"/>
              <a:gd name="connsiteX235" fmla="*/ 8230292 w 9408955"/>
              <a:gd name="connsiteY235" fmla="*/ 879653 h 4587875"/>
              <a:gd name="connsiteX236" fmla="*/ 8258580 w 9408955"/>
              <a:gd name="connsiteY236" fmla="*/ 883618 h 4587875"/>
              <a:gd name="connsiteX237" fmla="*/ 7838810 w 9408955"/>
              <a:gd name="connsiteY237" fmla="*/ 883799 h 4587875"/>
              <a:gd name="connsiteX238" fmla="*/ 7874762 w 9408955"/>
              <a:gd name="connsiteY238" fmla="*/ 851008 h 4587875"/>
              <a:gd name="connsiteX239" fmla="*/ 7809383 w 9408955"/>
              <a:gd name="connsiteY239" fmla="*/ 830428 h 4587875"/>
              <a:gd name="connsiteX240" fmla="*/ 7821106 w 9408955"/>
              <a:gd name="connsiteY240" fmla="*/ 879731 h 4587875"/>
              <a:gd name="connsiteX241" fmla="*/ 7838810 w 9408955"/>
              <a:gd name="connsiteY241" fmla="*/ 883799 h 4587875"/>
              <a:gd name="connsiteX242" fmla="*/ 3016409 w 9408955"/>
              <a:gd name="connsiteY242" fmla="*/ 883826 h 4587875"/>
              <a:gd name="connsiteX243" fmla="*/ 3035401 w 9408955"/>
              <a:gd name="connsiteY243" fmla="*/ 873770 h 4587875"/>
              <a:gd name="connsiteX244" fmla="*/ 3034045 w 9408955"/>
              <a:gd name="connsiteY244" fmla="*/ 825319 h 4587875"/>
              <a:gd name="connsiteX245" fmla="*/ 2976842 w 9408955"/>
              <a:gd name="connsiteY245" fmla="*/ 838533 h 4587875"/>
              <a:gd name="connsiteX246" fmla="*/ 2994703 w 9408955"/>
              <a:gd name="connsiteY246" fmla="*/ 882580 h 4587875"/>
              <a:gd name="connsiteX247" fmla="*/ 3016409 w 9408955"/>
              <a:gd name="connsiteY247" fmla="*/ 883826 h 4587875"/>
              <a:gd name="connsiteX248" fmla="*/ 2594784 w 9408955"/>
              <a:gd name="connsiteY248" fmla="*/ 883830 h 4587875"/>
              <a:gd name="connsiteX249" fmla="*/ 2632434 w 9408955"/>
              <a:gd name="connsiteY249" fmla="*/ 853012 h 4587875"/>
              <a:gd name="connsiteX250" fmla="*/ 2565328 w 9408955"/>
              <a:gd name="connsiteY250" fmla="*/ 837712 h 4587875"/>
              <a:gd name="connsiteX251" fmla="*/ 2577170 w 9408955"/>
              <a:gd name="connsiteY251" fmla="*/ 879337 h 4587875"/>
              <a:gd name="connsiteX252" fmla="*/ 2594784 w 9408955"/>
              <a:gd name="connsiteY252" fmla="*/ 883830 h 4587875"/>
              <a:gd name="connsiteX253" fmla="*/ 8351869 w 9408955"/>
              <a:gd name="connsiteY253" fmla="*/ 884032 h 4587875"/>
              <a:gd name="connsiteX254" fmla="*/ 8387665 w 9408955"/>
              <a:gd name="connsiteY254" fmla="*/ 852714 h 4587875"/>
              <a:gd name="connsiteX255" fmla="*/ 8320062 w 9408955"/>
              <a:gd name="connsiteY255" fmla="*/ 835025 h 4587875"/>
              <a:gd name="connsiteX256" fmla="*/ 8334318 w 9408955"/>
              <a:gd name="connsiteY256" fmla="*/ 880155 h 4587875"/>
              <a:gd name="connsiteX257" fmla="*/ 8351869 w 9408955"/>
              <a:gd name="connsiteY257" fmla="*/ 884032 h 4587875"/>
              <a:gd name="connsiteX258" fmla="*/ 2803815 w 9408955"/>
              <a:gd name="connsiteY258" fmla="*/ 884091 h 4587875"/>
              <a:gd name="connsiteX259" fmla="*/ 2838988 w 9408955"/>
              <a:gd name="connsiteY259" fmla="*/ 852309 h 4587875"/>
              <a:gd name="connsiteX260" fmla="*/ 2772509 w 9408955"/>
              <a:gd name="connsiteY260" fmla="*/ 834430 h 4587875"/>
              <a:gd name="connsiteX261" fmla="*/ 2786531 w 9408955"/>
              <a:gd name="connsiteY261" fmla="*/ 880273 h 4587875"/>
              <a:gd name="connsiteX262" fmla="*/ 2803815 w 9408955"/>
              <a:gd name="connsiteY262" fmla="*/ 884091 h 4587875"/>
              <a:gd name="connsiteX263" fmla="*/ 8047916 w 9408955"/>
              <a:gd name="connsiteY263" fmla="*/ 884227 h 4587875"/>
              <a:gd name="connsiteX264" fmla="*/ 8078363 w 9408955"/>
              <a:gd name="connsiteY264" fmla="*/ 845583 h 4587875"/>
              <a:gd name="connsiteX265" fmla="*/ 8012886 w 9408955"/>
              <a:gd name="connsiteY265" fmla="*/ 838119 h 4587875"/>
              <a:gd name="connsiteX266" fmla="*/ 8029084 w 9408955"/>
              <a:gd name="connsiteY266" fmla="*/ 881319 h 4587875"/>
              <a:gd name="connsiteX267" fmla="*/ 8047916 w 9408955"/>
              <a:gd name="connsiteY267" fmla="*/ 884227 h 4587875"/>
              <a:gd name="connsiteX268" fmla="*/ 8456300 w 9408955"/>
              <a:gd name="connsiteY268" fmla="*/ 884327 h 4587875"/>
              <a:gd name="connsiteX269" fmla="*/ 8490044 w 9408955"/>
              <a:gd name="connsiteY269" fmla="*/ 852157 h 4587875"/>
              <a:gd name="connsiteX270" fmla="*/ 8424416 w 9408955"/>
              <a:gd name="connsiteY270" fmla="*/ 833737 h 4587875"/>
              <a:gd name="connsiteX271" fmla="*/ 8439301 w 9408955"/>
              <a:gd name="connsiteY271" fmla="*/ 881036 h 4587875"/>
              <a:gd name="connsiteX272" fmla="*/ 8456300 w 9408955"/>
              <a:gd name="connsiteY272" fmla="*/ 884327 h 4587875"/>
              <a:gd name="connsiteX273" fmla="*/ 7943729 w 9408955"/>
              <a:gd name="connsiteY273" fmla="*/ 884376 h 4587875"/>
              <a:gd name="connsiteX274" fmla="*/ 7975461 w 9408955"/>
              <a:gd name="connsiteY274" fmla="*/ 846940 h 4587875"/>
              <a:gd name="connsiteX275" fmla="*/ 7909892 w 9408955"/>
              <a:gd name="connsiteY275" fmla="*/ 838571 h 4587875"/>
              <a:gd name="connsiteX276" fmla="*/ 7925267 w 9408955"/>
              <a:gd name="connsiteY276" fmla="*/ 881093 h 4587875"/>
              <a:gd name="connsiteX277" fmla="*/ 7943729 w 9408955"/>
              <a:gd name="connsiteY277" fmla="*/ 884376 h 4587875"/>
              <a:gd name="connsiteX278" fmla="*/ 2701877 w 9408955"/>
              <a:gd name="connsiteY278" fmla="*/ 884687 h 4587875"/>
              <a:gd name="connsiteX279" fmla="*/ 2735953 w 9408955"/>
              <a:gd name="connsiteY279" fmla="*/ 845096 h 4587875"/>
              <a:gd name="connsiteX280" fmla="*/ 2676060 w 9408955"/>
              <a:gd name="connsiteY280" fmla="*/ 827586 h 4587875"/>
              <a:gd name="connsiteX281" fmla="*/ 2682232 w 9408955"/>
              <a:gd name="connsiteY281" fmla="*/ 880118 h 4587875"/>
              <a:gd name="connsiteX282" fmla="*/ 2701877 w 9408955"/>
              <a:gd name="connsiteY282" fmla="*/ 884687 h 4587875"/>
              <a:gd name="connsiteX283" fmla="*/ 5169214 w 9408955"/>
              <a:gd name="connsiteY283" fmla="*/ 885100 h 4587875"/>
              <a:gd name="connsiteX284" fmla="*/ 5200878 w 9408955"/>
              <a:gd name="connsiteY284" fmla="*/ 845528 h 4587875"/>
              <a:gd name="connsiteX285" fmla="*/ 5134746 w 9408955"/>
              <a:gd name="connsiteY285" fmla="*/ 838898 h 4587875"/>
              <a:gd name="connsiteX286" fmla="*/ 5150078 w 9408955"/>
              <a:gd name="connsiteY286" fmla="*/ 881418 h 4587875"/>
              <a:gd name="connsiteX287" fmla="*/ 5169214 w 9408955"/>
              <a:gd name="connsiteY287" fmla="*/ 885100 h 4587875"/>
              <a:gd name="connsiteX288" fmla="*/ 7955122 w 9408955"/>
              <a:gd name="connsiteY288" fmla="*/ 985251 h 4587875"/>
              <a:gd name="connsiteX289" fmla="*/ 7973707 w 9408955"/>
              <a:gd name="connsiteY289" fmla="*/ 963079 h 4587875"/>
              <a:gd name="connsiteX290" fmla="*/ 7929395 w 9408955"/>
              <a:gd name="connsiteY290" fmla="*/ 921690 h 4587875"/>
              <a:gd name="connsiteX291" fmla="*/ 7924897 w 9408955"/>
              <a:gd name="connsiteY291" fmla="*/ 984228 h 4587875"/>
              <a:gd name="connsiteX292" fmla="*/ 7955122 w 9408955"/>
              <a:gd name="connsiteY292" fmla="*/ 985251 h 4587875"/>
              <a:gd name="connsiteX293" fmla="*/ 5076700 w 9408955"/>
              <a:gd name="connsiteY293" fmla="*/ 986249 h 4587875"/>
              <a:gd name="connsiteX294" fmla="*/ 5095915 w 9408955"/>
              <a:gd name="connsiteY294" fmla="*/ 964127 h 4587875"/>
              <a:gd name="connsiteX295" fmla="*/ 5053621 w 9408955"/>
              <a:gd name="connsiteY295" fmla="*/ 921251 h 4587875"/>
              <a:gd name="connsiteX296" fmla="*/ 5046572 w 9408955"/>
              <a:gd name="connsiteY296" fmla="*/ 984425 h 4587875"/>
              <a:gd name="connsiteX297" fmla="*/ 5076700 w 9408955"/>
              <a:gd name="connsiteY297" fmla="*/ 986249 h 4587875"/>
              <a:gd name="connsiteX298" fmla="*/ 8362055 w 9408955"/>
              <a:gd name="connsiteY298" fmla="*/ 987047 h 4587875"/>
              <a:gd name="connsiteX299" fmla="*/ 8389779 w 9408955"/>
              <a:gd name="connsiteY299" fmla="*/ 941215 h 4587875"/>
              <a:gd name="connsiteX300" fmla="*/ 8327228 w 9408955"/>
              <a:gd name="connsiteY300" fmla="*/ 929469 h 4587875"/>
              <a:gd name="connsiteX301" fmla="*/ 8362055 w 9408955"/>
              <a:gd name="connsiteY301" fmla="*/ 987047 h 4587875"/>
              <a:gd name="connsiteX302" fmla="*/ 2593809 w 9408955"/>
              <a:gd name="connsiteY302" fmla="*/ 987185 h 4587875"/>
              <a:gd name="connsiteX303" fmla="*/ 2615143 w 9408955"/>
              <a:gd name="connsiteY303" fmla="*/ 984322 h 4587875"/>
              <a:gd name="connsiteX304" fmla="*/ 2630992 w 9408955"/>
              <a:gd name="connsiteY304" fmla="*/ 941528 h 4587875"/>
              <a:gd name="connsiteX305" fmla="*/ 2564837 w 9408955"/>
              <a:gd name="connsiteY305" fmla="*/ 942222 h 4587875"/>
              <a:gd name="connsiteX306" fmla="*/ 2571958 w 9408955"/>
              <a:gd name="connsiteY306" fmla="*/ 982934 h 4587875"/>
              <a:gd name="connsiteX307" fmla="*/ 2593809 w 9408955"/>
              <a:gd name="connsiteY307" fmla="*/ 987185 h 4587875"/>
              <a:gd name="connsiteX308" fmla="*/ 3013148 w 9408955"/>
              <a:gd name="connsiteY308" fmla="*/ 987465 h 4587875"/>
              <a:gd name="connsiteX309" fmla="*/ 3043221 w 9408955"/>
              <a:gd name="connsiteY309" fmla="*/ 948728 h 4587875"/>
              <a:gd name="connsiteX310" fmla="*/ 2985505 w 9408955"/>
              <a:gd name="connsiteY310" fmla="*/ 926554 h 4587875"/>
              <a:gd name="connsiteX311" fmla="*/ 2994932 w 9408955"/>
              <a:gd name="connsiteY311" fmla="*/ 985075 h 4587875"/>
              <a:gd name="connsiteX312" fmla="*/ 3013148 w 9408955"/>
              <a:gd name="connsiteY312" fmla="*/ 987465 h 4587875"/>
              <a:gd name="connsiteX313" fmla="*/ 8255404 w 9408955"/>
              <a:gd name="connsiteY313" fmla="*/ 987575 h 4587875"/>
              <a:gd name="connsiteX314" fmla="*/ 8283132 w 9408955"/>
              <a:gd name="connsiteY314" fmla="*/ 948823 h 4587875"/>
              <a:gd name="connsiteX315" fmla="*/ 8222972 w 9408955"/>
              <a:gd name="connsiteY315" fmla="*/ 928877 h 4587875"/>
              <a:gd name="connsiteX316" fmla="*/ 8237612 w 9408955"/>
              <a:gd name="connsiteY316" fmla="*/ 985504 h 4587875"/>
              <a:gd name="connsiteX317" fmla="*/ 8255404 w 9408955"/>
              <a:gd name="connsiteY317" fmla="*/ 987575 h 4587875"/>
              <a:gd name="connsiteX318" fmla="*/ 8463512 w 9408955"/>
              <a:gd name="connsiteY318" fmla="*/ 987807 h 4587875"/>
              <a:gd name="connsiteX319" fmla="*/ 8490222 w 9408955"/>
              <a:gd name="connsiteY319" fmla="*/ 949287 h 4587875"/>
              <a:gd name="connsiteX320" fmla="*/ 8427061 w 9408955"/>
              <a:gd name="connsiteY320" fmla="*/ 932008 h 4587875"/>
              <a:gd name="connsiteX321" fmla="*/ 8446443 w 9408955"/>
              <a:gd name="connsiteY321" fmla="*/ 986378 h 4587875"/>
              <a:gd name="connsiteX322" fmla="*/ 8463512 w 9408955"/>
              <a:gd name="connsiteY322" fmla="*/ 987807 h 4587875"/>
              <a:gd name="connsiteX323" fmla="*/ 3116441 w 9408955"/>
              <a:gd name="connsiteY323" fmla="*/ 987839 h 4587875"/>
              <a:gd name="connsiteX324" fmla="*/ 3143773 w 9408955"/>
              <a:gd name="connsiteY324" fmla="*/ 949070 h 4587875"/>
              <a:gd name="connsiteX325" fmla="*/ 3082313 w 9408955"/>
              <a:gd name="connsiteY325" fmla="*/ 935091 h 4587875"/>
              <a:gd name="connsiteX326" fmla="*/ 3098642 w 9408955"/>
              <a:gd name="connsiteY326" fmla="*/ 985966 h 4587875"/>
              <a:gd name="connsiteX327" fmla="*/ 3116441 w 9408955"/>
              <a:gd name="connsiteY327" fmla="*/ 987839 h 4587875"/>
              <a:gd name="connsiteX328" fmla="*/ 2811350 w 9408955"/>
              <a:gd name="connsiteY328" fmla="*/ 987853 h 4587875"/>
              <a:gd name="connsiteX329" fmla="*/ 2838745 w 9408955"/>
              <a:gd name="connsiteY329" fmla="*/ 949764 h 4587875"/>
              <a:gd name="connsiteX330" fmla="*/ 2778887 w 9408955"/>
              <a:gd name="connsiteY330" fmla="*/ 930157 h 4587875"/>
              <a:gd name="connsiteX331" fmla="*/ 2794309 w 9408955"/>
              <a:gd name="connsiteY331" fmla="*/ 986243 h 4587875"/>
              <a:gd name="connsiteX332" fmla="*/ 2811350 w 9408955"/>
              <a:gd name="connsiteY332" fmla="*/ 987853 h 4587875"/>
              <a:gd name="connsiteX333" fmla="*/ 4860936 w 9408955"/>
              <a:gd name="connsiteY333" fmla="*/ 987918 h 4587875"/>
              <a:gd name="connsiteX334" fmla="*/ 4893661 w 9408955"/>
              <a:gd name="connsiteY334" fmla="*/ 957716 h 4587875"/>
              <a:gd name="connsiteX335" fmla="*/ 4845038 w 9408955"/>
              <a:gd name="connsiteY335" fmla="*/ 922111 h 4587875"/>
              <a:gd name="connsiteX336" fmla="*/ 4845038 w 9408955"/>
              <a:gd name="connsiteY336" fmla="*/ 985157 h 4587875"/>
              <a:gd name="connsiteX337" fmla="*/ 4860936 w 9408955"/>
              <a:gd name="connsiteY337" fmla="*/ 987918 h 4587875"/>
              <a:gd name="connsiteX338" fmla="*/ 5169348 w 9408955"/>
              <a:gd name="connsiteY338" fmla="*/ 987927 h 4587875"/>
              <a:gd name="connsiteX339" fmla="*/ 5201286 w 9408955"/>
              <a:gd name="connsiteY339" fmla="*/ 950101 h 4587875"/>
              <a:gd name="connsiteX340" fmla="*/ 5137157 w 9408955"/>
              <a:gd name="connsiteY340" fmla="*/ 933646 h 4587875"/>
              <a:gd name="connsiteX341" fmla="*/ 5150816 w 9408955"/>
              <a:gd name="connsiteY341" fmla="*/ 983695 h 4587875"/>
              <a:gd name="connsiteX342" fmla="*/ 5169348 w 9408955"/>
              <a:gd name="connsiteY342" fmla="*/ 987927 h 4587875"/>
              <a:gd name="connsiteX343" fmla="*/ 2704854 w 9408955"/>
              <a:gd name="connsiteY343" fmla="*/ 988014 h 4587875"/>
              <a:gd name="connsiteX344" fmla="*/ 2736230 w 9408955"/>
              <a:gd name="connsiteY344" fmla="*/ 956074 h 4587875"/>
              <a:gd name="connsiteX345" fmla="*/ 2683489 w 9408955"/>
              <a:gd name="connsiteY345" fmla="*/ 922741 h 4587875"/>
              <a:gd name="connsiteX346" fmla="*/ 2688763 w 9408955"/>
              <a:gd name="connsiteY346" fmla="*/ 986189 h 4587875"/>
              <a:gd name="connsiteX347" fmla="*/ 2704854 w 9408955"/>
              <a:gd name="connsiteY347" fmla="*/ 988014 h 4587875"/>
              <a:gd name="connsiteX348" fmla="*/ 7533749 w 9408955"/>
              <a:gd name="connsiteY348" fmla="*/ 988310 h 4587875"/>
              <a:gd name="connsiteX349" fmla="*/ 7565121 w 9408955"/>
              <a:gd name="connsiteY349" fmla="*/ 949428 h 4587875"/>
              <a:gd name="connsiteX350" fmla="*/ 7497872 w 9408955"/>
              <a:gd name="connsiteY350" fmla="*/ 942834 h 4587875"/>
              <a:gd name="connsiteX351" fmla="*/ 7515086 w 9408955"/>
              <a:gd name="connsiteY351" fmla="*/ 984899 h 4587875"/>
              <a:gd name="connsiteX352" fmla="*/ 7533749 w 9408955"/>
              <a:gd name="connsiteY352" fmla="*/ 988310 h 4587875"/>
              <a:gd name="connsiteX353" fmla="*/ 7842676 w 9408955"/>
              <a:gd name="connsiteY353" fmla="*/ 988319 h 4587875"/>
              <a:gd name="connsiteX354" fmla="*/ 7874019 w 9408955"/>
              <a:gd name="connsiteY354" fmla="*/ 958240 h 4587875"/>
              <a:gd name="connsiteX355" fmla="*/ 7821898 w 9408955"/>
              <a:gd name="connsiteY355" fmla="*/ 923622 h 4587875"/>
              <a:gd name="connsiteX356" fmla="*/ 7827384 w 9408955"/>
              <a:gd name="connsiteY356" fmla="*/ 986897 h 4587875"/>
              <a:gd name="connsiteX357" fmla="*/ 7842676 w 9408955"/>
              <a:gd name="connsiteY357" fmla="*/ 988319 h 4587875"/>
              <a:gd name="connsiteX358" fmla="*/ 7637146 w 9408955"/>
              <a:gd name="connsiteY358" fmla="*/ 988345 h 4587875"/>
              <a:gd name="connsiteX359" fmla="*/ 7668135 w 9408955"/>
              <a:gd name="connsiteY359" fmla="*/ 950766 h 4587875"/>
              <a:gd name="connsiteX360" fmla="*/ 7614236 w 9408955"/>
              <a:gd name="connsiteY360" fmla="*/ 924343 h 4587875"/>
              <a:gd name="connsiteX361" fmla="*/ 7619467 w 9408955"/>
              <a:gd name="connsiteY361" fmla="*/ 985002 h 4587875"/>
              <a:gd name="connsiteX362" fmla="*/ 7637146 w 9408955"/>
              <a:gd name="connsiteY362" fmla="*/ 988345 h 4587875"/>
              <a:gd name="connsiteX363" fmla="*/ 7742996 w 9408955"/>
              <a:gd name="connsiteY363" fmla="*/ 988450 h 4587875"/>
              <a:gd name="connsiteX364" fmla="*/ 7769381 w 9408955"/>
              <a:gd name="connsiteY364" fmla="*/ 943331 h 4587875"/>
              <a:gd name="connsiteX365" fmla="*/ 7705490 w 9408955"/>
              <a:gd name="connsiteY365" fmla="*/ 936171 h 4587875"/>
              <a:gd name="connsiteX366" fmla="*/ 7723937 w 9408955"/>
              <a:gd name="connsiteY366" fmla="*/ 986295 h 4587875"/>
              <a:gd name="connsiteX367" fmla="*/ 7742996 w 9408955"/>
              <a:gd name="connsiteY367" fmla="*/ 988450 h 4587875"/>
              <a:gd name="connsiteX368" fmla="*/ 2909057 w 9408955"/>
              <a:gd name="connsiteY368" fmla="*/ 988625 h 4587875"/>
              <a:gd name="connsiteX369" fmla="*/ 2940028 w 9408955"/>
              <a:gd name="connsiteY369" fmla="*/ 949637 h 4587875"/>
              <a:gd name="connsiteX370" fmla="*/ 2874438 w 9408955"/>
              <a:gd name="connsiteY370" fmla="*/ 937523 h 4587875"/>
              <a:gd name="connsiteX371" fmla="*/ 2890318 w 9408955"/>
              <a:gd name="connsiteY371" fmla="*/ 985522 h 4587875"/>
              <a:gd name="connsiteX372" fmla="*/ 2909057 w 9408955"/>
              <a:gd name="connsiteY372" fmla="*/ 988625 h 4587875"/>
              <a:gd name="connsiteX373" fmla="*/ 5273152 w 9408955"/>
              <a:gd name="connsiteY373" fmla="*/ 988684 h 4587875"/>
              <a:gd name="connsiteX374" fmla="*/ 5303851 w 9408955"/>
              <a:gd name="connsiteY374" fmla="*/ 950076 h 4587875"/>
              <a:gd name="connsiteX375" fmla="*/ 5240236 w 9408955"/>
              <a:gd name="connsiteY375" fmla="*/ 936683 h 4587875"/>
              <a:gd name="connsiteX376" fmla="*/ 5254653 w 9408955"/>
              <a:gd name="connsiteY376" fmla="*/ 985405 h 4587875"/>
              <a:gd name="connsiteX377" fmla="*/ 5273152 w 9408955"/>
              <a:gd name="connsiteY377" fmla="*/ 988684 h 4587875"/>
              <a:gd name="connsiteX378" fmla="*/ 8151391 w 9408955"/>
              <a:gd name="connsiteY378" fmla="*/ 988765 h 4587875"/>
              <a:gd name="connsiteX379" fmla="*/ 8180060 w 9408955"/>
              <a:gd name="connsiteY379" fmla="*/ 950322 h 4587875"/>
              <a:gd name="connsiteX380" fmla="*/ 8121168 w 9408955"/>
              <a:gd name="connsiteY380" fmla="*/ 931808 h 4587875"/>
              <a:gd name="connsiteX381" fmla="*/ 8133756 w 9408955"/>
              <a:gd name="connsiteY381" fmla="*/ 985979 h 4587875"/>
              <a:gd name="connsiteX382" fmla="*/ 8151391 w 9408955"/>
              <a:gd name="connsiteY382" fmla="*/ 988765 h 4587875"/>
              <a:gd name="connsiteX383" fmla="*/ 8046825 w 9408955"/>
              <a:gd name="connsiteY383" fmla="*/ 988775 h 4587875"/>
              <a:gd name="connsiteX384" fmla="*/ 8078290 w 9408955"/>
              <a:gd name="connsiteY384" fmla="*/ 949829 h 4587875"/>
              <a:gd name="connsiteX385" fmla="*/ 8020393 w 9408955"/>
              <a:gd name="connsiteY385" fmla="*/ 928116 h 4587875"/>
              <a:gd name="connsiteX386" fmla="*/ 8028005 w 9408955"/>
              <a:gd name="connsiteY386" fmla="*/ 985632 h 4587875"/>
              <a:gd name="connsiteX387" fmla="*/ 8046825 w 9408955"/>
              <a:gd name="connsiteY387" fmla="*/ 988775 h 4587875"/>
              <a:gd name="connsiteX388" fmla="*/ 4960883 w 9408955"/>
              <a:gd name="connsiteY388" fmla="*/ 992187 h 4587875"/>
              <a:gd name="connsiteX389" fmla="*/ 4996074 w 9408955"/>
              <a:gd name="connsiteY389" fmla="*/ 950112 h 4587875"/>
              <a:gd name="connsiteX390" fmla="*/ 4926151 w 9408955"/>
              <a:gd name="connsiteY390" fmla="*/ 950798 h 4587875"/>
              <a:gd name="connsiteX391" fmla="*/ 4960883 w 9408955"/>
              <a:gd name="connsiteY391" fmla="*/ 992187 h 4587875"/>
              <a:gd name="connsiteX392" fmla="*/ 7642982 w 9408955"/>
              <a:gd name="connsiteY392" fmla="*/ 1089764 h 4587875"/>
              <a:gd name="connsiteX393" fmla="*/ 7657958 w 9408955"/>
              <a:gd name="connsiteY393" fmla="*/ 1080524 h 4587875"/>
              <a:gd name="connsiteX394" fmla="*/ 7632386 w 9408955"/>
              <a:gd name="connsiteY394" fmla="*/ 1023051 h 4587875"/>
              <a:gd name="connsiteX395" fmla="*/ 7597840 w 9408955"/>
              <a:gd name="connsiteY395" fmla="*/ 1070489 h 4587875"/>
              <a:gd name="connsiteX396" fmla="*/ 7642982 w 9408955"/>
              <a:gd name="connsiteY396" fmla="*/ 1089764 h 4587875"/>
              <a:gd name="connsiteX397" fmla="*/ 8052440 w 9408955"/>
              <a:gd name="connsiteY397" fmla="*/ 1090272 h 4587875"/>
              <a:gd name="connsiteX398" fmla="*/ 8075731 w 9408955"/>
              <a:gd name="connsiteY398" fmla="*/ 1069067 h 4587875"/>
              <a:gd name="connsiteX399" fmla="*/ 8042346 w 9408955"/>
              <a:gd name="connsiteY399" fmla="*/ 1023483 h 4587875"/>
              <a:gd name="connsiteX400" fmla="*/ 8020691 w 9408955"/>
              <a:gd name="connsiteY400" fmla="*/ 1082901 h 4587875"/>
              <a:gd name="connsiteX401" fmla="*/ 8052440 w 9408955"/>
              <a:gd name="connsiteY401" fmla="*/ 1090272 h 4587875"/>
              <a:gd name="connsiteX402" fmla="*/ 5263925 w 9408955"/>
              <a:gd name="connsiteY402" fmla="*/ 1090386 h 4587875"/>
              <a:gd name="connsiteX403" fmla="*/ 5303414 w 9408955"/>
              <a:gd name="connsiteY403" fmla="*/ 1061811 h 4587875"/>
              <a:gd name="connsiteX404" fmla="*/ 5255053 w 9408955"/>
              <a:gd name="connsiteY404" fmla="*/ 1026205 h 4587875"/>
              <a:gd name="connsiteX405" fmla="*/ 5246841 w 9408955"/>
              <a:gd name="connsiteY405" fmla="*/ 1083356 h 4587875"/>
              <a:gd name="connsiteX406" fmla="*/ 5263925 w 9408955"/>
              <a:gd name="connsiteY406" fmla="*/ 1090386 h 4587875"/>
              <a:gd name="connsiteX407" fmla="*/ 3018021 w 9408955"/>
              <a:gd name="connsiteY407" fmla="*/ 1090438 h 4587875"/>
              <a:gd name="connsiteX408" fmla="*/ 3041540 w 9408955"/>
              <a:gd name="connsiteY408" fmla="*/ 1068679 h 4587875"/>
              <a:gd name="connsiteX409" fmla="*/ 3000165 w 9408955"/>
              <a:gd name="connsiteY409" fmla="*/ 1023840 h 4587875"/>
              <a:gd name="connsiteX410" fmla="*/ 2985140 w 9408955"/>
              <a:gd name="connsiteY410" fmla="*/ 1084775 h 4587875"/>
              <a:gd name="connsiteX411" fmla="*/ 3018021 w 9408955"/>
              <a:gd name="connsiteY411" fmla="*/ 1090438 h 4587875"/>
              <a:gd name="connsiteX412" fmla="*/ 2592897 w 9408955"/>
              <a:gd name="connsiteY412" fmla="*/ 1090577 h 4587875"/>
              <a:gd name="connsiteX413" fmla="*/ 2631467 w 9408955"/>
              <a:gd name="connsiteY413" fmla="*/ 1061811 h 4587875"/>
              <a:gd name="connsiteX414" fmla="*/ 2590303 w 9408955"/>
              <a:gd name="connsiteY414" fmla="*/ 1023937 h 4587875"/>
              <a:gd name="connsiteX415" fmla="*/ 2575975 w 9408955"/>
              <a:gd name="connsiteY415" fmla="*/ 1084036 h 4587875"/>
              <a:gd name="connsiteX416" fmla="*/ 2592897 w 9408955"/>
              <a:gd name="connsiteY416" fmla="*/ 1090577 h 4587875"/>
              <a:gd name="connsiteX417" fmla="*/ 5578228 w 9408955"/>
              <a:gd name="connsiteY417" fmla="*/ 1090637 h 4587875"/>
              <a:gd name="connsiteX418" fmla="*/ 5613469 w 9408955"/>
              <a:gd name="connsiteY418" fmla="*/ 1053675 h 4587875"/>
              <a:gd name="connsiteX419" fmla="*/ 5546340 w 9408955"/>
              <a:gd name="connsiteY419" fmla="*/ 1041779 h 4587875"/>
              <a:gd name="connsiteX420" fmla="*/ 5559493 w 9408955"/>
              <a:gd name="connsiteY420" fmla="*/ 1085323 h 4587875"/>
              <a:gd name="connsiteX421" fmla="*/ 5578228 w 9408955"/>
              <a:gd name="connsiteY421" fmla="*/ 1090637 h 4587875"/>
              <a:gd name="connsiteX422" fmla="*/ 5680483 w 9408955"/>
              <a:gd name="connsiteY422" fmla="*/ 1090778 h 4587875"/>
              <a:gd name="connsiteX423" fmla="*/ 5716183 w 9408955"/>
              <a:gd name="connsiteY423" fmla="*/ 1054896 h 4587875"/>
              <a:gd name="connsiteX424" fmla="*/ 5649353 w 9408955"/>
              <a:gd name="connsiteY424" fmla="*/ 1041097 h 4587875"/>
              <a:gd name="connsiteX425" fmla="*/ 5662354 w 9408955"/>
              <a:gd name="connsiteY425" fmla="*/ 1085660 h 4587875"/>
              <a:gd name="connsiteX426" fmla="*/ 5680483 w 9408955"/>
              <a:gd name="connsiteY426" fmla="*/ 1090778 h 4587875"/>
              <a:gd name="connsiteX427" fmla="*/ 7941604 w 9408955"/>
              <a:gd name="connsiteY427" fmla="*/ 1090820 h 4587875"/>
              <a:gd name="connsiteX428" fmla="*/ 7975256 w 9408955"/>
              <a:gd name="connsiteY428" fmla="*/ 1054680 h 4587875"/>
              <a:gd name="connsiteX429" fmla="*/ 7912742 w 9408955"/>
              <a:gd name="connsiteY429" fmla="*/ 1037128 h 4587875"/>
              <a:gd name="connsiteX430" fmla="*/ 7923497 w 9408955"/>
              <a:gd name="connsiteY430" fmla="*/ 1085510 h 4587875"/>
              <a:gd name="connsiteX431" fmla="*/ 7941604 w 9408955"/>
              <a:gd name="connsiteY431" fmla="*/ 1090820 h 4587875"/>
              <a:gd name="connsiteX432" fmla="*/ 3316966 w 9408955"/>
              <a:gd name="connsiteY432" fmla="*/ 1090824 h 4587875"/>
              <a:gd name="connsiteX433" fmla="*/ 3352077 w 9408955"/>
              <a:gd name="connsiteY433" fmla="*/ 1053864 h 4587875"/>
              <a:gd name="connsiteX434" fmla="*/ 3285605 w 9408955"/>
              <a:gd name="connsiteY434" fmla="*/ 1038591 h 4587875"/>
              <a:gd name="connsiteX435" fmla="*/ 3298112 w 9408955"/>
              <a:gd name="connsiteY435" fmla="*/ 1085549 h 4587875"/>
              <a:gd name="connsiteX436" fmla="*/ 3316966 w 9408955"/>
              <a:gd name="connsiteY436" fmla="*/ 1090824 h 4587875"/>
              <a:gd name="connsiteX437" fmla="*/ 7524986 w 9408955"/>
              <a:gd name="connsiteY437" fmla="*/ 1090876 h 4587875"/>
              <a:gd name="connsiteX438" fmla="*/ 7564067 w 9408955"/>
              <a:gd name="connsiteY438" fmla="*/ 1053628 h 4587875"/>
              <a:gd name="connsiteX439" fmla="*/ 7505048 w 9408955"/>
              <a:gd name="connsiteY439" fmla="*/ 1031517 h 4587875"/>
              <a:gd name="connsiteX440" fmla="*/ 7505726 w 9408955"/>
              <a:gd name="connsiteY440" fmla="*/ 1083033 h 4587875"/>
              <a:gd name="connsiteX441" fmla="*/ 7524986 w 9408955"/>
              <a:gd name="connsiteY441" fmla="*/ 1090876 h 4587875"/>
              <a:gd name="connsiteX442" fmla="*/ 7839874 w 9408955"/>
              <a:gd name="connsiteY442" fmla="*/ 1090952 h 4587875"/>
              <a:gd name="connsiteX443" fmla="*/ 7873130 w 9408955"/>
              <a:gd name="connsiteY443" fmla="*/ 1046627 h 4587875"/>
              <a:gd name="connsiteX444" fmla="*/ 7817193 w 9408955"/>
              <a:gd name="connsiteY444" fmla="*/ 1029713 h 4587875"/>
              <a:gd name="connsiteX445" fmla="*/ 7819466 w 9408955"/>
              <a:gd name="connsiteY445" fmla="*/ 1085027 h 4587875"/>
              <a:gd name="connsiteX446" fmla="*/ 7839874 w 9408955"/>
              <a:gd name="connsiteY446" fmla="*/ 1090952 h 4587875"/>
              <a:gd name="connsiteX447" fmla="*/ 7733873 w 9408955"/>
              <a:gd name="connsiteY447" fmla="*/ 1090991 h 4587875"/>
              <a:gd name="connsiteX448" fmla="*/ 7771073 w 9408955"/>
              <a:gd name="connsiteY448" fmla="*/ 1054135 h 4587875"/>
              <a:gd name="connsiteX449" fmla="*/ 7727861 w 9408955"/>
              <a:gd name="connsiteY449" fmla="*/ 1024588 h 4587875"/>
              <a:gd name="connsiteX450" fmla="*/ 7715057 w 9408955"/>
              <a:gd name="connsiteY450" fmla="*/ 1084133 h 4587875"/>
              <a:gd name="connsiteX451" fmla="*/ 7733873 w 9408955"/>
              <a:gd name="connsiteY451" fmla="*/ 1090991 h 4587875"/>
              <a:gd name="connsiteX452" fmla="*/ 3109429 w 9408955"/>
              <a:gd name="connsiteY452" fmla="*/ 1091056 h 4587875"/>
              <a:gd name="connsiteX453" fmla="*/ 3144852 w 9408955"/>
              <a:gd name="connsiteY453" fmla="*/ 1054002 h 4587875"/>
              <a:gd name="connsiteX454" fmla="*/ 3097950 w 9408955"/>
              <a:gd name="connsiteY454" fmla="*/ 1025503 h 4587875"/>
              <a:gd name="connsiteX455" fmla="*/ 3090858 w 9408955"/>
              <a:gd name="connsiteY455" fmla="*/ 1084310 h 4587875"/>
              <a:gd name="connsiteX456" fmla="*/ 3109429 w 9408955"/>
              <a:gd name="connsiteY456" fmla="*/ 1091056 h 4587875"/>
              <a:gd name="connsiteX457" fmla="*/ 2914368 w 9408955"/>
              <a:gd name="connsiteY457" fmla="*/ 1091117 h 4587875"/>
              <a:gd name="connsiteX458" fmla="*/ 2939007 w 9408955"/>
              <a:gd name="connsiteY458" fmla="*/ 1054436 h 4587875"/>
              <a:gd name="connsiteX459" fmla="*/ 2880829 w 9408955"/>
              <a:gd name="connsiteY459" fmla="*/ 1032832 h 4587875"/>
              <a:gd name="connsiteX460" fmla="*/ 2898192 w 9408955"/>
              <a:gd name="connsiteY460" fmla="*/ 1091050 h 4587875"/>
              <a:gd name="connsiteX461" fmla="*/ 2914368 w 9408955"/>
              <a:gd name="connsiteY461" fmla="*/ 1091117 h 4587875"/>
              <a:gd name="connsiteX462" fmla="*/ 4854706 w 9408955"/>
              <a:gd name="connsiteY462" fmla="*/ 1091160 h 4587875"/>
              <a:gd name="connsiteX463" fmla="*/ 4892958 w 9408955"/>
              <a:gd name="connsiteY463" fmla="*/ 1053751 h 4587875"/>
              <a:gd name="connsiteX464" fmla="*/ 4826319 w 9408955"/>
              <a:gd name="connsiteY464" fmla="*/ 1040564 h 4587875"/>
              <a:gd name="connsiteX465" fmla="*/ 4835417 w 9408955"/>
              <a:gd name="connsiteY465" fmla="*/ 1084218 h 4587875"/>
              <a:gd name="connsiteX466" fmla="*/ 4854706 w 9408955"/>
              <a:gd name="connsiteY466" fmla="*/ 1091160 h 4587875"/>
              <a:gd name="connsiteX467" fmla="*/ 8353181 w 9408955"/>
              <a:gd name="connsiteY467" fmla="*/ 1091182 h 4587875"/>
              <a:gd name="connsiteX468" fmla="*/ 8386603 w 9408955"/>
              <a:gd name="connsiteY468" fmla="*/ 1046864 h 4587875"/>
              <a:gd name="connsiteX469" fmla="*/ 8318795 w 9408955"/>
              <a:gd name="connsiteY469" fmla="*/ 1045950 h 4587875"/>
              <a:gd name="connsiteX470" fmla="*/ 8333082 w 9408955"/>
              <a:gd name="connsiteY470" fmla="*/ 1085715 h 4587875"/>
              <a:gd name="connsiteX471" fmla="*/ 8353181 w 9408955"/>
              <a:gd name="connsiteY471" fmla="*/ 1091182 h 4587875"/>
              <a:gd name="connsiteX472" fmla="*/ 2698922 w 9408955"/>
              <a:gd name="connsiteY472" fmla="*/ 1091218 h 4587875"/>
              <a:gd name="connsiteX473" fmla="*/ 2736023 w 9408955"/>
              <a:gd name="connsiteY473" fmla="*/ 1055914 h 4587875"/>
              <a:gd name="connsiteX474" fmla="*/ 2678483 w 9408955"/>
              <a:gd name="connsiteY474" fmla="*/ 1030741 h 4587875"/>
              <a:gd name="connsiteX475" fmla="*/ 2680301 w 9408955"/>
              <a:gd name="connsiteY475" fmla="*/ 1085850 h 4587875"/>
              <a:gd name="connsiteX476" fmla="*/ 2698922 w 9408955"/>
              <a:gd name="connsiteY476" fmla="*/ 1091218 h 4587875"/>
              <a:gd name="connsiteX477" fmla="*/ 5166244 w 9408955"/>
              <a:gd name="connsiteY477" fmla="*/ 1091246 h 4587875"/>
              <a:gd name="connsiteX478" fmla="*/ 5201110 w 9408955"/>
              <a:gd name="connsiteY478" fmla="*/ 1054315 h 4587875"/>
              <a:gd name="connsiteX479" fmla="*/ 5139644 w 9408955"/>
              <a:gd name="connsiteY479" fmla="*/ 1032886 h 4587875"/>
              <a:gd name="connsiteX480" fmla="*/ 5147471 w 9408955"/>
              <a:gd name="connsiteY480" fmla="*/ 1086459 h 4587875"/>
              <a:gd name="connsiteX481" fmla="*/ 5166244 w 9408955"/>
              <a:gd name="connsiteY481" fmla="*/ 1091246 h 4587875"/>
              <a:gd name="connsiteX482" fmla="*/ 2800638 w 9408955"/>
              <a:gd name="connsiteY482" fmla="*/ 1091249 h 4587875"/>
              <a:gd name="connsiteX483" fmla="*/ 2838913 w 9408955"/>
              <a:gd name="connsiteY483" fmla="*/ 1062342 h 4587875"/>
              <a:gd name="connsiteX484" fmla="*/ 2781772 w 9408955"/>
              <a:gd name="connsiteY484" fmla="*/ 1029571 h 4587875"/>
              <a:gd name="connsiteX485" fmla="*/ 2784059 w 9408955"/>
              <a:gd name="connsiteY485" fmla="*/ 1086175 h 4587875"/>
              <a:gd name="connsiteX486" fmla="*/ 2800638 w 9408955"/>
              <a:gd name="connsiteY486" fmla="*/ 1091249 h 4587875"/>
              <a:gd name="connsiteX487" fmla="*/ 4958717 w 9408955"/>
              <a:gd name="connsiteY487" fmla="*/ 1091267 h 4587875"/>
              <a:gd name="connsiteX488" fmla="*/ 4996396 w 9408955"/>
              <a:gd name="connsiteY488" fmla="*/ 1053317 h 4587875"/>
              <a:gd name="connsiteX489" fmla="*/ 4929919 w 9408955"/>
              <a:gd name="connsiteY489" fmla="*/ 1039970 h 4587875"/>
              <a:gd name="connsiteX490" fmla="*/ 4939416 w 9408955"/>
              <a:gd name="connsiteY490" fmla="*/ 1084986 h 4587875"/>
              <a:gd name="connsiteX491" fmla="*/ 4958717 w 9408955"/>
              <a:gd name="connsiteY491" fmla="*/ 1091267 h 4587875"/>
              <a:gd name="connsiteX492" fmla="*/ 8143398 w 9408955"/>
              <a:gd name="connsiteY492" fmla="*/ 1091591 h 4587875"/>
              <a:gd name="connsiteX493" fmla="*/ 8180186 w 9408955"/>
              <a:gd name="connsiteY493" fmla="*/ 1054644 h 4587875"/>
              <a:gd name="connsiteX494" fmla="*/ 8115643 w 9408955"/>
              <a:gd name="connsiteY494" fmla="*/ 1041094 h 4587875"/>
              <a:gd name="connsiteX495" fmla="*/ 8124340 w 9408955"/>
              <a:gd name="connsiteY495" fmla="*/ 1084730 h 4587875"/>
              <a:gd name="connsiteX496" fmla="*/ 8143398 w 9408955"/>
              <a:gd name="connsiteY496" fmla="*/ 1091591 h 4587875"/>
              <a:gd name="connsiteX497" fmla="*/ 3211349 w 9408955"/>
              <a:gd name="connsiteY497" fmla="*/ 1091628 h 4587875"/>
              <a:gd name="connsiteX498" fmla="*/ 3248110 w 9408955"/>
              <a:gd name="connsiteY498" fmla="*/ 1061840 h 4587875"/>
              <a:gd name="connsiteX499" fmla="*/ 3197681 w 9408955"/>
              <a:gd name="connsiteY499" fmla="*/ 1027409 h 4587875"/>
              <a:gd name="connsiteX500" fmla="*/ 3194515 w 9408955"/>
              <a:gd name="connsiteY500" fmla="*/ 1086693 h 4587875"/>
              <a:gd name="connsiteX501" fmla="*/ 3211349 w 9408955"/>
              <a:gd name="connsiteY501" fmla="*/ 1091628 h 4587875"/>
              <a:gd name="connsiteX502" fmla="*/ 5063310 w 9408955"/>
              <a:gd name="connsiteY502" fmla="*/ 1091674 h 4587875"/>
              <a:gd name="connsiteX503" fmla="*/ 5097795 w 9408955"/>
              <a:gd name="connsiteY503" fmla="*/ 1053976 h 4587875"/>
              <a:gd name="connsiteX504" fmla="*/ 5037330 w 9408955"/>
              <a:gd name="connsiteY504" fmla="*/ 1033967 h 4587875"/>
              <a:gd name="connsiteX505" fmla="*/ 5044748 w 9408955"/>
              <a:gd name="connsiteY505" fmla="*/ 1085809 h 4587875"/>
              <a:gd name="connsiteX506" fmla="*/ 5063310 w 9408955"/>
              <a:gd name="connsiteY506" fmla="*/ 1091674 h 4587875"/>
              <a:gd name="connsiteX507" fmla="*/ 8253169 w 9408955"/>
              <a:gd name="connsiteY507" fmla="*/ 1091742 h 4587875"/>
              <a:gd name="connsiteX508" fmla="*/ 8279108 w 9408955"/>
              <a:gd name="connsiteY508" fmla="*/ 1075622 h 4587875"/>
              <a:gd name="connsiteX509" fmla="*/ 8249399 w 9408955"/>
              <a:gd name="connsiteY509" fmla="*/ 1023534 h 4587875"/>
              <a:gd name="connsiteX510" fmla="*/ 8223999 w 9408955"/>
              <a:gd name="connsiteY510" fmla="*/ 1082047 h 4587875"/>
              <a:gd name="connsiteX511" fmla="*/ 8253169 w 9408955"/>
              <a:gd name="connsiteY511" fmla="*/ 1091742 h 4587875"/>
              <a:gd name="connsiteX512" fmla="*/ 7841132 w 9408955"/>
              <a:gd name="connsiteY512" fmla="*/ 1194396 h 4587875"/>
              <a:gd name="connsiteX513" fmla="*/ 7871970 w 9408955"/>
              <a:gd name="connsiteY513" fmla="*/ 1144134 h 4587875"/>
              <a:gd name="connsiteX514" fmla="*/ 7819340 w 9408955"/>
              <a:gd name="connsiteY514" fmla="*/ 1129166 h 4587875"/>
              <a:gd name="connsiteX515" fmla="*/ 7819340 w 9408955"/>
              <a:gd name="connsiteY515" fmla="*/ 1188131 h 4587875"/>
              <a:gd name="connsiteX516" fmla="*/ 7841132 w 9408955"/>
              <a:gd name="connsiteY516" fmla="*/ 1194396 h 4587875"/>
              <a:gd name="connsiteX517" fmla="*/ 5057201 w 9408955"/>
              <a:gd name="connsiteY517" fmla="*/ 1194417 h 4587875"/>
              <a:gd name="connsiteX518" fmla="*/ 5074176 w 9408955"/>
              <a:gd name="connsiteY518" fmla="*/ 1193712 h 4587875"/>
              <a:gd name="connsiteX519" fmla="*/ 5066780 w 9408955"/>
              <a:gd name="connsiteY519" fmla="*/ 1123773 h 4587875"/>
              <a:gd name="connsiteX520" fmla="*/ 5025866 w 9408955"/>
              <a:gd name="connsiteY520" fmla="*/ 1158398 h 4587875"/>
              <a:gd name="connsiteX521" fmla="*/ 5057201 w 9408955"/>
              <a:gd name="connsiteY521" fmla="*/ 1194417 h 4587875"/>
              <a:gd name="connsiteX522" fmla="*/ 8141221 w 9408955"/>
              <a:gd name="connsiteY522" fmla="*/ 1194512 h 4587875"/>
              <a:gd name="connsiteX523" fmla="*/ 8179490 w 9408955"/>
              <a:gd name="connsiteY523" fmla="*/ 1166460 h 4587875"/>
              <a:gd name="connsiteX524" fmla="*/ 8145789 w 9408955"/>
              <a:gd name="connsiteY524" fmla="*/ 1124168 h 4587875"/>
              <a:gd name="connsiteX525" fmla="*/ 8125155 w 9408955"/>
              <a:gd name="connsiteY525" fmla="*/ 1187720 h 4587875"/>
              <a:gd name="connsiteX526" fmla="*/ 8141221 w 9408955"/>
              <a:gd name="connsiteY526" fmla="*/ 1194512 h 4587875"/>
              <a:gd name="connsiteX527" fmla="*/ 2591354 w 9408955"/>
              <a:gd name="connsiteY527" fmla="*/ 1194531 h 4587875"/>
              <a:gd name="connsiteX528" fmla="*/ 2630252 w 9408955"/>
              <a:gd name="connsiteY528" fmla="*/ 1173216 h 4587875"/>
              <a:gd name="connsiteX529" fmla="*/ 2597711 w 9408955"/>
              <a:gd name="connsiteY529" fmla="*/ 1123764 h 4587875"/>
              <a:gd name="connsiteX530" fmla="*/ 2576856 w 9408955"/>
              <a:gd name="connsiteY530" fmla="*/ 1188167 h 4587875"/>
              <a:gd name="connsiteX531" fmla="*/ 2591354 w 9408955"/>
              <a:gd name="connsiteY531" fmla="*/ 1194531 h 4587875"/>
              <a:gd name="connsiteX532" fmla="*/ 5278139 w 9408955"/>
              <a:gd name="connsiteY532" fmla="*/ 1194939 h 4587875"/>
              <a:gd name="connsiteX533" fmla="*/ 5301114 w 9408955"/>
              <a:gd name="connsiteY533" fmla="*/ 1173854 h 4587875"/>
              <a:gd name="connsiteX534" fmla="*/ 5275282 w 9408955"/>
              <a:gd name="connsiteY534" fmla="*/ 1124539 h 4587875"/>
              <a:gd name="connsiteX535" fmla="*/ 5246936 w 9408955"/>
              <a:gd name="connsiteY535" fmla="*/ 1187680 h 4587875"/>
              <a:gd name="connsiteX536" fmla="*/ 5278139 w 9408955"/>
              <a:gd name="connsiteY536" fmla="*/ 1194939 h 4587875"/>
              <a:gd name="connsiteX537" fmla="*/ 4759883 w 9408955"/>
              <a:gd name="connsiteY537" fmla="*/ 1195043 h 4587875"/>
              <a:gd name="connsiteX538" fmla="*/ 4788578 w 9408955"/>
              <a:gd name="connsiteY538" fmla="*/ 1146704 h 4587875"/>
              <a:gd name="connsiteX539" fmla="*/ 4729756 w 9408955"/>
              <a:gd name="connsiteY539" fmla="*/ 1136928 h 4587875"/>
              <a:gd name="connsiteX540" fmla="*/ 4739103 w 9408955"/>
              <a:gd name="connsiteY540" fmla="*/ 1190582 h 4587875"/>
              <a:gd name="connsiteX541" fmla="*/ 4759883 w 9408955"/>
              <a:gd name="connsiteY541" fmla="*/ 1195043 h 4587875"/>
              <a:gd name="connsiteX542" fmla="*/ 5366860 w 9408955"/>
              <a:gd name="connsiteY542" fmla="*/ 1195203 h 4587875"/>
              <a:gd name="connsiteX543" fmla="*/ 5406582 w 9408955"/>
              <a:gd name="connsiteY543" fmla="*/ 1166981 h 4587875"/>
              <a:gd name="connsiteX544" fmla="*/ 5371764 w 9408955"/>
              <a:gd name="connsiteY544" fmla="*/ 1123763 h 4587875"/>
              <a:gd name="connsiteX545" fmla="*/ 5350780 w 9408955"/>
              <a:gd name="connsiteY545" fmla="*/ 1187441 h 4587875"/>
              <a:gd name="connsiteX546" fmla="*/ 5366860 w 9408955"/>
              <a:gd name="connsiteY546" fmla="*/ 1195203 h 4587875"/>
              <a:gd name="connsiteX547" fmla="*/ 5167574 w 9408955"/>
              <a:gd name="connsiteY547" fmla="*/ 1195214 h 4587875"/>
              <a:gd name="connsiteX548" fmla="*/ 5200455 w 9408955"/>
              <a:gd name="connsiteY548" fmla="*/ 1152358 h 4587875"/>
              <a:gd name="connsiteX549" fmla="*/ 5139091 w 9408955"/>
              <a:gd name="connsiteY549" fmla="*/ 1136824 h 4587875"/>
              <a:gd name="connsiteX550" fmla="*/ 5147760 w 9408955"/>
              <a:gd name="connsiteY550" fmla="*/ 1190281 h 4587875"/>
              <a:gd name="connsiteX551" fmla="*/ 5167574 w 9408955"/>
              <a:gd name="connsiteY551" fmla="*/ 1195214 h 4587875"/>
              <a:gd name="connsiteX552" fmla="*/ 3317499 w 9408955"/>
              <a:gd name="connsiteY552" fmla="*/ 1195233 h 4587875"/>
              <a:gd name="connsiteX553" fmla="*/ 3352164 w 9408955"/>
              <a:gd name="connsiteY553" fmla="*/ 1158637 h 4587875"/>
              <a:gd name="connsiteX554" fmla="*/ 3300293 w 9408955"/>
              <a:gd name="connsiteY554" fmla="*/ 1127711 h 4587875"/>
              <a:gd name="connsiteX555" fmla="*/ 3299374 w 9408955"/>
              <a:gd name="connsiteY555" fmla="*/ 1190251 h 4587875"/>
              <a:gd name="connsiteX556" fmla="*/ 3317499 w 9408955"/>
              <a:gd name="connsiteY556" fmla="*/ 1195233 h 4587875"/>
              <a:gd name="connsiteX557" fmla="*/ 7734925 w 9408955"/>
              <a:gd name="connsiteY557" fmla="*/ 1195254 h 4587875"/>
              <a:gd name="connsiteX558" fmla="*/ 7769974 w 9408955"/>
              <a:gd name="connsiteY558" fmla="*/ 1150492 h 4587875"/>
              <a:gd name="connsiteX559" fmla="*/ 7727565 w 9408955"/>
              <a:gd name="connsiteY559" fmla="*/ 1124443 h 4587875"/>
              <a:gd name="connsiteX560" fmla="*/ 7715092 w 9408955"/>
              <a:gd name="connsiteY560" fmla="*/ 1187739 h 4587875"/>
              <a:gd name="connsiteX561" fmla="*/ 7734925 w 9408955"/>
              <a:gd name="connsiteY561" fmla="*/ 1195254 h 4587875"/>
              <a:gd name="connsiteX562" fmla="*/ 7941766 w 9408955"/>
              <a:gd name="connsiteY562" fmla="*/ 1195278 h 4587875"/>
              <a:gd name="connsiteX563" fmla="*/ 7976111 w 9408955"/>
              <a:gd name="connsiteY563" fmla="*/ 1157695 h 4587875"/>
              <a:gd name="connsiteX564" fmla="*/ 7937453 w 9408955"/>
              <a:gd name="connsiteY564" fmla="*/ 1124001 h 4587875"/>
              <a:gd name="connsiteX565" fmla="*/ 7923354 w 9408955"/>
              <a:gd name="connsiteY565" fmla="*/ 1190243 h 4587875"/>
              <a:gd name="connsiteX566" fmla="*/ 7941766 w 9408955"/>
              <a:gd name="connsiteY566" fmla="*/ 1195278 h 4587875"/>
              <a:gd name="connsiteX567" fmla="*/ 3002835 w 9408955"/>
              <a:gd name="connsiteY567" fmla="*/ 1195364 h 4587875"/>
              <a:gd name="connsiteX568" fmla="*/ 3042234 w 9408955"/>
              <a:gd name="connsiteY568" fmla="*/ 1166891 h 4587875"/>
              <a:gd name="connsiteX569" fmla="*/ 2993440 w 9408955"/>
              <a:gd name="connsiteY569" fmla="*/ 1128183 h 4587875"/>
              <a:gd name="connsiteX570" fmla="*/ 2986694 w 9408955"/>
              <a:gd name="connsiteY570" fmla="*/ 1188192 h 4587875"/>
              <a:gd name="connsiteX571" fmla="*/ 3002835 w 9408955"/>
              <a:gd name="connsiteY571" fmla="*/ 1195364 h 4587875"/>
              <a:gd name="connsiteX572" fmla="*/ 5684463 w 9408955"/>
              <a:gd name="connsiteY572" fmla="*/ 1195366 h 4587875"/>
              <a:gd name="connsiteX573" fmla="*/ 5713708 w 9408955"/>
              <a:gd name="connsiteY573" fmla="*/ 1146774 h 4587875"/>
              <a:gd name="connsiteX574" fmla="*/ 5649074 w 9408955"/>
              <a:gd name="connsiteY574" fmla="*/ 1146774 h 4587875"/>
              <a:gd name="connsiteX575" fmla="*/ 5663362 w 9408955"/>
              <a:gd name="connsiteY575" fmla="*/ 1190993 h 4587875"/>
              <a:gd name="connsiteX576" fmla="*/ 5684463 w 9408955"/>
              <a:gd name="connsiteY576" fmla="*/ 1195366 h 4587875"/>
              <a:gd name="connsiteX577" fmla="*/ 2804046 w 9408955"/>
              <a:gd name="connsiteY577" fmla="*/ 1195386 h 4587875"/>
              <a:gd name="connsiteX578" fmla="*/ 2837998 w 9408955"/>
              <a:gd name="connsiteY578" fmla="*/ 1152026 h 4587875"/>
              <a:gd name="connsiteX579" fmla="*/ 2779947 w 9408955"/>
              <a:gd name="connsiteY579" fmla="*/ 1133795 h 4587875"/>
              <a:gd name="connsiteX580" fmla="*/ 2784292 w 9408955"/>
              <a:gd name="connsiteY580" fmla="*/ 1189172 h 4587875"/>
              <a:gd name="connsiteX581" fmla="*/ 2804046 w 9408955"/>
              <a:gd name="connsiteY581" fmla="*/ 1195386 h 4587875"/>
              <a:gd name="connsiteX582" fmla="*/ 2905010 w 9408955"/>
              <a:gd name="connsiteY582" fmla="*/ 1195420 h 4587875"/>
              <a:gd name="connsiteX583" fmla="*/ 2939827 w 9408955"/>
              <a:gd name="connsiteY583" fmla="*/ 1166515 h 4587875"/>
              <a:gd name="connsiteX584" fmla="*/ 2903735 w 9408955"/>
              <a:gd name="connsiteY584" fmla="*/ 1124446 h 4587875"/>
              <a:gd name="connsiteX585" fmla="*/ 2889252 w 9408955"/>
              <a:gd name="connsiteY585" fmla="*/ 1190522 h 4587875"/>
              <a:gd name="connsiteX586" fmla="*/ 2905010 w 9408955"/>
              <a:gd name="connsiteY586" fmla="*/ 1195420 h 4587875"/>
              <a:gd name="connsiteX587" fmla="*/ 4960624 w 9408955"/>
              <a:gd name="connsiteY587" fmla="*/ 1195432 h 4587875"/>
              <a:gd name="connsiteX588" fmla="*/ 4996312 w 9408955"/>
              <a:gd name="connsiteY588" fmla="*/ 1151335 h 4587875"/>
              <a:gd name="connsiteX589" fmla="*/ 4941440 w 9408955"/>
              <a:gd name="connsiteY589" fmla="*/ 1130825 h 4587875"/>
              <a:gd name="connsiteX590" fmla="*/ 4940983 w 9408955"/>
              <a:gd name="connsiteY590" fmla="*/ 1187798 h 4587875"/>
              <a:gd name="connsiteX591" fmla="*/ 4960624 w 9408955"/>
              <a:gd name="connsiteY591" fmla="*/ 1195432 h 4587875"/>
              <a:gd name="connsiteX592" fmla="*/ 8044758 w 9408955"/>
              <a:gd name="connsiteY592" fmla="*/ 1195750 h 4587875"/>
              <a:gd name="connsiteX593" fmla="*/ 8078132 w 9408955"/>
              <a:gd name="connsiteY593" fmla="*/ 1158759 h 4587875"/>
              <a:gd name="connsiteX594" fmla="*/ 8021441 w 9408955"/>
              <a:gd name="connsiteY594" fmla="*/ 1131021 h 4587875"/>
              <a:gd name="connsiteX595" fmla="*/ 8026490 w 9408955"/>
              <a:gd name="connsiteY595" fmla="*/ 1191271 h 4587875"/>
              <a:gd name="connsiteX596" fmla="*/ 8044758 w 9408955"/>
              <a:gd name="connsiteY596" fmla="*/ 1195750 h 4587875"/>
              <a:gd name="connsiteX597" fmla="*/ 3216570 w 9408955"/>
              <a:gd name="connsiteY597" fmla="*/ 1195805 h 4587875"/>
              <a:gd name="connsiteX598" fmla="*/ 3234713 w 9408955"/>
              <a:gd name="connsiteY598" fmla="*/ 1131699 h 4587875"/>
              <a:gd name="connsiteX599" fmla="*/ 3176429 w 9408955"/>
              <a:gd name="connsiteY599" fmla="*/ 1159042 h 4587875"/>
              <a:gd name="connsiteX600" fmla="*/ 3216570 w 9408955"/>
              <a:gd name="connsiteY600" fmla="*/ 1195805 h 4587875"/>
              <a:gd name="connsiteX601" fmla="*/ 4861751 w 9408955"/>
              <a:gd name="connsiteY601" fmla="*/ 1196093 h 4587875"/>
              <a:gd name="connsiteX602" fmla="*/ 4893541 w 9408955"/>
              <a:gd name="connsiteY602" fmla="*/ 1151523 h 4587875"/>
              <a:gd name="connsiteX603" fmla="*/ 4829478 w 9408955"/>
              <a:gd name="connsiteY603" fmla="*/ 1139844 h 4587875"/>
              <a:gd name="connsiteX604" fmla="*/ 4841922 w 9408955"/>
              <a:gd name="connsiteY604" fmla="*/ 1191370 h 4587875"/>
              <a:gd name="connsiteX605" fmla="*/ 4861751 w 9408955"/>
              <a:gd name="connsiteY605" fmla="*/ 1196093 h 4587875"/>
              <a:gd name="connsiteX606" fmla="*/ 8250666 w 9408955"/>
              <a:gd name="connsiteY606" fmla="*/ 1198562 h 4587875"/>
              <a:gd name="connsiteX607" fmla="*/ 8284317 w 9408955"/>
              <a:gd name="connsiteY607" fmla="*/ 1175991 h 4587875"/>
              <a:gd name="connsiteX608" fmla="*/ 8270124 w 9408955"/>
              <a:gd name="connsiteY608" fmla="*/ 1130393 h 4587875"/>
              <a:gd name="connsiteX609" fmla="*/ 8215642 w 9408955"/>
              <a:gd name="connsiteY609" fmla="*/ 1157752 h 4587875"/>
              <a:gd name="connsiteX610" fmla="*/ 8250666 w 9408955"/>
              <a:gd name="connsiteY610" fmla="*/ 1198562 h 4587875"/>
              <a:gd name="connsiteX611" fmla="*/ 3112135 w 9408955"/>
              <a:gd name="connsiteY611" fmla="*/ 1198562 h 4587875"/>
              <a:gd name="connsiteX612" fmla="*/ 3144394 w 9408955"/>
              <a:gd name="connsiteY612" fmla="*/ 1150418 h 4587875"/>
              <a:gd name="connsiteX613" fmla="*/ 3079876 w 9408955"/>
              <a:gd name="connsiteY613" fmla="*/ 1150189 h 4587875"/>
              <a:gd name="connsiteX614" fmla="*/ 3112135 w 9408955"/>
              <a:gd name="connsiteY614" fmla="*/ 1198562 h 4587875"/>
              <a:gd name="connsiteX615" fmla="*/ 2701675 w 9408955"/>
              <a:gd name="connsiteY615" fmla="*/ 1198562 h 4587875"/>
              <a:gd name="connsiteX616" fmla="*/ 2732598 w 9408955"/>
              <a:gd name="connsiteY616" fmla="*/ 1146205 h 4587875"/>
              <a:gd name="connsiteX617" fmla="*/ 2666886 w 9408955"/>
              <a:gd name="connsiteY617" fmla="*/ 1151006 h 4587875"/>
              <a:gd name="connsiteX618" fmla="*/ 2701675 w 9408955"/>
              <a:gd name="connsiteY618" fmla="*/ 1198562 h 4587875"/>
              <a:gd name="connsiteX619" fmla="*/ 2812368 w 9408955"/>
              <a:gd name="connsiteY619" fmla="*/ 1296051 h 4587875"/>
              <a:gd name="connsiteX620" fmla="*/ 2839879 w 9408955"/>
              <a:gd name="connsiteY620" fmla="*/ 1248990 h 4587875"/>
              <a:gd name="connsiteX621" fmla="*/ 2778971 w 9408955"/>
              <a:gd name="connsiteY621" fmla="*/ 1236259 h 4587875"/>
              <a:gd name="connsiteX622" fmla="*/ 2812368 w 9408955"/>
              <a:gd name="connsiteY622" fmla="*/ 1296051 h 4587875"/>
              <a:gd name="connsiteX623" fmla="*/ 4768380 w 9408955"/>
              <a:gd name="connsiteY623" fmla="*/ 1296060 h 4587875"/>
              <a:gd name="connsiteX624" fmla="*/ 4788751 w 9408955"/>
              <a:gd name="connsiteY624" fmla="*/ 1276061 h 4587875"/>
              <a:gd name="connsiteX625" fmla="*/ 4744514 w 9408955"/>
              <a:gd name="connsiteY625" fmla="*/ 1228614 h 4587875"/>
              <a:gd name="connsiteX626" fmla="*/ 4739242 w 9408955"/>
              <a:gd name="connsiteY626" fmla="*/ 1294398 h 4587875"/>
              <a:gd name="connsiteX627" fmla="*/ 4768380 w 9408955"/>
              <a:gd name="connsiteY627" fmla="*/ 1296060 h 4587875"/>
              <a:gd name="connsiteX628" fmla="*/ 5178252 w 9408955"/>
              <a:gd name="connsiteY628" fmla="*/ 1297036 h 4587875"/>
              <a:gd name="connsiteX629" fmla="*/ 5198333 w 9408955"/>
              <a:gd name="connsiteY629" fmla="*/ 1276799 h 4587875"/>
              <a:gd name="connsiteX630" fmla="*/ 5161985 w 9408955"/>
              <a:gd name="connsiteY630" fmla="*/ 1227406 h 4587875"/>
              <a:gd name="connsiteX631" fmla="*/ 5150094 w 9408955"/>
              <a:gd name="connsiteY631" fmla="*/ 1293949 h 4587875"/>
              <a:gd name="connsiteX632" fmla="*/ 5178252 w 9408955"/>
              <a:gd name="connsiteY632" fmla="*/ 1297036 h 4587875"/>
              <a:gd name="connsiteX633" fmla="*/ 4967986 w 9408955"/>
              <a:gd name="connsiteY633" fmla="*/ 1297253 h 4587875"/>
              <a:gd name="connsiteX634" fmla="*/ 4994796 w 9408955"/>
              <a:gd name="connsiteY634" fmla="*/ 1248682 h 4587875"/>
              <a:gd name="connsiteX635" fmla="*/ 4931938 w 9408955"/>
              <a:gd name="connsiteY635" fmla="*/ 1242105 h 4587875"/>
              <a:gd name="connsiteX636" fmla="*/ 4946904 w 9408955"/>
              <a:gd name="connsiteY636" fmla="*/ 1293812 h 4587875"/>
              <a:gd name="connsiteX637" fmla="*/ 4967986 w 9408955"/>
              <a:gd name="connsiteY637" fmla="*/ 1297253 h 4587875"/>
              <a:gd name="connsiteX638" fmla="*/ 3310591 w 9408955"/>
              <a:gd name="connsiteY638" fmla="*/ 1297670 h 4587875"/>
              <a:gd name="connsiteX639" fmla="*/ 3350850 w 9408955"/>
              <a:gd name="connsiteY639" fmla="*/ 1270588 h 4587875"/>
              <a:gd name="connsiteX640" fmla="*/ 3299290 w 9408955"/>
              <a:gd name="connsiteY640" fmla="*/ 1231482 h 4587875"/>
              <a:gd name="connsiteX641" fmla="*/ 3294089 w 9408955"/>
              <a:gd name="connsiteY641" fmla="*/ 1290142 h 4587875"/>
              <a:gd name="connsiteX642" fmla="*/ 3310591 w 9408955"/>
              <a:gd name="connsiteY642" fmla="*/ 1297670 h 4587875"/>
              <a:gd name="connsiteX643" fmla="*/ 3012279 w 9408955"/>
              <a:gd name="connsiteY643" fmla="*/ 1297677 h 4587875"/>
              <a:gd name="connsiteX644" fmla="*/ 3043158 w 9408955"/>
              <a:gd name="connsiteY644" fmla="*/ 1254897 h 4587875"/>
              <a:gd name="connsiteX645" fmla="*/ 2991381 w 9408955"/>
              <a:gd name="connsiteY645" fmla="*/ 1230569 h 4587875"/>
              <a:gd name="connsiteX646" fmla="*/ 2992537 w 9408955"/>
              <a:gd name="connsiteY646" fmla="*/ 1294004 h 4587875"/>
              <a:gd name="connsiteX647" fmla="*/ 3012279 w 9408955"/>
              <a:gd name="connsiteY647" fmla="*/ 1297677 h 4587875"/>
              <a:gd name="connsiteX648" fmla="*/ 5272392 w 9408955"/>
              <a:gd name="connsiteY648" fmla="*/ 1297740 h 4587875"/>
              <a:gd name="connsiteX649" fmla="*/ 5302296 w 9408955"/>
              <a:gd name="connsiteY649" fmla="*/ 1254818 h 4587875"/>
              <a:gd name="connsiteX650" fmla="*/ 5245892 w 9408955"/>
              <a:gd name="connsiteY650" fmla="*/ 1234607 h 4587875"/>
              <a:gd name="connsiteX651" fmla="*/ 5253170 w 9408955"/>
              <a:gd name="connsiteY651" fmla="*/ 1294091 h 4587875"/>
              <a:gd name="connsiteX652" fmla="*/ 5272392 w 9408955"/>
              <a:gd name="connsiteY652" fmla="*/ 1297740 h 4587875"/>
              <a:gd name="connsiteX653" fmla="*/ 2497353 w 9408955"/>
              <a:gd name="connsiteY653" fmla="*/ 1297768 h 4587875"/>
              <a:gd name="connsiteX654" fmla="*/ 2528942 w 9408955"/>
              <a:gd name="connsiteY654" fmla="*/ 1255617 h 4587875"/>
              <a:gd name="connsiteX655" fmla="*/ 2472213 w 9408955"/>
              <a:gd name="connsiteY655" fmla="*/ 1235710 h 4587875"/>
              <a:gd name="connsiteX656" fmla="*/ 2477931 w 9408955"/>
              <a:gd name="connsiteY656" fmla="*/ 1294075 h 4587875"/>
              <a:gd name="connsiteX657" fmla="*/ 2497353 w 9408955"/>
              <a:gd name="connsiteY657" fmla="*/ 1297768 h 4587875"/>
              <a:gd name="connsiteX658" fmla="*/ 5066562 w 9408955"/>
              <a:gd name="connsiteY658" fmla="*/ 1297844 h 4587875"/>
              <a:gd name="connsiteX659" fmla="*/ 5096022 w 9408955"/>
              <a:gd name="connsiteY659" fmla="*/ 1248130 h 4587875"/>
              <a:gd name="connsiteX660" fmla="*/ 5043991 w 9408955"/>
              <a:gd name="connsiteY660" fmla="*/ 1232175 h 4587875"/>
              <a:gd name="connsiteX661" fmla="*/ 5045367 w 9408955"/>
              <a:gd name="connsiteY661" fmla="*/ 1291665 h 4587875"/>
              <a:gd name="connsiteX662" fmla="*/ 5066562 w 9408955"/>
              <a:gd name="connsiteY662" fmla="*/ 1297844 h 4587875"/>
              <a:gd name="connsiteX663" fmla="*/ 5375556 w 9408955"/>
              <a:gd name="connsiteY663" fmla="*/ 1297929 h 4587875"/>
              <a:gd name="connsiteX664" fmla="*/ 5405279 w 9408955"/>
              <a:gd name="connsiteY664" fmla="*/ 1255173 h 4587875"/>
              <a:gd name="connsiteX665" fmla="*/ 5355840 w 9408955"/>
              <a:gd name="connsiteY665" fmla="*/ 1230886 h 4587875"/>
              <a:gd name="connsiteX666" fmla="*/ 5356520 w 9408955"/>
              <a:gd name="connsiteY666" fmla="*/ 1294582 h 4587875"/>
              <a:gd name="connsiteX667" fmla="*/ 5375556 w 9408955"/>
              <a:gd name="connsiteY667" fmla="*/ 1297929 h 4587875"/>
              <a:gd name="connsiteX668" fmla="*/ 2601220 w 9408955"/>
              <a:gd name="connsiteY668" fmla="*/ 1297977 h 4587875"/>
              <a:gd name="connsiteX669" fmla="*/ 2631261 w 9408955"/>
              <a:gd name="connsiteY669" fmla="*/ 1255129 h 4587875"/>
              <a:gd name="connsiteX670" fmla="*/ 2575473 w 9408955"/>
              <a:gd name="connsiteY670" fmla="*/ 1232558 h 4587875"/>
              <a:gd name="connsiteX671" fmla="*/ 2582277 w 9408955"/>
              <a:gd name="connsiteY671" fmla="*/ 1294742 h 4587875"/>
              <a:gd name="connsiteX672" fmla="*/ 2601220 w 9408955"/>
              <a:gd name="connsiteY672" fmla="*/ 1297977 h 4587875"/>
              <a:gd name="connsiteX673" fmla="*/ 4860168 w 9408955"/>
              <a:gd name="connsiteY673" fmla="*/ 1298072 h 4587875"/>
              <a:gd name="connsiteX674" fmla="*/ 4893877 w 9408955"/>
              <a:gd name="connsiteY674" fmla="*/ 1263544 h 4587875"/>
              <a:gd name="connsiteX675" fmla="*/ 4832645 w 9408955"/>
              <a:gd name="connsiteY675" fmla="*/ 1238991 h 4587875"/>
              <a:gd name="connsiteX676" fmla="*/ 4843304 w 9408955"/>
              <a:gd name="connsiteY676" fmla="*/ 1294236 h 4587875"/>
              <a:gd name="connsiteX677" fmla="*/ 4860168 w 9408955"/>
              <a:gd name="connsiteY677" fmla="*/ 1298072 h 4587875"/>
              <a:gd name="connsiteX678" fmla="*/ 3111114 w 9408955"/>
              <a:gd name="connsiteY678" fmla="*/ 1298222 h 4587875"/>
              <a:gd name="connsiteX679" fmla="*/ 3138523 w 9408955"/>
              <a:gd name="connsiteY679" fmla="*/ 1283214 h 4587875"/>
              <a:gd name="connsiteX680" fmla="*/ 3135566 w 9408955"/>
              <a:gd name="connsiteY680" fmla="*/ 1231437 h 4587875"/>
              <a:gd name="connsiteX681" fmla="*/ 3087799 w 9408955"/>
              <a:gd name="connsiteY681" fmla="*/ 1230759 h 4587875"/>
              <a:gd name="connsiteX682" fmla="*/ 3083705 w 9408955"/>
              <a:gd name="connsiteY682" fmla="*/ 1283214 h 4587875"/>
              <a:gd name="connsiteX683" fmla="*/ 3111114 w 9408955"/>
              <a:gd name="connsiteY683" fmla="*/ 1298222 h 4587875"/>
              <a:gd name="connsiteX684" fmla="*/ 3216403 w 9408955"/>
              <a:gd name="connsiteY684" fmla="*/ 1298238 h 4587875"/>
              <a:gd name="connsiteX685" fmla="*/ 3224953 w 9408955"/>
              <a:gd name="connsiteY685" fmla="*/ 1227775 h 4587875"/>
              <a:gd name="connsiteX686" fmla="*/ 3176429 w 9408955"/>
              <a:gd name="connsiteY686" fmla="*/ 1263470 h 4587875"/>
              <a:gd name="connsiteX687" fmla="*/ 3216403 w 9408955"/>
              <a:gd name="connsiteY687" fmla="*/ 1298238 h 4587875"/>
              <a:gd name="connsiteX688" fmla="*/ 5471359 w 9408955"/>
              <a:gd name="connsiteY688" fmla="*/ 1298250 h 4587875"/>
              <a:gd name="connsiteX689" fmla="*/ 5509123 w 9408955"/>
              <a:gd name="connsiteY689" fmla="*/ 1270260 h 4587875"/>
              <a:gd name="connsiteX690" fmla="*/ 5460917 w 9408955"/>
              <a:gd name="connsiteY690" fmla="*/ 1229158 h 4587875"/>
              <a:gd name="connsiteX691" fmla="*/ 5455460 w 9408955"/>
              <a:gd name="connsiteY691" fmla="*/ 1292196 h 4587875"/>
              <a:gd name="connsiteX692" fmla="*/ 5471359 w 9408955"/>
              <a:gd name="connsiteY692" fmla="*/ 1298250 h 4587875"/>
              <a:gd name="connsiteX693" fmla="*/ 2906509 w 9408955"/>
              <a:gd name="connsiteY693" fmla="*/ 1298427 h 4587875"/>
              <a:gd name="connsiteX694" fmla="*/ 2939009 w 9408955"/>
              <a:gd name="connsiteY694" fmla="*/ 1263767 h 4587875"/>
              <a:gd name="connsiteX695" fmla="*/ 2888052 w 9408955"/>
              <a:gd name="connsiteY695" fmla="*/ 1232391 h 4587875"/>
              <a:gd name="connsiteX696" fmla="*/ 2889405 w 9408955"/>
              <a:gd name="connsiteY696" fmla="*/ 1294689 h 4587875"/>
              <a:gd name="connsiteX697" fmla="*/ 2906509 w 9408955"/>
              <a:gd name="connsiteY697" fmla="*/ 1298427 h 4587875"/>
              <a:gd name="connsiteX698" fmla="*/ 2700817 w 9408955"/>
              <a:gd name="connsiteY698" fmla="*/ 1298518 h 4587875"/>
              <a:gd name="connsiteX699" fmla="*/ 2735544 w 9408955"/>
              <a:gd name="connsiteY699" fmla="*/ 1254754 h 4587875"/>
              <a:gd name="connsiteX700" fmla="*/ 2681048 w 9408955"/>
              <a:gd name="connsiteY700" fmla="*/ 1233300 h 4587875"/>
              <a:gd name="connsiteX701" fmla="*/ 2680820 w 9408955"/>
              <a:gd name="connsiteY701" fmla="*/ 1292127 h 4587875"/>
              <a:gd name="connsiteX702" fmla="*/ 2700817 w 9408955"/>
              <a:gd name="connsiteY702" fmla="*/ 1298518 h 4587875"/>
              <a:gd name="connsiteX703" fmla="*/ 7943718 w 9408955"/>
              <a:gd name="connsiteY703" fmla="*/ 1298627 h 4587875"/>
              <a:gd name="connsiteX704" fmla="*/ 7975008 w 9408955"/>
              <a:gd name="connsiteY704" fmla="*/ 1256129 h 4587875"/>
              <a:gd name="connsiteX705" fmla="*/ 7913727 w 9408955"/>
              <a:gd name="connsiteY705" fmla="*/ 1242226 h 4587875"/>
              <a:gd name="connsiteX706" fmla="*/ 7924582 w 9408955"/>
              <a:gd name="connsiteY706" fmla="*/ 1293962 h 4587875"/>
              <a:gd name="connsiteX707" fmla="*/ 7943718 w 9408955"/>
              <a:gd name="connsiteY707" fmla="*/ 1298627 h 4587875"/>
              <a:gd name="connsiteX708" fmla="*/ 3300935 w 9408955"/>
              <a:gd name="connsiteY708" fmla="*/ 1396044 h 4587875"/>
              <a:gd name="connsiteX709" fmla="*/ 3351735 w 9408955"/>
              <a:gd name="connsiteY709" fmla="*/ 1369135 h 4587875"/>
              <a:gd name="connsiteX710" fmla="*/ 3298440 w 9408955"/>
              <a:gd name="connsiteY710" fmla="*/ 1334929 h 4587875"/>
              <a:gd name="connsiteX711" fmla="*/ 3300935 w 9408955"/>
              <a:gd name="connsiteY711" fmla="*/ 1396044 h 4587875"/>
              <a:gd name="connsiteX712" fmla="*/ 2584915 w 9408955"/>
              <a:gd name="connsiteY712" fmla="*/ 1396361 h 4587875"/>
              <a:gd name="connsiteX713" fmla="*/ 2632408 w 9408955"/>
              <a:gd name="connsiteY713" fmla="*/ 1367951 h 4587875"/>
              <a:gd name="connsiteX714" fmla="*/ 2591475 w 9408955"/>
              <a:gd name="connsiteY714" fmla="*/ 1331199 h 4587875"/>
              <a:gd name="connsiteX715" fmla="*/ 2584915 w 9408955"/>
              <a:gd name="connsiteY715" fmla="*/ 1396361 h 4587875"/>
              <a:gd name="connsiteX716" fmla="*/ 4844732 w 9408955"/>
              <a:gd name="connsiteY716" fmla="*/ 1397205 h 4587875"/>
              <a:gd name="connsiteX717" fmla="*/ 4893220 w 9408955"/>
              <a:gd name="connsiteY717" fmla="*/ 1369006 h 4587875"/>
              <a:gd name="connsiteX718" fmla="*/ 4842026 w 9408955"/>
              <a:gd name="connsiteY718" fmla="*/ 1335577 h 4587875"/>
              <a:gd name="connsiteX719" fmla="*/ 4844732 w 9408955"/>
              <a:gd name="connsiteY719" fmla="*/ 1397205 h 4587875"/>
              <a:gd name="connsiteX720" fmla="*/ 5484585 w 9408955"/>
              <a:gd name="connsiteY720" fmla="*/ 1398115 h 4587875"/>
              <a:gd name="connsiteX721" fmla="*/ 5507010 w 9408955"/>
              <a:gd name="connsiteY721" fmla="*/ 1381366 h 4587875"/>
              <a:gd name="connsiteX722" fmla="*/ 5467930 w 9408955"/>
              <a:gd name="connsiteY722" fmla="*/ 1330223 h 4587875"/>
              <a:gd name="connsiteX723" fmla="*/ 5456504 w 9408955"/>
              <a:gd name="connsiteY723" fmla="*/ 1395251 h 4587875"/>
              <a:gd name="connsiteX724" fmla="*/ 5484585 w 9408955"/>
              <a:gd name="connsiteY724" fmla="*/ 1398115 h 4587875"/>
              <a:gd name="connsiteX725" fmla="*/ 5273658 w 9408955"/>
              <a:gd name="connsiteY725" fmla="*/ 1398288 h 4587875"/>
              <a:gd name="connsiteX726" fmla="*/ 5302999 w 9408955"/>
              <a:gd name="connsiteY726" fmla="*/ 1359554 h 4587875"/>
              <a:gd name="connsiteX727" fmla="*/ 5246529 w 9408955"/>
              <a:gd name="connsiteY727" fmla="*/ 1338576 h 4587875"/>
              <a:gd name="connsiteX728" fmla="*/ 5255600 w 9408955"/>
              <a:gd name="connsiteY728" fmla="*/ 1395352 h 4587875"/>
              <a:gd name="connsiteX729" fmla="*/ 5273658 w 9408955"/>
              <a:gd name="connsiteY729" fmla="*/ 1398288 h 4587875"/>
              <a:gd name="connsiteX730" fmla="*/ 2496477 w 9408955"/>
              <a:gd name="connsiteY730" fmla="*/ 1398464 h 4587875"/>
              <a:gd name="connsiteX731" fmla="*/ 2529614 w 9408955"/>
              <a:gd name="connsiteY731" fmla="*/ 1367174 h 4587875"/>
              <a:gd name="connsiteX732" fmla="*/ 2492602 w 9408955"/>
              <a:gd name="connsiteY732" fmla="*/ 1331220 h 4587875"/>
              <a:gd name="connsiteX733" fmla="*/ 2479959 w 9408955"/>
              <a:gd name="connsiteY733" fmla="*/ 1395666 h 4587875"/>
              <a:gd name="connsiteX734" fmla="*/ 2496477 w 9408955"/>
              <a:gd name="connsiteY734" fmla="*/ 1398464 h 4587875"/>
              <a:gd name="connsiteX735" fmla="*/ 2392199 w 9408955"/>
              <a:gd name="connsiteY735" fmla="*/ 1398497 h 4587875"/>
              <a:gd name="connsiteX736" fmla="*/ 2424235 w 9408955"/>
              <a:gd name="connsiteY736" fmla="*/ 1368185 h 4587875"/>
              <a:gd name="connsiteX737" fmla="*/ 2388145 w 9408955"/>
              <a:gd name="connsiteY737" fmla="*/ 1330982 h 4587875"/>
              <a:gd name="connsiteX738" fmla="*/ 2375973 w 9408955"/>
              <a:gd name="connsiteY738" fmla="*/ 1394791 h 4587875"/>
              <a:gd name="connsiteX739" fmla="*/ 2392199 w 9408955"/>
              <a:gd name="connsiteY739" fmla="*/ 1398497 h 4587875"/>
              <a:gd name="connsiteX740" fmla="*/ 3417883 w 9408955"/>
              <a:gd name="connsiteY740" fmla="*/ 1398597 h 4587875"/>
              <a:gd name="connsiteX741" fmla="*/ 3442733 w 9408955"/>
              <a:gd name="connsiteY741" fmla="*/ 1392662 h 4587875"/>
              <a:gd name="connsiteX742" fmla="*/ 3432329 w 9408955"/>
              <a:gd name="connsiteY742" fmla="*/ 1331748 h 4587875"/>
              <a:gd name="connsiteX743" fmla="*/ 3388906 w 9408955"/>
              <a:gd name="connsiteY743" fmla="*/ 1347729 h 4587875"/>
              <a:gd name="connsiteX744" fmla="*/ 3391846 w 9408955"/>
              <a:gd name="connsiteY744" fmla="*/ 1392893 h 4587875"/>
              <a:gd name="connsiteX745" fmla="*/ 3417883 w 9408955"/>
              <a:gd name="connsiteY745" fmla="*/ 1398597 h 4587875"/>
              <a:gd name="connsiteX746" fmla="*/ 2701782 w 9408955"/>
              <a:gd name="connsiteY746" fmla="*/ 1398758 h 4587875"/>
              <a:gd name="connsiteX747" fmla="*/ 2735587 w 9408955"/>
              <a:gd name="connsiteY747" fmla="*/ 1359326 h 4587875"/>
              <a:gd name="connsiteX748" fmla="*/ 2675034 w 9408955"/>
              <a:gd name="connsiteY748" fmla="*/ 1340633 h 4587875"/>
              <a:gd name="connsiteX749" fmla="*/ 2682519 w 9408955"/>
              <a:gd name="connsiteY749" fmla="*/ 1394206 h 4587875"/>
              <a:gd name="connsiteX750" fmla="*/ 2701782 w 9408955"/>
              <a:gd name="connsiteY750" fmla="*/ 1398758 h 4587875"/>
              <a:gd name="connsiteX751" fmla="*/ 3114329 w 9408955"/>
              <a:gd name="connsiteY751" fmla="*/ 1398829 h 4587875"/>
              <a:gd name="connsiteX752" fmla="*/ 3144653 w 9408955"/>
              <a:gd name="connsiteY752" fmla="*/ 1368109 h 4587875"/>
              <a:gd name="connsiteX753" fmla="*/ 3111496 w 9408955"/>
              <a:gd name="connsiteY753" fmla="*/ 1331281 h 4587875"/>
              <a:gd name="connsiteX754" fmla="*/ 3098690 w 9408955"/>
              <a:gd name="connsiteY754" fmla="*/ 1396245 h 4587875"/>
              <a:gd name="connsiteX755" fmla="*/ 3114329 w 9408955"/>
              <a:gd name="connsiteY755" fmla="*/ 1398829 h 4587875"/>
              <a:gd name="connsiteX756" fmla="*/ 5377414 w 9408955"/>
              <a:gd name="connsiteY756" fmla="*/ 1398890 h 4587875"/>
              <a:gd name="connsiteX757" fmla="*/ 5406830 w 9408955"/>
              <a:gd name="connsiteY757" fmla="*/ 1360504 h 4587875"/>
              <a:gd name="connsiteX758" fmla="*/ 5343185 w 9408955"/>
              <a:gd name="connsiteY758" fmla="*/ 1347420 h 4587875"/>
              <a:gd name="connsiteX759" fmla="*/ 5358925 w 9408955"/>
              <a:gd name="connsiteY759" fmla="*/ 1396374 h 4587875"/>
              <a:gd name="connsiteX760" fmla="*/ 5377414 w 9408955"/>
              <a:gd name="connsiteY760" fmla="*/ 1398890 h 4587875"/>
              <a:gd name="connsiteX761" fmla="*/ 4966694 w 9408955"/>
              <a:gd name="connsiteY761" fmla="*/ 1398947 h 4587875"/>
              <a:gd name="connsiteX762" fmla="*/ 4995973 w 9408955"/>
              <a:gd name="connsiteY762" fmla="*/ 1359876 h 4587875"/>
              <a:gd name="connsiteX763" fmla="*/ 4946798 w 9408955"/>
              <a:gd name="connsiteY763" fmla="*/ 1333579 h 4587875"/>
              <a:gd name="connsiteX764" fmla="*/ 4948603 w 9408955"/>
              <a:gd name="connsiteY764" fmla="*/ 1396921 h 4587875"/>
              <a:gd name="connsiteX765" fmla="*/ 4966694 w 9408955"/>
              <a:gd name="connsiteY765" fmla="*/ 1398947 h 4587875"/>
              <a:gd name="connsiteX766" fmla="*/ 2804642 w 9408955"/>
              <a:gd name="connsiteY766" fmla="*/ 1399005 h 4587875"/>
              <a:gd name="connsiteX767" fmla="*/ 2838064 w 9408955"/>
              <a:gd name="connsiteY767" fmla="*/ 1360033 h 4587875"/>
              <a:gd name="connsiteX768" fmla="*/ 2778222 w 9408955"/>
              <a:gd name="connsiteY768" fmla="*/ 1340530 h 4587875"/>
              <a:gd name="connsiteX769" fmla="*/ 2785933 w 9408955"/>
              <a:gd name="connsiteY769" fmla="*/ 1394959 h 4587875"/>
              <a:gd name="connsiteX770" fmla="*/ 2804642 w 9408955"/>
              <a:gd name="connsiteY770" fmla="*/ 1399005 h 4587875"/>
              <a:gd name="connsiteX771" fmla="*/ 5169461 w 9408955"/>
              <a:gd name="connsiteY771" fmla="*/ 1399185 h 4587875"/>
              <a:gd name="connsiteX772" fmla="*/ 5200492 w 9408955"/>
              <a:gd name="connsiteY772" fmla="*/ 1360006 h 4587875"/>
              <a:gd name="connsiteX773" fmla="*/ 5142435 w 9408955"/>
              <a:gd name="connsiteY773" fmla="*/ 1339259 h 4587875"/>
              <a:gd name="connsiteX774" fmla="*/ 5150599 w 9408955"/>
              <a:gd name="connsiteY774" fmla="*/ 1395345 h 4587875"/>
              <a:gd name="connsiteX775" fmla="*/ 5169461 w 9408955"/>
              <a:gd name="connsiteY775" fmla="*/ 1399185 h 4587875"/>
              <a:gd name="connsiteX776" fmla="*/ 5064862 w 9408955"/>
              <a:gd name="connsiteY776" fmla="*/ 1399227 h 4587875"/>
              <a:gd name="connsiteX777" fmla="*/ 5097584 w 9408955"/>
              <a:gd name="connsiteY777" fmla="*/ 1361272 h 4587875"/>
              <a:gd name="connsiteX778" fmla="*/ 5038456 w 9408955"/>
              <a:gd name="connsiteY778" fmla="*/ 1340581 h 4587875"/>
              <a:gd name="connsiteX779" fmla="*/ 5046100 w 9408955"/>
              <a:gd name="connsiteY779" fmla="*/ 1394697 h 4587875"/>
              <a:gd name="connsiteX780" fmla="*/ 5064862 w 9408955"/>
              <a:gd name="connsiteY780" fmla="*/ 1399227 h 4587875"/>
              <a:gd name="connsiteX781" fmla="*/ 3214088 w 9408955"/>
              <a:gd name="connsiteY781" fmla="*/ 1399453 h 4587875"/>
              <a:gd name="connsiteX782" fmla="*/ 3248785 w 9408955"/>
              <a:gd name="connsiteY782" fmla="*/ 1367923 h 4587875"/>
              <a:gd name="connsiteX783" fmla="*/ 3204911 w 9408955"/>
              <a:gd name="connsiteY783" fmla="*/ 1331402 h 4587875"/>
              <a:gd name="connsiteX784" fmla="*/ 3197448 w 9408955"/>
              <a:gd name="connsiteY784" fmla="*/ 1395199 h 4587875"/>
              <a:gd name="connsiteX785" fmla="*/ 3214088 w 9408955"/>
              <a:gd name="connsiteY785" fmla="*/ 1399453 h 4587875"/>
              <a:gd name="connsiteX786" fmla="*/ 2909457 w 9408955"/>
              <a:gd name="connsiteY786" fmla="*/ 1399457 h 4587875"/>
              <a:gd name="connsiteX787" fmla="*/ 2940092 w 9408955"/>
              <a:gd name="connsiteY787" fmla="*/ 1361723 h 4587875"/>
              <a:gd name="connsiteX788" fmla="*/ 2882606 w 9408955"/>
              <a:gd name="connsiteY788" fmla="*/ 1337846 h 4587875"/>
              <a:gd name="connsiteX789" fmla="*/ 2891275 w 9408955"/>
              <a:gd name="connsiteY789" fmla="*/ 1395833 h 4587875"/>
              <a:gd name="connsiteX790" fmla="*/ 2909457 w 9408955"/>
              <a:gd name="connsiteY790" fmla="*/ 1399457 h 4587875"/>
              <a:gd name="connsiteX791" fmla="*/ 3014910 w 9408955"/>
              <a:gd name="connsiteY791" fmla="*/ 1399475 h 4587875"/>
              <a:gd name="connsiteX792" fmla="*/ 3041857 w 9408955"/>
              <a:gd name="connsiteY792" fmla="*/ 1353930 h 4587875"/>
              <a:gd name="connsiteX793" fmla="*/ 2978972 w 9408955"/>
              <a:gd name="connsiteY793" fmla="*/ 1347073 h 4587875"/>
              <a:gd name="connsiteX794" fmla="*/ 2994751 w 9408955"/>
              <a:gd name="connsiteY794" fmla="*/ 1396900 h 4587875"/>
              <a:gd name="connsiteX795" fmla="*/ 3014910 w 9408955"/>
              <a:gd name="connsiteY795" fmla="*/ 1399475 h 4587875"/>
              <a:gd name="connsiteX796" fmla="*/ 3409675 w 9408955"/>
              <a:gd name="connsiteY796" fmla="*/ 1500260 h 4587875"/>
              <a:gd name="connsiteX797" fmla="*/ 3442287 w 9408955"/>
              <a:gd name="connsiteY797" fmla="*/ 1440016 h 4587875"/>
              <a:gd name="connsiteX798" fmla="*/ 3382804 w 9408955"/>
              <a:gd name="connsiteY798" fmla="*/ 1455810 h 4587875"/>
              <a:gd name="connsiteX799" fmla="*/ 3409675 w 9408955"/>
              <a:gd name="connsiteY799" fmla="*/ 1500260 h 4587875"/>
              <a:gd name="connsiteX800" fmla="*/ 8260518 w 9408955"/>
              <a:gd name="connsiteY800" fmla="*/ 1500471 h 4587875"/>
              <a:gd name="connsiteX801" fmla="*/ 8282944 w 9408955"/>
              <a:gd name="connsiteY801" fmla="*/ 1479550 h 4587875"/>
              <a:gd name="connsiteX802" fmla="*/ 8251338 w 9408955"/>
              <a:gd name="connsiteY802" fmla="*/ 1433965 h 4587875"/>
              <a:gd name="connsiteX803" fmla="*/ 8229054 w 9408955"/>
              <a:gd name="connsiteY803" fmla="*/ 1495878 h 4587875"/>
              <a:gd name="connsiteX804" fmla="*/ 8260518 w 9408955"/>
              <a:gd name="connsiteY804" fmla="*/ 1500471 h 4587875"/>
              <a:gd name="connsiteX805" fmla="*/ 3225228 w 9408955"/>
              <a:gd name="connsiteY805" fmla="*/ 1500481 h 4587875"/>
              <a:gd name="connsiteX806" fmla="*/ 3246379 w 9408955"/>
              <a:gd name="connsiteY806" fmla="*/ 1479243 h 4587875"/>
              <a:gd name="connsiteX807" fmla="*/ 3209576 w 9408955"/>
              <a:gd name="connsiteY807" fmla="*/ 1434208 h 4587875"/>
              <a:gd name="connsiteX808" fmla="*/ 3194316 w 9408955"/>
              <a:gd name="connsiteY808" fmla="*/ 1496302 h 4587875"/>
              <a:gd name="connsiteX809" fmla="*/ 3225228 w 9408955"/>
              <a:gd name="connsiteY809" fmla="*/ 1500481 h 4587875"/>
              <a:gd name="connsiteX810" fmla="*/ 2488244 w 9408955"/>
              <a:gd name="connsiteY810" fmla="*/ 1500792 h 4587875"/>
              <a:gd name="connsiteX811" fmla="*/ 2528062 w 9408955"/>
              <a:gd name="connsiteY811" fmla="*/ 1472167 h 4587875"/>
              <a:gd name="connsiteX812" fmla="*/ 2479846 w 9408955"/>
              <a:gd name="connsiteY812" fmla="*/ 1436431 h 4587875"/>
              <a:gd name="connsiteX813" fmla="*/ 2471431 w 9408955"/>
              <a:gd name="connsiteY813" fmla="*/ 1493201 h 4587875"/>
              <a:gd name="connsiteX814" fmla="*/ 2488244 w 9408955"/>
              <a:gd name="connsiteY814" fmla="*/ 1500792 h 4587875"/>
              <a:gd name="connsiteX815" fmla="*/ 3118123 w 9408955"/>
              <a:gd name="connsiteY815" fmla="*/ 1500827 h 4587875"/>
              <a:gd name="connsiteX816" fmla="*/ 3140672 w 9408955"/>
              <a:gd name="connsiteY816" fmla="*/ 1484934 h 4587875"/>
              <a:gd name="connsiteX817" fmla="*/ 3135748 w 9408955"/>
              <a:gd name="connsiteY817" fmla="*/ 1441261 h 4587875"/>
              <a:gd name="connsiteX818" fmla="*/ 3082481 w 9408955"/>
              <a:gd name="connsiteY818" fmla="*/ 1449677 h 4587875"/>
              <a:gd name="connsiteX819" fmla="*/ 3089866 w 9408955"/>
              <a:gd name="connsiteY819" fmla="*/ 1495397 h 4587875"/>
              <a:gd name="connsiteX820" fmla="*/ 3118123 w 9408955"/>
              <a:gd name="connsiteY820" fmla="*/ 1500827 h 4587875"/>
              <a:gd name="connsiteX821" fmla="*/ 5071859 w 9408955"/>
              <a:gd name="connsiteY821" fmla="*/ 1500896 h 4587875"/>
              <a:gd name="connsiteX822" fmla="*/ 5093828 w 9408955"/>
              <a:gd name="connsiteY822" fmla="*/ 1484766 h 4587875"/>
              <a:gd name="connsiteX823" fmla="*/ 5058495 w 9408955"/>
              <a:gd name="connsiteY823" fmla="*/ 1434193 h 4587875"/>
              <a:gd name="connsiteX824" fmla="*/ 5043223 w 9408955"/>
              <a:gd name="connsiteY824" fmla="*/ 1496106 h 4587875"/>
              <a:gd name="connsiteX825" fmla="*/ 5071859 w 9408955"/>
              <a:gd name="connsiteY825" fmla="*/ 1500896 h 4587875"/>
              <a:gd name="connsiteX826" fmla="*/ 7227928 w 9408955"/>
              <a:gd name="connsiteY826" fmla="*/ 1501055 h 4587875"/>
              <a:gd name="connsiteX827" fmla="*/ 7251769 w 9408955"/>
              <a:gd name="connsiteY827" fmla="*/ 1485388 h 4587875"/>
              <a:gd name="connsiteX828" fmla="*/ 7239069 w 9408955"/>
              <a:gd name="connsiteY828" fmla="*/ 1437394 h 4587875"/>
              <a:gd name="connsiteX829" fmla="*/ 7189175 w 9408955"/>
              <a:gd name="connsiteY829" fmla="*/ 1456273 h 4587875"/>
              <a:gd name="connsiteX830" fmla="*/ 7199154 w 9408955"/>
              <a:gd name="connsiteY830" fmla="*/ 1495397 h 4587875"/>
              <a:gd name="connsiteX831" fmla="*/ 7227928 w 9408955"/>
              <a:gd name="connsiteY831" fmla="*/ 1501055 h 4587875"/>
              <a:gd name="connsiteX832" fmla="*/ 2899585 w 9408955"/>
              <a:gd name="connsiteY832" fmla="*/ 1501190 h 4587875"/>
              <a:gd name="connsiteX833" fmla="*/ 2939244 w 9408955"/>
              <a:gd name="connsiteY833" fmla="*/ 1472519 h 4587875"/>
              <a:gd name="connsiteX834" fmla="*/ 2903260 w 9408955"/>
              <a:gd name="connsiteY834" fmla="*/ 1433966 h 4587875"/>
              <a:gd name="connsiteX835" fmla="*/ 2882570 w 9408955"/>
              <a:gd name="connsiteY835" fmla="*/ 1493610 h 4587875"/>
              <a:gd name="connsiteX836" fmla="*/ 2899585 w 9408955"/>
              <a:gd name="connsiteY836" fmla="*/ 1501190 h 4587875"/>
              <a:gd name="connsiteX837" fmla="*/ 5277166 w 9408955"/>
              <a:gd name="connsiteY837" fmla="*/ 1501280 h 4587875"/>
              <a:gd name="connsiteX838" fmla="*/ 5300453 w 9408955"/>
              <a:gd name="connsiteY838" fmla="*/ 1480056 h 4587875"/>
              <a:gd name="connsiteX839" fmla="*/ 5266934 w 9408955"/>
              <a:gd name="connsiteY839" fmla="*/ 1433352 h 4587875"/>
              <a:gd name="connsiteX840" fmla="*/ 5245501 w 9408955"/>
              <a:gd name="connsiteY840" fmla="*/ 1493861 h 4587875"/>
              <a:gd name="connsiteX841" fmla="*/ 5277166 w 9408955"/>
              <a:gd name="connsiteY841" fmla="*/ 1501280 h 4587875"/>
              <a:gd name="connsiteX842" fmla="*/ 2798185 w 9408955"/>
              <a:gd name="connsiteY842" fmla="*/ 1501465 h 4587875"/>
              <a:gd name="connsiteX843" fmla="*/ 2839879 w 9408955"/>
              <a:gd name="connsiteY843" fmla="*/ 1480551 h 4587875"/>
              <a:gd name="connsiteX844" fmla="*/ 2805773 w 9408955"/>
              <a:gd name="connsiteY844" fmla="*/ 1434789 h 4587875"/>
              <a:gd name="connsiteX845" fmla="*/ 2782614 w 9408955"/>
              <a:gd name="connsiteY845" fmla="*/ 1495804 h 4587875"/>
              <a:gd name="connsiteX846" fmla="*/ 2798185 w 9408955"/>
              <a:gd name="connsiteY846" fmla="*/ 1501465 h 4587875"/>
              <a:gd name="connsiteX847" fmla="*/ 2696829 w 9408955"/>
              <a:gd name="connsiteY847" fmla="*/ 1501555 h 4587875"/>
              <a:gd name="connsiteX848" fmla="*/ 2736373 w 9408955"/>
              <a:gd name="connsiteY848" fmla="*/ 1472165 h 4587875"/>
              <a:gd name="connsiteX849" fmla="*/ 2683921 w 9408955"/>
              <a:gd name="connsiteY849" fmla="*/ 1437785 h 4587875"/>
              <a:gd name="connsiteX850" fmla="*/ 2679531 w 9408955"/>
              <a:gd name="connsiteY850" fmla="*/ 1495689 h 4587875"/>
              <a:gd name="connsiteX851" fmla="*/ 2696829 w 9408955"/>
              <a:gd name="connsiteY851" fmla="*/ 1501555 h 4587875"/>
              <a:gd name="connsiteX852" fmla="*/ 5176226 w 9408955"/>
              <a:gd name="connsiteY852" fmla="*/ 1501704 h 4587875"/>
              <a:gd name="connsiteX853" fmla="*/ 5199157 w 9408955"/>
              <a:gd name="connsiteY853" fmla="*/ 1458458 h 4587875"/>
              <a:gd name="connsiteX854" fmla="*/ 5145782 w 9408955"/>
              <a:gd name="connsiteY854" fmla="*/ 1440542 h 4587875"/>
              <a:gd name="connsiteX855" fmla="*/ 5158221 w 9408955"/>
              <a:gd name="connsiteY855" fmla="*/ 1501548 h 4587875"/>
              <a:gd name="connsiteX856" fmla="*/ 5176226 w 9408955"/>
              <a:gd name="connsiteY856" fmla="*/ 1501704 h 4587875"/>
              <a:gd name="connsiteX857" fmla="*/ 3005193 w 9408955"/>
              <a:gd name="connsiteY857" fmla="*/ 1501762 h 4587875"/>
              <a:gd name="connsiteX858" fmla="*/ 3042684 w 9408955"/>
              <a:gd name="connsiteY858" fmla="*/ 1464483 h 4587875"/>
              <a:gd name="connsiteX859" fmla="*/ 2995373 w 9408955"/>
              <a:gd name="connsiteY859" fmla="*/ 1436436 h 4587875"/>
              <a:gd name="connsiteX860" fmla="*/ 2986628 w 9408955"/>
              <a:gd name="connsiteY860" fmla="*/ 1494566 h 4587875"/>
              <a:gd name="connsiteX861" fmla="*/ 3005193 w 9408955"/>
              <a:gd name="connsiteY861" fmla="*/ 1501762 h 4587875"/>
              <a:gd name="connsiteX862" fmla="*/ 4853094 w 9408955"/>
              <a:gd name="connsiteY862" fmla="*/ 1501892 h 4587875"/>
              <a:gd name="connsiteX863" fmla="*/ 4893578 w 9408955"/>
              <a:gd name="connsiteY863" fmla="*/ 1472973 h 4587875"/>
              <a:gd name="connsiteX864" fmla="*/ 4844756 w 9408955"/>
              <a:gd name="connsiteY864" fmla="*/ 1436465 h 4587875"/>
              <a:gd name="connsiteX865" fmla="*/ 4835817 w 9408955"/>
              <a:gd name="connsiteY865" fmla="*/ 1495386 h 4587875"/>
              <a:gd name="connsiteX866" fmla="*/ 4853094 w 9408955"/>
              <a:gd name="connsiteY866" fmla="*/ 1501892 h 4587875"/>
              <a:gd name="connsiteX867" fmla="*/ 2391616 w 9408955"/>
              <a:gd name="connsiteY867" fmla="*/ 1502022 h 4587875"/>
              <a:gd name="connsiteX868" fmla="*/ 2416421 w 9408955"/>
              <a:gd name="connsiteY868" fmla="*/ 1494714 h 4587875"/>
              <a:gd name="connsiteX869" fmla="*/ 2395210 w 9408955"/>
              <a:gd name="connsiteY869" fmla="*/ 1434209 h 4587875"/>
              <a:gd name="connsiteX870" fmla="*/ 2367167 w 9408955"/>
              <a:gd name="connsiteY870" fmla="*/ 1494487 h 4587875"/>
              <a:gd name="connsiteX871" fmla="*/ 2391616 w 9408955"/>
              <a:gd name="connsiteY871" fmla="*/ 1502022 h 4587875"/>
              <a:gd name="connsiteX872" fmla="*/ 2595295 w 9408955"/>
              <a:gd name="connsiteY872" fmla="*/ 1502043 h 4587875"/>
              <a:gd name="connsiteX873" fmla="*/ 2631310 w 9408955"/>
              <a:gd name="connsiteY873" fmla="*/ 1464250 h 4587875"/>
              <a:gd name="connsiteX874" fmla="*/ 2567961 w 9408955"/>
              <a:gd name="connsiteY874" fmla="*/ 1450903 h 4587875"/>
              <a:gd name="connsiteX875" fmla="*/ 2576527 w 9408955"/>
              <a:gd name="connsiteY875" fmla="*/ 1495242 h 4587875"/>
              <a:gd name="connsiteX876" fmla="*/ 2595295 w 9408955"/>
              <a:gd name="connsiteY876" fmla="*/ 1502043 h 4587875"/>
              <a:gd name="connsiteX877" fmla="*/ 8143383 w 9408955"/>
              <a:gd name="connsiteY877" fmla="*/ 1502203 h 4587875"/>
              <a:gd name="connsiteX878" fmla="*/ 8179755 w 9408955"/>
              <a:gd name="connsiteY878" fmla="*/ 1465022 h 4587875"/>
              <a:gd name="connsiteX879" fmla="*/ 8116516 w 9408955"/>
              <a:gd name="connsiteY879" fmla="*/ 1452030 h 4587875"/>
              <a:gd name="connsiteX880" fmla="*/ 8124477 w 9408955"/>
              <a:gd name="connsiteY880" fmla="*/ 1494881 h 4587875"/>
              <a:gd name="connsiteX881" fmla="*/ 8143383 w 9408955"/>
              <a:gd name="connsiteY881" fmla="*/ 1502203 h 4587875"/>
              <a:gd name="connsiteX882" fmla="*/ 3310973 w 9408955"/>
              <a:gd name="connsiteY882" fmla="*/ 1502385 h 4587875"/>
              <a:gd name="connsiteX883" fmla="*/ 3351455 w 9408955"/>
              <a:gd name="connsiteY883" fmla="*/ 1465467 h 4587875"/>
              <a:gd name="connsiteX884" fmla="*/ 3287383 w 9408955"/>
              <a:gd name="connsiteY884" fmla="*/ 1449889 h 4587875"/>
              <a:gd name="connsiteX885" fmla="*/ 3291273 w 9408955"/>
              <a:gd name="connsiteY885" fmla="*/ 1494561 h 4587875"/>
              <a:gd name="connsiteX886" fmla="*/ 3310973 w 9408955"/>
              <a:gd name="connsiteY886" fmla="*/ 1502385 h 4587875"/>
              <a:gd name="connsiteX887" fmla="*/ 5369960 w 9408955"/>
              <a:gd name="connsiteY887" fmla="*/ 1502491 h 4587875"/>
              <a:gd name="connsiteX888" fmla="*/ 5383281 w 9408955"/>
              <a:gd name="connsiteY888" fmla="*/ 1500575 h 4587875"/>
              <a:gd name="connsiteX889" fmla="*/ 5395073 w 9408955"/>
              <a:gd name="connsiteY889" fmla="*/ 1440404 h 4587875"/>
              <a:gd name="connsiteX890" fmla="*/ 5348129 w 9408955"/>
              <a:gd name="connsiteY890" fmla="*/ 1441090 h 4587875"/>
              <a:gd name="connsiteX891" fmla="*/ 5337016 w 9408955"/>
              <a:gd name="connsiteY891" fmla="*/ 1481128 h 4587875"/>
              <a:gd name="connsiteX892" fmla="*/ 5369960 w 9408955"/>
              <a:gd name="connsiteY892" fmla="*/ 1502491 h 4587875"/>
              <a:gd name="connsiteX893" fmla="*/ 4968752 w 9408955"/>
              <a:gd name="connsiteY893" fmla="*/ 1502492 h 4587875"/>
              <a:gd name="connsiteX894" fmla="*/ 4995478 w 9408955"/>
              <a:gd name="connsiteY894" fmla="*/ 1458440 h 4587875"/>
              <a:gd name="connsiteX895" fmla="*/ 4929936 w 9408955"/>
              <a:gd name="connsiteY895" fmla="*/ 1450396 h 4587875"/>
              <a:gd name="connsiteX896" fmla="*/ 4949440 w 9408955"/>
              <a:gd name="connsiteY896" fmla="*/ 1500958 h 4587875"/>
              <a:gd name="connsiteX897" fmla="*/ 4968752 w 9408955"/>
              <a:gd name="connsiteY897" fmla="*/ 1502492 h 4587875"/>
              <a:gd name="connsiteX898" fmla="*/ 4750662 w 9408955"/>
              <a:gd name="connsiteY898" fmla="*/ 1502770 h 4587875"/>
              <a:gd name="connsiteX899" fmla="*/ 4790252 w 9408955"/>
              <a:gd name="connsiteY899" fmla="*/ 1465137 h 4587875"/>
              <a:gd name="connsiteX900" fmla="*/ 4735529 w 9408955"/>
              <a:gd name="connsiteY900" fmla="*/ 1440809 h 4587875"/>
              <a:gd name="connsiteX901" fmla="*/ 4731459 w 9408955"/>
              <a:gd name="connsiteY901" fmla="*/ 1494467 h 4587875"/>
              <a:gd name="connsiteX902" fmla="*/ 4750662 w 9408955"/>
              <a:gd name="connsiteY902" fmla="*/ 1502770 h 4587875"/>
              <a:gd name="connsiteX903" fmla="*/ 7955275 w 9408955"/>
              <a:gd name="connsiteY903" fmla="*/ 1601391 h 4587875"/>
              <a:gd name="connsiteX904" fmla="*/ 7971783 w 9408955"/>
              <a:gd name="connsiteY904" fmla="*/ 1577201 h 4587875"/>
              <a:gd name="connsiteX905" fmla="*/ 7937798 w 9408955"/>
              <a:gd name="connsiteY905" fmla="*/ 1538171 h 4587875"/>
              <a:gd name="connsiteX906" fmla="*/ 7924569 w 9408955"/>
              <a:gd name="connsiteY906" fmla="*/ 1599968 h 4587875"/>
              <a:gd name="connsiteX907" fmla="*/ 7955275 w 9408955"/>
              <a:gd name="connsiteY907" fmla="*/ 1601391 h 4587875"/>
              <a:gd name="connsiteX908" fmla="*/ 8154433 w 9408955"/>
              <a:gd name="connsiteY908" fmla="*/ 1601438 h 4587875"/>
              <a:gd name="connsiteX909" fmla="*/ 8172454 w 9408955"/>
              <a:gd name="connsiteY909" fmla="*/ 1543885 h 4587875"/>
              <a:gd name="connsiteX910" fmla="*/ 8122497 w 9408955"/>
              <a:gd name="connsiteY910" fmla="*/ 1551942 h 4587875"/>
              <a:gd name="connsiteX911" fmla="*/ 8154433 w 9408955"/>
              <a:gd name="connsiteY911" fmla="*/ 1601438 h 4587875"/>
              <a:gd name="connsiteX912" fmla="*/ 5181346 w 9408955"/>
              <a:gd name="connsiteY912" fmla="*/ 1601940 h 4587875"/>
              <a:gd name="connsiteX913" fmla="*/ 5201279 w 9408955"/>
              <a:gd name="connsiteY913" fmla="*/ 1577329 h 4587875"/>
              <a:gd name="connsiteX914" fmla="*/ 5162340 w 9408955"/>
              <a:gd name="connsiteY914" fmla="*/ 1539001 h 4587875"/>
              <a:gd name="connsiteX915" fmla="*/ 5147505 w 9408955"/>
              <a:gd name="connsiteY915" fmla="*/ 1601056 h 4587875"/>
              <a:gd name="connsiteX916" fmla="*/ 5181346 w 9408955"/>
              <a:gd name="connsiteY916" fmla="*/ 1601940 h 4587875"/>
              <a:gd name="connsiteX917" fmla="*/ 4765409 w 9408955"/>
              <a:gd name="connsiteY917" fmla="*/ 1603056 h 4587875"/>
              <a:gd name="connsiteX918" fmla="*/ 4790442 w 9408955"/>
              <a:gd name="connsiteY918" fmla="*/ 1570194 h 4587875"/>
              <a:gd name="connsiteX919" fmla="*/ 4737069 w 9408955"/>
              <a:gd name="connsiteY919" fmla="*/ 1537388 h 4587875"/>
              <a:gd name="connsiteX920" fmla="*/ 4724980 w 9408955"/>
              <a:gd name="connsiteY920" fmla="*/ 1588776 h 4587875"/>
              <a:gd name="connsiteX921" fmla="*/ 4765409 w 9408955"/>
              <a:gd name="connsiteY921" fmla="*/ 1603056 h 4587875"/>
              <a:gd name="connsiteX922" fmla="*/ 7645004 w 9408955"/>
              <a:gd name="connsiteY922" fmla="*/ 1603147 h 4587875"/>
              <a:gd name="connsiteX923" fmla="*/ 7667888 w 9408955"/>
              <a:gd name="connsiteY923" fmla="*/ 1578535 h 4587875"/>
              <a:gd name="connsiteX924" fmla="*/ 7632093 w 9408955"/>
              <a:gd name="connsiteY924" fmla="*/ 1538371 h 4587875"/>
              <a:gd name="connsiteX925" fmla="*/ 7610662 w 9408955"/>
              <a:gd name="connsiteY925" fmla="*/ 1598155 h 4587875"/>
              <a:gd name="connsiteX926" fmla="*/ 7645004 w 9408955"/>
              <a:gd name="connsiteY926" fmla="*/ 1603147 h 4587875"/>
              <a:gd name="connsiteX927" fmla="*/ 3111541 w 9408955"/>
              <a:gd name="connsiteY927" fmla="*/ 1603252 h 4587875"/>
              <a:gd name="connsiteX928" fmla="*/ 3145581 w 9408955"/>
              <a:gd name="connsiteY928" fmla="*/ 1585542 h 4587875"/>
              <a:gd name="connsiteX929" fmla="*/ 3111570 w 9408955"/>
              <a:gd name="connsiteY929" fmla="*/ 1538316 h 4587875"/>
              <a:gd name="connsiteX930" fmla="*/ 3077329 w 9408955"/>
              <a:gd name="connsiteY930" fmla="*/ 1586226 h 4587875"/>
              <a:gd name="connsiteX931" fmla="*/ 3111541 w 9408955"/>
              <a:gd name="connsiteY931" fmla="*/ 1603252 h 4587875"/>
              <a:gd name="connsiteX932" fmla="*/ 5056160 w 9408955"/>
              <a:gd name="connsiteY932" fmla="*/ 1603319 h 4587875"/>
              <a:gd name="connsiteX933" fmla="*/ 5097574 w 9408955"/>
              <a:gd name="connsiteY933" fmla="*/ 1577240 h 4587875"/>
              <a:gd name="connsiteX934" fmla="*/ 5046161 w 9408955"/>
              <a:gd name="connsiteY934" fmla="*/ 1541568 h 4587875"/>
              <a:gd name="connsiteX935" fmla="*/ 5039622 w 9408955"/>
              <a:gd name="connsiteY935" fmla="*/ 1595763 h 4587875"/>
              <a:gd name="connsiteX936" fmla="*/ 5056160 w 9408955"/>
              <a:gd name="connsiteY936" fmla="*/ 1603319 h 4587875"/>
              <a:gd name="connsiteX937" fmla="*/ 5383138 w 9408955"/>
              <a:gd name="connsiteY937" fmla="*/ 1603586 h 4587875"/>
              <a:gd name="connsiteX938" fmla="*/ 5398963 w 9408955"/>
              <a:gd name="connsiteY938" fmla="*/ 1596438 h 4587875"/>
              <a:gd name="connsiteX939" fmla="*/ 5392055 w 9408955"/>
              <a:gd name="connsiteY939" fmla="*/ 1541977 h 4587875"/>
              <a:gd name="connsiteX940" fmla="*/ 5348070 w 9408955"/>
              <a:gd name="connsiteY940" fmla="*/ 1545867 h 4587875"/>
              <a:gd name="connsiteX941" fmla="*/ 5337477 w 9408955"/>
              <a:gd name="connsiteY941" fmla="*/ 1586370 h 4587875"/>
              <a:gd name="connsiteX942" fmla="*/ 5383138 w 9408955"/>
              <a:gd name="connsiteY942" fmla="*/ 1603586 h 4587875"/>
              <a:gd name="connsiteX943" fmla="*/ 7120797 w 9408955"/>
              <a:gd name="connsiteY943" fmla="*/ 1603723 h 4587875"/>
              <a:gd name="connsiteX944" fmla="*/ 7156278 w 9408955"/>
              <a:gd name="connsiteY944" fmla="*/ 1568897 h 4587875"/>
              <a:gd name="connsiteX945" fmla="*/ 7093373 w 9408955"/>
              <a:gd name="connsiteY945" fmla="*/ 1546093 h 4587875"/>
              <a:gd name="connsiteX946" fmla="*/ 7102522 w 9408955"/>
              <a:gd name="connsiteY946" fmla="*/ 1599910 h 4587875"/>
              <a:gd name="connsiteX947" fmla="*/ 7120797 w 9408955"/>
              <a:gd name="connsiteY947" fmla="*/ 1603723 h 4587875"/>
              <a:gd name="connsiteX948" fmla="*/ 2496289 w 9408955"/>
              <a:gd name="connsiteY948" fmla="*/ 1603853 h 4587875"/>
              <a:gd name="connsiteX949" fmla="*/ 2528810 w 9408955"/>
              <a:gd name="connsiteY949" fmla="*/ 1568100 h 4587875"/>
              <a:gd name="connsiteX950" fmla="*/ 2466557 w 9408955"/>
              <a:gd name="connsiteY950" fmla="*/ 1550266 h 4587875"/>
              <a:gd name="connsiteX951" fmla="*/ 2478245 w 9408955"/>
              <a:gd name="connsiteY951" fmla="*/ 1600109 h 4587875"/>
              <a:gd name="connsiteX952" fmla="*/ 2496289 w 9408955"/>
              <a:gd name="connsiteY952" fmla="*/ 1603853 h 4587875"/>
              <a:gd name="connsiteX953" fmla="*/ 3004271 w 9408955"/>
              <a:gd name="connsiteY953" fmla="*/ 1603864 h 4587875"/>
              <a:gd name="connsiteX954" fmla="*/ 3041246 w 9408955"/>
              <a:gd name="connsiteY954" fmla="*/ 1569038 h 4587875"/>
              <a:gd name="connsiteX955" fmla="*/ 2982564 w 9408955"/>
              <a:gd name="connsiteY955" fmla="*/ 1546770 h 4587875"/>
              <a:gd name="connsiteX956" fmla="*/ 2985748 w 9408955"/>
              <a:gd name="connsiteY956" fmla="*/ 1597380 h 4587875"/>
              <a:gd name="connsiteX957" fmla="*/ 3004271 w 9408955"/>
              <a:gd name="connsiteY957" fmla="*/ 1603864 h 4587875"/>
              <a:gd name="connsiteX958" fmla="*/ 2594895 w 9408955"/>
              <a:gd name="connsiteY958" fmla="*/ 1603865 h 4587875"/>
              <a:gd name="connsiteX959" fmla="*/ 2632372 w 9408955"/>
              <a:gd name="connsiteY959" fmla="*/ 1568789 h 4587875"/>
              <a:gd name="connsiteX960" fmla="*/ 2565746 w 9408955"/>
              <a:gd name="connsiteY960" fmla="*/ 1561058 h 4587875"/>
              <a:gd name="connsiteX961" fmla="*/ 2576470 w 9408955"/>
              <a:gd name="connsiteY961" fmla="*/ 1597666 h 4587875"/>
              <a:gd name="connsiteX962" fmla="*/ 2594895 w 9408955"/>
              <a:gd name="connsiteY962" fmla="*/ 1603865 h 4587875"/>
              <a:gd name="connsiteX963" fmla="*/ 2906995 w 9408955"/>
              <a:gd name="connsiteY963" fmla="*/ 1603913 h 4587875"/>
              <a:gd name="connsiteX964" fmla="*/ 2939680 w 9408955"/>
              <a:gd name="connsiteY964" fmla="*/ 1568449 h 4587875"/>
              <a:gd name="connsiteX965" fmla="*/ 2874789 w 9408955"/>
              <a:gd name="connsiteY965" fmla="*/ 1555749 h 4587875"/>
              <a:gd name="connsiteX966" fmla="*/ 2888808 w 9408955"/>
              <a:gd name="connsiteY966" fmla="*/ 1599973 h 4587875"/>
              <a:gd name="connsiteX967" fmla="*/ 2906995 w 9408955"/>
              <a:gd name="connsiteY967" fmla="*/ 1603913 h 4587875"/>
              <a:gd name="connsiteX968" fmla="*/ 4855044 w 9408955"/>
              <a:gd name="connsiteY968" fmla="*/ 1603948 h 4587875"/>
              <a:gd name="connsiteX969" fmla="*/ 4892983 w 9408955"/>
              <a:gd name="connsiteY969" fmla="*/ 1568773 h 4587875"/>
              <a:gd name="connsiteX970" fmla="*/ 4834412 w 9408955"/>
              <a:gd name="connsiteY970" fmla="*/ 1545453 h 4587875"/>
              <a:gd name="connsiteX971" fmla="*/ 4836222 w 9408955"/>
              <a:gd name="connsiteY971" fmla="*/ 1597582 h 4587875"/>
              <a:gd name="connsiteX972" fmla="*/ 4855044 w 9408955"/>
              <a:gd name="connsiteY972" fmla="*/ 1603948 h 4587875"/>
              <a:gd name="connsiteX973" fmla="*/ 2802418 w 9408955"/>
              <a:gd name="connsiteY973" fmla="*/ 1604039 h 4587875"/>
              <a:gd name="connsiteX974" fmla="*/ 2838493 w 9408955"/>
              <a:gd name="connsiteY974" fmla="*/ 1568891 h 4587875"/>
              <a:gd name="connsiteX975" fmla="*/ 2776269 w 9408955"/>
              <a:gd name="connsiteY975" fmla="*/ 1546419 h 4587875"/>
              <a:gd name="connsiteX976" fmla="*/ 2783795 w 9408955"/>
              <a:gd name="connsiteY976" fmla="*/ 1599847 h 4587875"/>
              <a:gd name="connsiteX977" fmla="*/ 2802418 w 9408955"/>
              <a:gd name="connsiteY977" fmla="*/ 1604039 h 4587875"/>
              <a:gd name="connsiteX978" fmla="*/ 5270226 w 9408955"/>
              <a:gd name="connsiteY978" fmla="*/ 1604216 h 4587875"/>
              <a:gd name="connsiteX979" fmla="*/ 5303620 w 9408955"/>
              <a:gd name="connsiteY979" fmla="*/ 1570606 h 4587875"/>
              <a:gd name="connsiteX980" fmla="*/ 5243791 w 9408955"/>
              <a:gd name="connsiteY980" fmla="*/ 1546500 h 4587875"/>
              <a:gd name="connsiteX981" fmla="*/ 5252338 w 9408955"/>
              <a:gd name="connsiteY981" fmla="*/ 1600396 h 4587875"/>
              <a:gd name="connsiteX982" fmla="*/ 5270226 w 9408955"/>
              <a:gd name="connsiteY982" fmla="*/ 1604216 h 4587875"/>
              <a:gd name="connsiteX983" fmla="*/ 2693602 w 9408955"/>
              <a:gd name="connsiteY983" fmla="*/ 1604353 h 4587875"/>
              <a:gd name="connsiteX984" fmla="*/ 2735619 w 9408955"/>
              <a:gd name="connsiteY984" fmla="*/ 1569901 h 4587875"/>
              <a:gd name="connsiteX985" fmla="*/ 2673569 w 9408955"/>
              <a:gd name="connsiteY985" fmla="*/ 1548987 h 4587875"/>
              <a:gd name="connsiteX986" fmla="*/ 2674693 w 9408955"/>
              <a:gd name="connsiteY986" fmla="*/ 1596101 h 4587875"/>
              <a:gd name="connsiteX987" fmla="*/ 2693602 w 9408955"/>
              <a:gd name="connsiteY987" fmla="*/ 1604353 h 4587875"/>
              <a:gd name="connsiteX988" fmla="*/ 7429916 w 9408955"/>
              <a:gd name="connsiteY988" fmla="*/ 1604427 h 4587875"/>
              <a:gd name="connsiteX989" fmla="*/ 7450835 w 9408955"/>
              <a:gd name="connsiteY989" fmla="*/ 1598058 h 4587875"/>
              <a:gd name="connsiteX990" fmla="*/ 7430371 w 9408955"/>
              <a:gd name="connsiteY990" fmla="*/ 1538383 h 4587875"/>
              <a:gd name="connsiteX991" fmla="*/ 7408316 w 9408955"/>
              <a:gd name="connsiteY991" fmla="*/ 1600812 h 4587875"/>
              <a:gd name="connsiteX992" fmla="*/ 7429916 w 9408955"/>
              <a:gd name="connsiteY992" fmla="*/ 1604427 h 4587875"/>
              <a:gd name="connsiteX993" fmla="*/ 8040195 w 9408955"/>
              <a:gd name="connsiteY993" fmla="*/ 1604618 h 4587875"/>
              <a:gd name="connsiteX994" fmla="*/ 8073281 w 9408955"/>
              <a:gd name="connsiteY994" fmla="*/ 1591923 h 4587875"/>
              <a:gd name="connsiteX995" fmla="*/ 8074202 w 9408955"/>
              <a:gd name="connsiteY995" fmla="*/ 1545527 h 4587875"/>
              <a:gd name="connsiteX996" fmla="*/ 8022601 w 9408955"/>
              <a:gd name="connsiteY996" fmla="*/ 1542757 h 4587875"/>
              <a:gd name="connsiteX997" fmla="*/ 8011774 w 9408955"/>
              <a:gd name="connsiteY997" fmla="*/ 1584767 h 4587875"/>
              <a:gd name="connsiteX998" fmla="*/ 8040195 w 9408955"/>
              <a:gd name="connsiteY998" fmla="*/ 1604618 h 4587875"/>
              <a:gd name="connsiteX999" fmla="*/ 4961516 w 9408955"/>
              <a:gd name="connsiteY999" fmla="*/ 1604708 h 4587875"/>
              <a:gd name="connsiteX1000" fmla="*/ 4982374 w 9408955"/>
              <a:gd name="connsiteY1000" fmla="*/ 1600102 h 4587875"/>
              <a:gd name="connsiteX1001" fmla="*/ 4993905 w 9408955"/>
              <a:gd name="connsiteY1001" fmla="*/ 1554045 h 4587875"/>
              <a:gd name="connsiteX1002" fmla="*/ 4930371 w 9408955"/>
              <a:gd name="connsiteY1002" fmla="*/ 1554275 h 4587875"/>
              <a:gd name="connsiteX1003" fmla="*/ 4940998 w 9408955"/>
              <a:gd name="connsiteY1003" fmla="*/ 1598951 h 4587875"/>
              <a:gd name="connsiteX1004" fmla="*/ 4961516 w 9408955"/>
              <a:gd name="connsiteY1004" fmla="*/ 1604708 h 4587875"/>
              <a:gd name="connsiteX1005" fmla="*/ 3213598 w 9408955"/>
              <a:gd name="connsiteY1005" fmla="*/ 1604874 h 4587875"/>
              <a:gd name="connsiteX1006" fmla="*/ 3249843 w 9408955"/>
              <a:gd name="connsiteY1006" fmla="*/ 1569922 h 4587875"/>
              <a:gd name="connsiteX1007" fmla="*/ 3186916 w 9408955"/>
              <a:gd name="connsiteY1007" fmla="*/ 1549001 h 4587875"/>
              <a:gd name="connsiteX1008" fmla="*/ 3194811 w 9408955"/>
              <a:gd name="connsiteY1008" fmla="*/ 1600166 h 4587875"/>
              <a:gd name="connsiteX1009" fmla="*/ 3213598 w 9408955"/>
              <a:gd name="connsiteY1009" fmla="*/ 1604874 h 4587875"/>
              <a:gd name="connsiteX1010" fmla="*/ 5473122 w 9408955"/>
              <a:gd name="connsiteY1010" fmla="*/ 1604921 h 4587875"/>
              <a:gd name="connsiteX1011" fmla="*/ 5510941 w 9408955"/>
              <a:gd name="connsiteY1011" fmla="*/ 1571761 h 4587875"/>
              <a:gd name="connsiteX1012" fmla="*/ 5447771 w 9408955"/>
              <a:gd name="connsiteY1012" fmla="*/ 1549238 h 4587875"/>
              <a:gd name="connsiteX1013" fmla="*/ 5454866 w 9408955"/>
              <a:gd name="connsiteY1013" fmla="*/ 1599800 h 4587875"/>
              <a:gd name="connsiteX1014" fmla="*/ 5473122 w 9408955"/>
              <a:gd name="connsiteY1014" fmla="*/ 1604921 h 4587875"/>
              <a:gd name="connsiteX1015" fmla="*/ 2392412 w 9408955"/>
              <a:gd name="connsiteY1015" fmla="*/ 1604991 h 4587875"/>
              <a:gd name="connsiteX1016" fmla="*/ 2424496 w 9408955"/>
              <a:gd name="connsiteY1016" fmla="*/ 1569237 h 4587875"/>
              <a:gd name="connsiteX1017" fmla="*/ 2366515 w 9408955"/>
              <a:gd name="connsiteY1017" fmla="*/ 1547861 h 4587875"/>
              <a:gd name="connsiteX1018" fmla="*/ 2374380 w 9408955"/>
              <a:gd name="connsiteY1018" fmla="*/ 1600620 h 4587875"/>
              <a:gd name="connsiteX1019" fmla="*/ 2392412 w 9408955"/>
              <a:gd name="connsiteY1019" fmla="*/ 1604991 h 4587875"/>
              <a:gd name="connsiteX1020" fmla="*/ 7636381 w 9408955"/>
              <a:gd name="connsiteY1020" fmla="*/ 1696949 h 4587875"/>
              <a:gd name="connsiteX1021" fmla="*/ 7649881 w 9408955"/>
              <a:gd name="connsiteY1021" fmla="*/ 1655571 h 4587875"/>
              <a:gd name="connsiteX1022" fmla="*/ 7618640 w 9408955"/>
              <a:gd name="connsiteY1022" fmla="*/ 1692982 h 4587875"/>
              <a:gd name="connsiteX1023" fmla="*/ 7636381 w 9408955"/>
              <a:gd name="connsiteY1023" fmla="*/ 1696949 h 4587875"/>
              <a:gd name="connsiteX1024" fmla="*/ 2374911 w 9408955"/>
              <a:gd name="connsiteY1024" fmla="*/ 1704306 h 4587875"/>
              <a:gd name="connsiteX1025" fmla="*/ 2410471 w 9408955"/>
              <a:gd name="connsiteY1025" fmla="*/ 1704306 h 4587875"/>
              <a:gd name="connsiteX1026" fmla="*/ 2390404 w 9408955"/>
              <a:gd name="connsiteY1026" fmla="*/ 1639868 h 4587875"/>
              <a:gd name="connsiteX1027" fmla="*/ 2374911 w 9408955"/>
              <a:gd name="connsiteY1027" fmla="*/ 1704306 h 4587875"/>
              <a:gd name="connsiteX1028" fmla="*/ 2817420 w 9408955"/>
              <a:gd name="connsiteY1028" fmla="*/ 1704486 h 4587875"/>
              <a:gd name="connsiteX1029" fmla="*/ 2837635 w 9408955"/>
              <a:gd name="connsiteY1029" fmla="*/ 1679887 h 4587875"/>
              <a:gd name="connsiteX1030" fmla="*/ 2780227 w 9408955"/>
              <a:gd name="connsiteY1030" fmla="*/ 1647540 h 4587875"/>
              <a:gd name="connsiteX1031" fmla="*/ 2784524 w 9408955"/>
              <a:gd name="connsiteY1031" fmla="*/ 1702959 h 4587875"/>
              <a:gd name="connsiteX1032" fmla="*/ 2817420 w 9408955"/>
              <a:gd name="connsiteY1032" fmla="*/ 1704486 h 4587875"/>
              <a:gd name="connsiteX1033" fmla="*/ 5051655 w 9408955"/>
              <a:gd name="connsiteY1033" fmla="*/ 1704910 h 4587875"/>
              <a:gd name="connsiteX1034" fmla="*/ 5096798 w 9408955"/>
              <a:gd name="connsiteY1034" fmla="*/ 1681589 h 4587875"/>
              <a:gd name="connsiteX1035" fmla="*/ 5050059 w 9408955"/>
              <a:gd name="connsiteY1035" fmla="*/ 1641578 h 4587875"/>
              <a:gd name="connsiteX1036" fmla="*/ 5051655 w 9408955"/>
              <a:gd name="connsiteY1036" fmla="*/ 1704910 h 4587875"/>
              <a:gd name="connsiteX1037" fmla="*/ 7441472 w 9408955"/>
              <a:gd name="connsiteY1037" fmla="*/ 1705072 h 4587875"/>
              <a:gd name="connsiteX1038" fmla="*/ 7460442 w 9408955"/>
              <a:gd name="connsiteY1038" fmla="*/ 1680980 h 4587875"/>
              <a:gd name="connsiteX1039" fmla="*/ 7422333 w 9408955"/>
              <a:gd name="connsiteY1039" fmla="*/ 1639467 h 4587875"/>
              <a:gd name="connsiteX1040" fmla="*/ 7409480 w 9408955"/>
              <a:gd name="connsiteY1040" fmla="*/ 1703332 h 4587875"/>
              <a:gd name="connsiteX1041" fmla="*/ 7441472 w 9408955"/>
              <a:gd name="connsiteY1041" fmla="*/ 1705072 h 4587875"/>
              <a:gd name="connsiteX1042" fmla="*/ 5283991 w 9408955"/>
              <a:gd name="connsiteY1042" fmla="*/ 1705330 h 4587875"/>
              <a:gd name="connsiteX1043" fmla="*/ 5302525 w 9408955"/>
              <a:gd name="connsiteY1043" fmla="*/ 1681794 h 4587875"/>
              <a:gd name="connsiteX1044" fmla="*/ 5260681 w 9408955"/>
              <a:gd name="connsiteY1044" fmla="*/ 1641204 h 4587875"/>
              <a:gd name="connsiteX1045" fmla="*/ 5252494 w 9408955"/>
              <a:gd name="connsiteY1045" fmla="*/ 1704343 h 4587875"/>
              <a:gd name="connsiteX1046" fmla="*/ 5283991 w 9408955"/>
              <a:gd name="connsiteY1046" fmla="*/ 1705330 h 4587875"/>
              <a:gd name="connsiteX1047" fmla="*/ 7542246 w 9408955"/>
              <a:gd name="connsiteY1047" fmla="*/ 1705599 h 4587875"/>
              <a:gd name="connsiteX1048" fmla="*/ 7562389 w 9408955"/>
              <a:gd name="connsiteY1048" fmla="*/ 1686152 h 4587875"/>
              <a:gd name="connsiteX1049" fmla="*/ 7526503 w 9408955"/>
              <a:gd name="connsiteY1049" fmla="*/ 1639888 h 4587875"/>
              <a:gd name="connsiteX1050" fmla="*/ 7513018 w 9408955"/>
              <a:gd name="connsiteY1050" fmla="*/ 1704295 h 4587875"/>
              <a:gd name="connsiteX1051" fmla="*/ 7542246 w 9408955"/>
              <a:gd name="connsiteY1051" fmla="*/ 1705599 h 4587875"/>
              <a:gd name="connsiteX1052" fmla="*/ 2505770 w 9408955"/>
              <a:gd name="connsiteY1052" fmla="*/ 1705757 h 4587875"/>
              <a:gd name="connsiteX1053" fmla="*/ 2526856 w 9408955"/>
              <a:gd name="connsiteY1053" fmla="*/ 1688262 h 4587875"/>
              <a:gd name="connsiteX1054" fmla="*/ 2493166 w 9408955"/>
              <a:gd name="connsiteY1054" fmla="*/ 1639873 h 4587875"/>
              <a:gd name="connsiteX1055" fmla="*/ 2477813 w 9408955"/>
              <a:gd name="connsiteY1055" fmla="*/ 1704090 h 4587875"/>
              <a:gd name="connsiteX1056" fmla="*/ 2505770 w 9408955"/>
              <a:gd name="connsiteY1056" fmla="*/ 1705757 h 4587875"/>
              <a:gd name="connsiteX1057" fmla="*/ 2688306 w 9408955"/>
              <a:gd name="connsiteY1057" fmla="*/ 1705788 h 4587875"/>
              <a:gd name="connsiteX1058" fmla="*/ 2735507 w 9408955"/>
              <a:gd name="connsiteY1058" fmla="*/ 1682115 h 4587875"/>
              <a:gd name="connsiteX1059" fmla="*/ 2680515 w 9408955"/>
              <a:gd name="connsiteY1059" fmla="*/ 1644424 h 4587875"/>
              <a:gd name="connsiteX1060" fmla="*/ 2688306 w 9408955"/>
              <a:gd name="connsiteY1060" fmla="*/ 1705788 h 4587875"/>
              <a:gd name="connsiteX1061" fmla="*/ 7336861 w 9408955"/>
              <a:gd name="connsiteY1061" fmla="*/ 1706501 h 4587875"/>
              <a:gd name="connsiteX1062" fmla="*/ 7357185 w 9408955"/>
              <a:gd name="connsiteY1062" fmla="*/ 1682161 h 4587875"/>
              <a:gd name="connsiteX1063" fmla="*/ 7316594 w 9408955"/>
              <a:gd name="connsiteY1063" fmla="*/ 1640188 h 4587875"/>
              <a:gd name="connsiteX1064" fmla="*/ 7304052 w 9408955"/>
              <a:gd name="connsiteY1064" fmla="*/ 1702803 h 4587875"/>
              <a:gd name="connsiteX1065" fmla="*/ 7336861 w 9408955"/>
              <a:gd name="connsiteY1065" fmla="*/ 1706501 h 4587875"/>
              <a:gd name="connsiteX1066" fmla="*/ 4764383 w 9408955"/>
              <a:gd name="connsiteY1066" fmla="*/ 1706972 h 4587875"/>
              <a:gd name="connsiteX1067" fmla="*/ 4790507 w 9408955"/>
              <a:gd name="connsiteY1067" fmla="*/ 1667135 h 4587875"/>
              <a:gd name="connsiteX1068" fmla="*/ 4733383 w 9408955"/>
              <a:gd name="connsiteY1068" fmla="*/ 1646385 h 4587875"/>
              <a:gd name="connsiteX1069" fmla="*/ 4746652 w 9408955"/>
              <a:gd name="connsiteY1069" fmla="*/ 1705929 h 4587875"/>
              <a:gd name="connsiteX1070" fmla="*/ 4764383 w 9408955"/>
              <a:gd name="connsiteY1070" fmla="*/ 1706972 h 4587875"/>
              <a:gd name="connsiteX1071" fmla="*/ 7120843 w 9408955"/>
              <a:gd name="connsiteY1071" fmla="*/ 1707315 h 4587875"/>
              <a:gd name="connsiteX1072" fmla="*/ 7155832 w 9408955"/>
              <a:gd name="connsiteY1072" fmla="*/ 1673234 h 4587875"/>
              <a:gd name="connsiteX1073" fmla="*/ 7097836 w 9408955"/>
              <a:gd name="connsiteY1073" fmla="*/ 1646331 h 4587875"/>
              <a:gd name="connsiteX1074" fmla="*/ 7103067 w 9408955"/>
              <a:gd name="connsiteY1074" fmla="*/ 1704012 h 4587875"/>
              <a:gd name="connsiteX1075" fmla="*/ 7120843 w 9408955"/>
              <a:gd name="connsiteY1075" fmla="*/ 1707315 h 4587875"/>
              <a:gd name="connsiteX1076" fmla="*/ 5575234 w 9408955"/>
              <a:gd name="connsiteY1076" fmla="*/ 1707387 h 4587875"/>
              <a:gd name="connsiteX1077" fmla="*/ 5612353 w 9408955"/>
              <a:gd name="connsiteY1077" fmla="*/ 1680845 h 4587875"/>
              <a:gd name="connsiteX1078" fmla="*/ 5565080 w 9408955"/>
              <a:gd name="connsiteY1078" fmla="*/ 1641050 h 4587875"/>
              <a:gd name="connsiteX1079" fmla="*/ 5559425 w 9408955"/>
              <a:gd name="connsiteY1079" fmla="*/ 1701993 h 4587875"/>
              <a:gd name="connsiteX1080" fmla="*/ 5575234 w 9408955"/>
              <a:gd name="connsiteY1080" fmla="*/ 1707387 h 4587875"/>
              <a:gd name="connsiteX1081" fmla="*/ 5380106 w 9408955"/>
              <a:gd name="connsiteY1081" fmla="*/ 1707453 h 4587875"/>
              <a:gd name="connsiteX1082" fmla="*/ 5393033 w 9408955"/>
              <a:gd name="connsiteY1082" fmla="*/ 1645811 h 4587875"/>
              <a:gd name="connsiteX1083" fmla="*/ 5344047 w 9408955"/>
              <a:gd name="connsiteY1083" fmla="*/ 1653544 h 4587875"/>
              <a:gd name="connsiteX1084" fmla="*/ 5338604 w 9408955"/>
              <a:gd name="connsiteY1084" fmla="*/ 1690166 h 4587875"/>
              <a:gd name="connsiteX1085" fmla="*/ 5380106 w 9408955"/>
              <a:gd name="connsiteY1085" fmla="*/ 1707453 h 4587875"/>
              <a:gd name="connsiteX1086" fmla="*/ 5480838 w 9408955"/>
              <a:gd name="connsiteY1086" fmla="*/ 1707482 h 4587875"/>
              <a:gd name="connsiteX1087" fmla="*/ 5509828 w 9408955"/>
              <a:gd name="connsiteY1087" fmla="*/ 1664924 h 4587875"/>
              <a:gd name="connsiteX1088" fmla="*/ 5447461 w 9408955"/>
              <a:gd name="connsiteY1088" fmla="*/ 1652418 h 4587875"/>
              <a:gd name="connsiteX1089" fmla="*/ 5461522 w 9408955"/>
              <a:gd name="connsiteY1089" fmla="*/ 1703805 h 4587875"/>
              <a:gd name="connsiteX1090" fmla="*/ 5480838 w 9408955"/>
              <a:gd name="connsiteY1090" fmla="*/ 1707482 h 4587875"/>
              <a:gd name="connsiteX1091" fmla="*/ 2907014 w 9408955"/>
              <a:gd name="connsiteY1091" fmla="*/ 1707590 h 4587875"/>
              <a:gd name="connsiteX1092" fmla="*/ 2939035 w 9408955"/>
              <a:gd name="connsiteY1092" fmla="*/ 1673345 h 4587875"/>
              <a:gd name="connsiteX1093" fmla="*/ 2876546 w 9408955"/>
              <a:gd name="connsiteY1093" fmla="*/ 1653790 h 4587875"/>
              <a:gd name="connsiteX1094" fmla="*/ 2889583 w 9408955"/>
              <a:gd name="connsiteY1094" fmla="*/ 1704268 h 4587875"/>
              <a:gd name="connsiteX1095" fmla="*/ 2907014 w 9408955"/>
              <a:gd name="connsiteY1095" fmla="*/ 1707590 h 4587875"/>
              <a:gd name="connsiteX1096" fmla="*/ 2598430 w 9408955"/>
              <a:gd name="connsiteY1096" fmla="*/ 1707728 h 4587875"/>
              <a:gd name="connsiteX1097" fmla="*/ 2613372 w 9408955"/>
              <a:gd name="connsiteY1097" fmla="*/ 1642530 h 4587875"/>
              <a:gd name="connsiteX1098" fmla="*/ 2563489 w 9408955"/>
              <a:gd name="connsiteY1098" fmla="*/ 1656918 h 4587875"/>
              <a:gd name="connsiteX1099" fmla="*/ 2598430 w 9408955"/>
              <a:gd name="connsiteY1099" fmla="*/ 1707728 h 4587875"/>
              <a:gd name="connsiteX1100" fmla="*/ 3012349 w 9408955"/>
              <a:gd name="connsiteY1100" fmla="*/ 1707771 h 4587875"/>
              <a:gd name="connsiteX1101" fmla="*/ 3042019 w 9408955"/>
              <a:gd name="connsiteY1101" fmla="*/ 1666470 h 4587875"/>
              <a:gd name="connsiteX1102" fmla="*/ 2992984 w 9408955"/>
              <a:gd name="connsiteY1102" fmla="*/ 1642786 h 4587875"/>
              <a:gd name="connsiteX1103" fmla="*/ 2993209 w 9408955"/>
              <a:gd name="connsiteY1103" fmla="*/ 1703915 h 4587875"/>
              <a:gd name="connsiteX1104" fmla="*/ 3012349 w 9408955"/>
              <a:gd name="connsiteY1104" fmla="*/ 1707771 h 4587875"/>
              <a:gd name="connsiteX1105" fmla="*/ 5175286 w 9408955"/>
              <a:gd name="connsiteY1105" fmla="*/ 1707893 h 4587875"/>
              <a:gd name="connsiteX1106" fmla="*/ 5198350 w 9408955"/>
              <a:gd name="connsiteY1106" fmla="*/ 1662045 h 4587875"/>
              <a:gd name="connsiteX1107" fmla="*/ 5134759 w 9408955"/>
              <a:gd name="connsiteY1107" fmla="*/ 1659993 h 4587875"/>
              <a:gd name="connsiteX1108" fmla="*/ 5155575 w 9408955"/>
              <a:gd name="connsiteY1108" fmla="*/ 1706504 h 4587875"/>
              <a:gd name="connsiteX1109" fmla="*/ 5175286 w 9408955"/>
              <a:gd name="connsiteY1109" fmla="*/ 1707893 h 4587875"/>
              <a:gd name="connsiteX1110" fmla="*/ 4961316 w 9408955"/>
              <a:gd name="connsiteY1110" fmla="*/ 1708509 h 4587875"/>
              <a:gd name="connsiteX1111" fmla="*/ 4995654 w 9408955"/>
              <a:gd name="connsiteY1111" fmla="*/ 1681547 h 4587875"/>
              <a:gd name="connsiteX1112" fmla="*/ 4945723 w 9408955"/>
              <a:gd name="connsiteY1112" fmla="*/ 1642602 h 4587875"/>
              <a:gd name="connsiteX1113" fmla="*/ 4946179 w 9408955"/>
              <a:gd name="connsiteY1113" fmla="*/ 1705282 h 4587875"/>
              <a:gd name="connsiteX1114" fmla="*/ 4961316 w 9408955"/>
              <a:gd name="connsiteY1114" fmla="*/ 1708509 h 4587875"/>
              <a:gd name="connsiteX1115" fmla="*/ 4860665 w 9408955"/>
              <a:gd name="connsiteY1115" fmla="*/ 1708671 h 4587875"/>
              <a:gd name="connsiteX1116" fmla="*/ 4894306 w 9408955"/>
              <a:gd name="connsiteY1116" fmla="*/ 1674368 h 4587875"/>
              <a:gd name="connsiteX1117" fmla="*/ 4832326 w 9408955"/>
              <a:gd name="connsiteY1117" fmla="*/ 1649520 h 4587875"/>
              <a:gd name="connsiteX1118" fmla="*/ 4843075 w 9408955"/>
              <a:gd name="connsiteY1118" fmla="*/ 1704917 h 4587875"/>
              <a:gd name="connsiteX1119" fmla="*/ 4860665 w 9408955"/>
              <a:gd name="connsiteY1119" fmla="*/ 1708671 h 4587875"/>
              <a:gd name="connsiteX1120" fmla="*/ 4946874 w 9408955"/>
              <a:gd name="connsiteY1120" fmla="*/ 1808119 h 4587875"/>
              <a:gd name="connsiteX1121" fmla="*/ 4994829 w 9408955"/>
              <a:gd name="connsiteY1121" fmla="*/ 1785543 h 4587875"/>
              <a:gd name="connsiteX1122" fmla="*/ 4946422 w 9408955"/>
              <a:gd name="connsiteY1122" fmla="*/ 1744952 h 4587875"/>
              <a:gd name="connsiteX1123" fmla="*/ 4946874 w 9408955"/>
              <a:gd name="connsiteY1123" fmla="*/ 1808119 h 4587875"/>
              <a:gd name="connsiteX1124" fmla="*/ 7535477 w 9408955"/>
              <a:gd name="connsiteY1124" fmla="*/ 1809722 h 4587875"/>
              <a:gd name="connsiteX1125" fmla="*/ 7561331 w 9408955"/>
              <a:gd name="connsiteY1125" fmla="*/ 1790473 h 4587875"/>
              <a:gd name="connsiteX1126" fmla="*/ 7518922 w 9408955"/>
              <a:gd name="connsiteY1126" fmla="*/ 1744436 h 4587875"/>
              <a:gd name="connsiteX1127" fmla="*/ 7501459 w 9408955"/>
              <a:gd name="connsiteY1127" fmla="*/ 1802947 h 4587875"/>
              <a:gd name="connsiteX1128" fmla="*/ 7535477 w 9408955"/>
              <a:gd name="connsiteY1128" fmla="*/ 1809722 h 4587875"/>
              <a:gd name="connsiteX1129" fmla="*/ 4244808 w 9408955"/>
              <a:gd name="connsiteY1129" fmla="*/ 1810280 h 4587875"/>
              <a:gd name="connsiteX1130" fmla="*/ 4275856 w 9408955"/>
              <a:gd name="connsiteY1130" fmla="*/ 1765449 h 4587875"/>
              <a:gd name="connsiteX1131" fmla="*/ 4222649 w 9408955"/>
              <a:gd name="connsiteY1131" fmla="*/ 1746522 h 4587875"/>
              <a:gd name="connsiteX1132" fmla="*/ 4224696 w 9408955"/>
              <a:gd name="connsiteY1132" fmla="*/ 1806724 h 4587875"/>
              <a:gd name="connsiteX1133" fmla="*/ 4244808 w 9408955"/>
              <a:gd name="connsiteY1133" fmla="*/ 1810280 h 4587875"/>
              <a:gd name="connsiteX1134" fmla="*/ 5172725 w 9408955"/>
              <a:gd name="connsiteY1134" fmla="*/ 1810591 h 4587875"/>
              <a:gd name="connsiteX1135" fmla="*/ 5195700 w 9408955"/>
              <a:gd name="connsiteY1135" fmla="*/ 1803871 h 4587875"/>
              <a:gd name="connsiteX1136" fmla="*/ 5197520 w 9408955"/>
              <a:gd name="connsiteY1136" fmla="*/ 1759799 h 4587875"/>
              <a:gd name="connsiteX1137" fmla="*/ 5138830 w 9408955"/>
              <a:gd name="connsiteY1137" fmla="*/ 1754954 h 4587875"/>
              <a:gd name="connsiteX1138" fmla="*/ 5149749 w 9408955"/>
              <a:gd name="connsiteY1138" fmla="*/ 1807793 h 4587875"/>
              <a:gd name="connsiteX1139" fmla="*/ 5172725 w 9408955"/>
              <a:gd name="connsiteY1139" fmla="*/ 1810591 h 4587875"/>
              <a:gd name="connsiteX1140" fmla="*/ 2401843 w 9408955"/>
              <a:gd name="connsiteY1140" fmla="*/ 1810713 h 4587875"/>
              <a:gd name="connsiteX1141" fmla="*/ 2422798 w 9408955"/>
              <a:gd name="connsiteY1141" fmla="*/ 1793624 h 4587875"/>
              <a:gd name="connsiteX1142" fmla="*/ 2416579 w 9408955"/>
              <a:gd name="connsiteY1142" fmla="*/ 1750061 h 4587875"/>
              <a:gd name="connsiteX1143" fmla="*/ 2373513 w 9408955"/>
              <a:gd name="connsiteY1143" fmla="*/ 1746585 h 4587875"/>
              <a:gd name="connsiteX1144" fmla="*/ 2374665 w 9408955"/>
              <a:gd name="connsiteY1144" fmla="*/ 1807990 h 4587875"/>
              <a:gd name="connsiteX1145" fmla="*/ 2401843 w 9408955"/>
              <a:gd name="connsiteY1145" fmla="*/ 1810713 h 4587875"/>
              <a:gd name="connsiteX1146" fmla="*/ 3010705 w 9408955"/>
              <a:gd name="connsiteY1146" fmla="*/ 1810847 h 4587875"/>
              <a:gd name="connsiteX1147" fmla="*/ 3036474 w 9408955"/>
              <a:gd name="connsiteY1147" fmla="*/ 1799220 h 4587875"/>
              <a:gd name="connsiteX1148" fmla="*/ 2999242 w 9408955"/>
              <a:gd name="connsiteY1148" fmla="*/ 1744046 h 4587875"/>
              <a:gd name="connsiteX1149" fmla="*/ 2981316 w 9408955"/>
              <a:gd name="connsiteY1149" fmla="*/ 1804692 h 4587875"/>
              <a:gd name="connsiteX1150" fmla="*/ 3010705 w 9408955"/>
              <a:gd name="connsiteY1150" fmla="*/ 1810847 h 4587875"/>
              <a:gd name="connsiteX1151" fmla="*/ 5584540 w 9408955"/>
              <a:gd name="connsiteY1151" fmla="*/ 1810868 h 4587875"/>
              <a:gd name="connsiteX1152" fmla="*/ 5612729 w 9408955"/>
              <a:gd name="connsiteY1152" fmla="*/ 1771172 h 4587875"/>
              <a:gd name="connsiteX1153" fmla="*/ 5543234 w 9408955"/>
              <a:gd name="connsiteY1153" fmla="*/ 1766611 h 4587875"/>
              <a:gd name="connsiteX1154" fmla="*/ 5566399 w 9408955"/>
              <a:gd name="connsiteY1154" fmla="*/ 1810163 h 4587875"/>
              <a:gd name="connsiteX1155" fmla="*/ 5584540 w 9408955"/>
              <a:gd name="connsiteY1155" fmla="*/ 1810868 h 4587875"/>
              <a:gd name="connsiteX1156" fmla="*/ 5481893 w 9408955"/>
              <a:gd name="connsiteY1156" fmla="*/ 1810933 h 4587875"/>
              <a:gd name="connsiteX1157" fmla="*/ 5508550 w 9408955"/>
              <a:gd name="connsiteY1157" fmla="*/ 1763510 h 4587875"/>
              <a:gd name="connsiteX1158" fmla="*/ 5461447 w 9408955"/>
              <a:gd name="connsiteY1158" fmla="*/ 1744469 h 4587875"/>
              <a:gd name="connsiteX1159" fmla="*/ 5461447 w 9408955"/>
              <a:gd name="connsiteY1159" fmla="*/ 1809392 h 4587875"/>
              <a:gd name="connsiteX1160" fmla="*/ 5481893 w 9408955"/>
              <a:gd name="connsiteY1160" fmla="*/ 1810933 h 4587875"/>
              <a:gd name="connsiteX1161" fmla="*/ 2802844 w 9408955"/>
              <a:gd name="connsiteY1161" fmla="*/ 1810986 h 4587875"/>
              <a:gd name="connsiteX1162" fmla="*/ 2838105 w 9408955"/>
              <a:gd name="connsiteY1162" fmla="*/ 1778210 h 4587875"/>
              <a:gd name="connsiteX1163" fmla="*/ 2775382 w 9408955"/>
              <a:gd name="connsiteY1163" fmla="*/ 1754969 h 4587875"/>
              <a:gd name="connsiteX1164" fmla="*/ 2785694 w 9408955"/>
              <a:gd name="connsiteY1164" fmla="*/ 1806414 h 4587875"/>
              <a:gd name="connsiteX1165" fmla="*/ 2802844 w 9408955"/>
              <a:gd name="connsiteY1165" fmla="*/ 1810986 h 4587875"/>
              <a:gd name="connsiteX1166" fmla="*/ 2706000 w 9408955"/>
              <a:gd name="connsiteY1166" fmla="*/ 1811041 h 4587875"/>
              <a:gd name="connsiteX1167" fmla="*/ 2735167 w 9408955"/>
              <a:gd name="connsiteY1167" fmla="*/ 1770647 h 4587875"/>
              <a:gd name="connsiteX1168" fmla="*/ 2670932 w 9408955"/>
              <a:gd name="connsiteY1168" fmla="*/ 1758433 h 4587875"/>
              <a:gd name="connsiteX1169" fmla="*/ 2687445 w 9408955"/>
              <a:gd name="connsiteY1169" fmla="*/ 1808871 h 4587875"/>
              <a:gd name="connsiteX1170" fmla="*/ 2706000 w 9408955"/>
              <a:gd name="connsiteY1170" fmla="*/ 1811041 h 4587875"/>
              <a:gd name="connsiteX1171" fmla="*/ 5272164 w 9408955"/>
              <a:gd name="connsiteY1171" fmla="*/ 1811059 h 4587875"/>
              <a:gd name="connsiteX1172" fmla="*/ 5302916 w 9408955"/>
              <a:gd name="connsiteY1172" fmla="*/ 1770025 h 4587875"/>
              <a:gd name="connsiteX1173" fmla="*/ 5240043 w 9408955"/>
              <a:gd name="connsiteY1173" fmla="*/ 1758398 h 4587875"/>
              <a:gd name="connsiteX1174" fmla="*/ 5253122 w 9408955"/>
              <a:gd name="connsiteY1174" fmla="*/ 1807184 h 4587875"/>
              <a:gd name="connsiteX1175" fmla="*/ 5272164 w 9408955"/>
              <a:gd name="connsiteY1175" fmla="*/ 1811059 h 4587875"/>
              <a:gd name="connsiteX1176" fmla="*/ 7123890 w 9408955"/>
              <a:gd name="connsiteY1176" fmla="*/ 1811349 h 4587875"/>
              <a:gd name="connsiteX1177" fmla="*/ 7153084 w 9408955"/>
              <a:gd name="connsiteY1177" fmla="*/ 1766215 h 4587875"/>
              <a:gd name="connsiteX1178" fmla="*/ 7102151 w 9408955"/>
              <a:gd name="connsiteY1178" fmla="*/ 1746784 h 4587875"/>
              <a:gd name="connsiteX1179" fmla="*/ 7103970 w 9408955"/>
              <a:gd name="connsiteY1179" fmla="*/ 1807820 h 4587875"/>
              <a:gd name="connsiteX1180" fmla="*/ 7123890 w 9408955"/>
              <a:gd name="connsiteY1180" fmla="*/ 1811349 h 4587875"/>
              <a:gd name="connsiteX1181" fmla="*/ 4348067 w 9408955"/>
              <a:gd name="connsiteY1181" fmla="*/ 1811394 h 4587875"/>
              <a:gd name="connsiteX1182" fmla="*/ 4378831 w 9408955"/>
              <a:gd name="connsiteY1182" fmla="*/ 1771021 h 4587875"/>
              <a:gd name="connsiteX1183" fmla="*/ 4333804 w 9408955"/>
              <a:gd name="connsiteY1183" fmla="*/ 1745537 h 4587875"/>
              <a:gd name="connsiteX1184" fmla="*/ 4329028 w 9408955"/>
              <a:gd name="connsiteY1184" fmla="*/ 1807782 h 4587875"/>
              <a:gd name="connsiteX1185" fmla="*/ 4348067 w 9408955"/>
              <a:gd name="connsiteY1185" fmla="*/ 1811394 h 4587875"/>
              <a:gd name="connsiteX1186" fmla="*/ 4862149 w 9408955"/>
              <a:gd name="connsiteY1186" fmla="*/ 1811477 h 4587875"/>
              <a:gd name="connsiteX1187" fmla="*/ 4893003 w 9408955"/>
              <a:gd name="connsiteY1187" fmla="*/ 1770904 h 4587875"/>
              <a:gd name="connsiteX1188" fmla="*/ 4824001 w 9408955"/>
              <a:gd name="connsiteY1188" fmla="*/ 1770216 h 4587875"/>
              <a:gd name="connsiteX1189" fmla="*/ 4843619 w 9408955"/>
              <a:gd name="connsiteY1189" fmla="*/ 1808029 h 4587875"/>
              <a:gd name="connsiteX1190" fmla="*/ 4862149 w 9408955"/>
              <a:gd name="connsiteY1190" fmla="*/ 1811477 h 4587875"/>
              <a:gd name="connsiteX1191" fmla="*/ 2498607 w 9408955"/>
              <a:gd name="connsiteY1191" fmla="*/ 1811531 h 4587875"/>
              <a:gd name="connsiteX1192" fmla="*/ 2529039 w 9408955"/>
              <a:gd name="connsiteY1192" fmla="*/ 1771397 h 4587875"/>
              <a:gd name="connsiteX1193" fmla="*/ 2463667 w 9408955"/>
              <a:gd name="connsiteY1193" fmla="*/ 1763647 h 4587875"/>
              <a:gd name="connsiteX1194" fmla="*/ 2480122 w 9408955"/>
              <a:gd name="connsiteY1194" fmla="*/ 1807869 h 4587875"/>
              <a:gd name="connsiteX1195" fmla="*/ 2498607 w 9408955"/>
              <a:gd name="connsiteY1195" fmla="*/ 1811531 h 4587875"/>
              <a:gd name="connsiteX1196" fmla="*/ 4656920 w 9408955"/>
              <a:gd name="connsiteY1196" fmla="*/ 1811643 h 4587875"/>
              <a:gd name="connsiteX1197" fmla="*/ 4686333 w 9408955"/>
              <a:gd name="connsiteY1197" fmla="*/ 1779416 h 4587875"/>
              <a:gd name="connsiteX1198" fmla="*/ 4623380 w 9408955"/>
              <a:gd name="connsiteY1198" fmla="*/ 1756958 h 4587875"/>
              <a:gd name="connsiteX1199" fmla="*/ 4640943 w 9408955"/>
              <a:gd name="connsiteY1199" fmla="*/ 1809666 h 4587875"/>
              <a:gd name="connsiteX1200" fmla="*/ 4656920 w 9408955"/>
              <a:gd name="connsiteY1200" fmla="*/ 1811643 h 4587875"/>
              <a:gd name="connsiteX1201" fmla="*/ 5069983 w 9408955"/>
              <a:gd name="connsiteY1201" fmla="*/ 1811693 h 4587875"/>
              <a:gd name="connsiteX1202" fmla="*/ 5098807 w 9408955"/>
              <a:gd name="connsiteY1202" fmla="*/ 1770752 h 4587875"/>
              <a:gd name="connsiteX1203" fmla="*/ 5029790 w 9408955"/>
              <a:gd name="connsiteY1203" fmla="*/ 1770752 h 4587875"/>
              <a:gd name="connsiteX1204" fmla="*/ 5051257 w 9408955"/>
              <a:gd name="connsiteY1204" fmla="*/ 1810264 h 4587875"/>
              <a:gd name="connsiteX1205" fmla="*/ 5069983 w 9408955"/>
              <a:gd name="connsiteY1205" fmla="*/ 1811693 h 4587875"/>
              <a:gd name="connsiteX1206" fmla="*/ 2906329 w 9408955"/>
              <a:gd name="connsiteY1206" fmla="*/ 1811839 h 4587875"/>
              <a:gd name="connsiteX1207" fmla="*/ 2939428 w 9408955"/>
              <a:gd name="connsiteY1207" fmla="*/ 1778104 h 4587875"/>
              <a:gd name="connsiteX1208" fmla="*/ 2901905 w 9408955"/>
              <a:gd name="connsiteY1208" fmla="*/ 1743372 h 4587875"/>
              <a:gd name="connsiteX1209" fmla="*/ 2889170 w 9408955"/>
              <a:gd name="connsiteY1209" fmla="*/ 1808005 h 4587875"/>
              <a:gd name="connsiteX1210" fmla="*/ 2906329 w 9408955"/>
              <a:gd name="connsiteY1210" fmla="*/ 1811839 h 4587875"/>
              <a:gd name="connsiteX1211" fmla="*/ 5684208 w 9408955"/>
              <a:gd name="connsiteY1211" fmla="*/ 1811929 h 4587875"/>
              <a:gd name="connsiteX1212" fmla="*/ 5715749 w 9408955"/>
              <a:gd name="connsiteY1212" fmla="*/ 1770706 h 4587875"/>
              <a:gd name="connsiteX1213" fmla="*/ 5650208 w 9408955"/>
              <a:gd name="connsiteY1213" fmla="*/ 1761132 h 4587875"/>
              <a:gd name="connsiteX1214" fmla="*/ 5664949 w 9408955"/>
              <a:gd name="connsiteY1214" fmla="*/ 1807178 h 4587875"/>
              <a:gd name="connsiteX1215" fmla="*/ 5684208 w 9408955"/>
              <a:gd name="connsiteY1215" fmla="*/ 1811929 h 4587875"/>
              <a:gd name="connsiteX1216" fmla="*/ 2601003 w 9408955"/>
              <a:gd name="connsiteY1216" fmla="*/ 1812047 h 4587875"/>
              <a:gd name="connsiteX1217" fmla="*/ 2633530 w 9408955"/>
              <a:gd name="connsiteY1217" fmla="*/ 1777837 h 4587875"/>
              <a:gd name="connsiteX1218" fmla="*/ 2572396 w 9408955"/>
              <a:gd name="connsiteY1218" fmla="*/ 1752351 h 4587875"/>
              <a:gd name="connsiteX1219" fmla="*/ 2583575 w 9408955"/>
              <a:gd name="connsiteY1219" fmla="*/ 1810041 h 4587875"/>
              <a:gd name="connsiteX1220" fmla="*/ 2601003 w 9408955"/>
              <a:gd name="connsiteY1220" fmla="*/ 1812047 h 4587875"/>
              <a:gd name="connsiteX1221" fmla="*/ 5374057 w 9408955"/>
              <a:gd name="connsiteY1221" fmla="*/ 1812147 h 4587875"/>
              <a:gd name="connsiteX1222" fmla="*/ 5406314 w 9408955"/>
              <a:gd name="connsiteY1222" fmla="*/ 1779637 h 4587875"/>
              <a:gd name="connsiteX1223" fmla="*/ 5342124 w 9408955"/>
              <a:gd name="connsiteY1223" fmla="*/ 1757641 h 4587875"/>
              <a:gd name="connsiteX1224" fmla="*/ 5357309 w 9408955"/>
              <a:gd name="connsiteY1224" fmla="*/ 1808735 h 4587875"/>
              <a:gd name="connsiteX1225" fmla="*/ 5374057 w 9408955"/>
              <a:gd name="connsiteY1225" fmla="*/ 1812147 h 4587875"/>
              <a:gd name="connsiteX1226" fmla="*/ 4743296 w 9408955"/>
              <a:gd name="connsiteY1226" fmla="*/ 1812474 h 4587875"/>
              <a:gd name="connsiteX1227" fmla="*/ 4790418 w 9408955"/>
              <a:gd name="connsiteY1227" fmla="*/ 1772110 h 4587875"/>
              <a:gd name="connsiteX1228" fmla="*/ 4721794 w 9408955"/>
              <a:gd name="connsiteY1228" fmla="*/ 1770532 h 4587875"/>
              <a:gd name="connsiteX1229" fmla="*/ 4743296 w 9408955"/>
              <a:gd name="connsiteY1229" fmla="*/ 1812474 h 4587875"/>
              <a:gd name="connsiteX1230" fmla="*/ 2289807 w 9408955"/>
              <a:gd name="connsiteY1230" fmla="*/ 1902040 h 4587875"/>
              <a:gd name="connsiteX1231" fmla="*/ 2309791 w 9408955"/>
              <a:gd name="connsiteY1231" fmla="*/ 1900260 h 4587875"/>
              <a:gd name="connsiteX1232" fmla="*/ 2299440 w 9408955"/>
              <a:gd name="connsiteY1232" fmla="*/ 1857102 h 4587875"/>
              <a:gd name="connsiteX1233" fmla="*/ 2272064 w 9408955"/>
              <a:gd name="connsiteY1233" fmla="*/ 1895515 h 4587875"/>
              <a:gd name="connsiteX1234" fmla="*/ 2289807 w 9408955"/>
              <a:gd name="connsiteY1234" fmla="*/ 1902040 h 4587875"/>
              <a:gd name="connsiteX1235" fmla="*/ 7738513 w 9408955"/>
              <a:gd name="connsiteY1235" fmla="*/ 1906456 h 4587875"/>
              <a:gd name="connsiteX1236" fmla="*/ 7762057 w 9408955"/>
              <a:gd name="connsiteY1236" fmla="*/ 1875744 h 4587875"/>
              <a:gd name="connsiteX1237" fmla="*/ 7714610 w 9408955"/>
              <a:gd name="connsiteY1237" fmla="*/ 1861457 h 4587875"/>
              <a:gd name="connsiteX1238" fmla="*/ 7723873 w 9408955"/>
              <a:gd name="connsiteY1238" fmla="*/ 1903866 h 4587875"/>
              <a:gd name="connsiteX1239" fmla="*/ 7738513 w 9408955"/>
              <a:gd name="connsiteY1239" fmla="*/ 1906456 h 4587875"/>
              <a:gd name="connsiteX1240" fmla="*/ 4131924 w 9408955"/>
              <a:gd name="connsiteY1240" fmla="*/ 1913328 h 4587875"/>
              <a:gd name="connsiteX1241" fmla="*/ 4153877 w 9408955"/>
              <a:gd name="connsiteY1241" fmla="*/ 1911472 h 4587875"/>
              <a:gd name="connsiteX1242" fmla="*/ 4174967 w 9408955"/>
              <a:gd name="connsiteY1242" fmla="*/ 1866691 h 4587875"/>
              <a:gd name="connsiteX1243" fmla="*/ 4109901 w 9408955"/>
              <a:gd name="connsiteY1243" fmla="*/ 1859608 h 4587875"/>
              <a:gd name="connsiteX1244" fmla="*/ 4131924 w 9408955"/>
              <a:gd name="connsiteY1244" fmla="*/ 1913328 h 4587875"/>
              <a:gd name="connsiteX1245" fmla="*/ 5671709 w 9408955"/>
              <a:gd name="connsiteY1245" fmla="*/ 1913579 h 4587875"/>
              <a:gd name="connsiteX1246" fmla="*/ 5714466 w 9408955"/>
              <a:gd name="connsiteY1246" fmla="*/ 1868437 h 4587875"/>
              <a:gd name="connsiteX1247" fmla="*/ 5653482 w 9408955"/>
              <a:gd name="connsiteY1247" fmla="*/ 1858177 h 4587875"/>
              <a:gd name="connsiteX1248" fmla="*/ 5671709 w 9408955"/>
              <a:gd name="connsiteY1248" fmla="*/ 1913579 h 4587875"/>
              <a:gd name="connsiteX1249" fmla="*/ 2594774 w 9408955"/>
              <a:gd name="connsiteY1249" fmla="*/ 1913976 h 4587875"/>
              <a:gd name="connsiteX1250" fmla="*/ 2630833 w 9408955"/>
              <a:gd name="connsiteY1250" fmla="*/ 1889651 h 4587875"/>
              <a:gd name="connsiteX1251" fmla="*/ 2604299 w 9408955"/>
              <a:gd name="connsiteY1251" fmla="*/ 1839912 h 4587875"/>
              <a:gd name="connsiteX1252" fmla="*/ 2564839 w 9408955"/>
              <a:gd name="connsiteY1252" fmla="*/ 1882775 h 4587875"/>
              <a:gd name="connsiteX1253" fmla="*/ 2594774 w 9408955"/>
              <a:gd name="connsiteY1253" fmla="*/ 1913976 h 4587875"/>
              <a:gd name="connsiteX1254" fmla="*/ 2490650 w 9408955"/>
              <a:gd name="connsiteY1254" fmla="*/ 1914009 h 4587875"/>
              <a:gd name="connsiteX1255" fmla="*/ 2507456 w 9408955"/>
              <a:gd name="connsiteY1255" fmla="*/ 1913419 h 4587875"/>
              <a:gd name="connsiteX1256" fmla="*/ 2524736 w 9408955"/>
              <a:gd name="connsiteY1256" fmla="*/ 1898558 h 4587875"/>
              <a:gd name="connsiteX1257" fmla="*/ 2499401 w 9408955"/>
              <a:gd name="connsiteY1257" fmla="*/ 1839912 h 4587875"/>
              <a:gd name="connsiteX1258" fmla="*/ 2461181 w 9408955"/>
              <a:gd name="connsiteY1258" fmla="*/ 1876565 h 4587875"/>
              <a:gd name="connsiteX1259" fmla="*/ 2490650 w 9408955"/>
              <a:gd name="connsiteY1259" fmla="*/ 1914009 h 4587875"/>
              <a:gd name="connsiteX1260" fmla="*/ 4249966 w 9408955"/>
              <a:gd name="connsiteY1260" fmla="*/ 1914115 h 4587875"/>
              <a:gd name="connsiteX1261" fmla="*/ 4276062 w 9408955"/>
              <a:gd name="connsiteY1261" fmla="*/ 1869245 h 4587875"/>
              <a:gd name="connsiteX1262" fmla="*/ 4213597 w 9408955"/>
              <a:gd name="connsiteY1262" fmla="*/ 1858417 h 4587875"/>
              <a:gd name="connsiteX1263" fmla="*/ 4231379 w 9408955"/>
              <a:gd name="connsiteY1263" fmla="*/ 1913938 h 4587875"/>
              <a:gd name="connsiteX1264" fmla="*/ 4249966 w 9408955"/>
              <a:gd name="connsiteY1264" fmla="*/ 1914115 h 4587875"/>
              <a:gd name="connsiteX1265" fmla="*/ 5060338 w 9408955"/>
              <a:gd name="connsiteY1265" fmla="*/ 1914298 h 4587875"/>
              <a:gd name="connsiteX1266" fmla="*/ 5091181 w 9408955"/>
              <a:gd name="connsiteY1266" fmla="*/ 1856922 h 4587875"/>
              <a:gd name="connsiteX1267" fmla="*/ 5031990 w 9408955"/>
              <a:gd name="connsiteY1267" fmla="*/ 1867580 h 4587875"/>
              <a:gd name="connsiteX1268" fmla="*/ 5060338 w 9408955"/>
              <a:gd name="connsiteY1268" fmla="*/ 1914298 h 4587875"/>
              <a:gd name="connsiteX1269" fmla="*/ 5252913 w 9408955"/>
              <a:gd name="connsiteY1269" fmla="*/ 1914303 h 4587875"/>
              <a:gd name="connsiteX1270" fmla="*/ 5298356 w 9408955"/>
              <a:gd name="connsiteY1270" fmla="*/ 1898698 h 4587875"/>
              <a:gd name="connsiteX1271" fmla="*/ 5260787 w 9408955"/>
              <a:gd name="connsiteY1271" fmla="*/ 1845326 h 4587875"/>
              <a:gd name="connsiteX1272" fmla="*/ 5252913 w 9408955"/>
              <a:gd name="connsiteY1272" fmla="*/ 1914303 h 4587875"/>
              <a:gd name="connsiteX1273" fmla="*/ 4559567 w 9408955"/>
              <a:gd name="connsiteY1273" fmla="*/ 1914358 h 4587875"/>
              <a:gd name="connsiteX1274" fmla="*/ 4580686 w 9408955"/>
              <a:gd name="connsiteY1274" fmla="*/ 1896459 h 4587875"/>
              <a:gd name="connsiteX1275" fmla="*/ 4545081 w 9408955"/>
              <a:gd name="connsiteY1275" fmla="*/ 1843655 h 4587875"/>
              <a:gd name="connsiteX1276" fmla="*/ 4531474 w 9408955"/>
              <a:gd name="connsiteY1276" fmla="*/ 1910294 h 4587875"/>
              <a:gd name="connsiteX1277" fmla="*/ 4559567 w 9408955"/>
              <a:gd name="connsiteY1277" fmla="*/ 1914358 h 4587875"/>
              <a:gd name="connsiteX1278" fmla="*/ 4863190 w 9408955"/>
              <a:gd name="connsiteY1278" fmla="*/ 1914372 h 4587875"/>
              <a:gd name="connsiteX1279" fmla="*/ 4893423 w 9408955"/>
              <a:gd name="connsiteY1279" fmla="*/ 1875760 h 4587875"/>
              <a:gd name="connsiteX1280" fmla="*/ 4839902 w 9408955"/>
              <a:gd name="connsiteY1280" fmla="*/ 1849814 h 4587875"/>
              <a:gd name="connsiteX1281" fmla="*/ 4845118 w 9408955"/>
              <a:gd name="connsiteY1281" fmla="*/ 1911858 h 4587875"/>
              <a:gd name="connsiteX1282" fmla="*/ 4863190 w 9408955"/>
              <a:gd name="connsiteY1282" fmla="*/ 1914372 h 4587875"/>
              <a:gd name="connsiteX1283" fmla="*/ 5374968 w 9408955"/>
              <a:gd name="connsiteY1283" fmla="*/ 1914447 h 4587875"/>
              <a:gd name="connsiteX1284" fmla="*/ 5406200 w 9408955"/>
              <a:gd name="connsiteY1284" fmla="*/ 1882965 h 4587875"/>
              <a:gd name="connsiteX1285" fmla="*/ 5364713 w 9408955"/>
              <a:gd name="connsiteY1285" fmla="*/ 1845279 h 4587875"/>
              <a:gd name="connsiteX1286" fmla="*/ 5358850 w 9408955"/>
              <a:gd name="connsiteY1286" fmla="*/ 1911678 h 4587875"/>
              <a:gd name="connsiteX1287" fmla="*/ 5374968 w 9408955"/>
              <a:gd name="connsiteY1287" fmla="*/ 1914447 h 4587875"/>
              <a:gd name="connsiteX1288" fmla="*/ 2710110 w 9408955"/>
              <a:gd name="connsiteY1288" fmla="*/ 1914646 h 4587875"/>
              <a:gd name="connsiteX1289" fmla="*/ 2731070 w 9408955"/>
              <a:gd name="connsiteY1289" fmla="*/ 1862721 h 4587875"/>
              <a:gd name="connsiteX1290" fmla="*/ 2667222 w 9408955"/>
              <a:gd name="connsiteY1290" fmla="*/ 1867736 h 4587875"/>
              <a:gd name="connsiteX1291" fmla="*/ 2688581 w 9408955"/>
              <a:gd name="connsiteY1291" fmla="*/ 1912638 h 4587875"/>
              <a:gd name="connsiteX1292" fmla="*/ 2710110 w 9408955"/>
              <a:gd name="connsiteY1292" fmla="*/ 1914646 h 4587875"/>
              <a:gd name="connsiteX1293" fmla="*/ 2811886 w 9408955"/>
              <a:gd name="connsiteY1293" fmla="*/ 1914733 h 4587875"/>
              <a:gd name="connsiteX1294" fmla="*/ 2837760 w 9408955"/>
              <a:gd name="connsiteY1294" fmla="*/ 1868776 h 4587875"/>
              <a:gd name="connsiteX1295" fmla="*/ 2775412 w 9408955"/>
              <a:gd name="connsiteY1295" fmla="*/ 1859563 h 4587875"/>
              <a:gd name="connsiteX1296" fmla="*/ 2792554 w 9408955"/>
              <a:gd name="connsiteY1296" fmla="*/ 1913686 h 4587875"/>
              <a:gd name="connsiteX1297" fmla="*/ 2811886 w 9408955"/>
              <a:gd name="connsiteY1297" fmla="*/ 1914733 h 4587875"/>
              <a:gd name="connsiteX1298" fmla="*/ 4967962 w 9408955"/>
              <a:gd name="connsiteY1298" fmla="*/ 1915022 h 4587875"/>
              <a:gd name="connsiteX1299" fmla="*/ 4994871 w 9408955"/>
              <a:gd name="connsiteY1299" fmla="*/ 1868451 h 4587875"/>
              <a:gd name="connsiteX1300" fmla="*/ 4934456 w 9408955"/>
              <a:gd name="connsiteY1300" fmla="*/ 1856738 h 4587875"/>
              <a:gd name="connsiteX1301" fmla="*/ 4948239 w 9408955"/>
              <a:gd name="connsiteY1301" fmla="*/ 1913006 h 4587875"/>
              <a:gd name="connsiteX1302" fmla="*/ 4967962 w 9408955"/>
              <a:gd name="connsiteY1302" fmla="*/ 1915022 h 4587875"/>
              <a:gd name="connsiteX1303" fmla="*/ 4452275 w 9408955"/>
              <a:gd name="connsiteY1303" fmla="*/ 1915395 h 4587875"/>
              <a:gd name="connsiteX1304" fmla="*/ 4481382 w 9408955"/>
              <a:gd name="connsiteY1304" fmla="*/ 1875467 h 4587875"/>
              <a:gd name="connsiteX1305" fmla="*/ 4428847 w 9408955"/>
              <a:gd name="connsiteY1305" fmla="*/ 1849112 h 4587875"/>
              <a:gd name="connsiteX1306" fmla="*/ 4434259 w 9408955"/>
              <a:gd name="connsiteY1306" fmla="*/ 1912821 h 4587875"/>
              <a:gd name="connsiteX1307" fmla="*/ 4452275 w 9408955"/>
              <a:gd name="connsiteY1307" fmla="*/ 1915395 h 4587875"/>
              <a:gd name="connsiteX1308" fmla="*/ 4760080 w 9408955"/>
              <a:gd name="connsiteY1308" fmla="*/ 1915518 h 4587875"/>
              <a:gd name="connsiteX1309" fmla="*/ 4788454 w 9408955"/>
              <a:gd name="connsiteY1309" fmla="*/ 1867647 h 4587875"/>
              <a:gd name="connsiteX1310" fmla="*/ 4746154 w 9408955"/>
              <a:gd name="connsiteY1310" fmla="*/ 1845197 h 4587875"/>
              <a:gd name="connsiteX1311" fmla="*/ 4739821 w 9408955"/>
              <a:gd name="connsiteY1311" fmla="*/ 1910715 h 4587875"/>
              <a:gd name="connsiteX1312" fmla="*/ 4760080 w 9408955"/>
              <a:gd name="connsiteY1312" fmla="*/ 1915518 h 4587875"/>
              <a:gd name="connsiteX1313" fmla="*/ 4348523 w 9408955"/>
              <a:gd name="connsiteY1313" fmla="*/ 1915582 h 4587875"/>
              <a:gd name="connsiteX1314" fmla="*/ 4378981 w 9408955"/>
              <a:gd name="connsiteY1314" fmla="*/ 1874752 h 4587875"/>
              <a:gd name="connsiteX1315" fmla="*/ 4324083 w 9408955"/>
              <a:gd name="connsiteY1315" fmla="*/ 1849425 h 4587875"/>
              <a:gd name="connsiteX1316" fmla="*/ 4330081 w 9408955"/>
              <a:gd name="connsiteY1316" fmla="*/ 1911822 h 4587875"/>
              <a:gd name="connsiteX1317" fmla="*/ 4348523 w 9408955"/>
              <a:gd name="connsiteY1317" fmla="*/ 1915582 h 4587875"/>
              <a:gd name="connsiteX1318" fmla="*/ 4650686 w 9408955"/>
              <a:gd name="connsiteY1318" fmla="*/ 1915629 h 4587875"/>
              <a:gd name="connsiteX1319" fmla="*/ 4679707 w 9408955"/>
              <a:gd name="connsiteY1319" fmla="*/ 1858699 h 4587875"/>
              <a:gd name="connsiteX1320" fmla="*/ 4621215 w 9408955"/>
              <a:gd name="connsiteY1320" fmla="*/ 1868073 h 4587875"/>
              <a:gd name="connsiteX1321" fmla="*/ 4650686 w 9408955"/>
              <a:gd name="connsiteY1321" fmla="*/ 1915629 h 4587875"/>
              <a:gd name="connsiteX1322" fmla="*/ 5166250 w 9408955"/>
              <a:gd name="connsiteY1322" fmla="*/ 1915639 h 4587875"/>
              <a:gd name="connsiteX1323" fmla="*/ 5200501 w 9408955"/>
              <a:gd name="connsiteY1323" fmla="*/ 1882906 h 4587875"/>
              <a:gd name="connsiteX1324" fmla="*/ 5162507 w 9408955"/>
              <a:gd name="connsiteY1324" fmla="*/ 1843842 h 4587875"/>
              <a:gd name="connsiteX1325" fmla="*/ 5149617 w 9408955"/>
              <a:gd name="connsiteY1325" fmla="*/ 1911106 h 4587875"/>
              <a:gd name="connsiteX1326" fmla="*/ 5166250 w 9408955"/>
              <a:gd name="connsiteY1326" fmla="*/ 1915639 h 4587875"/>
              <a:gd name="connsiteX1327" fmla="*/ 5578569 w 9408955"/>
              <a:gd name="connsiteY1327" fmla="*/ 1915709 h 4587875"/>
              <a:gd name="connsiteX1328" fmla="*/ 5612789 w 9408955"/>
              <a:gd name="connsiteY1328" fmla="*/ 1875620 h 4587875"/>
              <a:gd name="connsiteX1329" fmla="*/ 5553144 w 9408955"/>
              <a:gd name="connsiteY1329" fmla="*/ 1855387 h 4587875"/>
              <a:gd name="connsiteX1330" fmla="*/ 5559947 w 9408955"/>
              <a:gd name="connsiteY1330" fmla="*/ 1910175 h 4587875"/>
              <a:gd name="connsiteX1331" fmla="*/ 5578569 w 9408955"/>
              <a:gd name="connsiteY1331" fmla="*/ 1915709 h 4587875"/>
              <a:gd name="connsiteX1332" fmla="*/ 5476831 w 9408955"/>
              <a:gd name="connsiteY1332" fmla="*/ 1915803 h 4587875"/>
              <a:gd name="connsiteX1333" fmla="*/ 5508819 w 9408955"/>
              <a:gd name="connsiteY1333" fmla="*/ 1869261 h 4587875"/>
              <a:gd name="connsiteX1334" fmla="*/ 5453556 w 9408955"/>
              <a:gd name="connsiteY1334" fmla="*/ 1851854 h 4587875"/>
              <a:gd name="connsiteX1335" fmla="*/ 5456079 w 9408955"/>
              <a:gd name="connsiteY1335" fmla="*/ 1910489 h 4587875"/>
              <a:gd name="connsiteX1336" fmla="*/ 5476831 w 9408955"/>
              <a:gd name="connsiteY1336" fmla="*/ 1915803 h 4587875"/>
              <a:gd name="connsiteX1337" fmla="*/ 4558234 w 9408955"/>
              <a:gd name="connsiteY1337" fmla="*/ 2016833 h 4587875"/>
              <a:gd name="connsiteX1338" fmla="*/ 4576831 w 9408955"/>
              <a:gd name="connsiteY1338" fmla="*/ 1953500 h 4587875"/>
              <a:gd name="connsiteX1339" fmla="*/ 4527164 w 9408955"/>
              <a:gd name="connsiteY1339" fmla="*/ 1955536 h 4587875"/>
              <a:gd name="connsiteX1340" fmla="*/ 4558234 w 9408955"/>
              <a:gd name="connsiteY1340" fmla="*/ 2016833 h 4587875"/>
              <a:gd name="connsiteX1341" fmla="*/ 4253048 w 9408955"/>
              <a:gd name="connsiteY1341" fmla="*/ 2017063 h 4587875"/>
              <a:gd name="connsiteX1342" fmla="*/ 4273618 w 9408955"/>
              <a:gd name="connsiteY1342" fmla="*/ 1967047 h 4587875"/>
              <a:gd name="connsiteX1343" fmla="*/ 4210118 w 9408955"/>
              <a:gd name="connsiteY1343" fmla="*/ 1967503 h 4587875"/>
              <a:gd name="connsiteX1344" fmla="*/ 4233023 w 9408955"/>
              <a:gd name="connsiteY1344" fmla="*/ 2016977 h 4587875"/>
              <a:gd name="connsiteX1345" fmla="*/ 4253048 w 9408955"/>
              <a:gd name="connsiteY1345" fmla="*/ 2017063 h 4587875"/>
              <a:gd name="connsiteX1346" fmla="*/ 6511817 w 9408955"/>
              <a:gd name="connsiteY1346" fmla="*/ 2017184 h 4587875"/>
              <a:gd name="connsiteX1347" fmla="*/ 6536000 w 9408955"/>
              <a:gd name="connsiteY1347" fmla="*/ 1972899 h 4587875"/>
              <a:gd name="connsiteX1348" fmla="*/ 6476475 w 9408955"/>
              <a:gd name="connsiteY1348" fmla="*/ 1959028 h 4587875"/>
              <a:gd name="connsiteX1349" fmla="*/ 6493351 w 9408955"/>
              <a:gd name="connsiteY1349" fmla="*/ 2017010 h 4587875"/>
              <a:gd name="connsiteX1350" fmla="*/ 6511817 w 9408955"/>
              <a:gd name="connsiteY1350" fmla="*/ 2017184 h 4587875"/>
              <a:gd name="connsiteX1351" fmla="*/ 4145618 w 9408955"/>
              <a:gd name="connsiteY1351" fmla="*/ 2017599 h 4587875"/>
              <a:gd name="connsiteX1352" fmla="*/ 4173825 w 9408955"/>
              <a:gd name="connsiteY1352" fmla="*/ 1979839 h 4587875"/>
              <a:gd name="connsiteX1353" fmla="*/ 4116969 w 9408955"/>
              <a:gd name="connsiteY1353" fmla="*/ 1955573 h 4587875"/>
              <a:gd name="connsiteX1354" fmla="*/ 4128795 w 9408955"/>
              <a:gd name="connsiteY1354" fmla="*/ 2015898 h 4587875"/>
              <a:gd name="connsiteX1355" fmla="*/ 4145618 w 9408955"/>
              <a:gd name="connsiteY1355" fmla="*/ 2017599 h 4587875"/>
              <a:gd name="connsiteX1356" fmla="*/ 4964795 w 9408955"/>
              <a:gd name="connsiteY1356" fmla="*/ 2017863 h 4587875"/>
              <a:gd name="connsiteX1357" fmla="*/ 4997192 w 9408955"/>
              <a:gd name="connsiteY1357" fmla="*/ 1987268 h 4587875"/>
              <a:gd name="connsiteX1358" fmla="*/ 4942132 w 9408955"/>
              <a:gd name="connsiteY1358" fmla="*/ 1952302 h 4587875"/>
              <a:gd name="connsiteX1359" fmla="*/ 4949043 w 9408955"/>
              <a:gd name="connsiteY1359" fmla="*/ 2015606 h 4587875"/>
              <a:gd name="connsiteX1360" fmla="*/ 4964795 w 9408955"/>
              <a:gd name="connsiteY1360" fmla="*/ 2017863 h 4587875"/>
              <a:gd name="connsiteX1361" fmla="*/ 5573537 w 9408955"/>
              <a:gd name="connsiteY1361" fmla="*/ 2017927 h 4587875"/>
              <a:gd name="connsiteX1362" fmla="*/ 5611988 w 9408955"/>
              <a:gd name="connsiteY1362" fmla="*/ 1972157 h 4587875"/>
              <a:gd name="connsiteX1363" fmla="*/ 5564355 w 9408955"/>
              <a:gd name="connsiteY1363" fmla="*/ 1944687 h 4587875"/>
              <a:gd name="connsiteX1364" fmla="*/ 5553363 w 9408955"/>
              <a:gd name="connsiteY1364" fmla="*/ 2006551 h 4587875"/>
              <a:gd name="connsiteX1365" fmla="*/ 5573537 w 9408955"/>
              <a:gd name="connsiteY1365" fmla="*/ 2017927 h 4587875"/>
              <a:gd name="connsiteX1366" fmla="*/ 7226896 w 9408955"/>
              <a:gd name="connsiteY1366" fmla="*/ 2017951 h 4587875"/>
              <a:gd name="connsiteX1367" fmla="*/ 7256087 w 9408955"/>
              <a:gd name="connsiteY1367" fmla="*/ 1978679 h 4587875"/>
              <a:gd name="connsiteX1368" fmla="*/ 7208826 w 9408955"/>
              <a:gd name="connsiteY1368" fmla="*/ 1949499 h 4587875"/>
              <a:gd name="connsiteX1369" fmla="*/ 7209279 w 9408955"/>
              <a:gd name="connsiteY1369" fmla="*/ 2014927 h 4587875"/>
              <a:gd name="connsiteX1370" fmla="*/ 7226896 w 9408955"/>
              <a:gd name="connsiteY1370" fmla="*/ 2017951 h 4587875"/>
              <a:gd name="connsiteX1371" fmla="*/ 4863880 w 9408955"/>
              <a:gd name="connsiteY1371" fmla="*/ 2017967 h 4587875"/>
              <a:gd name="connsiteX1372" fmla="*/ 4892870 w 9408955"/>
              <a:gd name="connsiteY1372" fmla="*/ 1972184 h 4587875"/>
              <a:gd name="connsiteX1373" fmla="*/ 4837252 w 9408955"/>
              <a:gd name="connsiteY1373" fmla="*/ 1953303 h 4587875"/>
              <a:gd name="connsiteX1374" fmla="*/ 4844147 w 9408955"/>
              <a:gd name="connsiteY1374" fmla="*/ 2015010 h 4587875"/>
              <a:gd name="connsiteX1375" fmla="*/ 4863880 w 9408955"/>
              <a:gd name="connsiteY1375" fmla="*/ 2017967 h 4587875"/>
              <a:gd name="connsiteX1376" fmla="*/ 4654070 w 9408955"/>
              <a:gd name="connsiteY1376" fmla="*/ 2017984 h 4587875"/>
              <a:gd name="connsiteX1377" fmla="*/ 4685935 w 9408955"/>
              <a:gd name="connsiteY1377" fmla="*/ 1980640 h 4587875"/>
              <a:gd name="connsiteX1378" fmla="*/ 4641517 w 9408955"/>
              <a:gd name="connsiteY1378" fmla="*/ 1949425 h 4587875"/>
              <a:gd name="connsiteX1379" fmla="*/ 4636331 w 9408955"/>
              <a:gd name="connsiteY1379" fmla="*/ 2013891 h 4587875"/>
              <a:gd name="connsiteX1380" fmla="*/ 4654070 w 9408955"/>
              <a:gd name="connsiteY1380" fmla="*/ 2017984 h 4587875"/>
              <a:gd name="connsiteX1381" fmla="*/ 4456083 w 9408955"/>
              <a:gd name="connsiteY1381" fmla="*/ 2018000 h 4587875"/>
              <a:gd name="connsiteX1382" fmla="*/ 4478006 w 9408955"/>
              <a:gd name="connsiteY1382" fmla="*/ 1965482 h 4587875"/>
              <a:gd name="connsiteX1383" fmla="*/ 4416565 w 9408955"/>
              <a:gd name="connsiteY1383" fmla="*/ 1965252 h 4587875"/>
              <a:gd name="connsiteX1384" fmla="*/ 4434447 w 9408955"/>
              <a:gd name="connsiteY1384" fmla="*/ 2015906 h 4587875"/>
              <a:gd name="connsiteX1385" fmla="*/ 4456083 w 9408955"/>
              <a:gd name="connsiteY1385" fmla="*/ 2018000 h 4587875"/>
              <a:gd name="connsiteX1386" fmla="*/ 5379135 w 9408955"/>
              <a:gd name="connsiteY1386" fmla="*/ 2018068 h 4587875"/>
              <a:gd name="connsiteX1387" fmla="*/ 5405733 w 9408955"/>
              <a:gd name="connsiteY1387" fmla="*/ 1971533 h 4587875"/>
              <a:gd name="connsiteX1388" fmla="*/ 5359242 w 9408955"/>
              <a:gd name="connsiteY1388" fmla="*/ 1949762 h 4587875"/>
              <a:gd name="connsiteX1389" fmla="*/ 5359922 w 9408955"/>
              <a:gd name="connsiteY1389" fmla="*/ 2015992 h 4587875"/>
              <a:gd name="connsiteX1390" fmla="*/ 5379135 w 9408955"/>
              <a:gd name="connsiteY1390" fmla="*/ 2018068 h 4587875"/>
              <a:gd name="connsiteX1391" fmla="*/ 5483047 w 9408955"/>
              <a:gd name="connsiteY1391" fmla="*/ 2018139 h 4587875"/>
              <a:gd name="connsiteX1392" fmla="*/ 5507954 w 9408955"/>
              <a:gd name="connsiteY1392" fmla="*/ 1972138 h 4587875"/>
              <a:gd name="connsiteX1393" fmla="*/ 5451651 w 9408955"/>
              <a:gd name="connsiteY1393" fmla="*/ 1955469 h 4587875"/>
              <a:gd name="connsiteX1394" fmla="*/ 5463732 w 9408955"/>
              <a:gd name="connsiteY1394" fmla="*/ 2017282 h 4587875"/>
              <a:gd name="connsiteX1395" fmla="*/ 5483047 w 9408955"/>
              <a:gd name="connsiteY1395" fmla="*/ 2018139 h 4587875"/>
              <a:gd name="connsiteX1396" fmla="*/ 5276759 w 9408955"/>
              <a:gd name="connsiteY1396" fmla="*/ 2018225 h 4587875"/>
              <a:gd name="connsiteX1397" fmla="*/ 5300425 w 9408955"/>
              <a:gd name="connsiteY1397" fmla="*/ 1964767 h 4587875"/>
              <a:gd name="connsiteX1398" fmla="*/ 5242959 w 9408955"/>
              <a:gd name="connsiteY1398" fmla="*/ 1953715 h 4587875"/>
              <a:gd name="connsiteX1399" fmla="*/ 5255273 w 9408955"/>
              <a:gd name="connsiteY1399" fmla="*/ 2015192 h 4587875"/>
              <a:gd name="connsiteX1400" fmla="*/ 5276759 w 9408955"/>
              <a:gd name="connsiteY1400" fmla="*/ 2018225 h 4587875"/>
              <a:gd name="connsiteX1401" fmla="*/ 5071939 w 9408955"/>
              <a:gd name="connsiteY1401" fmla="*/ 2018337 h 4587875"/>
              <a:gd name="connsiteX1402" fmla="*/ 5096989 w 9408955"/>
              <a:gd name="connsiteY1402" fmla="*/ 1972501 h 4587875"/>
              <a:gd name="connsiteX1403" fmla="*/ 5041279 w 9408955"/>
              <a:gd name="connsiteY1403" fmla="*/ 1955419 h 4587875"/>
              <a:gd name="connsiteX1404" fmla="*/ 5053200 w 9408955"/>
              <a:gd name="connsiteY1404" fmla="*/ 2016591 h 4587875"/>
              <a:gd name="connsiteX1405" fmla="*/ 5071939 w 9408955"/>
              <a:gd name="connsiteY1405" fmla="*/ 2018337 h 4587875"/>
              <a:gd name="connsiteX1406" fmla="*/ 7635024 w 9408955"/>
              <a:gd name="connsiteY1406" fmla="*/ 2018350 h 4587875"/>
              <a:gd name="connsiteX1407" fmla="*/ 7668321 w 9408955"/>
              <a:gd name="connsiteY1407" fmla="*/ 1987096 h 4587875"/>
              <a:gd name="connsiteX1408" fmla="*/ 7613148 w 9408955"/>
              <a:gd name="connsiteY1408" fmla="*/ 1953759 h 4587875"/>
              <a:gd name="connsiteX1409" fmla="*/ 7619126 w 9408955"/>
              <a:gd name="connsiteY1409" fmla="*/ 2014991 h 4587875"/>
              <a:gd name="connsiteX1410" fmla="*/ 7635024 w 9408955"/>
              <a:gd name="connsiteY1410" fmla="*/ 2018350 h 4587875"/>
              <a:gd name="connsiteX1411" fmla="*/ 4349405 w 9408955"/>
              <a:gd name="connsiteY1411" fmla="*/ 2018391 h 4587875"/>
              <a:gd name="connsiteX1412" fmla="*/ 4376959 w 9408955"/>
              <a:gd name="connsiteY1412" fmla="*/ 1971336 h 4587875"/>
              <a:gd name="connsiteX1413" fmla="*/ 4323687 w 9408955"/>
              <a:gd name="connsiteY1413" fmla="*/ 1953106 h 4587875"/>
              <a:gd name="connsiteX1414" fmla="*/ 4329403 w 9408955"/>
              <a:gd name="connsiteY1414" fmla="*/ 2014720 h 4587875"/>
              <a:gd name="connsiteX1415" fmla="*/ 4349405 w 9408955"/>
              <a:gd name="connsiteY1415" fmla="*/ 2018391 h 4587875"/>
              <a:gd name="connsiteX1416" fmla="*/ 4044356 w 9408955"/>
              <a:gd name="connsiteY1416" fmla="*/ 2018424 h 4587875"/>
              <a:gd name="connsiteX1417" fmla="*/ 4070392 w 9408955"/>
              <a:gd name="connsiteY1417" fmla="*/ 1972414 h 4587875"/>
              <a:gd name="connsiteX1418" fmla="*/ 4006706 w 9408955"/>
              <a:gd name="connsiteY1418" fmla="*/ 1965507 h 4587875"/>
              <a:gd name="connsiteX1419" fmla="*/ 4025129 w 9408955"/>
              <a:gd name="connsiteY1419" fmla="*/ 2016392 h 4587875"/>
              <a:gd name="connsiteX1420" fmla="*/ 4044356 w 9408955"/>
              <a:gd name="connsiteY1420" fmla="*/ 2018424 h 4587875"/>
              <a:gd name="connsiteX1421" fmla="*/ 2194752 w 9408955"/>
              <a:gd name="connsiteY1421" fmla="*/ 2018573 h 4587875"/>
              <a:gd name="connsiteX1422" fmla="*/ 2220058 w 9408955"/>
              <a:gd name="connsiteY1422" fmla="*/ 1973291 h 4587875"/>
              <a:gd name="connsiteX1423" fmla="*/ 2168613 w 9408955"/>
              <a:gd name="connsiteY1423" fmla="*/ 1952952 h 4587875"/>
              <a:gd name="connsiteX1424" fmla="*/ 2175699 w 9408955"/>
              <a:gd name="connsiteY1424" fmla="*/ 2016713 h 4587875"/>
              <a:gd name="connsiteX1425" fmla="*/ 2194752 w 9408955"/>
              <a:gd name="connsiteY1425" fmla="*/ 2018573 h 4587875"/>
              <a:gd name="connsiteX1426" fmla="*/ 5170859 w 9408955"/>
              <a:gd name="connsiteY1426" fmla="*/ 2018788 h 4587875"/>
              <a:gd name="connsiteX1427" fmla="*/ 5199511 w 9408955"/>
              <a:gd name="connsiteY1427" fmla="*/ 1972923 h 4587875"/>
              <a:gd name="connsiteX1428" fmla="*/ 5143487 w 9408955"/>
              <a:gd name="connsiteY1428" fmla="*/ 1954599 h 4587875"/>
              <a:gd name="connsiteX1429" fmla="*/ 5150804 w 9408955"/>
              <a:gd name="connsiteY1429" fmla="*/ 2014837 h 4587875"/>
              <a:gd name="connsiteX1430" fmla="*/ 5170859 w 9408955"/>
              <a:gd name="connsiteY1430" fmla="*/ 2018788 h 4587875"/>
              <a:gd name="connsiteX1431" fmla="*/ 7122535 w 9408955"/>
              <a:gd name="connsiteY1431" fmla="*/ 2018834 h 4587875"/>
              <a:gd name="connsiteX1432" fmla="*/ 7154730 w 9408955"/>
              <a:gd name="connsiteY1432" fmla="*/ 1980857 h 4587875"/>
              <a:gd name="connsiteX1433" fmla="*/ 7094908 w 9408955"/>
              <a:gd name="connsiteY1433" fmla="*/ 1958238 h 4587875"/>
              <a:gd name="connsiteX1434" fmla="*/ 7104578 w 9408955"/>
              <a:gd name="connsiteY1434" fmla="*/ 2015585 h 4587875"/>
              <a:gd name="connsiteX1435" fmla="*/ 7122535 w 9408955"/>
              <a:gd name="connsiteY1435" fmla="*/ 2018834 h 4587875"/>
              <a:gd name="connsiteX1436" fmla="*/ 4754042 w 9408955"/>
              <a:gd name="connsiteY1436" fmla="*/ 2018973 h 4587875"/>
              <a:gd name="connsiteX1437" fmla="*/ 4790058 w 9408955"/>
              <a:gd name="connsiteY1437" fmla="*/ 1987827 h 4587875"/>
              <a:gd name="connsiteX1438" fmla="*/ 4739240 w 9408955"/>
              <a:gd name="connsiteY1438" fmla="*/ 1950951 h 4587875"/>
              <a:gd name="connsiteX1439" fmla="*/ 4738116 w 9408955"/>
              <a:gd name="connsiteY1439" fmla="*/ 2012792 h 4587875"/>
              <a:gd name="connsiteX1440" fmla="*/ 4754042 w 9408955"/>
              <a:gd name="connsiteY1440" fmla="*/ 2018973 h 4587875"/>
              <a:gd name="connsiteX1441" fmla="*/ 7648117 w 9408955"/>
              <a:gd name="connsiteY1441" fmla="*/ 2115811 h 4587875"/>
              <a:gd name="connsiteX1442" fmla="*/ 7667955 w 9408955"/>
              <a:gd name="connsiteY1442" fmla="*/ 2092615 h 4587875"/>
              <a:gd name="connsiteX1443" fmla="*/ 7610960 w 9408955"/>
              <a:gd name="connsiteY1443" fmla="*/ 2056140 h 4587875"/>
              <a:gd name="connsiteX1444" fmla="*/ 7616288 w 9408955"/>
              <a:gd name="connsiteY1444" fmla="*/ 2114728 h 4587875"/>
              <a:gd name="connsiteX1445" fmla="*/ 7648117 w 9408955"/>
              <a:gd name="connsiteY1445" fmla="*/ 2115811 h 4587875"/>
              <a:gd name="connsiteX1446" fmla="*/ 7028587 w 9408955"/>
              <a:gd name="connsiteY1446" fmla="*/ 2116376 h 4587875"/>
              <a:gd name="connsiteX1447" fmla="*/ 7049644 w 9408955"/>
              <a:gd name="connsiteY1447" fmla="*/ 2096247 h 4587875"/>
              <a:gd name="connsiteX1448" fmla="*/ 7003826 w 9408955"/>
              <a:gd name="connsiteY1448" fmla="*/ 2053186 h 4587875"/>
              <a:gd name="connsiteX1449" fmla="*/ 6998127 w 9408955"/>
              <a:gd name="connsiteY1449" fmla="*/ 2114638 h 4587875"/>
              <a:gd name="connsiteX1450" fmla="*/ 7028587 w 9408955"/>
              <a:gd name="connsiteY1450" fmla="*/ 2116376 h 4587875"/>
              <a:gd name="connsiteX1451" fmla="*/ 5386951 w 9408955"/>
              <a:gd name="connsiteY1451" fmla="*/ 2116409 h 4587875"/>
              <a:gd name="connsiteX1452" fmla="*/ 5372555 w 9408955"/>
              <a:gd name="connsiteY1452" fmla="*/ 2051022 h 4587875"/>
              <a:gd name="connsiteX1453" fmla="*/ 5338591 w 9408955"/>
              <a:gd name="connsiteY1453" fmla="*/ 2101077 h 4587875"/>
              <a:gd name="connsiteX1454" fmla="*/ 5386951 w 9408955"/>
              <a:gd name="connsiteY1454" fmla="*/ 2116409 h 4587875"/>
              <a:gd name="connsiteX1455" fmla="*/ 4768274 w 9408955"/>
              <a:gd name="connsiteY1455" fmla="*/ 2116541 h 4587875"/>
              <a:gd name="connsiteX1456" fmla="*/ 4789183 w 9408955"/>
              <a:gd name="connsiteY1456" fmla="*/ 2095957 h 4587875"/>
              <a:gd name="connsiteX1457" fmla="*/ 4745297 w 9408955"/>
              <a:gd name="connsiteY1457" fmla="*/ 2051130 h 4587875"/>
              <a:gd name="connsiteX1458" fmla="*/ 4737715 w 9408955"/>
              <a:gd name="connsiteY1458" fmla="*/ 2115168 h 4587875"/>
              <a:gd name="connsiteX1459" fmla="*/ 4768274 w 9408955"/>
              <a:gd name="connsiteY1459" fmla="*/ 2116541 h 4587875"/>
              <a:gd name="connsiteX1460" fmla="*/ 1889713 w 9408955"/>
              <a:gd name="connsiteY1460" fmla="*/ 2117256 h 4587875"/>
              <a:gd name="connsiteX1461" fmla="*/ 1910922 w 9408955"/>
              <a:gd name="connsiteY1461" fmla="*/ 2098605 h 4587875"/>
              <a:gd name="connsiteX1462" fmla="*/ 1873543 w 9408955"/>
              <a:gd name="connsiteY1462" fmla="*/ 2050613 h 4587875"/>
              <a:gd name="connsiteX1463" fmla="*/ 1860785 w 9408955"/>
              <a:gd name="connsiteY1463" fmla="*/ 2115436 h 4587875"/>
              <a:gd name="connsiteX1464" fmla="*/ 1889713 w 9408955"/>
              <a:gd name="connsiteY1464" fmla="*/ 2117256 h 4587875"/>
              <a:gd name="connsiteX1465" fmla="*/ 5075658 w 9408955"/>
              <a:gd name="connsiteY1465" fmla="*/ 2117280 h 4587875"/>
              <a:gd name="connsiteX1466" fmla="*/ 5096772 w 9408955"/>
              <a:gd name="connsiteY1466" fmla="*/ 2096094 h 4587875"/>
              <a:gd name="connsiteX1467" fmla="*/ 5057687 w 9408955"/>
              <a:gd name="connsiteY1467" fmla="*/ 2050452 h 4587875"/>
              <a:gd name="connsiteX1468" fmla="*/ 5045116 w 9408955"/>
              <a:gd name="connsiteY1468" fmla="*/ 2114213 h 4587875"/>
              <a:gd name="connsiteX1469" fmla="*/ 5075658 w 9408955"/>
              <a:gd name="connsiteY1469" fmla="*/ 2117280 h 4587875"/>
              <a:gd name="connsiteX1470" fmla="*/ 5795607 w 9408955"/>
              <a:gd name="connsiteY1470" fmla="*/ 2117292 h 4587875"/>
              <a:gd name="connsiteX1471" fmla="*/ 5817501 w 9408955"/>
              <a:gd name="connsiteY1471" fmla="*/ 2092413 h 4587875"/>
              <a:gd name="connsiteX1472" fmla="*/ 5774859 w 9408955"/>
              <a:gd name="connsiteY1472" fmla="*/ 2050909 h 4587875"/>
              <a:gd name="connsiteX1473" fmla="*/ 5761333 w 9408955"/>
              <a:gd name="connsiteY1473" fmla="*/ 2112592 h 4587875"/>
              <a:gd name="connsiteX1474" fmla="*/ 5795607 w 9408955"/>
              <a:gd name="connsiteY1474" fmla="*/ 2117292 h 4587875"/>
              <a:gd name="connsiteX1475" fmla="*/ 4956886 w 9408955"/>
              <a:gd name="connsiteY1475" fmla="*/ 2118330 h 4587875"/>
              <a:gd name="connsiteX1476" fmla="*/ 4996961 w 9408955"/>
              <a:gd name="connsiteY1476" fmla="*/ 2091965 h 4587875"/>
              <a:gd name="connsiteX1477" fmla="*/ 4953650 w 9408955"/>
              <a:gd name="connsiteY1477" fmla="*/ 2051258 h 4587875"/>
              <a:gd name="connsiteX1478" fmla="*/ 4940519 w 9408955"/>
              <a:gd name="connsiteY1478" fmla="*/ 2112545 h 4587875"/>
              <a:gd name="connsiteX1479" fmla="*/ 4956886 w 9408955"/>
              <a:gd name="connsiteY1479" fmla="*/ 2118330 h 4587875"/>
              <a:gd name="connsiteX1480" fmla="*/ 4856384 w 9408955"/>
              <a:gd name="connsiteY1480" fmla="*/ 2118611 h 4587875"/>
              <a:gd name="connsiteX1481" fmla="*/ 4893231 w 9408955"/>
              <a:gd name="connsiteY1481" fmla="*/ 2076950 h 4587875"/>
              <a:gd name="connsiteX1482" fmla="*/ 4829226 w 9408955"/>
              <a:gd name="connsiteY1482" fmla="*/ 2064765 h 4587875"/>
              <a:gd name="connsiteX1483" fmla="*/ 4835696 w 9408955"/>
              <a:gd name="connsiteY1483" fmla="*/ 2111697 h 4587875"/>
              <a:gd name="connsiteX1484" fmla="*/ 4856384 w 9408955"/>
              <a:gd name="connsiteY1484" fmla="*/ 2118611 h 4587875"/>
              <a:gd name="connsiteX1485" fmla="*/ 4241520 w 9408955"/>
              <a:gd name="connsiteY1485" fmla="*/ 2118944 h 4587875"/>
              <a:gd name="connsiteX1486" fmla="*/ 4277917 w 9408955"/>
              <a:gd name="connsiteY1486" fmla="*/ 2084847 h 4587875"/>
              <a:gd name="connsiteX1487" fmla="*/ 4230713 w 9408955"/>
              <a:gd name="connsiteY1487" fmla="*/ 2052594 h 4587875"/>
              <a:gd name="connsiteX1488" fmla="*/ 4223644 w 9408955"/>
              <a:gd name="connsiteY1488" fmla="*/ 2114394 h 4587875"/>
              <a:gd name="connsiteX1489" fmla="*/ 4241520 w 9408955"/>
              <a:gd name="connsiteY1489" fmla="*/ 2118944 h 4587875"/>
              <a:gd name="connsiteX1490" fmla="*/ 4348016 w 9408955"/>
              <a:gd name="connsiteY1490" fmla="*/ 2118953 h 4587875"/>
              <a:gd name="connsiteX1491" fmla="*/ 4378140 w 9408955"/>
              <a:gd name="connsiteY1491" fmla="*/ 2076865 h 4587875"/>
              <a:gd name="connsiteX1492" fmla="*/ 4316057 w 9408955"/>
              <a:gd name="connsiteY1492" fmla="*/ 2065239 h 4587875"/>
              <a:gd name="connsiteX1493" fmla="*/ 4328337 w 9408955"/>
              <a:gd name="connsiteY1493" fmla="*/ 2114932 h 4587875"/>
              <a:gd name="connsiteX1494" fmla="*/ 4348016 w 9408955"/>
              <a:gd name="connsiteY1494" fmla="*/ 2118953 h 4587875"/>
              <a:gd name="connsiteX1495" fmla="*/ 4444422 w 9408955"/>
              <a:gd name="connsiteY1495" fmla="*/ 2119008 h 4587875"/>
              <a:gd name="connsiteX1496" fmla="*/ 4482170 w 9408955"/>
              <a:gd name="connsiteY1496" fmla="*/ 2084048 h 4587875"/>
              <a:gd name="connsiteX1497" fmla="*/ 4426673 w 9408955"/>
              <a:gd name="connsiteY1497" fmla="*/ 2056903 h 4587875"/>
              <a:gd name="connsiteX1498" fmla="*/ 4425744 w 9408955"/>
              <a:gd name="connsiteY1498" fmla="*/ 2112324 h 4587875"/>
              <a:gd name="connsiteX1499" fmla="*/ 4444422 w 9408955"/>
              <a:gd name="connsiteY1499" fmla="*/ 2119008 h 4587875"/>
              <a:gd name="connsiteX1500" fmla="*/ 5576510 w 9408955"/>
              <a:gd name="connsiteY1500" fmla="*/ 2119050 h 4587875"/>
              <a:gd name="connsiteX1501" fmla="*/ 5612555 w 9408955"/>
              <a:gd name="connsiteY1501" fmla="*/ 2084951 h 4587875"/>
              <a:gd name="connsiteX1502" fmla="*/ 5553877 w 9408955"/>
              <a:gd name="connsiteY1502" fmla="*/ 2059390 h 4587875"/>
              <a:gd name="connsiteX1503" fmla="*/ 5558653 w 9408955"/>
              <a:gd name="connsiteY1503" fmla="*/ 2114357 h 4587875"/>
              <a:gd name="connsiteX1504" fmla="*/ 5576510 w 9408955"/>
              <a:gd name="connsiteY1504" fmla="*/ 2119050 h 4587875"/>
              <a:gd name="connsiteX1505" fmla="*/ 1979974 w 9408955"/>
              <a:gd name="connsiteY1505" fmla="*/ 2119155 h 4587875"/>
              <a:gd name="connsiteX1506" fmla="*/ 2016183 w 9408955"/>
              <a:gd name="connsiteY1506" fmla="*/ 2090822 h 4587875"/>
              <a:gd name="connsiteX1507" fmla="*/ 1964141 w 9408955"/>
              <a:gd name="connsiteY1507" fmla="*/ 2054148 h 4587875"/>
              <a:gd name="connsiteX1508" fmla="*/ 1963682 w 9408955"/>
              <a:gd name="connsiteY1508" fmla="*/ 2115118 h 4587875"/>
              <a:gd name="connsiteX1509" fmla="*/ 1979974 w 9408955"/>
              <a:gd name="connsiteY1509" fmla="*/ 2119155 h 4587875"/>
              <a:gd name="connsiteX1510" fmla="*/ 4034165 w 9408955"/>
              <a:gd name="connsiteY1510" fmla="*/ 2119218 h 4587875"/>
              <a:gd name="connsiteX1511" fmla="*/ 4071111 w 9408955"/>
              <a:gd name="connsiteY1511" fmla="*/ 2083603 h 4587875"/>
              <a:gd name="connsiteX1512" fmla="*/ 4006220 w 9408955"/>
              <a:gd name="connsiteY1512" fmla="*/ 2069138 h 4587875"/>
              <a:gd name="connsiteX1513" fmla="*/ 4015942 w 9408955"/>
              <a:gd name="connsiteY1513" fmla="*/ 2113223 h 4587875"/>
              <a:gd name="connsiteX1514" fmla="*/ 4034165 w 9408955"/>
              <a:gd name="connsiteY1514" fmla="*/ 2119218 h 4587875"/>
              <a:gd name="connsiteX1515" fmla="*/ 6501325 w 9408955"/>
              <a:gd name="connsiteY1515" fmla="*/ 2119269 h 4587875"/>
              <a:gd name="connsiteX1516" fmla="*/ 6536007 w 9408955"/>
              <a:gd name="connsiteY1516" fmla="*/ 2085681 h 4587875"/>
              <a:gd name="connsiteX1517" fmla="*/ 6474408 w 9408955"/>
              <a:gd name="connsiteY1517" fmla="*/ 2063403 h 4587875"/>
              <a:gd name="connsiteX1518" fmla="*/ 6483533 w 9408955"/>
              <a:gd name="connsiteY1518" fmla="*/ 2114389 h 4587875"/>
              <a:gd name="connsiteX1519" fmla="*/ 6501325 w 9408955"/>
              <a:gd name="connsiteY1519" fmla="*/ 2119269 h 4587875"/>
              <a:gd name="connsiteX1520" fmla="*/ 4138046 w 9408955"/>
              <a:gd name="connsiteY1520" fmla="*/ 2119281 h 4587875"/>
              <a:gd name="connsiteX1521" fmla="*/ 4173581 w 9408955"/>
              <a:gd name="connsiteY1521" fmla="*/ 2084614 h 4587875"/>
              <a:gd name="connsiteX1522" fmla="*/ 4120214 w 9408955"/>
              <a:gd name="connsiteY1522" fmla="*/ 2056266 h 4587875"/>
              <a:gd name="connsiteX1523" fmla="*/ 4119758 w 9408955"/>
              <a:gd name="connsiteY1523" fmla="*/ 2114550 h 4587875"/>
              <a:gd name="connsiteX1524" fmla="*/ 4138046 w 9408955"/>
              <a:gd name="connsiteY1524" fmla="*/ 2119281 h 4587875"/>
              <a:gd name="connsiteX1525" fmla="*/ 7118152 w 9408955"/>
              <a:gd name="connsiteY1525" fmla="*/ 2119284 h 4587875"/>
              <a:gd name="connsiteX1526" fmla="*/ 7154617 w 9408955"/>
              <a:gd name="connsiteY1526" fmla="*/ 2090822 h 4587875"/>
              <a:gd name="connsiteX1527" fmla="*/ 7102433 w 9408955"/>
              <a:gd name="connsiteY1527" fmla="*/ 2054607 h 4587875"/>
              <a:gd name="connsiteX1528" fmla="*/ 7101744 w 9408955"/>
              <a:gd name="connsiteY1528" fmla="*/ 2115348 h 4587875"/>
              <a:gd name="connsiteX1529" fmla="*/ 7118152 w 9408955"/>
              <a:gd name="connsiteY1529" fmla="*/ 2119284 h 4587875"/>
              <a:gd name="connsiteX1530" fmla="*/ 4548195 w 9408955"/>
              <a:gd name="connsiteY1530" fmla="*/ 2119287 h 4587875"/>
              <a:gd name="connsiteX1531" fmla="*/ 4584082 w 9408955"/>
              <a:gd name="connsiteY1531" fmla="*/ 2085049 h 4587875"/>
              <a:gd name="connsiteX1532" fmla="*/ 4542231 w 9408955"/>
              <a:gd name="connsiteY1532" fmla="*/ 2050660 h 4587875"/>
              <a:gd name="connsiteX1533" fmla="*/ 4530631 w 9408955"/>
              <a:gd name="connsiteY1533" fmla="*/ 2113248 h 4587875"/>
              <a:gd name="connsiteX1534" fmla="*/ 4548195 w 9408955"/>
              <a:gd name="connsiteY1534" fmla="*/ 2119287 h 4587875"/>
              <a:gd name="connsiteX1535" fmla="*/ 5270282 w 9408955"/>
              <a:gd name="connsiteY1535" fmla="*/ 2119372 h 4587875"/>
              <a:gd name="connsiteX1536" fmla="*/ 5303605 w 9408955"/>
              <a:gd name="connsiteY1536" fmla="*/ 2084835 h 4587875"/>
              <a:gd name="connsiteX1537" fmla="*/ 5260204 w 9408955"/>
              <a:gd name="connsiteY1537" fmla="*/ 2051997 h 4587875"/>
              <a:gd name="connsiteX1538" fmla="*/ 5252545 w 9408955"/>
              <a:gd name="connsiteY1538" fmla="*/ 2115392 h 4587875"/>
              <a:gd name="connsiteX1539" fmla="*/ 5270282 w 9408955"/>
              <a:gd name="connsiteY1539" fmla="*/ 2119372 h 4587875"/>
              <a:gd name="connsiteX1540" fmla="*/ 6405656 w 9408955"/>
              <a:gd name="connsiteY1540" fmla="*/ 2119409 h 4587875"/>
              <a:gd name="connsiteX1541" fmla="*/ 6434794 w 9408955"/>
              <a:gd name="connsiteY1541" fmla="*/ 2076724 h 4587875"/>
              <a:gd name="connsiteX1542" fmla="*/ 6372449 w 9408955"/>
              <a:gd name="connsiteY1542" fmla="*/ 2063695 h 4587875"/>
              <a:gd name="connsiteX1543" fmla="*/ 6386201 w 9408955"/>
              <a:gd name="connsiteY1543" fmla="*/ 2116494 h 4587875"/>
              <a:gd name="connsiteX1544" fmla="*/ 6405656 w 9408955"/>
              <a:gd name="connsiteY1544" fmla="*/ 2119409 h 4587875"/>
              <a:gd name="connsiteX1545" fmla="*/ 7227649 w 9408955"/>
              <a:gd name="connsiteY1545" fmla="*/ 2119479 h 4587875"/>
              <a:gd name="connsiteX1546" fmla="*/ 7242033 w 9408955"/>
              <a:gd name="connsiteY1546" fmla="*/ 2113927 h 4587875"/>
              <a:gd name="connsiteX1547" fmla="*/ 7214362 w 9408955"/>
              <a:gd name="connsiteY1547" fmla="*/ 2051444 h 4587875"/>
              <a:gd name="connsiteX1548" fmla="*/ 7188041 w 9408955"/>
              <a:gd name="connsiteY1548" fmla="*/ 2101292 h 4587875"/>
              <a:gd name="connsiteX1549" fmla="*/ 7227649 w 9408955"/>
              <a:gd name="connsiteY1549" fmla="*/ 2119479 h 4587875"/>
              <a:gd name="connsiteX1550" fmla="*/ 5681068 w 9408955"/>
              <a:gd name="connsiteY1550" fmla="*/ 2119519 h 4587875"/>
              <a:gd name="connsiteX1551" fmla="*/ 5715514 w 9408955"/>
              <a:gd name="connsiteY1551" fmla="*/ 2084729 h 4587875"/>
              <a:gd name="connsiteX1552" fmla="*/ 5658883 w 9408955"/>
              <a:gd name="connsiteY1552" fmla="*/ 2057670 h 4587875"/>
              <a:gd name="connsiteX1553" fmla="*/ 5663204 w 9408955"/>
              <a:gd name="connsiteY1553" fmla="*/ 2115653 h 4587875"/>
              <a:gd name="connsiteX1554" fmla="*/ 5681068 w 9408955"/>
              <a:gd name="connsiteY1554" fmla="*/ 2119519 h 4587875"/>
              <a:gd name="connsiteX1555" fmla="*/ 5167333 w 9408955"/>
              <a:gd name="connsiteY1555" fmla="*/ 2119528 h 4587875"/>
              <a:gd name="connsiteX1556" fmla="*/ 5200962 w 9408955"/>
              <a:gd name="connsiteY1556" fmla="*/ 2084396 h 4587875"/>
              <a:gd name="connsiteX1557" fmla="*/ 5139431 w 9408955"/>
              <a:gd name="connsiteY1557" fmla="*/ 2063197 h 4587875"/>
              <a:gd name="connsiteX1558" fmla="*/ 5149348 w 9408955"/>
              <a:gd name="connsiteY1558" fmla="*/ 2115625 h 4587875"/>
              <a:gd name="connsiteX1559" fmla="*/ 5167333 w 9408955"/>
              <a:gd name="connsiteY1559" fmla="*/ 2119528 h 4587875"/>
              <a:gd name="connsiteX1560" fmla="*/ 4652683 w 9408955"/>
              <a:gd name="connsiteY1560" fmla="*/ 2119843 h 4587875"/>
              <a:gd name="connsiteX1561" fmla="*/ 4686169 w 9408955"/>
              <a:gd name="connsiteY1561" fmla="*/ 2084851 h 4587875"/>
              <a:gd name="connsiteX1562" fmla="*/ 4641520 w 9408955"/>
              <a:gd name="connsiteY1562" fmla="*/ 2052415 h 4587875"/>
              <a:gd name="connsiteX1563" fmla="*/ 4634755 w 9408955"/>
              <a:gd name="connsiteY1563" fmla="*/ 2115897 h 4587875"/>
              <a:gd name="connsiteX1564" fmla="*/ 4652683 w 9408955"/>
              <a:gd name="connsiteY1564" fmla="*/ 2119843 h 4587875"/>
              <a:gd name="connsiteX1565" fmla="*/ 4770790 w 9408955"/>
              <a:gd name="connsiteY1565" fmla="*/ 2218534 h 4587875"/>
              <a:gd name="connsiteX1566" fmla="*/ 4790650 w 9408955"/>
              <a:gd name="connsiteY1566" fmla="*/ 2194737 h 4587875"/>
              <a:gd name="connsiteX1567" fmla="*/ 4752017 w 9408955"/>
              <a:gd name="connsiteY1567" fmla="*/ 2153796 h 4587875"/>
              <a:gd name="connsiteX1568" fmla="*/ 4738758 w 9408955"/>
              <a:gd name="connsiteY1568" fmla="*/ 2217254 h 4587875"/>
              <a:gd name="connsiteX1569" fmla="*/ 4770790 w 9408955"/>
              <a:gd name="connsiteY1569" fmla="*/ 2218534 h 4587875"/>
              <a:gd name="connsiteX1570" fmla="*/ 5177622 w 9408955"/>
              <a:gd name="connsiteY1570" fmla="*/ 2219892 h 4587875"/>
              <a:gd name="connsiteX1571" fmla="*/ 5198170 w 9408955"/>
              <a:gd name="connsiteY1571" fmla="*/ 2200955 h 4587875"/>
              <a:gd name="connsiteX1572" fmla="*/ 5162603 w 9408955"/>
              <a:gd name="connsiteY1572" fmla="*/ 2154237 h 4587875"/>
              <a:gd name="connsiteX1573" fmla="*/ 5148695 w 9408955"/>
              <a:gd name="connsiteY1573" fmla="*/ 2217738 h 4587875"/>
              <a:gd name="connsiteX1574" fmla="*/ 5177622 w 9408955"/>
              <a:gd name="connsiteY1574" fmla="*/ 2219892 h 4587875"/>
              <a:gd name="connsiteX1575" fmla="*/ 4248114 w 9408955"/>
              <a:gd name="connsiteY1575" fmla="*/ 2220433 h 4587875"/>
              <a:gd name="connsiteX1576" fmla="*/ 4275582 w 9408955"/>
              <a:gd name="connsiteY1576" fmla="*/ 2201430 h 4587875"/>
              <a:gd name="connsiteX1577" fmla="*/ 4224293 w 9408955"/>
              <a:gd name="connsiteY1577" fmla="*/ 2157539 h 4587875"/>
              <a:gd name="connsiteX1578" fmla="*/ 4213124 w 9408955"/>
              <a:gd name="connsiteY1578" fmla="*/ 2212860 h 4587875"/>
              <a:gd name="connsiteX1579" fmla="*/ 4248114 w 9408955"/>
              <a:gd name="connsiteY1579" fmla="*/ 2220433 h 4587875"/>
              <a:gd name="connsiteX1580" fmla="*/ 4458699 w 9408955"/>
              <a:gd name="connsiteY1580" fmla="*/ 2220758 h 4587875"/>
              <a:gd name="connsiteX1581" fmla="*/ 4477982 w 9408955"/>
              <a:gd name="connsiteY1581" fmla="*/ 2204343 h 4587875"/>
              <a:gd name="connsiteX1582" fmla="*/ 4447219 w 9408955"/>
              <a:gd name="connsiteY1582" fmla="*/ 2154066 h 4587875"/>
              <a:gd name="connsiteX1583" fmla="*/ 4432290 w 9408955"/>
              <a:gd name="connsiteY1583" fmla="*/ 2219955 h 4587875"/>
              <a:gd name="connsiteX1584" fmla="*/ 4458699 w 9408955"/>
              <a:gd name="connsiteY1584" fmla="*/ 2220758 h 4587875"/>
              <a:gd name="connsiteX1585" fmla="*/ 4140857 w 9408955"/>
              <a:gd name="connsiteY1585" fmla="*/ 2220982 h 4587875"/>
              <a:gd name="connsiteX1586" fmla="*/ 4174967 w 9408955"/>
              <a:gd name="connsiteY1586" fmla="*/ 2172539 h 4587875"/>
              <a:gd name="connsiteX1587" fmla="*/ 4110613 w 9408955"/>
              <a:gd name="connsiteY1587" fmla="*/ 2167605 h 4587875"/>
              <a:gd name="connsiteX1588" fmla="*/ 4140857 w 9408955"/>
              <a:gd name="connsiteY1588" fmla="*/ 2220982 h 4587875"/>
              <a:gd name="connsiteX1589" fmla="*/ 4341916 w 9408955"/>
              <a:gd name="connsiteY1589" fmla="*/ 2221035 h 4587875"/>
              <a:gd name="connsiteX1590" fmla="*/ 4367441 w 9408955"/>
              <a:gd name="connsiteY1590" fmla="*/ 2215207 h 4587875"/>
              <a:gd name="connsiteX1591" fmla="*/ 4364442 w 9408955"/>
              <a:gd name="connsiteY1591" fmla="*/ 2158113 h 4587875"/>
              <a:gd name="connsiteX1592" fmla="*/ 4314832 w 9408955"/>
              <a:gd name="connsiteY1592" fmla="*/ 2168804 h 4587875"/>
              <a:gd name="connsiteX1593" fmla="*/ 4315525 w 9408955"/>
              <a:gd name="connsiteY1593" fmla="*/ 2214752 h 4587875"/>
              <a:gd name="connsiteX1594" fmla="*/ 4341916 w 9408955"/>
              <a:gd name="connsiteY1594" fmla="*/ 2221035 h 4587875"/>
              <a:gd name="connsiteX1595" fmla="*/ 1675714 w 9408955"/>
              <a:gd name="connsiteY1595" fmla="*/ 2221184 h 4587875"/>
              <a:gd name="connsiteX1596" fmla="*/ 1693296 w 9408955"/>
              <a:gd name="connsiteY1596" fmla="*/ 2216549 h 4587875"/>
              <a:gd name="connsiteX1597" fmla="*/ 1672450 w 9408955"/>
              <a:gd name="connsiteY1597" fmla="*/ 2153609 h 4587875"/>
              <a:gd name="connsiteX1598" fmla="*/ 1657789 w 9408955"/>
              <a:gd name="connsiteY1598" fmla="*/ 2218609 h 4587875"/>
              <a:gd name="connsiteX1599" fmla="*/ 1675714 w 9408955"/>
              <a:gd name="connsiteY1599" fmla="*/ 2221184 h 4587875"/>
              <a:gd name="connsiteX1600" fmla="*/ 6920257 w 9408955"/>
              <a:gd name="connsiteY1600" fmla="*/ 2221413 h 4587875"/>
              <a:gd name="connsiteX1601" fmla="*/ 6948285 w 9408955"/>
              <a:gd name="connsiteY1601" fmla="*/ 2180641 h 4587875"/>
              <a:gd name="connsiteX1602" fmla="*/ 6882382 w 9408955"/>
              <a:gd name="connsiteY1602" fmla="*/ 2173365 h 4587875"/>
              <a:gd name="connsiteX1603" fmla="*/ 6901309 w 9408955"/>
              <a:gd name="connsiteY1603" fmla="*/ 2219982 h 4587875"/>
              <a:gd name="connsiteX1604" fmla="*/ 6920257 w 9408955"/>
              <a:gd name="connsiteY1604" fmla="*/ 2221413 h 4587875"/>
              <a:gd name="connsiteX1605" fmla="*/ 7016450 w 9408955"/>
              <a:gd name="connsiteY1605" fmla="*/ 2221476 h 4587875"/>
              <a:gd name="connsiteX1606" fmla="*/ 7052163 w 9408955"/>
              <a:gd name="connsiteY1606" fmla="*/ 2188022 h 4587875"/>
              <a:gd name="connsiteX1607" fmla="*/ 7011484 w 9408955"/>
              <a:gd name="connsiteY1607" fmla="*/ 2153581 h 4587875"/>
              <a:gd name="connsiteX1608" fmla="*/ 6998614 w 9408955"/>
              <a:gd name="connsiteY1608" fmla="*/ 2217446 h 4587875"/>
              <a:gd name="connsiteX1609" fmla="*/ 7016450 w 9408955"/>
              <a:gd name="connsiteY1609" fmla="*/ 2221476 h 4587875"/>
              <a:gd name="connsiteX1610" fmla="*/ 5680897 w 9408955"/>
              <a:gd name="connsiteY1610" fmla="*/ 2221516 h 4587875"/>
              <a:gd name="connsiteX1611" fmla="*/ 5716596 w 9408955"/>
              <a:gd name="connsiteY1611" fmla="*/ 2188271 h 4587875"/>
              <a:gd name="connsiteX1612" fmla="*/ 5652494 w 9408955"/>
              <a:gd name="connsiteY1612" fmla="*/ 2165018 h 4587875"/>
              <a:gd name="connsiteX1613" fmla="*/ 5663139 w 9408955"/>
              <a:gd name="connsiteY1613" fmla="*/ 2217680 h 4587875"/>
              <a:gd name="connsiteX1614" fmla="*/ 5680897 w 9408955"/>
              <a:gd name="connsiteY1614" fmla="*/ 2221516 h 4587875"/>
              <a:gd name="connsiteX1615" fmla="*/ 5379993 w 9408955"/>
              <a:gd name="connsiteY1615" fmla="*/ 2221540 h 4587875"/>
              <a:gd name="connsiteX1616" fmla="*/ 5399984 w 9408955"/>
              <a:gd name="connsiteY1616" fmla="*/ 2210352 h 4587875"/>
              <a:gd name="connsiteX1617" fmla="*/ 5379679 w 9408955"/>
              <a:gd name="connsiteY1617" fmla="*/ 2154954 h 4587875"/>
              <a:gd name="connsiteX1618" fmla="*/ 5337473 w 9408955"/>
              <a:gd name="connsiteY1618" fmla="*/ 2172580 h 4587875"/>
              <a:gd name="connsiteX1619" fmla="*/ 5356408 w 9408955"/>
              <a:gd name="connsiteY1619" fmla="*/ 2220196 h 4587875"/>
              <a:gd name="connsiteX1620" fmla="*/ 5379993 w 9408955"/>
              <a:gd name="connsiteY1620" fmla="*/ 2221540 h 4587875"/>
              <a:gd name="connsiteX1621" fmla="*/ 4033536 w 9408955"/>
              <a:gd name="connsiteY1621" fmla="*/ 2221597 h 4587875"/>
              <a:gd name="connsiteX1622" fmla="*/ 4071272 w 9408955"/>
              <a:gd name="connsiteY1622" fmla="*/ 2188924 h 4587875"/>
              <a:gd name="connsiteX1623" fmla="*/ 4015578 w 9408955"/>
              <a:gd name="connsiteY1623" fmla="*/ 2160277 h 4587875"/>
              <a:gd name="connsiteX1624" fmla="*/ 4015117 w 9408955"/>
              <a:gd name="connsiteY1624" fmla="*/ 2216669 h 4587875"/>
              <a:gd name="connsiteX1625" fmla="*/ 4033536 w 9408955"/>
              <a:gd name="connsiteY1625" fmla="*/ 2221597 h 4587875"/>
              <a:gd name="connsiteX1626" fmla="*/ 2392480 w 9408955"/>
              <a:gd name="connsiteY1626" fmla="*/ 2221632 h 4587875"/>
              <a:gd name="connsiteX1627" fmla="*/ 2425049 w 9408955"/>
              <a:gd name="connsiteY1627" fmla="*/ 2188913 h 4587875"/>
              <a:gd name="connsiteX1628" fmla="*/ 2368202 w 9408955"/>
              <a:gd name="connsiteY1628" fmla="*/ 2161764 h 4587875"/>
              <a:gd name="connsiteX1629" fmla="*/ 2375106 w 9408955"/>
              <a:gd name="connsiteY1629" fmla="*/ 2217632 h 4587875"/>
              <a:gd name="connsiteX1630" fmla="*/ 2392480 w 9408955"/>
              <a:gd name="connsiteY1630" fmla="*/ 2221632 h 4587875"/>
              <a:gd name="connsiteX1631" fmla="*/ 6709047 w 9408955"/>
              <a:gd name="connsiteY1631" fmla="*/ 2221674 h 4587875"/>
              <a:gd name="connsiteX1632" fmla="*/ 6740581 w 9408955"/>
              <a:gd name="connsiteY1632" fmla="*/ 2188704 h 4587875"/>
              <a:gd name="connsiteX1633" fmla="*/ 6705330 w 9408955"/>
              <a:gd name="connsiteY1633" fmla="*/ 2153604 h 4587875"/>
              <a:gd name="connsiteX1634" fmla="*/ 6692367 w 9408955"/>
              <a:gd name="connsiteY1634" fmla="*/ 2218068 h 4587875"/>
              <a:gd name="connsiteX1635" fmla="*/ 6709047 w 9408955"/>
              <a:gd name="connsiteY1635" fmla="*/ 2221674 h 4587875"/>
              <a:gd name="connsiteX1636" fmla="*/ 4862344 w 9408955"/>
              <a:gd name="connsiteY1636" fmla="*/ 2221718 h 4587875"/>
              <a:gd name="connsiteX1637" fmla="*/ 4893595 w 9408955"/>
              <a:gd name="connsiteY1637" fmla="*/ 2180602 h 4587875"/>
              <a:gd name="connsiteX1638" fmla="*/ 4829120 w 9408955"/>
              <a:gd name="connsiteY1638" fmla="*/ 2168258 h 4587875"/>
              <a:gd name="connsiteX1639" fmla="*/ 4843067 w 9408955"/>
              <a:gd name="connsiteY1639" fmla="*/ 2218779 h 4587875"/>
              <a:gd name="connsiteX1640" fmla="*/ 4862344 w 9408955"/>
              <a:gd name="connsiteY1640" fmla="*/ 2221718 h 4587875"/>
              <a:gd name="connsiteX1641" fmla="*/ 7221477 w 9408955"/>
              <a:gd name="connsiteY1641" fmla="*/ 2221819 h 4587875"/>
              <a:gd name="connsiteX1642" fmla="*/ 7242855 w 9408955"/>
              <a:gd name="connsiteY1642" fmla="*/ 2159907 h 4587875"/>
              <a:gd name="connsiteX1643" fmla="*/ 7187591 w 9408955"/>
              <a:gd name="connsiteY1643" fmla="*/ 2173060 h 4587875"/>
              <a:gd name="connsiteX1644" fmla="*/ 7221477 w 9408955"/>
              <a:gd name="connsiteY1644" fmla="*/ 2221819 h 4587875"/>
              <a:gd name="connsiteX1645" fmla="*/ 5885602 w 9408955"/>
              <a:gd name="connsiteY1645" fmla="*/ 2221860 h 4587875"/>
              <a:gd name="connsiteX1646" fmla="*/ 5919973 w 9408955"/>
              <a:gd name="connsiteY1646" fmla="*/ 2180943 h 4587875"/>
              <a:gd name="connsiteX1647" fmla="*/ 5854382 w 9408955"/>
              <a:gd name="connsiteY1647" fmla="*/ 2173291 h 4587875"/>
              <a:gd name="connsiteX1648" fmla="*/ 5865429 w 9408955"/>
              <a:gd name="connsiteY1648" fmla="*/ 2216723 h 4587875"/>
              <a:gd name="connsiteX1649" fmla="*/ 5885602 w 9408955"/>
              <a:gd name="connsiteY1649" fmla="*/ 2221860 h 4587875"/>
              <a:gd name="connsiteX1650" fmla="*/ 5578903 w 9408955"/>
              <a:gd name="connsiteY1650" fmla="*/ 2222273 h 4587875"/>
              <a:gd name="connsiteX1651" fmla="*/ 5612769 w 9408955"/>
              <a:gd name="connsiteY1651" fmla="*/ 2181452 h 4587875"/>
              <a:gd name="connsiteX1652" fmla="*/ 5544546 w 9408955"/>
              <a:gd name="connsiteY1652" fmla="*/ 2176916 h 4587875"/>
              <a:gd name="connsiteX1653" fmla="*/ 5559100 w 9408955"/>
              <a:gd name="connsiteY1653" fmla="*/ 2217738 h 4587875"/>
              <a:gd name="connsiteX1654" fmla="*/ 5578903 w 9408955"/>
              <a:gd name="connsiteY1654" fmla="*/ 2222273 h 4587875"/>
              <a:gd name="connsiteX1655" fmla="*/ 4548067 w 9408955"/>
              <a:gd name="connsiteY1655" fmla="*/ 2222280 h 4587875"/>
              <a:gd name="connsiteX1656" fmla="*/ 4583443 w 9408955"/>
              <a:gd name="connsiteY1656" fmla="*/ 2189284 h 4587875"/>
              <a:gd name="connsiteX1657" fmla="*/ 4522130 w 9408955"/>
              <a:gd name="connsiteY1657" fmla="*/ 2168594 h 4587875"/>
              <a:gd name="connsiteX1658" fmla="*/ 4530470 w 9408955"/>
              <a:gd name="connsiteY1658" fmla="*/ 2217023 h 4587875"/>
              <a:gd name="connsiteX1659" fmla="*/ 4548067 w 9408955"/>
              <a:gd name="connsiteY1659" fmla="*/ 2222280 h 4587875"/>
              <a:gd name="connsiteX1660" fmla="*/ 1779310 w 9408955"/>
              <a:gd name="connsiteY1660" fmla="*/ 2222307 h 4587875"/>
              <a:gd name="connsiteX1661" fmla="*/ 1810297 w 9408955"/>
              <a:gd name="connsiteY1661" fmla="*/ 2188622 h 4587875"/>
              <a:gd name="connsiteX1662" fmla="*/ 1747567 w 9408955"/>
              <a:gd name="connsiteY1662" fmla="*/ 2167822 h 4587875"/>
              <a:gd name="connsiteX1663" fmla="*/ 1762166 w 9408955"/>
              <a:gd name="connsiteY1663" fmla="*/ 2219707 h 4587875"/>
              <a:gd name="connsiteX1664" fmla="*/ 1779310 w 9408955"/>
              <a:gd name="connsiteY1664" fmla="*/ 2222307 h 4587875"/>
              <a:gd name="connsiteX1665" fmla="*/ 2085365 w 9408955"/>
              <a:gd name="connsiteY1665" fmla="*/ 2222459 h 4587875"/>
              <a:gd name="connsiteX1666" fmla="*/ 2118965 w 9408955"/>
              <a:gd name="connsiteY1666" fmla="*/ 2189180 h 4587875"/>
              <a:gd name="connsiteX1667" fmla="*/ 2056937 w 9408955"/>
              <a:gd name="connsiteY1667" fmla="*/ 2165012 h 4587875"/>
              <a:gd name="connsiteX1668" fmla="*/ 2067884 w 9408955"/>
              <a:gd name="connsiteY1668" fmla="*/ 2219502 h 4587875"/>
              <a:gd name="connsiteX1669" fmla="*/ 2085365 w 9408955"/>
              <a:gd name="connsiteY1669" fmla="*/ 2222459 h 4587875"/>
              <a:gd name="connsiteX1670" fmla="*/ 5479608 w 9408955"/>
              <a:gd name="connsiteY1670" fmla="*/ 2222469 h 4587875"/>
              <a:gd name="connsiteX1671" fmla="*/ 5510727 w 9408955"/>
              <a:gd name="connsiteY1671" fmla="*/ 2187600 h 4587875"/>
              <a:gd name="connsiteX1672" fmla="*/ 5443634 w 9408955"/>
              <a:gd name="connsiteY1672" fmla="*/ 2174308 h 4587875"/>
              <a:gd name="connsiteX1673" fmla="*/ 5462511 w 9408955"/>
              <a:gd name="connsiteY1673" fmla="*/ 2220371 h 4587875"/>
              <a:gd name="connsiteX1674" fmla="*/ 5479608 w 9408955"/>
              <a:gd name="connsiteY1674" fmla="*/ 2222469 h 4587875"/>
              <a:gd name="connsiteX1675" fmla="*/ 5799042 w 9408955"/>
              <a:gd name="connsiteY1675" fmla="*/ 2222500 h 4587875"/>
              <a:gd name="connsiteX1676" fmla="*/ 5815774 w 9408955"/>
              <a:gd name="connsiteY1676" fmla="*/ 2181133 h 4587875"/>
              <a:gd name="connsiteX1677" fmla="*/ 5754048 w 9408955"/>
              <a:gd name="connsiteY1677" fmla="*/ 2169667 h 4587875"/>
              <a:gd name="connsiteX1678" fmla="*/ 5766936 w 9408955"/>
              <a:gd name="connsiteY1678" fmla="*/ 2218229 h 4587875"/>
              <a:gd name="connsiteX1679" fmla="*/ 5799042 w 9408955"/>
              <a:gd name="connsiteY1679" fmla="*/ 2222500 h 4587875"/>
              <a:gd name="connsiteX1680" fmla="*/ 5072330 w 9408955"/>
              <a:gd name="connsiteY1680" fmla="*/ 2222534 h 4587875"/>
              <a:gd name="connsiteX1681" fmla="*/ 5096712 w 9408955"/>
              <a:gd name="connsiteY1681" fmla="*/ 2176867 h 4587875"/>
              <a:gd name="connsiteX1682" fmla="*/ 5031867 w 9408955"/>
              <a:gd name="connsiteY1682" fmla="*/ 2173879 h 4587875"/>
              <a:gd name="connsiteX1683" fmla="*/ 5052562 w 9408955"/>
              <a:gd name="connsiteY1683" fmla="*/ 2220993 h 4587875"/>
              <a:gd name="connsiteX1684" fmla="*/ 5072330 w 9408955"/>
              <a:gd name="connsiteY1684" fmla="*/ 2222534 h 4587875"/>
              <a:gd name="connsiteX1685" fmla="*/ 4652795 w 9408955"/>
              <a:gd name="connsiteY1685" fmla="*/ 2222565 h 4587875"/>
              <a:gd name="connsiteX1686" fmla="*/ 4686396 w 9408955"/>
              <a:gd name="connsiteY1686" fmla="*/ 2187950 h 4587875"/>
              <a:gd name="connsiteX1687" fmla="*/ 4624857 w 9408955"/>
              <a:gd name="connsiteY1687" fmla="*/ 2166475 h 4587875"/>
              <a:gd name="connsiteX1688" fmla="*/ 4635226 w 9408955"/>
              <a:gd name="connsiteY1688" fmla="*/ 2218199 h 4587875"/>
              <a:gd name="connsiteX1689" fmla="*/ 4652795 w 9408955"/>
              <a:gd name="connsiteY1689" fmla="*/ 2222565 h 4587875"/>
              <a:gd name="connsiteX1690" fmla="*/ 4963354 w 9408955"/>
              <a:gd name="connsiteY1690" fmla="*/ 2222571 h 4587875"/>
              <a:gd name="connsiteX1691" fmla="*/ 4997956 w 9408955"/>
              <a:gd name="connsiteY1691" fmla="*/ 2188870 h 4587875"/>
              <a:gd name="connsiteX1692" fmla="*/ 4930786 w 9408955"/>
              <a:gd name="connsiteY1692" fmla="*/ 2168191 h 4587875"/>
              <a:gd name="connsiteX1693" fmla="*/ 4945790 w 9408955"/>
              <a:gd name="connsiteY1693" fmla="*/ 2220349 h 4587875"/>
              <a:gd name="connsiteX1694" fmla="*/ 4963354 w 9408955"/>
              <a:gd name="connsiteY1694" fmla="*/ 2222571 h 4587875"/>
              <a:gd name="connsiteX1695" fmla="*/ 6501595 w 9408955"/>
              <a:gd name="connsiteY1695" fmla="*/ 2222637 h 4587875"/>
              <a:gd name="connsiteX1696" fmla="*/ 6535608 w 9408955"/>
              <a:gd name="connsiteY1696" fmla="*/ 2188412 h 4587875"/>
              <a:gd name="connsiteX1697" fmla="*/ 6473844 w 9408955"/>
              <a:gd name="connsiteY1697" fmla="*/ 2166706 h 4587875"/>
              <a:gd name="connsiteX1698" fmla="*/ 6484213 w 9408955"/>
              <a:gd name="connsiteY1698" fmla="*/ 2218199 h 4587875"/>
              <a:gd name="connsiteX1699" fmla="*/ 6501595 w 9408955"/>
              <a:gd name="connsiteY1699" fmla="*/ 2222637 h 4587875"/>
              <a:gd name="connsiteX1700" fmla="*/ 5272503 w 9408955"/>
              <a:gd name="connsiteY1700" fmla="*/ 2222648 h 4587875"/>
              <a:gd name="connsiteX1701" fmla="*/ 5302545 w 9408955"/>
              <a:gd name="connsiteY1701" fmla="*/ 2181342 h 4587875"/>
              <a:gd name="connsiteX1702" fmla="*/ 5243127 w 9408955"/>
              <a:gd name="connsiteY1702" fmla="*/ 2164985 h 4587875"/>
              <a:gd name="connsiteX1703" fmla="*/ 5253332 w 9408955"/>
              <a:gd name="connsiteY1703" fmla="*/ 2218894 h 4587875"/>
              <a:gd name="connsiteX1704" fmla="*/ 5272503 w 9408955"/>
              <a:gd name="connsiteY1704" fmla="*/ 2222648 h 4587875"/>
              <a:gd name="connsiteX1705" fmla="*/ 6403774 w 9408955"/>
              <a:gd name="connsiteY1705" fmla="*/ 2222702 h 4587875"/>
              <a:gd name="connsiteX1706" fmla="*/ 6436005 w 9408955"/>
              <a:gd name="connsiteY1706" fmla="*/ 2188876 h 4587875"/>
              <a:gd name="connsiteX1707" fmla="*/ 6375340 w 9408955"/>
              <a:gd name="connsiteY1707" fmla="*/ 2162766 h 4587875"/>
              <a:gd name="connsiteX1708" fmla="*/ 6386743 w 9408955"/>
              <a:gd name="connsiteY1708" fmla="*/ 2220532 h 4587875"/>
              <a:gd name="connsiteX1709" fmla="*/ 6403774 w 9408955"/>
              <a:gd name="connsiteY1709" fmla="*/ 2222702 h 4587875"/>
              <a:gd name="connsiteX1710" fmla="*/ 7133306 w 9408955"/>
              <a:gd name="connsiteY1710" fmla="*/ 2224087 h 4587875"/>
              <a:gd name="connsiteX1711" fmla="*/ 7154811 w 9408955"/>
              <a:gd name="connsiteY1711" fmla="*/ 2182575 h 4587875"/>
              <a:gd name="connsiteX1712" fmla="*/ 7088909 w 9408955"/>
              <a:gd name="connsiteY1712" fmla="*/ 2169802 h 4587875"/>
              <a:gd name="connsiteX1713" fmla="*/ 7090759 w 9408955"/>
              <a:gd name="connsiteY1713" fmla="*/ 2215192 h 4587875"/>
              <a:gd name="connsiteX1714" fmla="*/ 7133306 w 9408955"/>
              <a:gd name="connsiteY1714" fmla="*/ 2224087 h 4587875"/>
              <a:gd name="connsiteX1715" fmla="*/ 6619036 w 9408955"/>
              <a:gd name="connsiteY1715" fmla="*/ 2224087 h 4587875"/>
              <a:gd name="connsiteX1716" fmla="*/ 6635819 w 9408955"/>
              <a:gd name="connsiteY1716" fmla="*/ 2171385 h 4587875"/>
              <a:gd name="connsiteX1717" fmla="*/ 6571638 w 9408955"/>
              <a:gd name="connsiteY1717" fmla="*/ 2189415 h 4587875"/>
              <a:gd name="connsiteX1718" fmla="*/ 6619036 w 9408955"/>
              <a:gd name="connsiteY1718" fmla="*/ 2224087 h 4587875"/>
              <a:gd name="connsiteX1719" fmla="*/ 6589910 w 9408955"/>
              <a:gd name="connsiteY1719" fmla="*/ 2321435 h 4587875"/>
              <a:gd name="connsiteX1720" fmla="*/ 6639405 w 9408955"/>
              <a:gd name="connsiteY1720" fmla="*/ 2293929 h 4587875"/>
              <a:gd name="connsiteX1721" fmla="*/ 6581471 w 9408955"/>
              <a:gd name="connsiteY1721" fmla="*/ 2264342 h 4587875"/>
              <a:gd name="connsiteX1722" fmla="*/ 6589910 w 9408955"/>
              <a:gd name="connsiteY1722" fmla="*/ 2321435 h 4587875"/>
              <a:gd name="connsiteX1723" fmla="*/ 4949140 w 9408955"/>
              <a:gd name="connsiteY1723" fmla="*/ 2321774 h 4587875"/>
              <a:gd name="connsiteX1724" fmla="*/ 4996116 w 9408955"/>
              <a:gd name="connsiteY1724" fmla="*/ 2292738 h 4587875"/>
              <a:gd name="connsiteX1725" fmla="*/ 4930897 w 9408955"/>
              <a:gd name="connsiteY1725" fmla="*/ 2271246 h 4587875"/>
              <a:gd name="connsiteX1726" fmla="*/ 4949140 w 9408955"/>
              <a:gd name="connsiteY1726" fmla="*/ 2321774 h 4587875"/>
              <a:gd name="connsiteX1727" fmla="*/ 6388271 w 9408955"/>
              <a:gd name="connsiteY1727" fmla="*/ 2321924 h 4587875"/>
              <a:gd name="connsiteX1728" fmla="*/ 6435957 w 9408955"/>
              <a:gd name="connsiteY1728" fmla="*/ 2294501 h 4587875"/>
              <a:gd name="connsiteX1729" fmla="*/ 6370388 w 9408955"/>
              <a:gd name="connsiteY1729" fmla="*/ 2271457 h 4587875"/>
              <a:gd name="connsiteX1730" fmla="*/ 6388271 w 9408955"/>
              <a:gd name="connsiteY1730" fmla="*/ 2321924 h 4587875"/>
              <a:gd name="connsiteX1731" fmla="*/ 7030138 w 9408955"/>
              <a:gd name="connsiteY1731" fmla="*/ 2322086 h 4587875"/>
              <a:gd name="connsiteX1732" fmla="*/ 7050501 w 9408955"/>
              <a:gd name="connsiteY1732" fmla="*/ 2300490 h 4587875"/>
              <a:gd name="connsiteX1733" fmla="*/ 7003989 w 9408955"/>
              <a:gd name="connsiteY1733" fmla="*/ 2258971 h 4587875"/>
              <a:gd name="connsiteX1734" fmla="*/ 6999636 w 9408955"/>
              <a:gd name="connsiteY1734" fmla="*/ 2321020 h 4587875"/>
              <a:gd name="connsiteX1735" fmla="*/ 7030138 w 9408955"/>
              <a:gd name="connsiteY1735" fmla="*/ 2322086 h 4587875"/>
              <a:gd name="connsiteX1736" fmla="*/ 5569641 w 9408955"/>
              <a:gd name="connsiteY1736" fmla="*/ 2322796 h 4587875"/>
              <a:gd name="connsiteX1737" fmla="*/ 5607061 w 9408955"/>
              <a:gd name="connsiteY1737" fmla="*/ 2317976 h 4587875"/>
              <a:gd name="connsiteX1738" fmla="*/ 5606833 w 9408955"/>
              <a:gd name="connsiteY1738" fmla="*/ 2268764 h 4587875"/>
              <a:gd name="connsiteX1739" fmla="*/ 5543679 w 9408955"/>
              <a:gd name="connsiteY1739" fmla="*/ 2300060 h 4587875"/>
              <a:gd name="connsiteX1740" fmla="*/ 5569641 w 9408955"/>
              <a:gd name="connsiteY1740" fmla="*/ 2322796 h 4587875"/>
              <a:gd name="connsiteX1741" fmla="*/ 1683818 w 9408955"/>
              <a:gd name="connsiteY1741" fmla="*/ 2322826 h 4587875"/>
              <a:gd name="connsiteX1742" fmla="*/ 1703023 w 9408955"/>
              <a:gd name="connsiteY1742" fmla="*/ 2308108 h 4587875"/>
              <a:gd name="connsiteX1743" fmla="*/ 1693406 w 9408955"/>
              <a:gd name="connsiteY1743" fmla="*/ 2262930 h 4587875"/>
              <a:gd name="connsiteX1744" fmla="*/ 1640745 w 9408955"/>
              <a:gd name="connsiteY1744" fmla="*/ 2278218 h 4587875"/>
              <a:gd name="connsiteX1745" fmla="*/ 1659291 w 9408955"/>
              <a:gd name="connsiteY1745" fmla="*/ 2322483 h 4587875"/>
              <a:gd name="connsiteX1746" fmla="*/ 1683818 w 9408955"/>
              <a:gd name="connsiteY1746" fmla="*/ 2322826 h 4587875"/>
              <a:gd name="connsiteX1747" fmla="*/ 7633528 w 9408955"/>
              <a:gd name="connsiteY1747" fmla="*/ 2322927 h 4587875"/>
              <a:gd name="connsiteX1748" fmla="*/ 7659706 w 9408955"/>
              <a:gd name="connsiteY1748" fmla="*/ 2314690 h 4587875"/>
              <a:gd name="connsiteX1749" fmla="*/ 7630600 w 9408955"/>
              <a:gd name="connsiteY1749" fmla="*/ 2257711 h 4587875"/>
              <a:gd name="connsiteX1750" fmla="*/ 7605815 w 9408955"/>
              <a:gd name="connsiteY1750" fmla="*/ 2318122 h 4587875"/>
              <a:gd name="connsiteX1751" fmla="*/ 7633528 w 9408955"/>
              <a:gd name="connsiteY1751" fmla="*/ 2322927 h 4587875"/>
              <a:gd name="connsiteX1752" fmla="*/ 5784219 w 9408955"/>
              <a:gd name="connsiteY1752" fmla="*/ 2322937 h 4587875"/>
              <a:gd name="connsiteX1753" fmla="*/ 5809070 w 9408955"/>
              <a:gd name="connsiteY1753" fmla="*/ 2313441 h 4587875"/>
              <a:gd name="connsiteX1754" fmla="*/ 5773731 w 9408955"/>
              <a:gd name="connsiteY1754" fmla="*/ 2258559 h 4587875"/>
              <a:gd name="connsiteX1755" fmla="*/ 5756632 w 9408955"/>
              <a:gd name="connsiteY1755" fmla="*/ 2317976 h 4587875"/>
              <a:gd name="connsiteX1756" fmla="*/ 5784219 w 9408955"/>
              <a:gd name="connsiteY1756" fmla="*/ 2322937 h 4587875"/>
              <a:gd name="connsiteX1757" fmla="*/ 6718248 w 9408955"/>
              <a:gd name="connsiteY1757" fmla="*/ 2323021 h 4587875"/>
              <a:gd name="connsiteX1758" fmla="*/ 6738115 w 9408955"/>
              <a:gd name="connsiteY1758" fmla="*/ 2309472 h 4587875"/>
              <a:gd name="connsiteX1759" fmla="*/ 6728394 w 9408955"/>
              <a:gd name="connsiteY1759" fmla="*/ 2262823 h 4587875"/>
              <a:gd name="connsiteX1760" fmla="*/ 6685438 w 9408955"/>
              <a:gd name="connsiteY1760" fmla="*/ 2265077 h 4587875"/>
              <a:gd name="connsiteX1761" fmla="*/ 6693803 w 9408955"/>
              <a:gd name="connsiteY1761" fmla="*/ 2321191 h 4587875"/>
              <a:gd name="connsiteX1762" fmla="*/ 6718248 w 9408955"/>
              <a:gd name="connsiteY1762" fmla="*/ 2323021 h 4587875"/>
              <a:gd name="connsiteX1763" fmla="*/ 5166073 w 9408955"/>
              <a:gd name="connsiteY1763" fmla="*/ 2323396 h 4587875"/>
              <a:gd name="connsiteX1764" fmla="*/ 5194173 w 9408955"/>
              <a:gd name="connsiteY1764" fmla="*/ 2317817 h 4587875"/>
              <a:gd name="connsiteX1765" fmla="*/ 5167939 w 9408955"/>
              <a:gd name="connsiteY1765" fmla="*/ 2258081 h 4587875"/>
              <a:gd name="connsiteX1766" fmla="*/ 5139670 w 9408955"/>
              <a:gd name="connsiteY1766" fmla="*/ 2315112 h 4587875"/>
              <a:gd name="connsiteX1767" fmla="*/ 5166073 w 9408955"/>
              <a:gd name="connsiteY1767" fmla="*/ 2323396 h 4587875"/>
              <a:gd name="connsiteX1768" fmla="*/ 4146786 w 9408955"/>
              <a:gd name="connsiteY1768" fmla="*/ 2323725 h 4587875"/>
              <a:gd name="connsiteX1769" fmla="*/ 4174383 w 9408955"/>
              <a:gd name="connsiteY1769" fmla="*/ 2284382 h 4587875"/>
              <a:gd name="connsiteX1770" fmla="*/ 4105732 w 9408955"/>
              <a:gd name="connsiteY1770" fmla="*/ 2278453 h 4587875"/>
              <a:gd name="connsiteX1771" fmla="*/ 4128615 w 9408955"/>
              <a:gd name="connsiteY1771" fmla="*/ 2321320 h 4587875"/>
              <a:gd name="connsiteX1772" fmla="*/ 4146786 w 9408955"/>
              <a:gd name="connsiteY1772" fmla="*/ 2323725 h 4587875"/>
              <a:gd name="connsiteX1773" fmla="*/ 1774660 w 9408955"/>
              <a:gd name="connsiteY1773" fmla="*/ 2323841 h 4587875"/>
              <a:gd name="connsiteX1774" fmla="*/ 1810250 w 9408955"/>
              <a:gd name="connsiteY1774" fmla="*/ 2293257 h 4587875"/>
              <a:gd name="connsiteX1775" fmla="*/ 1746232 w 9408955"/>
              <a:gd name="connsiteY1775" fmla="*/ 2271032 h 4587875"/>
              <a:gd name="connsiteX1776" fmla="*/ 1757476 w 9408955"/>
              <a:gd name="connsiteY1776" fmla="*/ 2319564 h 4587875"/>
              <a:gd name="connsiteX1777" fmla="*/ 1774660 w 9408955"/>
              <a:gd name="connsiteY1777" fmla="*/ 2323841 h 4587875"/>
              <a:gd name="connsiteX1778" fmla="*/ 6921499 w 9408955"/>
              <a:gd name="connsiteY1778" fmla="*/ 2323893 h 4587875"/>
              <a:gd name="connsiteX1779" fmla="*/ 6940994 w 9408955"/>
              <a:gd name="connsiteY1779" fmla="*/ 2319127 h 4587875"/>
              <a:gd name="connsiteX1780" fmla="*/ 6944871 w 9408955"/>
              <a:gd name="connsiteY1780" fmla="*/ 2273234 h 4587875"/>
              <a:gd name="connsiteX1781" fmla="*/ 6879866 w 9408955"/>
              <a:gd name="connsiteY1781" fmla="*/ 2292472 h 4587875"/>
              <a:gd name="connsiteX1782" fmla="*/ 6921499 w 9408955"/>
              <a:gd name="connsiteY1782" fmla="*/ 2323893 h 4587875"/>
              <a:gd name="connsiteX1783" fmla="*/ 5272705 w 9408955"/>
              <a:gd name="connsiteY1783" fmla="*/ 2324048 h 4587875"/>
              <a:gd name="connsiteX1784" fmla="*/ 5302614 w 9408955"/>
              <a:gd name="connsiteY1784" fmla="*/ 2285846 h 4587875"/>
              <a:gd name="connsiteX1785" fmla="*/ 5246361 w 9408955"/>
              <a:gd name="connsiteY1785" fmla="*/ 2264579 h 4587875"/>
              <a:gd name="connsiteX1786" fmla="*/ 5254877 w 9408955"/>
              <a:gd name="connsiteY1786" fmla="*/ 2321061 h 4587875"/>
              <a:gd name="connsiteX1787" fmla="*/ 5272705 w 9408955"/>
              <a:gd name="connsiteY1787" fmla="*/ 2324048 h 4587875"/>
              <a:gd name="connsiteX1788" fmla="*/ 4347471 w 9408955"/>
              <a:gd name="connsiteY1788" fmla="*/ 2324072 h 4587875"/>
              <a:gd name="connsiteX1789" fmla="*/ 4378131 w 9408955"/>
              <a:gd name="connsiteY1789" fmla="*/ 2286354 h 4587875"/>
              <a:gd name="connsiteX1790" fmla="*/ 4321343 w 9408955"/>
              <a:gd name="connsiteY1790" fmla="*/ 2265548 h 4587875"/>
              <a:gd name="connsiteX1791" fmla="*/ 4329554 w 9408955"/>
              <a:gd name="connsiteY1791" fmla="*/ 2321408 h 4587875"/>
              <a:gd name="connsiteX1792" fmla="*/ 4347471 w 9408955"/>
              <a:gd name="connsiteY1792" fmla="*/ 2324072 h 4587875"/>
              <a:gd name="connsiteX1793" fmla="*/ 7228624 w 9408955"/>
              <a:gd name="connsiteY1793" fmla="*/ 2324140 h 4587875"/>
              <a:gd name="connsiteX1794" fmla="*/ 7253618 w 9408955"/>
              <a:gd name="connsiteY1794" fmla="*/ 2277879 h 4587875"/>
              <a:gd name="connsiteX1795" fmla="*/ 7200252 w 9408955"/>
              <a:gd name="connsiteY1795" fmla="*/ 2260444 h 4587875"/>
              <a:gd name="connsiteX1796" fmla="*/ 7188267 w 9408955"/>
              <a:gd name="connsiteY1796" fmla="*/ 2278109 h 4587875"/>
              <a:gd name="connsiteX1797" fmla="*/ 7208619 w 9408955"/>
              <a:gd name="connsiteY1797" fmla="*/ 2322384 h 4587875"/>
              <a:gd name="connsiteX1798" fmla="*/ 7228624 w 9408955"/>
              <a:gd name="connsiteY1798" fmla="*/ 2324140 h 4587875"/>
              <a:gd name="connsiteX1799" fmla="*/ 4242751 w 9408955"/>
              <a:gd name="connsiteY1799" fmla="*/ 2324192 h 4587875"/>
              <a:gd name="connsiteX1800" fmla="*/ 4277927 w 9408955"/>
              <a:gd name="connsiteY1800" fmla="*/ 2293272 h 4587875"/>
              <a:gd name="connsiteX1801" fmla="*/ 4230302 w 9408955"/>
              <a:gd name="connsiteY1801" fmla="*/ 2259058 h 4587875"/>
              <a:gd name="connsiteX1802" fmla="*/ 4225994 w 9408955"/>
              <a:gd name="connsiteY1802" fmla="*/ 2320870 h 4587875"/>
              <a:gd name="connsiteX1803" fmla="*/ 4242751 w 9408955"/>
              <a:gd name="connsiteY1803" fmla="*/ 2324192 h 4587875"/>
              <a:gd name="connsiteX1804" fmla="*/ 5064077 w 9408955"/>
              <a:gd name="connsiteY1804" fmla="*/ 2324199 h 4587875"/>
              <a:gd name="connsiteX1805" fmla="*/ 5097732 w 9408955"/>
              <a:gd name="connsiteY1805" fmla="*/ 2285262 h 4587875"/>
              <a:gd name="connsiteX1806" fmla="*/ 5033623 w 9408955"/>
              <a:gd name="connsiteY1806" fmla="*/ 2271738 h 4587875"/>
              <a:gd name="connsiteX1807" fmla="*/ 5045030 w 9408955"/>
              <a:gd name="connsiteY1807" fmla="*/ 2319643 h 4587875"/>
              <a:gd name="connsiteX1808" fmla="*/ 5064077 w 9408955"/>
              <a:gd name="connsiteY1808" fmla="*/ 2324199 h 4587875"/>
              <a:gd name="connsiteX1809" fmla="*/ 4654022 w 9408955"/>
              <a:gd name="connsiteY1809" fmla="*/ 2324293 h 4587875"/>
              <a:gd name="connsiteX1810" fmla="*/ 4687032 w 9408955"/>
              <a:gd name="connsiteY1810" fmla="*/ 2285626 h 4587875"/>
              <a:gd name="connsiteX1811" fmla="*/ 4620158 w 9408955"/>
              <a:gd name="connsiteY1811" fmla="*/ 2277397 h 4587875"/>
              <a:gd name="connsiteX1812" fmla="*/ 4635171 w 9408955"/>
              <a:gd name="connsiteY1812" fmla="*/ 2319682 h 4587875"/>
              <a:gd name="connsiteX1813" fmla="*/ 4654022 w 9408955"/>
              <a:gd name="connsiteY1813" fmla="*/ 2324293 h 4587875"/>
              <a:gd name="connsiteX1814" fmla="*/ 4555908 w 9408955"/>
              <a:gd name="connsiteY1814" fmla="*/ 2324312 h 4587875"/>
              <a:gd name="connsiteX1815" fmla="*/ 4583127 w 9408955"/>
              <a:gd name="connsiteY1815" fmla="*/ 2285873 h 4587875"/>
              <a:gd name="connsiteX1816" fmla="*/ 4524100 w 9408955"/>
              <a:gd name="connsiteY1816" fmla="*/ 2266543 h 4587875"/>
              <a:gd name="connsiteX1817" fmla="*/ 4538056 w 9408955"/>
              <a:gd name="connsiteY1817" fmla="*/ 2322258 h 4587875"/>
              <a:gd name="connsiteX1818" fmla="*/ 4555908 w 9408955"/>
              <a:gd name="connsiteY1818" fmla="*/ 2324312 h 4587875"/>
              <a:gd name="connsiteX1819" fmla="*/ 4758400 w 9408955"/>
              <a:gd name="connsiteY1819" fmla="*/ 2324340 h 4587875"/>
              <a:gd name="connsiteX1820" fmla="*/ 4790931 w 9408955"/>
              <a:gd name="connsiteY1820" fmla="*/ 2287257 h 4587875"/>
              <a:gd name="connsiteX1821" fmla="*/ 4731911 w 9408955"/>
              <a:gd name="connsiteY1821" fmla="*/ 2265545 h 4587875"/>
              <a:gd name="connsiteX1822" fmla="*/ 4740052 w 9408955"/>
              <a:gd name="connsiteY1822" fmla="*/ 2321181 h 4587875"/>
              <a:gd name="connsiteX1823" fmla="*/ 4758400 w 9408955"/>
              <a:gd name="connsiteY1823" fmla="*/ 2324340 h 4587875"/>
              <a:gd name="connsiteX1824" fmla="*/ 5475843 w 9408955"/>
              <a:gd name="connsiteY1824" fmla="*/ 2324363 h 4587875"/>
              <a:gd name="connsiteX1825" fmla="*/ 5510209 w 9408955"/>
              <a:gd name="connsiteY1825" fmla="*/ 2284607 h 4587875"/>
              <a:gd name="connsiteX1826" fmla="*/ 5444812 w 9408955"/>
              <a:gd name="connsiteY1826" fmla="*/ 2271383 h 4587875"/>
              <a:gd name="connsiteX1827" fmla="*/ 5456285 w 9408955"/>
              <a:gd name="connsiteY1827" fmla="*/ 2319946 h 4587875"/>
              <a:gd name="connsiteX1828" fmla="*/ 5475843 w 9408955"/>
              <a:gd name="connsiteY1828" fmla="*/ 2324363 h 4587875"/>
              <a:gd name="connsiteX1829" fmla="*/ 6301800 w 9408955"/>
              <a:gd name="connsiteY1829" fmla="*/ 2324390 h 4587875"/>
              <a:gd name="connsiteX1830" fmla="*/ 6331963 w 9408955"/>
              <a:gd name="connsiteY1830" fmla="*/ 2285370 h 4587875"/>
              <a:gd name="connsiteX1831" fmla="*/ 6266780 w 9408955"/>
              <a:gd name="connsiteY1831" fmla="*/ 2272037 h 4587875"/>
              <a:gd name="connsiteX1832" fmla="*/ 6283470 w 9408955"/>
              <a:gd name="connsiteY1832" fmla="*/ 2321922 h 4587875"/>
              <a:gd name="connsiteX1833" fmla="*/ 6301800 w 9408955"/>
              <a:gd name="connsiteY1833" fmla="*/ 2324390 h 4587875"/>
              <a:gd name="connsiteX1834" fmla="*/ 6504042 w 9408955"/>
              <a:gd name="connsiteY1834" fmla="*/ 2324484 h 4587875"/>
              <a:gd name="connsiteX1835" fmla="*/ 6536157 w 9408955"/>
              <a:gd name="connsiteY1835" fmla="*/ 2286203 h 4587875"/>
              <a:gd name="connsiteX1836" fmla="*/ 6469655 w 9408955"/>
              <a:gd name="connsiteY1836" fmla="*/ 2278451 h 4587875"/>
              <a:gd name="connsiteX1837" fmla="*/ 6485357 w 9408955"/>
              <a:gd name="connsiteY1837" fmla="*/ 2320402 h 4587875"/>
              <a:gd name="connsiteX1838" fmla="*/ 6504042 w 9408955"/>
              <a:gd name="connsiteY1838" fmla="*/ 2324484 h 4587875"/>
              <a:gd name="connsiteX1839" fmla="*/ 4041893 w 9408955"/>
              <a:gd name="connsiteY1839" fmla="*/ 2324525 h 4587875"/>
              <a:gd name="connsiteX1840" fmla="*/ 4071204 w 9408955"/>
              <a:gd name="connsiteY1840" fmla="*/ 2285004 h 4587875"/>
              <a:gd name="connsiteX1841" fmla="*/ 4006804 w 9408955"/>
              <a:gd name="connsiteY1841" fmla="*/ 2271798 h 4587875"/>
              <a:gd name="connsiteX1842" fmla="*/ 4023655 w 9408955"/>
              <a:gd name="connsiteY1842" fmla="*/ 2322770 h 4587875"/>
              <a:gd name="connsiteX1843" fmla="*/ 4041893 w 9408955"/>
              <a:gd name="connsiteY1843" fmla="*/ 2324525 h 4587875"/>
              <a:gd name="connsiteX1844" fmla="*/ 7427927 w 9408955"/>
              <a:gd name="connsiteY1844" fmla="*/ 2324657 h 4587875"/>
              <a:gd name="connsiteX1845" fmla="*/ 7461318 w 9408955"/>
              <a:gd name="connsiteY1845" fmla="*/ 2292810 h 4587875"/>
              <a:gd name="connsiteX1846" fmla="*/ 7416641 w 9408955"/>
              <a:gd name="connsiteY1846" fmla="*/ 2259513 h 4587875"/>
              <a:gd name="connsiteX1847" fmla="*/ 7411198 w 9408955"/>
              <a:gd name="connsiteY1847" fmla="*/ 2320406 h 4587875"/>
              <a:gd name="connsiteX1848" fmla="*/ 7427927 w 9408955"/>
              <a:gd name="connsiteY1848" fmla="*/ 2324657 h 4587875"/>
              <a:gd name="connsiteX1849" fmla="*/ 5890108 w 9408955"/>
              <a:gd name="connsiteY1849" fmla="*/ 2324710 h 4587875"/>
              <a:gd name="connsiteX1850" fmla="*/ 5920731 w 9408955"/>
              <a:gd name="connsiteY1850" fmla="*/ 2292478 h 4587875"/>
              <a:gd name="connsiteX1851" fmla="*/ 5871322 w 9408955"/>
              <a:gd name="connsiteY1851" fmla="*/ 2260225 h 4587875"/>
              <a:gd name="connsiteX1852" fmla="*/ 5873838 w 9408955"/>
              <a:gd name="connsiteY1852" fmla="*/ 2322673 h 4587875"/>
              <a:gd name="connsiteX1853" fmla="*/ 5890108 w 9408955"/>
              <a:gd name="connsiteY1853" fmla="*/ 2324710 h 4587875"/>
              <a:gd name="connsiteX1854" fmla="*/ 4447531 w 9408955"/>
              <a:gd name="connsiteY1854" fmla="*/ 2324715 h 4587875"/>
              <a:gd name="connsiteX1855" fmla="*/ 4461896 w 9408955"/>
              <a:gd name="connsiteY1855" fmla="*/ 2260710 h 4587875"/>
              <a:gd name="connsiteX1856" fmla="*/ 4412416 w 9408955"/>
              <a:gd name="connsiteY1856" fmla="*/ 2276539 h 4587875"/>
              <a:gd name="connsiteX1857" fmla="*/ 4447531 w 9408955"/>
              <a:gd name="connsiteY1857" fmla="*/ 2324715 h 4587875"/>
              <a:gd name="connsiteX1858" fmla="*/ 4863287 w 9408955"/>
              <a:gd name="connsiteY1858" fmla="*/ 2324973 h 4587875"/>
              <a:gd name="connsiteX1859" fmla="*/ 4893034 w 9408955"/>
              <a:gd name="connsiteY1859" fmla="*/ 2285923 h 4587875"/>
              <a:gd name="connsiteX1860" fmla="*/ 4828878 w 9408955"/>
              <a:gd name="connsiteY1860" fmla="*/ 2272788 h 4587875"/>
              <a:gd name="connsiteX1861" fmla="*/ 4845029 w 9408955"/>
              <a:gd name="connsiteY1861" fmla="*/ 2321412 h 4587875"/>
              <a:gd name="connsiteX1862" fmla="*/ 4863287 w 9408955"/>
              <a:gd name="connsiteY1862" fmla="*/ 2324973 h 4587875"/>
              <a:gd name="connsiteX1863" fmla="*/ 7122269 w 9408955"/>
              <a:gd name="connsiteY1863" fmla="*/ 2324984 h 4587875"/>
              <a:gd name="connsiteX1864" fmla="*/ 7154651 w 9408955"/>
              <a:gd name="connsiteY1864" fmla="*/ 2285202 h 4587875"/>
              <a:gd name="connsiteX1865" fmla="*/ 7087879 w 9408955"/>
              <a:gd name="connsiteY1865" fmla="*/ 2272923 h 4587875"/>
              <a:gd name="connsiteX1866" fmla="*/ 7103429 w 9408955"/>
              <a:gd name="connsiteY1866" fmla="*/ 2321577 h 4587875"/>
              <a:gd name="connsiteX1867" fmla="*/ 7122269 w 9408955"/>
              <a:gd name="connsiteY1867" fmla="*/ 2324984 h 4587875"/>
              <a:gd name="connsiteX1868" fmla="*/ 5682021 w 9408955"/>
              <a:gd name="connsiteY1868" fmla="*/ 2324987 h 4587875"/>
              <a:gd name="connsiteX1869" fmla="*/ 5716769 w 9408955"/>
              <a:gd name="connsiteY1869" fmla="*/ 2293308 h 4587875"/>
              <a:gd name="connsiteX1870" fmla="*/ 5649736 w 9408955"/>
              <a:gd name="connsiteY1870" fmla="*/ 2274058 h 4587875"/>
              <a:gd name="connsiteX1871" fmla="*/ 5664761 w 9408955"/>
              <a:gd name="connsiteY1871" fmla="*/ 2320808 h 4587875"/>
              <a:gd name="connsiteX1872" fmla="*/ 5682021 w 9408955"/>
              <a:gd name="connsiteY1872" fmla="*/ 2324987 h 4587875"/>
              <a:gd name="connsiteX1873" fmla="*/ 7535179 w 9408955"/>
              <a:gd name="connsiteY1873" fmla="*/ 2325069 h 4587875"/>
              <a:gd name="connsiteX1874" fmla="*/ 7564252 w 9408955"/>
              <a:gd name="connsiteY1874" fmla="*/ 2281288 h 4587875"/>
              <a:gd name="connsiteX1875" fmla="*/ 7498978 w 9408955"/>
              <a:gd name="connsiteY1875" fmla="*/ 2278984 h 4587875"/>
              <a:gd name="connsiteX1876" fmla="*/ 7515126 w 9408955"/>
              <a:gd name="connsiteY1876" fmla="*/ 2321386 h 4587875"/>
              <a:gd name="connsiteX1877" fmla="*/ 7535179 w 9408955"/>
              <a:gd name="connsiteY1877" fmla="*/ 2325069 h 4587875"/>
              <a:gd name="connsiteX1878" fmla="*/ 6816964 w 9408955"/>
              <a:gd name="connsiteY1878" fmla="*/ 2325085 h 4587875"/>
              <a:gd name="connsiteX1879" fmla="*/ 6845031 w 9408955"/>
              <a:gd name="connsiteY1879" fmla="*/ 2285434 h 4587875"/>
              <a:gd name="connsiteX1880" fmla="*/ 6781797 w 9408955"/>
              <a:gd name="connsiteY1880" fmla="*/ 2272459 h 4587875"/>
              <a:gd name="connsiteX1881" fmla="*/ 6798582 w 9408955"/>
              <a:gd name="connsiteY1881" fmla="*/ 2322041 h 4587875"/>
              <a:gd name="connsiteX1882" fmla="*/ 6816964 w 9408955"/>
              <a:gd name="connsiteY1882" fmla="*/ 2325085 h 4587875"/>
              <a:gd name="connsiteX1883" fmla="*/ 7323208 w 9408955"/>
              <a:gd name="connsiteY1883" fmla="*/ 2325119 h 4587875"/>
              <a:gd name="connsiteX1884" fmla="*/ 7358686 w 9408955"/>
              <a:gd name="connsiteY1884" fmla="*/ 2293564 h 4587875"/>
              <a:gd name="connsiteX1885" fmla="*/ 7294286 w 9408955"/>
              <a:gd name="connsiteY1885" fmla="*/ 2272139 h 4587875"/>
              <a:gd name="connsiteX1886" fmla="*/ 7305828 w 9408955"/>
              <a:gd name="connsiteY1886" fmla="*/ 2320749 h 4587875"/>
              <a:gd name="connsiteX1887" fmla="*/ 7323208 w 9408955"/>
              <a:gd name="connsiteY1887" fmla="*/ 2325119 h 4587875"/>
              <a:gd name="connsiteX1888" fmla="*/ 6283783 w 9408955"/>
              <a:gd name="connsiteY1888" fmla="*/ 2425683 h 4587875"/>
              <a:gd name="connsiteX1889" fmla="*/ 6332117 w 9408955"/>
              <a:gd name="connsiteY1889" fmla="*/ 2397711 h 4587875"/>
              <a:gd name="connsiteX1890" fmla="*/ 6278767 w 9408955"/>
              <a:gd name="connsiteY1890" fmla="*/ 2364054 h 4587875"/>
              <a:gd name="connsiteX1891" fmla="*/ 6283783 w 9408955"/>
              <a:gd name="connsiteY1891" fmla="*/ 2425683 h 4587875"/>
              <a:gd name="connsiteX1892" fmla="*/ 7129707 w 9408955"/>
              <a:gd name="connsiteY1892" fmla="*/ 2425856 h 4587875"/>
              <a:gd name="connsiteX1893" fmla="*/ 7153598 w 9408955"/>
              <a:gd name="connsiteY1893" fmla="*/ 2402627 h 4587875"/>
              <a:gd name="connsiteX1894" fmla="*/ 7105194 w 9408955"/>
              <a:gd name="connsiteY1894" fmla="*/ 2362268 h 4587875"/>
              <a:gd name="connsiteX1895" fmla="*/ 7096147 w 9408955"/>
              <a:gd name="connsiteY1895" fmla="*/ 2420868 h 4587875"/>
              <a:gd name="connsiteX1896" fmla="*/ 7129707 w 9408955"/>
              <a:gd name="connsiteY1896" fmla="*/ 2425856 h 4587875"/>
              <a:gd name="connsiteX1897" fmla="*/ 5691369 w 9408955"/>
              <a:gd name="connsiteY1897" fmla="*/ 2426028 h 4587875"/>
              <a:gd name="connsiteX1898" fmla="*/ 5715609 w 9408955"/>
              <a:gd name="connsiteY1898" fmla="*/ 2383115 h 4587875"/>
              <a:gd name="connsiteX1899" fmla="*/ 5646937 w 9408955"/>
              <a:gd name="connsiteY1899" fmla="*/ 2382889 h 4587875"/>
              <a:gd name="connsiteX1900" fmla="*/ 5672747 w 9408955"/>
              <a:gd name="connsiteY1900" fmla="*/ 2425969 h 4587875"/>
              <a:gd name="connsiteX1901" fmla="*/ 5691369 w 9408955"/>
              <a:gd name="connsiteY1901" fmla="*/ 2426028 h 4587875"/>
              <a:gd name="connsiteX1902" fmla="*/ 7539525 w 9408955"/>
              <a:gd name="connsiteY1902" fmla="*/ 2426093 h 4587875"/>
              <a:gd name="connsiteX1903" fmla="*/ 7563277 w 9408955"/>
              <a:gd name="connsiteY1903" fmla="*/ 2404402 h 4587875"/>
              <a:gd name="connsiteX1904" fmla="*/ 7527291 w 9408955"/>
              <a:gd name="connsiteY1904" fmla="*/ 2360121 h 4587875"/>
              <a:gd name="connsiteX1905" fmla="*/ 7505974 w 9408955"/>
              <a:gd name="connsiteY1905" fmla="*/ 2418788 h 4587875"/>
              <a:gd name="connsiteX1906" fmla="*/ 7539525 w 9408955"/>
              <a:gd name="connsiteY1906" fmla="*/ 2426093 h 4587875"/>
              <a:gd name="connsiteX1907" fmla="*/ 1579792 w 9408955"/>
              <a:gd name="connsiteY1907" fmla="*/ 2426186 h 4587875"/>
              <a:gd name="connsiteX1908" fmla="*/ 1602839 w 9408955"/>
              <a:gd name="connsiteY1908" fmla="*/ 2405277 h 4587875"/>
              <a:gd name="connsiteX1909" fmla="*/ 1569049 w 9408955"/>
              <a:gd name="connsiteY1909" fmla="*/ 2358825 h 4587875"/>
              <a:gd name="connsiteX1910" fmla="*/ 1547732 w 9408955"/>
              <a:gd name="connsiteY1910" fmla="*/ 2420151 h 4587875"/>
              <a:gd name="connsiteX1911" fmla="*/ 1579792 w 9408955"/>
              <a:gd name="connsiteY1911" fmla="*/ 2426186 h 4587875"/>
              <a:gd name="connsiteX1912" fmla="*/ 4538814 w 9408955"/>
              <a:gd name="connsiteY1912" fmla="*/ 2426187 h 4587875"/>
              <a:gd name="connsiteX1913" fmla="*/ 4584073 w 9408955"/>
              <a:gd name="connsiteY1913" fmla="*/ 2398451 h 4587875"/>
              <a:gd name="connsiteX1914" fmla="*/ 4539041 w 9408955"/>
              <a:gd name="connsiteY1914" fmla="*/ 2361921 h 4587875"/>
              <a:gd name="connsiteX1915" fmla="*/ 4538814 w 9408955"/>
              <a:gd name="connsiteY1915" fmla="*/ 2426187 h 4587875"/>
              <a:gd name="connsiteX1916" fmla="*/ 4453945 w 9408955"/>
              <a:gd name="connsiteY1916" fmla="*/ 2426343 h 4587875"/>
              <a:gd name="connsiteX1917" fmla="*/ 4477675 w 9408955"/>
              <a:gd name="connsiteY1917" fmla="*/ 2374857 h 4587875"/>
              <a:gd name="connsiteX1918" fmla="*/ 4428389 w 9408955"/>
              <a:gd name="connsiteY1918" fmla="*/ 2363873 h 4587875"/>
              <a:gd name="connsiteX1919" fmla="*/ 4411961 w 9408955"/>
              <a:gd name="connsiteY1919" fmla="*/ 2406664 h 4587875"/>
              <a:gd name="connsiteX1920" fmla="*/ 4453945 w 9408955"/>
              <a:gd name="connsiteY1920" fmla="*/ 2426343 h 4587875"/>
              <a:gd name="connsiteX1921" fmla="*/ 6903495 w 9408955"/>
              <a:gd name="connsiteY1921" fmla="*/ 2426469 h 4587875"/>
              <a:gd name="connsiteX1922" fmla="*/ 6948329 w 9408955"/>
              <a:gd name="connsiteY1922" fmla="*/ 2407508 h 4587875"/>
              <a:gd name="connsiteX1923" fmla="*/ 6948100 w 9408955"/>
              <a:gd name="connsiteY1923" fmla="*/ 2380454 h 4587875"/>
              <a:gd name="connsiteX1924" fmla="*/ 6896861 w 9408955"/>
              <a:gd name="connsiteY1924" fmla="*/ 2363111 h 4587875"/>
              <a:gd name="connsiteX1925" fmla="*/ 6903495 w 9408955"/>
              <a:gd name="connsiteY1925" fmla="*/ 2426469 h 4587875"/>
              <a:gd name="connsiteX1926" fmla="*/ 5896468 w 9408955"/>
              <a:gd name="connsiteY1926" fmla="*/ 2426500 h 4587875"/>
              <a:gd name="connsiteX1927" fmla="*/ 5918925 w 9408955"/>
              <a:gd name="connsiteY1927" fmla="*/ 2404441 h 4587875"/>
              <a:gd name="connsiteX1928" fmla="*/ 5879810 w 9408955"/>
              <a:gd name="connsiteY1928" fmla="*/ 2359577 h 4587875"/>
              <a:gd name="connsiteX1929" fmla="*/ 5863436 w 9408955"/>
              <a:gd name="connsiteY1929" fmla="*/ 2421467 h 4587875"/>
              <a:gd name="connsiteX1930" fmla="*/ 5896468 w 9408955"/>
              <a:gd name="connsiteY1930" fmla="*/ 2426500 h 4587875"/>
              <a:gd name="connsiteX1931" fmla="*/ 1660927 w 9408955"/>
              <a:gd name="connsiteY1931" fmla="*/ 2426505 h 4587875"/>
              <a:gd name="connsiteX1932" fmla="*/ 1705523 w 9408955"/>
              <a:gd name="connsiteY1932" fmla="*/ 2397976 h 4587875"/>
              <a:gd name="connsiteX1933" fmla="*/ 1666187 w 9408955"/>
              <a:gd name="connsiteY1933" fmla="*/ 2359554 h 4587875"/>
              <a:gd name="connsiteX1934" fmla="*/ 1660927 w 9408955"/>
              <a:gd name="connsiteY1934" fmla="*/ 2426505 h 4587875"/>
              <a:gd name="connsiteX1935" fmla="*/ 4233309 w 9408955"/>
              <a:gd name="connsiteY1935" fmla="*/ 2426509 h 4587875"/>
              <a:gd name="connsiteX1936" fmla="*/ 4276167 w 9408955"/>
              <a:gd name="connsiteY1936" fmla="*/ 2383509 h 4587875"/>
              <a:gd name="connsiteX1937" fmla="*/ 4208721 w 9408955"/>
              <a:gd name="connsiteY1937" fmla="*/ 2382819 h 4587875"/>
              <a:gd name="connsiteX1938" fmla="*/ 4233309 w 9408955"/>
              <a:gd name="connsiteY1938" fmla="*/ 2426509 h 4587875"/>
              <a:gd name="connsiteX1939" fmla="*/ 4972346 w 9408955"/>
              <a:gd name="connsiteY1939" fmla="*/ 2426514 h 4587875"/>
              <a:gd name="connsiteX1940" fmla="*/ 4995251 w 9408955"/>
              <a:gd name="connsiteY1940" fmla="*/ 2405370 h 4587875"/>
              <a:gd name="connsiteX1941" fmla="*/ 4954883 w 9408955"/>
              <a:gd name="connsiteY1941" fmla="*/ 2360594 h 4587875"/>
              <a:gd name="connsiteX1942" fmla="*/ 4940595 w 9408955"/>
              <a:gd name="connsiteY1942" fmla="*/ 2421199 h 4587875"/>
              <a:gd name="connsiteX1943" fmla="*/ 4972346 w 9408955"/>
              <a:gd name="connsiteY1943" fmla="*/ 2426514 h 4587875"/>
              <a:gd name="connsiteX1944" fmla="*/ 6203558 w 9408955"/>
              <a:gd name="connsiteY1944" fmla="*/ 2426651 h 4587875"/>
              <a:gd name="connsiteX1945" fmla="*/ 6227758 w 9408955"/>
              <a:gd name="connsiteY1945" fmla="*/ 2405351 h 4587875"/>
              <a:gd name="connsiteX1946" fmla="*/ 6192558 w 9408955"/>
              <a:gd name="connsiteY1946" fmla="*/ 2358815 h 4587875"/>
              <a:gd name="connsiteX1947" fmla="*/ 6171302 w 9408955"/>
              <a:gd name="connsiteY1947" fmla="*/ 2418353 h 4587875"/>
              <a:gd name="connsiteX1948" fmla="*/ 6203558 w 9408955"/>
              <a:gd name="connsiteY1948" fmla="*/ 2426651 h 4587875"/>
              <a:gd name="connsiteX1949" fmla="*/ 5278641 w 9408955"/>
              <a:gd name="connsiteY1949" fmla="*/ 2426660 h 4587875"/>
              <a:gd name="connsiteX1950" fmla="*/ 5302065 w 9408955"/>
              <a:gd name="connsiteY1950" fmla="*/ 2405445 h 4587875"/>
              <a:gd name="connsiteX1951" fmla="*/ 5260674 w 9408955"/>
              <a:gd name="connsiteY1951" fmla="*/ 2360032 h 4587875"/>
              <a:gd name="connsiteX1952" fmla="*/ 5245664 w 9408955"/>
              <a:gd name="connsiteY1952" fmla="*/ 2420353 h 4587875"/>
              <a:gd name="connsiteX1953" fmla="*/ 5278641 w 9408955"/>
              <a:gd name="connsiteY1953" fmla="*/ 2426660 h 4587875"/>
              <a:gd name="connsiteX1954" fmla="*/ 7007808 w 9408955"/>
              <a:gd name="connsiteY1954" fmla="*/ 2426734 h 4587875"/>
              <a:gd name="connsiteX1955" fmla="*/ 7050383 w 9408955"/>
              <a:gd name="connsiteY1955" fmla="*/ 2401935 h 4587875"/>
              <a:gd name="connsiteX1956" fmla="*/ 7005933 w 9408955"/>
              <a:gd name="connsiteY1956" fmla="*/ 2360998 h 4587875"/>
              <a:gd name="connsiteX1957" fmla="*/ 6991419 w 9408955"/>
              <a:gd name="connsiteY1957" fmla="*/ 2418805 h 4587875"/>
              <a:gd name="connsiteX1958" fmla="*/ 7007808 w 9408955"/>
              <a:gd name="connsiteY1958" fmla="*/ 2426734 h 4587875"/>
              <a:gd name="connsiteX1959" fmla="*/ 2297285 w 9408955"/>
              <a:gd name="connsiteY1959" fmla="*/ 2426760 h 4587875"/>
              <a:gd name="connsiteX1960" fmla="*/ 2319931 w 9408955"/>
              <a:gd name="connsiteY1960" fmla="*/ 2411016 h 4587875"/>
              <a:gd name="connsiteX1961" fmla="*/ 2285014 w 9408955"/>
              <a:gd name="connsiteY1961" fmla="*/ 2360367 h 4587875"/>
              <a:gd name="connsiteX1962" fmla="*/ 2268687 w 9408955"/>
              <a:gd name="connsiteY1962" fmla="*/ 2422322 h 4587875"/>
              <a:gd name="connsiteX1963" fmla="*/ 2297285 w 9408955"/>
              <a:gd name="connsiteY1963" fmla="*/ 2426760 h 4587875"/>
              <a:gd name="connsiteX1964" fmla="*/ 6805850 w 9408955"/>
              <a:gd name="connsiteY1964" fmla="*/ 2426858 h 4587875"/>
              <a:gd name="connsiteX1965" fmla="*/ 6845052 w 9408955"/>
              <a:gd name="connsiteY1965" fmla="*/ 2398095 h 4587875"/>
              <a:gd name="connsiteX1966" fmla="*/ 6798360 w 9408955"/>
              <a:gd name="connsiteY1966" fmla="*/ 2360947 h 4587875"/>
              <a:gd name="connsiteX1967" fmla="*/ 6788470 w 9408955"/>
              <a:gd name="connsiteY1967" fmla="*/ 2421255 h 4587875"/>
              <a:gd name="connsiteX1968" fmla="*/ 6805850 w 9408955"/>
              <a:gd name="connsiteY1968" fmla="*/ 2426858 h 4587875"/>
              <a:gd name="connsiteX1969" fmla="*/ 4134793 w 9408955"/>
              <a:gd name="connsiteY1969" fmla="*/ 2426858 h 4587875"/>
              <a:gd name="connsiteX1970" fmla="*/ 4163291 w 9408955"/>
              <a:gd name="connsiteY1970" fmla="*/ 2421724 h 4587875"/>
              <a:gd name="connsiteX1971" fmla="*/ 4176554 w 9408955"/>
              <a:gd name="connsiteY1971" fmla="*/ 2380880 h 4587875"/>
              <a:gd name="connsiteX1972" fmla="*/ 4133336 w 9408955"/>
              <a:gd name="connsiteY1972" fmla="*/ 2359540 h 4587875"/>
              <a:gd name="connsiteX1973" fmla="*/ 4110240 w 9408955"/>
              <a:gd name="connsiteY1973" fmla="*/ 2411857 h 4587875"/>
              <a:gd name="connsiteX1974" fmla="*/ 4134793 w 9408955"/>
              <a:gd name="connsiteY1974" fmla="*/ 2426858 h 4587875"/>
              <a:gd name="connsiteX1975" fmla="*/ 7434969 w 9408955"/>
              <a:gd name="connsiteY1975" fmla="*/ 2427162 h 4587875"/>
              <a:gd name="connsiteX1976" fmla="*/ 7460865 w 9408955"/>
              <a:gd name="connsiteY1976" fmla="*/ 2390783 h 4587875"/>
              <a:gd name="connsiteX1977" fmla="*/ 7403034 w 9408955"/>
              <a:gd name="connsiteY1977" fmla="*/ 2370141 h 4587875"/>
              <a:gd name="connsiteX1978" fmla="*/ 7418002 w 9408955"/>
              <a:gd name="connsiteY1978" fmla="*/ 2426009 h 4587875"/>
              <a:gd name="connsiteX1979" fmla="*/ 7434969 w 9408955"/>
              <a:gd name="connsiteY1979" fmla="*/ 2427162 h 4587875"/>
              <a:gd name="connsiteX1980" fmla="*/ 6613140 w 9408955"/>
              <a:gd name="connsiteY1980" fmla="*/ 2427195 h 4587875"/>
              <a:gd name="connsiteX1981" fmla="*/ 6637893 w 9408955"/>
              <a:gd name="connsiteY1981" fmla="*/ 2406259 h 4587875"/>
              <a:gd name="connsiteX1982" fmla="*/ 6602078 w 9408955"/>
              <a:gd name="connsiteY1982" fmla="*/ 2359554 h 4587875"/>
              <a:gd name="connsiteX1983" fmla="*/ 6580589 w 9408955"/>
              <a:gd name="connsiteY1983" fmla="*/ 2419833 h 4587875"/>
              <a:gd name="connsiteX1984" fmla="*/ 6613140 w 9408955"/>
              <a:gd name="connsiteY1984" fmla="*/ 2427195 h 4587875"/>
              <a:gd name="connsiteX1985" fmla="*/ 4852721 w 9408955"/>
              <a:gd name="connsiteY1985" fmla="*/ 2427217 h 4587875"/>
              <a:gd name="connsiteX1986" fmla="*/ 4893565 w 9408955"/>
              <a:gd name="connsiteY1986" fmla="*/ 2398259 h 4587875"/>
              <a:gd name="connsiteX1987" fmla="*/ 4844466 w 9408955"/>
              <a:gd name="connsiteY1987" fmla="*/ 2362654 h 4587875"/>
              <a:gd name="connsiteX1988" fmla="*/ 4835245 w 9408955"/>
              <a:gd name="connsiteY1988" fmla="*/ 2420484 h 4587875"/>
              <a:gd name="connsiteX1989" fmla="*/ 4852721 w 9408955"/>
              <a:gd name="connsiteY1989" fmla="*/ 2427217 h 4587875"/>
              <a:gd name="connsiteX1990" fmla="*/ 7218852 w 9408955"/>
              <a:gd name="connsiteY1990" fmla="*/ 2427235 h 4587875"/>
              <a:gd name="connsiteX1991" fmla="*/ 7255418 w 9408955"/>
              <a:gd name="connsiteY1991" fmla="*/ 2388925 h 4587875"/>
              <a:gd name="connsiteX1992" fmla="*/ 7192107 w 9408955"/>
              <a:gd name="connsiteY1992" fmla="*/ 2375407 h 4587875"/>
              <a:gd name="connsiteX1993" fmla="*/ 7199116 w 9408955"/>
              <a:gd name="connsiteY1993" fmla="*/ 2421003 h 4587875"/>
              <a:gd name="connsiteX1994" fmla="*/ 7218852 w 9408955"/>
              <a:gd name="connsiteY1994" fmla="*/ 2427235 h 4587875"/>
              <a:gd name="connsiteX1995" fmla="*/ 5585838 w 9408955"/>
              <a:gd name="connsiteY1995" fmla="*/ 2427278 h 4587875"/>
              <a:gd name="connsiteX1996" fmla="*/ 5613402 w 9408955"/>
              <a:gd name="connsiteY1996" fmla="*/ 2389863 h 4587875"/>
              <a:gd name="connsiteX1997" fmla="*/ 5546229 w 9408955"/>
              <a:gd name="connsiteY1997" fmla="*/ 2378007 h 4587875"/>
              <a:gd name="connsiteX1998" fmla="*/ 5568468 w 9408955"/>
              <a:gd name="connsiteY1998" fmla="*/ 2426341 h 4587875"/>
              <a:gd name="connsiteX1999" fmla="*/ 5585838 w 9408955"/>
              <a:gd name="connsiteY1999" fmla="*/ 2427278 h 4587875"/>
              <a:gd name="connsiteX2000" fmla="*/ 5486212 w 9408955"/>
              <a:gd name="connsiteY2000" fmla="*/ 2427312 h 4587875"/>
              <a:gd name="connsiteX2001" fmla="*/ 5508438 w 9408955"/>
              <a:gd name="connsiteY2001" fmla="*/ 2406036 h 4587875"/>
              <a:gd name="connsiteX2002" fmla="*/ 5467965 w 9408955"/>
              <a:gd name="connsiteY2002" fmla="*/ 2360034 h 4587875"/>
              <a:gd name="connsiteX2003" fmla="*/ 5454777 w 9408955"/>
              <a:gd name="connsiteY2003" fmla="*/ 2421677 h 4587875"/>
              <a:gd name="connsiteX2004" fmla="*/ 5486212 w 9408955"/>
              <a:gd name="connsiteY2004" fmla="*/ 2427312 h 4587875"/>
              <a:gd name="connsiteX2005" fmla="*/ 5176795 w 9408955"/>
              <a:gd name="connsiteY2005" fmla="*/ 2427405 h 4587875"/>
              <a:gd name="connsiteX2006" fmla="*/ 5200361 w 9408955"/>
              <a:gd name="connsiteY2006" fmla="*/ 2383933 h 4587875"/>
              <a:gd name="connsiteX2007" fmla="*/ 5150109 w 9408955"/>
              <a:gd name="connsiteY2007" fmla="*/ 2362542 h 4587875"/>
              <a:gd name="connsiteX2008" fmla="*/ 5158177 w 9408955"/>
              <a:gd name="connsiteY2008" fmla="*/ 2427175 h 4587875"/>
              <a:gd name="connsiteX2009" fmla="*/ 5176795 w 9408955"/>
              <a:gd name="connsiteY2009" fmla="*/ 2427405 h 4587875"/>
              <a:gd name="connsiteX2010" fmla="*/ 6712240 w 9408955"/>
              <a:gd name="connsiteY2010" fmla="*/ 2427441 h 4587875"/>
              <a:gd name="connsiteX2011" fmla="*/ 6741090 w 9408955"/>
              <a:gd name="connsiteY2011" fmla="*/ 2389445 h 4587875"/>
              <a:gd name="connsiteX2012" fmla="*/ 6682024 w 9408955"/>
              <a:gd name="connsiteY2012" fmla="*/ 2372390 h 4587875"/>
              <a:gd name="connsiteX2013" fmla="*/ 6693972 w 9408955"/>
              <a:gd name="connsiteY2013" fmla="*/ 2424453 h 4587875"/>
              <a:gd name="connsiteX2014" fmla="*/ 6712240 w 9408955"/>
              <a:gd name="connsiteY2014" fmla="*/ 2427441 h 4587875"/>
              <a:gd name="connsiteX2015" fmla="*/ 6502190 w 9408955"/>
              <a:gd name="connsiteY2015" fmla="*/ 2427555 h 4587875"/>
              <a:gd name="connsiteX2016" fmla="*/ 6536226 w 9408955"/>
              <a:gd name="connsiteY2016" fmla="*/ 2389499 h 4587875"/>
              <a:gd name="connsiteX2017" fmla="*/ 6476688 w 9408955"/>
              <a:gd name="connsiteY2017" fmla="*/ 2368927 h 4587875"/>
              <a:gd name="connsiteX2018" fmla="*/ 6483075 w 9408955"/>
              <a:gd name="connsiteY2018" fmla="*/ 2422412 h 4587875"/>
              <a:gd name="connsiteX2019" fmla="*/ 6502190 w 9408955"/>
              <a:gd name="connsiteY2019" fmla="*/ 2427555 h 4587875"/>
              <a:gd name="connsiteX2020" fmla="*/ 6397835 w 9408955"/>
              <a:gd name="connsiteY2020" fmla="*/ 2427558 h 4587875"/>
              <a:gd name="connsiteX2021" fmla="*/ 6434644 w 9408955"/>
              <a:gd name="connsiteY2021" fmla="*/ 2390617 h 4587875"/>
              <a:gd name="connsiteX2022" fmla="*/ 6382112 w 9408955"/>
              <a:gd name="connsiteY2022" fmla="*/ 2363268 h 4587875"/>
              <a:gd name="connsiteX2023" fmla="*/ 6378928 w 9408955"/>
              <a:gd name="connsiteY2023" fmla="*/ 2421873 h 4587875"/>
              <a:gd name="connsiteX2024" fmla="*/ 6397835 w 9408955"/>
              <a:gd name="connsiteY2024" fmla="*/ 2427558 h 4587875"/>
              <a:gd name="connsiteX2025" fmla="*/ 5367049 w 9408955"/>
              <a:gd name="connsiteY2025" fmla="*/ 2427596 h 4587875"/>
              <a:gd name="connsiteX2026" fmla="*/ 5405975 w 9408955"/>
              <a:gd name="connsiteY2026" fmla="*/ 2397492 h 4587875"/>
              <a:gd name="connsiteX2027" fmla="*/ 5365042 w 9408955"/>
              <a:gd name="connsiteY2027" fmla="*/ 2359551 h 4587875"/>
              <a:gd name="connsiteX2028" fmla="*/ 5350342 w 9408955"/>
              <a:gd name="connsiteY2028" fmla="*/ 2420256 h 4587875"/>
              <a:gd name="connsiteX2029" fmla="*/ 5367049 w 9408955"/>
              <a:gd name="connsiteY2029" fmla="*/ 2427596 h 4587875"/>
              <a:gd name="connsiteX2030" fmla="*/ 1773561 w 9408955"/>
              <a:gd name="connsiteY2030" fmla="*/ 2427658 h 4587875"/>
              <a:gd name="connsiteX2031" fmla="*/ 1809621 w 9408955"/>
              <a:gd name="connsiteY2031" fmla="*/ 2390441 h 4587875"/>
              <a:gd name="connsiteX2032" fmla="*/ 1745515 w 9408955"/>
              <a:gd name="connsiteY2032" fmla="*/ 2375964 h 4587875"/>
              <a:gd name="connsiteX2033" fmla="*/ 1754184 w 9408955"/>
              <a:gd name="connsiteY2033" fmla="*/ 2422109 h 4587875"/>
              <a:gd name="connsiteX2034" fmla="*/ 1773561 w 9408955"/>
              <a:gd name="connsiteY2034" fmla="*/ 2427658 h 4587875"/>
              <a:gd name="connsiteX2035" fmla="*/ 7324586 w 9408955"/>
              <a:gd name="connsiteY2035" fmla="*/ 2427877 h 4587875"/>
              <a:gd name="connsiteX2036" fmla="*/ 7354632 w 9408955"/>
              <a:gd name="connsiteY2036" fmla="*/ 2411510 h 4587875"/>
              <a:gd name="connsiteX2037" fmla="*/ 7350499 w 9408955"/>
              <a:gd name="connsiteY2037" fmla="*/ 2365658 h 4587875"/>
              <a:gd name="connsiteX2038" fmla="*/ 7301599 w 9408955"/>
              <a:gd name="connsiteY2038" fmla="*/ 2366114 h 4587875"/>
              <a:gd name="connsiteX2039" fmla="*/ 7294023 w 9408955"/>
              <a:gd name="connsiteY2039" fmla="*/ 2411738 h 4587875"/>
              <a:gd name="connsiteX2040" fmla="*/ 7324586 w 9408955"/>
              <a:gd name="connsiteY2040" fmla="*/ 2427877 h 4587875"/>
              <a:gd name="connsiteX2041" fmla="*/ 6085279 w 9408955"/>
              <a:gd name="connsiteY2041" fmla="*/ 2428020 h 4587875"/>
              <a:gd name="connsiteX2042" fmla="*/ 6125341 w 9408955"/>
              <a:gd name="connsiteY2042" fmla="*/ 2390604 h 4587875"/>
              <a:gd name="connsiteX2043" fmla="*/ 6061807 w 9408955"/>
              <a:gd name="connsiteY2043" fmla="*/ 2374219 h 4587875"/>
              <a:gd name="connsiteX2044" fmla="*/ 6066103 w 9408955"/>
              <a:gd name="connsiteY2044" fmla="*/ 2418988 h 4587875"/>
              <a:gd name="connsiteX2045" fmla="*/ 6085279 w 9408955"/>
              <a:gd name="connsiteY2045" fmla="*/ 2428020 h 4587875"/>
              <a:gd name="connsiteX2046" fmla="*/ 4652039 w 9408955"/>
              <a:gd name="connsiteY2046" fmla="*/ 2428286 h 4587875"/>
              <a:gd name="connsiteX2047" fmla="*/ 4686985 w 9408955"/>
              <a:gd name="connsiteY2047" fmla="*/ 2390653 h 4587875"/>
              <a:gd name="connsiteX2048" fmla="*/ 4626866 w 9408955"/>
              <a:gd name="connsiteY2048" fmla="*/ 2369508 h 4587875"/>
              <a:gd name="connsiteX2049" fmla="*/ 4633520 w 9408955"/>
              <a:gd name="connsiteY2049" fmla="*/ 2422712 h 4587875"/>
              <a:gd name="connsiteX2050" fmla="*/ 4652039 w 9408955"/>
              <a:gd name="connsiteY2050" fmla="*/ 2428286 h 4587875"/>
              <a:gd name="connsiteX2051" fmla="*/ 5988405 w 9408955"/>
              <a:gd name="connsiteY2051" fmla="*/ 2428288 h 4587875"/>
              <a:gd name="connsiteX2052" fmla="*/ 6023199 w 9408955"/>
              <a:gd name="connsiteY2052" fmla="*/ 2391105 h 4587875"/>
              <a:gd name="connsiteX2053" fmla="*/ 5959622 w 9408955"/>
              <a:gd name="connsiteY2053" fmla="*/ 2376250 h 4587875"/>
              <a:gd name="connsiteX2054" fmla="*/ 5969262 w 9408955"/>
              <a:gd name="connsiteY2054" fmla="*/ 2423329 h 4587875"/>
              <a:gd name="connsiteX2055" fmla="*/ 5988405 w 9408955"/>
              <a:gd name="connsiteY2055" fmla="*/ 2428288 h 4587875"/>
              <a:gd name="connsiteX2056" fmla="*/ 4758520 w 9408955"/>
              <a:gd name="connsiteY2056" fmla="*/ 2428335 h 4587875"/>
              <a:gd name="connsiteX2057" fmla="*/ 4790382 w 9408955"/>
              <a:gd name="connsiteY2057" fmla="*/ 2382837 h 4587875"/>
              <a:gd name="connsiteX2058" fmla="*/ 4728651 w 9408955"/>
              <a:gd name="connsiteY2058" fmla="*/ 2365323 h 4587875"/>
              <a:gd name="connsiteX2059" fmla="*/ 4737567 w 9408955"/>
              <a:gd name="connsiteY2059" fmla="*/ 2423165 h 4587875"/>
              <a:gd name="connsiteX2060" fmla="*/ 4758520 w 9408955"/>
              <a:gd name="connsiteY2060" fmla="*/ 2428335 h 4587875"/>
              <a:gd name="connsiteX2061" fmla="*/ 5069150 w 9408955"/>
              <a:gd name="connsiteY2061" fmla="*/ 2428427 h 4587875"/>
              <a:gd name="connsiteX2062" fmla="*/ 5097774 w 9408955"/>
              <a:gd name="connsiteY2062" fmla="*/ 2397796 h 4587875"/>
              <a:gd name="connsiteX2063" fmla="*/ 5051636 w 9408955"/>
              <a:gd name="connsiteY2063" fmla="*/ 2361493 h 4587875"/>
              <a:gd name="connsiteX2064" fmla="*/ 5054124 w 9408955"/>
              <a:gd name="connsiteY2064" fmla="*/ 2427163 h 4587875"/>
              <a:gd name="connsiteX2065" fmla="*/ 5069150 w 9408955"/>
              <a:gd name="connsiteY2065" fmla="*/ 2428427 h 4587875"/>
              <a:gd name="connsiteX2066" fmla="*/ 4348110 w 9408955"/>
              <a:gd name="connsiteY2066" fmla="*/ 2430462 h 4587875"/>
              <a:gd name="connsiteX2067" fmla="*/ 4370607 w 9408955"/>
              <a:gd name="connsiteY2067" fmla="*/ 2369456 h 4587875"/>
              <a:gd name="connsiteX2068" fmla="*/ 4310765 w 9408955"/>
              <a:gd name="connsiteY2068" fmla="*/ 2396898 h 4587875"/>
              <a:gd name="connsiteX2069" fmla="*/ 4348110 w 9408955"/>
              <a:gd name="connsiteY2069" fmla="*/ 2430462 h 4587875"/>
              <a:gd name="connsiteX2070" fmla="*/ 7542083 w 9408955"/>
              <a:gd name="connsiteY2070" fmla="*/ 2528954 h 4587875"/>
              <a:gd name="connsiteX2071" fmla="*/ 7562692 w 9408955"/>
              <a:gd name="connsiteY2071" fmla="*/ 2506689 h 4587875"/>
              <a:gd name="connsiteX2072" fmla="*/ 7519149 w 9408955"/>
              <a:gd name="connsiteY2072" fmla="*/ 2464633 h 4587875"/>
              <a:gd name="connsiteX2073" fmla="*/ 7510758 w 9408955"/>
              <a:gd name="connsiteY2073" fmla="*/ 2526255 h 4587875"/>
              <a:gd name="connsiteX2074" fmla="*/ 7542083 w 9408955"/>
              <a:gd name="connsiteY2074" fmla="*/ 2528954 h 4587875"/>
              <a:gd name="connsiteX2075" fmla="*/ 5379036 w 9408955"/>
              <a:gd name="connsiteY2075" fmla="*/ 2530234 h 4587875"/>
              <a:gd name="connsiteX2076" fmla="*/ 5377653 w 9408955"/>
              <a:gd name="connsiteY2076" fmla="*/ 2462913 h 4587875"/>
              <a:gd name="connsiteX2077" fmla="*/ 5337300 w 9408955"/>
              <a:gd name="connsiteY2077" fmla="*/ 2510674 h 4587875"/>
              <a:gd name="connsiteX2078" fmla="*/ 5379036 w 9408955"/>
              <a:gd name="connsiteY2078" fmla="*/ 2530234 h 4587875"/>
              <a:gd name="connsiteX2079" fmla="*/ 6710202 w 9408955"/>
              <a:gd name="connsiteY2079" fmla="*/ 2530608 h 4587875"/>
              <a:gd name="connsiteX2080" fmla="*/ 6733611 w 9408955"/>
              <a:gd name="connsiteY2080" fmla="*/ 2520912 h 4587875"/>
              <a:gd name="connsiteX2081" fmla="*/ 6707375 w 9408955"/>
              <a:gd name="connsiteY2081" fmla="*/ 2462682 h 4587875"/>
              <a:gd name="connsiteX2082" fmla="*/ 6686114 w 9408955"/>
              <a:gd name="connsiteY2082" fmla="*/ 2522732 h 4587875"/>
              <a:gd name="connsiteX2083" fmla="*/ 6710202 w 9408955"/>
              <a:gd name="connsiteY2083" fmla="*/ 2530608 h 4587875"/>
              <a:gd name="connsiteX2084" fmla="*/ 7319930 w 9408955"/>
              <a:gd name="connsiteY2084" fmla="*/ 2530708 h 4587875"/>
              <a:gd name="connsiteX2085" fmla="*/ 7358324 w 9408955"/>
              <a:gd name="connsiteY2085" fmla="*/ 2502065 h 4587875"/>
              <a:gd name="connsiteX2086" fmla="*/ 7313390 w 9408955"/>
              <a:gd name="connsiteY2086" fmla="*/ 2464117 h 4587875"/>
              <a:gd name="connsiteX2087" fmla="*/ 7303126 w 9408955"/>
              <a:gd name="connsiteY2087" fmla="*/ 2524696 h 4587875"/>
              <a:gd name="connsiteX2088" fmla="*/ 7319930 w 9408955"/>
              <a:gd name="connsiteY2088" fmla="*/ 2530708 h 4587875"/>
              <a:gd name="connsiteX2089" fmla="*/ 5575438 w 9408955"/>
              <a:gd name="connsiteY2089" fmla="*/ 2530900 h 4587875"/>
              <a:gd name="connsiteX2090" fmla="*/ 5612189 w 9408955"/>
              <a:gd name="connsiteY2090" fmla="*/ 2502065 h 4587875"/>
              <a:gd name="connsiteX2091" fmla="*/ 5560595 w 9408955"/>
              <a:gd name="connsiteY2091" fmla="*/ 2465717 h 4587875"/>
              <a:gd name="connsiteX2092" fmla="*/ 5559249 w 9408955"/>
              <a:gd name="connsiteY2092" fmla="*/ 2525839 h 4587875"/>
              <a:gd name="connsiteX2093" fmla="*/ 5575438 w 9408955"/>
              <a:gd name="connsiteY2093" fmla="*/ 2530900 h 4587875"/>
              <a:gd name="connsiteX2094" fmla="*/ 4444179 w 9408955"/>
              <a:gd name="connsiteY2094" fmla="*/ 2530962 h 4587875"/>
              <a:gd name="connsiteX2095" fmla="*/ 4481703 w 9408955"/>
              <a:gd name="connsiteY2095" fmla="*/ 2493842 h 4587875"/>
              <a:gd name="connsiteX2096" fmla="*/ 4419149 w 9408955"/>
              <a:gd name="connsiteY2096" fmla="*/ 2474972 h 4587875"/>
              <a:gd name="connsiteX2097" fmla="*/ 4424920 w 9408955"/>
              <a:gd name="connsiteY2097" fmla="*/ 2523853 h 4587875"/>
              <a:gd name="connsiteX2098" fmla="*/ 4444179 w 9408955"/>
              <a:gd name="connsiteY2098" fmla="*/ 2530962 h 4587875"/>
              <a:gd name="connsiteX2099" fmla="*/ 7425936 w 9408955"/>
              <a:gd name="connsiteY2099" fmla="*/ 2531015 h 4587875"/>
              <a:gd name="connsiteX2100" fmla="*/ 7460412 w 9408955"/>
              <a:gd name="connsiteY2100" fmla="*/ 2495663 h 4587875"/>
              <a:gd name="connsiteX2101" fmla="*/ 7397592 w 9408955"/>
              <a:gd name="connsiteY2101" fmla="*/ 2478783 h 4587875"/>
              <a:gd name="connsiteX2102" fmla="*/ 7407797 w 9408955"/>
              <a:gd name="connsiteY2102" fmla="*/ 2525821 h 4587875"/>
              <a:gd name="connsiteX2103" fmla="*/ 7425936 w 9408955"/>
              <a:gd name="connsiteY2103" fmla="*/ 2531015 h 4587875"/>
              <a:gd name="connsiteX2104" fmla="*/ 1665032 w 9408955"/>
              <a:gd name="connsiteY2104" fmla="*/ 2531062 h 4587875"/>
              <a:gd name="connsiteX2105" fmla="*/ 1703508 w 9408955"/>
              <a:gd name="connsiteY2105" fmla="*/ 2510729 h 4587875"/>
              <a:gd name="connsiteX2106" fmla="*/ 1695521 w 9408955"/>
              <a:gd name="connsiteY2106" fmla="*/ 2470920 h 4587875"/>
              <a:gd name="connsiteX2107" fmla="*/ 1647829 w 9408955"/>
              <a:gd name="connsiteY2107" fmla="*/ 2471148 h 4587875"/>
              <a:gd name="connsiteX2108" fmla="*/ 1650795 w 9408955"/>
              <a:gd name="connsiteY2108" fmla="*/ 2523998 h 4587875"/>
              <a:gd name="connsiteX2109" fmla="*/ 1665032 w 9408955"/>
              <a:gd name="connsiteY2109" fmla="*/ 2531062 h 4587875"/>
              <a:gd name="connsiteX2110" fmla="*/ 4551292 w 9408955"/>
              <a:gd name="connsiteY2110" fmla="*/ 2531119 h 4587875"/>
              <a:gd name="connsiteX2111" fmla="*/ 4572921 w 9408955"/>
              <a:gd name="connsiteY2111" fmla="*/ 2524324 h 4587875"/>
              <a:gd name="connsiteX2112" fmla="*/ 4549956 w 9408955"/>
              <a:gd name="connsiteY2112" fmla="*/ 2464042 h 4587875"/>
              <a:gd name="connsiteX2113" fmla="*/ 4529492 w 9408955"/>
              <a:gd name="connsiteY2113" fmla="*/ 2525461 h 4587875"/>
              <a:gd name="connsiteX2114" fmla="*/ 4551292 w 9408955"/>
              <a:gd name="connsiteY2114" fmla="*/ 2531119 h 4587875"/>
              <a:gd name="connsiteX2115" fmla="*/ 1366194 w 9408955"/>
              <a:gd name="connsiteY2115" fmla="*/ 2531147 h 4587875"/>
              <a:gd name="connsiteX2116" fmla="*/ 1400283 w 9408955"/>
              <a:gd name="connsiteY2116" fmla="*/ 2487980 h 4587875"/>
              <a:gd name="connsiteX2117" fmla="*/ 1333008 w 9408955"/>
              <a:gd name="connsiteY2117" fmla="*/ 2480063 h 4587875"/>
              <a:gd name="connsiteX2118" fmla="*/ 1346008 w 9408955"/>
              <a:gd name="connsiteY2118" fmla="*/ 2525305 h 4587875"/>
              <a:gd name="connsiteX2119" fmla="*/ 1366194 w 9408955"/>
              <a:gd name="connsiteY2119" fmla="*/ 2531147 h 4587875"/>
              <a:gd name="connsiteX2120" fmla="*/ 1771743 w 9408955"/>
              <a:gd name="connsiteY2120" fmla="*/ 2531158 h 4587875"/>
              <a:gd name="connsiteX2121" fmla="*/ 1809542 w 9408955"/>
              <a:gd name="connsiteY2121" fmla="*/ 2502807 h 4587875"/>
              <a:gd name="connsiteX2122" fmla="*/ 1762353 w 9408955"/>
              <a:gd name="connsiteY2122" fmla="*/ 2464706 h 4587875"/>
              <a:gd name="connsiteX2123" fmla="*/ 1754951 w 9408955"/>
              <a:gd name="connsiteY2123" fmla="*/ 2525712 h 4587875"/>
              <a:gd name="connsiteX2124" fmla="*/ 1771743 w 9408955"/>
              <a:gd name="connsiteY2124" fmla="*/ 2531158 h 4587875"/>
              <a:gd name="connsiteX2125" fmla="*/ 5679877 w 9408955"/>
              <a:gd name="connsiteY2125" fmla="*/ 2531236 h 4587875"/>
              <a:gd name="connsiteX2126" fmla="*/ 5715944 w 9408955"/>
              <a:gd name="connsiteY2126" fmla="*/ 2494877 h 4587875"/>
              <a:gd name="connsiteX2127" fmla="*/ 5650968 w 9408955"/>
              <a:gd name="connsiteY2127" fmla="*/ 2477054 h 4587875"/>
              <a:gd name="connsiteX2128" fmla="*/ 5661034 w 9408955"/>
              <a:gd name="connsiteY2128" fmla="*/ 2526689 h 4587875"/>
              <a:gd name="connsiteX2129" fmla="*/ 5679877 w 9408955"/>
              <a:gd name="connsiteY2129" fmla="*/ 2531236 h 4587875"/>
              <a:gd name="connsiteX2130" fmla="*/ 2080641 w 9408955"/>
              <a:gd name="connsiteY2130" fmla="*/ 2531277 h 4587875"/>
              <a:gd name="connsiteX2131" fmla="*/ 2119816 w 9408955"/>
              <a:gd name="connsiteY2131" fmla="*/ 2495090 h 4587875"/>
              <a:gd name="connsiteX2132" fmla="*/ 2051086 w 9408955"/>
              <a:gd name="connsiteY2132" fmla="*/ 2480502 h 4587875"/>
              <a:gd name="connsiteX2133" fmla="*/ 2061538 w 9408955"/>
              <a:gd name="connsiteY2133" fmla="*/ 2524492 h 4587875"/>
              <a:gd name="connsiteX2134" fmla="*/ 2080641 w 9408955"/>
              <a:gd name="connsiteY2134" fmla="*/ 2531277 h 4587875"/>
              <a:gd name="connsiteX2135" fmla="*/ 5065098 w 9408955"/>
              <a:gd name="connsiteY2135" fmla="*/ 2531331 h 4587875"/>
              <a:gd name="connsiteX2136" fmla="*/ 5096682 w 9408955"/>
              <a:gd name="connsiteY2136" fmla="*/ 2487016 h 4587875"/>
              <a:gd name="connsiteX2137" fmla="*/ 5031062 w 9408955"/>
              <a:gd name="connsiteY2137" fmla="*/ 2486334 h 4587875"/>
              <a:gd name="connsiteX2138" fmla="*/ 5044818 w 9408955"/>
              <a:gd name="connsiteY2138" fmla="*/ 2525895 h 4587875"/>
              <a:gd name="connsiteX2139" fmla="*/ 5065098 w 9408955"/>
              <a:gd name="connsiteY2139" fmla="*/ 2531331 h 4587875"/>
              <a:gd name="connsiteX2140" fmla="*/ 5472674 w 9408955"/>
              <a:gd name="connsiteY2140" fmla="*/ 2531336 h 4587875"/>
              <a:gd name="connsiteX2141" fmla="*/ 5509817 w 9408955"/>
              <a:gd name="connsiteY2141" fmla="*/ 2494496 h 4587875"/>
              <a:gd name="connsiteX2142" fmla="*/ 5461005 w 9408955"/>
              <a:gd name="connsiteY2142" fmla="*/ 2464549 h 4587875"/>
              <a:gd name="connsiteX2143" fmla="*/ 5454163 w 9408955"/>
              <a:gd name="connsiteY2143" fmla="*/ 2525585 h 4587875"/>
              <a:gd name="connsiteX2144" fmla="*/ 5472674 w 9408955"/>
              <a:gd name="connsiteY2144" fmla="*/ 2531336 h 4587875"/>
              <a:gd name="connsiteX2145" fmla="*/ 5788993 w 9408955"/>
              <a:gd name="connsiteY2145" fmla="*/ 2531466 h 4587875"/>
              <a:gd name="connsiteX2146" fmla="*/ 5813579 w 9408955"/>
              <a:gd name="connsiteY2146" fmla="*/ 2516758 h 4587875"/>
              <a:gd name="connsiteX2147" fmla="*/ 5790317 w 9408955"/>
              <a:gd name="connsiteY2147" fmla="*/ 2463397 h 4587875"/>
              <a:gd name="connsiteX2148" fmla="*/ 5761298 w 9408955"/>
              <a:gd name="connsiteY2148" fmla="*/ 2524283 h 4587875"/>
              <a:gd name="connsiteX2149" fmla="*/ 5788993 w 9408955"/>
              <a:gd name="connsiteY2149" fmla="*/ 2531466 h 4587875"/>
              <a:gd name="connsiteX2150" fmla="*/ 6190742 w 9408955"/>
              <a:gd name="connsiteY2150" fmla="*/ 2531548 h 4587875"/>
              <a:gd name="connsiteX2151" fmla="*/ 6228032 w 9408955"/>
              <a:gd name="connsiteY2151" fmla="*/ 2488366 h 4587875"/>
              <a:gd name="connsiteX2152" fmla="*/ 6162079 w 9408955"/>
              <a:gd name="connsiteY2152" fmla="*/ 2480310 h 4587875"/>
              <a:gd name="connsiteX2153" fmla="*/ 6170494 w 9408955"/>
              <a:gd name="connsiteY2153" fmla="*/ 2523815 h 4587875"/>
              <a:gd name="connsiteX2154" fmla="*/ 6190742 w 9408955"/>
              <a:gd name="connsiteY2154" fmla="*/ 2531548 h 4587875"/>
              <a:gd name="connsiteX2155" fmla="*/ 1467187 w 9408955"/>
              <a:gd name="connsiteY2155" fmla="*/ 2531564 h 4587875"/>
              <a:gd name="connsiteX2156" fmla="*/ 1500720 w 9408955"/>
              <a:gd name="connsiteY2156" fmla="*/ 2494899 h 4587875"/>
              <a:gd name="connsiteX2157" fmla="*/ 1457260 w 9408955"/>
              <a:gd name="connsiteY2157" fmla="*/ 2465127 h 4587875"/>
              <a:gd name="connsiteX2158" fmla="*/ 1448751 w 9408955"/>
              <a:gd name="connsiteY2158" fmla="*/ 2525799 h 4587875"/>
              <a:gd name="connsiteX2159" fmla="*/ 1467187 w 9408955"/>
              <a:gd name="connsiteY2159" fmla="*/ 2531564 h 4587875"/>
              <a:gd name="connsiteX2160" fmla="*/ 6499655 w 9408955"/>
              <a:gd name="connsiteY2160" fmla="*/ 2531589 h 4587875"/>
              <a:gd name="connsiteX2161" fmla="*/ 6535543 w 9408955"/>
              <a:gd name="connsiteY2161" fmla="*/ 2502974 h 4587875"/>
              <a:gd name="connsiteX2162" fmla="*/ 6490387 w 9408955"/>
              <a:gd name="connsiteY2162" fmla="*/ 2464791 h 4587875"/>
              <a:gd name="connsiteX2163" fmla="*/ 6483317 w 9408955"/>
              <a:gd name="connsiteY2163" fmla="*/ 2526752 h 4587875"/>
              <a:gd name="connsiteX2164" fmla="*/ 6499655 w 9408955"/>
              <a:gd name="connsiteY2164" fmla="*/ 2531589 h 4587875"/>
              <a:gd name="connsiteX2165" fmla="*/ 6296725 w 9408955"/>
              <a:gd name="connsiteY2165" fmla="*/ 2531609 h 4587875"/>
              <a:gd name="connsiteX2166" fmla="*/ 6331604 w 9408955"/>
              <a:gd name="connsiteY2166" fmla="*/ 2486493 h 4587875"/>
              <a:gd name="connsiteX2167" fmla="*/ 6265996 w 9408955"/>
              <a:gd name="connsiteY2167" fmla="*/ 2480552 h 4587875"/>
              <a:gd name="connsiteX2168" fmla="*/ 6275597 w 9408955"/>
              <a:gd name="connsiteY2168" fmla="*/ 2524654 h 4587875"/>
              <a:gd name="connsiteX2169" fmla="*/ 6296725 w 9408955"/>
              <a:gd name="connsiteY2169" fmla="*/ 2531609 h 4587875"/>
              <a:gd name="connsiteX2170" fmla="*/ 4239364 w 9408955"/>
              <a:gd name="connsiteY2170" fmla="*/ 2531651 h 4587875"/>
              <a:gd name="connsiteX2171" fmla="*/ 4277004 w 9408955"/>
              <a:gd name="connsiteY2171" fmla="*/ 2501673 h 4587875"/>
              <a:gd name="connsiteX2172" fmla="*/ 4224472 w 9408955"/>
              <a:gd name="connsiteY2172" fmla="*/ 2467202 h 4587875"/>
              <a:gd name="connsiteX2173" fmla="*/ 4222652 w 9408955"/>
              <a:gd name="connsiteY2173" fmla="*/ 2526393 h 4587875"/>
              <a:gd name="connsiteX2174" fmla="*/ 4239364 w 9408955"/>
              <a:gd name="connsiteY2174" fmla="*/ 2531651 h 4587875"/>
              <a:gd name="connsiteX2175" fmla="*/ 5987253 w 9408955"/>
              <a:gd name="connsiteY2175" fmla="*/ 2531667 h 4587875"/>
              <a:gd name="connsiteX2176" fmla="*/ 6021875 w 9408955"/>
              <a:gd name="connsiteY2176" fmla="*/ 2494966 h 4587875"/>
              <a:gd name="connsiteX2177" fmla="*/ 5962550 w 9408955"/>
              <a:gd name="connsiteY2177" fmla="*/ 2474169 h 4587875"/>
              <a:gd name="connsiteX2178" fmla="*/ 5968938 w 9408955"/>
              <a:gd name="connsiteY2178" fmla="*/ 2525818 h 4587875"/>
              <a:gd name="connsiteX2179" fmla="*/ 5987253 w 9408955"/>
              <a:gd name="connsiteY2179" fmla="*/ 2531667 h 4587875"/>
              <a:gd name="connsiteX2180" fmla="*/ 6806421 w 9408955"/>
              <a:gd name="connsiteY2180" fmla="*/ 2531675 h 4587875"/>
              <a:gd name="connsiteX2181" fmla="*/ 6844650 w 9408955"/>
              <a:gd name="connsiteY2181" fmla="*/ 2502899 h 4587875"/>
              <a:gd name="connsiteX2182" fmla="*/ 6799037 w 9408955"/>
              <a:gd name="connsiteY2182" fmla="*/ 2464184 h 4587875"/>
              <a:gd name="connsiteX2183" fmla="*/ 6789915 w 9408955"/>
              <a:gd name="connsiteY2183" fmla="*/ 2525252 h 4587875"/>
              <a:gd name="connsiteX2184" fmla="*/ 6806421 w 9408955"/>
              <a:gd name="connsiteY2184" fmla="*/ 2531675 h 4587875"/>
              <a:gd name="connsiteX2185" fmla="*/ 6398101 w 9408955"/>
              <a:gd name="connsiteY2185" fmla="*/ 2531711 h 4587875"/>
              <a:gd name="connsiteX2186" fmla="*/ 6434929 w 9408955"/>
              <a:gd name="connsiteY2186" fmla="*/ 2495083 h 4587875"/>
              <a:gd name="connsiteX2187" fmla="*/ 6374165 w 9408955"/>
              <a:gd name="connsiteY2187" fmla="*/ 2474237 h 4587875"/>
              <a:gd name="connsiteX2188" fmla="*/ 6379771 w 9408955"/>
              <a:gd name="connsiteY2188" fmla="*/ 2525551 h 4587875"/>
              <a:gd name="connsiteX2189" fmla="*/ 6398101 w 9408955"/>
              <a:gd name="connsiteY2189" fmla="*/ 2531711 h 4587875"/>
              <a:gd name="connsiteX2190" fmla="*/ 1877987 w 9408955"/>
              <a:gd name="connsiteY2190" fmla="*/ 2531738 h 4587875"/>
              <a:gd name="connsiteX2191" fmla="*/ 1913974 w 9408955"/>
              <a:gd name="connsiteY2191" fmla="*/ 2494846 h 4587875"/>
              <a:gd name="connsiteX2192" fmla="*/ 1851718 w 9408955"/>
              <a:gd name="connsiteY2192" fmla="*/ 2472621 h 4587875"/>
              <a:gd name="connsiteX2193" fmla="*/ 1859269 w 9408955"/>
              <a:gd name="connsiteY2193" fmla="*/ 2526236 h 4587875"/>
              <a:gd name="connsiteX2194" fmla="*/ 1877987 w 9408955"/>
              <a:gd name="connsiteY2194" fmla="*/ 2531738 h 4587875"/>
              <a:gd name="connsiteX2195" fmla="*/ 7216847 w 9408955"/>
              <a:gd name="connsiteY2195" fmla="*/ 2531776 h 4587875"/>
              <a:gd name="connsiteX2196" fmla="*/ 7255850 w 9408955"/>
              <a:gd name="connsiteY2196" fmla="*/ 2503418 h 4587875"/>
              <a:gd name="connsiteX2197" fmla="*/ 7213895 w 9408955"/>
              <a:gd name="connsiteY2197" fmla="*/ 2464779 h 4587875"/>
              <a:gd name="connsiteX2198" fmla="*/ 7200288 w 9408955"/>
              <a:gd name="connsiteY2198" fmla="*/ 2525139 h 4587875"/>
              <a:gd name="connsiteX2199" fmla="*/ 7216847 w 9408955"/>
              <a:gd name="connsiteY2199" fmla="*/ 2531776 h 4587875"/>
              <a:gd name="connsiteX2200" fmla="*/ 5881552 w 9408955"/>
              <a:gd name="connsiteY2200" fmla="*/ 2531786 h 4587875"/>
              <a:gd name="connsiteX2201" fmla="*/ 5919652 w 9408955"/>
              <a:gd name="connsiteY2201" fmla="*/ 2503391 h 4587875"/>
              <a:gd name="connsiteX2202" fmla="*/ 5873969 w 9408955"/>
              <a:gd name="connsiteY2202" fmla="*/ 2465417 h 4587875"/>
              <a:gd name="connsiteX2203" fmla="*/ 5865149 w 9408955"/>
              <a:gd name="connsiteY2203" fmla="*/ 2525675 h 4587875"/>
              <a:gd name="connsiteX2204" fmla="*/ 5881552 w 9408955"/>
              <a:gd name="connsiteY2204" fmla="*/ 2531786 h 4587875"/>
              <a:gd name="connsiteX2205" fmla="*/ 4757838 w 9408955"/>
              <a:gd name="connsiteY2205" fmla="*/ 2531786 h 4587875"/>
              <a:gd name="connsiteX2206" fmla="*/ 4790872 w 9408955"/>
              <a:gd name="connsiteY2206" fmla="*/ 2488273 h 4587875"/>
              <a:gd name="connsiteX2207" fmla="*/ 4730435 w 9408955"/>
              <a:gd name="connsiteY2207" fmla="*/ 2471504 h 4587875"/>
              <a:gd name="connsiteX2208" fmla="*/ 4737961 w 9408955"/>
              <a:gd name="connsiteY2208" fmla="*/ 2526865 h 4587875"/>
              <a:gd name="connsiteX2209" fmla="*/ 4757838 w 9408955"/>
              <a:gd name="connsiteY2209" fmla="*/ 2531786 h 4587875"/>
              <a:gd name="connsiteX2210" fmla="*/ 1983014 w 9408955"/>
              <a:gd name="connsiteY2210" fmla="*/ 2531792 h 4587875"/>
              <a:gd name="connsiteX2211" fmla="*/ 2016147 w 9408955"/>
              <a:gd name="connsiteY2211" fmla="*/ 2488515 h 4587875"/>
              <a:gd name="connsiteX2212" fmla="*/ 1948373 w 9408955"/>
              <a:gd name="connsiteY2212" fmla="*/ 2481395 h 4587875"/>
              <a:gd name="connsiteX2213" fmla="*/ 1962899 w 9408955"/>
              <a:gd name="connsiteY2213" fmla="*/ 2526639 h 4587875"/>
              <a:gd name="connsiteX2214" fmla="*/ 1983014 w 9408955"/>
              <a:gd name="connsiteY2214" fmla="*/ 2531792 h 4587875"/>
              <a:gd name="connsiteX2215" fmla="*/ 4338693 w 9408955"/>
              <a:gd name="connsiteY2215" fmla="*/ 2531842 h 4587875"/>
              <a:gd name="connsiteX2216" fmla="*/ 4378604 w 9408955"/>
              <a:gd name="connsiteY2216" fmla="*/ 2501737 h 4587875"/>
              <a:gd name="connsiteX2217" fmla="*/ 4335850 w 9408955"/>
              <a:gd name="connsiteY2217" fmla="*/ 2463508 h 4587875"/>
              <a:gd name="connsiteX2218" fmla="*/ 4321978 w 9408955"/>
              <a:gd name="connsiteY2218" fmla="*/ 2523979 h 4587875"/>
              <a:gd name="connsiteX2219" fmla="*/ 4338693 w 9408955"/>
              <a:gd name="connsiteY2219" fmla="*/ 2531842 h 4587875"/>
              <a:gd name="connsiteX2220" fmla="*/ 7120990 w 9408955"/>
              <a:gd name="connsiteY2220" fmla="*/ 2531936 h 4587875"/>
              <a:gd name="connsiteX2221" fmla="*/ 7153369 w 9408955"/>
              <a:gd name="connsiteY2221" fmla="*/ 2488698 h 4587875"/>
              <a:gd name="connsiteX2222" fmla="*/ 7090491 w 9408955"/>
              <a:gd name="connsiteY2222" fmla="*/ 2476232 h 4587875"/>
              <a:gd name="connsiteX2223" fmla="*/ 7101122 w 9408955"/>
              <a:gd name="connsiteY2223" fmla="*/ 2526786 h 4587875"/>
              <a:gd name="connsiteX2224" fmla="*/ 7120990 w 9408955"/>
              <a:gd name="connsiteY2224" fmla="*/ 2531936 h 4587875"/>
              <a:gd name="connsiteX2225" fmla="*/ 6912494 w 9408955"/>
              <a:gd name="connsiteY2225" fmla="*/ 2532010 h 4587875"/>
              <a:gd name="connsiteX2226" fmla="*/ 6947676 w 9408955"/>
              <a:gd name="connsiteY2226" fmla="*/ 2495072 h 4587875"/>
              <a:gd name="connsiteX2227" fmla="*/ 6900599 w 9408955"/>
              <a:gd name="connsiteY2227" fmla="*/ 2465202 h 4587875"/>
              <a:gd name="connsiteX2228" fmla="*/ 6894322 w 9408955"/>
              <a:gd name="connsiteY2228" fmla="*/ 2526994 h 4587875"/>
              <a:gd name="connsiteX2229" fmla="*/ 6912494 w 9408955"/>
              <a:gd name="connsiteY2229" fmla="*/ 2532010 h 4587875"/>
              <a:gd name="connsiteX2230" fmla="*/ 7016531 w 9408955"/>
              <a:gd name="connsiteY2230" fmla="*/ 2532047 h 4587875"/>
              <a:gd name="connsiteX2231" fmla="*/ 7052369 w 9408955"/>
              <a:gd name="connsiteY2231" fmla="*/ 2494724 h 4587875"/>
              <a:gd name="connsiteX2232" fmla="*/ 6999237 w 9408955"/>
              <a:gd name="connsiteY2232" fmla="*/ 2467292 h 4587875"/>
              <a:gd name="connsiteX2233" fmla="*/ 6997857 w 9408955"/>
              <a:gd name="connsiteY2233" fmla="*/ 2526957 h 4587875"/>
              <a:gd name="connsiteX2234" fmla="*/ 7016531 w 9408955"/>
              <a:gd name="connsiteY2234" fmla="*/ 2532047 h 4587875"/>
              <a:gd name="connsiteX2235" fmla="*/ 6091116 w 9408955"/>
              <a:gd name="connsiteY2235" fmla="*/ 2532076 h 4587875"/>
              <a:gd name="connsiteX2236" fmla="*/ 6125986 w 9408955"/>
              <a:gd name="connsiteY2236" fmla="*/ 2495655 h 4587875"/>
              <a:gd name="connsiteX2237" fmla="*/ 6074203 w 9408955"/>
              <a:gd name="connsiteY2237" fmla="*/ 2467231 h 4587875"/>
              <a:gd name="connsiteX2238" fmla="*/ 6072834 w 9408955"/>
              <a:gd name="connsiteY2238" fmla="*/ 2526807 h 4587875"/>
              <a:gd name="connsiteX2239" fmla="*/ 6091116 w 9408955"/>
              <a:gd name="connsiteY2239" fmla="*/ 2532076 h 4587875"/>
              <a:gd name="connsiteX2240" fmla="*/ 5270621 w 9408955"/>
              <a:gd name="connsiteY2240" fmla="*/ 2532094 h 4587875"/>
              <a:gd name="connsiteX2241" fmla="*/ 5303442 w 9408955"/>
              <a:gd name="connsiteY2241" fmla="*/ 2495066 h 4587875"/>
              <a:gd name="connsiteX2242" fmla="*/ 5244525 w 9408955"/>
              <a:gd name="connsiteY2242" fmla="*/ 2472378 h 4587875"/>
              <a:gd name="connsiteX2243" fmla="*/ 5252487 w 9408955"/>
              <a:gd name="connsiteY2243" fmla="*/ 2527150 h 4587875"/>
              <a:gd name="connsiteX2244" fmla="*/ 5270621 w 9408955"/>
              <a:gd name="connsiteY2244" fmla="*/ 2532094 h 4587875"/>
              <a:gd name="connsiteX2245" fmla="*/ 4652865 w 9408955"/>
              <a:gd name="connsiteY2245" fmla="*/ 2532169 h 4587875"/>
              <a:gd name="connsiteX2246" fmla="*/ 4687276 w 9408955"/>
              <a:gd name="connsiteY2246" fmla="*/ 2495432 h 4587875"/>
              <a:gd name="connsiteX2247" fmla="*/ 4626270 w 9408955"/>
              <a:gd name="connsiteY2247" fmla="*/ 2474060 h 4587875"/>
              <a:gd name="connsiteX2248" fmla="*/ 4634435 w 9408955"/>
              <a:gd name="connsiteY2248" fmla="*/ 2527036 h 4587875"/>
              <a:gd name="connsiteX2249" fmla="*/ 4652865 w 9408955"/>
              <a:gd name="connsiteY2249" fmla="*/ 2532169 h 4587875"/>
              <a:gd name="connsiteX2250" fmla="*/ 6604119 w 9408955"/>
              <a:gd name="connsiteY2250" fmla="*/ 2532260 h 4587875"/>
              <a:gd name="connsiteX2251" fmla="*/ 6639901 w 9408955"/>
              <a:gd name="connsiteY2251" fmla="*/ 2501043 h 4587875"/>
              <a:gd name="connsiteX2252" fmla="*/ 6595451 w 9408955"/>
              <a:gd name="connsiteY2252" fmla="*/ 2463700 h 4587875"/>
              <a:gd name="connsiteX2253" fmla="*/ 6587287 w 9408955"/>
              <a:gd name="connsiteY2253" fmla="*/ 2527322 h 4587875"/>
              <a:gd name="connsiteX2254" fmla="*/ 6604119 w 9408955"/>
              <a:gd name="connsiteY2254" fmla="*/ 2532260 h 4587875"/>
              <a:gd name="connsiteX2255" fmla="*/ 1568433 w 9408955"/>
              <a:gd name="connsiteY2255" fmla="*/ 2532332 h 4587875"/>
              <a:gd name="connsiteX2256" fmla="*/ 1603550 w 9408955"/>
              <a:gd name="connsiteY2256" fmla="*/ 2486201 h 4587875"/>
              <a:gd name="connsiteX2257" fmla="*/ 1541524 w 9408955"/>
              <a:gd name="connsiteY2257" fmla="*/ 2475327 h 4587875"/>
              <a:gd name="connsiteX2258" fmla="*/ 1547058 w 9408955"/>
              <a:gd name="connsiteY2258" fmla="*/ 2524372 h 4587875"/>
              <a:gd name="connsiteX2259" fmla="*/ 1568433 w 9408955"/>
              <a:gd name="connsiteY2259" fmla="*/ 2532332 h 4587875"/>
              <a:gd name="connsiteX2260" fmla="*/ 2184982 w 9408955"/>
              <a:gd name="connsiteY2260" fmla="*/ 2532499 h 4587875"/>
              <a:gd name="connsiteX2261" fmla="*/ 2221251 w 9408955"/>
              <a:gd name="connsiteY2261" fmla="*/ 2495059 h 4587875"/>
              <a:gd name="connsiteX2262" fmla="*/ 2159234 w 9408955"/>
              <a:gd name="connsiteY2262" fmla="*/ 2474438 h 4587875"/>
              <a:gd name="connsiteX2263" fmla="*/ 2166098 w 9408955"/>
              <a:gd name="connsiteY2263" fmla="*/ 2525762 h 4587875"/>
              <a:gd name="connsiteX2264" fmla="*/ 2184982 w 9408955"/>
              <a:gd name="connsiteY2264" fmla="*/ 2532499 h 4587875"/>
              <a:gd name="connsiteX2265" fmla="*/ 7631492 w 9408955"/>
              <a:gd name="connsiteY2265" fmla="*/ 2535237 h 4587875"/>
              <a:gd name="connsiteX2266" fmla="*/ 7667399 w 9408955"/>
              <a:gd name="connsiteY2266" fmla="*/ 2487521 h 4587875"/>
              <a:gd name="connsiteX2267" fmla="*/ 7598786 w 9408955"/>
              <a:gd name="connsiteY2267" fmla="*/ 2494666 h 4587875"/>
              <a:gd name="connsiteX2268" fmla="*/ 7631492 w 9408955"/>
              <a:gd name="connsiteY2268" fmla="*/ 2535237 h 4587875"/>
              <a:gd name="connsiteX2269" fmla="*/ 4960766 w 9408955"/>
              <a:gd name="connsiteY2269" fmla="*/ 2535237 h 4587875"/>
              <a:gd name="connsiteX2270" fmla="*/ 4995432 w 9408955"/>
              <a:gd name="connsiteY2270" fmla="*/ 2488673 h 4587875"/>
              <a:gd name="connsiteX2271" fmla="*/ 4926100 w 9408955"/>
              <a:gd name="connsiteY2271" fmla="*/ 2495358 h 4587875"/>
              <a:gd name="connsiteX2272" fmla="*/ 4960766 w 9408955"/>
              <a:gd name="connsiteY2272" fmla="*/ 2535237 h 4587875"/>
              <a:gd name="connsiteX2273" fmla="*/ 8037668 w 9408955"/>
              <a:gd name="connsiteY2273" fmla="*/ 2620055 h 4587875"/>
              <a:gd name="connsiteX2274" fmla="*/ 8049729 w 9408955"/>
              <a:gd name="connsiteY2274" fmla="*/ 2579007 h 4587875"/>
              <a:gd name="connsiteX2275" fmla="*/ 8037668 w 9408955"/>
              <a:gd name="connsiteY2275" fmla="*/ 2620055 h 4587875"/>
              <a:gd name="connsiteX2276" fmla="*/ 5384540 w 9408955"/>
              <a:gd name="connsiteY2276" fmla="*/ 2621981 h 4587875"/>
              <a:gd name="connsiteX2277" fmla="*/ 5396859 w 9408955"/>
              <a:gd name="connsiteY2277" fmla="*/ 2599785 h 4587875"/>
              <a:gd name="connsiteX2278" fmla="*/ 5348613 w 9408955"/>
              <a:gd name="connsiteY2278" fmla="*/ 2585808 h 4587875"/>
              <a:gd name="connsiteX2279" fmla="*/ 5357988 w 9408955"/>
              <a:gd name="connsiteY2279" fmla="*/ 2621322 h 4587875"/>
              <a:gd name="connsiteX2280" fmla="*/ 5384540 w 9408955"/>
              <a:gd name="connsiteY2280" fmla="*/ 2621981 h 4587875"/>
              <a:gd name="connsiteX2281" fmla="*/ 7440624 w 9408955"/>
              <a:gd name="connsiteY2281" fmla="*/ 2631921 h 4587875"/>
              <a:gd name="connsiteX2282" fmla="*/ 7459924 w 9408955"/>
              <a:gd name="connsiteY2282" fmla="*/ 2607762 h 4587875"/>
              <a:gd name="connsiteX2283" fmla="*/ 7422066 w 9408955"/>
              <a:gd name="connsiteY2283" fmla="*/ 2564236 h 4587875"/>
              <a:gd name="connsiteX2284" fmla="*/ 7408154 w 9408955"/>
              <a:gd name="connsiteY2284" fmla="*/ 2630540 h 4587875"/>
              <a:gd name="connsiteX2285" fmla="*/ 7440624 w 9408955"/>
              <a:gd name="connsiteY2285" fmla="*/ 2631921 h 4587875"/>
              <a:gd name="connsiteX2286" fmla="*/ 6103781 w 9408955"/>
              <a:gd name="connsiteY2286" fmla="*/ 2632624 h 4587875"/>
              <a:gd name="connsiteX2287" fmla="*/ 6124617 w 9408955"/>
              <a:gd name="connsiteY2287" fmla="*/ 2613279 h 4587875"/>
              <a:gd name="connsiteX2288" fmla="*/ 6081182 w 9408955"/>
              <a:gd name="connsiteY2288" fmla="*/ 2565045 h 4587875"/>
              <a:gd name="connsiteX2289" fmla="*/ 6074587 w 9408955"/>
              <a:gd name="connsiteY2289" fmla="*/ 2630196 h 4587875"/>
              <a:gd name="connsiteX2290" fmla="*/ 6103781 w 9408955"/>
              <a:gd name="connsiteY2290" fmla="*/ 2632624 h 4587875"/>
              <a:gd name="connsiteX2291" fmla="*/ 1476923 w 9408955"/>
              <a:gd name="connsiteY2291" fmla="*/ 2632686 h 4587875"/>
              <a:gd name="connsiteX2292" fmla="*/ 1500042 w 9408955"/>
              <a:gd name="connsiteY2292" fmla="*/ 2611051 h 4587875"/>
              <a:gd name="connsiteX2293" fmla="*/ 1471781 w 9408955"/>
              <a:gd name="connsiteY2293" fmla="*/ 2562935 h 4587875"/>
              <a:gd name="connsiteX2294" fmla="*/ 1444666 w 9408955"/>
              <a:gd name="connsiteY2294" fmla="*/ 2625418 h 4587875"/>
              <a:gd name="connsiteX2295" fmla="*/ 1476923 w 9408955"/>
              <a:gd name="connsiteY2295" fmla="*/ 2632686 h 4587875"/>
              <a:gd name="connsiteX2296" fmla="*/ 1887415 w 9408955"/>
              <a:gd name="connsiteY2296" fmla="*/ 2632710 h 4587875"/>
              <a:gd name="connsiteX2297" fmla="*/ 1908365 w 9408955"/>
              <a:gd name="connsiteY2297" fmla="*/ 2617389 h 4587875"/>
              <a:gd name="connsiteX2298" fmla="*/ 1873983 w 9408955"/>
              <a:gd name="connsiteY2298" fmla="*/ 2563794 h 4587875"/>
              <a:gd name="connsiteX2299" fmla="*/ 1860863 w 9408955"/>
              <a:gd name="connsiteY2299" fmla="*/ 2630053 h 4587875"/>
              <a:gd name="connsiteX2300" fmla="*/ 1887415 w 9408955"/>
              <a:gd name="connsiteY2300" fmla="*/ 2632710 h 4587875"/>
              <a:gd name="connsiteX2301" fmla="*/ 5484670 w 9408955"/>
              <a:gd name="connsiteY2301" fmla="*/ 2632886 h 4587875"/>
              <a:gd name="connsiteX2302" fmla="*/ 5506924 w 9408955"/>
              <a:gd name="connsiteY2302" fmla="*/ 2613345 h 4587875"/>
              <a:gd name="connsiteX2303" fmla="*/ 5467872 w 9408955"/>
              <a:gd name="connsiteY2303" fmla="*/ 2563690 h 4587875"/>
              <a:gd name="connsiteX2304" fmla="*/ 5455008 w 9408955"/>
              <a:gd name="connsiteY2304" fmla="*/ 2628978 h 4587875"/>
              <a:gd name="connsiteX2305" fmla="*/ 5484670 w 9408955"/>
              <a:gd name="connsiteY2305" fmla="*/ 2632886 h 4587875"/>
              <a:gd name="connsiteX2306" fmla="*/ 2300581 w 9408955"/>
              <a:gd name="connsiteY2306" fmla="*/ 2633166 h 4587875"/>
              <a:gd name="connsiteX2307" fmla="*/ 2321631 w 9408955"/>
              <a:gd name="connsiteY2307" fmla="*/ 2612054 h 4587875"/>
              <a:gd name="connsiteX2308" fmla="*/ 2276721 w 9408955"/>
              <a:gd name="connsiteY2308" fmla="*/ 2566449 h 4587875"/>
              <a:gd name="connsiteX2309" fmla="*/ 2270072 w 9408955"/>
              <a:gd name="connsiteY2309" fmla="*/ 2630387 h 4587875"/>
              <a:gd name="connsiteX2310" fmla="*/ 2300581 w 9408955"/>
              <a:gd name="connsiteY2310" fmla="*/ 2633166 h 4587875"/>
              <a:gd name="connsiteX2311" fmla="*/ 6000319 w 9408955"/>
              <a:gd name="connsiteY2311" fmla="*/ 2633388 h 4587875"/>
              <a:gd name="connsiteX2312" fmla="*/ 6020619 w 9408955"/>
              <a:gd name="connsiteY2312" fmla="*/ 2612024 h 4587875"/>
              <a:gd name="connsiteX2313" fmla="*/ 5984630 w 9408955"/>
              <a:gd name="connsiteY2313" fmla="*/ 2563619 h 4587875"/>
              <a:gd name="connsiteX2314" fmla="*/ 5970234 w 9408955"/>
              <a:gd name="connsiteY2314" fmla="*/ 2630836 h 4587875"/>
              <a:gd name="connsiteX2315" fmla="*/ 6000319 w 9408955"/>
              <a:gd name="connsiteY2315" fmla="*/ 2633388 h 4587875"/>
              <a:gd name="connsiteX2316" fmla="*/ 7952734 w 9408955"/>
              <a:gd name="connsiteY2316" fmla="*/ 2633492 h 4587875"/>
              <a:gd name="connsiteX2317" fmla="*/ 7972914 w 9408955"/>
              <a:gd name="connsiteY2317" fmla="*/ 2612899 h 4587875"/>
              <a:gd name="connsiteX2318" fmla="*/ 7929484 w 9408955"/>
              <a:gd name="connsiteY2318" fmla="*/ 2566026 h 4587875"/>
              <a:gd name="connsiteX2319" fmla="*/ 7923344 w 9408955"/>
              <a:gd name="connsiteY2319" fmla="*/ 2630132 h 4587875"/>
              <a:gd name="connsiteX2320" fmla="*/ 7952734 w 9408955"/>
              <a:gd name="connsiteY2320" fmla="*/ 2633492 h 4587875"/>
              <a:gd name="connsiteX2321" fmla="*/ 1771420 w 9408955"/>
              <a:gd name="connsiteY2321" fmla="*/ 2633648 h 4587875"/>
              <a:gd name="connsiteX2322" fmla="*/ 1808720 w 9408955"/>
              <a:gd name="connsiteY2322" fmla="*/ 2606714 h 4587875"/>
              <a:gd name="connsiteX2323" fmla="*/ 1768705 w 9408955"/>
              <a:gd name="connsiteY2323" fmla="*/ 2563619 h 4587875"/>
              <a:gd name="connsiteX2324" fmla="*/ 1755671 w 9408955"/>
              <a:gd name="connsiteY2324" fmla="*/ 2627463 h 4587875"/>
              <a:gd name="connsiteX2325" fmla="*/ 1771420 w 9408955"/>
              <a:gd name="connsiteY2325" fmla="*/ 2633648 h 4587875"/>
              <a:gd name="connsiteX2326" fmla="*/ 5892228 w 9408955"/>
              <a:gd name="connsiteY2326" fmla="*/ 2633662 h 4587875"/>
              <a:gd name="connsiteX2327" fmla="*/ 5914706 w 9408955"/>
              <a:gd name="connsiteY2327" fmla="*/ 2619675 h 4587875"/>
              <a:gd name="connsiteX2328" fmla="*/ 5886529 w 9408955"/>
              <a:gd name="connsiteY2328" fmla="*/ 2562697 h 4587875"/>
              <a:gd name="connsiteX2329" fmla="*/ 5865453 w 9408955"/>
              <a:gd name="connsiteY2329" fmla="*/ 2628599 h 4587875"/>
              <a:gd name="connsiteX2330" fmla="*/ 5892228 w 9408955"/>
              <a:gd name="connsiteY2330" fmla="*/ 2633662 h 4587875"/>
              <a:gd name="connsiteX2331" fmla="*/ 1257629 w 9408955"/>
              <a:gd name="connsiteY2331" fmla="*/ 2633779 h 4587875"/>
              <a:gd name="connsiteX2332" fmla="*/ 1296024 w 9408955"/>
              <a:gd name="connsiteY2332" fmla="*/ 2607221 h 4587875"/>
              <a:gd name="connsiteX2333" fmla="*/ 1254299 w 9408955"/>
              <a:gd name="connsiteY2333" fmla="*/ 2564926 h 4587875"/>
              <a:gd name="connsiteX2334" fmla="*/ 1241827 w 9408955"/>
              <a:gd name="connsiteY2334" fmla="*/ 2627803 h 4587875"/>
              <a:gd name="connsiteX2335" fmla="*/ 1257629 w 9408955"/>
              <a:gd name="connsiteY2335" fmla="*/ 2633779 h 4587875"/>
              <a:gd name="connsiteX2336" fmla="*/ 6605333 w 9408955"/>
              <a:gd name="connsiteY2336" fmla="*/ 2634042 h 4587875"/>
              <a:gd name="connsiteX2337" fmla="*/ 6638926 w 9408955"/>
              <a:gd name="connsiteY2337" fmla="*/ 2598737 h 4587875"/>
              <a:gd name="connsiteX2338" fmla="*/ 6581851 w 9408955"/>
              <a:gd name="connsiteY2338" fmla="*/ 2571069 h 4587875"/>
              <a:gd name="connsiteX2339" fmla="*/ 6586914 w 9408955"/>
              <a:gd name="connsiteY2339" fmla="*/ 2630261 h 4587875"/>
              <a:gd name="connsiteX2340" fmla="*/ 6605333 w 9408955"/>
              <a:gd name="connsiteY2340" fmla="*/ 2634042 h 4587875"/>
              <a:gd name="connsiteX2341" fmla="*/ 6715868 w 9408955"/>
              <a:gd name="connsiteY2341" fmla="*/ 2634149 h 4587875"/>
              <a:gd name="connsiteX2342" fmla="*/ 6736144 w 9408955"/>
              <a:gd name="connsiteY2342" fmla="*/ 2621113 h 4587875"/>
              <a:gd name="connsiteX2343" fmla="*/ 6714322 w 9408955"/>
              <a:gd name="connsiteY2343" fmla="*/ 2563999 h 4587875"/>
              <a:gd name="connsiteX2344" fmla="*/ 6691375 w 9408955"/>
              <a:gd name="connsiteY2344" fmla="*/ 2631750 h 4587875"/>
              <a:gd name="connsiteX2345" fmla="*/ 6715868 w 9408955"/>
              <a:gd name="connsiteY2345" fmla="*/ 2634149 h 4587875"/>
              <a:gd name="connsiteX2346" fmla="*/ 6911904 w 9408955"/>
              <a:gd name="connsiteY2346" fmla="*/ 2634155 h 4587875"/>
              <a:gd name="connsiteX2347" fmla="*/ 6947628 w 9408955"/>
              <a:gd name="connsiteY2347" fmla="*/ 2598961 h 4587875"/>
              <a:gd name="connsiteX2348" fmla="*/ 6899968 w 9408955"/>
              <a:gd name="connsiteY2348" fmla="*/ 2565912 h 4587875"/>
              <a:gd name="connsiteX2349" fmla="*/ 6894267 w 9408955"/>
              <a:gd name="connsiteY2349" fmla="*/ 2627908 h 4587875"/>
              <a:gd name="connsiteX2350" fmla="*/ 6911904 w 9408955"/>
              <a:gd name="connsiteY2350" fmla="*/ 2634155 h 4587875"/>
              <a:gd name="connsiteX2351" fmla="*/ 7014770 w 9408955"/>
              <a:gd name="connsiteY2351" fmla="*/ 2634168 h 4587875"/>
              <a:gd name="connsiteX2352" fmla="*/ 7051680 w 9408955"/>
              <a:gd name="connsiteY2352" fmla="*/ 2605905 h 4587875"/>
              <a:gd name="connsiteX2353" fmla="*/ 6998865 w 9408955"/>
              <a:gd name="connsiteY2353" fmla="*/ 2568619 h 4587875"/>
              <a:gd name="connsiteX2354" fmla="*/ 6998637 w 9408955"/>
              <a:gd name="connsiteY2354" fmla="*/ 2629550 h 4587875"/>
              <a:gd name="connsiteX2355" fmla="*/ 7014770 w 9408955"/>
              <a:gd name="connsiteY2355" fmla="*/ 2634168 h 4587875"/>
              <a:gd name="connsiteX2356" fmla="*/ 1681186 w 9408955"/>
              <a:gd name="connsiteY2356" fmla="*/ 2634191 h 4587875"/>
              <a:gd name="connsiteX2357" fmla="*/ 1703196 w 9408955"/>
              <a:gd name="connsiteY2357" fmla="*/ 2615236 h 4587875"/>
              <a:gd name="connsiteX2358" fmla="*/ 1672241 w 9408955"/>
              <a:gd name="connsiteY2358" fmla="*/ 2564996 h 4587875"/>
              <a:gd name="connsiteX2359" fmla="*/ 1652278 w 9408955"/>
              <a:gd name="connsiteY2359" fmla="*/ 2628542 h 4587875"/>
              <a:gd name="connsiteX2360" fmla="*/ 1681186 w 9408955"/>
              <a:gd name="connsiteY2360" fmla="*/ 2634191 h 4587875"/>
              <a:gd name="connsiteX2361" fmla="*/ 7223142 w 9408955"/>
              <a:gd name="connsiteY2361" fmla="*/ 2634221 h 4587875"/>
              <a:gd name="connsiteX2362" fmla="*/ 7255374 w 9408955"/>
              <a:gd name="connsiteY2362" fmla="*/ 2598628 h 4587875"/>
              <a:gd name="connsiteX2363" fmla="*/ 7212270 w 9408955"/>
              <a:gd name="connsiteY2363" fmla="*/ 2564474 h 4587875"/>
              <a:gd name="connsiteX2364" fmla="*/ 7205656 w 9408955"/>
              <a:gd name="connsiteY2364" fmla="*/ 2629842 h 4587875"/>
              <a:gd name="connsiteX2365" fmla="*/ 7223142 w 9408955"/>
              <a:gd name="connsiteY2365" fmla="*/ 2634221 h 4587875"/>
              <a:gd name="connsiteX2366" fmla="*/ 7123482 w 9408955"/>
              <a:gd name="connsiteY2366" fmla="*/ 2634225 h 4587875"/>
              <a:gd name="connsiteX2367" fmla="*/ 7152139 w 9408955"/>
              <a:gd name="connsiteY2367" fmla="*/ 2586663 h 4587875"/>
              <a:gd name="connsiteX2368" fmla="*/ 7092417 w 9408955"/>
              <a:gd name="connsiteY2368" fmla="*/ 2574952 h 4587875"/>
              <a:gd name="connsiteX2369" fmla="*/ 7102902 w 9408955"/>
              <a:gd name="connsiteY2369" fmla="*/ 2630289 h 4587875"/>
              <a:gd name="connsiteX2370" fmla="*/ 7123482 w 9408955"/>
              <a:gd name="connsiteY2370" fmla="*/ 2634225 h 4587875"/>
              <a:gd name="connsiteX2371" fmla="*/ 1364156 w 9408955"/>
              <a:gd name="connsiteY2371" fmla="*/ 2634267 h 4587875"/>
              <a:gd name="connsiteX2372" fmla="*/ 1399860 w 9408955"/>
              <a:gd name="connsiteY2372" fmla="*/ 2599429 h 4587875"/>
              <a:gd name="connsiteX2373" fmla="*/ 1341305 w 9408955"/>
              <a:gd name="connsiteY2373" fmla="*/ 2573447 h 4587875"/>
              <a:gd name="connsiteX2374" fmla="*/ 1346567 w 9408955"/>
              <a:gd name="connsiteY2374" fmla="*/ 2629513 h 4587875"/>
              <a:gd name="connsiteX2375" fmla="*/ 1364156 w 9408955"/>
              <a:gd name="connsiteY2375" fmla="*/ 2634267 h 4587875"/>
              <a:gd name="connsiteX2376" fmla="*/ 2186368 w 9408955"/>
              <a:gd name="connsiteY2376" fmla="*/ 2634320 h 4587875"/>
              <a:gd name="connsiteX2377" fmla="*/ 2220616 w 9408955"/>
              <a:gd name="connsiteY2377" fmla="*/ 2583012 h 4587875"/>
              <a:gd name="connsiteX2378" fmla="*/ 2172079 w 9408955"/>
              <a:gd name="connsiteY2378" fmla="*/ 2567049 h 4587875"/>
              <a:gd name="connsiteX2379" fmla="*/ 2186368 w 9408955"/>
              <a:gd name="connsiteY2379" fmla="*/ 2634320 h 4587875"/>
              <a:gd name="connsiteX2380" fmla="*/ 5679359 w 9408955"/>
              <a:gd name="connsiteY2380" fmla="*/ 2634332 h 4587875"/>
              <a:gd name="connsiteX2381" fmla="*/ 5716227 w 9408955"/>
              <a:gd name="connsiteY2381" fmla="*/ 2606135 h 4587875"/>
              <a:gd name="connsiteX2382" fmla="*/ 5658096 w 9408955"/>
              <a:gd name="connsiteY2382" fmla="*/ 2572262 h 4587875"/>
              <a:gd name="connsiteX2383" fmla="*/ 5663191 w 9408955"/>
              <a:gd name="connsiteY2383" fmla="*/ 2630233 h 4587875"/>
              <a:gd name="connsiteX2384" fmla="*/ 5679359 w 9408955"/>
              <a:gd name="connsiteY2384" fmla="*/ 2634332 h 4587875"/>
              <a:gd name="connsiteX2385" fmla="*/ 6502696 w 9408955"/>
              <a:gd name="connsiteY2385" fmla="*/ 2634448 h 4587875"/>
              <a:gd name="connsiteX2386" fmla="*/ 6536649 w 9408955"/>
              <a:gd name="connsiteY2386" fmla="*/ 2599535 h 4587875"/>
              <a:gd name="connsiteX2387" fmla="*/ 6484713 w 9408955"/>
              <a:gd name="connsiteY2387" fmla="*/ 2568614 h 4587875"/>
              <a:gd name="connsiteX2388" fmla="*/ 6484483 w 9408955"/>
              <a:gd name="connsiteY2388" fmla="*/ 2629546 h 4587875"/>
              <a:gd name="connsiteX2389" fmla="*/ 6502696 w 9408955"/>
              <a:gd name="connsiteY2389" fmla="*/ 2634448 h 4587875"/>
              <a:gd name="connsiteX2390" fmla="*/ 4347496 w 9408955"/>
              <a:gd name="connsiteY2390" fmla="*/ 2634448 h 4587875"/>
              <a:gd name="connsiteX2391" fmla="*/ 4377526 w 9408955"/>
              <a:gd name="connsiteY2391" fmla="*/ 2591574 h 4587875"/>
              <a:gd name="connsiteX2392" fmla="*/ 4314612 w 9408955"/>
              <a:gd name="connsiteY2392" fmla="*/ 2581797 h 4587875"/>
              <a:gd name="connsiteX2393" fmla="*/ 4327916 w 9408955"/>
              <a:gd name="connsiteY2393" fmla="*/ 2630679 h 4587875"/>
              <a:gd name="connsiteX2394" fmla="*/ 4347496 w 9408955"/>
              <a:gd name="connsiteY2394" fmla="*/ 2634448 h 4587875"/>
              <a:gd name="connsiteX2395" fmla="*/ 6819765 w 9408955"/>
              <a:gd name="connsiteY2395" fmla="*/ 2634464 h 4587875"/>
              <a:gd name="connsiteX2396" fmla="*/ 6842688 w 9408955"/>
              <a:gd name="connsiteY2396" fmla="*/ 2615510 h 4587875"/>
              <a:gd name="connsiteX2397" fmla="*/ 6803063 w 9408955"/>
              <a:gd name="connsiteY2397" fmla="*/ 2564195 h 4587875"/>
              <a:gd name="connsiteX2398" fmla="*/ 6789931 w 9408955"/>
              <a:gd name="connsiteY2398" fmla="*/ 2628455 h 4587875"/>
              <a:gd name="connsiteX2399" fmla="*/ 6819765 w 9408955"/>
              <a:gd name="connsiteY2399" fmla="*/ 2634464 h 4587875"/>
              <a:gd name="connsiteX2400" fmla="*/ 1570834 w 9408955"/>
              <a:gd name="connsiteY2400" fmla="*/ 2634468 h 4587875"/>
              <a:gd name="connsiteX2401" fmla="*/ 1605097 w 9408955"/>
              <a:gd name="connsiteY2401" fmla="*/ 2599684 h 4587875"/>
              <a:gd name="connsiteX2402" fmla="*/ 1553621 w 9408955"/>
              <a:gd name="connsiteY2402" fmla="*/ 2567440 h 4587875"/>
              <a:gd name="connsiteX2403" fmla="*/ 1553164 w 9408955"/>
              <a:gd name="connsiteY2403" fmla="*/ 2631466 h 4587875"/>
              <a:gd name="connsiteX2404" fmla="*/ 1570834 w 9408955"/>
              <a:gd name="connsiteY2404" fmla="*/ 2634468 h 4587875"/>
              <a:gd name="connsiteX2405" fmla="*/ 6193675 w 9408955"/>
              <a:gd name="connsiteY2405" fmla="*/ 2634652 h 4587875"/>
              <a:gd name="connsiteX2406" fmla="*/ 6226985 w 9408955"/>
              <a:gd name="connsiteY2406" fmla="*/ 2607238 h 4587875"/>
              <a:gd name="connsiteX2407" fmla="*/ 6177355 w 9408955"/>
              <a:gd name="connsiteY2407" fmla="*/ 2567835 h 4587875"/>
              <a:gd name="connsiteX2408" fmla="*/ 6178709 w 9408955"/>
              <a:gd name="connsiteY2408" fmla="*/ 2630604 h 4587875"/>
              <a:gd name="connsiteX2409" fmla="*/ 6193675 w 9408955"/>
              <a:gd name="connsiteY2409" fmla="*/ 2634652 h 4587875"/>
              <a:gd name="connsiteX2410" fmla="*/ 6292796 w 9408955"/>
              <a:gd name="connsiteY2410" fmla="*/ 2634684 h 4587875"/>
              <a:gd name="connsiteX2411" fmla="*/ 6332353 w 9408955"/>
              <a:gd name="connsiteY2411" fmla="*/ 2606878 h 4587875"/>
              <a:gd name="connsiteX2412" fmla="*/ 6276640 w 9408955"/>
              <a:gd name="connsiteY2412" fmla="*/ 2570569 h 4587875"/>
              <a:gd name="connsiteX2413" fmla="*/ 6276640 w 9408955"/>
              <a:gd name="connsiteY2413" fmla="*/ 2627924 h 4587875"/>
              <a:gd name="connsiteX2414" fmla="*/ 6292796 w 9408955"/>
              <a:gd name="connsiteY2414" fmla="*/ 2634684 h 4587875"/>
              <a:gd name="connsiteX2415" fmla="*/ 2080177 w 9408955"/>
              <a:gd name="connsiteY2415" fmla="*/ 2634714 h 4587875"/>
              <a:gd name="connsiteX2416" fmla="*/ 2119247 w 9408955"/>
              <a:gd name="connsiteY2416" fmla="*/ 2600010 h 4587875"/>
              <a:gd name="connsiteX2417" fmla="*/ 2059553 w 9408955"/>
              <a:gd name="connsiteY2417" fmla="*/ 2575217 h 4587875"/>
              <a:gd name="connsiteX2418" fmla="*/ 2062267 w 9408955"/>
              <a:gd name="connsiteY2418" fmla="*/ 2628017 h 4587875"/>
              <a:gd name="connsiteX2419" fmla="*/ 2080177 w 9408955"/>
              <a:gd name="connsiteY2419" fmla="*/ 2634714 h 4587875"/>
              <a:gd name="connsiteX2420" fmla="*/ 7323155 w 9408955"/>
              <a:gd name="connsiteY2420" fmla="*/ 2634792 h 4587875"/>
              <a:gd name="connsiteX2421" fmla="*/ 7358755 w 9408955"/>
              <a:gd name="connsiteY2421" fmla="*/ 2599871 h 4587875"/>
              <a:gd name="connsiteX2422" fmla="*/ 7310885 w 9408955"/>
              <a:gd name="connsiteY2422" fmla="*/ 2566760 h 4587875"/>
              <a:gd name="connsiteX2423" fmla="*/ 7304441 w 9408955"/>
              <a:gd name="connsiteY2423" fmla="*/ 2629807 h 4587875"/>
              <a:gd name="connsiteX2424" fmla="*/ 7323155 w 9408955"/>
              <a:gd name="connsiteY2424" fmla="*/ 2634792 h 4587875"/>
              <a:gd name="connsiteX2425" fmla="*/ 4650475 w 9408955"/>
              <a:gd name="connsiteY2425" fmla="*/ 2634814 h 4587875"/>
              <a:gd name="connsiteX2426" fmla="*/ 4686106 w 9408955"/>
              <a:gd name="connsiteY2426" fmla="*/ 2607337 h 4587875"/>
              <a:gd name="connsiteX2427" fmla="*/ 4640265 w 9408955"/>
              <a:gd name="connsiteY2427" fmla="*/ 2565202 h 4587875"/>
              <a:gd name="connsiteX2428" fmla="*/ 4634792 w 9408955"/>
              <a:gd name="connsiteY2428" fmla="*/ 2630025 h 4587875"/>
              <a:gd name="connsiteX2429" fmla="*/ 4650475 w 9408955"/>
              <a:gd name="connsiteY2429" fmla="*/ 2634814 h 4587875"/>
              <a:gd name="connsiteX2430" fmla="*/ 6397695 w 9408955"/>
              <a:gd name="connsiteY2430" fmla="*/ 2634842 h 4587875"/>
              <a:gd name="connsiteX2431" fmla="*/ 6435325 w 9408955"/>
              <a:gd name="connsiteY2431" fmla="*/ 2599303 h 4587875"/>
              <a:gd name="connsiteX2432" fmla="*/ 6385466 w 9408955"/>
              <a:gd name="connsiteY2432" fmla="*/ 2567083 h 4587875"/>
              <a:gd name="connsiteX2433" fmla="*/ 6379520 w 9408955"/>
              <a:gd name="connsiteY2433" fmla="*/ 2629008 h 4587875"/>
              <a:gd name="connsiteX2434" fmla="*/ 6397695 w 9408955"/>
              <a:gd name="connsiteY2434" fmla="*/ 2634842 h 4587875"/>
              <a:gd name="connsiteX2435" fmla="*/ 2392700 w 9408955"/>
              <a:gd name="connsiteY2435" fmla="*/ 2634906 h 4587875"/>
              <a:gd name="connsiteX2436" fmla="*/ 2425519 w 9408955"/>
              <a:gd name="connsiteY2436" fmla="*/ 2599082 h 4587875"/>
              <a:gd name="connsiteX2437" fmla="*/ 2381180 w 9408955"/>
              <a:gd name="connsiteY2437" fmla="*/ 2565543 h 4587875"/>
              <a:gd name="connsiteX2438" fmla="*/ 2374685 w 9408955"/>
              <a:gd name="connsiteY2438" fmla="*/ 2630782 h 4587875"/>
              <a:gd name="connsiteX2439" fmla="*/ 2392700 w 9408955"/>
              <a:gd name="connsiteY2439" fmla="*/ 2634906 h 4587875"/>
              <a:gd name="connsiteX2440" fmla="*/ 7528900 w 9408955"/>
              <a:gd name="connsiteY2440" fmla="*/ 2634963 h 4587875"/>
              <a:gd name="connsiteX2441" fmla="*/ 7564187 w 9408955"/>
              <a:gd name="connsiteY2441" fmla="*/ 2611935 h 4587875"/>
              <a:gd name="connsiteX2442" fmla="*/ 7534738 w 9408955"/>
              <a:gd name="connsiteY2442" fmla="*/ 2560637 h 4587875"/>
              <a:gd name="connsiteX2443" fmla="*/ 7496546 w 9408955"/>
              <a:gd name="connsiteY2443" fmla="*/ 2606692 h 4587875"/>
              <a:gd name="connsiteX2444" fmla="*/ 7528900 w 9408955"/>
              <a:gd name="connsiteY2444" fmla="*/ 2634963 h 4587875"/>
              <a:gd name="connsiteX2445" fmla="*/ 4444048 w 9408955"/>
              <a:gd name="connsiteY2445" fmla="*/ 2635165 h 4587875"/>
              <a:gd name="connsiteX2446" fmla="*/ 4472056 w 9408955"/>
              <a:gd name="connsiteY2446" fmla="*/ 2624728 h 4587875"/>
              <a:gd name="connsiteX2447" fmla="*/ 4476138 w 9408955"/>
              <a:gd name="connsiteY2447" fmla="*/ 2578877 h 4587875"/>
              <a:gd name="connsiteX2448" fmla="*/ 4429647 w 9408955"/>
              <a:gd name="connsiteY2448" fmla="*/ 2564733 h 4587875"/>
              <a:gd name="connsiteX2449" fmla="*/ 4418761 w 9408955"/>
              <a:gd name="connsiteY2449" fmla="*/ 2619938 h 4587875"/>
              <a:gd name="connsiteX2450" fmla="*/ 4444048 w 9408955"/>
              <a:gd name="connsiteY2450" fmla="*/ 2635165 h 4587875"/>
              <a:gd name="connsiteX2451" fmla="*/ 5784295 w 9408955"/>
              <a:gd name="connsiteY2451" fmla="*/ 2635228 h 4587875"/>
              <a:gd name="connsiteX2452" fmla="*/ 5816846 w 9408955"/>
              <a:gd name="connsiteY2452" fmla="*/ 2599209 h 4587875"/>
              <a:gd name="connsiteX2453" fmla="*/ 5761329 w 9408955"/>
              <a:gd name="connsiteY2453" fmla="*/ 2570903 h 4587875"/>
              <a:gd name="connsiteX2454" fmla="*/ 5766835 w 9408955"/>
              <a:gd name="connsiteY2454" fmla="*/ 2630277 h 4587875"/>
              <a:gd name="connsiteX2455" fmla="*/ 5784295 w 9408955"/>
              <a:gd name="connsiteY2455" fmla="*/ 2635228 h 4587875"/>
              <a:gd name="connsiteX2456" fmla="*/ 4548064 w 9408955"/>
              <a:gd name="connsiteY2456" fmla="*/ 2635327 h 4587875"/>
              <a:gd name="connsiteX2457" fmla="*/ 4583383 w 9408955"/>
              <a:gd name="connsiteY2457" fmla="*/ 2599525 h 4587875"/>
              <a:gd name="connsiteX2458" fmla="*/ 4536619 w 9408955"/>
              <a:gd name="connsiteY2458" fmla="*/ 2566616 h 4587875"/>
              <a:gd name="connsiteX2459" fmla="*/ 4529775 w 9408955"/>
              <a:gd name="connsiteY2459" fmla="*/ 2629920 h 4587875"/>
              <a:gd name="connsiteX2460" fmla="*/ 4548064 w 9408955"/>
              <a:gd name="connsiteY2460" fmla="*/ 2635327 h 4587875"/>
              <a:gd name="connsiteX2461" fmla="*/ 1982408 w 9408955"/>
              <a:gd name="connsiteY2461" fmla="*/ 2635350 h 4587875"/>
              <a:gd name="connsiteX2462" fmla="*/ 2017182 w 9408955"/>
              <a:gd name="connsiteY2462" fmla="*/ 2599174 h 4587875"/>
              <a:gd name="connsiteX2463" fmla="*/ 1970850 w 9408955"/>
              <a:gd name="connsiteY2463" fmla="*/ 2565318 h 4587875"/>
              <a:gd name="connsiteX2464" fmla="*/ 1964658 w 9408955"/>
              <a:gd name="connsiteY2464" fmla="*/ 2630726 h 4587875"/>
              <a:gd name="connsiteX2465" fmla="*/ 1982408 w 9408955"/>
              <a:gd name="connsiteY2465" fmla="*/ 2635350 h 4587875"/>
              <a:gd name="connsiteX2466" fmla="*/ 5580456 w 9408955"/>
              <a:gd name="connsiteY2466" fmla="*/ 2635546 h 4587875"/>
              <a:gd name="connsiteX2467" fmla="*/ 5611065 w 9408955"/>
              <a:gd name="connsiteY2467" fmla="*/ 2586790 h 4587875"/>
              <a:gd name="connsiteX2468" fmla="*/ 5547140 w 9408955"/>
              <a:gd name="connsiteY2468" fmla="*/ 2583126 h 4587875"/>
              <a:gd name="connsiteX2469" fmla="*/ 5559054 w 9408955"/>
              <a:gd name="connsiteY2469" fmla="*/ 2629614 h 4587875"/>
              <a:gd name="connsiteX2470" fmla="*/ 5580456 w 9408955"/>
              <a:gd name="connsiteY2470" fmla="*/ 2635546 h 4587875"/>
              <a:gd name="connsiteX2471" fmla="*/ 1687548 w 9408955"/>
              <a:gd name="connsiteY2471" fmla="*/ 2735012 h 4587875"/>
              <a:gd name="connsiteX2472" fmla="*/ 1705729 w 9408955"/>
              <a:gd name="connsiteY2472" fmla="*/ 2712269 h 4587875"/>
              <a:gd name="connsiteX2473" fmla="*/ 1672076 w 9408955"/>
              <a:gd name="connsiteY2473" fmla="*/ 2667464 h 4587875"/>
              <a:gd name="connsiteX2474" fmla="*/ 1657093 w 9408955"/>
              <a:gd name="connsiteY2474" fmla="*/ 2734558 h 4587875"/>
              <a:gd name="connsiteX2475" fmla="*/ 1687548 w 9408955"/>
              <a:gd name="connsiteY2475" fmla="*/ 2735012 h 4587875"/>
              <a:gd name="connsiteX2476" fmla="*/ 1991460 w 9408955"/>
              <a:gd name="connsiteY2476" fmla="*/ 2735794 h 4587875"/>
              <a:gd name="connsiteX2477" fmla="*/ 2012850 w 9408955"/>
              <a:gd name="connsiteY2477" fmla="*/ 2685597 h 4587875"/>
              <a:gd name="connsiteX2478" fmla="*/ 1958285 w 9408955"/>
              <a:gd name="connsiteY2478" fmla="*/ 2676072 h 4587875"/>
              <a:gd name="connsiteX2479" fmla="*/ 1971468 w 9408955"/>
              <a:gd name="connsiteY2479" fmla="*/ 2735716 h 4587875"/>
              <a:gd name="connsiteX2480" fmla="*/ 1991460 w 9408955"/>
              <a:gd name="connsiteY2480" fmla="*/ 2735794 h 4587875"/>
              <a:gd name="connsiteX2481" fmla="*/ 2075687 w 9408955"/>
              <a:gd name="connsiteY2481" fmla="*/ 2736027 h 4587875"/>
              <a:gd name="connsiteX2482" fmla="*/ 2113333 w 9408955"/>
              <a:gd name="connsiteY2482" fmla="*/ 2683384 h 4587875"/>
              <a:gd name="connsiteX2483" fmla="*/ 2054336 w 9408955"/>
              <a:gd name="connsiteY2483" fmla="*/ 2684059 h 4587875"/>
              <a:gd name="connsiteX2484" fmla="*/ 2075687 w 9408955"/>
              <a:gd name="connsiteY2484" fmla="*/ 2736027 h 4587875"/>
              <a:gd name="connsiteX2485" fmla="*/ 1374142 w 9408955"/>
              <a:gd name="connsiteY2485" fmla="*/ 2736052 h 4587875"/>
              <a:gd name="connsiteX2486" fmla="*/ 1401712 w 9408955"/>
              <a:gd name="connsiteY2486" fmla="*/ 2687495 h 4587875"/>
              <a:gd name="connsiteX2487" fmla="*/ 1340368 w 9408955"/>
              <a:gd name="connsiteY2487" fmla="*/ 2676272 h 4587875"/>
              <a:gd name="connsiteX2488" fmla="*/ 1374142 w 9408955"/>
              <a:gd name="connsiteY2488" fmla="*/ 2736052 h 4587875"/>
              <a:gd name="connsiteX2489" fmla="*/ 1268907 w 9408955"/>
              <a:gd name="connsiteY2489" fmla="*/ 2736236 h 4587875"/>
              <a:gd name="connsiteX2490" fmla="*/ 1295286 w 9408955"/>
              <a:gd name="connsiteY2490" fmla="*/ 2688469 h 4587875"/>
              <a:gd name="connsiteX2491" fmla="*/ 1237620 w 9408955"/>
              <a:gd name="connsiteY2491" fmla="*/ 2677299 h 4587875"/>
              <a:gd name="connsiteX2492" fmla="*/ 1248790 w 9408955"/>
              <a:gd name="connsiteY2492" fmla="*/ 2734748 h 4587875"/>
              <a:gd name="connsiteX2493" fmla="*/ 1268907 w 9408955"/>
              <a:gd name="connsiteY2493" fmla="*/ 2736236 h 4587875"/>
              <a:gd name="connsiteX2494" fmla="*/ 2296736 w 9408955"/>
              <a:gd name="connsiteY2494" fmla="*/ 2737535 h 4587875"/>
              <a:gd name="connsiteX2495" fmla="*/ 2321897 w 9408955"/>
              <a:gd name="connsiteY2495" fmla="*/ 2691410 h 4587875"/>
              <a:gd name="connsiteX2496" fmla="*/ 2264762 w 9408955"/>
              <a:gd name="connsiteY2496" fmla="*/ 2676933 h 4587875"/>
              <a:gd name="connsiteX2497" fmla="*/ 2276652 w 9408955"/>
              <a:gd name="connsiteY2497" fmla="*/ 2735294 h 4587875"/>
              <a:gd name="connsiteX2498" fmla="*/ 2296736 w 9408955"/>
              <a:gd name="connsiteY2498" fmla="*/ 2737535 h 4587875"/>
              <a:gd name="connsiteX2499" fmla="*/ 7741454 w 9408955"/>
              <a:gd name="connsiteY2499" fmla="*/ 2737575 h 4587875"/>
              <a:gd name="connsiteX2500" fmla="*/ 7768740 w 9408955"/>
              <a:gd name="connsiteY2500" fmla="*/ 2689602 h 4587875"/>
              <a:gd name="connsiteX2501" fmla="*/ 7714577 w 9408955"/>
              <a:gd name="connsiteY2501" fmla="*/ 2673540 h 4587875"/>
              <a:gd name="connsiteX2502" fmla="*/ 7720747 w 9408955"/>
              <a:gd name="connsiteY2502" fmla="*/ 2734393 h 4587875"/>
              <a:gd name="connsiteX2503" fmla="*/ 7741454 w 9408955"/>
              <a:gd name="connsiteY2503" fmla="*/ 2737575 h 4587875"/>
              <a:gd name="connsiteX2504" fmla="*/ 6609251 w 9408955"/>
              <a:gd name="connsiteY2504" fmla="*/ 2737642 h 4587875"/>
              <a:gd name="connsiteX2505" fmla="*/ 6638424 w 9408955"/>
              <a:gd name="connsiteY2505" fmla="*/ 2691864 h 4587875"/>
              <a:gd name="connsiteX2506" fmla="*/ 6581907 w 9408955"/>
              <a:gd name="connsiteY2506" fmla="*/ 2675802 h 4587875"/>
              <a:gd name="connsiteX2507" fmla="*/ 6589308 w 9408955"/>
              <a:gd name="connsiteY2507" fmla="*/ 2733489 h 4587875"/>
              <a:gd name="connsiteX2508" fmla="*/ 6609251 w 9408955"/>
              <a:gd name="connsiteY2508" fmla="*/ 2737642 h 4587875"/>
              <a:gd name="connsiteX2509" fmla="*/ 6917172 w 9408955"/>
              <a:gd name="connsiteY2509" fmla="*/ 2737704 h 4587875"/>
              <a:gd name="connsiteX2510" fmla="*/ 6948098 w 9408955"/>
              <a:gd name="connsiteY2510" fmla="*/ 2703739 h 4587875"/>
              <a:gd name="connsiteX2511" fmla="*/ 6894653 w 9408955"/>
              <a:gd name="connsiteY2511" fmla="*/ 2672896 h 4587875"/>
              <a:gd name="connsiteX2512" fmla="*/ 6900566 w 9408955"/>
              <a:gd name="connsiteY2512" fmla="*/ 2735262 h 4587875"/>
              <a:gd name="connsiteX2513" fmla="*/ 6917172 w 9408955"/>
              <a:gd name="connsiteY2513" fmla="*/ 2737704 h 4587875"/>
              <a:gd name="connsiteX2514" fmla="*/ 2193548 w 9408955"/>
              <a:gd name="connsiteY2514" fmla="*/ 2737753 h 4587875"/>
              <a:gd name="connsiteX2515" fmla="*/ 2218809 w 9408955"/>
              <a:gd name="connsiteY2515" fmla="*/ 2689241 h 4587875"/>
              <a:gd name="connsiteX2516" fmla="*/ 2166190 w 9408955"/>
              <a:gd name="connsiteY2516" fmla="*/ 2673039 h 4587875"/>
              <a:gd name="connsiteX2517" fmla="*/ 2172994 w 9408955"/>
              <a:gd name="connsiteY2517" fmla="*/ 2734923 h 4587875"/>
              <a:gd name="connsiteX2518" fmla="*/ 2193548 w 9408955"/>
              <a:gd name="connsiteY2518" fmla="*/ 2737753 h 4587875"/>
              <a:gd name="connsiteX2519" fmla="*/ 5985808 w 9408955"/>
              <a:gd name="connsiteY2519" fmla="*/ 2737851 h 4587875"/>
              <a:gd name="connsiteX2520" fmla="*/ 6021910 w 9408955"/>
              <a:gd name="connsiteY2520" fmla="*/ 2711055 h 4587875"/>
              <a:gd name="connsiteX2521" fmla="*/ 5983810 w 9408955"/>
              <a:gd name="connsiteY2521" fmla="*/ 2668086 h 4587875"/>
              <a:gd name="connsiteX2522" fmla="*/ 5970656 w 9408955"/>
              <a:gd name="connsiteY2522" fmla="*/ 2731977 h 4587875"/>
              <a:gd name="connsiteX2523" fmla="*/ 5985808 w 9408955"/>
              <a:gd name="connsiteY2523" fmla="*/ 2737851 h 4587875"/>
              <a:gd name="connsiteX2524" fmla="*/ 7121683 w 9408955"/>
              <a:gd name="connsiteY2524" fmla="*/ 2737852 h 4587875"/>
              <a:gd name="connsiteX2525" fmla="*/ 7155134 w 9408955"/>
              <a:gd name="connsiteY2525" fmla="*/ 2697822 h 4587875"/>
              <a:gd name="connsiteX2526" fmla="*/ 7096749 w 9408955"/>
              <a:gd name="connsiteY2526" fmla="*/ 2675943 h 4587875"/>
              <a:gd name="connsiteX2527" fmla="*/ 7102907 w 9408955"/>
              <a:gd name="connsiteY2527" fmla="*/ 2733604 h 4587875"/>
              <a:gd name="connsiteX2528" fmla="*/ 7121683 w 9408955"/>
              <a:gd name="connsiteY2528" fmla="*/ 2737852 h 4587875"/>
              <a:gd name="connsiteX2529" fmla="*/ 5577395 w 9408955"/>
              <a:gd name="connsiteY2529" fmla="*/ 2737857 h 4587875"/>
              <a:gd name="connsiteX2530" fmla="*/ 5613920 w 9408955"/>
              <a:gd name="connsiteY2530" fmla="*/ 2703291 h 4587875"/>
              <a:gd name="connsiteX2531" fmla="*/ 5565931 w 9408955"/>
              <a:gd name="connsiteY2531" fmla="*/ 2668241 h 4587875"/>
              <a:gd name="connsiteX2532" fmla="*/ 5560245 w 9408955"/>
              <a:gd name="connsiteY2532" fmla="*/ 2731926 h 4587875"/>
              <a:gd name="connsiteX2533" fmla="*/ 5577395 w 9408955"/>
              <a:gd name="connsiteY2533" fmla="*/ 2737857 h 4587875"/>
              <a:gd name="connsiteX2534" fmla="*/ 5892430 w 9408955"/>
              <a:gd name="connsiteY2534" fmla="*/ 2737864 h 4587875"/>
              <a:gd name="connsiteX2535" fmla="*/ 5918525 w 9408955"/>
              <a:gd name="connsiteY2535" fmla="*/ 2688539 h 4587875"/>
              <a:gd name="connsiteX2536" fmla="*/ 5856516 w 9408955"/>
              <a:gd name="connsiteY2536" fmla="*/ 2683055 h 4587875"/>
              <a:gd name="connsiteX2537" fmla="*/ 5871500 w 9408955"/>
              <a:gd name="connsiteY2537" fmla="*/ 2735383 h 4587875"/>
              <a:gd name="connsiteX2538" fmla="*/ 5892430 w 9408955"/>
              <a:gd name="connsiteY2538" fmla="*/ 2737864 h 4587875"/>
              <a:gd name="connsiteX2539" fmla="*/ 5060751 w 9408955"/>
              <a:gd name="connsiteY2539" fmla="*/ 2738050 h 4587875"/>
              <a:gd name="connsiteX2540" fmla="*/ 5097176 w 9408955"/>
              <a:gd name="connsiteY2540" fmla="*/ 2710901 h 4587875"/>
              <a:gd name="connsiteX2541" fmla="*/ 5059153 w 9408955"/>
              <a:gd name="connsiteY2541" fmla="*/ 2667467 h 4587875"/>
              <a:gd name="connsiteX2542" fmla="*/ 5045326 w 9408955"/>
              <a:gd name="connsiteY2542" fmla="*/ 2732276 h 4587875"/>
              <a:gd name="connsiteX2543" fmla="*/ 5060751 w 9408955"/>
              <a:gd name="connsiteY2543" fmla="*/ 2738050 h 4587875"/>
              <a:gd name="connsiteX2544" fmla="*/ 7322529 w 9408955"/>
              <a:gd name="connsiteY2544" fmla="*/ 2738084 h 4587875"/>
              <a:gd name="connsiteX2545" fmla="*/ 7358550 w 9408955"/>
              <a:gd name="connsiteY2545" fmla="*/ 2704082 h 4587875"/>
              <a:gd name="connsiteX2546" fmla="*/ 7318526 w 9408955"/>
              <a:gd name="connsiteY2546" fmla="*/ 2667892 h 4587875"/>
              <a:gd name="connsiteX2547" fmla="*/ 7305032 w 9408955"/>
              <a:gd name="connsiteY2547" fmla="*/ 2731903 h 4587875"/>
              <a:gd name="connsiteX2548" fmla="*/ 7322529 w 9408955"/>
              <a:gd name="connsiteY2548" fmla="*/ 2738084 h 4587875"/>
              <a:gd name="connsiteX2549" fmla="*/ 6297002 w 9408955"/>
              <a:gd name="connsiteY2549" fmla="*/ 2738091 h 4587875"/>
              <a:gd name="connsiteX2550" fmla="*/ 6331537 w 9408955"/>
              <a:gd name="connsiteY2550" fmla="*/ 2712293 h 4587875"/>
              <a:gd name="connsiteX2551" fmla="*/ 6279011 w 9408955"/>
              <a:gd name="connsiteY2551" fmla="*/ 2671675 h 4587875"/>
              <a:gd name="connsiteX2552" fmla="*/ 6282006 w 9408955"/>
              <a:gd name="connsiteY2552" fmla="*/ 2734407 h 4587875"/>
              <a:gd name="connsiteX2553" fmla="*/ 6297002 w 9408955"/>
              <a:gd name="connsiteY2553" fmla="*/ 2738091 h 4587875"/>
              <a:gd name="connsiteX2554" fmla="*/ 1578648 w 9408955"/>
              <a:gd name="connsiteY2554" fmla="*/ 2738092 h 4587875"/>
              <a:gd name="connsiteX2555" fmla="*/ 1603576 w 9408955"/>
              <a:gd name="connsiteY2555" fmla="*/ 2696482 h 4587875"/>
              <a:gd name="connsiteX2556" fmla="*/ 1553056 w 9408955"/>
              <a:gd name="connsiteY2556" fmla="*/ 2670842 h 4587875"/>
              <a:gd name="connsiteX2557" fmla="*/ 1561174 w 9408955"/>
              <a:gd name="connsiteY2557" fmla="*/ 2737136 h 4587875"/>
              <a:gd name="connsiteX2558" fmla="*/ 1578648 w 9408955"/>
              <a:gd name="connsiteY2558" fmla="*/ 2738092 h 4587875"/>
              <a:gd name="connsiteX2559" fmla="*/ 7012631 w 9408955"/>
              <a:gd name="connsiteY2559" fmla="*/ 2738123 h 4587875"/>
              <a:gd name="connsiteX2560" fmla="*/ 7049251 w 9408955"/>
              <a:gd name="connsiteY2560" fmla="*/ 2717277 h 4587875"/>
              <a:gd name="connsiteX2561" fmla="*/ 7001359 w 9408955"/>
              <a:gd name="connsiteY2561" fmla="*/ 2670441 h 4587875"/>
              <a:gd name="connsiteX2562" fmla="*/ 6998366 w 9408955"/>
              <a:gd name="connsiteY2562" fmla="*/ 2732965 h 4587875"/>
              <a:gd name="connsiteX2563" fmla="*/ 7012631 w 9408955"/>
              <a:gd name="connsiteY2563" fmla="*/ 2738123 h 4587875"/>
              <a:gd name="connsiteX2564" fmla="*/ 1773323 w 9408955"/>
              <a:gd name="connsiteY2564" fmla="*/ 2738133 h 4587875"/>
              <a:gd name="connsiteX2565" fmla="*/ 1809024 w 9408955"/>
              <a:gd name="connsiteY2565" fmla="*/ 2703866 h 4587875"/>
              <a:gd name="connsiteX2566" fmla="*/ 1762128 w 9408955"/>
              <a:gd name="connsiteY2566" fmla="*/ 2669187 h 4587875"/>
              <a:gd name="connsiteX2567" fmla="*/ 1756266 w 9408955"/>
              <a:gd name="connsiteY2567" fmla="*/ 2732115 h 4587875"/>
              <a:gd name="connsiteX2568" fmla="*/ 1773323 w 9408955"/>
              <a:gd name="connsiteY2568" fmla="*/ 2738133 h 4587875"/>
              <a:gd name="connsiteX2569" fmla="*/ 4343641 w 9408955"/>
              <a:gd name="connsiteY2569" fmla="*/ 2738148 h 4587875"/>
              <a:gd name="connsiteX2570" fmla="*/ 4378037 w 9408955"/>
              <a:gd name="connsiteY2570" fmla="*/ 2711735 h 4587875"/>
              <a:gd name="connsiteX2571" fmla="*/ 4331600 w 9408955"/>
              <a:gd name="connsiteY2571" fmla="*/ 2669564 h 4587875"/>
              <a:gd name="connsiteX2572" fmla="*/ 4328612 w 9408955"/>
              <a:gd name="connsiteY2572" fmla="*/ 2734074 h 4587875"/>
              <a:gd name="connsiteX2573" fmla="*/ 4343641 w 9408955"/>
              <a:gd name="connsiteY2573" fmla="*/ 2738148 h 4587875"/>
              <a:gd name="connsiteX2574" fmla="*/ 8151477 w 9408955"/>
              <a:gd name="connsiteY2574" fmla="*/ 2738227 h 4587875"/>
              <a:gd name="connsiteX2575" fmla="*/ 8180846 w 9408955"/>
              <a:gd name="connsiteY2575" fmla="*/ 2696040 h 4587875"/>
              <a:gd name="connsiteX2576" fmla="*/ 8122058 w 9408955"/>
              <a:gd name="connsiteY2576" fmla="*/ 2678271 h 4587875"/>
              <a:gd name="connsiteX2577" fmla="*/ 8132352 w 9408955"/>
              <a:gd name="connsiteY2577" fmla="*/ 2734809 h 4587875"/>
              <a:gd name="connsiteX2578" fmla="*/ 8151477 w 9408955"/>
              <a:gd name="connsiteY2578" fmla="*/ 2738227 h 4587875"/>
              <a:gd name="connsiteX2579" fmla="*/ 6502148 w 9408955"/>
              <a:gd name="connsiteY2579" fmla="*/ 2738267 h 4587875"/>
              <a:gd name="connsiteX2580" fmla="*/ 6536046 w 9408955"/>
              <a:gd name="connsiteY2580" fmla="*/ 2704189 h 4587875"/>
              <a:gd name="connsiteX2581" fmla="*/ 6487654 w 9408955"/>
              <a:gd name="connsiteY2581" fmla="*/ 2670118 h 4587875"/>
              <a:gd name="connsiteX2582" fmla="*/ 6485167 w 9408955"/>
              <a:gd name="connsiteY2582" fmla="*/ 2732619 h 4587875"/>
              <a:gd name="connsiteX2583" fmla="*/ 6502148 w 9408955"/>
              <a:gd name="connsiteY2583" fmla="*/ 2738267 h 4587875"/>
              <a:gd name="connsiteX2584" fmla="*/ 6711739 w 9408955"/>
              <a:gd name="connsiteY2584" fmla="*/ 2738277 h 4587875"/>
              <a:gd name="connsiteX2585" fmla="*/ 6741047 w 9408955"/>
              <a:gd name="connsiteY2585" fmla="*/ 2695849 h 4587875"/>
              <a:gd name="connsiteX2586" fmla="*/ 6690927 w 9408955"/>
              <a:gd name="connsiteY2586" fmla="*/ 2670478 h 4587875"/>
              <a:gd name="connsiteX2587" fmla="*/ 6692742 w 9408955"/>
              <a:gd name="connsiteY2587" fmla="*/ 2735162 h 4587875"/>
              <a:gd name="connsiteX2588" fmla="*/ 6711739 w 9408955"/>
              <a:gd name="connsiteY2588" fmla="*/ 2738277 h 4587875"/>
              <a:gd name="connsiteX2589" fmla="*/ 6404781 w 9408955"/>
              <a:gd name="connsiteY2589" fmla="*/ 2738317 h 4587875"/>
              <a:gd name="connsiteX2590" fmla="*/ 6434887 w 9408955"/>
              <a:gd name="connsiteY2590" fmla="*/ 2695579 h 4587875"/>
              <a:gd name="connsiteX2591" fmla="*/ 6375242 w 9408955"/>
              <a:gd name="connsiteY2591" fmla="*/ 2677579 h 4587875"/>
              <a:gd name="connsiteX2592" fmla="*/ 6385901 w 9408955"/>
              <a:gd name="connsiteY2592" fmla="*/ 2735501 h 4587875"/>
              <a:gd name="connsiteX2593" fmla="*/ 6404781 w 9408955"/>
              <a:gd name="connsiteY2593" fmla="*/ 2738317 h 4587875"/>
              <a:gd name="connsiteX2594" fmla="*/ 5170801 w 9408955"/>
              <a:gd name="connsiteY2594" fmla="*/ 2738321 h 4587875"/>
              <a:gd name="connsiteX2595" fmla="*/ 5199059 w 9408955"/>
              <a:gd name="connsiteY2595" fmla="*/ 2689525 h 4587875"/>
              <a:gd name="connsiteX2596" fmla="*/ 5134738 w 9408955"/>
              <a:gd name="connsiteY2596" fmla="*/ 2689525 h 4587875"/>
              <a:gd name="connsiteX2597" fmla="*/ 5149792 w 9408955"/>
              <a:gd name="connsiteY2597" fmla="*/ 2733959 h 4587875"/>
              <a:gd name="connsiteX2598" fmla="*/ 5170801 w 9408955"/>
              <a:gd name="connsiteY2598" fmla="*/ 2738321 h 4587875"/>
              <a:gd name="connsiteX2599" fmla="*/ 1880468 w 9408955"/>
              <a:gd name="connsiteY2599" fmla="*/ 2738325 h 4587875"/>
              <a:gd name="connsiteX2600" fmla="*/ 1911222 w 9408955"/>
              <a:gd name="connsiteY2600" fmla="*/ 2692113 h 4587875"/>
              <a:gd name="connsiteX2601" fmla="*/ 1854217 w 9408955"/>
              <a:gd name="connsiteY2601" fmla="*/ 2676845 h 4587875"/>
              <a:gd name="connsiteX2602" fmla="*/ 1860145 w 9408955"/>
              <a:gd name="connsiteY2602" fmla="*/ 2733134 h 4587875"/>
              <a:gd name="connsiteX2603" fmla="*/ 1880468 w 9408955"/>
              <a:gd name="connsiteY2603" fmla="*/ 2738325 h 4587875"/>
              <a:gd name="connsiteX2604" fmla="*/ 6095795 w 9408955"/>
              <a:gd name="connsiteY2604" fmla="*/ 2738411 h 4587875"/>
              <a:gd name="connsiteX2605" fmla="*/ 6124323 w 9408955"/>
              <a:gd name="connsiteY2605" fmla="*/ 2689067 h 4587875"/>
              <a:gd name="connsiteX2606" fmla="*/ 6063257 w 9408955"/>
              <a:gd name="connsiteY2606" fmla="*/ 2681737 h 4587875"/>
              <a:gd name="connsiteX2607" fmla="*/ 6074693 w 9408955"/>
              <a:gd name="connsiteY2607" fmla="*/ 2734417 h 4587875"/>
              <a:gd name="connsiteX2608" fmla="*/ 6095795 w 9408955"/>
              <a:gd name="connsiteY2608" fmla="*/ 2738411 h 4587875"/>
              <a:gd name="connsiteX2609" fmla="*/ 7426913 w 9408955"/>
              <a:gd name="connsiteY2609" fmla="*/ 2738441 h 4587875"/>
              <a:gd name="connsiteX2610" fmla="*/ 7461455 w 9408955"/>
              <a:gd name="connsiteY2610" fmla="*/ 2703966 h 4587875"/>
              <a:gd name="connsiteX2611" fmla="*/ 7402521 w 9408955"/>
              <a:gd name="connsiteY2611" fmla="*/ 2676751 h 4587875"/>
              <a:gd name="connsiteX2612" fmla="*/ 7409658 w 9408955"/>
              <a:gd name="connsiteY2612" fmla="*/ 2732994 h 4587875"/>
              <a:gd name="connsiteX2613" fmla="*/ 7426913 w 9408955"/>
              <a:gd name="connsiteY2613" fmla="*/ 2738441 h 4587875"/>
              <a:gd name="connsiteX2614" fmla="*/ 4239639 w 9408955"/>
              <a:gd name="connsiteY2614" fmla="*/ 2738495 h 4587875"/>
              <a:gd name="connsiteX2615" fmla="*/ 4276874 w 9408955"/>
              <a:gd name="connsiteY2615" fmla="*/ 2710957 h 4587875"/>
              <a:gd name="connsiteX2616" fmla="*/ 4223871 w 9408955"/>
              <a:gd name="connsiteY2616" fmla="*/ 2672339 h 4587875"/>
              <a:gd name="connsiteX2617" fmla="*/ 4223871 w 9408955"/>
              <a:gd name="connsiteY2617" fmla="*/ 2733122 h 4587875"/>
              <a:gd name="connsiteX2618" fmla="*/ 4239639 w 9408955"/>
              <a:gd name="connsiteY2618" fmla="*/ 2738495 h 4587875"/>
              <a:gd name="connsiteX2619" fmla="*/ 5679700 w 9408955"/>
              <a:gd name="connsiteY2619" fmla="*/ 2738563 h 4587875"/>
              <a:gd name="connsiteX2620" fmla="*/ 5714944 w 9408955"/>
              <a:gd name="connsiteY2620" fmla="*/ 2711185 h 4587875"/>
              <a:gd name="connsiteX2621" fmla="*/ 5662890 w 9408955"/>
              <a:gd name="connsiteY2621" fmla="*/ 2672339 h 4587875"/>
              <a:gd name="connsiteX2622" fmla="*/ 5664461 w 9408955"/>
              <a:gd name="connsiteY2622" fmla="*/ 2733350 h 4587875"/>
              <a:gd name="connsiteX2623" fmla="*/ 5679700 w 9408955"/>
              <a:gd name="connsiteY2623" fmla="*/ 2738563 h 4587875"/>
              <a:gd name="connsiteX2624" fmla="*/ 6817272 w 9408955"/>
              <a:gd name="connsiteY2624" fmla="*/ 2738738 h 4587875"/>
              <a:gd name="connsiteX2625" fmla="*/ 6843328 w 9408955"/>
              <a:gd name="connsiteY2625" fmla="*/ 2688492 h 4587875"/>
              <a:gd name="connsiteX2626" fmla="*/ 6790487 w 9408955"/>
              <a:gd name="connsiteY2626" fmla="*/ 2673874 h 4587875"/>
              <a:gd name="connsiteX2627" fmla="*/ 6796383 w 9408955"/>
              <a:gd name="connsiteY2627" fmla="*/ 2735592 h 4587875"/>
              <a:gd name="connsiteX2628" fmla="*/ 6817272 w 9408955"/>
              <a:gd name="connsiteY2628" fmla="*/ 2738738 h 4587875"/>
              <a:gd name="connsiteX2629" fmla="*/ 5272120 w 9408955"/>
              <a:gd name="connsiteY2629" fmla="*/ 2738755 h 4587875"/>
              <a:gd name="connsiteX2630" fmla="*/ 5302545 w 9408955"/>
              <a:gd name="connsiteY2630" fmla="*/ 2696670 h 4587875"/>
              <a:gd name="connsiteX2631" fmla="*/ 5246302 w 9408955"/>
              <a:gd name="connsiteY2631" fmla="*/ 2675017 h 4587875"/>
              <a:gd name="connsiteX2632" fmla="*/ 5253106 w 9408955"/>
              <a:gd name="connsiteY2632" fmla="*/ 2734507 h 4587875"/>
              <a:gd name="connsiteX2633" fmla="*/ 5272120 w 9408955"/>
              <a:gd name="connsiteY2633" fmla="*/ 2738755 h 4587875"/>
              <a:gd name="connsiteX2634" fmla="*/ 5481724 w 9408955"/>
              <a:gd name="connsiteY2634" fmla="*/ 2738777 h 4587875"/>
              <a:gd name="connsiteX2635" fmla="*/ 5507333 w 9408955"/>
              <a:gd name="connsiteY2635" fmla="*/ 2689601 h 4587875"/>
              <a:gd name="connsiteX2636" fmla="*/ 5450410 w 9408955"/>
              <a:gd name="connsiteY2636" fmla="*/ 2678350 h 4587875"/>
              <a:gd name="connsiteX2637" fmla="*/ 5461522 w 9408955"/>
              <a:gd name="connsiteY2637" fmla="*/ 2735753 h 4587875"/>
              <a:gd name="connsiteX2638" fmla="*/ 5481724 w 9408955"/>
              <a:gd name="connsiteY2638" fmla="*/ 2738777 h 4587875"/>
              <a:gd name="connsiteX2639" fmla="*/ 1470461 w 9408955"/>
              <a:gd name="connsiteY2639" fmla="*/ 2738809 h 4587875"/>
              <a:gd name="connsiteX2640" fmla="*/ 1499880 w 9408955"/>
              <a:gd name="connsiteY2640" fmla="*/ 2692337 h 4587875"/>
              <a:gd name="connsiteX2641" fmla="*/ 1439390 w 9408955"/>
              <a:gd name="connsiteY2641" fmla="*/ 2680941 h 4587875"/>
              <a:gd name="connsiteX2642" fmla="*/ 1450077 w 9408955"/>
              <a:gd name="connsiteY2642" fmla="*/ 2734272 h 4587875"/>
              <a:gd name="connsiteX2643" fmla="*/ 1470461 w 9408955"/>
              <a:gd name="connsiteY2643" fmla="*/ 2738809 h 4587875"/>
              <a:gd name="connsiteX2644" fmla="*/ 5375424 w 9408955"/>
              <a:gd name="connsiteY2644" fmla="*/ 2738919 h 4587875"/>
              <a:gd name="connsiteX2645" fmla="*/ 5405266 w 9408955"/>
              <a:gd name="connsiteY2645" fmla="*/ 2696316 h 4587875"/>
              <a:gd name="connsiteX2646" fmla="*/ 5346129 w 9408955"/>
              <a:gd name="connsiteY2646" fmla="*/ 2679180 h 4587875"/>
              <a:gd name="connsiteX2647" fmla="*/ 5356591 w 9408955"/>
              <a:gd name="connsiteY2647" fmla="*/ 2735385 h 4587875"/>
              <a:gd name="connsiteX2648" fmla="*/ 5375424 w 9408955"/>
              <a:gd name="connsiteY2648" fmla="*/ 2738919 h 4587875"/>
              <a:gd name="connsiteX2649" fmla="*/ 7226124 w 9408955"/>
              <a:gd name="connsiteY2649" fmla="*/ 2739021 h 4587875"/>
              <a:gd name="connsiteX2650" fmla="*/ 7255196 w 9408955"/>
              <a:gd name="connsiteY2650" fmla="*/ 2696490 h 4587875"/>
              <a:gd name="connsiteX2651" fmla="*/ 7192973 w 9408955"/>
              <a:gd name="connsiteY2651" fmla="*/ 2683801 h 4587875"/>
              <a:gd name="connsiteX2652" fmla="*/ 7207852 w 9408955"/>
              <a:gd name="connsiteY2652" fmla="*/ 2735708 h 4587875"/>
              <a:gd name="connsiteX2653" fmla="*/ 7226124 w 9408955"/>
              <a:gd name="connsiteY2653" fmla="*/ 2739021 h 4587875"/>
              <a:gd name="connsiteX2654" fmla="*/ 6197073 w 9408955"/>
              <a:gd name="connsiteY2654" fmla="*/ 2739022 h 4587875"/>
              <a:gd name="connsiteX2655" fmla="*/ 6228465 w 9408955"/>
              <a:gd name="connsiteY2655" fmla="*/ 2696919 h 4587875"/>
              <a:gd name="connsiteX2656" fmla="*/ 6177161 w 9408955"/>
              <a:gd name="connsiteY2656" fmla="*/ 2671066 h 4587875"/>
              <a:gd name="connsiteX2657" fmla="*/ 6178073 w 9408955"/>
              <a:gd name="connsiteY2657" fmla="*/ 2734777 h 4587875"/>
              <a:gd name="connsiteX2658" fmla="*/ 6197073 w 9408955"/>
              <a:gd name="connsiteY2658" fmla="*/ 2739022 h 4587875"/>
              <a:gd name="connsiteX2659" fmla="*/ 7534249 w 9408955"/>
              <a:gd name="connsiteY2659" fmla="*/ 2739075 h 4587875"/>
              <a:gd name="connsiteX2660" fmla="*/ 7563633 w 9408955"/>
              <a:gd name="connsiteY2660" fmla="*/ 2689280 h 4587875"/>
              <a:gd name="connsiteX2661" fmla="*/ 7506309 w 9408955"/>
              <a:gd name="connsiteY2661" fmla="*/ 2676912 h 4587875"/>
              <a:gd name="connsiteX2662" fmla="*/ 7512781 w 9408955"/>
              <a:gd name="connsiteY2662" fmla="*/ 2734402 h 4587875"/>
              <a:gd name="connsiteX2663" fmla="*/ 7534249 w 9408955"/>
              <a:gd name="connsiteY2663" fmla="*/ 2739075 h 4587875"/>
              <a:gd name="connsiteX2664" fmla="*/ 7132792 w 9408955"/>
              <a:gd name="connsiteY2664" fmla="*/ 2836012 h 4587875"/>
              <a:gd name="connsiteX2665" fmla="*/ 7152139 w 9408955"/>
              <a:gd name="connsiteY2665" fmla="*/ 2815771 h 4587875"/>
              <a:gd name="connsiteX2666" fmla="*/ 7104270 w 9408955"/>
              <a:gd name="connsiteY2666" fmla="*/ 2772682 h 4587875"/>
              <a:gd name="connsiteX2667" fmla="*/ 7104042 w 9408955"/>
              <a:gd name="connsiteY2667" fmla="*/ 2835501 h 4587875"/>
              <a:gd name="connsiteX2668" fmla="*/ 7132792 w 9408955"/>
              <a:gd name="connsiteY2668" fmla="*/ 2836012 h 4587875"/>
              <a:gd name="connsiteX2669" fmla="*/ 5283369 w 9408955"/>
              <a:gd name="connsiteY2669" fmla="*/ 2836033 h 4587875"/>
              <a:gd name="connsiteX2670" fmla="*/ 5302028 w 9408955"/>
              <a:gd name="connsiteY2670" fmla="*/ 2815852 h 4587875"/>
              <a:gd name="connsiteX2671" fmla="*/ 5268653 w 9408955"/>
              <a:gd name="connsiteY2671" fmla="*/ 2770630 h 4587875"/>
              <a:gd name="connsiteX2672" fmla="*/ 5254937 w 9408955"/>
              <a:gd name="connsiteY2672" fmla="*/ 2835524 h 4587875"/>
              <a:gd name="connsiteX2673" fmla="*/ 5283369 w 9408955"/>
              <a:gd name="connsiteY2673" fmla="*/ 2836033 h 4587875"/>
              <a:gd name="connsiteX2674" fmla="*/ 5977055 w 9408955"/>
              <a:gd name="connsiteY2674" fmla="*/ 2836323 h 4587875"/>
              <a:gd name="connsiteX2675" fmla="*/ 6015132 w 9408955"/>
              <a:gd name="connsiteY2675" fmla="*/ 2833460 h 4587875"/>
              <a:gd name="connsiteX2676" fmla="*/ 6008920 w 9408955"/>
              <a:gd name="connsiteY2676" fmla="*/ 2775856 h 4587875"/>
              <a:gd name="connsiteX2677" fmla="*/ 5956233 w 9408955"/>
              <a:gd name="connsiteY2677" fmla="*/ 2809420 h 4587875"/>
              <a:gd name="connsiteX2678" fmla="*/ 5977055 w 9408955"/>
              <a:gd name="connsiteY2678" fmla="*/ 2836323 h 4587875"/>
              <a:gd name="connsiteX2679" fmla="*/ 7029263 w 9408955"/>
              <a:gd name="connsiteY2679" fmla="*/ 2836846 h 4587875"/>
              <a:gd name="connsiteX2680" fmla="*/ 7049703 w 9408955"/>
              <a:gd name="connsiteY2680" fmla="*/ 2815063 h 4587875"/>
              <a:gd name="connsiteX2681" fmla="*/ 7004118 w 9408955"/>
              <a:gd name="connsiteY2681" fmla="*/ 2771726 h 4587875"/>
              <a:gd name="connsiteX2682" fmla="*/ 6999129 w 9408955"/>
              <a:gd name="connsiteY2682" fmla="*/ 2835809 h 4587875"/>
              <a:gd name="connsiteX2683" fmla="*/ 7029263 w 9408955"/>
              <a:gd name="connsiteY2683" fmla="*/ 2836846 h 4587875"/>
              <a:gd name="connsiteX2684" fmla="*/ 7209290 w 9408955"/>
              <a:gd name="connsiteY2684" fmla="*/ 2837171 h 4587875"/>
              <a:gd name="connsiteX2685" fmla="*/ 7256504 w 9408955"/>
              <a:gd name="connsiteY2685" fmla="*/ 2808740 h 4587875"/>
              <a:gd name="connsiteX2686" fmla="*/ 7209062 w 9408955"/>
              <a:gd name="connsiteY2686" fmla="*/ 2772450 h 4587875"/>
              <a:gd name="connsiteX2687" fmla="*/ 7209290 w 9408955"/>
              <a:gd name="connsiteY2687" fmla="*/ 2837171 h 4587875"/>
              <a:gd name="connsiteX2688" fmla="*/ 7436532 w 9408955"/>
              <a:gd name="connsiteY2688" fmla="*/ 2837418 h 4587875"/>
              <a:gd name="connsiteX2689" fmla="*/ 7455186 w 9408955"/>
              <a:gd name="connsiteY2689" fmla="*/ 2825976 h 4587875"/>
              <a:gd name="connsiteX2690" fmla="*/ 7454723 w 9408955"/>
              <a:gd name="connsiteY2690" fmla="*/ 2776083 h 4587875"/>
              <a:gd name="connsiteX2691" fmla="*/ 7393447 w 9408955"/>
              <a:gd name="connsiteY2691" fmla="*/ 2801029 h 4587875"/>
              <a:gd name="connsiteX2692" fmla="*/ 7436532 w 9408955"/>
              <a:gd name="connsiteY2692" fmla="*/ 2837418 h 4587875"/>
              <a:gd name="connsiteX2693" fmla="*/ 2384317 w 9408955"/>
              <a:gd name="connsiteY2693" fmla="*/ 2837582 h 4587875"/>
              <a:gd name="connsiteX2694" fmla="*/ 2403393 w 9408955"/>
              <a:gd name="connsiteY2694" fmla="*/ 2836197 h 4587875"/>
              <a:gd name="connsiteX2695" fmla="*/ 2396219 w 9408955"/>
              <a:gd name="connsiteY2695" fmla="*/ 2770399 h 4587875"/>
              <a:gd name="connsiteX2696" fmla="*/ 2366828 w 9408955"/>
              <a:gd name="connsiteY2696" fmla="*/ 2829640 h 4587875"/>
              <a:gd name="connsiteX2697" fmla="*/ 2384317 w 9408955"/>
              <a:gd name="connsiteY2697" fmla="*/ 2837582 h 4587875"/>
              <a:gd name="connsiteX2698" fmla="*/ 1785482 w 9408955"/>
              <a:gd name="connsiteY2698" fmla="*/ 2837705 h 4587875"/>
              <a:gd name="connsiteX2699" fmla="*/ 1806443 w 9408955"/>
              <a:gd name="connsiteY2699" fmla="*/ 2821413 h 4587875"/>
              <a:gd name="connsiteX2700" fmla="*/ 1802325 w 9408955"/>
              <a:gd name="connsiteY2700" fmla="*/ 2775062 h 4587875"/>
              <a:gd name="connsiteX2701" fmla="*/ 1753139 w 9408955"/>
              <a:gd name="connsiteY2701" fmla="*/ 2776668 h 4587875"/>
              <a:gd name="connsiteX2702" fmla="*/ 1758858 w 9408955"/>
              <a:gd name="connsiteY2702" fmla="*/ 2834722 h 4587875"/>
              <a:gd name="connsiteX2703" fmla="*/ 1785482 w 9408955"/>
              <a:gd name="connsiteY2703" fmla="*/ 2837705 h 4587875"/>
              <a:gd name="connsiteX2704" fmla="*/ 4443492 w 9408955"/>
              <a:gd name="connsiteY2704" fmla="*/ 2837835 h 4587875"/>
              <a:gd name="connsiteX2705" fmla="*/ 4465108 w 9408955"/>
              <a:gd name="connsiteY2705" fmla="*/ 2834745 h 4587875"/>
              <a:gd name="connsiteX2706" fmla="*/ 4460089 w 9408955"/>
              <a:gd name="connsiteY2706" fmla="*/ 2771818 h 4587875"/>
              <a:gd name="connsiteX2707" fmla="*/ 4422217 w 9408955"/>
              <a:gd name="connsiteY2707" fmla="*/ 2775250 h 4587875"/>
              <a:gd name="connsiteX2708" fmla="*/ 4421533 w 9408955"/>
              <a:gd name="connsiteY2708" fmla="*/ 2833372 h 4587875"/>
              <a:gd name="connsiteX2709" fmla="*/ 4443492 w 9408955"/>
              <a:gd name="connsiteY2709" fmla="*/ 2837835 h 4587875"/>
              <a:gd name="connsiteX2710" fmla="*/ 4352801 w 9408955"/>
              <a:gd name="connsiteY2710" fmla="*/ 2837984 h 4587875"/>
              <a:gd name="connsiteX2711" fmla="*/ 4376082 w 9408955"/>
              <a:gd name="connsiteY2711" fmla="*/ 2816284 h 4587875"/>
              <a:gd name="connsiteX2712" fmla="*/ 4342115 w 9408955"/>
              <a:gd name="connsiteY2712" fmla="*/ 2769749 h 4587875"/>
              <a:gd name="connsiteX2713" fmla="*/ 4320457 w 9408955"/>
              <a:gd name="connsiteY2713" fmla="*/ 2831112 h 4587875"/>
              <a:gd name="connsiteX2714" fmla="*/ 4352801 w 9408955"/>
              <a:gd name="connsiteY2714" fmla="*/ 2837984 h 4587875"/>
              <a:gd name="connsiteX2715" fmla="*/ 7827183 w 9408955"/>
              <a:gd name="connsiteY2715" fmla="*/ 2838132 h 4587875"/>
              <a:gd name="connsiteX2716" fmla="*/ 7873425 w 9408955"/>
              <a:gd name="connsiteY2716" fmla="*/ 2809857 h 4587875"/>
              <a:gd name="connsiteX2717" fmla="*/ 7822671 w 9408955"/>
              <a:gd name="connsiteY2717" fmla="*/ 2774224 h 4587875"/>
              <a:gd name="connsiteX2718" fmla="*/ 7827183 w 9408955"/>
              <a:gd name="connsiteY2718" fmla="*/ 2838132 h 4587875"/>
              <a:gd name="connsiteX2719" fmla="*/ 1375376 w 9408955"/>
              <a:gd name="connsiteY2719" fmla="*/ 2838181 h 4587875"/>
              <a:gd name="connsiteX2720" fmla="*/ 1395819 w 9408955"/>
              <a:gd name="connsiteY2720" fmla="*/ 2787064 h 4587875"/>
              <a:gd name="connsiteX2721" fmla="*/ 1331516 w 9408955"/>
              <a:gd name="connsiteY2721" fmla="*/ 2792579 h 4587875"/>
              <a:gd name="connsiteX2722" fmla="*/ 1354252 w 9408955"/>
              <a:gd name="connsiteY2722" fmla="*/ 2837154 h 4587875"/>
              <a:gd name="connsiteX2723" fmla="*/ 1375376 w 9408955"/>
              <a:gd name="connsiteY2723" fmla="*/ 2838181 h 4587875"/>
              <a:gd name="connsiteX2724" fmla="*/ 4966344 w 9408955"/>
              <a:gd name="connsiteY2724" fmla="*/ 2838415 h 4587875"/>
              <a:gd name="connsiteX2725" fmla="*/ 4995535 w 9408955"/>
              <a:gd name="connsiteY2725" fmla="*/ 2799881 h 4587875"/>
              <a:gd name="connsiteX2726" fmla="*/ 4930301 w 9408955"/>
              <a:gd name="connsiteY2726" fmla="*/ 2785291 h 4587875"/>
              <a:gd name="connsiteX2727" fmla="*/ 4948907 w 9408955"/>
              <a:gd name="connsiteY2727" fmla="*/ 2836128 h 4587875"/>
              <a:gd name="connsiteX2728" fmla="*/ 4966344 w 9408955"/>
              <a:gd name="connsiteY2728" fmla="*/ 2838415 h 4587875"/>
              <a:gd name="connsiteX2729" fmla="*/ 1573983 w 9408955"/>
              <a:gd name="connsiteY2729" fmla="*/ 2838421 h 4587875"/>
              <a:gd name="connsiteX2730" fmla="*/ 1604342 w 9408955"/>
              <a:gd name="connsiteY2730" fmla="*/ 2799896 h 4587875"/>
              <a:gd name="connsiteX2731" fmla="*/ 1545987 w 9408955"/>
              <a:gd name="connsiteY2731" fmla="*/ 2778125 h 4587875"/>
              <a:gd name="connsiteX2732" fmla="*/ 1555675 w 9408955"/>
              <a:gd name="connsiteY2732" fmla="*/ 2835955 h 4587875"/>
              <a:gd name="connsiteX2733" fmla="*/ 1573983 w 9408955"/>
              <a:gd name="connsiteY2733" fmla="*/ 2838421 h 4587875"/>
              <a:gd name="connsiteX2734" fmla="*/ 1984637 w 9408955"/>
              <a:gd name="connsiteY2734" fmla="*/ 2838629 h 4587875"/>
              <a:gd name="connsiteX2735" fmla="*/ 2016327 w 9408955"/>
              <a:gd name="connsiteY2735" fmla="*/ 2800592 h 4587875"/>
              <a:gd name="connsiteX2736" fmla="*/ 1957680 w 9408955"/>
              <a:gd name="connsiteY2736" fmla="*/ 2780063 h 4587875"/>
              <a:gd name="connsiteX2737" fmla="*/ 1966250 w 9408955"/>
              <a:gd name="connsiteY2737" fmla="*/ 2835784 h 4587875"/>
              <a:gd name="connsiteX2738" fmla="*/ 1984637 w 9408955"/>
              <a:gd name="connsiteY2738" fmla="*/ 2838629 h 4587875"/>
              <a:gd name="connsiteX2739" fmla="*/ 6300491 w 9408955"/>
              <a:gd name="connsiteY2739" fmla="*/ 2838632 h 4587875"/>
              <a:gd name="connsiteX2740" fmla="*/ 6332606 w 9408955"/>
              <a:gd name="connsiteY2740" fmla="*/ 2808569 h 4587875"/>
              <a:gd name="connsiteX2741" fmla="*/ 6275456 w 9408955"/>
              <a:gd name="connsiteY2741" fmla="*/ 2778639 h 4587875"/>
              <a:gd name="connsiteX2742" fmla="*/ 6284754 w 9408955"/>
              <a:gd name="connsiteY2742" fmla="*/ 2836023 h 4587875"/>
              <a:gd name="connsiteX2743" fmla="*/ 6300491 w 9408955"/>
              <a:gd name="connsiteY2743" fmla="*/ 2838632 h 4587875"/>
              <a:gd name="connsiteX2744" fmla="*/ 5367895 w 9408955"/>
              <a:gd name="connsiteY2744" fmla="*/ 2838638 h 4587875"/>
              <a:gd name="connsiteX2745" fmla="*/ 5389688 w 9408955"/>
              <a:gd name="connsiteY2745" fmla="*/ 2835157 h 4587875"/>
              <a:gd name="connsiteX2746" fmla="*/ 5378878 w 9408955"/>
              <a:gd name="connsiteY2746" fmla="*/ 2770717 h 4587875"/>
              <a:gd name="connsiteX2747" fmla="*/ 5337016 w 9408955"/>
              <a:gd name="connsiteY2747" fmla="*/ 2792121 h 4587875"/>
              <a:gd name="connsiteX2748" fmla="*/ 5345757 w 9408955"/>
              <a:gd name="connsiteY2748" fmla="*/ 2834006 h 4587875"/>
              <a:gd name="connsiteX2749" fmla="*/ 5367895 w 9408955"/>
              <a:gd name="connsiteY2749" fmla="*/ 2838638 h 4587875"/>
              <a:gd name="connsiteX2750" fmla="*/ 1669785 w 9408955"/>
              <a:gd name="connsiteY2750" fmla="*/ 2838649 h 4587875"/>
              <a:gd name="connsiteX2751" fmla="*/ 1694805 w 9408955"/>
              <a:gd name="connsiteY2751" fmla="*/ 2832471 h 4587875"/>
              <a:gd name="connsiteX2752" fmla="*/ 1695030 w 9408955"/>
              <a:gd name="connsiteY2752" fmla="*/ 2776866 h 4587875"/>
              <a:gd name="connsiteX2753" fmla="*/ 1648146 w 9408955"/>
              <a:gd name="connsiteY2753" fmla="*/ 2775264 h 4587875"/>
              <a:gd name="connsiteX2754" fmla="*/ 1646793 w 9408955"/>
              <a:gd name="connsiteY2754" fmla="*/ 2827666 h 4587875"/>
              <a:gd name="connsiteX2755" fmla="*/ 1669785 w 9408955"/>
              <a:gd name="connsiteY2755" fmla="*/ 2838649 h 4587875"/>
              <a:gd name="connsiteX2756" fmla="*/ 6509239 w 9408955"/>
              <a:gd name="connsiteY2756" fmla="*/ 2838656 h 4587875"/>
              <a:gd name="connsiteX2757" fmla="*/ 6536197 w 9408955"/>
              <a:gd name="connsiteY2757" fmla="*/ 2801573 h 4587875"/>
              <a:gd name="connsiteX2758" fmla="*/ 6490565 w 9408955"/>
              <a:gd name="connsiteY2758" fmla="*/ 2772527 h 4587875"/>
              <a:gd name="connsiteX2759" fmla="*/ 6492170 w 9408955"/>
              <a:gd name="connsiteY2759" fmla="*/ 2837938 h 4587875"/>
              <a:gd name="connsiteX2760" fmla="*/ 6509239 w 9408955"/>
              <a:gd name="connsiteY2760" fmla="*/ 2838656 h 4587875"/>
              <a:gd name="connsiteX2761" fmla="*/ 1267597 w 9408955"/>
              <a:gd name="connsiteY2761" fmla="*/ 2838712 h 4587875"/>
              <a:gd name="connsiteX2762" fmla="*/ 1297125 w 9408955"/>
              <a:gd name="connsiteY2762" fmla="*/ 2800712 h 4587875"/>
              <a:gd name="connsiteX2763" fmla="*/ 1235461 w 9408955"/>
              <a:gd name="connsiteY2763" fmla="*/ 2782262 h 4587875"/>
              <a:gd name="connsiteX2764" fmla="*/ 1249904 w 9408955"/>
              <a:gd name="connsiteY2764" fmla="*/ 2836712 h 4587875"/>
              <a:gd name="connsiteX2765" fmla="*/ 1267597 w 9408955"/>
              <a:gd name="connsiteY2765" fmla="*/ 2838712 h 4587875"/>
              <a:gd name="connsiteX2766" fmla="*/ 5073605 w 9408955"/>
              <a:gd name="connsiteY2766" fmla="*/ 2838727 h 4587875"/>
              <a:gd name="connsiteX2767" fmla="*/ 5096983 w 9408955"/>
              <a:gd name="connsiteY2767" fmla="*/ 2793965 h 4587875"/>
              <a:gd name="connsiteX2768" fmla="*/ 5031812 w 9408955"/>
              <a:gd name="connsiteY2768" fmla="*/ 2792816 h 4587875"/>
              <a:gd name="connsiteX2769" fmla="*/ 5054450 w 9408955"/>
              <a:gd name="connsiteY2769" fmla="*/ 2837402 h 4587875"/>
              <a:gd name="connsiteX2770" fmla="*/ 5073605 w 9408955"/>
              <a:gd name="connsiteY2770" fmla="*/ 2838727 h 4587875"/>
              <a:gd name="connsiteX2771" fmla="*/ 6920002 w 9408955"/>
              <a:gd name="connsiteY2771" fmla="*/ 2838733 h 4587875"/>
              <a:gd name="connsiteX2772" fmla="*/ 6947407 w 9408955"/>
              <a:gd name="connsiteY2772" fmla="*/ 2800896 h 4587875"/>
              <a:gd name="connsiteX2773" fmla="*/ 6891239 w 9408955"/>
              <a:gd name="connsiteY2773" fmla="*/ 2777121 h 4587875"/>
              <a:gd name="connsiteX2774" fmla="*/ 6902837 w 9408955"/>
              <a:gd name="connsiteY2774" fmla="*/ 2836786 h 4587875"/>
              <a:gd name="connsiteX2775" fmla="*/ 6920002 w 9408955"/>
              <a:gd name="connsiteY2775" fmla="*/ 2838733 h 4587875"/>
              <a:gd name="connsiteX2776" fmla="*/ 6195310 w 9408955"/>
              <a:gd name="connsiteY2776" fmla="*/ 2838745 h 4587875"/>
              <a:gd name="connsiteX2777" fmla="*/ 6229175 w 9408955"/>
              <a:gd name="connsiteY2777" fmla="*/ 2809330 h 4587875"/>
              <a:gd name="connsiteX2778" fmla="*/ 6170506 w 9408955"/>
              <a:gd name="connsiteY2778" fmla="*/ 2779773 h 4587875"/>
              <a:gd name="connsiteX2779" fmla="*/ 6179374 w 9408955"/>
              <a:gd name="connsiteY2779" fmla="*/ 2835704 h 4587875"/>
              <a:gd name="connsiteX2780" fmla="*/ 6195310 w 9408955"/>
              <a:gd name="connsiteY2780" fmla="*/ 2838745 h 4587875"/>
              <a:gd name="connsiteX2781" fmla="*/ 6712468 w 9408955"/>
              <a:gd name="connsiteY2781" fmla="*/ 2838768 h 4587875"/>
              <a:gd name="connsiteX2782" fmla="*/ 6740820 w 9408955"/>
              <a:gd name="connsiteY2782" fmla="*/ 2800529 h 4587875"/>
              <a:gd name="connsiteX2783" fmla="*/ 6685031 w 9408955"/>
              <a:gd name="connsiteY2783" fmla="*/ 2777485 h 4587875"/>
              <a:gd name="connsiteX2784" fmla="*/ 6694782 w 9408955"/>
              <a:gd name="connsiteY2784" fmla="*/ 2836478 h 4587875"/>
              <a:gd name="connsiteX2785" fmla="*/ 6712468 w 9408955"/>
              <a:gd name="connsiteY2785" fmla="*/ 2838768 h 4587875"/>
              <a:gd name="connsiteX2786" fmla="*/ 2190906 w 9408955"/>
              <a:gd name="connsiteY2786" fmla="*/ 2838783 h 4587875"/>
              <a:gd name="connsiteX2787" fmla="*/ 2220867 w 9408955"/>
              <a:gd name="connsiteY2787" fmla="*/ 2806505 h 4587875"/>
              <a:gd name="connsiteX2788" fmla="*/ 2174958 w 9408955"/>
              <a:gd name="connsiteY2788" fmla="*/ 2771192 h 4587875"/>
              <a:gd name="connsiteX2789" fmla="*/ 2174958 w 9408955"/>
              <a:gd name="connsiteY2789" fmla="*/ 2836773 h 4587875"/>
              <a:gd name="connsiteX2790" fmla="*/ 2190906 w 9408955"/>
              <a:gd name="connsiteY2790" fmla="*/ 2838783 h 4587875"/>
              <a:gd name="connsiteX2791" fmla="*/ 4243596 w 9408955"/>
              <a:gd name="connsiteY2791" fmla="*/ 2838838 h 4587875"/>
              <a:gd name="connsiteX2792" fmla="*/ 4277686 w 9408955"/>
              <a:gd name="connsiteY2792" fmla="*/ 2800203 h 4587875"/>
              <a:gd name="connsiteX2793" fmla="*/ 4222652 w 9408955"/>
              <a:gd name="connsiteY2793" fmla="*/ 2774832 h 4587875"/>
              <a:gd name="connsiteX2794" fmla="*/ 4224927 w 9408955"/>
              <a:gd name="connsiteY2794" fmla="*/ 2834717 h 4587875"/>
              <a:gd name="connsiteX2795" fmla="*/ 4243596 w 9408955"/>
              <a:gd name="connsiteY2795" fmla="*/ 2838838 h 4587875"/>
              <a:gd name="connsiteX2796" fmla="*/ 2293850 w 9408955"/>
              <a:gd name="connsiteY2796" fmla="*/ 2838862 h 4587875"/>
              <a:gd name="connsiteX2797" fmla="*/ 2324040 w 9408955"/>
              <a:gd name="connsiteY2797" fmla="*/ 2808645 h 4587875"/>
              <a:gd name="connsiteX2798" fmla="*/ 2270079 w 9408955"/>
              <a:gd name="connsiteY2798" fmla="*/ 2774991 h 4587875"/>
              <a:gd name="connsiteX2799" fmla="*/ 2278470 w 9408955"/>
              <a:gd name="connsiteY2799" fmla="*/ 2836841 h 4587875"/>
              <a:gd name="connsiteX2800" fmla="*/ 2293850 w 9408955"/>
              <a:gd name="connsiteY2800" fmla="*/ 2838862 h 4587875"/>
              <a:gd name="connsiteX2801" fmla="*/ 6086391 w 9408955"/>
              <a:gd name="connsiteY2801" fmla="*/ 2838874 h 4587875"/>
              <a:gd name="connsiteX2802" fmla="*/ 6126647 w 9408955"/>
              <a:gd name="connsiteY2802" fmla="*/ 2800968 h 4587875"/>
              <a:gd name="connsiteX2803" fmla="*/ 6066694 w 9408955"/>
              <a:gd name="connsiteY2803" fmla="*/ 2779331 h 4587875"/>
              <a:gd name="connsiteX2804" fmla="*/ 6066923 w 9408955"/>
              <a:gd name="connsiteY2804" fmla="*/ 2829972 h 4587875"/>
              <a:gd name="connsiteX2805" fmla="*/ 6086391 w 9408955"/>
              <a:gd name="connsiteY2805" fmla="*/ 2838874 h 4587875"/>
              <a:gd name="connsiteX2806" fmla="*/ 7322428 w 9408955"/>
              <a:gd name="connsiteY2806" fmla="*/ 2838916 h 4587875"/>
              <a:gd name="connsiteX2807" fmla="*/ 7355386 w 9408955"/>
              <a:gd name="connsiteY2807" fmla="*/ 2821833 h 4587875"/>
              <a:gd name="connsiteX2808" fmla="*/ 7352201 w 9408955"/>
              <a:gd name="connsiteY2808" fmla="*/ 2775284 h 4587875"/>
              <a:gd name="connsiteX2809" fmla="*/ 7308068 w 9408955"/>
              <a:gd name="connsiteY2809" fmla="*/ 2773679 h 4587875"/>
              <a:gd name="connsiteX2810" fmla="*/ 7293053 w 9408955"/>
              <a:gd name="connsiteY2810" fmla="*/ 2816101 h 4587875"/>
              <a:gd name="connsiteX2811" fmla="*/ 7322428 w 9408955"/>
              <a:gd name="connsiteY2811" fmla="*/ 2838916 h 4587875"/>
              <a:gd name="connsiteX2812" fmla="*/ 5174992 w 9408955"/>
              <a:gd name="connsiteY2812" fmla="*/ 2838923 h 4587875"/>
              <a:gd name="connsiteX2813" fmla="*/ 5200436 w 9408955"/>
              <a:gd name="connsiteY2813" fmla="*/ 2800068 h 4587875"/>
              <a:gd name="connsiteX2814" fmla="*/ 5141420 w 9408955"/>
              <a:gd name="connsiteY2814" fmla="*/ 2778637 h 4587875"/>
              <a:gd name="connsiteX2815" fmla="*/ 5157661 w 9408955"/>
              <a:gd name="connsiteY2815" fmla="*/ 2837630 h 4587875"/>
              <a:gd name="connsiteX2816" fmla="*/ 5174992 w 9408955"/>
              <a:gd name="connsiteY2816" fmla="*/ 2838923 h 4587875"/>
              <a:gd name="connsiteX2817" fmla="*/ 6818104 w 9408955"/>
              <a:gd name="connsiteY2817" fmla="*/ 2838928 h 4587875"/>
              <a:gd name="connsiteX2818" fmla="*/ 6843184 w 9408955"/>
              <a:gd name="connsiteY2818" fmla="*/ 2793605 h 4587875"/>
              <a:gd name="connsiteX2819" fmla="*/ 6781562 w 9408955"/>
              <a:gd name="connsiteY2819" fmla="*/ 2786694 h 4587875"/>
              <a:gd name="connsiteX2820" fmla="*/ 6798879 w 9408955"/>
              <a:gd name="connsiteY2820" fmla="*/ 2837607 h 4587875"/>
              <a:gd name="connsiteX2821" fmla="*/ 6818104 w 9408955"/>
              <a:gd name="connsiteY2821" fmla="*/ 2838928 h 4587875"/>
              <a:gd name="connsiteX2822" fmla="*/ 7741701 w 9408955"/>
              <a:gd name="connsiteY2822" fmla="*/ 2838944 h 4587875"/>
              <a:gd name="connsiteX2823" fmla="*/ 7772206 w 9408955"/>
              <a:gd name="connsiteY2823" fmla="*/ 2801604 h 4587875"/>
              <a:gd name="connsiteX2824" fmla="*/ 7718778 w 9408955"/>
              <a:gd name="connsiteY2824" fmla="*/ 2775141 h 4587875"/>
              <a:gd name="connsiteX2825" fmla="*/ 7724052 w 9408955"/>
              <a:gd name="connsiteY2825" fmla="*/ 2837114 h 4587875"/>
              <a:gd name="connsiteX2826" fmla="*/ 7741701 w 9408955"/>
              <a:gd name="connsiteY2826" fmla="*/ 2838944 h 4587875"/>
              <a:gd name="connsiteX2827" fmla="*/ 1161282 w 9408955"/>
              <a:gd name="connsiteY2827" fmla="*/ 2838993 h 4587875"/>
              <a:gd name="connsiteX2828" fmla="*/ 1193935 w 9408955"/>
              <a:gd name="connsiteY2828" fmla="*/ 2808678 h 4587875"/>
              <a:gd name="connsiteX2829" fmla="*/ 1150945 w 9408955"/>
              <a:gd name="connsiteY2829" fmla="*/ 2770026 h 4587875"/>
              <a:gd name="connsiteX2830" fmla="*/ 1145198 w 9408955"/>
              <a:gd name="connsiteY2830" fmla="*/ 2836517 h 4587875"/>
              <a:gd name="connsiteX2831" fmla="*/ 1161282 w 9408955"/>
              <a:gd name="connsiteY2831" fmla="*/ 2838993 h 4587875"/>
              <a:gd name="connsiteX2832" fmla="*/ 1470057 w 9408955"/>
              <a:gd name="connsiteY2832" fmla="*/ 2839126 h 4587875"/>
              <a:gd name="connsiteX2833" fmla="*/ 1501943 w 9408955"/>
              <a:gd name="connsiteY2833" fmla="*/ 2800784 h 4587875"/>
              <a:gd name="connsiteX2834" fmla="*/ 1447131 w 9408955"/>
              <a:gd name="connsiteY2834" fmla="*/ 2775935 h 4587875"/>
              <a:gd name="connsiteX2835" fmla="*/ 1451454 w 9408955"/>
              <a:gd name="connsiteY2835" fmla="*/ 2835208 h 4587875"/>
              <a:gd name="connsiteX2836" fmla="*/ 1470057 w 9408955"/>
              <a:gd name="connsiteY2836" fmla="*/ 2839126 h 4587875"/>
              <a:gd name="connsiteX2837" fmla="*/ 6404242 w 9408955"/>
              <a:gd name="connsiteY2837" fmla="*/ 2839158 h 4587875"/>
              <a:gd name="connsiteX2838" fmla="*/ 6435113 w 9408955"/>
              <a:gd name="connsiteY2838" fmla="*/ 2808487 h 4587875"/>
              <a:gd name="connsiteX2839" fmla="*/ 6383859 w 9408955"/>
              <a:gd name="connsiteY2839" fmla="*/ 2774702 h 4587875"/>
              <a:gd name="connsiteX2840" fmla="*/ 6388849 w 9408955"/>
              <a:gd name="connsiteY2840" fmla="*/ 2837445 h 4587875"/>
              <a:gd name="connsiteX2841" fmla="*/ 6404242 w 9408955"/>
              <a:gd name="connsiteY2841" fmla="*/ 2839158 h 4587875"/>
              <a:gd name="connsiteX2842" fmla="*/ 2499236 w 9408955"/>
              <a:gd name="connsiteY2842" fmla="*/ 2839205 h 4587875"/>
              <a:gd name="connsiteX2843" fmla="*/ 2528894 w 9408955"/>
              <a:gd name="connsiteY2843" fmla="*/ 2799649 h 4587875"/>
              <a:gd name="connsiteX2844" fmla="*/ 2465727 w 9408955"/>
              <a:gd name="connsiteY2844" fmla="*/ 2787568 h 4587875"/>
              <a:gd name="connsiteX2845" fmla="*/ 2480783 w 9408955"/>
              <a:gd name="connsiteY2845" fmla="*/ 2835893 h 4587875"/>
              <a:gd name="connsiteX2846" fmla="*/ 2499236 w 9408955"/>
              <a:gd name="connsiteY2846" fmla="*/ 2839205 h 4587875"/>
              <a:gd name="connsiteX2847" fmla="*/ 1880046 w 9408955"/>
              <a:gd name="connsiteY2847" fmla="*/ 2839273 h 4587875"/>
              <a:gd name="connsiteX2848" fmla="*/ 1913093 w 9408955"/>
              <a:gd name="connsiteY2848" fmla="*/ 2800991 h 4587875"/>
              <a:gd name="connsiteX2849" fmla="*/ 1853496 w 9408955"/>
              <a:gd name="connsiteY2849" fmla="*/ 2779572 h 4587875"/>
              <a:gd name="connsiteX2850" fmla="*/ 1861460 w 9408955"/>
              <a:gd name="connsiteY2850" fmla="*/ 2835307 h 4587875"/>
              <a:gd name="connsiteX2851" fmla="*/ 1880046 w 9408955"/>
              <a:gd name="connsiteY2851" fmla="*/ 2839273 h 4587875"/>
              <a:gd name="connsiteX2852" fmla="*/ 7637459 w 9408955"/>
              <a:gd name="connsiteY2852" fmla="*/ 2839365 h 4587875"/>
              <a:gd name="connsiteX2853" fmla="*/ 7667484 w 9408955"/>
              <a:gd name="connsiteY2853" fmla="*/ 2799125 h 4587875"/>
              <a:gd name="connsiteX2854" fmla="*/ 7605738 w 9408955"/>
              <a:gd name="connsiteY2854" fmla="*/ 2783151 h 4587875"/>
              <a:gd name="connsiteX2855" fmla="*/ 7619308 w 9408955"/>
              <a:gd name="connsiteY2855" fmla="*/ 2836630 h 4587875"/>
              <a:gd name="connsiteX2856" fmla="*/ 7637459 w 9408955"/>
              <a:gd name="connsiteY2856" fmla="*/ 2839365 h 4587875"/>
              <a:gd name="connsiteX2857" fmla="*/ 5891623 w 9408955"/>
              <a:gd name="connsiteY2857" fmla="*/ 2839481 h 4587875"/>
              <a:gd name="connsiteX2858" fmla="*/ 5920686 w 9408955"/>
              <a:gd name="connsiteY2858" fmla="*/ 2799839 h 4587875"/>
              <a:gd name="connsiteX2859" fmla="*/ 5859238 w 9408955"/>
              <a:gd name="connsiteY2859" fmla="*/ 2780954 h 4587875"/>
              <a:gd name="connsiteX2860" fmla="*/ 5873507 w 9408955"/>
              <a:gd name="connsiteY2860" fmla="*/ 2836919 h 4587875"/>
              <a:gd name="connsiteX2861" fmla="*/ 5891623 w 9408955"/>
              <a:gd name="connsiteY2861" fmla="*/ 2839481 h 4587875"/>
              <a:gd name="connsiteX2862" fmla="*/ 5577213 w 9408955"/>
              <a:gd name="connsiteY2862" fmla="*/ 2839506 h 4587875"/>
              <a:gd name="connsiteX2863" fmla="*/ 5612774 w 9408955"/>
              <a:gd name="connsiteY2863" fmla="*/ 2809099 h 4587875"/>
              <a:gd name="connsiteX2864" fmla="*/ 5552737 w 9408955"/>
              <a:gd name="connsiteY2864" fmla="*/ 2781361 h 4587875"/>
              <a:gd name="connsiteX2865" fmla="*/ 5560469 w 9408955"/>
              <a:gd name="connsiteY2865" fmla="*/ 2835474 h 4587875"/>
              <a:gd name="connsiteX2866" fmla="*/ 5577213 w 9408955"/>
              <a:gd name="connsiteY2866" fmla="*/ 2839506 h 4587875"/>
              <a:gd name="connsiteX2867" fmla="*/ 7533407 w 9408955"/>
              <a:gd name="connsiteY2867" fmla="*/ 2839517 h 4587875"/>
              <a:gd name="connsiteX2868" fmla="*/ 7562892 w 9408955"/>
              <a:gd name="connsiteY2868" fmla="*/ 2796025 h 4587875"/>
              <a:gd name="connsiteX2869" fmla="*/ 7509223 w 9408955"/>
              <a:gd name="connsiteY2869" fmla="*/ 2776265 h 4587875"/>
              <a:gd name="connsiteX2870" fmla="*/ 7513772 w 9408955"/>
              <a:gd name="connsiteY2870" fmla="*/ 2836235 h 4587875"/>
              <a:gd name="connsiteX2871" fmla="*/ 7533407 w 9408955"/>
              <a:gd name="connsiteY2871" fmla="*/ 2839517 h 4587875"/>
              <a:gd name="connsiteX2872" fmla="*/ 5683289 w 9408955"/>
              <a:gd name="connsiteY2872" fmla="*/ 2839525 h 4587875"/>
              <a:gd name="connsiteX2873" fmla="*/ 5715703 w 9408955"/>
              <a:gd name="connsiteY2873" fmla="*/ 2800530 h 4587875"/>
              <a:gd name="connsiteX2874" fmla="*/ 5652361 w 9408955"/>
              <a:gd name="connsiteY2874" fmla="*/ 2783717 h 4587875"/>
              <a:gd name="connsiteX2875" fmla="*/ 5664710 w 9408955"/>
              <a:gd name="connsiteY2875" fmla="*/ 2836228 h 4587875"/>
              <a:gd name="connsiteX2876" fmla="*/ 5683289 w 9408955"/>
              <a:gd name="connsiteY2876" fmla="*/ 2839525 h 4587875"/>
              <a:gd name="connsiteX2877" fmla="*/ 2087875 w 9408955"/>
              <a:gd name="connsiteY2877" fmla="*/ 2839553 h 4587875"/>
              <a:gd name="connsiteX2878" fmla="*/ 2119010 w 9408955"/>
              <a:gd name="connsiteY2878" fmla="*/ 2800746 h 4587875"/>
              <a:gd name="connsiteX2879" fmla="*/ 2056931 w 9408955"/>
              <a:gd name="connsiteY2879" fmla="*/ 2781994 h 4587875"/>
              <a:gd name="connsiteX2880" fmla="*/ 2069893 w 9408955"/>
              <a:gd name="connsiteY2880" fmla="*/ 2836630 h 4587875"/>
              <a:gd name="connsiteX2881" fmla="*/ 2087875 w 9408955"/>
              <a:gd name="connsiteY2881" fmla="*/ 2839553 h 4587875"/>
              <a:gd name="connsiteX2882" fmla="*/ 6605644 w 9408955"/>
              <a:gd name="connsiteY2882" fmla="*/ 2839814 h 4587875"/>
              <a:gd name="connsiteX2883" fmla="*/ 6638780 w 9408955"/>
              <a:gd name="connsiteY2883" fmla="*/ 2808479 h 4587875"/>
              <a:gd name="connsiteX2884" fmla="*/ 6594231 w 9408955"/>
              <a:gd name="connsiteY2884" fmla="*/ 2771726 h 4587875"/>
              <a:gd name="connsiteX2885" fmla="*/ 6589256 w 9408955"/>
              <a:gd name="connsiteY2885" fmla="*/ 2836217 h 4587875"/>
              <a:gd name="connsiteX2886" fmla="*/ 6605644 w 9408955"/>
              <a:gd name="connsiteY2886" fmla="*/ 2839814 h 4587875"/>
              <a:gd name="connsiteX2887" fmla="*/ 2403512 w 9408955"/>
              <a:gd name="connsiteY2887" fmla="*/ 2941132 h 4587875"/>
              <a:gd name="connsiteX2888" fmla="*/ 2424291 w 9408955"/>
              <a:gd name="connsiteY2888" fmla="*/ 2920452 h 4587875"/>
              <a:gd name="connsiteX2889" fmla="*/ 2414317 w 9408955"/>
              <a:gd name="connsiteY2889" fmla="*/ 2879837 h 4587875"/>
              <a:gd name="connsiteX2890" fmla="*/ 2363060 w 9408955"/>
              <a:gd name="connsiteY2890" fmla="*/ 2890392 h 4587875"/>
              <a:gd name="connsiteX2891" fmla="*/ 2373712 w 9408955"/>
              <a:gd name="connsiteY2891" fmla="*/ 2937891 h 4587875"/>
              <a:gd name="connsiteX2892" fmla="*/ 2403512 w 9408955"/>
              <a:gd name="connsiteY2892" fmla="*/ 2941132 h 4587875"/>
              <a:gd name="connsiteX2893" fmla="*/ 2594451 w 9408955"/>
              <a:gd name="connsiteY2893" fmla="*/ 2941325 h 4587875"/>
              <a:gd name="connsiteX2894" fmla="*/ 2631349 w 9408955"/>
              <a:gd name="connsiteY2894" fmla="*/ 2905351 h 4587875"/>
              <a:gd name="connsiteX2895" fmla="*/ 2566945 w 9408955"/>
              <a:gd name="connsiteY2895" fmla="*/ 2891971 h 4587875"/>
              <a:gd name="connsiteX2896" fmla="*/ 2575562 w 9408955"/>
              <a:gd name="connsiteY2896" fmla="*/ 2934607 h 4587875"/>
              <a:gd name="connsiteX2897" fmla="*/ 2594451 w 9408955"/>
              <a:gd name="connsiteY2897" fmla="*/ 2941325 h 4587875"/>
              <a:gd name="connsiteX2898" fmla="*/ 4455521 w 9408955"/>
              <a:gd name="connsiteY2898" fmla="*/ 2941394 h 4587875"/>
              <a:gd name="connsiteX2899" fmla="*/ 4461908 w 9408955"/>
              <a:gd name="connsiteY2899" fmla="*/ 2876104 h 4587875"/>
              <a:gd name="connsiteX2900" fmla="*/ 4420391 w 9408955"/>
              <a:gd name="connsiteY2900" fmla="*/ 2885886 h 4587875"/>
              <a:gd name="connsiteX2901" fmla="*/ 4413091 w 9408955"/>
              <a:gd name="connsiteY2901" fmla="*/ 2922512 h 4587875"/>
              <a:gd name="connsiteX2902" fmla="*/ 4455521 w 9408955"/>
              <a:gd name="connsiteY2902" fmla="*/ 2941394 h 4587875"/>
              <a:gd name="connsiteX2903" fmla="*/ 4957224 w 9408955"/>
              <a:gd name="connsiteY2903" fmla="*/ 2941500 h 4587875"/>
              <a:gd name="connsiteX2904" fmla="*/ 4997159 w 9408955"/>
              <a:gd name="connsiteY2904" fmla="*/ 2912877 h 4587875"/>
              <a:gd name="connsiteX2905" fmla="*/ 4929785 w 9408955"/>
              <a:gd name="connsiteY2905" fmla="*/ 2890312 h 4587875"/>
              <a:gd name="connsiteX2906" fmla="*/ 4940132 w 9408955"/>
              <a:gd name="connsiteY2906" fmla="*/ 2935443 h 4587875"/>
              <a:gd name="connsiteX2907" fmla="*/ 4957224 w 9408955"/>
              <a:gd name="connsiteY2907" fmla="*/ 2941500 h 4587875"/>
              <a:gd name="connsiteX2908" fmla="*/ 6292922 w 9408955"/>
              <a:gd name="connsiteY2908" fmla="*/ 2941506 h 4587875"/>
              <a:gd name="connsiteX2909" fmla="*/ 6332481 w 9408955"/>
              <a:gd name="connsiteY2909" fmla="*/ 2912057 h 4587875"/>
              <a:gd name="connsiteX2910" fmla="*/ 6273646 w 9408955"/>
              <a:gd name="connsiteY2910" fmla="*/ 2881588 h 4587875"/>
              <a:gd name="connsiteX2911" fmla="*/ 6275714 w 9408955"/>
              <a:gd name="connsiteY2911" fmla="*/ 2935477 h 4587875"/>
              <a:gd name="connsiteX2912" fmla="*/ 6292922 w 9408955"/>
              <a:gd name="connsiteY2912" fmla="*/ 2941506 h 4587875"/>
              <a:gd name="connsiteX2913" fmla="*/ 1668981 w 9408955"/>
              <a:gd name="connsiteY2913" fmla="*/ 2941584 h 4587875"/>
              <a:gd name="connsiteX2914" fmla="*/ 1705799 w 9408955"/>
              <a:gd name="connsiteY2914" fmla="*/ 2906480 h 4587875"/>
              <a:gd name="connsiteX2915" fmla="*/ 1647897 w 9408955"/>
              <a:gd name="connsiteY2915" fmla="*/ 2881403 h 4587875"/>
              <a:gd name="connsiteX2916" fmla="*/ 1650643 w 9408955"/>
              <a:gd name="connsiteY2916" fmla="*/ 2935204 h 4587875"/>
              <a:gd name="connsiteX2917" fmla="*/ 1668981 w 9408955"/>
              <a:gd name="connsiteY2917" fmla="*/ 2941584 h 4587875"/>
              <a:gd name="connsiteX2918" fmla="*/ 2184168 w 9408955"/>
              <a:gd name="connsiteY2918" fmla="*/ 2941668 h 4587875"/>
              <a:gd name="connsiteX2919" fmla="*/ 2219461 w 9408955"/>
              <a:gd name="connsiteY2919" fmla="*/ 2905149 h 4587875"/>
              <a:gd name="connsiteX2920" fmla="*/ 2155584 w 9408955"/>
              <a:gd name="connsiteY2920" fmla="*/ 2890784 h 4587875"/>
              <a:gd name="connsiteX2921" fmla="*/ 2165162 w 9408955"/>
              <a:gd name="connsiteY2921" fmla="*/ 2935675 h 4587875"/>
              <a:gd name="connsiteX2922" fmla="*/ 2184168 w 9408955"/>
              <a:gd name="connsiteY2922" fmla="*/ 2941668 h 4587875"/>
              <a:gd name="connsiteX2923" fmla="*/ 6912744 w 9408955"/>
              <a:gd name="connsiteY2923" fmla="*/ 2941727 h 4587875"/>
              <a:gd name="connsiteX2924" fmla="*/ 6947907 w 9408955"/>
              <a:gd name="connsiteY2924" fmla="*/ 2905025 h 4587875"/>
              <a:gd name="connsiteX2925" fmla="*/ 6900911 w 9408955"/>
              <a:gd name="connsiteY2925" fmla="*/ 2876076 h 4587875"/>
              <a:gd name="connsiteX2926" fmla="*/ 6894390 w 9408955"/>
              <a:gd name="connsiteY2926" fmla="*/ 2936461 h 4587875"/>
              <a:gd name="connsiteX2927" fmla="*/ 6912744 w 9408955"/>
              <a:gd name="connsiteY2927" fmla="*/ 2941727 h 4587875"/>
              <a:gd name="connsiteX2928" fmla="*/ 7943192 w 9408955"/>
              <a:gd name="connsiteY2928" fmla="*/ 2941757 h 4587875"/>
              <a:gd name="connsiteX2929" fmla="*/ 7974872 w 9408955"/>
              <a:gd name="connsiteY2929" fmla="*/ 2897951 h 4587875"/>
              <a:gd name="connsiteX2930" fmla="*/ 7908803 w 9408955"/>
              <a:gd name="connsiteY2930" fmla="*/ 2897724 h 4587875"/>
              <a:gd name="connsiteX2931" fmla="*/ 7922338 w 9408955"/>
              <a:gd name="connsiteY2931" fmla="*/ 2936833 h 4587875"/>
              <a:gd name="connsiteX2932" fmla="*/ 7943192 w 9408955"/>
              <a:gd name="connsiteY2932" fmla="*/ 2941757 h 4587875"/>
              <a:gd name="connsiteX2933" fmla="*/ 7112785 w 9408955"/>
              <a:gd name="connsiteY2933" fmla="*/ 2941836 h 4587875"/>
              <a:gd name="connsiteX2934" fmla="*/ 7154053 w 9408955"/>
              <a:gd name="connsiteY2934" fmla="*/ 2913516 h 4587875"/>
              <a:gd name="connsiteX2935" fmla="*/ 7109841 w 9408955"/>
              <a:gd name="connsiteY2935" fmla="*/ 2875642 h 4587875"/>
              <a:gd name="connsiteX2936" fmla="*/ 7096082 w 9408955"/>
              <a:gd name="connsiteY2936" fmla="*/ 2933926 h 4587875"/>
              <a:gd name="connsiteX2937" fmla="*/ 7112785 w 9408955"/>
              <a:gd name="connsiteY2937" fmla="*/ 2941836 h 4587875"/>
              <a:gd name="connsiteX2938" fmla="*/ 6191948 w 9408955"/>
              <a:gd name="connsiteY2938" fmla="*/ 2941848 h 4587875"/>
              <a:gd name="connsiteX2939" fmla="*/ 6228816 w 9408955"/>
              <a:gd name="connsiteY2939" fmla="*/ 2898333 h 4587875"/>
              <a:gd name="connsiteX2940" fmla="*/ 6174130 w 9408955"/>
              <a:gd name="connsiteY2940" fmla="*/ 2879136 h 4587875"/>
              <a:gd name="connsiteX2941" fmla="*/ 6171373 w 9408955"/>
              <a:gd name="connsiteY2941" fmla="*/ 2933528 h 4587875"/>
              <a:gd name="connsiteX2942" fmla="*/ 6191948 w 9408955"/>
              <a:gd name="connsiteY2942" fmla="*/ 2941848 h 4587875"/>
              <a:gd name="connsiteX2943" fmla="*/ 1779749 w 9408955"/>
              <a:gd name="connsiteY2943" fmla="*/ 2941901 h 4587875"/>
              <a:gd name="connsiteX2944" fmla="*/ 1801351 w 9408955"/>
              <a:gd name="connsiteY2944" fmla="*/ 2930568 h 4587875"/>
              <a:gd name="connsiteX2945" fmla="*/ 1776243 w 9408955"/>
              <a:gd name="connsiteY2945" fmla="*/ 2874947 h 4587875"/>
              <a:gd name="connsiteX2946" fmla="*/ 1755433 w 9408955"/>
              <a:gd name="connsiteY2946" fmla="*/ 2936446 h 4587875"/>
              <a:gd name="connsiteX2947" fmla="*/ 1779749 w 9408955"/>
              <a:gd name="connsiteY2947" fmla="*/ 2941901 h 4587875"/>
              <a:gd name="connsiteX2948" fmla="*/ 7525151 w 9408955"/>
              <a:gd name="connsiteY2948" fmla="*/ 2941977 h 4587875"/>
              <a:gd name="connsiteX2949" fmla="*/ 7563865 w 9408955"/>
              <a:gd name="connsiteY2949" fmla="*/ 2904217 h 4587875"/>
              <a:gd name="connsiteX2950" fmla="*/ 7501409 w 9408955"/>
              <a:gd name="connsiteY2950" fmla="*/ 2887888 h 4587875"/>
              <a:gd name="connsiteX2951" fmla="*/ 7505693 w 9408955"/>
              <a:gd name="connsiteY2951" fmla="*/ 2934379 h 4587875"/>
              <a:gd name="connsiteX2952" fmla="*/ 7525151 w 9408955"/>
              <a:gd name="connsiteY2952" fmla="*/ 2941977 h 4587875"/>
              <a:gd name="connsiteX2953" fmla="*/ 1268735 w 9408955"/>
              <a:gd name="connsiteY2953" fmla="*/ 2941979 h 4587875"/>
              <a:gd name="connsiteX2954" fmla="*/ 1292286 w 9408955"/>
              <a:gd name="connsiteY2954" fmla="*/ 2926779 h 4587875"/>
              <a:gd name="connsiteX2955" fmla="*/ 1261838 w 9408955"/>
              <a:gd name="connsiteY2955" fmla="*/ 2874990 h 4587875"/>
              <a:gd name="connsiteX2956" fmla="*/ 1240548 w 9408955"/>
              <a:gd name="connsiteY2956" fmla="*/ 2937502 h 4587875"/>
              <a:gd name="connsiteX2957" fmla="*/ 1268735 w 9408955"/>
              <a:gd name="connsiteY2957" fmla="*/ 2941979 h 4587875"/>
              <a:gd name="connsiteX2958" fmla="*/ 5576716 w 9408955"/>
              <a:gd name="connsiteY2958" fmla="*/ 2942033 h 4587875"/>
              <a:gd name="connsiteX2959" fmla="*/ 5613646 w 9408955"/>
              <a:gd name="connsiteY2959" fmla="*/ 2905494 h 4587875"/>
              <a:gd name="connsiteX2960" fmla="*/ 5554931 w 9408955"/>
              <a:gd name="connsiteY2960" fmla="*/ 2880522 h 4587875"/>
              <a:gd name="connsiteX2961" fmla="*/ 5557683 w 9408955"/>
              <a:gd name="connsiteY2961" fmla="*/ 2936764 h 4587875"/>
              <a:gd name="connsiteX2962" fmla="*/ 5576716 w 9408955"/>
              <a:gd name="connsiteY2962" fmla="*/ 2942033 h 4587875"/>
              <a:gd name="connsiteX2963" fmla="*/ 6086363 w 9408955"/>
              <a:gd name="connsiteY2963" fmla="*/ 2942036 h 4587875"/>
              <a:gd name="connsiteX2964" fmla="*/ 6126445 w 9408955"/>
              <a:gd name="connsiteY2964" fmla="*/ 2906378 h 4587875"/>
              <a:gd name="connsiteX2965" fmla="*/ 6065481 w 9408955"/>
              <a:gd name="connsiteY2965" fmla="*/ 2884211 h 4587875"/>
              <a:gd name="connsiteX2966" fmla="*/ 6067073 w 9408955"/>
              <a:gd name="connsiteY2966" fmla="*/ 2933975 h 4587875"/>
              <a:gd name="connsiteX2967" fmla="*/ 6086363 w 9408955"/>
              <a:gd name="connsiteY2967" fmla="*/ 2942036 h 4587875"/>
              <a:gd name="connsiteX2968" fmla="*/ 6396685 w 9408955"/>
              <a:gd name="connsiteY2968" fmla="*/ 2942047 h 4587875"/>
              <a:gd name="connsiteX2969" fmla="*/ 6435727 w 9408955"/>
              <a:gd name="connsiteY2969" fmla="*/ 2913612 h 4587875"/>
              <a:gd name="connsiteX2970" fmla="*/ 6383456 w 9408955"/>
              <a:gd name="connsiteY2970" fmla="*/ 2878328 h 4587875"/>
              <a:gd name="connsiteX2971" fmla="*/ 6379788 w 9408955"/>
              <a:gd name="connsiteY2971" fmla="*/ 2936456 h 4587875"/>
              <a:gd name="connsiteX2972" fmla="*/ 6396685 w 9408955"/>
              <a:gd name="connsiteY2972" fmla="*/ 2942047 h 4587875"/>
              <a:gd name="connsiteX2973" fmla="*/ 6808386 w 9408955"/>
              <a:gd name="connsiteY2973" fmla="*/ 2942127 h 4587875"/>
              <a:gd name="connsiteX2974" fmla="*/ 6844698 w 9408955"/>
              <a:gd name="connsiteY2974" fmla="*/ 2904875 h 4587875"/>
              <a:gd name="connsiteX2975" fmla="*/ 6787944 w 9408955"/>
              <a:gd name="connsiteY2975" fmla="*/ 2881394 h 4587875"/>
              <a:gd name="connsiteX2976" fmla="*/ 6789753 w 9408955"/>
              <a:gd name="connsiteY2976" fmla="*/ 2935423 h 4587875"/>
              <a:gd name="connsiteX2977" fmla="*/ 6808386 w 9408955"/>
              <a:gd name="connsiteY2977" fmla="*/ 2942127 h 4587875"/>
              <a:gd name="connsiteX2978" fmla="*/ 5473250 w 9408955"/>
              <a:gd name="connsiteY2978" fmla="*/ 2942140 h 4587875"/>
              <a:gd name="connsiteX2979" fmla="*/ 5510517 w 9408955"/>
              <a:gd name="connsiteY2979" fmla="*/ 2906380 h 4587875"/>
              <a:gd name="connsiteX2980" fmla="*/ 5445332 w 9408955"/>
              <a:gd name="connsiteY2980" fmla="*/ 2891078 h 4587875"/>
              <a:gd name="connsiteX2981" fmla="*/ 5454547 w 9408955"/>
              <a:gd name="connsiteY2981" fmla="*/ 2936760 h 4587875"/>
              <a:gd name="connsiteX2982" fmla="*/ 5473250 w 9408955"/>
              <a:gd name="connsiteY2982" fmla="*/ 2942140 h 4587875"/>
              <a:gd name="connsiteX2983" fmla="*/ 5990692 w 9408955"/>
              <a:gd name="connsiteY2983" fmla="*/ 2942163 h 4587875"/>
              <a:gd name="connsiteX2984" fmla="*/ 6012591 w 9408955"/>
              <a:gd name="connsiteY2984" fmla="*/ 2935598 h 4587875"/>
              <a:gd name="connsiteX2985" fmla="*/ 6003843 w 9408955"/>
              <a:gd name="connsiteY2985" fmla="*/ 2875703 h 4587875"/>
              <a:gd name="connsiteX2986" fmla="*/ 5962635 w 9408955"/>
              <a:gd name="connsiteY2986" fmla="*/ 2883996 h 4587875"/>
              <a:gd name="connsiteX2987" fmla="*/ 5968621 w 9408955"/>
              <a:gd name="connsiteY2987" fmla="*/ 2936980 h 4587875"/>
              <a:gd name="connsiteX2988" fmla="*/ 5990692 w 9408955"/>
              <a:gd name="connsiteY2988" fmla="*/ 2942163 h 4587875"/>
              <a:gd name="connsiteX2989" fmla="*/ 4855233 w 9408955"/>
              <a:gd name="connsiteY2989" fmla="*/ 2942167 h 4587875"/>
              <a:gd name="connsiteX2990" fmla="*/ 4894526 w 9408955"/>
              <a:gd name="connsiteY2990" fmla="*/ 2905336 h 4587875"/>
              <a:gd name="connsiteX2991" fmla="*/ 4830522 w 9408955"/>
              <a:gd name="connsiteY2991" fmla="*/ 2886188 h 4587875"/>
              <a:gd name="connsiteX2992" fmla="*/ 4835798 w 9408955"/>
              <a:gd name="connsiteY2992" fmla="*/ 2934969 h 4587875"/>
              <a:gd name="connsiteX2993" fmla="*/ 4855233 w 9408955"/>
              <a:gd name="connsiteY2993" fmla="*/ 2942167 h 4587875"/>
              <a:gd name="connsiteX2994" fmla="*/ 6504701 w 9408955"/>
              <a:gd name="connsiteY2994" fmla="*/ 2942176 h 4587875"/>
              <a:gd name="connsiteX2995" fmla="*/ 6526256 w 9408955"/>
              <a:gd name="connsiteY2995" fmla="*/ 2934834 h 4587875"/>
              <a:gd name="connsiteX2996" fmla="*/ 6504902 w 9408955"/>
              <a:gd name="connsiteY2996" fmla="*/ 2874962 h 4587875"/>
              <a:gd name="connsiteX2997" fmla="*/ 6481940 w 9408955"/>
              <a:gd name="connsiteY2997" fmla="*/ 2937782 h 4587875"/>
              <a:gd name="connsiteX2998" fmla="*/ 6504701 w 9408955"/>
              <a:gd name="connsiteY2998" fmla="*/ 2942176 h 4587875"/>
              <a:gd name="connsiteX2999" fmla="*/ 2697824 w 9408955"/>
              <a:gd name="connsiteY2999" fmla="*/ 2942188 h 4587875"/>
              <a:gd name="connsiteX3000" fmla="*/ 2735880 w 9408955"/>
              <a:gd name="connsiteY3000" fmla="*/ 2906823 h 4587875"/>
              <a:gd name="connsiteX3001" fmla="*/ 2673891 w 9408955"/>
              <a:gd name="connsiteY3001" fmla="*/ 2885223 h 4587875"/>
              <a:gd name="connsiteX3002" fmla="*/ 2679148 w 9408955"/>
              <a:gd name="connsiteY3002" fmla="*/ 2936837 h 4587875"/>
              <a:gd name="connsiteX3003" fmla="*/ 2697824 w 9408955"/>
              <a:gd name="connsiteY3003" fmla="*/ 2942188 h 4587875"/>
              <a:gd name="connsiteX3004" fmla="*/ 7638882 w 9408955"/>
              <a:gd name="connsiteY3004" fmla="*/ 2942267 h 4587875"/>
              <a:gd name="connsiteX3005" fmla="*/ 7660530 w 9408955"/>
              <a:gd name="connsiteY3005" fmla="*/ 2885102 h 4587875"/>
              <a:gd name="connsiteX3006" fmla="*/ 7613852 w 9408955"/>
              <a:gd name="connsiteY3006" fmla="*/ 2879362 h 4587875"/>
              <a:gd name="connsiteX3007" fmla="*/ 7597616 w 9408955"/>
              <a:gd name="connsiteY3007" fmla="*/ 2922293 h 4587875"/>
              <a:gd name="connsiteX3008" fmla="*/ 7638882 w 9408955"/>
              <a:gd name="connsiteY3008" fmla="*/ 2942267 h 4587875"/>
              <a:gd name="connsiteX3009" fmla="*/ 4651718 w 9408955"/>
              <a:gd name="connsiteY3009" fmla="*/ 2942279 h 4587875"/>
              <a:gd name="connsiteX3010" fmla="*/ 4686806 w 9408955"/>
              <a:gd name="connsiteY3010" fmla="*/ 2905214 h 4587875"/>
              <a:gd name="connsiteX3011" fmla="*/ 4631308 w 9408955"/>
              <a:gd name="connsiteY3011" fmla="*/ 2880068 h 4587875"/>
              <a:gd name="connsiteX3012" fmla="*/ 4632900 w 9408955"/>
              <a:gd name="connsiteY3012" fmla="*/ 2937218 h 4587875"/>
              <a:gd name="connsiteX3013" fmla="*/ 4651718 w 9408955"/>
              <a:gd name="connsiteY3013" fmla="*/ 2942279 h 4587875"/>
              <a:gd name="connsiteX3014" fmla="*/ 5779833 w 9408955"/>
              <a:gd name="connsiteY3014" fmla="*/ 2942333 h 4587875"/>
              <a:gd name="connsiteX3015" fmla="*/ 5816668 w 9408955"/>
              <a:gd name="connsiteY3015" fmla="*/ 2905214 h 4587875"/>
              <a:gd name="connsiteX3016" fmla="*/ 5755209 w 9408955"/>
              <a:gd name="connsiteY3016" fmla="*/ 2887160 h 4587875"/>
              <a:gd name="connsiteX3017" fmla="*/ 5760652 w 9408955"/>
              <a:gd name="connsiteY3017" fmla="*/ 2935152 h 4587875"/>
              <a:gd name="connsiteX3018" fmla="*/ 5779833 w 9408955"/>
              <a:gd name="connsiteY3018" fmla="*/ 2942333 h 4587875"/>
              <a:gd name="connsiteX3019" fmla="*/ 7322985 w 9408955"/>
              <a:gd name="connsiteY3019" fmla="*/ 2942409 h 4587875"/>
              <a:gd name="connsiteX3020" fmla="*/ 7358499 w 9408955"/>
              <a:gd name="connsiteY3020" fmla="*/ 2905351 h 4587875"/>
              <a:gd name="connsiteX3021" fmla="*/ 7294039 w 9408955"/>
              <a:gd name="connsiteY3021" fmla="*/ 2890383 h 4587875"/>
              <a:gd name="connsiteX3022" fmla="*/ 7304399 w 9408955"/>
              <a:gd name="connsiteY3022" fmla="*/ 2936194 h 4587875"/>
              <a:gd name="connsiteX3023" fmla="*/ 7322985 w 9408955"/>
              <a:gd name="connsiteY3023" fmla="*/ 2942409 h 4587875"/>
              <a:gd name="connsiteX3024" fmla="*/ 6702911 w 9408955"/>
              <a:gd name="connsiteY3024" fmla="*/ 2942438 h 4587875"/>
              <a:gd name="connsiteX3025" fmla="*/ 6741690 w 9408955"/>
              <a:gd name="connsiteY3025" fmla="*/ 2913437 h 4587875"/>
              <a:gd name="connsiteX3026" fmla="*/ 6700406 w 9408955"/>
              <a:gd name="connsiteY3026" fmla="*/ 2875484 h 4587875"/>
              <a:gd name="connsiteX3027" fmla="*/ 6686264 w 9408955"/>
              <a:gd name="connsiteY3027" fmla="*/ 2935158 h 4587875"/>
              <a:gd name="connsiteX3028" fmla="*/ 6702911 w 9408955"/>
              <a:gd name="connsiteY3028" fmla="*/ 2942438 h 4587875"/>
              <a:gd name="connsiteX3029" fmla="*/ 6609551 w 9408955"/>
              <a:gd name="connsiteY3029" fmla="*/ 2942464 h 4587875"/>
              <a:gd name="connsiteX3030" fmla="*/ 6634864 w 9408955"/>
              <a:gd name="connsiteY3030" fmla="*/ 2882143 h 4587875"/>
              <a:gd name="connsiteX3031" fmla="*/ 6580591 w 9408955"/>
              <a:gd name="connsiteY3031" fmla="*/ 2883519 h 4587875"/>
              <a:gd name="connsiteX3032" fmla="*/ 6609551 w 9408955"/>
              <a:gd name="connsiteY3032" fmla="*/ 2942464 h 4587875"/>
              <a:gd name="connsiteX3033" fmla="*/ 7430136 w 9408955"/>
              <a:gd name="connsiteY3033" fmla="*/ 2942468 h 4587875"/>
              <a:gd name="connsiteX3034" fmla="*/ 7450887 w 9408955"/>
              <a:gd name="connsiteY3034" fmla="*/ 2934857 h 4587875"/>
              <a:gd name="connsiteX3035" fmla="*/ 7429569 w 9408955"/>
              <a:gd name="connsiteY3035" fmla="*/ 2873738 h 4587875"/>
              <a:gd name="connsiteX3036" fmla="*/ 7408704 w 9408955"/>
              <a:gd name="connsiteY3036" fmla="*/ 2937404 h 4587875"/>
              <a:gd name="connsiteX3037" fmla="*/ 7430136 w 9408955"/>
              <a:gd name="connsiteY3037" fmla="*/ 2942468 h 4587875"/>
              <a:gd name="connsiteX3038" fmla="*/ 7732520 w 9408955"/>
              <a:gd name="connsiteY3038" fmla="*/ 2942479 h 4587875"/>
              <a:gd name="connsiteX3039" fmla="*/ 7770855 w 9408955"/>
              <a:gd name="connsiteY3039" fmla="*/ 2905330 h 4587875"/>
              <a:gd name="connsiteX3040" fmla="*/ 7703788 w 9408955"/>
              <a:gd name="connsiteY3040" fmla="*/ 2890130 h 4587875"/>
              <a:gd name="connsiteX3041" fmla="*/ 7713141 w 9408955"/>
              <a:gd name="connsiteY3041" fmla="*/ 2937113 h 4587875"/>
              <a:gd name="connsiteX3042" fmla="*/ 7732520 w 9408955"/>
              <a:gd name="connsiteY3042" fmla="*/ 2942479 h 4587875"/>
              <a:gd name="connsiteX3043" fmla="*/ 2078406 w 9408955"/>
              <a:gd name="connsiteY3043" fmla="*/ 2942523 h 4587875"/>
              <a:gd name="connsiteX3044" fmla="*/ 2118578 w 9408955"/>
              <a:gd name="connsiteY3044" fmla="*/ 2913029 h 4587875"/>
              <a:gd name="connsiteX3045" fmla="*/ 2059850 w 9408955"/>
              <a:gd name="connsiteY3045" fmla="*/ 2882018 h 4587875"/>
              <a:gd name="connsiteX3046" fmla="*/ 2061439 w 9408955"/>
              <a:gd name="connsiteY3046" fmla="*/ 2935541 h 4587875"/>
              <a:gd name="connsiteX3047" fmla="*/ 2078406 w 9408955"/>
              <a:gd name="connsiteY3047" fmla="*/ 2942523 h 4587875"/>
              <a:gd name="connsiteX3048" fmla="*/ 4546367 w 9408955"/>
              <a:gd name="connsiteY3048" fmla="*/ 2942524 h 4587875"/>
              <a:gd name="connsiteX3049" fmla="*/ 4583603 w 9408955"/>
              <a:gd name="connsiteY3049" fmla="*/ 2913848 h 4587875"/>
              <a:gd name="connsiteX3050" fmla="*/ 4545060 w 9408955"/>
              <a:gd name="connsiteY3050" fmla="*/ 2873483 h 4587875"/>
              <a:gd name="connsiteX3051" fmla="*/ 4529779 w 9408955"/>
              <a:gd name="connsiteY3051" fmla="*/ 2937047 h 4587875"/>
              <a:gd name="connsiteX3052" fmla="*/ 4546367 w 9408955"/>
              <a:gd name="connsiteY3052" fmla="*/ 2942524 h 4587875"/>
              <a:gd name="connsiteX3053" fmla="*/ 2490595 w 9408955"/>
              <a:gd name="connsiteY3053" fmla="*/ 2942546 h 4587875"/>
              <a:gd name="connsiteX3054" fmla="*/ 2528634 w 9408955"/>
              <a:gd name="connsiteY3054" fmla="*/ 2904230 h 4587875"/>
              <a:gd name="connsiteX3055" fmla="*/ 2474808 w 9408955"/>
              <a:gd name="connsiteY3055" fmla="*/ 2879753 h 4587875"/>
              <a:gd name="connsiteX3056" fmla="*/ 2471646 w 9408955"/>
              <a:gd name="connsiteY3056" fmla="*/ 2934479 h 4587875"/>
              <a:gd name="connsiteX3057" fmla="*/ 2490595 w 9408955"/>
              <a:gd name="connsiteY3057" fmla="*/ 2942546 h 4587875"/>
              <a:gd name="connsiteX3058" fmla="*/ 1878038 w 9408955"/>
              <a:gd name="connsiteY3058" fmla="*/ 2942556 h 4587875"/>
              <a:gd name="connsiteX3059" fmla="*/ 1913604 w 9408955"/>
              <a:gd name="connsiteY3059" fmla="*/ 2904978 h 4587875"/>
              <a:gd name="connsiteX3060" fmla="*/ 1853133 w 9408955"/>
              <a:gd name="connsiteY3060" fmla="*/ 2884529 h 4587875"/>
              <a:gd name="connsiteX3061" fmla="*/ 1858977 w 9408955"/>
              <a:gd name="connsiteY3061" fmla="*/ 2937835 h 4587875"/>
              <a:gd name="connsiteX3062" fmla="*/ 1878038 w 9408955"/>
              <a:gd name="connsiteY3062" fmla="*/ 2942556 h 4587875"/>
              <a:gd name="connsiteX3063" fmla="*/ 7838084 w 9408955"/>
              <a:gd name="connsiteY3063" fmla="*/ 2942588 h 4587875"/>
              <a:gd name="connsiteX3064" fmla="*/ 7873388 w 9408955"/>
              <a:gd name="connsiteY3064" fmla="*/ 2904049 h 4587875"/>
              <a:gd name="connsiteX3065" fmla="*/ 7811249 w 9408955"/>
              <a:gd name="connsiteY3065" fmla="*/ 2884294 h 4587875"/>
              <a:gd name="connsiteX3066" fmla="*/ 7819186 w 9408955"/>
              <a:gd name="connsiteY3066" fmla="*/ 2936899 h 4587875"/>
              <a:gd name="connsiteX3067" fmla="*/ 7838084 w 9408955"/>
              <a:gd name="connsiteY3067" fmla="*/ 2942588 h 4587875"/>
              <a:gd name="connsiteX3068" fmla="*/ 7222022 w 9408955"/>
              <a:gd name="connsiteY3068" fmla="*/ 2942676 h 4587875"/>
              <a:gd name="connsiteX3069" fmla="*/ 7244038 w 9408955"/>
              <a:gd name="connsiteY3069" fmla="*/ 2937423 h 4587875"/>
              <a:gd name="connsiteX3070" fmla="*/ 7221134 w 9408955"/>
              <a:gd name="connsiteY3070" fmla="*/ 2873692 h 4587875"/>
              <a:gd name="connsiteX3071" fmla="*/ 7200520 w 9408955"/>
              <a:gd name="connsiteY3071" fmla="*/ 2936499 h 4587875"/>
              <a:gd name="connsiteX3072" fmla="*/ 7222022 w 9408955"/>
              <a:gd name="connsiteY3072" fmla="*/ 2942676 h 4587875"/>
              <a:gd name="connsiteX3073" fmla="*/ 1155475 w 9408955"/>
              <a:gd name="connsiteY3073" fmla="*/ 2942691 h 4587875"/>
              <a:gd name="connsiteX3074" fmla="*/ 1193767 w 9408955"/>
              <a:gd name="connsiteY3074" fmla="*/ 2906020 h 4587875"/>
              <a:gd name="connsiteX3075" fmla="*/ 1130533 w 9408955"/>
              <a:gd name="connsiteY3075" fmla="*/ 2888240 h 4587875"/>
              <a:gd name="connsiteX3076" fmla="*/ 1136218 w 9408955"/>
              <a:gd name="connsiteY3076" fmla="*/ 2935881 h 4587875"/>
              <a:gd name="connsiteX3077" fmla="*/ 1155475 w 9408955"/>
              <a:gd name="connsiteY3077" fmla="*/ 2942691 h 4587875"/>
              <a:gd name="connsiteX3078" fmla="*/ 7017483 w 9408955"/>
              <a:gd name="connsiteY3078" fmla="*/ 2942706 h 4587875"/>
              <a:gd name="connsiteX3079" fmla="*/ 7051211 w 9408955"/>
              <a:gd name="connsiteY3079" fmla="*/ 2898141 h 4587875"/>
              <a:gd name="connsiteX3080" fmla="*/ 6984221 w 9408955"/>
              <a:gd name="connsiteY3080" fmla="*/ 2892614 h 4587875"/>
              <a:gd name="connsiteX3081" fmla="*/ 6997024 w 9408955"/>
              <a:gd name="connsiteY3081" fmla="*/ 2937524 h 4587875"/>
              <a:gd name="connsiteX3082" fmla="*/ 7017483 w 9408955"/>
              <a:gd name="connsiteY3082" fmla="*/ 2942706 h 4587875"/>
              <a:gd name="connsiteX3083" fmla="*/ 5883288 w 9408955"/>
              <a:gd name="connsiteY3083" fmla="*/ 2942723 h 4587875"/>
              <a:gd name="connsiteX3084" fmla="*/ 5920044 w 9408955"/>
              <a:gd name="connsiteY3084" fmla="*/ 2907505 h 4587875"/>
              <a:gd name="connsiteX3085" fmla="*/ 5855501 w 9408955"/>
              <a:gd name="connsiteY3085" fmla="*/ 2890824 h 4587875"/>
              <a:gd name="connsiteX3086" fmla="*/ 5865114 w 9408955"/>
              <a:gd name="connsiteY3086" fmla="*/ 2936297 h 4587875"/>
              <a:gd name="connsiteX3087" fmla="*/ 5883288 w 9408955"/>
              <a:gd name="connsiteY3087" fmla="*/ 2942723 h 4587875"/>
              <a:gd name="connsiteX3088" fmla="*/ 1461991 w 9408955"/>
              <a:gd name="connsiteY3088" fmla="*/ 2942839 h 4587875"/>
              <a:gd name="connsiteX3089" fmla="*/ 1501092 w 9408955"/>
              <a:gd name="connsiteY3089" fmla="*/ 2905779 h 4587875"/>
              <a:gd name="connsiteX3090" fmla="*/ 1446022 w 9408955"/>
              <a:gd name="connsiteY3090" fmla="*/ 2880474 h 4587875"/>
              <a:gd name="connsiteX3091" fmla="*/ 1442875 w 9408955"/>
              <a:gd name="connsiteY3091" fmla="*/ 2934504 h 4587875"/>
              <a:gd name="connsiteX3092" fmla="*/ 1461991 w 9408955"/>
              <a:gd name="connsiteY3092" fmla="*/ 2942839 h 4587875"/>
              <a:gd name="connsiteX3093" fmla="*/ 1364843 w 9408955"/>
              <a:gd name="connsiteY3093" fmla="*/ 2942887 h 4587875"/>
              <a:gd name="connsiteX3094" fmla="*/ 1398584 w 9408955"/>
              <a:gd name="connsiteY3094" fmla="*/ 2899665 h 4587875"/>
              <a:gd name="connsiteX3095" fmla="*/ 1333454 w 9408955"/>
              <a:gd name="connsiteY3095" fmla="*/ 2890017 h 4587875"/>
              <a:gd name="connsiteX3096" fmla="*/ 1344537 w 9408955"/>
              <a:gd name="connsiteY3096" fmla="*/ 2937338 h 4587875"/>
              <a:gd name="connsiteX3097" fmla="*/ 1364843 w 9408955"/>
              <a:gd name="connsiteY3097" fmla="*/ 2942887 h 4587875"/>
              <a:gd name="connsiteX3098" fmla="*/ 5168163 w 9408955"/>
              <a:gd name="connsiteY3098" fmla="*/ 2942958 h 4587875"/>
              <a:gd name="connsiteX3099" fmla="*/ 5199494 w 9408955"/>
              <a:gd name="connsiteY3099" fmla="*/ 2899312 h 4587875"/>
              <a:gd name="connsiteX3100" fmla="*/ 5136817 w 9408955"/>
              <a:gd name="connsiteY3100" fmla="*/ 2890444 h 4587875"/>
              <a:gd name="connsiteX3101" fmla="*/ 5148026 w 9408955"/>
              <a:gd name="connsiteY3101" fmla="*/ 2937966 h 4587875"/>
              <a:gd name="connsiteX3102" fmla="*/ 5168163 w 9408955"/>
              <a:gd name="connsiteY3102" fmla="*/ 2942958 h 4587875"/>
              <a:gd name="connsiteX3103" fmla="*/ 1565812 w 9408955"/>
              <a:gd name="connsiteY3103" fmla="*/ 2942963 h 4587875"/>
              <a:gd name="connsiteX3104" fmla="*/ 1604209 w 9408955"/>
              <a:gd name="connsiteY3104" fmla="*/ 2905551 h 4587875"/>
              <a:gd name="connsiteX3105" fmla="*/ 1549692 w 9408955"/>
              <a:gd name="connsiteY3105" fmla="*/ 2880702 h 4587875"/>
              <a:gd name="connsiteX3106" fmla="*/ 1546954 w 9408955"/>
              <a:gd name="connsiteY3106" fmla="*/ 2935188 h 4587875"/>
              <a:gd name="connsiteX3107" fmla="*/ 1565812 w 9408955"/>
              <a:gd name="connsiteY3107" fmla="*/ 2942963 h 4587875"/>
              <a:gd name="connsiteX3108" fmla="*/ 1976918 w 9408955"/>
              <a:gd name="connsiteY3108" fmla="*/ 2942971 h 4587875"/>
              <a:gd name="connsiteX3109" fmla="*/ 2016755 w 9408955"/>
              <a:gd name="connsiteY3109" fmla="*/ 2905659 h 4587875"/>
              <a:gd name="connsiteX3110" fmla="*/ 1956431 w 9408955"/>
              <a:gd name="connsiteY3110" fmla="*/ 2883948 h 4587875"/>
              <a:gd name="connsiteX3111" fmla="*/ 1957793 w 9408955"/>
              <a:gd name="connsiteY3111" fmla="*/ 2935140 h 4587875"/>
              <a:gd name="connsiteX3112" fmla="*/ 1976918 w 9408955"/>
              <a:gd name="connsiteY3112" fmla="*/ 2942971 h 4587875"/>
              <a:gd name="connsiteX3113" fmla="*/ 5064266 w 9408955"/>
              <a:gd name="connsiteY3113" fmla="*/ 2943013 h 4587875"/>
              <a:gd name="connsiteX3114" fmla="*/ 5096887 w 9408955"/>
              <a:gd name="connsiteY3114" fmla="*/ 2899435 h 4587875"/>
              <a:gd name="connsiteX3115" fmla="*/ 5034167 w 9408955"/>
              <a:gd name="connsiteY3115" fmla="*/ 2890476 h 4587875"/>
              <a:gd name="connsiteX3116" fmla="*/ 5043621 w 9408955"/>
              <a:gd name="connsiteY3116" fmla="*/ 2937568 h 4587875"/>
              <a:gd name="connsiteX3117" fmla="*/ 5064266 w 9408955"/>
              <a:gd name="connsiteY3117" fmla="*/ 2943013 h 4587875"/>
              <a:gd name="connsiteX3118" fmla="*/ 2687305 w 9408955"/>
              <a:gd name="connsiteY3118" fmla="*/ 3034348 h 4587875"/>
              <a:gd name="connsiteX3119" fmla="*/ 2726979 w 9408955"/>
              <a:gd name="connsiteY3119" fmla="*/ 3010350 h 4587875"/>
              <a:gd name="connsiteX3120" fmla="*/ 2689624 w 9408955"/>
              <a:gd name="connsiteY3120" fmla="*/ 2988409 h 4587875"/>
              <a:gd name="connsiteX3121" fmla="*/ 2687305 w 9408955"/>
              <a:gd name="connsiteY3121" fmla="*/ 3034348 h 4587875"/>
              <a:gd name="connsiteX3122" fmla="*/ 3013795 w 9408955"/>
              <a:gd name="connsiteY3122" fmla="*/ 3034860 h 4587875"/>
              <a:gd name="connsiteX3123" fmla="*/ 3030152 w 9408955"/>
              <a:gd name="connsiteY3123" fmla="*/ 3024133 h 4587875"/>
              <a:gd name="connsiteX3124" fmla="*/ 3000670 w 9408955"/>
              <a:gd name="connsiteY3124" fmla="*/ 2987482 h 4587875"/>
              <a:gd name="connsiteX3125" fmla="*/ 2993186 w 9408955"/>
              <a:gd name="connsiteY3125" fmla="*/ 3032783 h 4587875"/>
              <a:gd name="connsiteX3126" fmla="*/ 3013795 w 9408955"/>
              <a:gd name="connsiteY3126" fmla="*/ 3034860 h 4587875"/>
              <a:gd name="connsiteX3127" fmla="*/ 7852255 w 9408955"/>
              <a:gd name="connsiteY3127" fmla="*/ 3041492 h 4587875"/>
              <a:gd name="connsiteX3128" fmla="*/ 7873207 w 9408955"/>
              <a:gd name="connsiteY3128" fmla="*/ 3018107 h 4587875"/>
              <a:gd name="connsiteX3129" fmla="*/ 7825381 w 9408955"/>
              <a:gd name="connsiteY3129" fmla="*/ 2979881 h 4587875"/>
              <a:gd name="connsiteX3130" fmla="*/ 7819967 w 9408955"/>
              <a:gd name="connsiteY3130" fmla="*/ 3039244 h 4587875"/>
              <a:gd name="connsiteX3131" fmla="*/ 7852255 w 9408955"/>
              <a:gd name="connsiteY3131" fmla="*/ 3041492 h 4587875"/>
              <a:gd name="connsiteX3132" fmla="*/ 5797805 w 9408955"/>
              <a:gd name="connsiteY3132" fmla="*/ 3041924 h 4587875"/>
              <a:gd name="connsiteX3133" fmla="*/ 5817391 w 9408955"/>
              <a:gd name="connsiteY3133" fmla="*/ 3018935 h 4587875"/>
              <a:gd name="connsiteX3134" fmla="*/ 5767326 w 9408955"/>
              <a:gd name="connsiteY3134" fmla="*/ 2980048 h 4587875"/>
              <a:gd name="connsiteX3135" fmla="*/ 5766398 w 9408955"/>
              <a:gd name="connsiteY3135" fmla="*/ 3041581 h 4587875"/>
              <a:gd name="connsiteX3136" fmla="*/ 5797805 w 9408955"/>
              <a:gd name="connsiteY3136" fmla="*/ 3041924 h 4587875"/>
              <a:gd name="connsiteX3137" fmla="*/ 7441740 w 9408955"/>
              <a:gd name="connsiteY3137" fmla="*/ 3042178 h 4587875"/>
              <a:gd name="connsiteX3138" fmla="*/ 7461218 w 9408955"/>
              <a:gd name="connsiteY3138" fmla="*/ 3016693 h 4587875"/>
              <a:gd name="connsiteX3139" fmla="*/ 7422722 w 9408955"/>
              <a:gd name="connsiteY3139" fmla="*/ 2977353 h 4587875"/>
              <a:gd name="connsiteX3140" fmla="*/ 7408430 w 9408955"/>
              <a:gd name="connsiteY3140" fmla="*/ 3040066 h 4587875"/>
              <a:gd name="connsiteX3141" fmla="*/ 7441740 w 9408955"/>
              <a:gd name="connsiteY3141" fmla="*/ 3042178 h 4587875"/>
              <a:gd name="connsiteX3142" fmla="*/ 5689981 w 9408955"/>
              <a:gd name="connsiteY3142" fmla="*/ 3042472 h 4587875"/>
              <a:gd name="connsiteX3143" fmla="*/ 5711849 w 9408955"/>
              <a:gd name="connsiteY3143" fmla="*/ 3027589 h 4587875"/>
              <a:gd name="connsiteX3144" fmla="*/ 5697936 w 9408955"/>
              <a:gd name="connsiteY3144" fmla="*/ 2980417 h 4587875"/>
              <a:gd name="connsiteX3145" fmla="*/ 5647756 w 9408955"/>
              <a:gd name="connsiteY3145" fmla="*/ 2996292 h 4587875"/>
              <a:gd name="connsiteX3146" fmla="*/ 5662810 w 9408955"/>
              <a:gd name="connsiteY3146" fmla="*/ 3039835 h 4587875"/>
              <a:gd name="connsiteX3147" fmla="*/ 5689981 w 9408955"/>
              <a:gd name="connsiteY3147" fmla="*/ 3042472 h 4587875"/>
              <a:gd name="connsiteX3148" fmla="*/ 5179032 w 9408955"/>
              <a:gd name="connsiteY3148" fmla="*/ 3042515 h 4587875"/>
              <a:gd name="connsiteX3149" fmla="*/ 5199358 w 9408955"/>
              <a:gd name="connsiteY3149" fmla="*/ 3021906 h 4587875"/>
              <a:gd name="connsiteX3150" fmla="*/ 5162845 w 9408955"/>
              <a:gd name="connsiteY3150" fmla="*/ 2976879 h 4587875"/>
              <a:gd name="connsiteX3151" fmla="*/ 5149011 w 9408955"/>
              <a:gd name="connsiteY3151" fmla="*/ 3040610 h 4587875"/>
              <a:gd name="connsiteX3152" fmla="*/ 5179032 w 9408955"/>
              <a:gd name="connsiteY3152" fmla="*/ 3042515 h 4587875"/>
              <a:gd name="connsiteX3153" fmla="*/ 4456944 w 9408955"/>
              <a:gd name="connsiteY3153" fmla="*/ 3042719 h 4587875"/>
              <a:gd name="connsiteX3154" fmla="*/ 4471661 w 9408955"/>
              <a:gd name="connsiteY3154" fmla="*/ 3035072 h 4587875"/>
              <a:gd name="connsiteX3155" fmla="*/ 4446332 w 9408955"/>
              <a:gd name="connsiteY3155" fmla="*/ 2977015 h 4587875"/>
              <a:gd name="connsiteX3156" fmla="*/ 4413087 w 9408955"/>
              <a:gd name="connsiteY3156" fmla="*/ 3026454 h 4587875"/>
              <a:gd name="connsiteX3157" fmla="*/ 4456944 w 9408955"/>
              <a:gd name="connsiteY3157" fmla="*/ 3042719 h 4587875"/>
              <a:gd name="connsiteX3158" fmla="*/ 2277844 w 9408955"/>
              <a:gd name="connsiteY3158" fmla="*/ 3042752 h 4587875"/>
              <a:gd name="connsiteX3159" fmla="*/ 2322394 w 9408955"/>
              <a:gd name="connsiteY3159" fmla="*/ 3022675 h 4587875"/>
              <a:gd name="connsiteX3160" fmla="*/ 2284699 w 9408955"/>
              <a:gd name="connsiteY3160" fmla="*/ 2978187 h 4587875"/>
              <a:gd name="connsiteX3161" fmla="*/ 2277844 w 9408955"/>
              <a:gd name="connsiteY3161" fmla="*/ 3042752 h 4587875"/>
              <a:gd name="connsiteX3162" fmla="*/ 5381880 w 9408955"/>
              <a:gd name="connsiteY3162" fmla="*/ 3042763 h 4587875"/>
              <a:gd name="connsiteX3163" fmla="*/ 5397181 w 9408955"/>
              <a:gd name="connsiteY3163" fmla="*/ 3035568 h 4587875"/>
              <a:gd name="connsiteX3164" fmla="*/ 5364678 w 9408955"/>
              <a:gd name="connsiteY3164" fmla="*/ 2978119 h 4587875"/>
              <a:gd name="connsiteX3165" fmla="*/ 5337016 w 9408955"/>
              <a:gd name="connsiteY3165" fmla="*/ 3025842 h 4587875"/>
              <a:gd name="connsiteX3166" fmla="*/ 5381880 w 9408955"/>
              <a:gd name="connsiteY3166" fmla="*/ 3042763 h 4587875"/>
              <a:gd name="connsiteX3167" fmla="*/ 1369496 w 9408955"/>
              <a:gd name="connsiteY3167" fmla="*/ 3043057 h 4587875"/>
              <a:gd name="connsiteX3168" fmla="*/ 1401504 w 9408955"/>
              <a:gd name="connsiteY3168" fmla="*/ 3026823 h 4587875"/>
              <a:gd name="connsiteX3169" fmla="*/ 1367530 w 9408955"/>
              <a:gd name="connsiteY3169" fmla="*/ 2977670 h 4587875"/>
              <a:gd name="connsiteX3170" fmla="*/ 1336290 w 9408955"/>
              <a:gd name="connsiteY3170" fmla="*/ 3032234 h 4587875"/>
              <a:gd name="connsiteX3171" fmla="*/ 1369496 w 9408955"/>
              <a:gd name="connsiteY3171" fmla="*/ 3043057 h 4587875"/>
              <a:gd name="connsiteX3172" fmla="*/ 6904795 w 9408955"/>
              <a:gd name="connsiteY3172" fmla="*/ 3043123 h 4587875"/>
              <a:gd name="connsiteX3173" fmla="*/ 6949904 w 9408955"/>
              <a:gd name="connsiteY3173" fmla="*/ 3026541 h 4587875"/>
              <a:gd name="connsiteX3174" fmla="*/ 6915608 w 9408955"/>
              <a:gd name="connsiteY3174" fmla="*/ 2977045 h 4587875"/>
              <a:gd name="connsiteX3175" fmla="*/ 6889773 w 9408955"/>
              <a:gd name="connsiteY3175" fmla="*/ 3036120 h 4587875"/>
              <a:gd name="connsiteX3176" fmla="*/ 6904795 w 9408955"/>
              <a:gd name="connsiteY3176" fmla="*/ 3043123 h 4587875"/>
              <a:gd name="connsiteX3177" fmla="*/ 6605244 w 9408955"/>
              <a:gd name="connsiteY3177" fmla="*/ 3043451 h 4587875"/>
              <a:gd name="connsiteX3178" fmla="*/ 6623643 w 9408955"/>
              <a:gd name="connsiteY3178" fmla="*/ 3040018 h 4587875"/>
              <a:gd name="connsiteX3179" fmla="*/ 6637149 w 9408955"/>
              <a:gd name="connsiteY3179" fmla="*/ 2993785 h 4587875"/>
              <a:gd name="connsiteX3180" fmla="*/ 6573739 w 9408955"/>
              <a:gd name="connsiteY3180" fmla="*/ 2996761 h 4587875"/>
              <a:gd name="connsiteX3181" fmla="*/ 6587016 w 9408955"/>
              <a:gd name="connsiteY3181" fmla="*/ 3040018 h 4587875"/>
              <a:gd name="connsiteX3182" fmla="*/ 6605244 w 9408955"/>
              <a:gd name="connsiteY3182" fmla="*/ 3043451 h 4587875"/>
              <a:gd name="connsiteX3183" fmla="*/ 5584195 w 9408955"/>
              <a:gd name="connsiteY3183" fmla="*/ 3043558 h 4587875"/>
              <a:gd name="connsiteX3184" fmla="*/ 5604170 w 9408955"/>
              <a:gd name="connsiteY3184" fmla="*/ 3033126 h 4587875"/>
              <a:gd name="connsiteX3185" fmla="*/ 5605758 w 9408955"/>
              <a:gd name="connsiteY3185" fmla="*/ 2983647 h 4587875"/>
              <a:gd name="connsiteX3186" fmla="*/ 5542258 w 9408955"/>
              <a:gd name="connsiteY3186" fmla="*/ 3003028 h 4587875"/>
              <a:gd name="connsiteX3187" fmla="*/ 5584195 w 9408955"/>
              <a:gd name="connsiteY3187" fmla="*/ 3043558 h 4587875"/>
              <a:gd name="connsiteX3188" fmla="*/ 4860597 w 9408955"/>
              <a:gd name="connsiteY3188" fmla="*/ 3043567 h 4587875"/>
              <a:gd name="connsiteX3189" fmla="*/ 4893456 w 9408955"/>
              <a:gd name="connsiteY3189" fmla="*/ 3009780 h 4587875"/>
              <a:gd name="connsiteX3190" fmla="*/ 4830485 w 9408955"/>
              <a:gd name="connsiteY3190" fmla="*/ 2990883 h 4587875"/>
              <a:gd name="connsiteX3191" fmla="*/ 4843079 w 9408955"/>
              <a:gd name="connsiteY3191" fmla="*/ 3039251 h 4587875"/>
              <a:gd name="connsiteX3192" fmla="*/ 4860597 w 9408955"/>
              <a:gd name="connsiteY3192" fmla="*/ 3043567 h 4587875"/>
              <a:gd name="connsiteX3193" fmla="*/ 2905600 w 9408955"/>
              <a:gd name="connsiteY3193" fmla="*/ 3043610 h 4587875"/>
              <a:gd name="connsiteX3194" fmla="*/ 2939645 w 9408955"/>
              <a:gd name="connsiteY3194" fmla="*/ 3009669 h 4587875"/>
              <a:gd name="connsiteX3195" fmla="*/ 2876440 w 9408955"/>
              <a:gd name="connsiteY3195" fmla="*/ 2991623 h 4587875"/>
              <a:gd name="connsiteX3196" fmla="*/ 2888077 w 9408955"/>
              <a:gd name="connsiteY3196" fmla="*/ 3039896 h 4587875"/>
              <a:gd name="connsiteX3197" fmla="*/ 2905600 w 9408955"/>
              <a:gd name="connsiteY3197" fmla="*/ 3043610 h 4587875"/>
              <a:gd name="connsiteX3198" fmla="*/ 7537087 w 9408955"/>
              <a:gd name="connsiteY3198" fmla="*/ 3043637 h 4587875"/>
              <a:gd name="connsiteX3199" fmla="*/ 7558453 w 9408955"/>
              <a:gd name="connsiteY3199" fmla="*/ 3031538 h 4587875"/>
              <a:gd name="connsiteX3200" fmla="*/ 7526146 w 9408955"/>
              <a:gd name="connsiteY3200" fmla="*/ 2977306 h 4587875"/>
              <a:gd name="connsiteX3201" fmla="*/ 7511941 w 9408955"/>
              <a:gd name="connsiteY3201" fmla="*/ 3040463 h 4587875"/>
              <a:gd name="connsiteX3202" fmla="*/ 7537087 w 9408955"/>
              <a:gd name="connsiteY3202" fmla="*/ 3043637 h 4587875"/>
              <a:gd name="connsiteX3203" fmla="*/ 1676071 w 9408955"/>
              <a:gd name="connsiteY3203" fmla="*/ 3043641 h 4587875"/>
              <a:gd name="connsiteX3204" fmla="*/ 1698496 w 9408955"/>
              <a:gd name="connsiteY3204" fmla="*/ 3034767 h 4587875"/>
              <a:gd name="connsiteX3205" fmla="*/ 1673648 w 9408955"/>
              <a:gd name="connsiteY3205" fmla="*/ 2977661 h 4587875"/>
              <a:gd name="connsiteX3206" fmla="*/ 1652449 w 9408955"/>
              <a:gd name="connsiteY3206" fmla="*/ 3037902 h 4587875"/>
              <a:gd name="connsiteX3207" fmla="*/ 1676071 w 9408955"/>
              <a:gd name="connsiteY3207" fmla="*/ 3043641 h 4587875"/>
              <a:gd name="connsiteX3208" fmla="*/ 1984033 w 9408955"/>
              <a:gd name="connsiteY3208" fmla="*/ 3043672 h 4587875"/>
              <a:gd name="connsiteX3209" fmla="*/ 2015977 w 9408955"/>
              <a:gd name="connsiteY3209" fmla="*/ 3002911 h 4587875"/>
              <a:gd name="connsiteX3210" fmla="*/ 1948387 w 9408955"/>
              <a:gd name="connsiteY3210" fmla="*/ 2996369 h 4587875"/>
              <a:gd name="connsiteX3211" fmla="*/ 1964253 w 9408955"/>
              <a:gd name="connsiteY3211" fmla="*/ 3040130 h 4587875"/>
              <a:gd name="connsiteX3212" fmla="*/ 1984033 w 9408955"/>
              <a:gd name="connsiteY3212" fmla="*/ 3043672 h 4587875"/>
              <a:gd name="connsiteX3213" fmla="*/ 5473526 w 9408955"/>
              <a:gd name="connsiteY3213" fmla="*/ 3043704 h 4587875"/>
              <a:gd name="connsiteX3214" fmla="*/ 5510519 w 9408955"/>
              <a:gd name="connsiteY3214" fmla="*/ 3010139 h 4587875"/>
              <a:gd name="connsiteX3215" fmla="*/ 5444473 w 9408955"/>
              <a:gd name="connsiteY3215" fmla="*/ 2993725 h 4587875"/>
              <a:gd name="connsiteX3216" fmla="*/ 5455480 w 9408955"/>
              <a:gd name="connsiteY3216" fmla="*/ 3039320 h 4587875"/>
              <a:gd name="connsiteX3217" fmla="*/ 5473526 w 9408955"/>
              <a:gd name="connsiteY3217" fmla="*/ 3043704 h 4587875"/>
              <a:gd name="connsiteX3218" fmla="*/ 8044464 w 9408955"/>
              <a:gd name="connsiteY3218" fmla="*/ 3043740 h 4587875"/>
              <a:gd name="connsiteX3219" fmla="*/ 8077902 w 9408955"/>
              <a:gd name="connsiteY3219" fmla="*/ 3009450 h 4587875"/>
              <a:gd name="connsiteX3220" fmla="*/ 8018227 w 9408955"/>
              <a:gd name="connsiteY3220" fmla="*/ 2986570 h 4587875"/>
              <a:gd name="connsiteX3221" fmla="*/ 8026490 w 9408955"/>
              <a:gd name="connsiteY3221" fmla="*/ 3039958 h 4587875"/>
              <a:gd name="connsiteX3222" fmla="*/ 8044464 w 9408955"/>
              <a:gd name="connsiteY3222" fmla="*/ 3043740 h 4587875"/>
              <a:gd name="connsiteX3223" fmla="*/ 7120416 w 9408955"/>
              <a:gd name="connsiteY3223" fmla="*/ 3043759 h 4587875"/>
              <a:gd name="connsiteX3224" fmla="*/ 7155150 w 9408955"/>
              <a:gd name="connsiteY3224" fmla="*/ 3008997 h 4587875"/>
              <a:gd name="connsiteX3225" fmla="*/ 7092150 w 9408955"/>
              <a:gd name="connsiteY3225" fmla="*/ 2987119 h 4587875"/>
              <a:gd name="connsiteX3226" fmla="*/ 7102385 w 9408955"/>
              <a:gd name="connsiteY3226" fmla="*/ 3040122 h 4587875"/>
              <a:gd name="connsiteX3227" fmla="*/ 7120416 w 9408955"/>
              <a:gd name="connsiteY3227" fmla="*/ 3043759 h 4587875"/>
              <a:gd name="connsiteX3228" fmla="*/ 6709821 w 9408955"/>
              <a:gd name="connsiteY3228" fmla="*/ 3043814 h 4587875"/>
              <a:gd name="connsiteX3229" fmla="*/ 6741743 w 9408955"/>
              <a:gd name="connsiteY3229" fmla="*/ 3008765 h 4587875"/>
              <a:gd name="connsiteX3230" fmla="*/ 6684088 w 9408955"/>
              <a:gd name="connsiteY3230" fmla="*/ 2986086 h 4587875"/>
              <a:gd name="connsiteX3231" fmla="*/ 6692001 w 9408955"/>
              <a:gd name="connsiteY3231" fmla="*/ 3040288 h 4587875"/>
              <a:gd name="connsiteX3232" fmla="*/ 6709821 w 9408955"/>
              <a:gd name="connsiteY3232" fmla="*/ 3043814 h 4587875"/>
              <a:gd name="connsiteX3233" fmla="*/ 6808427 w 9408955"/>
              <a:gd name="connsiteY3233" fmla="*/ 3043818 h 4587875"/>
              <a:gd name="connsiteX3234" fmla="*/ 6846220 w 9408955"/>
              <a:gd name="connsiteY3234" fmla="*/ 3010347 h 4587875"/>
              <a:gd name="connsiteX3235" fmla="*/ 6779667 w 9408955"/>
              <a:gd name="connsiteY3235" fmla="*/ 2995005 h 4587875"/>
              <a:gd name="connsiteX3236" fmla="*/ 6790260 w 9408955"/>
              <a:gd name="connsiteY3236" fmla="*/ 3037646 h 4587875"/>
              <a:gd name="connsiteX3237" fmla="*/ 6808427 w 9408955"/>
              <a:gd name="connsiteY3237" fmla="*/ 3043818 h 4587875"/>
              <a:gd name="connsiteX3238" fmla="*/ 1152540 w 9408955"/>
              <a:gd name="connsiteY3238" fmla="*/ 3043828 h 4587875"/>
              <a:gd name="connsiteX3239" fmla="*/ 1192885 w 9408955"/>
              <a:gd name="connsiteY3239" fmla="*/ 3017837 h 4587875"/>
              <a:gd name="connsiteX3240" fmla="*/ 1149794 w 9408955"/>
              <a:gd name="connsiteY3240" fmla="*/ 2978149 h 4587875"/>
              <a:gd name="connsiteX3241" fmla="*/ 1136189 w 9408955"/>
              <a:gd name="connsiteY3241" fmla="*/ 3037794 h 4587875"/>
              <a:gd name="connsiteX3242" fmla="*/ 1152540 w 9408955"/>
              <a:gd name="connsiteY3242" fmla="*/ 3043828 h 4587875"/>
              <a:gd name="connsiteX3243" fmla="*/ 7732872 w 9408955"/>
              <a:gd name="connsiteY3243" fmla="*/ 3043877 h 4587875"/>
              <a:gd name="connsiteX3244" fmla="*/ 7772227 w 9408955"/>
              <a:gd name="connsiteY3244" fmla="*/ 3010015 h 4587875"/>
              <a:gd name="connsiteX3245" fmla="*/ 7703579 w 9408955"/>
              <a:gd name="connsiteY3245" fmla="*/ 2993871 h 4587875"/>
              <a:gd name="connsiteX3246" fmla="*/ 7714334 w 9408955"/>
              <a:gd name="connsiteY3246" fmla="*/ 3037755 h 4587875"/>
              <a:gd name="connsiteX3247" fmla="*/ 7732872 w 9408955"/>
              <a:gd name="connsiteY3247" fmla="*/ 3043877 h 4587875"/>
              <a:gd name="connsiteX3248" fmla="*/ 5269273 w 9408955"/>
              <a:gd name="connsiteY3248" fmla="*/ 3043883 h 4587875"/>
              <a:gd name="connsiteX3249" fmla="*/ 5303005 w 9408955"/>
              <a:gd name="connsiteY3249" fmla="*/ 3010242 h 4587875"/>
              <a:gd name="connsiteX3250" fmla="*/ 5244224 w 9408955"/>
              <a:gd name="connsiteY3250" fmla="*/ 2985683 h 4587875"/>
              <a:gd name="connsiteX3251" fmla="*/ 5251684 w 9408955"/>
              <a:gd name="connsiteY3251" fmla="*/ 3039804 h 4587875"/>
              <a:gd name="connsiteX3252" fmla="*/ 5269273 w 9408955"/>
              <a:gd name="connsiteY3252" fmla="*/ 3043883 h 4587875"/>
              <a:gd name="connsiteX3253" fmla="*/ 4548494 w 9408955"/>
              <a:gd name="connsiteY3253" fmla="*/ 3043925 h 4587875"/>
              <a:gd name="connsiteX3254" fmla="*/ 4584100 w 9408955"/>
              <a:gd name="connsiteY3254" fmla="*/ 3009673 h 4587875"/>
              <a:gd name="connsiteX3255" fmla="*/ 4520801 w 9408955"/>
              <a:gd name="connsiteY3255" fmla="*/ 2994251 h 4587875"/>
              <a:gd name="connsiteX3256" fmla="*/ 4530522 w 9408955"/>
              <a:gd name="connsiteY3256" fmla="*/ 3038248 h 4587875"/>
              <a:gd name="connsiteX3257" fmla="*/ 4548494 w 9408955"/>
              <a:gd name="connsiteY3257" fmla="*/ 3043925 h 4587875"/>
              <a:gd name="connsiteX3258" fmla="*/ 7016882 w 9408955"/>
              <a:gd name="connsiteY3258" fmla="*/ 3043946 h 4587875"/>
              <a:gd name="connsiteX3259" fmla="*/ 7052849 w 9408955"/>
              <a:gd name="connsiteY3259" fmla="*/ 3009224 h 4587875"/>
              <a:gd name="connsiteX3260" fmla="*/ 6982175 w 9408955"/>
              <a:gd name="connsiteY3260" fmla="*/ 2997596 h 4587875"/>
              <a:gd name="connsiteX3261" fmla="*/ 6998289 w 9408955"/>
              <a:gd name="connsiteY3261" fmla="*/ 3040231 h 4587875"/>
              <a:gd name="connsiteX3262" fmla="*/ 7016882 w 9408955"/>
              <a:gd name="connsiteY3262" fmla="*/ 3043946 h 4587875"/>
              <a:gd name="connsiteX3263" fmla="*/ 2184544 w 9408955"/>
              <a:gd name="connsiteY3263" fmla="*/ 3043947 h 4587875"/>
              <a:gd name="connsiteX3264" fmla="*/ 2220424 w 9408955"/>
              <a:gd name="connsiteY3264" fmla="*/ 3026387 h 4587875"/>
              <a:gd name="connsiteX3265" fmla="*/ 2186720 w 9408955"/>
              <a:gd name="connsiteY3265" fmla="*/ 2976803 h 4587875"/>
              <a:gd name="connsiteX3266" fmla="*/ 2171119 w 9408955"/>
              <a:gd name="connsiteY3266" fmla="*/ 3040944 h 4587875"/>
              <a:gd name="connsiteX3267" fmla="*/ 2184544 w 9408955"/>
              <a:gd name="connsiteY3267" fmla="*/ 3043947 h 4587875"/>
              <a:gd name="connsiteX3268" fmla="*/ 6397839 w 9408955"/>
              <a:gd name="connsiteY3268" fmla="*/ 3043975 h 4587875"/>
              <a:gd name="connsiteX3269" fmla="*/ 6435760 w 9408955"/>
              <a:gd name="connsiteY3269" fmla="*/ 3009663 h 4587875"/>
              <a:gd name="connsiteX3270" fmla="*/ 6386001 w 9408955"/>
              <a:gd name="connsiteY3270" fmla="*/ 2979790 h 4587875"/>
              <a:gd name="connsiteX3271" fmla="*/ 6379351 w 9408955"/>
              <a:gd name="connsiteY3271" fmla="*/ 3038168 h 4587875"/>
              <a:gd name="connsiteX3272" fmla="*/ 6397839 w 9408955"/>
              <a:gd name="connsiteY3272" fmla="*/ 3043975 h 4587875"/>
              <a:gd name="connsiteX3273" fmla="*/ 4752462 w 9408955"/>
              <a:gd name="connsiteY3273" fmla="*/ 3044011 h 4587875"/>
              <a:gd name="connsiteX3274" fmla="*/ 4789381 w 9408955"/>
              <a:gd name="connsiteY3274" fmla="*/ 3002804 h 4587875"/>
              <a:gd name="connsiteX3275" fmla="*/ 4727807 w 9408955"/>
              <a:gd name="connsiteY3275" fmla="*/ 2983421 h 4587875"/>
              <a:gd name="connsiteX3276" fmla="*/ 4732318 w 9408955"/>
              <a:gd name="connsiteY3276" fmla="*/ 3036554 h 4587875"/>
              <a:gd name="connsiteX3277" fmla="*/ 4752462 w 9408955"/>
              <a:gd name="connsiteY3277" fmla="*/ 3044011 h 4587875"/>
              <a:gd name="connsiteX3278" fmla="*/ 7323734 w 9408955"/>
              <a:gd name="connsiteY3278" fmla="*/ 3044016 h 4587875"/>
              <a:gd name="connsiteX3279" fmla="*/ 7359711 w 9408955"/>
              <a:gd name="connsiteY3279" fmla="*/ 3026880 h 4587875"/>
              <a:gd name="connsiteX3280" fmla="*/ 7325964 w 9408955"/>
              <a:gd name="connsiteY3280" fmla="*/ 2977644 h 4587875"/>
              <a:gd name="connsiteX3281" fmla="*/ 7310231 w 9408955"/>
              <a:gd name="connsiteY3281" fmla="*/ 3041044 h 4587875"/>
              <a:gd name="connsiteX3282" fmla="*/ 7323734 w 9408955"/>
              <a:gd name="connsiteY3282" fmla="*/ 3044016 h 4587875"/>
              <a:gd name="connsiteX3283" fmla="*/ 2495524 w 9408955"/>
              <a:gd name="connsiteY3283" fmla="*/ 3044101 h 4587875"/>
              <a:gd name="connsiteX3284" fmla="*/ 2528857 w 9408955"/>
              <a:gd name="connsiteY3284" fmla="*/ 3008999 h 4587875"/>
              <a:gd name="connsiteX3285" fmla="*/ 2465578 w 9408955"/>
              <a:gd name="connsiteY3285" fmla="*/ 2990433 h 4587875"/>
              <a:gd name="connsiteX3286" fmla="*/ 2477598 w 9408955"/>
              <a:gd name="connsiteY3286" fmla="*/ 3040630 h 4587875"/>
              <a:gd name="connsiteX3287" fmla="*/ 2495524 w 9408955"/>
              <a:gd name="connsiteY3287" fmla="*/ 3044101 h 4587875"/>
              <a:gd name="connsiteX3288" fmla="*/ 7633845 w 9408955"/>
              <a:gd name="connsiteY3288" fmla="*/ 3044193 h 4587875"/>
              <a:gd name="connsiteX3289" fmla="*/ 7668355 w 9408955"/>
              <a:gd name="connsiteY3289" fmla="*/ 3010014 h 4587875"/>
              <a:gd name="connsiteX3290" fmla="*/ 7613465 w 9408955"/>
              <a:gd name="connsiteY3290" fmla="*/ 2981501 h 4587875"/>
              <a:gd name="connsiteX3291" fmla="*/ 7616209 w 9408955"/>
              <a:gd name="connsiteY3291" fmla="*/ 3040827 h 4587875"/>
              <a:gd name="connsiteX3292" fmla="*/ 7633845 w 9408955"/>
              <a:gd name="connsiteY3292" fmla="*/ 3044193 h 4587875"/>
              <a:gd name="connsiteX3293" fmla="*/ 4347745 w 9408955"/>
              <a:gd name="connsiteY3293" fmla="*/ 3044249 h 4587875"/>
              <a:gd name="connsiteX3294" fmla="*/ 4377289 w 9408955"/>
              <a:gd name="connsiteY3294" fmla="*/ 3001117 h 4587875"/>
              <a:gd name="connsiteX3295" fmla="*/ 4313062 w 9408955"/>
              <a:gd name="connsiteY3295" fmla="*/ 2996969 h 4587875"/>
              <a:gd name="connsiteX3296" fmla="*/ 4328214 w 9408955"/>
              <a:gd name="connsiteY3296" fmla="*/ 3040523 h 4587875"/>
              <a:gd name="connsiteX3297" fmla="*/ 4347745 w 9408955"/>
              <a:gd name="connsiteY3297" fmla="*/ 3044249 h 4587875"/>
              <a:gd name="connsiteX3298" fmla="*/ 1878813 w 9408955"/>
              <a:gd name="connsiteY3298" fmla="*/ 3044250 h 4587875"/>
              <a:gd name="connsiteX3299" fmla="*/ 1913804 w 9408955"/>
              <a:gd name="connsiteY3299" fmla="*/ 3009346 h 4587875"/>
              <a:gd name="connsiteX3300" fmla="*/ 1851435 w 9408955"/>
              <a:gd name="connsiteY3300" fmla="*/ 2988202 h 4587875"/>
              <a:gd name="connsiteX3301" fmla="*/ 1860733 w 9408955"/>
              <a:gd name="connsiteY3301" fmla="*/ 3040832 h 4587875"/>
              <a:gd name="connsiteX3302" fmla="*/ 1878813 w 9408955"/>
              <a:gd name="connsiteY3302" fmla="*/ 3044250 h 4587875"/>
              <a:gd name="connsiteX3303" fmla="*/ 1770824 w 9408955"/>
              <a:gd name="connsiteY3303" fmla="*/ 3044258 h 4587875"/>
              <a:gd name="connsiteX3304" fmla="*/ 1811293 w 9408955"/>
              <a:gd name="connsiteY3304" fmla="*/ 3026786 h 4587875"/>
              <a:gd name="connsiteX3305" fmla="*/ 1800600 w 9408955"/>
              <a:gd name="connsiteY3305" fmla="*/ 2984913 h 4587875"/>
              <a:gd name="connsiteX3306" fmla="*/ 1744864 w 9408955"/>
              <a:gd name="connsiteY3306" fmla="*/ 2994346 h 4587875"/>
              <a:gd name="connsiteX3307" fmla="*/ 1756239 w 9408955"/>
              <a:gd name="connsiteY3307" fmla="*/ 3038980 h 4587875"/>
              <a:gd name="connsiteX3308" fmla="*/ 1770824 w 9408955"/>
              <a:gd name="connsiteY3308" fmla="*/ 3044258 h 4587875"/>
              <a:gd name="connsiteX3309" fmla="*/ 4657936 w 9408955"/>
              <a:gd name="connsiteY3309" fmla="*/ 3044281 h 4587875"/>
              <a:gd name="connsiteX3310" fmla="*/ 4687432 w 9408955"/>
              <a:gd name="connsiteY3310" fmla="*/ 3009335 h 4587875"/>
              <a:gd name="connsiteX3311" fmla="*/ 4624692 w 9408955"/>
              <a:gd name="connsiteY3311" fmla="*/ 2987726 h 4587875"/>
              <a:gd name="connsiteX3312" fmla="*/ 4640898 w 9408955"/>
              <a:gd name="connsiteY3312" fmla="*/ 3041979 h 4587875"/>
              <a:gd name="connsiteX3313" fmla="*/ 4657936 w 9408955"/>
              <a:gd name="connsiteY3313" fmla="*/ 3044281 h 4587875"/>
              <a:gd name="connsiteX3314" fmla="*/ 5882414 w 9408955"/>
              <a:gd name="connsiteY3314" fmla="*/ 3044322 h 4587875"/>
              <a:gd name="connsiteX3315" fmla="*/ 5919615 w 9408955"/>
              <a:gd name="connsiteY3315" fmla="*/ 3011370 h 4587875"/>
              <a:gd name="connsiteX3316" fmla="*/ 5857517 w 9408955"/>
              <a:gd name="connsiteY3316" fmla="*/ 2989882 h 4587875"/>
              <a:gd name="connsiteX3317" fmla="*/ 5864569 w 9408955"/>
              <a:gd name="connsiteY3317" fmla="*/ 3038739 h 4587875"/>
              <a:gd name="connsiteX3318" fmla="*/ 5882414 w 9408955"/>
              <a:gd name="connsiteY3318" fmla="*/ 3044322 h 4587875"/>
              <a:gd name="connsiteX3319" fmla="*/ 1470951 w 9408955"/>
              <a:gd name="connsiteY3319" fmla="*/ 3044328 h 4587875"/>
              <a:gd name="connsiteX3320" fmla="*/ 1491355 w 9408955"/>
              <a:gd name="connsiteY3320" fmla="*/ 3037383 h 4587875"/>
              <a:gd name="connsiteX3321" fmla="*/ 1494295 w 9408955"/>
              <a:gd name="connsiteY3321" fmla="*/ 2987377 h 4587875"/>
              <a:gd name="connsiteX3322" fmla="*/ 1433928 w 9408955"/>
              <a:gd name="connsiteY3322" fmla="*/ 3002656 h 4587875"/>
              <a:gd name="connsiteX3323" fmla="*/ 1449527 w 9408955"/>
              <a:gd name="connsiteY3323" fmla="*/ 3040856 h 4587875"/>
              <a:gd name="connsiteX3324" fmla="*/ 1470951 w 9408955"/>
              <a:gd name="connsiteY3324" fmla="*/ 3044328 h 4587875"/>
              <a:gd name="connsiteX3325" fmla="*/ 1567818 w 9408955"/>
              <a:gd name="connsiteY3325" fmla="*/ 3044377 h 4587875"/>
              <a:gd name="connsiteX3326" fmla="*/ 1603055 w 9408955"/>
              <a:gd name="connsiteY3326" fmla="*/ 3001293 h 4587875"/>
              <a:gd name="connsiteX3327" fmla="*/ 1541265 w 9408955"/>
              <a:gd name="connsiteY3327" fmla="*/ 2984145 h 4587875"/>
              <a:gd name="connsiteX3328" fmla="*/ 1546738 w 9408955"/>
              <a:gd name="connsiteY3328" fmla="*/ 3037646 h 4587875"/>
              <a:gd name="connsiteX3329" fmla="*/ 1567818 w 9408955"/>
              <a:gd name="connsiteY3329" fmla="*/ 3044377 h 4587875"/>
              <a:gd name="connsiteX3330" fmla="*/ 4964218 w 9408955"/>
              <a:gd name="connsiteY3330" fmla="*/ 3044395 h 4587875"/>
              <a:gd name="connsiteX3331" fmla="*/ 4997491 w 9408955"/>
              <a:gd name="connsiteY3331" fmla="*/ 3010255 h 4587875"/>
              <a:gd name="connsiteX3332" fmla="*/ 4929529 w 9408955"/>
              <a:gd name="connsiteY3332" fmla="*/ 2994024 h 4587875"/>
              <a:gd name="connsiteX3333" fmla="*/ 4946691 w 9408955"/>
              <a:gd name="connsiteY3333" fmla="*/ 3041344 h 4587875"/>
              <a:gd name="connsiteX3334" fmla="*/ 4964218 w 9408955"/>
              <a:gd name="connsiteY3334" fmla="*/ 3044395 h 4587875"/>
              <a:gd name="connsiteX3335" fmla="*/ 5061997 w 9408955"/>
              <a:gd name="connsiteY3335" fmla="*/ 3044401 h 4587875"/>
              <a:gd name="connsiteX3336" fmla="*/ 5098423 w 9408955"/>
              <a:gd name="connsiteY3336" fmla="*/ 3016833 h 4587875"/>
              <a:gd name="connsiteX3337" fmla="*/ 5051802 w 9408955"/>
              <a:gd name="connsiteY3337" fmla="*/ 2980218 h 4587875"/>
              <a:gd name="connsiteX3338" fmla="*/ 5045889 w 9408955"/>
              <a:gd name="connsiteY3338" fmla="*/ 3039803 h 4587875"/>
              <a:gd name="connsiteX3339" fmla="*/ 5061997 w 9408955"/>
              <a:gd name="connsiteY3339" fmla="*/ 3044401 h 4587875"/>
              <a:gd name="connsiteX3340" fmla="*/ 5989746 w 9408955"/>
              <a:gd name="connsiteY3340" fmla="*/ 3044502 h 4587875"/>
              <a:gd name="connsiteX3341" fmla="*/ 6021349 w 9408955"/>
              <a:gd name="connsiteY3341" fmla="*/ 3003703 h 4587875"/>
              <a:gd name="connsiteX3342" fmla="*/ 5959692 w 9408955"/>
              <a:gd name="connsiteY3342" fmla="*/ 2993849 h 4587875"/>
              <a:gd name="connsiteX3343" fmla="*/ 5970415 w 9408955"/>
              <a:gd name="connsiteY3343" fmla="*/ 3039912 h 4587875"/>
              <a:gd name="connsiteX3344" fmla="*/ 5989746 w 9408955"/>
              <a:gd name="connsiteY3344" fmla="*/ 3044502 h 4587875"/>
              <a:gd name="connsiteX3345" fmla="*/ 1260203 w 9408955"/>
              <a:gd name="connsiteY3345" fmla="*/ 3044527 h 4587875"/>
              <a:gd name="connsiteX3346" fmla="*/ 1297397 w 9408955"/>
              <a:gd name="connsiteY3346" fmla="*/ 3009992 h 4587875"/>
              <a:gd name="connsiteX3347" fmla="*/ 1247464 w 9408955"/>
              <a:gd name="connsiteY3347" fmla="*/ 2980100 h 4587875"/>
              <a:gd name="connsiteX3348" fmla="*/ 1241764 w 9408955"/>
              <a:gd name="connsiteY3348" fmla="*/ 3039195 h 4587875"/>
              <a:gd name="connsiteX3349" fmla="*/ 1260203 w 9408955"/>
              <a:gd name="connsiteY3349" fmla="*/ 3044527 h 4587875"/>
              <a:gd name="connsiteX3350" fmla="*/ 6296230 w 9408955"/>
              <a:gd name="connsiteY3350" fmla="*/ 3044582 h 4587875"/>
              <a:gd name="connsiteX3351" fmla="*/ 6331501 w 9408955"/>
              <a:gd name="connsiteY3351" fmla="*/ 3001988 h 4587875"/>
              <a:gd name="connsiteX3352" fmla="*/ 6264782 w 9408955"/>
              <a:gd name="connsiteY3352" fmla="*/ 2994901 h 4587875"/>
              <a:gd name="connsiteX3353" fmla="*/ 6275638 w 9408955"/>
              <a:gd name="connsiteY3353" fmla="*/ 3038335 h 4587875"/>
              <a:gd name="connsiteX3354" fmla="*/ 6296230 w 9408955"/>
              <a:gd name="connsiteY3354" fmla="*/ 3044582 h 4587875"/>
              <a:gd name="connsiteX3355" fmla="*/ 6501606 w 9408955"/>
              <a:gd name="connsiteY3355" fmla="*/ 3044623 h 4587875"/>
              <a:gd name="connsiteX3356" fmla="*/ 6536059 w 9408955"/>
              <a:gd name="connsiteY3356" fmla="*/ 3010697 h 4587875"/>
              <a:gd name="connsiteX3357" fmla="*/ 6471373 w 9408955"/>
              <a:gd name="connsiteY3357" fmla="*/ 2995690 h 4587875"/>
              <a:gd name="connsiteX3358" fmla="*/ 6483995 w 9408955"/>
              <a:gd name="connsiteY3358" fmla="*/ 3040029 h 4587875"/>
              <a:gd name="connsiteX3359" fmla="*/ 6501606 w 9408955"/>
              <a:gd name="connsiteY3359" fmla="*/ 3044623 h 4587875"/>
              <a:gd name="connsiteX3360" fmla="*/ 7218578 w 9408955"/>
              <a:gd name="connsiteY3360" fmla="*/ 3044626 h 4587875"/>
              <a:gd name="connsiteX3361" fmla="*/ 7256274 w 9408955"/>
              <a:gd name="connsiteY3361" fmla="*/ 3010013 h 4587875"/>
              <a:gd name="connsiteX3362" fmla="*/ 7190346 w 9408955"/>
              <a:gd name="connsiteY3362" fmla="*/ 2995844 h 4587875"/>
              <a:gd name="connsiteX3363" fmla="*/ 7200418 w 9408955"/>
              <a:gd name="connsiteY3363" fmla="*/ 3038123 h 4587875"/>
              <a:gd name="connsiteX3364" fmla="*/ 7218578 w 9408955"/>
              <a:gd name="connsiteY3364" fmla="*/ 3044626 h 4587875"/>
              <a:gd name="connsiteX3365" fmla="*/ 2392356 w 9408955"/>
              <a:gd name="connsiteY3365" fmla="*/ 3044626 h 4587875"/>
              <a:gd name="connsiteX3366" fmla="*/ 2424930 w 9408955"/>
              <a:gd name="connsiteY3366" fmla="*/ 3009334 h 4587875"/>
              <a:gd name="connsiteX3367" fmla="*/ 2361295 w 9408955"/>
              <a:gd name="connsiteY3367" fmla="*/ 2995392 h 4587875"/>
              <a:gd name="connsiteX3368" fmla="*/ 2374562 w 9408955"/>
              <a:gd name="connsiteY3368" fmla="*/ 3040191 h 4587875"/>
              <a:gd name="connsiteX3369" fmla="*/ 2392356 w 9408955"/>
              <a:gd name="connsiteY3369" fmla="*/ 3044626 h 4587875"/>
              <a:gd name="connsiteX3370" fmla="*/ 6195315 w 9408955"/>
              <a:gd name="connsiteY3370" fmla="*/ 3044654 h 4587875"/>
              <a:gd name="connsiteX3371" fmla="*/ 6228738 w 9408955"/>
              <a:gd name="connsiteY3371" fmla="*/ 3009238 h 4587875"/>
              <a:gd name="connsiteX3372" fmla="*/ 6163650 w 9408955"/>
              <a:gd name="connsiteY3372" fmla="*/ 2994874 h 4587875"/>
              <a:gd name="connsiteX3373" fmla="*/ 6177257 w 9408955"/>
              <a:gd name="connsiteY3373" fmla="*/ 3041443 h 4587875"/>
              <a:gd name="connsiteX3374" fmla="*/ 6195315 w 9408955"/>
              <a:gd name="connsiteY3374" fmla="*/ 3044654 h 4587875"/>
              <a:gd name="connsiteX3375" fmla="*/ 6091600 w 9408955"/>
              <a:gd name="connsiteY3375" fmla="*/ 3044701 h 4587875"/>
              <a:gd name="connsiteX3376" fmla="*/ 6125767 w 9408955"/>
              <a:gd name="connsiteY3376" fmla="*/ 3010020 h 4587875"/>
              <a:gd name="connsiteX3377" fmla="*/ 6060704 w 9408955"/>
              <a:gd name="connsiteY3377" fmla="*/ 2995163 h 4587875"/>
              <a:gd name="connsiteX3378" fmla="*/ 6073671 w 9408955"/>
              <a:gd name="connsiteY3378" fmla="*/ 3040191 h 4587875"/>
              <a:gd name="connsiteX3379" fmla="*/ 6091600 w 9408955"/>
              <a:gd name="connsiteY3379" fmla="*/ 3044701 h 4587875"/>
              <a:gd name="connsiteX3380" fmla="*/ 2594200 w 9408955"/>
              <a:gd name="connsiteY3380" fmla="*/ 3044822 h 4587875"/>
              <a:gd name="connsiteX3381" fmla="*/ 2631788 w 9408955"/>
              <a:gd name="connsiteY3381" fmla="*/ 3009727 h 4587875"/>
              <a:gd name="connsiteX3382" fmla="*/ 2589595 w 9408955"/>
              <a:gd name="connsiteY3382" fmla="*/ 2977756 h 4587875"/>
              <a:gd name="connsiteX3383" fmla="*/ 2575912 w 9408955"/>
              <a:gd name="connsiteY3383" fmla="*/ 3038479 h 4587875"/>
              <a:gd name="connsiteX3384" fmla="*/ 2594200 w 9408955"/>
              <a:gd name="connsiteY3384" fmla="*/ 3044822 h 4587875"/>
              <a:gd name="connsiteX3385" fmla="*/ 7942590 w 9408955"/>
              <a:gd name="connsiteY3385" fmla="*/ 3044879 h 4587875"/>
              <a:gd name="connsiteX3386" fmla="*/ 7975155 w 9408955"/>
              <a:gd name="connsiteY3386" fmla="*/ 3003301 h 4587875"/>
              <a:gd name="connsiteX3387" fmla="*/ 7909710 w 9408955"/>
              <a:gd name="connsiteY3387" fmla="*/ 2994524 h 4587875"/>
              <a:gd name="connsiteX3388" fmla="*/ 7922753 w 9408955"/>
              <a:gd name="connsiteY3388" fmla="*/ 3040952 h 4587875"/>
              <a:gd name="connsiteX3389" fmla="*/ 7942590 w 9408955"/>
              <a:gd name="connsiteY3389" fmla="*/ 3044879 h 4587875"/>
              <a:gd name="connsiteX3390" fmla="*/ 8553616 w 9408955"/>
              <a:gd name="connsiteY3390" fmla="*/ 3143685 h 4587875"/>
              <a:gd name="connsiteX3391" fmla="*/ 8586045 w 9408955"/>
              <a:gd name="connsiteY3391" fmla="*/ 3107920 h 4587875"/>
              <a:gd name="connsiteX3392" fmla="*/ 8533035 w 9408955"/>
              <a:gd name="connsiteY3392" fmla="*/ 3098314 h 4587875"/>
              <a:gd name="connsiteX3393" fmla="*/ 8536614 w 9408955"/>
              <a:gd name="connsiteY3393" fmla="*/ 3135137 h 4587875"/>
              <a:gd name="connsiteX3394" fmla="*/ 8553616 w 9408955"/>
              <a:gd name="connsiteY3394" fmla="*/ 3143685 h 4587875"/>
              <a:gd name="connsiteX3395" fmla="*/ 1248146 w 9408955"/>
              <a:gd name="connsiteY3395" fmla="*/ 3144858 h 4587875"/>
              <a:gd name="connsiteX3396" fmla="*/ 1296535 w 9408955"/>
              <a:gd name="connsiteY3396" fmla="*/ 3114776 h 4587875"/>
              <a:gd name="connsiteX3397" fmla="*/ 1237066 w 9408955"/>
              <a:gd name="connsiteY3397" fmla="*/ 3088766 h 4587875"/>
              <a:gd name="connsiteX3398" fmla="*/ 1248146 w 9408955"/>
              <a:gd name="connsiteY3398" fmla="*/ 3144858 h 4587875"/>
              <a:gd name="connsiteX3399" fmla="*/ 5767993 w 9408955"/>
              <a:gd name="connsiteY3399" fmla="*/ 3145291 h 4587875"/>
              <a:gd name="connsiteX3400" fmla="*/ 5816034 w 9408955"/>
              <a:gd name="connsiteY3400" fmla="*/ 3123066 h 4587875"/>
              <a:gd name="connsiteX3401" fmla="*/ 5773631 w 9408955"/>
              <a:gd name="connsiteY3401" fmla="*/ 3081564 h 4587875"/>
              <a:gd name="connsiteX3402" fmla="*/ 5767993 w 9408955"/>
              <a:gd name="connsiteY3402" fmla="*/ 3145291 h 4587875"/>
              <a:gd name="connsiteX3403" fmla="*/ 7337163 w 9408955"/>
              <a:gd name="connsiteY3403" fmla="*/ 3145525 h 4587875"/>
              <a:gd name="connsiteX3404" fmla="*/ 7357488 w 9408955"/>
              <a:gd name="connsiteY3404" fmla="*/ 3122298 h 4587875"/>
              <a:gd name="connsiteX3405" fmla="*/ 7318022 w 9408955"/>
              <a:gd name="connsiteY3405" fmla="*/ 3080222 h 4587875"/>
              <a:gd name="connsiteX3406" fmla="*/ 7305167 w 9408955"/>
              <a:gd name="connsiteY3406" fmla="*/ 3142312 h 4587875"/>
              <a:gd name="connsiteX3407" fmla="*/ 7337163 w 9408955"/>
              <a:gd name="connsiteY3407" fmla="*/ 3145525 h 4587875"/>
              <a:gd name="connsiteX3408" fmla="*/ 5897662 w 9408955"/>
              <a:gd name="connsiteY3408" fmla="*/ 3145543 h 4587875"/>
              <a:gd name="connsiteX3409" fmla="*/ 5917541 w 9408955"/>
              <a:gd name="connsiteY3409" fmla="*/ 3130218 h 4587875"/>
              <a:gd name="connsiteX3410" fmla="*/ 5901981 w 9408955"/>
              <a:gd name="connsiteY3410" fmla="*/ 3083344 h 4587875"/>
              <a:gd name="connsiteX3411" fmla="*/ 5856902 w 9408955"/>
              <a:gd name="connsiteY3411" fmla="*/ 3093936 h 4587875"/>
              <a:gd name="connsiteX3412" fmla="*/ 5871775 w 9408955"/>
              <a:gd name="connsiteY3412" fmla="*/ 3145317 h 4587875"/>
              <a:gd name="connsiteX3413" fmla="*/ 5897662 w 9408955"/>
              <a:gd name="connsiteY3413" fmla="*/ 3145543 h 4587875"/>
              <a:gd name="connsiteX3414" fmla="*/ 6719700 w 9408955"/>
              <a:gd name="connsiteY3414" fmla="*/ 3145812 h 4587875"/>
              <a:gd name="connsiteX3415" fmla="*/ 6740139 w 9408955"/>
              <a:gd name="connsiteY3415" fmla="*/ 3129252 h 4587875"/>
              <a:gd name="connsiteX3416" fmla="*/ 6727893 w 9408955"/>
              <a:gd name="connsiteY3416" fmla="*/ 3084035 h 4587875"/>
              <a:gd name="connsiteX3417" fmla="*/ 6680268 w 9408955"/>
              <a:gd name="connsiteY3417" fmla="*/ 3095339 h 4587875"/>
              <a:gd name="connsiteX3418" fmla="*/ 6692288 w 9408955"/>
              <a:gd name="connsiteY3418" fmla="*/ 3143721 h 4587875"/>
              <a:gd name="connsiteX3419" fmla="*/ 6719700 w 9408955"/>
              <a:gd name="connsiteY3419" fmla="*/ 3145812 h 4587875"/>
              <a:gd name="connsiteX3420" fmla="*/ 5280068 w 9408955"/>
              <a:gd name="connsiteY3420" fmla="*/ 3145966 h 4587875"/>
              <a:gd name="connsiteX3421" fmla="*/ 5300445 w 9408955"/>
              <a:gd name="connsiteY3421" fmla="*/ 3129005 h 4587875"/>
              <a:gd name="connsiteX3422" fmla="*/ 5265334 w 9408955"/>
              <a:gd name="connsiteY3422" fmla="*/ 3079349 h 4587875"/>
              <a:gd name="connsiteX3423" fmla="*/ 5252338 w 9408955"/>
              <a:gd name="connsiteY3423" fmla="*/ 3144565 h 4587875"/>
              <a:gd name="connsiteX3424" fmla="*/ 5280068 w 9408955"/>
              <a:gd name="connsiteY3424" fmla="*/ 3145966 h 4587875"/>
              <a:gd name="connsiteX3425" fmla="*/ 7542085 w 9408955"/>
              <a:gd name="connsiteY3425" fmla="*/ 3146141 h 4587875"/>
              <a:gd name="connsiteX3426" fmla="*/ 7562208 w 9408955"/>
              <a:gd name="connsiteY3426" fmla="*/ 3127148 h 4587875"/>
              <a:gd name="connsiteX3427" fmla="*/ 7525827 w 9408955"/>
              <a:gd name="connsiteY3427" fmla="*/ 3080203 h 4587875"/>
              <a:gd name="connsiteX3428" fmla="*/ 7513094 w 9408955"/>
              <a:gd name="connsiteY3428" fmla="*/ 3144384 h 4587875"/>
              <a:gd name="connsiteX3429" fmla="*/ 7542085 w 9408955"/>
              <a:gd name="connsiteY3429" fmla="*/ 3146141 h 4587875"/>
              <a:gd name="connsiteX3430" fmla="*/ 2405513 w 9408955"/>
              <a:gd name="connsiteY3430" fmla="*/ 3146206 h 4587875"/>
              <a:gd name="connsiteX3431" fmla="*/ 2424032 w 9408955"/>
              <a:gd name="connsiteY3431" fmla="*/ 3123173 h 4587875"/>
              <a:gd name="connsiteX3432" fmla="*/ 2387879 w 9408955"/>
              <a:gd name="connsiteY3432" fmla="*/ 3080264 h 4587875"/>
              <a:gd name="connsiteX3433" fmla="*/ 2373943 w 9408955"/>
              <a:gd name="connsiteY3433" fmla="*/ 3144284 h 4587875"/>
              <a:gd name="connsiteX3434" fmla="*/ 2405513 w 9408955"/>
              <a:gd name="connsiteY3434" fmla="*/ 3146206 h 4587875"/>
              <a:gd name="connsiteX3435" fmla="*/ 1581025 w 9408955"/>
              <a:gd name="connsiteY3435" fmla="*/ 3146338 h 4587875"/>
              <a:gd name="connsiteX3436" fmla="*/ 1601309 w 9408955"/>
              <a:gd name="connsiteY3436" fmla="*/ 3129482 h 4587875"/>
              <a:gd name="connsiteX3437" fmla="*/ 1568301 w 9408955"/>
              <a:gd name="connsiteY3437" fmla="*/ 3079143 h 4587875"/>
              <a:gd name="connsiteX3438" fmla="*/ 1553990 w 9408955"/>
              <a:gd name="connsiteY3438" fmla="*/ 3144491 h 4587875"/>
              <a:gd name="connsiteX3439" fmla="*/ 1581025 w 9408955"/>
              <a:gd name="connsiteY3439" fmla="*/ 3146338 h 4587875"/>
              <a:gd name="connsiteX3440" fmla="*/ 5996171 w 9408955"/>
              <a:gd name="connsiteY3440" fmla="*/ 3146555 h 4587875"/>
              <a:gd name="connsiteX3441" fmla="*/ 6017912 w 9408955"/>
              <a:gd name="connsiteY3441" fmla="*/ 3134042 h 4587875"/>
              <a:gd name="connsiteX3442" fmla="*/ 5982945 w 9408955"/>
              <a:gd name="connsiteY3442" fmla="*/ 3080605 h 4587875"/>
              <a:gd name="connsiteX3443" fmla="*/ 5970538 w 9408955"/>
              <a:gd name="connsiteY3443" fmla="*/ 3142835 h 4587875"/>
              <a:gd name="connsiteX3444" fmla="*/ 5996171 w 9408955"/>
              <a:gd name="connsiteY3444" fmla="*/ 3146555 h 4587875"/>
              <a:gd name="connsiteX3445" fmla="*/ 5172835 w 9408955"/>
              <a:gd name="connsiteY3445" fmla="*/ 3146599 h 4587875"/>
              <a:gd name="connsiteX3446" fmla="*/ 5196303 w 9408955"/>
              <a:gd name="connsiteY3446" fmla="*/ 3139617 h 4587875"/>
              <a:gd name="connsiteX3447" fmla="*/ 5197451 w 9408955"/>
              <a:gd name="connsiteY3447" fmla="*/ 3095530 h 4587875"/>
              <a:gd name="connsiteX3448" fmla="*/ 5142596 w 9408955"/>
              <a:gd name="connsiteY3448" fmla="*/ 3086758 h 4587875"/>
              <a:gd name="connsiteX3449" fmla="*/ 5149711 w 9408955"/>
              <a:gd name="connsiteY3449" fmla="*/ 3143541 h 4587875"/>
              <a:gd name="connsiteX3450" fmla="*/ 5172835 w 9408955"/>
              <a:gd name="connsiteY3450" fmla="*/ 3146599 h 4587875"/>
              <a:gd name="connsiteX3451" fmla="*/ 5074431 w 9408955"/>
              <a:gd name="connsiteY3451" fmla="*/ 3146667 h 4587875"/>
              <a:gd name="connsiteX3452" fmla="*/ 5095371 w 9408955"/>
              <a:gd name="connsiteY3452" fmla="*/ 3127987 h 4587875"/>
              <a:gd name="connsiteX3453" fmla="*/ 5058475 w 9408955"/>
              <a:gd name="connsiteY3453" fmla="*/ 3080678 h 4587875"/>
              <a:gd name="connsiteX3454" fmla="*/ 5044725 w 9408955"/>
              <a:gd name="connsiteY3454" fmla="*/ 3143681 h 4587875"/>
              <a:gd name="connsiteX3455" fmla="*/ 5074431 w 9408955"/>
              <a:gd name="connsiteY3455" fmla="*/ 3146667 h 4587875"/>
              <a:gd name="connsiteX3456" fmla="*/ 5372231 w 9408955"/>
              <a:gd name="connsiteY3456" fmla="*/ 3146668 h 4587875"/>
              <a:gd name="connsiteX3457" fmla="*/ 5393269 w 9408955"/>
              <a:gd name="connsiteY3457" fmla="*/ 3085158 h 4587875"/>
              <a:gd name="connsiteX3458" fmla="*/ 5338388 w 9408955"/>
              <a:gd name="connsiteY3458" fmla="*/ 3098048 h 4587875"/>
              <a:gd name="connsiteX3459" fmla="*/ 5372231 w 9408955"/>
              <a:gd name="connsiteY3459" fmla="*/ 3146668 h 4587875"/>
              <a:gd name="connsiteX3460" fmla="*/ 4965228 w 9408955"/>
              <a:gd name="connsiteY3460" fmla="*/ 3146752 h 4587875"/>
              <a:gd name="connsiteX3461" fmla="*/ 4995660 w 9408955"/>
              <a:gd name="connsiteY3461" fmla="*/ 3106479 h 4587875"/>
              <a:gd name="connsiteX3462" fmla="*/ 4931581 w 9408955"/>
              <a:gd name="connsiteY3462" fmla="*/ 3092570 h 4587875"/>
              <a:gd name="connsiteX3463" fmla="*/ 4946404 w 9408955"/>
              <a:gd name="connsiteY3463" fmla="*/ 3145013 h 4587875"/>
              <a:gd name="connsiteX3464" fmla="*/ 4965228 w 9408955"/>
              <a:gd name="connsiteY3464" fmla="*/ 3146752 h 4587875"/>
              <a:gd name="connsiteX3465" fmla="*/ 2194939 w 9408955"/>
              <a:gd name="connsiteY3465" fmla="*/ 3146788 h 4587875"/>
              <a:gd name="connsiteX3466" fmla="*/ 2214707 w 9408955"/>
              <a:gd name="connsiteY3466" fmla="*/ 3135139 h 4587875"/>
              <a:gd name="connsiteX3467" fmla="*/ 2220888 w 9408955"/>
              <a:gd name="connsiteY3467" fmla="*/ 3096580 h 4587875"/>
              <a:gd name="connsiteX3468" fmla="*/ 2171225 w 9408955"/>
              <a:gd name="connsiteY3468" fmla="*/ 3082350 h 4587875"/>
              <a:gd name="connsiteX3469" fmla="*/ 2171225 w 9408955"/>
              <a:gd name="connsiteY3469" fmla="*/ 3145009 h 4587875"/>
              <a:gd name="connsiteX3470" fmla="*/ 2194939 w 9408955"/>
              <a:gd name="connsiteY3470" fmla="*/ 3146788 h 4587875"/>
              <a:gd name="connsiteX3471" fmla="*/ 2086016 w 9408955"/>
              <a:gd name="connsiteY3471" fmla="*/ 3146935 h 4587875"/>
              <a:gd name="connsiteX3472" fmla="*/ 2119514 w 9408955"/>
              <a:gd name="connsiteY3472" fmla="*/ 3113555 h 4587875"/>
              <a:gd name="connsiteX3473" fmla="*/ 2062528 w 9408955"/>
              <a:gd name="connsiteY3473" fmla="*/ 3085737 h 4587875"/>
              <a:gd name="connsiteX3474" fmla="*/ 2068633 w 9408955"/>
              <a:gd name="connsiteY3474" fmla="*/ 3144794 h 4587875"/>
              <a:gd name="connsiteX3475" fmla="*/ 2086016 w 9408955"/>
              <a:gd name="connsiteY3475" fmla="*/ 3146935 h 4587875"/>
              <a:gd name="connsiteX3476" fmla="*/ 5577764 w 9408955"/>
              <a:gd name="connsiteY3476" fmla="*/ 3146974 h 4587875"/>
              <a:gd name="connsiteX3477" fmla="*/ 5613476 w 9408955"/>
              <a:gd name="connsiteY3477" fmla="*/ 3114221 h 4587875"/>
              <a:gd name="connsiteX3478" fmla="*/ 5549705 w 9408955"/>
              <a:gd name="connsiteY3478" fmla="*/ 3091996 h 4587875"/>
              <a:gd name="connsiteX3479" fmla="*/ 5560107 w 9408955"/>
              <a:gd name="connsiteY3479" fmla="*/ 3142342 h 4587875"/>
              <a:gd name="connsiteX3480" fmla="*/ 5577764 w 9408955"/>
              <a:gd name="connsiteY3480" fmla="*/ 3146974 h 4587875"/>
              <a:gd name="connsiteX3481" fmla="*/ 6403220 w 9408955"/>
              <a:gd name="connsiteY3481" fmla="*/ 3147065 h 4587875"/>
              <a:gd name="connsiteX3482" fmla="*/ 6435531 w 9408955"/>
              <a:gd name="connsiteY3482" fmla="*/ 3113994 h 4587875"/>
              <a:gd name="connsiteX3483" fmla="*/ 6379810 w 9408955"/>
              <a:gd name="connsiteY3483" fmla="*/ 3085192 h 4587875"/>
              <a:gd name="connsiteX3484" fmla="*/ 6386230 w 9408955"/>
              <a:gd name="connsiteY3484" fmla="*/ 3145290 h 4587875"/>
              <a:gd name="connsiteX3485" fmla="*/ 6403220 w 9408955"/>
              <a:gd name="connsiteY3485" fmla="*/ 3147065 h 4587875"/>
              <a:gd name="connsiteX3486" fmla="*/ 6299562 w 9408955"/>
              <a:gd name="connsiteY3486" fmla="*/ 3147103 h 4587875"/>
              <a:gd name="connsiteX3487" fmla="*/ 6331984 w 9408955"/>
              <a:gd name="connsiteY3487" fmla="*/ 3114649 h 4587875"/>
              <a:gd name="connsiteX3488" fmla="*/ 6268290 w 9408955"/>
              <a:gd name="connsiteY3488" fmla="*/ 3093895 h 4587875"/>
              <a:gd name="connsiteX3489" fmla="*/ 6282868 w 9408955"/>
              <a:gd name="connsiteY3489" fmla="*/ 3145104 h 4587875"/>
              <a:gd name="connsiteX3490" fmla="*/ 6299562 w 9408955"/>
              <a:gd name="connsiteY3490" fmla="*/ 3147103 h 4587875"/>
              <a:gd name="connsiteX3491" fmla="*/ 2296568 w 9408955"/>
              <a:gd name="connsiteY3491" fmla="*/ 3147105 h 4587875"/>
              <a:gd name="connsiteX3492" fmla="*/ 2324240 w 9408955"/>
              <a:gd name="connsiteY3492" fmla="*/ 3107713 h 4587875"/>
              <a:gd name="connsiteX3493" fmla="*/ 2271210 w 9408955"/>
              <a:gd name="connsiteY3493" fmla="*/ 3084160 h 4587875"/>
              <a:gd name="connsiteX3494" fmla="*/ 2278528 w 9408955"/>
              <a:gd name="connsiteY3494" fmla="*/ 3145901 h 4587875"/>
              <a:gd name="connsiteX3495" fmla="*/ 2296568 w 9408955"/>
              <a:gd name="connsiteY3495" fmla="*/ 3147105 h 4587875"/>
              <a:gd name="connsiteX3496" fmla="*/ 5682622 w 9408955"/>
              <a:gd name="connsiteY3496" fmla="*/ 3147199 h 4587875"/>
              <a:gd name="connsiteX3497" fmla="*/ 5715588 w 9408955"/>
              <a:gd name="connsiteY3497" fmla="*/ 3108249 h 4587875"/>
              <a:gd name="connsiteX3498" fmla="*/ 5648577 w 9408955"/>
              <a:gd name="connsiteY3498" fmla="*/ 3100149 h 4587875"/>
              <a:gd name="connsiteX3499" fmla="*/ 5663817 w 9408955"/>
              <a:gd name="connsiteY3499" fmla="*/ 3143574 h 4587875"/>
              <a:gd name="connsiteX3500" fmla="*/ 5682622 w 9408955"/>
              <a:gd name="connsiteY3500" fmla="*/ 3147199 h 4587875"/>
              <a:gd name="connsiteX3501" fmla="*/ 7634401 w 9408955"/>
              <a:gd name="connsiteY3501" fmla="*/ 3147267 h 4587875"/>
              <a:gd name="connsiteX3502" fmla="*/ 7667476 w 9408955"/>
              <a:gd name="connsiteY3502" fmla="*/ 3114432 h 4587875"/>
              <a:gd name="connsiteX3503" fmla="*/ 7607093 w 9408955"/>
              <a:gd name="connsiteY3503" fmla="*/ 3090068 h 4587875"/>
              <a:gd name="connsiteX3504" fmla="*/ 7617496 w 9408955"/>
              <a:gd name="connsiteY3504" fmla="*/ 3143759 h 4587875"/>
              <a:gd name="connsiteX3505" fmla="*/ 7634401 w 9408955"/>
              <a:gd name="connsiteY3505" fmla="*/ 3147267 h 4587875"/>
              <a:gd name="connsiteX3506" fmla="*/ 4862145 w 9408955"/>
              <a:gd name="connsiteY3506" fmla="*/ 3147352 h 4587875"/>
              <a:gd name="connsiteX3507" fmla="*/ 4892848 w 9408955"/>
              <a:gd name="connsiteY3507" fmla="*/ 3107221 h 4587875"/>
              <a:gd name="connsiteX3508" fmla="*/ 4828037 w 9408955"/>
              <a:gd name="connsiteY3508" fmla="*/ 3094362 h 4587875"/>
              <a:gd name="connsiteX3509" fmla="*/ 4842516 w 9408955"/>
              <a:gd name="connsiteY3509" fmla="*/ 3143993 h 4587875"/>
              <a:gd name="connsiteX3510" fmla="*/ 4862145 w 9408955"/>
              <a:gd name="connsiteY3510" fmla="*/ 3147352 h 4587875"/>
              <a:gd name="connsiteX3511" fmla="*/ 7119870 w 9408955"/>
              <a:gd name="connsiteY3511" fmla="*/ 3147713 h 4587875"/>
              <a:gd name="connsiteX3512" fmla="*/ 7155085 w 9408955"/>
              <a:gd name="connsiteY3512" fmla="*/ 3114487 h 4587875"/>
              <a:gd name="connsiteX3513" fmla="*/ 7092365 w 9408955"/>
              <a:gd name="connsiteY3513" fmla="*/ 3090653 h 4587875"/>
              <a:gd name="connsiteX3514" fmla="*/ 7102050 w 9408955"/>
              <a:gd name="connsiteY3514" fmla="*/ 3144508 h 4587875"/>
              <a:gd name="connsiteX3515" fmla="*/ 7119870 w 9408955"/>
              <a:gd name="connsiteY3515" fmla="*/ 3147713 h 4587875"/>
              <a:gd name="connsiteX3516" fmla="*/ 2706409 w 9408955"/>
              <a:gd name="connsiteY3516" fmla="*/ 3147728 h 4587875"/>
              <a:gd name="connsiteX3517" fmla="*/ 2735655 w 9408955"/>
              <a:gd name="connsiteY3517" fmla="*/ 3106039 h 4587875"/>
              <a:gd name="connsiteX3518" fmla="*/ 2670670 w 9408955"/>
              <a:gd name="connsiteY3518" fmla="*/ 3092637 h 4587875"/>
              <a:gd name="connsiteX3519" fmla="*/ 2687311 w 9408955"/>
              <a:gd name="connsiteY3519" fmla="*/ 3145551 h 4587875"/>
              <a:gd name="connsiteX3520" fmla="*/ 2706409 w 9408955"/>
              <a:gd name="connsiteY3520" fmla="*/ 3147728 h 4587875"/>
              <a:gd name="connsiteX3521" fmla="*/ 2597009 w 9408955"/>
              <a:gd name="connsiteY3521" fmla="*/ 3147728 h 4587875"/>
              <a:gd name="connsiteX3522" fmla="*/ 2612914 w 9408955"/>
              <a:gd name="connsiteY3522" fmla="*/ 3082536 h 4587875"/>
              <a:gd name="connsiteX3523" fmla="*/ 2562664 w 9408955"/>
              <a:gd name="connsiteY3523" fmla="*/ 3097404 h 4587875"/>
              <a:gd name="connsiteX3524" fmla="*/ 2597009 w 9408955"/>
              <a:gd name="connsiteY3524" fmla="*/ 3147728 h 4587875"/>
              <a:gd name="connsiteX3525" fmla="*/ 5480129 w 9408955"/>
              <a:gd name="connsiteY3525" fmla="*/ 3147772 h 4587875"/>
              <a:gd name="connsiteX3526" fmla="*/ 5509374 w 9408955"/>
              <a:gd name="connsiteY3526" fmla="*/ 3106307 h 4587875"/>
              <a:gd name="connsiteX3527" fmla="*/ 5445647 w 9408955"/>
              <a:gd name="connsiteY3527" fmla="*/ 3093666 h 4587875"/>
              <a:gd name="connsiteX3528" fmla="*/ 5461069 w 9408955"/>
              <a:gd name="connsiteY3528" fmla="*/ 3145607 h 4587875"/>
              <a:gd name="connsiteX3529" fmla="*/ 5480129 w 9408955"/>
              <a:gd name="connsiteY3529" fmla="*/ 3147772 h 4587875"/>
              <a:gd name="connsiteX3530" fmla="*/ 8046884 w 9408955"/>
              <a:gd name="connsiteY3530" fmla="*/ 3147859 h 4587875"/>
              <a:gd name="connsiteX3531" fmla="*/ 8076838 w 9408955"/>
              <a:gd name="connsiteY3531" fmla="*/ 3106472 h 4587875"/>
              <a:gd name="connsiteX3532" fmla="*/ 8014427 w 9408955"/>
              <a:gd name="connsiteY3532" fmla="*/ 3095301 h 4587875"/>
              <a:gd name="connsiteX3533" fmla="*/ 8027543 w 9408955"/>
              <a:gd name="connsiteY3533" fmla="*/ 3143859 h 4587875"/>
              <a:gd name="connsiteX3534" fmla="*/ 8046884 w 9408955"/>
              <a:gd name="connsiteY3534" fmla="*/ 3147859 h 4587875"/>
              <a:gd name="connsiteX3535" fmla="*/ 7839474 w 9408955"/>
              <a:gd name="connsiteY3535" fmla="*/ 3147865 h 4587875"/>
              <a:gd name="connsiteX3536" fmla="*/ 7874210 w 9408955"/>
              <a:gd name="connsiteY3536" fmla="*/ 3106624 h 4587875"/>
              <a:gd name="connsiteX3537" fmla="*/ 7805632 w 9408955"/>
              <a:gd name="connsiteY3537" fmla="*/ 3099943 h 4587875"/>
              <a:gd name="connsiteX3538" fmla="*/ 7819853 w 9408955"/>
              <a:gd name="connsiteY3538" fmla="*/ 3143714 h 4587875"/>
              <a:gd name="connsiteX3539" fmla="*/ 7839474 w 9408955"/>
              <a:gd name="connsiteY3539" fmla="*/ 3147865 h 4587875"/>
              <a:gd name="connsiteX3540" fmla="*/ 4758079 w 9408955"/>
              <a:gd name="connsiteY3540" fmla="*/ 3147885 h 4587875"/>
              <a:gd name="connsiteX3541" fmla="*/ 4790633 w 9408955"/>
              <a:gd name="connsiteY3541" fmla="*/ 3107488 h 4587875"/>
              <a:gd name="connsiteX3542" fmla="*/ 4723610 w 9408955"/>
              <a:gd name="connsiteY3542" fmla="*/ 3101318 h 4587875"/>
              <a:gd name="connsiteX3543" fmla="*/ 4738707 w 9408955"/>
              <a:gd name="connsiteY3543" fmla="*/ 3143597 h 4587875"/>
              <a:gd name="connsiteX3544" fmla="*/ 4758079 w 9408955"/>
              <a:gd name="connsiteY3544" fmla="*/ 3147885 h 4587875"/>
              <a:gd name="connsiteX3545" fmla="*/ 6608152 w 9408955"/>
              <a:gd name="connsiteY3545" fmla="*/ 3147923 h 4587875"/>
              <a:gd name="connsiteX3546" fmla="*/ 6638813 w 9408955"/>
              <a:gd name="connsiteY3546" fmla="*/ 3107059 h 4587875"/>
              <a:gd name="connsiteX3547" fmla="*/ 6576357 w 9408955"/>
              <a:gd name="connsiteY3547" fmla="*/ 3094554 h 4587875"/>
              <a:gd name="connsiteX3548" fmla="*/ 6588983 w 9408955"/>
              <a:gd name="connsiteY3548" fmla="*/ 3143894 h 4587875"/>
              <a:gd name="connsiteX3549" fmla="*/ 6608152 w 9408955"/>
              <a:gd name="connsiteY3549" fmla="*/ 3147923 h 4587875"/>
              <a:gd name="connsiteX3550" fmla="*/ 7740327 w 9408955"/>
              <a:gd name="connsiteY3550" fmla="*/ 3147937 h 4587875"/>
              <a:gd name="connsiteX3551" fmla="*/ 7770980 w 9408955"/>
              <a:gd name="connsiteY3551" fmla="*/ 3106537 h 4587875"/>
              <a:gd name="connsiteX3552" fmla="*/ 7701089 w 9408955"/>
              <a:gd name="connsiteY3552" fmla="*/ 3106537 h 4587875"/>
              <a:gd name="connsiteX3553" fmla="*/ 7720695 w 9408955"/>
              <a:gd name="connsiteY3553" fmla="*/ 3145607 h 4587875"/>
              <a:gd name="connsiteX3554" fmla="*/ 7740327 w 9408955"/>
              <a:gd name="connsiteY3554" fmla="*/ 3147937 h 4587875"/>
              <a:gd name="connsiteX3555" fmla="*/ 2495588 w 9408955"/>
              <a:gd name="connsiteY3555" fmla="*/ 3147994 h 4587875"/>
              <a:gd name="connsiteX3556" fmla="*/ 2529337 w 9408955"/>
              <a:gd name="connsiteY3556" fmla="*/ 3115048 h 4587875"/>
              <a:gd name="connsiteX3557" fmla="*/ 2466015 w 9408955"/>
              <a:gd name="connsiteY3557" fmla="*/ 3094706 h 4587875"/>
              <a:gd name="connsiteX3558" fmla="*/ 2478228 w 9408955"/>
              <a:gd name="connsiteY3558" fmla="*/ 3144762 h 4587875"/>
              <a:gd name="connsiteX3559" fmla="*/ 2495588 w 9408955"/>
              <a:gd name="connsiteY3559" fmla="*/ 3147994 h 4587875"/>
              <a:gd name="connsiteX3560" fmla="*/ 1365180 w 9408955"/>
              <a:gd name="connsiteY3560" fmla="*/ 3147994 h 4587875"/>
              <a:gd name="connsiteX3561" fmla="*/ 1399938 w 9408955"/>
              <a:gd name="connsiteY3561" fmla="*/ 3107514 h 4587875"/>
              <a:gd name="connsiteX3562" fmla="*/ 1336217 w 9408955"/>
              <a:gd name="connsiteY3562" fmla="*/ 3093871 h 4587875"/>
              <a:gd name="connsiteX3563" fmla="*/ 1345743 w 9408955"/>
              <a:gd name="connsiteY3563" fmla="*/ 3143667 h 4587875"/>
              <a:gd name="connsiteX3564" fmla="*/ 1365180 w 9408955"/>
              <a:gd name="connsiteY3564" fmla="*/ 3147994 h 4587875"/>
              <a:gd name="connsiteX3565" fmla="*/ 7238309 w 9408955"/>
              <a:gd name="connsiteY3565" fmla="*/ 3148012 h 4587875"/>
              <a:gd name="connsiteX3566" fmla="*/ 7243313 w 9408955"/>
              <a:gd name="connsiteY3566" fmla="*/ 3084855 h 4587875"/>
              <a:gd name="connsiteX3567" fmla="*/ 7188273 w 9408955"/>
              <a:gd name="connsiteY3567" fmla="*/ 3096526 h 4587875"/>
              <a:gd name="connsiteX3568" fmla="*/ 7201692 w 9408955"/>
              <a:gd name="connsiteY3568" fmla="*/ 3142063 h 4587875"/>
              <a:gd name="connsiteX3569" fmla="*/ 7238309 w 9408955"/>
              <a:gd name="connsiteY3569" fmla="*/ 3148012 h 4587875"/>
              <a:gd name="connsiteX3570" fmla="*/ 4533263 w 9408955"/>
              <a:gd name="connsiteY3570" fmla="*/ 3148012 h 4587875"/>
              <a:gd name="connsiteX3571" fmla="*/ 4583105 w 9408955"/>
              <a:gd name="connsiteY3571" fmla="*/ 3121858 h 4587875"/>
              <a:gd name="connsiteX3572" fmla="*/ 4530062 w 9408955"/>
              <a:gd name="connsiteY3572" fmla="*/ 3085698 h 4587875"/>
              <a:gd name="connsiteX3573" fmla="*/ 4533263 w 9408955"/>
              <a:gd name="connsiteY3573" fmla="*/ 3148012 h 4587875"/>
              <a:gd name="connsiteX3574" fmla="*/ 7017860 w 9408955"/>
              <a:gd name="connsiteY3574" fmla="*/ 3148066 h 4587875"/>
              <a:gd name="connsiteX3575" fmla="*/ 7051499 w 9408955"/>
              <a:gd name="connsiteY3575" fmla="*/ 3108099 h 4587875"/>
              <a:gd name="connsiteX3576" fmla="*/ 7005112 w 9408955"/>
              <a:gd name="connsiteY3576" fmla="*/ 3080506 h 4587875"/>
              <a:gd name="connsiteX3577" fmla="*/ 6998745 w 9408955"/>
              <a:gd name="connsiteY3577" fmla="*/ 3143740 h 4587875"/>
              <a:gd name="connsiteX3578" fmla="*/ 7017860 w 9408955"/>
              <a:gd name="connsiteY3578" fmla="*/ 3148066 h 4587875"/>
              <a:gd name="connsiteX3579" fmla="*/ 6912979 w 9408955"/>
              <a:gd name="connsiteY3579" fmla="*/ 3148091 h 4587875"/>
              <a:gd name="connsiteX3580" fmla="*/ 6948117 w 9408955"/>
              <a:gd name="connsiteY3580" fmla="*/ 3114385 h 4587875"/>
              <a:gd name="connsiteX3581" fmla="*/ 6884802 w 9408955"/>
              <a:gd name="connsiteY3581" fmla="*/ 3092680 h 4587875"/>
              <a:gd name="connsiteX3582" fmla="*/ 6895430 w 9408955"/>
              <a:gd name="connsiteY3582" fmla="*/ 3143249 h 4587875"/>
              <a:gd name="connsiteX3583" fmla="*/ 6912979 w 9408955"/>
              <a:gd name="connsiteY3583" fmla="*/ 3148091 h 4587875"/>
              <a:gd name="connsiteX3584" fmla="*/ 6501982 w 9408955"/>
              <a:gd name="connsiteY3584" fmla="*/ 3148097 h 4587875"/>
              <a:gd name="connsiteX3585" fmla="*/ 6535792 w 9408955"/>
              <a:gd name="connsiteY3585" fmla="*/ 3113572 h 4587875"/>
              <a:gd name="connsiteX3586" fmla="*/ 6473695 w 9408955"/>
              <a:gd name="connsiteY3586" fmla="*/ 3091923 h 4587875"/>
              <a:gd name="connsiteX3587" fmla="*/ 6484385 w 9408955"/>
              <a:gd name="connsiteY3587" fmla="*/ 3143743 h 4587875"/>
              <a:gd name="connsiteX3588" fmla="*/ 6501982 w 9408955"/>
              <a:gd name="connsiteY3588" fmla="*/ 3148097 h 4587875"/>
              <a:gd name="connsiteX3589" fmla="*/ 1163378 w 9408955"/>
              <a:gd name="connsiteY3589" fmla="*/ 3148112 h 4587875"/>
              <a:gd name="connsiteX3590" fmla="*/ 1194129 w 9408955"/>
              <a:gd name="connsiteY3590" fmla="*/ 3107029 h 4587875"/>
              <a:gd name="connsiteX3591" fmla="*/ 1129315 w 9408955"/>
              <a:gd name="connsiteY3591" fmla="*/ 3094456 h 4587875"/>
              <a:gd name="connsiteX3592" fmla="*/ 1143613 w 9408955"/>
              <a:gd name="connsiteY3592" fmla="*/ 3145891 h 4587875"/>
              <a:gd name="connsiteX3593" fmla="*/ 1163378 w 9408955"/>
              <a:gd name="connsiteY3593" fmla="*/ 3148112 h 4587875"/>
              <a:gd name="connsiteX3594" fmla="*/ 6812523 w 9408955"/>
              <a:gd name="connsiteY3594" fmla="*/ 3148121 h 4587875"/>
              <a:gd name="connsiteX3595" fmla="*/ 6845114 w 9408955"/>
              <a:gd name="connsiteY3595" fmla="*/ 3113585 h 4587875"/>
              <a:gd name="connsiteX3596" fmla="*/ 6785172 w 9408955"/>
              <a:gd name="connsiteY3596" fmla="*/ 3088099 h 4587875"/>
              <a:gd name="connsiteX3597" fmla="*/ 6795010 w 9408955"/>
              <a:gd name="connsiteY3597" fmla="*/ 3145558 h 4587875"/>
              <a:gd name="connsiteX3598" fmla="*/ 6812523 w 9408955"/>
              <a:gd name="connsiteY3598" fmla="*/ 3148121 h 4587875"/>
              <a:gd name="connsiteX3599" fmla="*/ 7942709 w 9408955"/>
              <a:gd name="connsiteY3599" fmla="*/ 3148182 h 4587875"/>
              <a:gd name="connsiteX3600" fmla="*/ 7974720 w 9408955"/>
              <a:gd name="connsiteY3600" fmla="*/ 3107569 h 4587875"/>
              <a:gd name="connsiteX3601" fmla="*/ 7916329 w 9408955"/>
              <a:gd name="connsiteY3601" fmla="*/ 3087169 h 4587875"/>
              <a:gd name="connsiteX3602" fmla="*/ 7923172 w 9408955"/>
              <a:gd name="connsiteY3602" fmla="*/ 3144014 h 4587875"/>
              <a:gd name="connsiteX3603" fmla="*/ 7942709 w 9408955"/>
              <a:gd name="connsiteY3603" fmla="*/ 3148182 h 4587875"/>
              <a:gd name="connsiteX3604" fmla="*/ 1466746 w 9408955"/>
              <a:gd name="connsiteY3604" fmla="*/ 3148211 h 4587875"/>
              <a:gd name="connsiteX3605" fmla="*/ 1501460 w 9408955"/>
              <a:gd name="connsiteY3605" fmla="*/ 3115021 h 4587875"/>
              <a:gd name="connsiteX3606" fmla="*/ 1438880 w 9408955"/>
              <a:gd name="connsiteY3606" fmla="*/ 3091374 h 4587875"/>
              <a:gd name="connsiteX3607" fmla="*/ 1449235 w 9408955"/>
              <a:gd name="connsiteY3607" fmla="*/ 3144125 h 4587875"/>
              <a:gd name="connsiteX3608" fmla="*/ 1466746 w 9408955"/>
              <a:gd name="connsiteY3608" fmla="*/ 3148211 h 4587875"/>
              <a:gd name="connsiteX3609" fmla="*/ 1690073 w 9408955"/>
              <a:gd name="connsiteY3609" fmla="*/ 3148235 h 4587875"/>
              <a:gd name="connsiteX3610" fmla="*/ 1698057 w 9408955"/>
              <a:gd name="connsiteY3610" fmla="*/ 3088877 h 4587875"/>
              <a:gd name="connsiteX3611" fmla="*/ 1640347 w 9408955"/>
              <a:gd name="connsiteY3611" fmla="*/ 3114803 h 4587875"/>
              <a:gd name="connsiteX3612" fmla="*/ 1690073 w 9408955"/>
              <a:gd name="connsiteY3612" fmla="*/ 3148235 h 4587875"/>
              <a:gd name="connsiteX3613" fmla="*/ 2803095 w 9408955"/>
              <a:gd name="connsiteY3613" fmla="*/ 3148261 h 4587875"/>
              <a:gd name="connsiteX3614" fmla="*/ 2839419 w 9408955"/>
              <a:gd name="connsiteY3614" fmla="*/ 3115362 h 4587875"/>
              <a:gd name="connsiteX3615" fmla="*/ 2785198 w 9408955"/>
              <a:gd name="connsiteY3615" fmla="*/ 3084808 h 4587875"/>
              <a:gd name="connsiteX3616" fmla="*/ 2785880 w 9408955"/>
              <a:gd name="connsiteY3616" fmla="*/ 3144092 h 4587875"/>
              <a:gd name="connsiteX3617" fmla="*/ 2803095 w 9408955"/>
              <a:gd name="connsiteY3617" fmla="*/ 3148261 h 4587875"/>
              <a:gd name="connsiteX3618" fmla="*/ 4652937 w 9408955"/>
              <a:gd name="connsiteY3618" fmla="*/ 3148435 h 4587875"/>
              <a:gd name="connsiteX3619" fmla="*/ 4687037 w 9408955"/>
              <a:gd name="connsiteY3619" fmla="*/ 3114493 h 4587875"/>
              <a:gd name="connsiteX3620" fmla="*/ 4624935 w 9408955"/>
              <a:gd name="connsiteY3620" fmla="*/ 3092383 h 4587875"/>
              <a:gd name="connsiteX3621" fmla="*/ 4635399 w 9408955"/>
              <a:gd name="connsiteY3621" fmla="*/ 3144203 h 4587875"/>
              <a:gd name="connsiteX3622" fmla="*/ 4652937 w 9408955"/>
              <a:gd name="connsiteY3622" fmla="*/ 3148435 h 4587875"/>
              <a:gd name="connsiteX3623" fmla="*/ 6093253 w 9408955"/>
              <a:gd name="connsiteY3623" fmla="*/ 3148503 h 4587875"/>
              <a:gd name="connsiteX3624" fmla="*/ 6125947 w 9408955"/>
              <a:gd name="connsiteY3624" fmla="*/ 3108608 h 4587875"/>
              <a:gd name="connsiteX3625" fmla="*/ 6059587 w 9408955"/>
              <a:gd name="connsiteY3625" fmla="*/ 3099649 h 4587875"/>
              <a:gd name="connsiteX3626" fmla="*/ 6073774 w 9408955"/>
              <a:gd name="connsiteY3626" fmla="*/ 3144443 h 4587875"/>
              <a:gd name="connsiteX3627" fmla="*/ 6093253 w 9408955"/>
              <a:gd name="connsiteY3627" fmla="*/ 3148503 h 4587875"/>
              <a:gd name="connsiteX3628" fmla="*/ 1983848 w 9408955"/>
              <a:gd name="connsiteY3628" fmla="*/ 3148539 h 4587875"/>
              <a:gd name="connsiteX3629" fmla="*/ 2016636 w 9408955"/>
              <a:gd name="connsiteY3629" fmla="*/ 3108975 h 4587875"/>
              <a:gd name="connsiteX3630" fmla="*/ 1957950 w 9408955"/>
              <a:gd name="connsiteY3630" fmla="*/ 3087316 h 4587875"/>
              <a:gd name="connsiteX3631" fmla="*/ 1964416 w 9408955"/>
              <a:gd name="connsiteY3631" fmla="*/ 3144542 h 4587875"/>
              <a:gd name="connsiteX3632" fmla="*/ 1983848 w 9408955"/>
              <a:gd name="connsiteY3632" fmla="*/ 3148539 h 4587875"/>
              <a:gd name="connsiteX3633" fmla="*/ 1760321 w 9408955"/>
              <a:gd name="connsiteY3633" fmla="*/ 3149136 h 4587875"/>
              <a:gd name="connsiteX3634" fmla="*/ 1809870 w 9408955"/>
              <a:gd name="connsiteY3634" fmla="*/ 3114831 h 4587875"/>
              <a:gd name="connsiteX3635" fmla="*/ 1744493 w 9408955"/>
              <a:gd name="connsiteY3635" fmla="*/ 3098606 h 4587875"/>
              <a:gd name="connsiteX3636" fmla="*/ 1760321 w 9408955"/>
              <a:gd name="connsiteY3636" fmla="*/ 3149136 h 4587875"/>
              <a:gd name="connsiteX3637" fmla="*/ 1864900 w 9408955"/>
              <a:gd name="connsiteY3637" fmla="*/ 3149370 h 4587875"/>
              <a:gd name="connsiteX3638" fmla="*/ 1914030 w 9408955"/>
              <a:gd name="connsiteY3638" fmla="*/ 3115433 h 4587875"/>
              <a:gd name="connsiteX3639" fmla="*/ 1850117 w 9408955"/>
              <a:gd name="connsiteY3639" fmla="*/ 3092731 h 4587875"/>
              <a:gd name="connsiteX3640" fmla="*/ 1864900 w 9408955"/>
              <a:gd name="connsiteY3640" fmla="*/ 3149370 h 4587875"/>
              <a:gd name="connsiteX3641" fmla="*/ 4359040 w 9408955"/>
              <a:gd name="connsiteY3641" fmla="*/ 3149371 h 4587875"/>
              <a:gd name="connsiteX3642" fmla="*/ 4373260 w 9408955"/>
              <a:gd name="connsiteY3642" fmla="*/ 3093495 h 4587875"/>
              <a:gd name="connsiteX3643" fmla="*/ 4309040 w 9408955"/>
              <a:gd name="connsiteY3643" fmla="*/ 3114933 h 4587875"/>
              <a:gd name="connsiteX3644" fmla="*/ 4359040 w 9408955"/>
              <a:gd name="connsiteY3644" fmla="*/ 3149371 h 4587875"/>
              <a:gd name="connsiteX3645" fmla="*/ 7412689 w 9408955"/>
              <a:gd name="connsiteY3645" fmla="*/ 3149599 h 4587875"/>
              <a:gd name="connsiteX3646" fmla="*/ 7452848 w 9408955"/>
              <a:gd name="connsiteY3646" fmla="*/ 3138647 h 4587875"/>
              <a:gd name="connsiteX3647" fmla="*/ 7444862 w 9408955"/>
              <a:gd name="connsiteY3647" fmla="*/ 3083429 h 4587875"/>
              <a:gd name="connsiteX3648" fmla="*/ 7395576 w 9408955"/>
              <a:gd name="connsiteY3648" fmla="*/ 3107387 h 4587875"/>
              <a:gd name="connsiteX3649" fmla="*/ 7412689 w 9408955"/>
              <a:gd name="connsiteY3649" fmla="*/ 3149599 h 4587875"/>
              <a:gd name="connsiteX3650" fmla="*/ 6208168 w 9408955"/>
              <a:gd name="connsiteY3650" fmla="*/ 3149599 h 4587875"/>
              <a:gd name="connsiteX3651" fmla="*/ 6224359 w 9408955"/>
              <a:gd name="connsiteY3651" fmla="*/ 3097447 h 4587875"/>
              <a:gd name="connsiteX3652" fmla="*/ 6158684 w 9408955"/>
              <a:gd name="connsiteY3652" fmla="*/ 3114368 h 4587875"/>
              <a:gd name="connsiteX3653" fmla="*/ 6208168 w 9408955"/>
              <a:gd name="connsiteY3653" fmla="*/ 3149599 h 4587875"/>
              <a:gd name="connsiteX3654" fmla="*/ 7545678 w 9408955"/>
              <a:gd name="connsiteY3654" fmla="*/ 3249051 h 4587875"/>
              <a:gd name="connsiteX3655" fmla="*/ 7564691 w 9408955"/>
              <a:gd name="connsiteY3655" fmla="*/ 3225177 h 4587875"/>
              <a:gd name="connsiteX3656" fmla="*/ 7519995 w 9408955"/>
              <a:gd name="connsiteY3656" fmla="*/ 3183786 h 4587875"/>
              <a:gd name="connsiteX3657" fmla="*/ 7514522 w 9408955"/>
              <a:gd name="connsiteY3657" fmla="*/ 3248994 h 4587875"/>
              <a:gd name="connsiteX3658" fmla="*/ 7545678 w 9408955"/>
              <a:gd name="connsiteY3658" fmla="*/ 3249051 h 4587875"/>
              <a:gd name="connsiteX3659" fmla="*/ 4348195 w 9408955"/>
              <a:gd name="connsiteY3659" fmla="*/ 3249259 h 4587875"/>
              <a:gd name="connsiteX3660" fmla="*/ 4377015 w 9408955"/>
              <a:gd name="connsiteY3660" fmla="*/ 3210246 h 4587875"/>
              <a:gd name="connsiteX3661" fmla="*/ 4316055 w 9408955"/>
              <a:gd name="connsiteY3661" fmla="*/ 3198876 h 4587875"/>
              <a:gd name="connsiteX3662" fmla="*/ 4330613 w 9408955"/>
              <a:gd name="connsiteY3662" fmla="*/ 3245493 h 4587875"/>
              <a:gd name="connsiteX3663" fmla="*/ 4348195 w 9408955"/>
              <a:gd name="connsiteY3663" fmla="*/ 3249259 h 4587875"/>
              <a:gd name="connsiteX3664" fmla="*/ 6510274 w 9408955"/>
              <a:gd name="connsiteY3664" fmla="*/ 3249772 h 4587875"/>
              <a:gd name="connsiteX3665" fmla="*/ 6529652 w 9408955"/>
              <a:gd name="connsiteY3665" fmla="*/ 3243780 h 4587875"/>
              <a:gd name="connsiteX3666" fmla="*/ 6529424 w 9408955"/>
              <a:gd name="connsiteY3666" fmla="*/ 3194827 h 4587875"/>
              <a:gd name="connsiteX3667" fmla="*/ 6468472 w 9408955"/>
              <a:gd name="connsiteY3667" fmla="*/ 3219191 h 4587875"/>
              <a:gd name="connsiteX3668" fmla="*/ 6510274 w 9408955"/>
              <a:gd name="connsiteY3668" fmla="*/ 3249772 h 4587875"/>
              <a:gd name="connsiteX3669" fmla="*/ 2695748 w 9408955"/>
              <a:gd name="connsiteY3669" fmla="*/ 3250534 h 4587875"/>
              <a:gd name="connsiteX3670" fmla="*/ 2731318 w 9408955"/>
              <a:gd name="connsiteY3670" fmla="*/ 3197835 h 4587875"/>
              <a:gd name="connsiteX3671" fmla="*/ 2665258 w 9408955"/>
              <a:gd name="connsiteY3671" fmla="*/ 3211179 h 4587875"/>
              <a:gd name="connsiteX3672" fmla="*/ 2695748 w 9408955"/>
              <a:gd name="connsiteY3672" fmla="*/ 3250534 h 4587875"/>
              <a:gd name="connsiteX3673" fmla="*/ 6709763 w 9408955"/>
              <a:gd name="connsiteY3673" fmla="*/ 3250548 h 4587875"/>
              <a:gd name="connsiteX3674" fmla="*/ 6734995 w 9408955"/>
              <a:gd name="connsiteY3674" fmla="*/ 3239407 h 4587875"/>
              <a:gd name="connsiteX3675" fmla="*/ 6698647 w 9408955"/>
              <a:gd name="connsiteY3675" fmla="*/ 3183617 h 4587875"/>
              <a:gd name="connsiteX3676" fmla="*/ 6681959 w 9408955"/>
              <a:gd name="connsiteY3676" fmla="*/ 3244169 h 4587875"/>
              <a:gd name="connsiteX3677" fmla="*/ 6709763 w 9408955"/>
              <a:gd name="connsiteY3677" fmla="*/ 3250548 h 4587875"/>
              <a:gd name="connsiteX3678" fmla="*/ 7123194 w 9408955"/>
              <a:gd name="connsiteY3678" fmla="*/ 3250606 h 4587875"/>
              <a:gd name="connsiteX3679" fmla="*/ 7153018 w 9408955"/>
              <a:gd name="connsiteY3679" fmla="*/ 3206499 h 4587875"/>
              <a:gd name="connsiteX3680" fmla="*/ 7092228 w 9408955"/>
              <a:gd name="connsiteY3680" fmla="*/ 3195024 h 4587875"/>
              <a:gd name="connsiteX3681" fmla="*/ 7103197 w 9408955"/>
              <a:gd name="connsiteY3681" fmla="*/ 3247674 h 4587875"/>
              <a:gd name="connsiteX3682" fmla="*/ 7123194 w 9408955"/>
              <a:gd name="connsiteY3682" fmla="*/ 3250606 h 4587875"/>
              <a:gd name="connsiteX3683" fmla="*/ 1986149 w 9408955"/>
              <a:gd name="connsiteY3683" fmla="*/ 3250669 h 4587875"/>
              <a:gd name="connsiteX3684" fmla="*/ 2012206 w 9408955"/>
              <a:gd name="connsiteY3684" fmla="*/ 3201162 h 4587875"/>
              <a:gd name="connsiteX3685" fmla="*/ 1945584 w 9408955"/>
              <a:gd name="connsiteY3685" fmla="*/ 3211317 h 4587875"/>
              <a:gd name="connsiteX3686" fmla="*/ 1964911 w 9408955"/>
              <a:gd name="connsiteY3686" fmla="*/ 3246748 h 4587875"/>
              <a:gd name="connsiteX3687" fmla="*/ 1986149 w 9408955"/>
              <a:gd name="connsiteY3687" fmla="*/ 3250669 h 4587875"/>
              <a:gd name="connsiteX3688" fmla="*/ 5683563 w 9408955"/>
              <a:gd name="connsiteY3688" fmla="*/ 3250702 h 4587875"/>
              <a:gd name="connsiteX3689" fmla="*/ 5716551 w 9408955"/>
              <a:gd name="connsiteY3689" fmla="*/ 3210909 h 4587875"/>
              <a:gd name="connsiteX3690" fmla="*/ 5649659 w 9408955"/>
              <a:gd name="connsiteY3690" fmla="*/ 3198109 h 4587875"/>
              <a:gd name="connsiteX3691" fmla="*/ 5664652 w 9408955"/>
              <a:gd name="connsiteY3691" fmla="*/ 3247937 h 4587875"/>
              <a:gd name="connsiteX3692" fmla="*/ 5683563 w 9408955"/>
              <a:gd name="connsiteY3692" fmla="*/ 3250702 h 4587875"/>
              <a:gd name="connsiteX3693" fmla="*/ 6805092 w 9408955"/>
              <a:gd name="connsiteY3693" fmla="*/ 3250716 h 4587875"/>
              <a:gd name="connsiteX3694" fmla="*/ 6845103 w 9408955"/>
              <a:gd name="connsiteY3694" fmla="*/ 3211257 h 4587875"/>
              <a:gd name="connsiteX3695" fmla="*/ 6795946 w 9408955"/>
              <a:gd name="connsiteY3695" fmla="*/ 3186167 h 4587875"/>
              <a:gd name="connsiteX3696" fmla="*/ 6805092 w 9408955"/>
              <a:gd name="connsiteY3696" fmla="*/ 3250716 h 4587875"/>
              <a:gd name="connsiteX3697" fmla="*/ 5175651 w 9408955"/>
              <a:gd name="connsiteY3697" fmla="*/ 3250799 h 4587875"/>
              <a:gd name="connsiteX3698" fmla="*/ 5198958 w 9408955"/>
              <a:gd name="connsiteY3698" fmla="*/ 3204182 h 4587875"/>
              <a:gd name="connsiteX3699" fmla="*/ 5135143 w 9408955"/>
              <a:gd name="connsiteY3699" fmla="*/ 3203726 h 4587875"/>
              <a:gd name="connsiteX3700" fmla="*/ 5156339 w 9408955"/>
              <a:gd name="connsiteY3700" fmla="*/ 3249553 h 4587875"/>
              <a:gd name="connsiteX3701" fmla="*/ 5175651 w 9408955"/>
              <a:gd name="connsiteY3701" fmla="*/ 3250799 h 4587875"/>
              <a:gd name="connsiteX3702" fmla="*/ 6394579 w 9408955"/>
              <a:gd name="connsiteY3702" fmla="*/ 3250931 h 4587875"/>
              <a:gd name="connsiteX3703" fmla="*/ 6432978 w 9408955"/>
              <a:gd name="connsiteY3703" fmla="*/ 3204045 h 4587875"/>
              <a:gd name="connsiteX3704" fmla="*/ 6367379 w 9408955"/>
              <a:gd name="connsiteY3704" fmla="*/ 3203816 h 4587875"/>
              <a:gd name="connsiteX3705" fmla="*/ 6394579 w 9408955"/>
              <a:gd name="connsiteY3705" fmla="*/ 3250931 h 4587875"/>
              <a:gd name="connsiteX3706" fmla="*/ 4955009 w 9408955"/>
              <a:gd name="connsiteY3706" fmla="*/ 3250963 h 4587875"/>
              <a:gd name="connsiteX3707" fmla="*/ 4996852 w 9408955"/>
              <a:gd name="connsiteY3707" fmla="*/ 3219127 h 4587875"/>
              <a:gd name="connsiteX3708" fmla="*/ 4935558 w 9408955"/>
              <a:gd name="connsiteY3708" fmla="*/ 3192749 h 4587875"/>
              <a:gd name="connsiteX3709" fmla="*/ 4955009 w 9408955"/>
              <a:gd name="connsiteY3709" fmla="*/ 3250963 h 4587875"/>
              <a:gd name="connsiteX3710" fmla="*/ 1887071 w 9408955"/>
              <a:gd name="connsiteY3710" fmla="*/ 3250996 h 4587875"/>
              <a:gd name="connsiteX3711" fmla="*/ 1911974 w 9408955"/>
              <a:gd name="connsiteY3711" fmla="*/ 3203811 h 4587875"/>
              <a:gd name="connsiteX3712" fmla="*/ 1846607 w 9408955"/>
              <a:gd name="connsiteY3712" fmla="*/ 3203582 h 4587875"/>
              <a:gd name="connsiteX3713" fmla="*/ 1866544 w 9408955"/>
              <a:gd name="connsiteY3713" fmla="*/ 3249753 h 4587875"/>
              <a:gd name="connsiteX3714" fmla="*/ 1887071 w 9408955"/>
              <a:gd name="connsiteY3714" fmla="*/ 3250996 h 4587875"/>
              <a:gd name="connsiteX3715" fmla="*/ 5364669 w 9408955"/>
              <a:gd name="connsiteY3715" fmla="*/ 3251083 h 4587875"/>
              <a:gd name="connsiteX3716" fmla="*/ 5393936 w 9408955"/>
              <a:gd name="connsiteY3716" fmla="*/ 3188291 h 4587875"/>
              <a:gd name="connsiteX3717" fmla="*/ 5337016 w 9408955"/>
              <a:gd name="connsiteY3717" fmla="*/ 3202041 h 4587875"/>
              <a:gd name="connsiteX3718" fmla="*/ 5364669 w 9408955"/>
              <a:gd name="connsiteY3718" fmla="*/ 3251083 h 4587875"/>
              <a:gd name="connsiteX3719" fmla="*/ 6196342 w 9408955"/>
              <a:gd name="connsiteY3719" fmla="*/ 3251141 h 4587875"/>
              <a:gd name="connsiteX3720" fmla="*/ 6228025 w 9408955"/>
              <a:gd name="connsiteY3720" fmla="*/ 3211249 h 4587875"/>
              <a:gd name="connsiteX3721" fmla="*/ 6176032 w 9408955"/>
              <a:gd name="connsiteY3721" fmla="*/ 3186393 h 4587875"/>
              <a:gd name="connsiteX3722" fmla="*/ 6177857 w 9408955"/>
              <a:gd name="connsiteY3722" fmla="*/ 3248875 h 4587875"/>
              <a:gd name="connsiteX3723" fmla="*/ 6196342 w 9408955"/>
              <a:gd name="connsiteY3723" fmla="*/ 3251141 h 4587875"/>
              <a:gd name="connsiteX3724" fmla="*/ 2809391 w 9408955"/>
              <a:gd name="connsiteY3724" fmla="*/ 3251151 h 4587875"/>
              <a:gd name="connsiteX3725" fmla="*/ 2837838 w 9408955"/>
              <a:gd name="connsiteY3725" fmla="*/ 3211719 h 4587875"/>
              <a:gd name="connsiteX3726" fmla="*/ 2771538 w 9408955"/>
              <a:gd name="connsiteY3726" fmla="*/ 3201004 h 4587875"/>
              <a:gd name="connsiteX3727" fmla="*/ 2791720 w 9408955"/>
              <a:gd name="connsiteY3727" fmla="*/ 3249334 h 4587875"/>
              <a:gd name="connsiteX3728" fmla="*/ 2809391 w 9408955"/>
              <a:gd name="connsiteY3728" fmla="*/ 3251151 h 4587875"/>
              <a:gd name="connsiteX3729" fmla="*/ 7742204 w 9408955"/>
              <a:gd name="connsiteY3729" fmla="*/ 3251207 h 4587875"/>
              <a:gd name="connsiteX3730" fmla="*/ 7769007 w 9408955"/>
              <a:gd name="connsiteY3730" fmla="*/ 3203791 h 4587875"/>
              <a:gd name="connsiteX3731" fmla="*/ 7708817 w 9408955"/>
              <a:gd name="connsiteY3731" fmla="*/ 3192589 h 4587875"/>
              <a:gd name="connsiteX3732" fmla="*/ 7722269 w 9408955"/>
              <a:gd name="connsiteY3732" fmla="*/ 3248825 h 4587875"/>
              <a:gd name="connsiteX3733" fmla="*/ 7742204 w 9408955"/>
              <a:gd name="connsiteY3733" fmla="*/ 3251207 h 4587875"/>
              <a:gd name="connsiteX3734" fmla="*/ 7014863 w 9408955"/>
              <a:gd name="connsiteY3734" fmla="*/ 3251229 h 4587875"/>
              <a:gd name="connsiteX3735" fmla="*/ 7050355 w 9408955"/>
              <a:gd name="connsiteY3735" fmla="*/ 3225540 h 4587875"/>
              <a:gd name="connsiteX3736" fmla="*/ 7004425 w 9408955"/>
              <a:gd name="connsiteY3736" fmla="*/ 3184157 h 4587875"/>
              <a:gd name="connsiteX3737" fmla="*/ 6999650 w 9408955"/>
              <a:gd name="connsiteY3737" fmla="*/ 3247261 h 4587875"/>
              <a:gd name="connsiteX3738" fmla="*/ 7014863 w 9408955"/>
              <a:gd name="connsiteY3738" fmla="*/ 3251229 h 4587875"/>
              <a:gd name="connsiteX3739" fmla="*/ 7433900 w 9408955"/>
              <a:gd name="connsiteY3739" fmla="*/ 3251231 h 4587875"/>
              <a:gd name="connsiteX3740" fmla="*/ 7460027 w 9408955"/>
              <a:gd name="connsiteY3740" fmla="*/ 3211012 h 4587875"/>
              <a:gd name="connsiteX3741" fmla="*/ 7398619 w 9408955"/>
              <a:gd name="connsiteY3741" fmla="*/ 3196116 h 4587875"/>
              <a:gd name="connsiteX3742" fmla="*/ 7416324 w 9408955"/>
              <a:gd name="connsiteY3742" fmla="*/ 3249741 h 4587875"/>
              <a:gd name="connsiteX3743" fmla="*/ 7433900 w 9408955"/>
              <a:gd name="connsiteY3743" fmla="*/ 3251231 h 4587875"/>
              <a:gd name="connsiteX3744" fmla="*/ 5788627 w 9408955"/>
              <a:gd name="connsiteY3744" fmla="*/ 3251311 h 4587875"/>
              <a:gd name="connsiteX3745" fmla="*/ 5815567 w 9408955"/>
              <a:gd name="connsiteY3745" fmla="*/ 3204630 h 4587875"/>
              <a:gd name="connsiteX3746" fmla="*/ 5756987 w 9408955"/>
              <a:gd name="connsiteY3746" fmla="*/ 3192775 h 4587875"/>
              <a:gd name="connsiteX3747" fmla="*/ 5768296 w 9408955"/>
              <a:gd name="connsiteY3747" fmla="*/ 3248177 h 4587875"/>
              <a:gd name="connsiteX3748" fmla="*/ 5788627 w 9408955"/>
              <a:gd name="connsiteY3748" fmla="*/ 3251311 h 4587875"/>
              <a:gd name="connsiteX3749" fmla="*/ 1059532 w 9408955"/>
              <a:gd name="connsiteY3749" fmla="*/ 3251322 h 4587875"/>
              <a:gd name="connsiteX3750" fmla="*/ 1090178 w 9408955"/>
              <a:gd name="connsiteY3750" fmla="*/ 3211314 h 4587875"/>
              <a:gd name="connsiteX3751" fmla="*/ 1029404 w 9408955"/>
              <a:gd name="connsiteY3751" fmla="*/ 3194393 h 4587875"/>
              <a:gd name="connsiteX3752" fmla="*/ 1040741 w 9408955"/>
              <a:gd name="connsiteY3752" fmla="*/ 3247638 h 4587875"/>
              <a:gd name="connsiteX3753" fmla="*/ 1059532 w 9408955"/>
              <a:gd name="connsiteY3753" fmla="*/ 3251322 h 4587875"/>
              <a:gd name="connsiteX3754" fmla="*/ 8047698 w 9408955"/>
              <a:gd name="connsiteY3754" fmla="*/ 3251350 h 4587875"/>
              <a:gd name="connsiteX3755" fmla="*/ 8078102 w 9408955"/>
              <a:gd name="connsiteY3755" fmla="*/ 3210878 h 4587875"/>
              <a:gd name="connsiteX3756" fmla="*/ 8033020 w 9408955"/>
              <a:gd name="connsiteY3756" fmla="*/ 3184941 h 4587875"/>
              <a:gd name="connsiteX3757" fmla="*/ 8028650 w 9408955"/>
              <a:gd name="connsiteY3757" fmla="*/ 3248094 h 4587875"/>
              <a:gd name="connsiteX3758" fmla="*/ 8047698 w 9408955"/>
              <a:gd name="connsiteY3758" fmla="*/ 3251350 h 4587875"/>
              <a:gd name="connsiteX3759" fmla="*/ 5062663 w 9408955"/>
              <a:gd name="connsiteY3759" fmla="*/ 3251490 h 4587875"/>
              <a:gd name="connsiteX3760" fmla="*/ 5097794 w 9408955"/>
              <a:gd name="connsiteY3760" fmla="*/ 3218769 h 4587875"/>
              <a:gd name="connsiteX3761" fmla="*/ 5051248 w 9408955"/>
              <a:gd name="connsiteY3761" fmla="*/ 3185204 h 4587875"/>
              <a:gd name="connsiteX3762" fmla="*/ 5045627 w 9408955"/>
              <a:gd name="connsiteY3762" fmla="*/ 3245529 h 4587875"/>
              <a:gd name="connsiteX3763" fmla="*/ 5062663 w 9408955"/>
              <a:gd name="connsiteY3763" fmla="*/ 3251490 h 4587875"/>
              <a:gd name="connsiteX3764" fmla="*/ 2397516 w 9408955"/>
              <a:gd name="connsiteY3764" fmla="*/ 3251515 h 4587875"/>
              <a:gd name="connsiteX3765" fmla="*/ 2424773 w 9408955"/>
              <a:gd name="connsiteY3765" fmla="*/ 3219138 h 4587875"/>
              <a:gd name="connsiteX3766" fmla="*/ 2381446 w 9408955"/>
              <a:gd name="connsiteY3766" fmla="*/ 3184176 h 4587875"/>
              <a:gd name="connsiteX3767" fmla="*/ 2382124 w 9408955"/>
              <a:gd name="connsiteY3767" fmla="*/ 3249959 h 4587875"/>
              <a:gd name="connsiteX3768" fmla="*/ 2397516 w 9408955"/>
              <a:gd name="connsiteY3768" fmla="*/ 3251515 h 4587875"/>
              <a:gd name="connsiteX3769" fmla="*/ 2088417 w 9408955"/>
              <a:gd name="connsiteY3769" fmla="*/ 3251553 h 4587875"/>
              <a:gd name="connsiteX3770" fmla="*/ 2119448 w 9408955"/>
              <a:gd name="connsiteY3770" fmla="*/ 3211473 h 4587875"/>
              <a:gd name="connsiteX3771" fmla="*/ 2067868 w 9408955"/>
              <a:gd name="connsiteY3771" fmla="*/ 3186391 h 4587875"/>
              <a:gd name="connsiteX3772" fmla="*/ 2069932 w 9408955"/>
              <a:gd name="connsiteY3772" fmla="*/ 3248411 h 4587875"/>
              <a:gd name="connsiteX3773" fmla="*/ 2088417 w 9408955"/>
              <a:gd name="connsiteY3773" fmla="*/ 3251553 h 4587875"/>
              <a:gd name="connsiteX3774" fmla="*/ 1163108 w 9408955"/>
              <a:gd name="connsiteY3774" fmla="*/ 3251564 h 4587875"/>
              <a:gd name="connsiteX3775" fmla="*/ 1193744 w 9408955"/>
              <a:gd name="connsiteY3775" fmla="*/ 3211870 h 4587875"/>
              <a:gd name="connsiteX3776" fmla="*/ 1141922 w 9408955"/>
              <a:gd name="connsiteY3776" fmla="*/ 3187216 h 4587875"/>
              <a:gd name="connsiteX3777" fmla="*/ 1144443 w 9408955"/>
              <a:gd name="connsiteY3777" fmla="*/ 3248284 h 4587875"/>
              <a:gd name="connsiteX3778" fmla="*/ 1163108 w 9408955"/>
              <a:gd name="connsiteY3778" fmla="*/ 3251564 h 4587875"/>
              <a:gd name="connsiteX3779" fmla="*/ 1372384 w 9408955"/>
              <a:gd name="connsiteY3779" fmla="*/ 3251565 h 4587875"/>
              <a:gd name="connsiteX3780" fmla="*/ 1400839 w 9408955"/>
              <a:gd name="connsiteY3780" fmla="*/ 3210023 h 4587875"/>
              <a:gd name="connsiteX3781" fmla="*/ 1336041 w 9408955"/>
              <a:gd name="connsiteY3781" fmla="*/ 3196827 h 4587875"/>
              <a:gd name="connsiteX3782" fmla="*/ 1354232 w 9408955"/>
              <a:gd name="connsiteY3782" fmla="*/ 3249149 h 4587875"/>
              <a:gd name="connsiteX3783" fmla="*/ 1372384 w 9408955"/>
              <a:gd name="connsiteY3783" fmla="*/ 3251565 h 4587875"/>
              <a:gd name="connsiteX3784" fmla="*/ 7226085 w 9408955"/>
              <a:gd name="connsiteY3784" fmla="*/ 3251567 h 4587875"/>
              <a:gd name="connsiteX3785" fmla="*/ 7255224 w 9408955"/>
              <a:gd name="connsiteY3785" fmla="*/ 3211511 h 4587875"/>
              <a:gd name="connsiteX3786" fmla="*/ 7190050 w 9408955"/>
              <a:gd name="connsiteY3786" fmla="*/ 3203574 h 4587875"/>
              <a:gd name="connsiteX3787" fmla="*/ 7207804 w 9408955"/>
              <a:gd name="connsiteY3787" fmla="*/ 3248478 h 4587875"/>
              <a:gd name="connsiteX3788" fmla="*/ 7226085 w 9408955"/>
              <a:gd name="connsiteY3788" fmla="*/ 3251567 h 4587875"/>
              <a:gd name="connsiteX3789" fmla="*/ 5990105 w 9408955"/>
              <a:gd name="connsiteY3789" fmla="*/ 3251585 h 4587875"/>
              <a:gd name="connsiteX3790" fmla="*/ 6022798 w 9408955"/>
              <a:gd name="connsiteY3790" fmla="*/ 3210768 h 4587875"/>
              <a:gd name="connsiteX3791" fmla="*/ 5960014 w 9408955"/>
              <a:gd name="connsiteY3791" fmla="*/ 3197940 h 4587875"/>
              <a:gd name="connsiteX3792" fmla="*/ 5970933 w 9408955"/>
              <a:gd name="connsiteY3792" fmla="*/ 3246276 h 4587875"/>
              <a:gd name="connsiteX3793" fmla="*/ 5990105 w 9408955"/>
              <a:gd name="connsiteY3793" fmla="*/ 3251585 h 4587875"/>
              <a:gd name="connsiteX3794" fmla="*/ 6289927 w 9408955"/>
              <a:gd name="connsiteY3794" fmla="*/ 3251603 h 4587875"/>
              <a:gd name="connsiteX3795" fmla="*/ 6330050 w 9408955"/>
              <a:gd name="connsiteY3795" fmla="*/ 3204031 h 4587875"/>
              <a:gd name="connsiteX3796" fmla="*/ 6265990 w 9408955"/>
              <a:gd name="connsiteY3796" fmla="*/ 3198542 h 4587875"/>
              <a:gd name="connsiteX3797" fmla="*/ 6289927 w 9408955"/>
              <a:gd name="connsiteY3797" fmla="*/ 3251603 h 4587875"/>
              <a:gd name="connsiteX3798" fmla="*/ 1775826 w 9408955"/>
              <a:gd name="connsiteY3798" fmla="*/ 3251611 h 4587875"/>
              <a:gd name="connsiteX3799" fmla="*/ 1808858 w 9408955"/>
              <a:gd name="connsiteY3799" fmla="*/ 3211448 h 4587875"/>
              <a:gd name="connsiteX3800" fmla="*/ 1746190 w 9408955"/>
              <a:gd name="connsiteY3800" fmla="*/ 3197944 h 4587875"/>
              <a:gd name="connsiteX3801" fmla="*/ 1756559 w 9408955"/>
              <a:gd name="connsiteY3801" fmla="*/ 3246108 h 4587875"/>
              <a:gd name="connsiteX3802" fmla="*/ 1775826 w 9408955"/>
              <a:gd name="connsiteY3802" fmla="*/ 3251611 h 4587875"/>
              <a:gd name="connsiteX3803" fmla="*/ 5879881 w 9408955"/>
              <a:gd name="connsiteY3803" fmla="*/ 3251612 h 4587875"/>
              <a:gd name="connsiteX3804" fmla="*/ 5917894 w 9408955"/>
              <a:gd name="connsiteY3804" fmla="*/ 3204864 h 4587875"/>
              <a:gd name="connsiteX3805" fmla="*/ 5860537 w 9408955"/>
              <a:gd name="connsiteY3805" fmla="*/ 3193690 h 4587875"/>
              <a:gd name="connsiteX3806" fmla="*/ 5879881 w 9408955"/>
              <a:gd name="connsiteY3806" fmla="*/ 3251612 h 4587875"/>
              <a:gd name="connsiteX3807" fmla="*/ 2601403 w 9408955"/>
              <a:gd name="connsiteY3807" fmla="*/ 3251648 h 4587875"/>
              <a:gd name="connsiteX3808" fmla="*/ 2631375 w 9408955"/>
              <a:gd name="connsiteY3808" fmla="*/ 3212055 h 4587875"/>
              <a:gd name="connsiteX3809" fmla="*/ 2589650 w 9408955"/>
              <a:gd name="connsiteY3809" fmla="*/ 3183855 h 4587875"/>
              <a:gd name="connsiteX3810" fmla="*/ 2583529 w 9408955"/>
              <a:gd name="connsiteY3810" fmla="*/ 3248898 h 4587875"/>
              <a:gd name="connsiteX3811" fmla="*/ 2601403 w 9408955"/>
              <a:gd name="connsiteY3811" fmla="*/ 3251648 h 4587875"/>
              <a:gd name="connsiteX3812" fmla="*/ 4859500 w 9408955"/>
              <a:gd name="connsiteY3812" fmla="*/ 3251650 h 4587875"/>
              <a:gd name="connsiteX3813" fmla="*/ 4892947 w 9408955"/>
              <a:gd name="connsiteY3813" fmla="*/ 3218769 h 4587875"/>
              <a:gd name="connsiteX3814" fmla="*/ 4841410 w 9408955"/>
              <a:gd name="connsiteY3814" fmla="*/ 3186565 h 4587875"/>
              <a:gd name="connsiteX3815" fmla="*/ 4842778 w 9408955"/>
              <a:gd name="connsiteY3815" fmla="*/ 3248251 h 4587875"/>
              <a:gd name="connsiteX3816" fmla="*/ 4859500 w 9408955"/>
              <a:gd name="connsiteY3816" fmla="*/ 3251650 h 4587875"/>
              <a:gd name="connsiteX3817" fmla="*/ 5584436 w 9408955"/>
              <a:gd name="connsiteY3817" fmla="*/ 3251666 h 4587875"/>
              <a:gd name="connsiteX3818" fmla="*/ 5612788 w 9408955"/>
              <a:gd name="connsiteY3818" fmla="*/ 3211323 h 4587875"/>
              <a:gd name="connsiteX3819" fmla="*/ 5546340 w 9408955"/>
              <a:gd name="connsiteY3819" fmla="*/ 3201159 h 4587875"/>
              <a:gd name="connsiteX3820" fmla="*/ 5566524 w 9408955"/>
              <a:gd name="connsiteY3820" fmla="*/ 3250360 h 4587875"/>
              <a:gd name="connsiteX3821" fmla="*/ 5584436 w 9408955"/>
              <a:gd name="connsiteY3821" fmla="*/ 3251666 h 4587875"/>
              <a:gd name="connsiteX3822" fmla="*/ 7636481 w 9408955"/>
              <a:gd name="connsiteY3822" fmla="*/ 3251679 h 4587875"/>
              <a:gd name="connsiteX3823" fmla="*/ 7667932 w 9408955"/>
              <a:gd name="connsiteY3823" fmla="*/ 3212503 h 4587875"/>
              <a:gd name="connsiteX3824" fmla="*/ 7600317 w 9408955"/>
              <a:gd name="connsiteY3824" fmla="*/ 3204733 h 4587875"/>
              <a:gd name="connsiteX3825" fmla="*/ 7618408 w 9408955"/>
              <a:gd name="connsiteY3825" fmla="*/ 3248383 h 4587875"/>
              <a:gd name="connsiteX3826" fmla="*/ 7636481 w 9408955"/>
              <a:gd name="connsiteY3826" fmla="*/ 3251679 h 4587875"/>
              <a:gd name="connsiteX3827" fmla="*/ 2499150 w 9408955"/>
              <a:gd name="connsiteY3827" fmla="*/ 3251681 h 4587875"/>
              <a:gd name="connsiteX3828" fmla="*/ 2529330 w 9408955"/>
              <a:gd name="connsiteY3828" fmla="*/ 3211259 h 4587875"/>
              <a:gd name="connsiteX3829" fmla="*/ 2465599 w 9408955"/>
              <a:gd name="connsiteY3829" fmla="*/ 3198722 h 4587875"/>
              <a:gd name="connsiteX3830" fmla="*/ 2480334 w 9408955"/>
              <a:gd name="connsiteY3830" fmla="*/ 3248415 h 4587875"/>
              <a:gd name="connsiteX3831" fmla="*/ 2499150 w 9408955"/>
              <a:gd name="connsiteY3831" fmla="*/ 3251681 h 4587875"/>
              <a:gd name="connsiteX3832" fmla="*/ 1469520 w 9408955"/>
              <a:gd name="connsiteY3832" fmla="*/ 3251756 h 4587875"/>
              <a:gd name="connsiteX3833" fmla="*/ 1499993 w 9408955"/>
              <a:gd name="connsiteY3833" fmla="*/ 3211353 h 4587875"/>
              <a:gd name="connsiteX3834" fmla="*/ 1439336 w 9408955"/>
              <a:gd name="connsiteY3834" fmla="*/ 3194211 h 4587875"/>
              <a:gd name="connsiteX3835" fmla="*/ 1450610 w 9408955"/>
              <a:gd name="connsiteY3835" fmla="*/ 3248153 h 4587875"/>
              <a:gd name="connsiteX3836" fmla="*/ 1469520 w 9408955"/>
              <a:gd name="connsiteY3836" fmla="*/ 3251756 h 4587875"/>
              <a:gd name="connsiteX3837" fmla="*/ 1255810 w 9408955"/>
              <a:gd name="connsiteY3837" fmla="*/ 3251757 h 4587875"/>
              <a:gd name="connsiteX3838" fmla="*/ 1292186 w 9408955"/>
              <a:gd name="connsiteY3838" fmla="*/ 3197542 h 4587875"/>
              <a:gd name="connsiteX3839" fmla="*/ 1226475 w 9408955"/>
              <a:gd name="connsiteY3839" fmla="*/ 3211211 h 4587875"/>
              <a:gd name="connsiteX3840" fmla="*/ 1255810 w 9408955"/>
              <a:gd name="connsiteY3840" fmla="*/ 3251757 h 4587875"/>
              <a:gd name="connsiteX3841" fmla="*/ 6907273 w 9408955"/>
              <a:gd name="connsiteY3841" fmla="*/ 3251768 h 4587875"/>
              <a:gd name="connsiteX3842" fmla="*/ 6949688 w 9408955"/>
              <a:gd name="connsiteY3842" fmla="*/ 3202053 h 4587875"/>
              <a:gd name="connsiteX3843" fmla="*/ 6893363 w 9408955"/>
              <a:gd name="connsiteY3843" fmla="*/ 3187023 h 4587875"/>
              <a:gd name="connsiteX3844" fmla="*/ 6907273 w 9408955"/>
              <a:gd name="connsiteY3844" fmla="*/ 3251768 h 4587875"/>
              <a:gd name="connsiteX3845" fmla="*/ 4759613 w 9408955"/>
              <a:gd name="connsiteY3845" fmla="*/ 3251795 h 4587875"/>
              <a:gd name="connsiteX3846" fmla="*/ 4791561 w 9408955"/>
              <a:gd name="connsiteY3846" fmla="*/ 3211004 h 4587875"/>
              <a:gd name="connsiteX3847" fmla="*/ 4725441 w 9408955"/>
              <a:gd name="connsiteY3847" fmla="*/ 3199090 h 4587875"/>
              <a:gd name="connsiteX3848" fmla="*/ 4740770 w 9408955"/>
              <a:gd name="connsiteY3848" fmla="*/ 3249039 h 4587875"/>
              <a:gd name="connsiteX3849" fmla="*/ 4759613 w 9408955"/>
              <a:gd name="connsiteY3849" fmla="*/ 3251795 h 4587875"/>
              <a:gd name="connsiteX3850" fmla="*/ 5271046 w 9408955"/>
              <a:gd name="connsiteY3850" fmla="*/ 3251836 h 4587875"/>
              <a:gd name="connsiteX3851" fmla="*/ 5303414 w 9408955"/>
              <a:gd name="connsiteY3851" fmla="*/ 3219575 h 4587875"/>
              <a:gd name="connsiteX3852" fmla="*/ 5242735 w 9408955"/>
              <a:gd name="connsiteY3852" fmla="*/ 3194565 h 4587875"/>
              <a:gd name="connsiteX3853" fmla="*/ 5254597 w 9408955"/>
              <a:gd name="connsiteY3853" fmla="*/ 3248451 h 4587875"/>
              <a:gd name="connsiteX3854" fmla="*/ 5271046 w 9408955"/>
              <a:gd name="connsiteY3854" fmla="*/ 3251836 h 4587875"/>
              <a:gd name="connsiteX3855" fmla="*/ 2186459 w 9408955"/>
              <a:gd name="connsiteY3855" fmla="*/ 3251892 h 4587875"/>
              <a:gd name="connsiteX3856" fmla="*/ 2220896 w 9408955"/>
              <a:gd name="connsiteY3856" fmla="*/ 3202367 h 4587875"/>
              <a:gd name="connsiteX3857" fmla="*/ 2171187 w 9408955"/>
              <a:gd name="connsiteY3857" fmla="*/ 3186763 h 4587875"/>
              <a:gd name="connsiteX3858" fmla="*/ 2186459 w 9408955"/>
              <a:gd name="connsiteY3858" fmla="*/ 3251892 h 4587875"/>
              <a:gd name="connsiteX3859" fmla="*/ 1675094 w 9408955"/>
              <a:gd name="connsiteY3859" fmla="*/ 3251900 h 4587875"/>
              <a:gd name="connsiteX3860" fmla="*/ 1706664 w 9408955"/>
              <a:gd name="connsiteY3860" fmla="*/ 3218804 h 4587875"/>
              <a:gd name="connsiteX3861" fmla="*/ 1646675 w 9408955"/>
              <a:gd name="connsiteY3861" fmla="*/ 3193366 h 4587875"/>
              <a:gd name="connsiteX3862" fmla="*/ 1658673 w 9408955"/>
              <a:gd name="connsiteY3862" fmla="*/ 3248825 h 4587875"/>
              <a:gd name="connsiteX3863" fmla="*/ 1675094 w 9408955"/>
              <a:gd name="connsiteY3863" fmla="*/ 3251900 h 4587875"/>
              <a:gd name="connsiteX3864" fmla="*/ 1571686 w 9408955"/>
              <a:gd name="connsiteY3864" fmla="*/ 3251919 h 4587875"/>
              <a:gd name="connsiteX3865" fmla="*/ 1604626 w 9408955"/>
              <a:gd name="connsiteY3865" fmla="*/ 3219357 h 4587875"/>
              <a:gd name="connsiteX3866" fmla="*/ 1559770 w 9408955"/>
              <a:gd name="connsiteY3866" fmla="*/ 3183485 h 4587875"/>
              <a:gd name="connsiteX3867" fmla="*/ 1554683 w 9408955"/>
              <a:gd name="connsiteY3867" fmla="*/ 3248330 h 4587875"/>
              <a:gd name="connsiteX3868" fmla="*/ 1571686 w 9408955"/>
              <a:gd name="connsiteY3868" fmla="*/ 3251919 h 4587875"/>
              <a:gd name="connsiteX3869" fmla="*/ 4659116 w 9408955"/>
              <a:gd name="connsiteY3869" fmla="*/ 3251975 h 4587875"/>
              <a:gd name="connsiteX3870" fmla="*/ 4686512 w 9408955"/>
              <a:gd name="connsiteY3870" fmla="*/ 3211706 h 4587875"/>
              <a:gd name="connsiteX3871" fmla="*/ 4627170 w 9408955"/>
              <a:gd name="connsiteY3871" fmla="*/ 3191643 h 4587875"/>
              <a:gd name="connsiteX3872" fmla="*/ 4640970 w 9408955"/>
              <a:gd name="connsiteY3872" fmla="*/ 3249781 h 4587875"/>
              <a:gd name="connsiteX3873" fmla="*/ 4659116 w 9408955"/>
              <a:gd name="connsiteY3873" fmla="*/ 3251975 h 4587875"/>
              <a:gd name="connsiteX3874" fmla="*/ 4245936 w 9408955"/>
              <a:gd name="connsiteY3874" fmla="*/ 3251983 h 4587875"/>
              <a:gd name="connsiteX3875" fmla="*/ 4276172 w 9408955"/>
              <a:gd name="connsiteY3875" fmla="*/ 3205236 h 4587875"/>
              <a:gd name="connsiteX3876" fmla="*/ 4217825 w 9408955"/>
              <a:gd name="connsiteY3876" fmla="*/ 3192275 h 4587875"/>
              <a:gd name="connsiteX3877" fmla="*/ 4224946 w 9408955"/>
              <a:gd name="connsiteY3877" fmla="*/ 3247755 h 4587875"/>
              <a:gd name="connsiteX3878" fmla="*/ 4245936 w 9408955"/>
              <a:gd name="connsiteY3878" fmla="*/ 3251983 h 4587875"/>
              <a:gd name="connsiteX3879" fmla="*/ 5472350 w 9408955"/>
              <a:gd name="connsiteY3879" fmla="*/ 3252035 h 4587875"/>
              <a:gd name="connsiteX3880" fmla="*/ 5509694 w 9408955"/>
              <a:gd name="connsiteY3880" fmla="*/ 3219866 h 4587875"/>
              <a:gd name="connsiteX3881" fmla="*/ 5448607 w 9408955"/>
              <a:gd name="connsiteY3881" fmla="*/ 3191704 h 4587875"/>
              <a:gd name="connsiteX3882" fmla="*/ 5455062 w 9408955"/>
              <a:gd name="connsiteY3882" fmla="*/ 3246643 h 4587875"/>
              <a:gd name="connsiteX3883" fmla="*/ 5472350 w 9408955"/>
              <a:gd name="connsiteY3883" fmla="*/ 3252035 h 4587875"/>
              <a:gd name="connsiteX3884" fmla="*/ 6095165 w 9408955"/>
              <a:gd name="connsiteY3884" fmla="*/ 3252041 h 4587875"/>
              <a:gd name="connsiteX3885" fmla="*/ 6102608 w 9408955"/>
              <a:gd name="connsiteY3885" fmla="*/ 3184687 h 4587875"/>
              <a:gd name="connsiteX3886" fmla="*/ 6054566 w 9408955"/>
              <a:gd name="connsiteY3886" fmla="*/ 3213289 h 4587875"/>
              <a:gd name="connsiteX3887" fmla="*/ 6095165 w 9408955"/>
              <a:gd name="connsiteY3887" fmla="*/ 3252041 h 4587875"/>
              <a:gd name="connsiteX3888" fmla="*/ 7842583 w 9408955"/>
              <a:gd name="connsiteY3888" fmla="*/ 3252201 h 4587875"/>
              <a:gd name="connsiteX3889" fmla="*/ 7875126 w 9408955"/>
              <a:gd name="connsiteY3889" fmla="*/ 3218279 h 4587875"/>
              <a:gd name="connsiteX3890" fmla="*/ 7808808 w 9408955"/>
              <a:gd name="connsiteY3890" fmla="*/ 3197735 h 4587875"/>
              <a:gd name="connsiteX3891" fmla="*/ 7825735 w 9408955"/>
              <a:gd name="connsiteY3891" fmla="*/ 3249904 h 4587875"/>
              <a:gd name="connsiteX3892" fmla="*/ 7842583 w 9408955"/>
              <a:gd name="connsiteY3892" fmla="*/ 3252201 h 4587875"/>
              <a:gd name="connsiteX3893" fmla="*/ 6610301 w 9408955"/>
              <a:gd name="connsiteY3893" fmla="*/ 3252311 h 4587875"/>
              <a:gd name="connsiteX3894" fmla="*/ 6638505 w 9408955"/>
              <a:gd name="connsiteY3894" fmla="*/ 3203783 h 4587875"/>
              <a:gd name="connsiteX3895" fmla="*/ 6578699 w 9408955"/>
              <a:gd name="connsiteY3895" fmla="*/ 3196013 h 4587875"/>
              <a:gd name="connsiteX3896" fmla="*/ 6589387 w 9408955"/>
              <a:gd name="connsiteY3896" fmla="*/ 3247661 h 4587875"/>
              <a:gd name="connsiteX3897" fmla="*/ 6610301 w 9408955"/>
              <a:gd name="connsiteY3897" fmla="*/ 3252311 h 4587875"/>
              <a:gd name="connsiteX3898" fmla="*/ 8558426 w 9408955"/>
              <a:gd name="connsiteY3898" fmla="*/ 3252386 h 4587875"/>
              <a:gd name="connsiteX3899" fmla="*/ 8593059 w 9408955"/>
              <a:gd name="connsiteY3899" fmla="*/ 3224204 h 4587875"/>
              <a:gd name="connsiteX3900" fmla="*/ 8540993 w 9408955"/>
              <a:gd name="connsiteY3900" fmla="*/ 3186512 h 4587875"/>
              <a:gd name="connsiteX3901" fmla="*/ 8542836 w 9408955"/>
              <a:gd name="connsiteY3901" fmla="*/ 3248795 h 4587875"/>
              <a:gd name="connsiteX3902" fmla="*/ 8558426 w 9408955"/>
              <a:gd name="connsiteY3902" fmla="*/ 3252386 h 4587875"/>
              <a:gd name="connsiteX3903" fmla="*/ 7325434 w 9408955"/>
              <a:gd name="connsiteY3903" fmla="*/ 3252503 h 4587875"/>
              <a:gd name="connsiteX3904" fmla="*/ 7359018 w 9408955"/>
              <a:gd name="connsiteY3904" fmla="*/ 3211475 h 4587875"/>
              <a:gd name="connsiteX3905" fmla="*/ 7296925 w 9408955"/>
              <a:gd name="connsiteY3905" fmla="*/ 3197572 h 4587875"/>
              <a:gd name="connsiteX3906" fmla="*/ 7306250 w 9408955"/>
              <a:gd name="connsiteY3906" fmla="*/ 3246576 h 4587875"/>
              <a:gd name="connsiteX3907" fmla="*/ 7325434 w 9408955"/>
              <a:gd name="connsiteY3907" fmla="*/ 3252503 h 4587875"/>
              <a:gd name="connsiteX3908" fmla="*/ 7941023 w 9408955"/>
              <a:gd name="connsiteY3908" fmla="*/ 3252562 h 4587875"/>
              <a:gd name="connsiteX3909" fmla="*/ 7975560 w 9408955"/>
              <a:gd name="connsiteY3909" fmla="*/ 3219593 h 4587875"/>
              <a:gd name="connsiteX3910" fmla="*/ 7912083 w 9408955"/>
              <a:gd name="connsiteY3910" fmla="*/ 3197428 h 4587875"/>
              <a:gd name="connsiteX3911" fmla="*/ 7923624 w 9408955"/>
              <a:gd name="connsiteY3911" fmla="*/ 3247928 h 4587875"/>
              <a:gd name="connsiteX3912" fmla="*/ 7941023 w 9408955"/>
              <a:gd name="connsiteY3912" fmla="*/ 3252562 h 4587875"/>
              <a:gd name="connsiteX3913" fmla="*/ 854592 w 9408955"/>
              <a:gd name="connsiteY3913" fmla="*/ 3346254 h 4587875"/>
              <a:gd name="connsiteX3914" fmla="*/ 878617 w 9408955"/>
              <a:gd name="connsiteY3914" fmla="*/ 3315684 h 4587875"/>
              <a:gd name="connsiteX3915" fmla="*/ 827094 w 9408955"/>
              <a:gd name="connsiteY3915" fmla="*/ 3308768 h 4587875"/>
              <a:gd name="connsiteX3916" fmla="*/ 840653 w 9408955"/>
              <a:gd name="connsiteY3916" fmla="*/ 3344039 h 4587875"/>
              <a:gd name="connsiteX3917" fmla="*/ 854592 w 9408955"/>
              <a:gd name="connsiteY3917" fmla="*/ 3346254 h 4587875"/>
              <a:gd name="connsiteX3918" fmla="*/ 1996346 w 9408955"/>
              <a:gd name="connsiteY3918" fmla="*/ 3350992 h 4587875"/>
              <a:gd name="connsiteX3919" fmla="*/ 2016036 w 9408955"/>
              <a:gd name="connsiteY3919" fmla="*/ 3329590 h 4587875"/>
              <a:gd name="connsiteX3920" fmla="*/ 1966198 w 9408955"/>
              <a:gd name="connsiteY3920" fmla="*/ 3287070 h 4587875"/>
              <a:gd name="connsiteX3921" fmla="*/ 1966883 w 9408955"/>
              <a:gd name="connsiteY3921" fmla="*/ 3350736 h 4587875"/>
              <a:gd name="connsiteX3922" fmla="*/ 1996346 w 9408955"/>
              <a:gd name="connsiteY3922" fmla="*/ 3350992 h 4587875"/>
              <a:gd name="connsiteX3923" fmla="*/ 5282976 w 9408955"/>
              <a:gd name="connsiteY3923" fmla="*/ 3351665 h 4587875"/>
              <a:gd name="connsiteX3924" fmla="*/ 5301936 w 9408955"/>
              <a:gd name="connsiteY3924" fmla="*/ 3331481 h 4587875"/>
              <a:gd name="connsiteX3925" fmla="*/ 5259521 w 9408955"/>
              <a:gd name="connsiteY3925" fmla="*/ 3284990 h 4587875"/>
              <a:gd name="connsiteX3926" fmla="*/ 5254680 w 9408955"/>
              <a:gd name="connsiteY3926" fmla="*/ 3351438 h 4587875"/>
              <a:gd name="connsiteX3927" fmla="*/ 5282976 w 9408955"/>
              <a:gd name="connsiteY3927" fmla="*/ 3351665 h 4587875"/>
              <a:gd name="connsiteX3928" fmla="*/ 7543778 w 9408955"/>
              <a:gd name="connsiteY3928" fmla="*/ 3352217 h 4587875"/>
              <a:gd name="connsiteX3929" fmla="*/ 7563260 w 9408955"/>
              <a:gd name="connsiteY3929" fmla="*/ 3331652 h 4587875"/>
              <a:gd name="connsiteX3930" fmla="*/ 7520398 w 9408955"/>
              <a:gd name="connsiteY3930" fmla="*/ 3284515 h 4587875"/>
              <a:gd name="connsiteX3931" fmla="*/ 7514668 w 9408955"/>
              <a:gd name="connsiteY3931" fmla="*/ 3351293 h 4587875"/>
              <a:gd name="connsiteX3932" fmla="*/ 7543778 w 9408955"/>
              <a:gd name="connsiteY3932" fmla="*/ 3352217 h 4587875"/>
              <a:gd name="connsiteX3933" fmla="*/ 4666506 w 9408955"/>
              <a:gd name="connsiteY3933" fmla="*/ 3352687 h 4587875"/>
              <a:gd name="connsiteX3934" fmla="*/ 4686120 w 9408955"/>
              <a:gd name="connsiteY3934" fmla="*/ 3330487 h 4587875"/>
              <a:gd name="connsiteX3935" fmla="*/ 4641320 w 9408955"/>
              <a:gd name="connsiteY3935" fmla="*/ 3285570 h 4587875"/>
              <a:gd name="connsiteX3936" fmla="*/ 4636317 w 9408955"/>
              <a:gd name="connsiteY3936" fmla="*/ 3350654 h 4587875"/>
              <a:gd name="connsiteX3937" fmla="*/ 4666506 w 9408955"/>
              <a:gd name="connsiteY3937" fmla="*/ 3352687 h 4587875"/>
              <a:gd name="connsiteX3938" fmla="*/ 2709727 w 9408955"/>
              <a:gd name="connsiteY3938" fmla="*/ 3352926 h 4587875"/>
              <a:gd name="connsiteX3939" fmla="*/ 2730488 w 9408955"/>
              <a:gd name="connsiteY3939" fmla="*/ 3302712 h 4587875"/>
              <a:gd name="connsiteX3940" fmla="*/ 2669644 w 9408955"/>
              <a:gd name="connsiteY3940" fmla="*/ 3301812 h 4587875"/>
              <a:gd name="connsiteX3941" fmla="*/ 2688468 w 9408955"/>
              <a:gd name="connsiteY3941" fmla="*/ 3351987 h 4587875"/>
              <a:gd name="connsiteX3942" fmla="*/ 2709727 w 9408955"/>
              <a:gd name="connsiteY3942" fmla="*/ 3352926 h 4587875"/>
              <a:gd name="connsiteX3943" fmla="*/ 6618384 w 9408955"/>
              <a:gd name="connsiteY3943" fmla="*/ 3353036 h 4587875"/>
              <a:gd name="connsiteX3944" fmla="*/ 6637179 w 9408955"/>
              <a:gd name="connsiteY3944" fmla="*/ 3331542 h 4587875"/>
              <a:gd name="connsiteX3945" fmla="*/ 6595677 w 9408955"/>
              <a:gd name="connsiteY3945" fmla="*/ 3284415 h 4587875"/>
              <a:gd name="connsiteX3946" fmla="*/ 6589554 w 9408955"/>
              <a:gd name="connsiteY3946" fmla="*/ 3351772 h 4587875"/>
              <a:gd name="connsiteX3947" fmla="*/ 6618384 w 9408955"/>
              <a:gd name="connsiteY3947" fmla="*/ 3353036 h 4587875"/>
              <a:gd name="connsiteX3948" fmla="*/ 7950951 w 9408955"/>
              <a:gd name="connsiteY3948" fmla="*/ 3353048 h 4587875"/>
              <a:gd name="connsiteX3949" fmla="*/ 7974873 w 9408955"/>
              <a:gd name="connsiteY3949" fmla="*/ 3308893 h 4587875"/>
              <a:gd name="connsiteX3950" fmla="*/ 7916253 w 9408955"/>
              <a:gd name="connsiteY3950" fmla="*/ 3294797 h 4587875"/>
              <a:gd name="connsiteX3951" fmla="*/ 7932115 w 9408955"/>
              <a:gd name="connsiteY3951" fmla="*/ 3351865 h 4587875"/>
              <a:gd name="connsiteX3952" fmla="*/ 7950951 w 9408955"/>
              <a:gd name="connsiteY3952" fmla="*/ 3353048 h 4587875"/>
              <a:gd name="connsiteX3953" fmla="*/ 1066495 w 9408955"/>
              <a:gd name="connsiteY3953" fmla="*/ 3353548 h 4587875"/>
              <a:gd name="connsiteX3954" fmla="*/ 1086333 w 9408955"/>
              <a:gd name="connsiteY3954" fmla="*/ 3338794 h 4587875"/>
              <a:gd name="connsiteX3955" fmla="*/ 1053906 w 9408955"/>
              <a:gd name="connsiteY3955" fmla="*/ 3284071 h 4587875"/>
              <a:gd name="connsiteX3956" fmla="*/ 1041208 w 9408955"/>
              <a:gd name="connsiteY3956" fmla="*/ 3351004 h 4587875"/>
              <a:gd name="connsiteX3957" fmla="*/ 1066495 w 9408955"/>
              <a:gd name="connsiteY3957" fmla="*/ 3353548 h 4587875"/>
              <a:gd name="connsiteX3958" fmla="*/ 5072859 w 9408955"/>
              <a:gd name="connsiteY3958" fmla="*/ 3353585 h 4587875"/>
              <a:gd name="connsiteX3959" fmla="*/ 5097587 w 9408955"/>
              <a:gd name="connsiteY3959" fmla="*/ 3309068 h 4587875"/>
              <a:gd name="connsiteX3960" fmla="*/ 5042362 w 9408955"/>
              <a:gd name="connsiteY3960" fmla="*/ 3291468 h 4587875"/>
              <a:gd name="connsiteX3961" fmla="*/ 5053684 w 9408955"/>
              <a:gd name="connsiteY3961" fmla="*/ 3352724 h 4587875"/>
              <a:gd name="connsiteX3962" fmla="*/ 5072859 w 9408955"/>
              <a:gd name="connsiteY3962" fmla="*/ 3353585 h 4587875"/>
              <a:gd name="connsiteX3963" fmla="*/ 5482968 w 9408955"/>
              <a:gd name="connsiteY3963" fmla="*/ 3353689 h 4587875"/>
              <a:gd name="connsiteX3964" fmla="*/ 5509468 w 9408955"/>
              <a:gd name="connsiteY3964" fmla="*/ 3308709 h 4587875"/>
              <a:gd name="connsiteX3965" fmla="*/ 5448418 w 9408955"/>
              <a:gd name="connsiteY3965" fmla="*/ 3295878 h 4587875"/>
              <a:gd name="connsiteX3966" fmla="*/ 5463623 w 9408955"/>
              <a:gd name="connsiteY3966" fmla="*/ 3353159 h 4587875"/>
              <a:gd name="connsiteX3967" fmla="*/ 5482968 w 9408955"/>
              <a:gd name="connsiteY3967" fmla="*/ 3353689 h 4587875"/>
              <a:gd name="connsiteX3968" fmla="*/ 7843160 w 9408955"/>
              <a:gd name="connsiteY3968" fmla="*/ 3353861 h 4587875"/>
              <a:gd name="connsiteX3969" fmla="*/ 7873632 w 9408955"/>
              <a:gd name="connsiteY3969" fmla="*/ 3323273 h 4587875"/>
              <a:gd name="connsiteX3970" fmla="*/ 7816632 w 9408955"/>
              <a:gd name="connsiteY3970" fmla="*/ 3291684 h 4587875"/>
              <a:gd name="connsiteX3971" fmla="*/ 7827716 w 9408955"/>
              <a:gd name="connsiteY3971" fmla="*/ 3352606 h 4587875"/>
              <a:gd name="connsiteX3972" fmla="*/ 7843160 w 9408955"/>
              <a:gd name="connsiteY3972" fmla="*/ 3353861 h 4587875"/>
              <a:gd name="connsiteX3973" fmla="*/ 8647582 w 9408955"/>
              <a:gd name="connsiteY3973" fmla="*/ 3353879 h 4587875"/>
              <a:gd name="connsiteX3974" fmla="*/ 8694491 w 9408955"/>
              <a:gd name="connsiteY3974" fmla="*/ 3324618 h 4587875"/>
              <a:gd name="connsiteX3975" fmla="*/ 8646432 w 9408955"/>
              <a:gd name="connsiteY3975" fmla="*/ 3286899 h 4587875"/>
              <a:gd name="connsiteX3976" fmla="*/ 8647582 w 9408955"/>
              <a:gd name="connsiteY3976" fmla="*/ 3353879 h 4587875"/>
              <a:gd name="connsiteX3977" fmla="*/ 7224216 w 9408955"/>
              <a:gd name="connsiteY3977" fmla="*/ 3353898 h 4587875"/>
              <a:gd name="connsiteX3978" fmla="*/ 7255413 w 9408955"/>
              <a:gd name="connsiteY3978" fmla="*/ 3323122 h 4587875"/>
              <a:gd name="connsiteX3979" fmla="*/ 7208375 w 9408955"/>
              <a:gd name="connsiteY3979" fmla="*/ 3285735 h 4587875"/>
              <a:gd name="connsiteX3980" fmla="*/ 7208602 w 9408955"/>
              <a:gd name="connsiteY3980" fmla="*/ 3350934 h 4587875"/>
              <a:gd name="connsiteX3981" fmla="*/ 7224216 w 9408955"/>
              <a:gd name="connsiteY3981" fmla="*/ 3353898 h 4587875"/>
              <a:gd name="connsiteX3982" fmla="*/ 2088501 w 9408955"/>
              <a:gd name="connsiteY3982" fmla="*/ 3353933 h 4587875"/>
              <a:gd name="connsiteX3983" fmla="*/ 2118869 w 9408955"/>
              <a:gd name="connsiteY3983" fmla="*/ 3315152 h 4587875"/>
              <a:gd name="connsiteX3984" fmla="*/ 2061142 w 9408955"/>
              <a:gd name="connsiteY3984" fmla="*/ 3293608 h 4587875"/>
              <a:gd name="connsiteX3985" fmla="*/ 2070838 w 9408955"/>
              <a:gd name="connsiteY3985" fmla="*/ 3351438 h 4587875"/>
              <a:gd name="connsiteX3986" fmla="*/ 2088501 w 9408955"/>
              <a:gd name="connsiteY3986" fmla="*/ 3353933 h 4587875"/>
              <a:gd name="connsiteX3987" fmla="*/ 1273096 w 9408955"/>
              <a:gd name="connsiteY3987" fmla="*/ 3353960 h 4587875"/>
              <a:gd name="connsiteX3988" fmla="*/ 1289240 w 9408955"/>
              <a:gd name="connsiteY3988" fmla="*/ 3296820 h 4587875"/>
              <a:gd name="connsiteX3989" fmla="*/ 1229140 w 9408955"/>
              <a:gd name="connsiteY3989" fmla="*/ 3308298 h 4587875"/>
              <a:gd name="connsiteX3990" fmla="*/ 1250300 w 9408955"/>
              <a:gd name="connsiteY3990" fmla="*/ 3351916 h 4587875"/>
              <a:gd name="connsiteX3991" fmla="*/ 1273096 w 9408955"/>
              <a:gd name="connsiteY3991" fmla="*/ 3353960 h 4587875"/>
              <a:gd name="connsiteX3992" fmla="*/ 7743181 w 9408955"/>
              <a:gd name="connsiteY3992" fmla="*/ 3354004 h 4587875"/>
              <a:gd name="connsiteX3993" fmla="*/ 7769747 w 9408955"/>
              <a:gd name="connsiteY3993" fmla="*/ 3307962 h 4587875"/>
              <a:gd name="connsiteX3994" fmla="*/ 7709422 w 9408955"/>
              <a:gd name="connsiteY3994" fmla="*/ 3295989 h 4587875"/>
              <a:gd name="connsiteX3995" fmla="*/ 7723709 w 9408955"/>
              <a:gd name="connsiteY3995" fmla="*/ 3352169 h 4587875"/>
              <a:gd name="connsiteX3996" fmla="*/ 7743181 w 9408955"/>
              <a:gd name="connsiteY3996" fmla="*/ 3354004 h 4587875"/>
              <a:gd name="connsiteX3997" fmla="*/ 1469716 w 9408955"/>
              <a:gd name="connsiteY3997" fmla="*/ 3354170 h 4587875"/>
              <a:gd name="connsiteX3998" fmla="*/ 1499777 w 9408955"/>
              <a:gd name="connsiteY3998" fmla="*/ 3315170 h 4587875"/>
              <a:gd name="connsiteX3999" fmla="*/ 1446560 w 9408955"/>
              <a:gd name="connsiteY3999" fmla="*/ 3291025 h 4587875"/>
              <a:gd name="connsiteX4000" fmla="*/ 1451294 w 9408955"/>
              <a:gd name="connsiteY4000" fmla="*/ 3349696 h 4587875"/>
              <a:gd name="connsiteX4001" fmla="*/ 1469716 w 9408955"/>
              <a:gd name="connsiteY4001" fmla="*/ 3354170 h 4587875"/>
              <a:gd name="connsiteX4002" fmla="*/ 6194856 w 9408955"/>
              <a:gd name="connsiteY4002" fmla="*/ 3354205 h 4587875"/>
              <a:gd name="connsiteX4003" fmla="*/ 6209667 w 9408955"/>
              <a:gd name="connsiteY4003" fmla="*/ 3349817 h 4587875"/>
              <a:gd name="connsiteX4004" fmla="*/ 6199150 w 9408955"/>
              <a:gd name="connsiteY4004" fmla="*/ 3283416 h 4587875"/>
              <a:gd name="connsiteX4005" fmla="*/ 6156852 w 9408955"/>
              <a:gd name="connsiteY4005" fmla="*/ 3331853 h 4587875"/>
              <a:gd name="connsiteX4006" fmla="*/ 6194856 w 9408955"/>
              <a:gd name="connsiteY4006" fmla="*/ 3354205 h 4587875"/>
              <a:gd name="connsiteX4007" fmla="*/ 1357175 w 9408955"/>
              <a:gd name="connsiteY4007" fmla="*/ 3354238 h 4587875"/>
              <a:gd name="connsiteX4008" fmla="*/ 1372877 w 9408955"/>
              <a:gd name="connsiteY4008" fmla="*/ 3353499 h 4587875"/>
              <a:gd name="connsiteX4009" fmla="*/ 1373105 w 9408955"/>
              <a:gd name="connsiteY4009" fmla="*/ 3285646 h 4587875"/>
              <a:gd name="connsiteX4010" fmla="*/ 1325578 w 9408955"/>
              <a:gd name="connsiteY4010" fmla="*/ 3323418 h 4587875"/>
              <a:gd name="connsiteX4011" fmla="*/ 1357175 w 9408955"/>
              <a:gd name="connsiteY4011" fmla="*/ 3354238 h 4587875"/>
              <a:gd name="connsiteX4012" fmla="*/ 7018873 w 9408955"/>
              <a:gd name="connsiteY4012" fmla="*/ 3354284 h 4587875"/>
              <a:gd name="connsiteX4013" fmla="*/ 7052423 w 9408955"/>
              <a:gd name="connsiteY4013" fmla="*/ 3315727 h 4587875"/>
              <a:gd name="connsiteX4014" fmla="*/ 6995500 w 9408955"/>
              <a:gd name="connsiteY4014" fmla="*/ 3291748 h 4587875"/>
              <a:gd name="connsiteX4015" fmla="*/ 7000489 w 9408955"/>
              <a:gd name="connsiteY4015" fmla="*/ 3350113 h 4587875"/>
              <a:gd name="connsiteX4016" fmla="*/ 7018873 w 9408955"/>
              <a:gd name="connsiteY4016" fmla="*/ 3354284 h 4587875"/>
              <a:gd name="connsiteX4017" fmla="*/ 1161048 w 9408955"/>
              <a:gd name="connsiteY4017" fmla="*/ 3354311 h 4587875"/>
              <a:gd name="connsiteX4018" fmla="*/ 1193756 w 9408955"/>
              <a:gd name="connsiteY4018" fmla="*/ 3323905 h 4587875"/>
              <a:gd name="connsiteX4019" fmla="*/ 1139857 w 9408955"/>
              <a:gd name="connsiteY4019" fmla="*/ 3290257 h 4587875"/>
              <a:gd name="connsiteX4020" fmla="*/ 1145130 w 9408955"/>
              <a:gd name="connsiteY4020" fmla="*/ 3351416 h 4587875"/>
              <a:gd name="connsiteX4021" fmla="*/ 1161048 w 9408955"/>
              <a:gd name="connsiteY4021" fmla="*/ 3354311 h 4587875"/>
              <a:gd name="connsiteX4022" fmla="*/ 6405675 w 9408955"/>
              <a:gd name="connsiteY4022" fmla="*/ 3354442 h 4587875"/>
              <a:gd name="connsiteX4023" fmla="*/ 6435349 w 9408955"/>
              <a:gd name="connsiteY4023" fmla="*/ 3315814 h 4587875"/>
              <a:gd name="connsiteX4024" fmla="*/ 6378129 w 9408955"/>
              <a:gd name="connsiteY4024" fmla="*/ 3290947 h 4587875"/>
              <a:gd name="connsiteX4025" fmla="*/ 6388307 w 9408955"/>
              <a:gd name="connsiteY4025" fmla="*/ 3352654 h 4587875"/>
              <a:gd name="connsiteX4026" fmla="*/ 6405675 w 9408955"/>
              <a:gd name="connsiteY4026" fmla="*/ 3354442 h 4587875"/>
              <a:gd name="connsiteX4027" fmla="*/ 6710128 w 9408955"/>
              <a:gd name="connsiteY4027" fmla="*/ 3354468 h 4587875"/>
              <a:gd name="connsiteX4028" fmla="*/ 6740858 w 9408955"/>
              <a:gd name="connsiteY4028" fmla="*/ 3323870 h 4587875"/>
              <a:gd name="connsiteX4029" fmla="*/ 6699715 w 9408955"/>
              <a:gd name="connsiteY4029" fmla="*/ 3285420 h 4587875"/>
              <a:gd name="connsiteX4030" fmla="*/ 6694545 w 9408955"/>
              <a:gd name="connsiteY4030" fmla="*/ 3351690 h 4587875"/>
              <a:gd name="connsiteX4031" fmla="*/ 6710128 w 9408955"/>
              <a:gd name="connsiteY4031" fmla="*/ 3354468 h 4587875"/>
              <a:gd name="connsiteX4032" fmla="*/ 6813650 w 9408955"/>
              <a:gd name="connsiteY4032" fmla="*/ 3354488 h 4587875"/>
              <a:gd name="connsiteX4033" fmla="*/ 6844235 w 9408955"/>
              <a:gd name="connsiteY4033" fmla="*/ 3322994 h 4587875"/>
              <a:gd name="connsiteX4034" fmla="*/ 6793207 w 9408955"/>
              <a:gd name="connsiteY4034" fmla="*/ 3288207 h 4587875"/>
              <a:gd name="connsiteX4035" fmla="*/ 6797743 w 9408955"/>
              <a:gd name="connsiteY4035" fmla="*/ 3352097 h 4587875"/>
              <a:gd name="connsiteX4036" fmla="*/ 6813650 w 9408955"/>
              <a:gd name="connsiteY4036" fmla="*/ 3354488 h 4587875"/>
              <a:gd name="connsiteX4037" fmla="*/ 5375114 w 9408955"/>
              <a:gd name="connsiteY4037" fmla="*/ 3354519 h 4587875"/>
              <a:gd name="connsiteX4038" fmla="*/ 5406611 w 9408955"/>
              <a:gd name="connsiteY4038" fmla="*/ 3324852 h 4587875"/>
              <a:gd name="connsiteX4039" fmla="*/ 5358484 w 9408955"/>
              <a:gd name="connsiteY4039" fmla="*/ 3285995 h 4587875"/>
              <a:gd name="connsiteX4040" fmla="*/ 5359625 w 9408955"/>
              <a:gd name="connsiteY4040" fmla="*/ 3351594 h 4587875"/>
              <a:gd name="connsiteX4041" fmla="*/ 5375114 w 9408955"/>
              <a:gd name="connsiteY4041" fmla="*/ 3354519 h 4587875"/>
              <a:gd name="connsiteX4042" fmla="*/ 8558892 w 9408955"/>
              <a:gd name="connsiteY4042" fmla="*/ 3354583 h 4587875"/>
              <a:gd name="connsiteX4043" fmla="*/ 8593264 w 9408955"/>
              <a:gd name="connsiteY4043" fmla="*/ 3328751 h 4587875"/>
              <a:gd name="connsiteX4044" fmla="*/ 8537974 w 9408955"/>
              <a:gd name="connsiteY4044" fmla="*/ 3290139 h 4587875"/>
              <a:gd name="connsiteX4045" fmla="*/ 8543964 w 9408955"/>
              <a:gd name="connsiteY4045" fmla="*/ 3351370 h 4587875"/>
              <a:gd name="connsiteX4046" fmla="*/ 8558892 w 9408955"/>
              <a:gd name="connsiteY4046" fmla="*/ 3354583 h 4587875"/>
              <a:gd name="connsiteX4047" fmla="*/ 1779651 w 9408955"/>
              <a:gd name="connsiteY4047" fmla="*/ 3354646 h 4587875"/>
              <a:gd name="connsiteX4048" fmla="*/ 1809664 w 9408955"/>
              <a:gd name="connsiteY4048" fmla="*/ 3323416 h 4587875"/>
              <a:gd name="connsiteX4049" fmla="*/ 1761596 w 9408955"/>
              <a:gd name="connsiteY4049" fmla="*/ 3285404 h 4587875"/>
              <a:gd name="connsiteX4050" fmla="*/ 1764126 w 9408955"/>
              <a:gd name="connsiteY4050" fmla="*/ 3352674 h 4587875"/>
              <a:gd name="connsiteX4051" fmla="*/ 1779651 w 9408955"/>
              <a:gd name="connsiteY4051" fmla="*/ 3354646 h 4587875"/>
              <a:gd name="connsiteX4052" fmla="*/ 1878736 w 9408955"/>
              <a:gd name="connsiteY4052" fmla="*/ 3354754 h 4587875"/>
              <a:gd name="connsiteX4053" fmla="*/ 1913547 w 9408955"/>
              <a:gd name="connsiteY4053" fmla="*/ 3323366 h 4587875"/>
              <a:gd name="connsiteX4054" fmla="*/ 1867544 w 9408955"/>
              <a:gd name="connsiteY4054" fmla="*/ 3285095 h 4587875"/>
              <a:gd name="connsiteX4055" fmla="*/ 1862254 w 9408955"/>
              <a:gd name="connsiteY4055" fmla="*/ 3350637 h 4587875"/>
              <a:gd name="connsiteX4056" fmla="*/ 1878736 w 9408955"/>
              <a:gd name="connsiteY4056" fmla="*/ 3354754 h 4587875"/>
              <a:gd name="connsiteX4057" fmla="*/ 1675221 w 9408955"/>
              <a:gd name="connsiteY4057" fmla="*/ 3354792 h 4587875"/>
              <a:gd name="connsiteX4058" fmla="*/ 1705857 w 9408955"/>
              <a:gd name="connsiteY4058" fmla="*/ 3323921 h 4587875"/>
              <a:gd name="connsiteX4059" fmla="*/ 1665379 w 9408955"/>
              <a:gd name="connsiteY4059" fmla="*/ 3283675 h 4587875"/>
              <a:gd name="connsiteX4060" fmla="*/ 1659466 w 9408955"/>
              <a:gd name="connsiteY4060" fmla="*/ 3352505 h 4587875"/>
              <a:gd name="connsiteX4061" fmla="*/ 1675221 w 9408955"/>
              <a:gd name="connsiteY4061" fmla="*/ 3354792 h 4587875"/>
              <a:gd name="connsiteX4062" fmla="*/ 5681714 w 9408955"/>
              <a:gd name="connsiteY4062" fmla="*/ 3354806 h 4587875"/>
              <a:gd name="connsiteX4063" fmla="*/ 5715778 w 9408955"/>
              <a:gd name="connsiteY4063" fmla="*/ 3323255 h 4587875"/>
              <a:gd name="connsiteX4064" fmla="*/ 5659843 w 9408955"/>
              <a:gd name="connsiteY4064" fmla="*/ 3291040 h 4587875"/>
              <a:gd name="connsiteX4065" fmla="*/ 5665481 w 9408955"/>
              <a:gd name="connsiteY4065" fmla="*/ 3350900 h 4587875"/>
              <a:gd name="connsiteX4066" fmla="*/ 5681714 w 9408955"/>
              <a:gd name="connsiteY4066" fmla="*/ 3354806 h 4587875"/>
              <a:gd name="connsiteX4067" fmla="*/ 5889254 w 9408955"/>
              <a:gd name="connsiteY4067" fmla="*/ 3354812 h 4587875"/>
              <a:gd name="connsiteX4068" fmla="*/ 5920475 w 9408955"/>
              <a:gd name="connsiteY4068" fmla="*/ 3324451 h 4587875"/>
              <a:gd name="connsiteX4069" fmla="*/ 5874145 w 9408955"/>
              <a:gd name="connsiteY4069" fmla="*/ 3286351 h 4587875"/>
              <a:gd name="connsiteX4070" fmla="*/ 5873457 w 9408955"/>
              <a:gd name="connsiteY4070" fmla="*/ 3352573 h 4587875"/>
              <a:gd name="connsiteX4071" fmla="*/ 5889254 w 9408955"/>
              <a:gd name="connsiteY4071" fmla="*/ 3354812 h 4587875"/>
              <a:gd name="connsiteX4072" fmla="*/ 7124560 w 9408955"/>
              <a:gd name="connsiteY4072" fmla="*/ 3354813 h 4587875"/>
              <a:gd name="connsiteX4073" fmla="*/ 7153399 w 9408955"/>
              <a:gd name="connsiteY4073" fmla="*/ 3309333 h 4587875"/>
              <a:gd name="connsiteX4074" fmla="*/ 7095191 w 9408955"/>
              <a:gd name="connsiteY4074" fmla="*/ 3293911 h 4587875"/>
              <a:gd name="connsiteX4075" fmla="*/ 7104892 w 9408955"/>
              <a:gd name="connsiteY4075" fmla="*/ 3351688 h 4587875"/>
              <a:gd name="connsiteX4076" fmla="*/ 7124560 w 9408955"/>
              <a:gd name="connsiteY4076" fmla="*/ 3354813 h 4587875"/>
              <a:gd name="connsiteX4077" fmla="*/ 7427333 w 9408955"/>
              <a:gd name="connsiteY4077" fmla="*/ 3354854 h 4587875"/>
              <a:gd name="connsiteX4078" fmla="*/ 7461446 w 9408955"/>
              <a:gd name="connsiteY4078" fmla="*/ 3323341 h 4587875"/>
              <a:gd name="connsiteX4079" fmla="*/ 7416251 w 9408955"/>
              <a:gd name="connsiteY4079" fmla="*/ 3285270 h 4587875"/>
              <a:gd name="connsiteX4080" fmla="*/ 7410486 w 9408955"/>
              <a:gd name="connsiteY4080" fmla="*/ 3350698 h 4587875"/>
              <a:gd name="connsiteX4081" fmla="*/ 7427333 w 9408955"/>
              <a:gd name="connsiteY4081" fmla="*/ 3354854 h 4587875"/>
              <a:gd name="connsiteX4082" fmla="*/ 2602755 w 9408955"/>
              <a:gd name="connsiteY4082" fmla="*/ 3354900 h 4587875"/>
              <a:gd name="connsiteX4083" fmla="*/ 2631607 w 9408955"/>
              <a:gd name="connsiteY4083" fmla="*/ 3316262 h 4587875"/>
              <a:gd name="connsiteX4084" fmla="*/ 2578613 w 9408955"/>
              <a:gd name="connsiteY4084" fmla="*/ 3289546 h 4587875"/>
              <a:gd name="connsiteX4085" fmla="*/ 2585208 w 9408955"/>
              <a:gd name="connsiteY4085" fmla="*/ 3353342 h 4587875"/>
              <a:gd name="connsiteX4086" fmla="*/ 2602755 w 9408955"/>
              <a:gd name="connsiteY4086" fmla="*/ 3354900 h 4587875"/>
              <a:gd name="connsiteX4087" fmla="*/ 7330831 w 9408955"/>
              <a:gd name="connsiteY4087" fmla="*/ 3354950 h 4587875"/>
              <a:gd name="connsiteX4088" fmla="*/ 7358130 w 9408955"/>
              <a:gd name="connsiteY4088" fmla="*/ 3315755 h 4587875"/>
              <a:gd name="connsiteX4089" fmla="*/ 7311186 w 9408955"/>
              <a:gd name="connsiteY4089" fmla="*/ 3285635 h 4587875"/>
              <a:gd name="connsiteX4090" fmla="*/ 7313453 w 9408955"/>
              <a:gd name="connsiteY4090" fmla="*/ 3353752 h 4587875"/>
              <a:gd name="connsiteX4091" fmla="*/ 7330831 w 9408955"/>
              <a:gd name="connsiteY4091" fmla="*/ 3354950 h 4587875"/>
              <a:gd name="connsiteX4092" fmla="*/ 2496256 w 9408955"/>
              <a:gd name="connsiteY4092" fmla="*/ 3355002 h 4587875"/>
              <a:gd name="connsiteX4093" fmla="*/ 2528669 w 9408955"/>
              <a:gd name="connsiteY4093" fmla="*/ 3323445 h 4587875"/>
              <a:gd name="connsiteX4094" fmla="*/ 2479139 w 9408955"/>
              <a:gd name="connsiteY4094" fmla="*/ 3287521 h 4587875"/>
              <a:gd name="connsiteX4095" fmla="*/ 2480044 w 9408955"/>
              <a:gd name="connsiteY4095" fmla="*/ 3351411 h 4587875"/>
              <a:gd name="connsiteX4096" fmla="*/ 2496256 w 9408955"/>
              <a:gd name="connsiteY4096" fmla="*/ 3355002 h 4587875"/>
              <a:gd name="connsiteX4097" fmla="*/ 953147 w 9408955"/>
              <a:gd name="connsiteY4097" fmla="*/ 3355026 h 4587875"/>
              <a:gd name="connsiteX4098" fmla="*/ 986127 w 9408955"/>
              <a:gd name="connsiteY4098" fmla="*/ 3324489 h 4587875"/>
              <a:gd name="connsiteX4099" fmla="*/ 948693 w 9408955"/>
              <a:gd name="connsiteY4099" fmla="*/ 3283672 h 4587875"/>
              <a:gd name="connsiteX4100" fmla="*/ 937192 w 9408955"/>
              <a:gd name="connsiteY4100" fmla="*/ 3350859 h 4587875"/>
              <a:gd name="connsiteX4101" fmla="*/ 953147 w 9408955"/>
              <a:gd name="connsiteY4101" fmla="*/ 3355026 h 4587875"/>
              <a:gd name="connsiteX4102" fmla="*/ 4860110 w 9408955"/>
              <a:gd name="connsiteY4102" fmla="*/ 3355057 h 4587875"/>
              <a:gd name="connsiteX4103" fmla="*/ 4892727 w 9408955"/>
              <a:gd name="connsiteY4103" fmla="*/ 3322875 h 4587875"/>
              <a:gd name="connsiteX4104" fmla="*/ 4834513 w 9408955"/>
              <a:gd name="connsiteY4104" fmla="*/ 3293346 h 4587875"/>
              <a:gd name="connsiteX4105" fmla="*/ 4844064 w 9408955"/>
              <a:gd name="connsiteY4105" fmla="*/ 3352173 h 4587875"/>
              <a:gd name="connsiteX4106" fmla="*/ 4860110 w 9408955"/>
              <a:gd name="connsiteY4106" fmla="*/ 3355057 h 4587875"/>
              <a:gd name="connsiteX4107" fmla="*/ 5988066 w 9408955"/>
              <a:gd name="connsiteY4107" fmla="*/ 3355086 h 4587875"/>
              <a:gd name="connsiteX4108" fmla="*/ 6021285 w 9408955"/>
              <a:gd name="connsiteY4108" fmla="*/ 3323797 h 4587875"/>
              <a:gd name="connsiteX4109" fmla="*/ 5978254 w 9408955"/>
              <a:gd name="connsiteY4109" fmla="*/ 3286182 h 4587875"/>
              <a:gd name="connsiteX4110" fmla="*/ 5971755 w 9408955"/>
              <a:gd name="connsiteY4110" fmla="*/ 3350926 h 4587875"/>
              <a:gd name="connsiteX4111" fmla="*/ 5988066 w 9408955"/>
              <a:gd name="connsiteY4111" fmla="*/ 3355086 h 4587875"/>
              <a:gd name="connsiteX4112" fmla="*/ 7637535 w 9408955"/>
              <a:gd name="connsiteY4112" fmla="*/ 3355135 h 4587875"/>
              <a:gd name="connsiteX4113" fmla="*/ 7668374 w 9408955"/>
              <a:gd name="connsiteY4113" fmla="*/ 3315575 h 4587875"/>
              <a:gd name="connsiteX4114" fmla="*/ 7613265 w 9408955"/>
              <a:gd name="connsiteY4114" fmla="*/ 3290376 h 4587875"/>
              <a:gd name="connsiteX4115" fmla="*/ 7619388 w 9408955"/>
              <a:gd name="connsiteY4115" fmla="*/ 3352458 h 4587875"/>
              <a:gd name="connsiteX4116" fmla="*/ 7637535 w 9408955"/>
              <a:gd name="connsiteY4116" fmla="*/ 3355135 h 4587875"/>
              <a:gd name="connsiteX4117" fmla="*/ 6502856 w 9408955"/>
              <a:gd name="connsiteY4117" fmla="*/ 3355177 h 4587875"/>
              <a:gd name="connsiteX4118" fmla="*/ 6536057 w 9408955"/>
              <a:gd name="connsiteY4118" fmla="*/ 3323879 h 4587875"/>
              <a:gd name="connsiteX4119" fmla="*/ 6491859 w 9408955"/>
              <a:gd name="connsiteY4119" fmla="*/ 3284970 h 4587875"/>
              <a:gd name="connsiteX4120" fmla="*/ 6486673 w 9408955"/>
              <a:gd name="connsiteY4120" fmla="*/ 3351207 h 4587875"/>
              <a:gd name="connsiteX4121" fmla="*/ 6502856 w 9408955"/>
              <a:gd name="connsiteY4121" fmla="*/ 3355177 h 4587875"/>
              <a:gd name="connsiteX4122" fmla="*/ 1573465 w 9408955"/>
              <a:gd name="connsiteY4122" fmla="*/ 3355222 h 4587875"/>
              <a:gd name="connsiteX4123" fmla="*/ 1604007 w 9408955"/>
              <a:gd name="connsiteY4123" fmla="*/ 3315157 h 4587875"/>
              <a:gd name="connsiteX4124" fmla="*/ 1560112 w 9408955"/>
              <a:gd name="connsiteY4124" fmla="*/ 3283733 h 4587875"/>
              <a:gd name="connsiteX4125" fmla="*/ 1555083 w 9408955"/>
              <a:gd name="connsiteY4125" fmla="*/ 3352359 h 4587875"/>
              <a:gd name="connsiteX4126" fmla="*/ 1573465 w 9408955"/>
              <a:gd name="connsiteY4126" fmla="*/ 3355222 h 4587875"/>
              <a:gd name="connsiteX4127" fmla="*/ 5785777 w 9408955"/>
              <a:gd name="connsiteY4127" fmla="*/ 3355238 h 4587875"/>
              <a:gd name="connsiteX4128" fmla="*/ 5817290 w 9408955"/>
              <a:gd name="connsiteY4128" fmla="*/ 3324208 h 4587875"/>
              <a:gd name="connsiteX4129" fmla="*/ 5763782 w 9408955"/>
              <a:gd name="connsiteY4129" fmla="*/ 3290455 h 4587875"/>
              <a:gd name="connsiteX4130" fmla="*/ 5769956 w 9408955"/>
              <a:gd name="connsiteY4130" fmla="*/ 3351992 h 4587875"/>
              <a:gd name="connsiteX4131" fmla="*/ 5785777 w 9408955"/>
              <a:gd name="connsiteY4131" fmla="*/ 3355238 h 4587875"/>
              <a:gd name="connsiteX4132" fmla="*/ 5166802 w 9408955"/>
              <a:gd name="connsiteY4132" fmla="*/ 3355248 h 4587875"/>
              <a:gd name="connsiteX4133" fmla="*/ 5200478 w 9408955"/>
              <a:gd name="connsiteY4133" fmla="*/ 3323274 h 4587875"/>
              <a:gd name="connsiteX4134" fmla="*/ 5155448 w 9408955"/>
              <a:gd name="connsiteY4134" fmla="*/ 3284224 h 4587875"/>
              <a:gd name="connsiteX4135" fmla="*/ 5150218 w 9408955"/>
              <a:gd name="connsiteY4135" fmla="*/ 3351695 h 4587875"/>
              <a:gd name="connsiteX4136" fmla="*/ 5166802 w 9408955"/>
              <a:gd name="connsiteY4136" fmla="*/ 3355248 h 4587875"/>
              <a:gd name="connsiteX4137" fmla="*/ 6910273 w 9408955"/>
              <a:gd name="connsiteY4137" fmla="*/ 3355288 h 4587875"/>
              <a:gd name="connsiteX4138" fmla="*/ 6927217 w 9408955"/>
              <a:gd name="connsiteY4138" fmla="*/ 3352194 h 4587875"/>
              <a:gd name="connsiteX4139" fmla="*/ 6921958 w 9408955"/>
              <a:gd name="connsiteY4139" fmla="*/ 3284411 h 4587875"/>
              <a:gd name="connsiteX4140" fmla="*/ 6873716 w 9408955"/>
              <a:gd name="connsiteY4140" fmla="*/ 3322783 h 4587875"/>
              <a:gd name="connsiteX4141" fmla="*/ 6910273 w 9408955"/>
              <a:gd name="connsiteY4141" fmla="*/ 3355288 h 4587875"/>
              <a:gd name="connsiteX4142" fmla="*/ 6095735 w 9408955"/>
              <a:gd name="connsiteY4142" fmla="*/ 3355290 h 4587875"/>
              <a:gd name="connsiteX4143" fmla="*/ 6123736 w 9408955"/>
              <a:gd name="connsiteY4143" fmla="*/ 3309796 h 4587875"/>
              <a:gd name="connsiteX4144" fmla="*/ 6064772 w 9408955"/>
              <a:gd name="connsiteY4144" fmla="*/ 3295473 h 4587875"/>
              <a:gd name="connsiteX4145" fmla="*/ 6075431 w 9408955"/>
              <a:gd name="connsiteY4145" fmla="*/ 3350718 h 4587875"/>
              <a:gd name="connsiteX4146" fmla="*/ 6095735 w 9408955"/>
              <a:gd name="connsiteY4146" fmla="*/ 3355290 h 4587875"/>
              <a:gd name="connsiteX4147" fmla="*/ 8045336 w 9408955"/>
              <a:gd name="connsiteY4147" fmla="*/ 3355307 h 4587875"/>
              <a:gd name="connsiteX4148" fmla="*/ 8077916 w 9408955"/>
              <a:gd name="connsiteY4148" fmla="*/ 3322848 h 4587875"/>
              <a:gd name="connsiteX4149" fmla="*/ 8034233 w 9408955"/>
              <a:gd name="connsiteY4149" fmla="*/ 3284300 h 4587875"/>
              <a:gd name="connsiteX4150" fmla="*/ 8028972 w 9408955"/>
              <a:gd name="connsiteY4150" fmla="*/ 3352107 h 4587875"/>
              <a:gd name="connsiteX4151" fmla="*/ 8045336 w 9408955"/>
              <a:gd name="connsiteY4151" fmla="*/ 3355307 h 4587875"/>
              <a:gd name="connsiteX4152" fmla="*/ 6300710 w 9408955"/>
              <a:gd name="connsiteY4152" fmla="*/ 3355312 h 4587875"/>
              <a:gd name="connsiteX4153" fmla="*/ 6332379 w 9408955"/>
              <a:gd name="connsiteY4153" fmla="*/ 3323872 h 4587875"/>
              <a:gd name="connsiteX4154" fmla="*/ 6278404 w 9408955"/>
              <a:gd name="connsiteY4154" fmla="*/ 3289565 h 4587875"/>
              <a:gd name="connsiteX4155" fmla="*/ 6284981 w 9408955"/>
              <a:gd name="connsiteY4155" fmla="*/ 3352654 h 4587875"/>
              <a:gd name="connsiteX4156" fmla="*/ 6300710 w 9408955"/>
              <a:gd name="connsiteY4156" fmla="*/ 3355312 h 4587875"/>
              <a:gd name="connsiteX4157" fmla="*/ 5576961 w 9408955"/>
              <a:gd name="connsiteY4157" fmla="*/ 3355525 h 4587875"/>
              <a:gd name="connsiteX4158" fmla="*/ 5613138 w 9408955"/>
              <a:gd name="connsiteY4158" fmla="*/ 3324052 h 4587875"/>
              <a:gd name="connsiteX4159" fmla="*/ 5560119 w 9408955"/>
              <a:gd name="connsiteY4159" fmla="*/ 3288773 h 4587875"/>
              <a:gd name="connsiteX4160" fmla="*/ 5559889 w 9408955"/>
              <a:gd name="connsiteY4160" fmla="*/ 3350854 h 4587875"/>
              <a:gd name="connsiteX4161" fmla="*/ 5576961 w 9408955"/>
              <a:gd name="connsiteY4161" fmla="*/ 3355525 h 4587875"/>
              <a:gd name="connsiteX4162" fmla="*/ 4662254 w 9408955"/>
              <a:gd name="connsiteY4162" fmla="*/ 3455888 h 4587875"/>
              <a:gd name="connsiteX4163" fmla="*/ 4683664 w 9408955"/>
              <a:gd name="connsiteY4163" fmla="*/ 3438688 h 4587875"/>
              <a:gd name="connsiteX4164" fmla="*/ 4655732 w 9408955"/>
              <a:gd name="connsiteY4164" fmla="*/ 3386605 h 4587875"/>
              <a:gd name="connsiteX4165" fmla="*/ 4633572 w 9408955"/>
              <a:gd name="connsiteY4165" fmla="*/ 3452107 h 4587875"/>
              <a:gd name="connsiteX4166" fmla="*/ 4662254 w 9408955"/>
              <a:gd name="connsiteY4166" fmla="*/ 3455888 h 4587875"/>
              <a:gd name="connsiteX4167" fmla="*/ 7008291 w 9408955"/>
              <a:gd name="connsiteY4167" fmla="*/ 3456141 h 4587875"/>
              <a:gd name="connsiteX4168" fmla="*/ 7048034 w 9408955"/>
              <a:gd name="connsiteY4168" fmla="*/ 3407227 h 4587875"/>
              <a:gd name="connsiteX4169" fmla="*/ 6994595 w 9408955"/>
              <a:gd name="connsiteY4169" fmla="*/ 3394199 h 4587875"/>
              <a:gd name="connsiteX4170" fmla="*/ 7008291 w 9408955"/>
              <a:gd name="connsiteY4170" fmla="*/ 3456141 h 4587875"/>
              <a:gd name="connsiteX4171" fmla="*/ 8447341 w 9408955"/>
              <a:gd name="connsiteY4171" fmla="*/ 3456214 h 4587875"/>
              <a:gd name="connsiteX4172" fmla="*/ 8488140 w 9408955"/>
              <a:gd name="connsiteY4172" fmla="*/ 3407681 h 4587875"/>
              <a:gd name="connsiteX4173" fmla="*/ 8430018 w 9408955"/>
              <a:gd name="connsiteY4173" fmla="*/ 3398610 h 4587875"/>
              <a:gd name="connsiteX4174" fmla="*/ 8447341 w 9408955"/>
              <a:gd name="connsiteY4174" fmla="*/ 3456214 h 4587875"/>
              <a:gd name="connsiteX4175" fmla="*/ 6598077 w 9408955"/>
              <a:gd name="connsiteY4175" fmla="*/ 3456234 h 4587875"/>
              <a:gd name="connsiteX4176" fmla="*/ 6639237 w 9408955"/>
              <a:gd name="connsiteY4176" fmla="*/ 3413711 h 4587875"/>
              <a:gd name="connsiteX4177" fmla="*/ 6583830 w 9408955"/>
              <a:gd name="connsiteY4177" fmla="*/ 3394032 h 4587875"/>
              <a:gd name="connsiteX4178" fmla="*/ 6598077 w 9408955"/>
              <a:gd name="connsiteY4178" fmla="*/ 3456234 h 4587875"/>
              <a:gd name="connsiteX4179" fmla="*/ 5688827 w 9408955"/>
              <a:gd name="connsiteY4179" fmla="*/ 3456370 h 4587875"/>
              <a:gd name="connsiteX4180" fmla="*/ 5715324 w 9408955"/>
              <a:gd name="connsiteY4180" fmla="*/ 3420706 h 4587875"/>
              <a:gd name="connsiteX4181" fmla="*/ 5655879 w 9408955"/>
              <a:gd name="connsiteY4181" fmla="*/ 3398203 h 4587875"/>
              <a:gd name="connsiteX4182" fmla="*/ 5673152 w 9408955"/>
              <a:gd name="connsiteY4182" fmla="*/ 3456261 h 4587875"/>
              <a:gd name="connsiteX4183" fmla="*/ 5688827 w 9408955"/>
              <a:gd name="connsiteY4183" fmla="*/ 3456370 h 4587875"/>
              <a:gd name="connsiteX4184" fmla="*/ 7952755 w 9408955"/>
              <a:gd name="connsiteY4184" fmla="*/ 3456390 h 4587875"/>
              <a:gd name="connsiteX4185" fmla="*/ 7973792 w 9408955"/>
              <a:gd name="connsiteY4185" fmla="*/ 3406994 h 4587875"/>
              <a:gd name="connsiteX4186" fmla="*/ 7911994 w 9408955"/>
              <a:gd name="connsiteY4186" fmla="*/ 3402195 h 4587875"/>
              <a:gd name="connsiteX4187" fmla="*/ 7933429 w 9408955"/>
              <a:gd name="connsiteY4187" fmla="*/ 3455901 h 4587875"/>
              <a:gd name="connsiteX4188" fmla="*/ 7952755 w 9408955"/>
              <a:gd name="connsiteY4188" fmla="*/ 3456390 h 4587875"/>
              <a:gd name="connsiteX4189" fmla="*/ 5157660 w 9408955"/>
              <a:gd name="connsiteY4189" fmla="*/ 3456714 h 4587875"/>
              <a:gd name="connsiteX4190" fmla="*/ 5197900 w 9408955"/>
              <a:gd name="connsiteY4190" fmla="*/ 3407986 h 4587875"/>
              <a:gd name="connsiteX4191" fmla="*/ 5137082 w 9408955"/>
              <a:gd name="connsiteY4191" fmla="*/ 3403474 h 4587875"/>
              <a:gd name="connsiteX4192" fmla="*/ 5157660 w 9408955"/>
              <a:gd name="connsiteY4192" fmla="*/ 3456714 h 4587875"/>
              <a:gd name="connsiteX4193" fmla="*/ 7331404 w 9408955"/>
              <a:gd name="connsiteY4193" fmla="*/ 3456917 h 4587875"/>
              <a:gd name="connsiteX4194" fmla="*/ 7353606 w 9408955"/>
              <a:gd name="connsiteY4194" fmla="*/ 3440158 h 4587875"/>
              <a:gd name="connsiteX4195" fmla="*/ 7325500 w 9408955"/>
              <a:gd name="connsiteY4195" fmla="*/ 3387079 h 4587875"/>
              <a:gd name="connsiteX4196" fmla="*/ 7302463 w 9408955"/>
              <a:gd name="connsiteY4196" fmla="*/ 3452055 h 4587875"/>
              <a:gd name="connsiteX4197" fmla="*/ 7331404 w 9408955"/>
              <a:gd name="connsiteY4197" fmla="*/ 3456917 h 4587875"/>
              <a:gd name="connsiteX4198" fmla="*/ 5893056 w 9408955"/>
              <a:gd name="connsiteY4198" fmla="*/ 3456927 h 4587875"/>
              <a:gd name="connsiteX4199" fmla="*/ 5917135 w 9408955"/>
              <a:gd name="connsiteY4199" fmla="*/ 3406211 h 4587875"/>
              <a:gd name="connsiteX4200" fmla="*/ 5869282 w 9408955"/>
              <a:gd name="connsiteY4200" fmla="*/ 3386588 h 4587875"/>
              <a:gd name="connsiteX4201" fmla="*/ 5871550 w 9408955"/>
              <a:gd name="connsiteY4201" fmla="*/ 3454703 h 4587875"/>
              <a:gd name="connsiteX4202" fmla="*/ 5893056 w 9408955"/>
              <a:gd name="connsiteY4202" fmla="*/ 3456927 h 4587875"/>
              <a:gd name="connsiteX4203" fmla="*/ 5485445 w 9408955"/>
              <a:gd name="connsiteY4203" fmla="*/ 3456931 h 4587875"/>
              <a:gd name="connsiteX4204" fmla="*/ 5502571 w 9408955"/>
              <a:gd name="connsiteY4204" fmla="*/ 3401740 h 4587875"/>
              <a:gd name="connsiteX4205" fmla="*/ 5440885 w 9408955"/>
              <a:gd name="connsiteY4205" fmla="*/ 3412706 h 4587875"/>
              <a:gd name="connsiteX4206" fmla="*/ 5463790 w 9408955"/>
              <a:gd name="connsiteY4206" fmla="*/ 3455882 h 4587875"/>
              <a:gd name="connsiteX4207" fmla="*/ 5485445 w 9408955"/>
              <a:gd name="connsiteY4207" fmla="*/ 3456931 h 4587875"/>
              <a:gd name="connsiteX4208" fmla="*/ 239990 w 9408955"/>
              <a:gd name="connsiteY4208" fmla="*/ 3456985 h 4587875"/>
              <a:gd name="connsiteX4209" fmla="*/ 263504 w 9408955"/>
              <a:gd name="connsiteY4209" fmla="*/ 3441587 h 4587875"/>
              <a:gd name="connsiteX4210" fmla="*/ 233231 w 9408955"/>
              <a:gd name="connsiteY4210" fmla="*/ 3386383 h 4587875"/>
              <a:gd name="connsiteX4211" fmla="*/ 211277 w 9408955"/>
              <a:gd name="connsiteY4211" fmla="*/ 3450484 h 4587875"/>
              <a:gd name="connsiteX4212" fmla="*/ 239990 w 9408955"/>
              <a:gd name="connsiteY4212" fmla="*/ 3456985 h 4587875"/>
              <a:gd name="connsiteX4213" fmla="*/ 1578950 w 9408955"/>
              <a:gd name="connsiteY4213" fmla="*/ 3456986 h 4587875"/>
              <a:gd name="connsiteX4214" fmla="*/ 1602317 w 9408955"/>
              <a:gd name="connsiteY4214" fmla="*/ 3436172 h 4587875"/>
              <a:gd name="connsiteX4215" fmla="*/ 1567449 w 9408955"/>
              <a:gd name="connsiteY4215" fmla="*/ 3387090 h 4587875"/>
              <a:gd name="connsiteX4216" fmla="*/ 1547653 w 9408955"/>
              <a:gd name="connsiteY4216" fmla="*/ 3449933 h 4587875"/>
              <a:gd name="connsiteX4217" fmla="*/ 1578950 w 9408955"/>
              <a:gd name="connsiteY4217" fmla="*/ 3456986 h 4587875"/>
              <a:gd name="connsiteX4218" fmla="*/ 5368952 w 9408955"/>
              <a:gd name="connsiteY4218" fmla="*/ 3457034 h 4587875"/>
              <a:gd name="connsiteX4219" fmla="*/ 5405519 w 9408955"/>
              <a:gd name="connsiteY4219" fmla="*/ 3419942 h 4587875"/>
              <a:gd name="connsiteX4220" fmla="*/ 5352609 w 9408955"/>
              <a:gd name="connsiteY4220" fmla="*/ 3393091 h 4587875"/>
              <a:gd name="connsiteX4221" fmla="*/ 5349895 w 9408955"/>
              <a:gd name="connsiteY4221" fmla="*/ 3450628 h 4587875"/>
              <a:gd name="connsiteX4222" fmla="*/ 5368952 w 9408955"/>
              <a:gd name="connsiteY4222" fmla="*/ 3457034 h 4587875"/>
              <a:gd name="connsiteX4223" fmla="*/ 8052145 w 9408955"/>
              <a:gd name="connsiteY4223" fmla="*/ 3457073 h 4587875"/>
              <a:gd name="connsiteX4224" fmla="*/ 8075630 w 9408955"/>
              <a:gd name="connsiteY4224" fmla="*/ 3436178 h 4587875"/>
              <a:gd name="connsiteX4225" fmla="*/ 8041428 w 9408955"/>
              <a:gd name="connsiteY4225" fmla="*/ 3388192 h 4587875"/>
              <a:gd name="connsiteX4226" fmla="*/ 8020450 w 9408955"/>
              <a:gd name="connsiteY4226" fmla="*/ 3449824 h 4587875"/>
              <a:gd name="connsiteX4227" fmla="*/ 8052145 w 9408955"/>
              <a:gd name="connsiteY4227" fmla="*/ 3457073 h 4587875"/>
              <a:gd name="connsiteX4228" fmla="*/ 6082872 w 9408955"/>
              <a:gd name="connsiteY4228" fmla="*/ 3457099 h 4587875"/>
              <a:gd name="connsiteX4229" fmla="*/ 6123802 w 9408955"/>
              <a:gd name="connsiteY4229" fmla="*/ 3407528 h 4587875"/>
              <a:gd name="connsiteX4230" fmla="*/ 6061257 w 9408955"/>
              <a:gd name="connsiteY4230" fmla="*/ 3405254 h 4587875"/>
              <a:gd name="connsiteX4231" fmla="*/ 6082872 w 9408955"/>
              <a:gd name="connsiteY4231" fmla="*/ 3457099 h 4587875"/>
              <a:gd name="connsiteX4232" fmla="*/ 6511532 w 9408955"/>
              <a:gd name="connsiteY4232" fmla="*/ 3457251 h 4587875"/>
              <a:gd name="connsiteX4233" fmla="*/ 6535525 w 9408955"/>
              <a:gd name="connsiteY4233" fmla="*/ 3413262 h 4587875"/>
              <a:gd name="connsiteX4234" fmla="*/ 6474689 w 9408955"/>
              <a:gd name="connsiteY4234" fmla="*/ 3398366 h 4587875"/>
              <a:gd name="connsiteX4235" fmla="*/ 6493214 w 9408955"/>
              <a:gd name="connsiteY4235" fmla="*/ 3457033 h 4587875"/>
              <a:gd name="connsiteX4236" fmla="*/ 6511532 w 9408955"/>
              <a:gd name="connsiteY4236" fmla="*/ 3457251 h 4587875"/>
              <a:gd name="connsiteX4237" fmla="*/ 6817881 w 9408955"/>
              <a:gd name="connsiteY4237" fmla="*/ 3457333 h 4587875"/>
              <a:gd name="connsiteX4238" fmla="*/ 6843846 w 9408955"/>
              <a:gd name="connsiteY4238" fmla="*/ 3412721 h 4587875"/>
              <a:gd name="connsiteX4239" fmla="*/ 6784023 w 9408955"/>
              <a:gd name="connsiteY4239" fmla="*/ 3400763 h 4587875"/>
              <a:gd name="connsiteX4240" fmla="*/ 6798866 w 9408955"/>
              <a:gd name="connsiteY4240" fmla="*/ 3455592 h 4587875"/>
              <a:gd name="connsiteX4241" fmla="*/ 6817881 w 9408955"/>
              <a:gd name="connsiteY4241" fmla="*/ 3457333 h 4587875"/>
              <a:gd name="connsiteX4242" fmla="*/ 8664911 w 9408955"/>
              <a:gd name="connsiteY4242" fmla="*/ 3457461 h 4587875"/>
              <a:gd name="connsiteX4243" fmla="*/ 8690681 w 9408955"/>
              <a:gd name="connsiteY4243" fmla="*/ 3405414 h 4587875"/>
              <a:gd name="connsiteX4244" fmla="*/ 8643617 w 9408955"/>
              <a:gd name="connsiteY4244" fmla="*/ 3386137 h 4587875"/>
              <a:gd name="connsiteX4245" fmla="*/ 8643162 w 9408955"/>
              <a:gd name="connsiteY4245" fmla="*/ 3452812 h 4587875"/>
              <a:gd name="connsiteX4246" fmla="*/ 8664911 w 9408955"/>
              <a:gd name="connsiteY4246" fmla="*/ 3457461 h 4587875"/>
              <a:gd name="connsiteX4247" fmla="*/ 6398266 w 9408955"/>
              <a:gd name="connsiteY4247" fmla="*/ 3457467 h 4587875"/>
              <a:gd name="connsiteX4248" fmla="*/ 6435285 w 9408955"/>
              <a:gd name="connsiteY4248" fmla="*/ 3419235 h 4587875"/>
              <a:gd name="connsiteX4249" fmla="*/ 6372225 w 9408955"/>
              <a:gd name="connsiteY4249" fmla="*/ 3399408 h 4587875"/>
              <a:gd name="connsiteX4250" fmla="*/ 6379563 w 9408955"/>
              <a:gd name="connsiteY4250" fmla="*/ 3450684 h 4587875"/>
              <a:gd name="connsiteX4251" fmla="*/ 6398266 w 9408955"/>
              <a:gd name="connsiteY4251" fmla="*/ 3457467 h 4587875"/>
              <a:gd name="connsiteX4252" fmla="*/ 2493959 w 9408955"/>
              <a:gd name="connsiteY4252" fmla="*/ 3457529 h 4587875"/>
              <a:gd name="connsiteX4253" fmla="*/ 2528862 w 9408955"/>
              <a:gd name="connsiteY4253" fmla="*/ 3411845 h 4587875"/>
              <a:gd name="connsiteX4254" fmla="*/ 2467682 w 9408955"/>
              <a:gd name="connsiteY4254" fmla="*/ 3401842 h 4587875"/>
              <a:gd name="connsiteX4255" fmla="*/ 2472907 w 9408955"/>
              <a:gd name="connsiteY4255" fmla="*/ 3449356 h 4587875"/>
              <a:gd name="connsiteX4256" fmla="*/ 2493959 w 9408955"/>
              <a:gd name="connsiteY4256" fmla="*/ 3457529 h 4587875"/>
              <a:gd name="connsiteX4257" fmla="*/ 849296 w 9408955"/>
              <a:gd name="connsiteY4257" fmla="*/ 3457652 h 4587875"/>
              <a:gd name="connsiteX4258" fmla="*/ 884754 w 9408955"/>
              <a:gd name="connsiteY4258" fmla="*/ 3420401 h 4587875"/>
              <a:gd name="connsiteX4259" fmla="*/ 837265 w 9408955"/>
              <a:gd name="connsiteY4259" fmla="*/ 3389489 h 4587875"/>
              <a:gd name="connsiteX4260" fmla="*/ 831385 w 9408955"/>
              <a:gd name="connsiteY4260" fmla="*/ 3451313 h 4587875"/>
              <a:gd name="connsiteX4261" fmla="*/ 849296 w 9408955"/>
              <a:gd name="connsiteY4261" fmla="*/ 3457652 h 4587875"/>
              <a:gd name="connsiteX4262" fmla="*/ 7433123 w 9408955"/>
              <a:gd name="connsiteY4262" fmla="*/ 3457653 h 4587875"/>
              <a:gd name="connsiteX4263" fmla="*/ 7455013 w 9408955"/>
              <a:gd name="connsiteY4263" fmla="*/ 3445382 h 4587875"/>
              <a:gd name="connsiteX4264" fmla="*/ 7422236 w 9408955"/>
              <a:gd name="connsiteY4264" fmla="*/ 3386896 h 4587875"/>
              <a:gd name="connsiteX4265" fmla="*/ 7407796 w 9408955"/>
              <a:gd name="connsiteY4265" fmla="*/ 3452722 h 4587875"/>
              <a:gd name="connsiteX4266" fmla="*/ 7433123 w 9408955"/>
              <a:gd name="connsiteY4266" fmla="*/ 3457653 h 4587875"/>
              <a:gd name="connsiteX4267" fmla="*/ 334586 w 9408955"/>
              <a:gd name="connsiteY4267" fmla="*/ 3457723 h 4587875"/>
              <a:gd name="connsiteX4268" fmla="*/ 370967 w 9408955"/>
              <a:gd name="connsiteY4268" fmla="*/ 3421282 h 4587875"/>
              <a:gd name="connsiteX4269" fmla="*/ 317799 w 9408955"/>
              <a:gd name="connsiteY4269" fmla="*/ 3392794 h 4587875"/>
              <a:gd name="connsiteX4270" fmla="*/ 316418 w 9408955"/>
              <a:gd name="connsiteY4270" fmla="*/ 3450910 h 4587875"/>
              <a:gd name="connsiteX4271" fmla="*/ 334586 w 9408955"/>
              <a:gd name="connsiteY4271" fmla="*/ 3457723 h 4587875"/>
              <a:gd name="connsiteX4272" fmla="*/ 5264183 w 9408955"/>
              <a:gd name="connsiteY4272" fmla="*/ 3457743 h 4587875"/>
              <a:gd name="connsiteX4273" fmla="*/ 5285015 w 9408955"/>
              <a:gd name="connsiteY4273" fmla="*/ 3453541 h 4587875"/>
              <a:gd name="connsiteX4274" fmla="*/ 5284106 w 9408955"/>
              <a:gd name="connsiteY4274" fmla="*/ 3386137 h 4587875"/>
              <a:gd name="connsiteX4275" fmla="*/ 5239080 w 9408955"/>
              <a:gd name="connsiteY4275" fmla="*/ 3406946 h 4587875"/>
              <a:gd name="connsiteX4276" fmla="*/ 5264183 w 9408955"/>
              <a:gd name="connsiteY4276" fmla="*/ 3457743 h 4587875"/>
              <a:gd name="connsiteX4277" fmla="*/ 1259392 w 9408955"/>
              <a:gd name="connsiteY4277" fmla="*/ 3457773 h 4587875"/>
              <a:gd name="connsiteX4278" fmla="*/ 1296969 w 9408955"/>
              <a:gd name="connsiteY4278" fmla="*/ 3419719 h 4587875"/>
              <a:gd name="connsiteX4279" fmla="*/ 1238022 w 9408955"/>
              <a:gd name="connsiteY4279" fmla="*/ 3396924 h 4587875"/>
              <a:gd name="connsiteX4280" fmla="*/ 1241003 w 9408955"/>
              <a:gd name="connsiteY4280" fmla="*/ 3450413 h 4587875"/>
              <a:gd name="connsiteX4281" fmla="*/ 1259392 w 9408955"/>
              <a:gd name="connsiteY4281" fmla="*/ 3457773 h 4587875"/>
              <a:gd name="connsiteX4282" fmla="*/ 6290653 w 9408955"/>
              <a:gd name="connsiteY4282" fmla="*/ 3457832 h 4587875"/>
              <a:gd name="connsiteX4283" fmla="*/ 6330498 w 9408955"/>
              <a:gd name="connsiteY4283" fmla="*/ 3435051 h 4587875"/>
              <a:gd name="connsiteX4284" fmla="*/ 6282401 w 9408955"/>
              <a:gd name="connsiteY4284" fmla="*/ 3389129 h 4587875"/>
              <a:gd name="connsiteX4285" fmla="*/ 6275335 w 9408955"/>
              <a:gd name="connsiteY4285" fmla="*/ 3451205 h 4587875"/>
              <a:gd name="connsiteX4286" fmla="*/ 6290653 w 9408955"/>
              <a:gd name="connsiteY4286" fmla="*/ 3457832 h 4587875"/>
              <a:gd name="connsiteX4287" fmla="*/ 5997852 w 9408955"/>
              <a:gd name="connsiteY4287" fmla="*/ 3457841 h 4587875"/>
              <a:gd name="connsiteX4288" fmla="*/ 6021704 w 9408955"/>
              <a:gd name="connsiteY4288" fmla="*/ 3413652 h 4587875"/>
              <a:gd name="connsiteX4289" fmla="*/ 5976700 w 9408955"/>
              <a:gd name="connsiteY4289" fmla="*/ 3388540 h 4587875"/>
              <a:gd name="connsiteX4290" fmla="*/ 5979640 w 9408955"/>
              <a:gd name="connsiteY4290" fmla="*/ 3456732 h 4587875"/>
              <a:gd name="connsiteX4291" fmla="*/ 5997852 w 9408955"/>
              <a:gd name="connsiteY4291" fmla="*/ 3457841 h 4587875"/>
              <a:gd name="connsiteX4292" fmla="*/ 2696801 w 9408955"/>
              <a:gd name="connsiteY4292" fmla="*/ 3457884 h 4587875"/>
              <a:gd name="connsiteX4293" fmla="*/ 2735040 w 9408955"/>
              <a:gd name="connsiteY4293" fmla="*/ 3428859 h 4587875"/>
              <a:gd name="connsiteX4294" fmla="*/ 2681743 w 9408955"/>
              <a:gd name="connsiteY4294" fmla="*/ 3392664 h 4587875"/>
              <a:gd name="connsiteX4295" fmla="*/ 2679927 w 9408955"/>
              <a:gd name="connsiteY4295" fmla="*/ 3452683 h 4587875"/>
              <a:gd name="connsiteX4296" fmla="*/ 2696801 w 9408955"/>
              <a:gd name="connsiteY4296" fmla="*/ 3457884 h 4587875"/>
              <a:gd name="connsiteX4297" fmla="*/ 1884543 w 9408955"/>
              <a:gd name="connsiteY4297" fmla="*/ 3457918 h 4587875"/>
              <a:gd name="connsiteX4298" fmla="*/ 1916113 w 9408955"/>
              <a:gd name="connsiteY4298" fmla="*/ 3426505 h 4587875"/>
              <a:gd name="connsiteX4299" fmla="*/ 1881764 w 9408955"/>
              <a:gd name="connsiteY4299" fmla="*/ 3387044 h 4587875"/>
              <a:gd name="connsiteX4300" fmla="*/ 1869036 w 9408955"/>
              <a:gd name="connsiteY4300" fmla="*/ 3456441 h 4587875"/>
              <a:gd name="connsiteX4301" fmla="*/ 1884543 w 9408955"/>
              <a:gd name="connsiteY4301" fmla="*/ 3457918 h 4587875"/>
              <a:gd name="connsiteX4302" fmla="*/ 8144464 w 9408955"/>
              <a:gd name="connsiteY4302" fmla="*/ 3457958 h 4587875"/>
              <a:gd name="connsiteX4303" fmla="*/ 8158004 w 9408955"/>
              <a:gd name="connsiteY4303" fmla="*/ 3455964 h 4587875"/>
              <a:gd name="connsiteX4304" fmla="*/ 8146211 w 9408955"/>
              <a:gd name="connsiteY4304" fmla="*/ 3386372 h 4587875"/>
              <a:gd name="connsiteX4305" fmla="*/ 8111966 w 9408955"/>
              <a:gd name="connsiteY4305" fmla="*/ 3436178 h 4587875"/>
              <a:gd name="connsiteX4306" fmla="*/ 8144464 w 9408955"/>
              <a:gd name="connsiteY4306" fmla="*/ 3457958 h 4587875"/>
              <a:gd name="connsiteX4307" fmla="*/ 7732923 w 9408955"/>
              <a:gd name="connsiteY4307" fmla="*/ 3457987 h 4587875"/>
              <a:gd name="connsiteX4308" fmla="*/ 7770427 w 9408955"/>
              <a:gd name="connsiteY4308" fmla="*/ 3420249 h 4587875"/>
              <a:gd name="connsiteX4309" fmla="*/ 7716225 w 9408955"/>
              <a:gd name="connsiteY4309" fmla="*/ 3392242 h 4587875"/>
              <a:gd name="connsiteX4310" fmla="*/ 7713958 w 9408955"/>
              <a:gd name="connsiteY4310" fmla="*/ 3451470 h 4587875"/>
              <a:gd name="connsiteX4311" fmla="*/ 7732923 w 9408955"/>
              <a:gd name="connsiteY4311" fmla="*/ 3457987 h 4587875"/>
              <a:gd name="connsiteX4312" fmla="*/ 5064118 w 9408955"/>
              <a:gd name="connsiteY4312" fmla="*/ 3458028 h 4587875"/>
              <a:gd name="connsiteX4313" fmla="*/ 5097383 w 9408955"/>
              <a:gd name="connsiteY4313" fmla="*/ 3413124 h 4587875"/>
              <a:gd name="connsiteX4314" fmla="*/ 5040601 w 9408955"/>
              <a:gd name="connsiteY4314" fmla="*/ 3394301 h 4587875"/>
              <a:gd name="connsiteX4315" fmla="*/ 5043819 w 9408955"/>
              <a:gd name="connsiteY4315" fmla="*/ 3450998 h 4587875"/>
              <a:gd name="connsiteX4316" fmla="*/ 5064118 w 9408955"/>
              <a:gd name="connsiteY4316" fmla="*/ 3458028 h 4587875"/>
              <a:gd name="connsiteX4317" fmla="*/ 6908534 w 9408955"/>
              <a:gd name="connsiteY4317" fmla="*/ 3458032 h 4587875"/>
              <a:gd name="connsiteX4318" fmla="*/ 6949916 w 9408955"/>
              <a:gd name="connsiteY4318" fmla="*/ 3436773 h 4587875"/>
              <a:gd name="connsiteX4319" fmla="*/ 6915119 w 9408955"/>
              <a:gd name="connsiteY4319" fmla="*/ 3386837 h 4587875"/>
              <a:gd name="connsiteX4320" fmla="*/ 6893227 w 9408955"/>
              <a:gd name="connsiteY4320" fmla="*/ 3451822 h 4587875"/>
              <a:gd name="connsiteX4321" fmla="*/ 6908534 w 9408955"/>
              <a:gd name="connsiteY4321" fmla="*/ 3458032 h 4587875"/>
              <a:gd name="connsiteX4322" fmla="*/ 7627203 w 9408955"/>
              <a:gd name="connsiteY4322" fmla="*/ 3458036 h 4587875"/>
              <a:gd name="connsiteX4323" fmla="*/ 7667189 w 9408955"/>
              <a:gd name="connsiteY4323" fmla="*/ 3428361 h 4587875"/>
              <a:gd name="connsiteX4324" fmla="*/ 7623532 w 9408955"/>
              <a:gd name="connsiteY4324" fmla="*/ 3388036 h 4587875"/>
              <a:gd name="connsiteX4325" fmla="*/ 7610732 w 9408955"/>
              <a:gd name="connsiteY4325" fmla="*/ 3449899 h 4587875"/>
              <a:gd name="connsiteX4326" fmla="*/ 7627203 w 9408955"/>
              <a:gd name="connsiteY4326" fmla="*/ 3458036 h 4587875"/>
              <a:gd name="connsiteX4327" fmla="*/ 1057352 w 9408955"/>
              <a:gd name="connsiteY4327" fmla="*/ 3458054 h 4587875"/>
              <a:gd name="connsiteX4328" fmla="*/ 1090421 w 9408955"/>
              <a:gd name="connsiteY4328" fmla="*/ 3420137 h 4587875"/>
              <a:gd name="connsiteX4329" fmla="*/ 1040759 w 9408955"/>
              <a:gd name="connsiteY4329" fmla="*/ 3391272 h 4587875"/>
              <a:gd name="connsiteX4330" fmla="*/ 1038945 w 9408955"/>
              <a:gd name="connsiteY4330" fmla="*/ 3453583 h 4587875"/>
              <a:gd name="connsiteX4331" fmla="*/ 1057352 w 9408955"/>
              <a:gd name="connsiteY4331" fmla="*/ 3458054 h 4587875"/>
              <a:gd name="connsiteX4332" fmla="*/ 6200414 w 9408955"/>
              <a:gd name="connsiteY4332" fmla="*/ 3458077 h 4587875"/>
              <a:gd name="connsiteX4333" fmla="*/ 6216181 w 9408955"/>
              <a:gd name="connsiteY4333" fmla="*/ 3451678 h 4587875"/>
              <a:gd name="connsiteX4334" fmla="*/ 6186166 w 9408955"/>
              <a:gd name="connsiteY4334" fmla="*/ 3388404 h 4587875"/>
              <a:gd name="connsiteX4335" fmla="*/ 6157754 w 9408955"/>
              <a:gd name="connsiteY4335" fmla="*/ 3436710 h 4587875"/>
              <a:gd name="connsiteX4336" fmla="*/ 6200414 w 9408955"/>
              <a:gd name="connsiteY4336" fmla="*/ 3458077 h 4587875"/>
              <a:gd name="connsiteX4337" fmla="*/ 1364955 w 9408955"/>
              <a:gd name="connsiteY4337" fmla="*/ 3458094 h 4587875"/>
              <a:gd name="connsiteX4338" fmla="*/ 1400836 w 9408955"/>
              <a:gd name="connsiteY4338" fmla="*/ 3419601 h 4587875"/>
              <a:gd name="connsiteX4339" fmla="*/ 1352823 w 9408955"/>
              <a:gd name="connsiteY4339" fmla="*/ 3389514 h 4587875"/>
              <a:gd name="connsiteX4340" fmla="*/ 1346648 w 9408955"/>
              <a:gd name="connsiteY4340" fmla="*/ 3451272 h 4587875"/>
              <a:gd name="connsiteX4341" fmla="*/ 1364955 w 9408955"/>
              <a:gd name="connsiteY4341" fmla="*/ 3458094 h 4587875"/>
              <a:gd name="connsiteX4342" fmla="*/ 5789528 w 9408955"/>
              <a:gd name="connsiteY4342" fmla="*/ 3458126 h 4587875"/>
              <a:gd name="connsiteX4343" fmla="*/ 5816691 w 9408955"/>
              <a:gd name="connsiteY4343" fmla="*/ 3412757 h 4587875"/>
              <a:gd name="connsiteX4344" fmla="*/ 5751300 w 9408955"/>
              <a:gd name="connsiteY4344" fmla="*/ 3407528 h 4587875"/>
              <a:gd name="connsiteX4345" fmla="*/ 5769619 w 9408955"/>
              <a:gd name="connsiteY4345" fmla="*/ 3455500 h 4587875"/>
              <a:gd name="connsiteX4346" fmla="*/ 5789528 w 9408955"/>
              <a:gd name="connsiteY4346" fmla="*/ 3458126 h 4587875"/>
              <a:gd name="connsiteX4347" fmla="*/ 1776792 w 9408955"/>
              <a:gd name="connsiteY4347" fmla="*/ 3458143 h 4587875"/>
              <a:gd name="connsiteX4348" fmla="*/ 1809685 w 9408955"/>
              <a:gd name="connsiteY4348" fmla="*/ 3413798 h 4587875"/>
              <a:gd name="connsiteX4349" fmla="*/ 1760898 w 9408955"/>
              <a:gd name="connsiteY4349" fmla="*/ 3386136 h 4587875"/>
              <a:gd name="connsiteX4350" fmla="*/ 1756567 w 9408955"/>
              <a:gd name="connsiteY4350" fmla="*/ 3452294 h 4587875"/>
              <a:gd name="connsiteX4351" fmla="*/ 1776792 w 9408955"/>
              <a:gd name="connsiteY4351" fmla="*/ 3458143 h 4587875"/>
              <a:gd name="connsiteX4352" fmla="*/ 1669902 w 9408955"/>
              <a:gd name="connsiteY4352" fmla="*/ 3458196 h 4587875"/>
              <a:gd name="connsiteX4353" fmla="*/ 1706114 w 9408955"/>
              <a:gd name="connsiteY4353" fmla="*/ 3421026 h 4587875"/>
              <a:gd name="connsiteX4354" fmla="*/ 1652759 w 9408955"/>
              <a:gd name="connsiteY4354" fmla="*/ 3392475 h 4587875"/>
              <a:gd name="connsiteX4355" fmla="*/ 1651402 w 9408955"/>
              <a:gd name="connsiteY4355" fmla="*/ 3451418 h 4587875"/>
              <a:gd name="connsiteX4356" fmla="*/ 1669902 w 9408955"/>
              <a:gd name="connsiteY4356" fmla="*/ 3458196 h 4587875"/>
              <a:gd name="connsiteX4357" fmla="*/ 5577598 w 9408955"/>
              <a:gd name="connsiteY4357" fmla="*/ 3458237 h 4587875"/>
              <a:gd name="connsiteX4358" fmla="*/ 5613907 w 9408955"/>
              <a:gd name="connsiteY4358" fmla="*/ 3420381 h 4587875"/>
              <a:gd name="connsiteX4359" fmla="*/ 5555288 w 9408955"/>
              <a:gd name="connsiteY4359" fmla="*/ 3394754 h 4587875"/>
              <a:gd name="connsiteX4360" fmla="*/ 5559622 w 9408955"/>
              <a:gd name="connsiteY4360" fmla="*/ 3451451 h 4587875"/>
              <a:gd name="connsiteX4361" fmla="*/ 5577598 w 9408955"/>
              <a:gd name="connsiteY4361" fmla="*/ 3458237 h 4587875"/>
              <a:gd name="connsiteX4362" fmla="*/ 4852497 w 9408955"/>
              <a:gd name="connsiteY4362" fmla="*/ 3458274 h 4587875"/>
              <a:gd name="connsiteX4363" fmla="*/ 4892499 w 9408955"/>
              <a:gd name="connsiteY4363" fmla="*/ 3429608 h 4587875"/>
              <a:gd name="connsiteX4364" fmla="*/ 4848841 w 9408955"/>
              <a:gd name="connsiteY4364" fmla="*/ 3388014 h 4587875"/>
              <a:gd name="connsiteX4365" fmla="*/ 4836335 w 9408955"/>
              <a:gd name="connsiteY4365" fmla="*/ 3450176 h 4587875"/>
              <a:gd name="connsiteX4366" fmla="*/ 4852497 w 9408955"/>
              <a:gd name="connsiteY4366" fmla="*/ 3458274 h 4587875"/>
              <a:gd name="connsiteX4367" fmla="*/ 6713150 w 9408955"/>
              <a:gd name="connsiteY4367" fmla="*/ 3458404 h 4587875"/>
              <a:gd name="connsiteX4368" fmla="*/ 6740093 w 9408955"/>
              <a:gd name="connsiteY4368" fmla="*/ 3412518 h 4587875"/>
              <a:gd name="connsiteX4369" fmla="*/ 6691282 w 9408955"/>
              <a:gd name="connsiteY4369" fmla="*/ 3389779 h 4587875"/>
              <a:gd name="connsiteX4370" fmla="*/ 6693791 w 9408955"/>
              <a:gd name="connsiteY4370" fmla="*/ 3454812 h 4587875"/>
              <a:gd name="connsiteX4371" fmla="*/ 6713150 w 9408955"/>
              <a:gd name="connsiteY4371" fmla="*/ 3458404 h 4587875"/>
              <a:gd name="connsiteX4372" fmla="*/ 7839741 w 9408955"/>
              <a:gd name="connsiteY4372" fmla="*/ 3458542 h 4587875"/>
              <a:gd name="connsiteX4373" fmla="*/ 7873753 w 9408955"/>
              <a:gd name="connsiteY4373" fmla="*/ 3412930 h 4587875"/>
              <a:gd name="connsiteX4374" fmla="*/ 7817060 w 9408955"/>
              <a:gd name="connsiteY4374" fmla="*/ 3396256 h 4587875"/>
              <a:gd name="connsiteX4375" fmla="*/ 7819117 w 9408955"/>
              <a:gd name="connsiteY4375" fmla="*/ 3452218 h 4587875"/>
              <a:gd name="connsiteX4376" fmla="*/ 7839741 w 9408955"/>
              <a:gd name="connsiteY4376" fmla="*/ 3458542 h 4587875"/>
              <a:gd name="connsiteX4377" fmla="*/ 956596 w 9408955"/>
              <a:gd name="connsiteY4377" fmla="*/ 3458587 h 4587875"/>
              <a:gd name="connsiteX4378" fmla="*/ 984436 w 9408955"/>
              <a:gd name="connsiteY4378" fmla="*/ 3408134 h 4587875"/>
              <a:gd name="connsiteX4379" fmla="*/ 924573 w 9408955"/>
              <a:gd name="connsiteY4379" fmla="*/ 3405640 h 4587875"/>
              <a:gd name="connsiteX4380" fmla="*/ 935335 w 9408955"/>
              <a:gd name="connsiteY4380" fmla="*/ 3452812 h 4587875"/>
              <a:gd name="connsiteX4381" fmla="*/ 956596 w 9408955"/>
              <a:gd name="connsiteY4381" fmla="*/ 3458587 h 4587875"/>
              <a:gd name="connsiteX4382" fmla="*/ 7223461 w 9408955"/>
              <a:gd name="connsiteY4382" fmla="*/ 3458828 h 4587875"/>
              <a:gd name="connsiteX4383" fmla="*/ 7237931 w 9408955"/>
              <a:gd name="connsiteY4383" fmla="*/ 3454222 h 4587875"/>
              <a:gd name="connsiteX4384" fmla="*/ 7237931 w 9408955"/>
              <a:gd name="connsiteY4384" fmla="*/ 3385929 h 4587875"/>
              <a:gd name="connsiteX4385" fmla="*/ 7196978 w 9408955"/>
              <a:gd name="connsiteY4385" fmla="*/ 3396046 h 4587875"/>
              <a:gd name="connsiteX4386" fmla="*/ 7186912 w 9408955"/>
              <a:gd name="connsiteY4386" fmla="*/ 3436517 h 4587875"/>
              <a:gd name="connsiteX4387" fmla="*/ 7223461 w 9408955"/>
              <a:gd name="connsiteY4387" fmla="*/ 3458828 h 4587875"/>
              <a:gd name="connsiteX4388" fmla="*/ 1150701 w 9408955"/>
              <a:gd name="connsiteY4388" fmla="*/ 3458902 h 4587875"/>
              <a:gd name="connsiteX4389" fmla="*/ 1190611 w 9408955"/>
              <a:gd name="connsiteY4389" fmla="*/ 3435811 h 4587875"/>
              <a:gd name="connsiteX4390" fmla="*/ 1173962 w 9408955"/>
              <a:gd name="connsiteY4390" fmla="*/ 3386165 h 4587875"/>
              <a:gd name="connsiteX4391" fmla="*/ 1129726 w 9408955"/>
              <a:gd name="connsiteY4391" fmla="*/ 3401867 h 4587875"/>
              <a:gd name="connsiteX4392" fmla="*/ 1150701 w 9408955"/>
              <a:gd name="connsiteY4392" fmla="*/ 3458902 h 4587875"/>
              <a:gd name="connsiteX4393" fmla="*/ 7533992 w 9408955"/>
              <a:gd name="connsiteY4393" fmla="*/ 3462337 h 4587875"/>
              <a:gd name="connsiteX4394" fmla="*/ 7564890 w 9408955"/>
              <a:gd name="connsiteY4394" fmla="*/ 3413874 h 4587875"/>
              <a:gd name="connsiteX4395" fmla="*/ 7498943 w 9408955"/>
              <a:gd name="connsiteY4395" fmla="*/ 3407473 h 4587875"/>
              <a:gd name="connsiteX4396" fmla="*/ 7533992 w 9408955"/>
              <a:gd name="connsiteY4396" fmla="*/ 3462337 h 4587875"/>
              <a:gd name="connsiteX4397" fmla="*/ 7122954 w 9408955"/>
              <a:gd name="connsiteY4397" fmla="*/ 3462337 h 4587875"/>
              <a:gd name="connsiteX4398" fmla="*/ 7154931 w 9408955"/>
              <a:gd name="connsiteY4398" fmla="*/ 3427326 h 4587875"/>
              <a:gd name="connsiteX4399" fmla="*/ 7132706 w 9408955"/>
              <a:gd name="connsiteY4399" fmla="*/ 3386595 h 4587875"/>
              <a:gd name="connsiteX4400" fmla="*/ 7084400 w 9408955"/>
              <a:gd name="connsiteY4400" fmla="*/ 3420919 h 4587875"/>
              <a:gd name="connsiteX4401" fmla="*/ 7122954 w 9408955"/>
              <a:gd name="connsiteY4401" fmla="*/ 3462337 h 4587875"/>
              <a:gd name="connsiteX4402" fmla="*/ 4753808 w 9408955"/>
              <a:gd name="connsiteY4402" fmla="*/ 3462337 h 4587875"/>
              <a:gd name="connsiteX4403" fmla="*/ 4787174 w 9408955"/>
              <a:gd name="connsiteY4403" fmla="*/ 3407952 h 4587875"/>
              <a:gd name="connsiteX4404" fmla="*/ 4721585 w 9408955"/>
              <a:gd name="connsiteY4404" fmla="*/ 3413022 h 4587875"/>
              <a:gd name="connsiteX4405" fmla="*/ 4753808 w 9408955"/>
              <a:gd name="connsiteY4405" fmla="*/ 3462337 h 4587875"/>
              <a:gd name="connsiteX4406" fmla="*/ 2389631 w 9408955"/>
              <a:gd name="connsiteY4406" fmla="*/ 3462337 h 4587875"/>
              <a:gd name="connsiteX4407" fmla="*/ 2424828 w 9408955"/>
              <a:gd name="connsiteY4407" fmla="*/ 3420727 h 4587875"/>
              <a:gd name="connsiteX4408" fmla="*/ 2360808 w 9408955"/>
              <a:gd name="connsiteY4408" fmla="*/ 3413224 h 4587875"/>
              <a:gd name="connsiteX4409" fmla="*/ 2389631 w 9408955"/>
              <a:gd name="connsiteY4409" fmla="*/ 3462337 h 4587875"/>
              <a:gd name="connsiteX4410" fmla="*/ 1465007 w 9408955"/>
              <a:gd name="connsiteY4410" fmla="*/ 3462337 h 4587875"/>
              <a:gd name="connsiteX4411" fmla="*/ 1500529 w 9408955"/>
              <a:gd name="connsiteY4411" fmla="*/ 3432973 h 4587875"/>
              <a:gd name="connsiteX4412" fmla="*/ 1463854 w 9408955"/>
              <a:gd name="connsiteY4412" fmla="*/ 3386633 h 4587875"/>
              <a:gd name="connsiteX4413" fmla="*/ 1433866 w 9408955"/>
              <a:gd name="connsiteY4413" fmla="*/ 3432514 h 4587875"/>
              <a:gd name="connsiteX4414" fmla="*/ 1465007 w 9408955"/>
              <a:gd name="connsiteY4414" fmla="*/ 3462337 h 4587875"/>
              <a:gd name="connsiteX4415" fmla="*/ 1361476 w 9408955"/>
              <a:gd name="connsiteY4415" fmla="*/ 3554609 h 4587875"/>
              <a:gd name="connsiteX4416" fmla="*/ 1393767 w 9408955"/>
              <a:gd name="connsiteY4416" fmla="*/ 3524349 h 4587875"/>
              <a:gd name="connsiteX4417" fmla="*/ 1344727 w 9408955"/>
              <a:gd name="connsiteY4417" fmla="*/ 3503059 h 4587875"/>
              <a:gd name="connsiteX4418" fmla="*/ 1345192 w 9408955"/>
              <a:gd name="connsiteY4418" fmla="*/ 3549301 h 4587875"/>
              <a:gd name="connsiteX4419" fmla="*/ 1361476 w 9408955"/>
              <a:gd name="connsiteY4419" fmla="*/ 3554609 h 4587875"/>
              <a:gd name="connsiteX4420" fmla="*/ 8877893 w 9408955"/>
              <a:gd name="connsiteY4420" fmla="*/ 3555971 h 4587875"/>
              <a:gd name="connsiteX4421" fmla="*/ 8897921 w 9408955"/>
              <a:gd name="connsiteY4421" fmla="*/ 3536807 h 4587875"/>
              <a:gd name="connsiteX4422" fmla="*/ 8862036 w 9408955"/>
              <a:gd name="connsiteY4422" fmla="*/ 3490038 h 4587875"/>
              <a:gd name="connsiteX4423" fmla="*/ 8848779 w 9408955"/>
              <a:gd name="connsiteY4423" fmla="*/ 3553918 h 4587875"/>
              <a:gd name="connsiteX4424" fmla="*/ 8877893 w 9408955"/>
              <a:gd name="connsiteY4424" fmla="*/ 3555971 h 4587875"/>
              <a:gd name="connsiteX4425" fmla="*/ 246128 w 9408955"/>
              <a:gd name="connsiteY4425" fmla="*/ 3556040 h 4587875"/>
              <a:gd name="connsiteX4426" fmla="*/ 265091 w 9408955"/>
              <a:gd name="connsiteY4426" fmla="*/ 3540364 h 4587875"/>
              <a:gd name="connsiteX4427" fmla="*/ 232568 w 9408955"/>
              <a:gd name="connsiteY4427" fmla="*/ 3490872 h 4587875"/>
              <a:gd name="connsiteX4428" fmla="*/ 219833 w 9408955"/>
              <a:gd name="connsiteY4428" fmla="*/ 3555592 h 4587875"/>
              <a:gd name="connsiteX4429" fmla="*/ 246128 w 9408955"/>
              <a:gd name="connsiteY4429" fmla="*/ 3556040 h 4587875"/>
              <a:gd name="connsiteX4430" fmla="*/ 8026952 w 9408955"/>
              <a:gd name="connsiteY4430" fmla="*/ 3556367 h 4587875"/>
              <a:gd name="connsiteX4431" fmla="*/ 8077320 w 9408955"/>
              <a:gd name="connsiteY4431" fmla="*/ 3532900 h 4587875"/>
              <a:gd name="connsiteX4432" fmla="*/ 8034147 w 9408955"/>
              <a:gd name="connsiteY4432" fmla="*/ 3491947 h 4587875"/>
              <a:gd name="connsiteX4433" fmla="*/ 8026952 w 9408955"/>
              <a:gd name="connsiteY4433" fmla="*/ 3556367 h 4587875"/>
              <a:gd name="connsiteX4434" fmla="*/ 4767762 w 9408955"/>
              <a:gd name="connsiteY4434" fmla="*/ 3556487 h 4587875"/>
              <a:gd name="connsiteX4435" fmla="*/ 4788168 w 9408955"/>
              <a:gd name="connsiteY4435" fmla="*/ 3537122 h 4587875"/>
              <a:gd name="connsiteX4436" fmla="*/ 4752472 w 9408955"/>
              <a:gd name="connsiteY4436" fmla="*/ 3489841 h 4587875"/>
              <a:gd name="connsiteX4437" fmla="*/ 4738148 w 9408955"/>
              <a:gd name="connsiteY4437" fmla="*/ 3555024 h 4587875"/>
              <a:gd name="connsiteX4438" fmla="*/ 4767762 w 9408955"/>
              <a:gd name="connsiteY4438" fmla="*/ 3556487 h 4587875"/>
              <a:gd name="connsiteX4439" fmla="*/ 5981323 w 9408955"/>
              <a:gd name="connsiteY4439" fmla="*/ 3556615 h 4587875"/>
              <a:gd name="connsiteX4440" fmla="*/ 6005449 w 9408955"/>
              <a:gd name="connsiteY4440" fmla="*/ 3555534 h 4587875"/>
              <a:gd name="connsiteX4441" fmla="*/ 6015488 w 9408955"/>
              <a:gd name="connsiteY4441" fmla="*/ 3500709 h 4587875"/>
              <a:gd name="connsiteX4442" fmla="*/ 5967577 w 9408955"/>
              <a:gd name="connsiteY4442" fmla="*/ 3491836 h 4587875"/>
              <a:gd name="connsiteX4443" fmla="*/ 5960961 w 9408955"/>
              <a:gd name="connsiteY4443" fmla="*/ 3545752 h 4587875"/>
              <a:gd name="connsiteX4444" fmla="*/ 5981323 w 9408955"/>
              <a:gd name="connsiteY4444" fmla="*/ 3556615 h 4587875"/>
              <a:gd name="connsiteX4445" fmla="*/ 7952167 w 9408955"/>
              <a:gd name="connsiteY4445" fmla="*/ 3556777 h 4587875"/>
              <a:gd name="connsiteX4446" fmla="*/ 7973173 w 9408955"/>
              <a:gd name="connsiteY4446" fmla="*/ 3537779 h 4587875"/>
              <a:gd name="connsiteX4447" fmla="*/ 7937341 w 9408955"/>
              <a:gd name="connsiteY4447" fmla="*/ 3490651 h 4587875"/>
              <a:gd name="connsiteX4448" fmla="*/ 7923507 w 9408955"/>
              <a:gd name="connsiteY4448" fmla="*/ 3553790 h 4587875"/>
              <a:gd name="connsiteX4449" fmla="*/ 7952167 w 9408955"/>
              <a:gd name="connsiteY4449" fmla="*/ 3556777 h 4587875"/>
              <a:gd name="connsiteX4450" fmla="*/ 5075030 w 9408955"/>
              <a:gd name="connsiteY4450" fmla="*/ 3557133 h 4587875"/>
              <a:gd name="connsiteX4451" fmla="*/ 5095816 w 9408955"/>
              <a:gd name="connsiteY4451" fmla="*/ 3537403 h 4587875"/>
              <a:gd name="connsiteX4452" fmla="*/ 5058115 w 9408955"/>
              <a:gd name="connsiteY4452" fmla="*/ 3491365 h 4587875"/>
              <a:gd name="connsiteX4453" fmla="*/ 5045324 w 9408955"/>
              <a:gd name="connsiteY4453" fmla="*/ 3554412 h 4587875"/>
              <a:gd name="connsiteX4454" fmla="*/ 5075030 w 9408955"/>
              <a:gd name="connsiteY4454" fmla="*/ 3557133 h 4587875"/>
              <a:gd name="connsiteX4455" fmla="*/ 7438711 w 9408955"/>
              <a:gd name="connsiteY4455" fmla="*/ 3557286 h 4587875"/>
              <a:gd name="connsiteX4456" fmla="*/ 7459656 w 9408955"/>
              <a:gd name="connsiteY4456" fmla="*/ 3537954 h 4587875"/>
              <a:gd name="connsiteX4457" fmla="*/ 7423080 w 9408955"/>
              <a:gd name="connsiteY4457" fmla="*/ 3490545 h 4587875"/>
              <a:gd name="connsiteX4458" fmla="*/ 7409364 w 9408955"/>
              <a:gd name="connsiteY4458" fmla="*/ 3554524 h 4587875"/>
              <a:gd name="connsiteX4459" fmla="*/ 7438711 w 9408955"/>
              <a:gd name="connsiteY4459" fmla="*/ 3557286 h 4587875"/>
              <a:gd name="connsiteX4460" fmla="*/ 760260 w 9408955"/>
              <a:gd name="connsiteY4460" fmla="*/ 3557328 h 4587875"/>
              <a:gd name="connsiteX4461" fmla="*/ 781917 w 9408955"/>
              <a:gd name="connsiteY4461" fmla="*/ 3533867 h 4587875"/>
              <a:gd name="connsiteX4462" fmla="*/ 747959 w 9408955"/>
              <a:gd name="connsiteY4462" fmla="*/ 3491129 h 4587875"/>
              <a:gd name="connsiteX4463" fmla="*/ 727168 w 9408955"/>
              <a:gd name="connsiteY4463" fmla="*/ 3553314 h 4587875"/>
              <a:gd name="connsiteX4464" fmla="*/ 760260 w 9408955"/>
              <a:gd name="connsiteY4464" fmla="*/ 3557328 h 4587875"/>
              <a:gd name="connsiteX4465" fmla="*/ 1476147 w 9408955"/>
              <a:gd name="connsiteY4465" fmla="*/ 3557435 h 4587875"/>
              <a:gd name="connsiteX4466" fmla="*/ 1496845 w 9408955"/>
              <a:gd name="connsiteY4466" fmla="*/ 3542338 h 4587875"/>
              <a:gd name="connsiteX4467" fmla="*/ 1463139 w 9408955"/>
              <a:gd name="connsiteY4467" fmla="*/ 3490704 h 4587875"/>
              <a:gd name="connsiteX4468" fmla="*/ 1449340 w 9408955"/>
              <a:gd name="connsiteY4468" fmla="*/ 3554621 h 4587875"/>
              <a:gd name="connsiteX4469" fmla="*/ 1476147 w 9408955"/>
              <a:gd name="connsiteY4469" fmla="*/ 3557435 h 4587875"/>
              <a:gd name="connsiteX4470" fmla="*/ 6308708 w 9408955"/>
              <a:gd name="connsiteY4470" fmla="*/ 3557516 h 4587875"/>
              <a:gd name="connsiteX4471" fmla="*/ 6330792 w 9408955"/>
              <a:gd name="connsiteY4471" fmla="*/ 3533262 h 4587875"/>
              <a:gd name="connsiteX4472" fmla="*/ 6281125 w 9408955"/>
              <a:gd name="connsiteY4472" fmla="*/ 3493856 h 4587875"/>
              <a:gd name="connsiteX4473" fmla="*/ 6275229 w 9408955"/>
              <a:gd name="connsiteY4473" fmla="*/ 3553772 h 4587875"/>
              <a:gd name="connsiteX4474" fmla="*/ 6308708 w 9408955"/>
              <a:gd name="connsiteY4474" fmla="*/ 3557516 h 4587875"/>
              <a:gd name="connsiteX4475" fmla="*/ 451075 w 9408955"/>
              <a:gd name="connsiteY4475" fmla="*/ 3557546 h 4587875"/>
              <a:gd name="connsiteX4476" fmla="*/ 472468 w 9408955"/>
              <a:gd name="connsiteY4476" fmla="*/ 3538185 h 4587875"/>
              <a:gd name="connsiteX4477" fmla="*/ 434462 w 9408955"/>
              <a:gd name="connsiteY4477" fmla="*/ 3490776 h 4587875"/>
              <a:gd name="connsiteX4478" fmla="*/ 420873 w 9408955"/>
              <a:gd name="connsiteY4478" fmla="*/ 3554986 h 4587875"/>
              <a:gd name="connsiteX4479" fmla="*/ 451075 w 9408955"/>
              <a:gd name="connsiteY4479" fmla="*/ 3557546 h 4587875"/>
              <a:gd name="connsiteX4480" fmla="*/ 7231794 w 9408955"/>
              <a:gd name="connsiteY4480" fmla="*/ 3557775 h 4587875"/>
              <a:gd name="connsiteX4481" fmla="*/ 7245691 w 9408955"/>
              <a:gd name="connsiteY4481" fmla="*/ 3549831 h 4587875"/>
              <a:gd name="connsiteX4482" fmla="*/ 7213389 w 9408955"/>
              <a:gd name="connsiteY4482" fmla="*/ 3491395 h 4587875"/>
              <a:gd name="connsiteX4483" fmla="*/ 7188041 w 9408955"/>
              <a:gd name="connsiteY4483" fmla="*/ 3542555 h 4587875"/>
              <a:gd name="connsiteX4484" fmla="*/ 7231794 w 9408955"/>
              <a:gd name="connsiteY4484" fmla="*/ 3557775 h 4587875"/>
              <a:gd name="connsiteX4485" fmla="*/ 954849 w 9408955"/>
              <a:gd name="connsiteY4485" fmla="*/ 3557881 h 4587875"/>
              <a:gd name="connsiteX4486" fmla="*/ 986275 w 9408955"/>
              <a:gd name="connsiteY4486" fmla="*/ 3517803 h 4587875"/>
              <a:gd name="connsiteX4487" fmla="*/ 925891 w 9408955"/>
              <a:gd name="connsiteY4487" fmla="*/ 3502649 h 4587875"/>
              <a:gd name="connsiteX4488" fmla="*/ 935269 w 9408955"/>
              <a:gd name="connsiteY4488" fmla="*/ 3553767 h 4587875"/>
              <a:gd name="connsiteX4489" fmla="*/ 954849 w 9408955"/>
              <a:gd name="connsiteY4489" fmla="*/ 3557881 h 4587875"/>
              <a:gd name="connsiteX4490" fmla="*/ 6710137 w 9408955"/>
              <a:gd name="connsiteY4490" fmla="*/ 3558155 h 4587875"/>
              <a:gd name="connsiteX4491" fmla="*/ 6741871 w 9408955"/>
              <a:gd name="connsiteY4491" fmla="*/ 3524250 h 4587875"/>
              <a:gd name="connsiteX4492" fmla="*/ 6699184 w 9408955"/>
              <a:gd name="connsiteY4492" fmla="*/ 3490986 h 4587875"/>
              <a:gd name="connsiteX4493" fmla="*/ 6692492 w 9408955"/>
              <a:gd name="connsiteY4493" fmla="*/ 3555678 h 4587875"/>
              <a:gd name="connsiteX4494" fmla="*/ 6710137 w 9408955"/>
              <a:gd name="connsiteY4494" fmla="*/ 3558155 h 4587875"/>
              <a:gd name="connsiteX4495" fmla="*/ 8549494 w 9408955"/>
              <a:gd name="connsiteY4495" fmla="*/ 3558175 h 4587875"/>
              <a:gd name="connsiteX4496" fmla="*/ 8582030 w 9408955"/>
              <a:gd name="connsiteY4496" fmla="*/ 3499898 h 4587875"/>
              <a:gd name="connsiteX4497" fmla="*/ 8521541 w 9408955"/>
              <a:gd name="connsiteY4497" fmla="*/ 3511097 h 4587875"/>
              <a:gd name="connsiteX4498" fmla="*/ 8549494 w 9408955"/>
              <a:gd name="connsiteY4498" fmla="*/ 3558175 h 4587875"/>
              <a:gd name="connsiteX4499" fmla="*/ 8163233 w 9408955"/>
              <a:gd name="connsiteY4499" fmla="*/ 3558275 h 4587875"/>
              <a:gd name="connsiteX4500" fmla="*/ 8175127 w 9408955"/>
              <a:gd name="connsiteY4500" fmla="*/ 3504074 h 4587875"/>
              <a:gd name="connsiteX4501" fmla="*/ 8113366 w 9408955"/>
              <a:gd name="connsiteY4501" fmla="*/ 3524540 h 4587875"/>
              <a:gd name="connsiteX4502" fmla="*/ 8163233 w 9408955"/>
              <a:gd name="connsiteY4502" fmla="*/ 3558275 h 4587875"/>
              <a:gd name="connsiteX4503" fmla="*/ 5175947 w 9408955"/>
              <a:gd name="connsiteY4503" fmla="*/ 3558312 h 4587875"/>
              <a:gd name="connsiteX4504" fmla="*/ 5197169 w 9408955"/>
              <a:gd name="connsiteY4504" fmla="*/ 3543016 h 4587875"/>
              <a:gd name="connsiteX4505" fmla="*/ 5162801 w 9408955"/>
              <a:gd name="connsiteY4505" fmla="*/ 3490930 h 4587875"/>
              <a:gd name="connsiteX4506" fmla="*/ 5149053 w 9408955"/>
              <a:gd name="connsiteY4506" fmla="*/ 3554843 h 4587875"/>
              <a:gd name="connsiteX4507" fmla="*/ 5175947 w 9408955"/>
              <a:gd name="connsiteY4507" fmla="*/ 3558312 h 4587875"/>
              <a:gd name="connsiteX4508" fmla="*/ 5577019 w 9408955"/>
              <a:gd name="connsiteY4508" fmla="*/ 3558366 h 4587875"/>
              <a:gd name="connsiteX4509" fmla="*/ 5613020 w 9408955"/>
              <a:gd name="connsiteY4509" fmla="*/ 3524473 h 4587875"/>
              <a:gd name="connsiteX4510" fmla="*/ 5565075 w 9408955"/>
              <a:gd name="connsiteY4510" fmla="*/ 3491867 h 4587875"/>
              <a:gd name="connsiteX4511" fmla="*/ 5559422 w 9408955"/>
              <a:gd name="connsiteY4511" fmla="*/ 3553203 h 4587875"/>
              <a:gd name="connsiteX4512" fmla="*/ 5577019 w 9408955"/>
              <a:gd name="connsiteY4512" fmla="*/ 3558366 h 4587875"/>
              <a:gd name="connsiteX4513" fmla="*/ 8244238 w 9408955"/>
              <a:gd name="connsiteY4513" fmla="*/ 3558381 h 4587875"/>
              <a:gd name="connsiteX4514" fmla="*/ 8284545 w 9408955"/>
              <a:gd name="connsiteY4514" fmla="*/ 3542327 h 4587875"/>
              <a:gd name="connsiteX4515" fmla="*/ 8250379 w 9408955"/>
              <a:gd name="connsiteY4515" fmla="*/ 3490474 h 4587875"/>
              <a:gd name="connsiteX4516" fmla="*/ 8230200 w 9408955"/>
              <a:gd name="connsiteY4516" fmla="*/ 3553243 h 4587875"/>
              <a:gd name="connsiteX4517" fmla="*/ 8244238 w 9408955"/>
              <a:gd name="connsiteY4517" fmla="*/ 3558381 h 4587875"/>
              <a:gd name="connsiteX4518" fmla="*/ 5368146 w 9408955"/>
              <a:gd name="connsiteY4518" fmla="*/ 3558409 h 4587875"/>
              <a:gd name="connsiteX4519" fmla="*/ 5400143 w 9408955"/>
              <a:gd name="connsiteY4519" fmla="*/ 3546021 h 4587875"/>
              <a:gd name="connsiteX4520" fmla="*/ 5362914 w 9408955"/>
              <a:gd name="connsiteY4520" fmla="*/ 3491592 h 4587875"/>
              <a:gd name="connsiteX4521" fmla="*/ 5337016 w 9408955"/>
              <a:gd name="connsiteY4521" fmla="*/ 3541032 h 4587875"/>
              <a:gd name="connsiteX4522" fmla="*/ 5368146 w 9408955"/>
              <a:gd name="connsiteY4522" fmla="*/ 3558409 h 4587875"/>
              <a:gd name="connsiteX4523" fmla="*/ 7738859 w 9408955"/>
              <a:gd name="connsiteY4523" fmla="*/ 3558486 h 4587875"/>
              <a:gd name="connsiteX4524" fmla="*/ 7770671 w 9408955"/>
              <a:gd name="connsiteY4524" fmla="*/ 3523560 h 4587875"/>
              <a:gd name="connsiteX4525" fmla="*/ 7727818 w 9408955"/>
              <a:gd name="connsiteY4525" fmla="*/ 3490719 h 4587875"/>
              <a:gd name="connsiteX4526" fmla="*/ 7721728 w 9408955"/>
              <a:gd name="connsiteY4526" fmla="*/ 3555717 h 4587875"/>
              <a:gd name="connsiteX4527" fmla="*/ 7738859 w 9408955"/>
              <a:gd name="connsiteY4527" fmla="*/ 3558486 h 4587875"/>
              <a:gd name="connsiteX4528" fmla="*/ 5493711 w 9408955"/>
              <a:gd name="connsiteY4528" fmla="*/ 3558508 h 4587875"/>
              <a:gd name="connsiteX4529" fmla="*/ 5509540 w 9408955"/>
              <a:gd name="connsiteY4529" fmla="*/ 3517702 h 4587875"/>
              <a:gd name="connsiteX4530" fmla="*/ 5455170 w 9408955"/>
              <a:gd name="connsiteY4530" fmla="*/ 3495158 h 4587875"/>
              <a:gd name="connsiteX4531" fmla="*/ 5445994 w 9408955"/>
              <a:gd name="connsiteY4531" fmla="*/ 3546334 h 4587875"/>
              <a:gd name="connsiteX4532" fmla="*/ 5493711 w 9408955"/>
              <a:gd name="connsiteY4532" fmla="*/ 3558508 h 4587875"/>
              <a:gd name="connsiteX4533" fmla="*/ 330354 w 9408955"/>
              <a:gd name="connsiteY4533" fmla="*/ 3558562 h 4587875"/>
              <a:gd name="connsiteX4534" fmla="*/ 369225 w 9408955"/>
              <a:gd name="connsiteY4534" fmla="*/ 3542393 h 4587875"/>
              <a:gd name="connsiteX4535" fmla="*/ 369225 w 9408955"/>
              <a:gd name="connsiteY4535" fmla="*/ 3507241 h 4587875"/>
              <a:gd name="connsiteX4536" fmla="*/ 328867 w 9408955"/>
              <a:gd name="connsiteY4536" fmla="*/ 3491139 h 4587875"/>
              <a:gd name="connsiteX4537" fmla="*/ 316691 w 9408955"/>
              <a:gd name="connsiteY4537" fmla="*/ 3553052 h 4587875"/>
              <a:gd name="connsiteX4538" fmla="*/ 330354 w 9408955"/>
              <a:gd name="connsiteY4538" fmla="*/ 3558562 h 4587875"/>
              <a:gd name="connsiteX4539" fmla="*/ 4652838 w 9408955"/>
              <a:gd name="connsiteY4539" fmla="*/ 3558564 h 4587875"/>
              <a:gd name="connsiteX4540" fmla="*/ 4687246 w 9408955"/>
              <a:gd name="connsiteY4540" fmla="*/ 3524821 h 4587875"/>
              <a:gd name="connsiteX4541" fmla="*/ 4648829 w 9408955"/>
              <a:gd name="connsiteY4541" fmla="*/ 3490446 h 4587875"/>
              <a:gd name="connsiteX4542" fmla="*/ 4635337 w 9408955"/>
              <a:gd name="connsiteY4542" fmla="*/ 3553543 h 4587875"/>
              <a:gd name="connsiteX4543" fmla="*/ 4652838 w 9408955"/>
              <a:gd name="connsiteY4543" fmla="*/ 3558564 h 4587875"/>
              <a:gd name="connsiteX4544" fmla="*/ 2497106 w 9408955"/>
              <a:gd name="connsiteY4544" fmla="*/ 3558619 h 4587875"/>
              <a:gd name="connsiteX4545" fmla="*/ 2528622 w 9408955"/>
              <a:gd name="connsiteY4545" fmla="*/ 3516499 h 4587875"/>
              <a:gd name="connsiteX4546" fmla="*/ 2463629 w 9408955"/>
              <a:gd name="connsiteY4546" fmla="*/ 3509432 h 4587875"/>
              <a:gd name="connsiteX4547" fmla="*/ 2477586 w 9408955"/>
              <a:gd name="connsiteY4547" fmla="*/ 3554794 h 4587875"/>
              <a:gd name="connsiteX4548" fmla="*/ 2497106 w 9408955"/>
              <a:gd name="connsiteY4548" fmla="*/ 3558619 h 4587875"/>
              <a:gd name="connsiteX4549" fmla="*/ 542851 w 9408955"/>
              <a:gd name="connsiteY4549" fmla="*/ 3558643 h 4587875"/>
              <a:gd name="connsiteX4550" fmla="*/ 577825 w 9408955"/>
              <a:gd name="connsiteY4550" fmla="*/ 3524367 h 4587875"/>
              <a:gd name="connsiteX4551" fmla="*/ 514898 w 9408955"/>
              <a:gd name="connsiteY4551" fmla="*/ 3502086 h 4587875"/>
              <a:gd name="connsiteX4552" fmla="*/ 525077 w 9408955"/>
              <a:gd name="connsiteY4552" fmla="*/ 3553925 h 4587875"/>
              <a:gd name="connsiteX4553" fmla="*/ 542851 w 9408955"/>
              <a:gd name="connsiteY4553" fmla="*/ 3558643 h 4587875"/>
              <a:gd name="connsiteX4554" fmla="*/ 2392213 w 9408955"/>
              <a:gd name="connsiteY4554" fmla="*/ 3558643 h 4587875"/>
              <a:gd name="connsiteX4555" fmla="*/ 2424419 w 9408955"/>
              <a:gd name="connsiteY4555" fmla="*/ 3525192 h 4587875"/>
              <a:gd name="connsiteX4556" fmla="*/ 2365047 w 9408955"/>
              <a:gd name="connsiteY4556" fmla="*/ 3502962 h 4587875"/>
              <a:gd name="connsiteX4557" fmla="*/ 2374897 w 9408955"/>
              <a:gd name="connsiteY4557" fmla="*/ 3554983 h 4587875"/>
              <a:gd name="connsiteX4558" fmla="*/ 2392213 w 9408955"/>
              <a:gd name="connsiteY4558" fmla="*/ 3558643 h 4587875"/>
              <a:gd name="connsiteX4559" fmla="*/ 1057733 w 9408955"/>
              <a:gd name="connsiteY4559" fmla="*/ 3558810 h 4587875"/>
              <a:gd name="connsiteX4560" fmla="*/ 1090228 w 9408955"/>
              <a:gd name="connsiteY4560" fmla="*/ 3524595 h 4587875"/>
              <a:gd name="connsiteX4561" fmla="*/ 1034834 w 9408955"/>
              <a:gd name="connsiteY4561" fmla="*/ 3497991 h 4587875"/>
              <a:gd name="connsiteX4562" fmla="*/ 1040257 w 9408955"/>
              <a:gd name="connsiteY4562" fmla="*/ 3555520 h 4587875"/>
              <a:gd name="connsiteX4563" fmla="*/ 1057733 w 9408955"/>
              <a:gd name="connsiteY4563" fmla="*/ 3558810 h 4587875"/>
              <a:gd name="connsiteX4564" fmla="*/ 1166159 w 9408955"/>
              <a:gd name="connsiteY4564" fmla="*/ 3558829 h 4587875"/>
              <a:gd name="connsiteX4565" fmla="*/ 1197026 w 9408955"/>
              <a:gd name="connsiteY4565" fmla="*/ 3525149 h 4587875"/>
              <a:gd name="connsiteX4566" fmla="*/ 1156870 w 9408955"/>
              <a:gd name="connsiteY4566" fmla="*/ 3490279 h 4587875"/>
              <a:gd name="connsiteX4567" fmla="*/ 1149879 w 9408955"/>
              <a:gd name="connsiteY4567" fmla="*/ 3557725 h 4587875"/>
              <a:gd name="connsiteX4568" fmla="*/ 1166159 w 9408955"/>
              <a:gd name="connsiteY4568" fmla="*/ 3558829 h 4587875"/>
              <a:gd name="connsiteX4569" fmla="*/ 5679647 w 9408955"/>
              <a:gd name="connsiteY4569" fmla="*/ 3558835 h 4587875"/>
              <a:gd name="connsiteX4570" fmla="*/ 5714885 w 9408955"/>
              <a:gd name="connsiteY4570" fmla="*/ 3530325 h 4587875"/>
              <a:gd name="connsiteX4571" fmla="*/ 5658499 w 9408955"/>
              <a:gd name="connsiteY4571" fmla="*/ 3496954 h 4587875"/>
              <a:gd name="connsiteX4572" fmla="*/ 5663686 w 9408955"/>
              <a:gd name="connsiteY4572" fmla="*/ 3554553 h 4587875"/>
              <a:gd name="connsiteX4573" fmla="*/ 5679647 w 9408955"/>
              <a:gd name="connsiteY4573" fmla="*/ 3558835 h 4587875"/>
              <a:gd name="connsiteX4574" fmla="*/ 6912078 w 9408955"/>
              <a:gd name="connsiteY4574" fmla="*/ 3558880 h 4587875"/>
              <a:gd name="connsiteX4575" fmla="*/ 6948073 w 9408955"/>
              <a:gd name="connsiteY4575" fmla="*/ 3525273 h 4587875"/>
              <a:gd name="connsiteX4576" fmla="*/ 6894546 w 9408955"/>
              <a:gd name="connsiteY4576" fmla="*/ 3495940 h 4587875"/>
              <a:gd name="connsiteX4577" fmla="*/ 6894318 w 9408955"/>
              <a:gd name="connsiteY4577" fmla="*/ 3553924 h 4587875"/>
              <a:gd name="connsiteX4578" fmla="*/ 6912078 w 9408955"/>
              <a:gd name="connsiteY4578" fmla="*/ 3558880 h 4587875"/>
              <a:gd name="connsiteX4579" fmla="*/ 1878395 w 9408955"/>
              <a:gd name="connsiteY4579" fmla="*/ 3558884 h 4587875"/>
              <a:gd name="connsiteX4580" fmla="*/ 1913844 w 9408955"/>
              <a:gd name="connsiteY4580" fmla="*/ 3525039 h 4587875"/>
              <a:gd name="connsiteX4581" fmla="*/ 1855153 w 9408955"/>
              <a:gd name="connsiteY4581" fmla="*/ 3498347 h 4587875"/>
              <a:gd name="connsiteX4582" fmla="*/ 1860612 w 9408955"/>
              <a:gd name="connsiteY4582" fmla="*/ 3554219 h 4587875"/>
              <a:gd name="connsiteX4583" fmla="*/ 1878395 w 9408955"/>
              <a:gd name="connsiteY4583" fmla="*/ 3558884 h 4587875"/>
              <a:gd name="connsiteX4584" fmla="*/ 8748031 w 9408955"/>
              <a:gd name="connsiteY4584" fmla="*/ 3558933 h 4587875"/>
              <a:gd name="connsiteX4585" fmla="*/ 8795740 w 9408955"/>
              <a:gd name="connsiteY4585" fmla="*/ 3524175 h 4587875"/>
              <a:gd name="connsiteX4586" fmla="*/ 8735368 w 9408955"/>
              <a:gd name="connsiteY4586" fmla="*/ 3504052 h 4587875"/>
              <a:gd name="connsiteX4587" fmla="*/ 8748031 w 9408955"/>
              <a:gd name="connsiteY4587" fmla="*/ 3558933 h 4587875"/>
              <a:gd name="connsiteX4588" fmla="*/ 5270730 w 9408955"/>
              <a:gd name="connsiteY4588" fmla="*/ 3558935 h 4587875"/>
              <a:gd name="connsiteX4589" fmla="*/ 5303422 w 9408955"/>
              <a:gd name="connsiteY4589" fmla="*/ 3525442 h 4587875"/>
              <a:gd name="connsiteX4590" fmla="*/ 5247983 w 9408955"/>
              <a:gd name="connsiteY4590" fmla="*/ 3496944 h 4587875"/>
              <a:gd name="connsiteX4591" fmla="*/ 5253459 w 9408955"/>
              <a:gd name="connsiteY4591" fmla="*/ 3555793 h 4587875"/>
              <a:gd name="connsiteX4592" fmla="*/ 5270730 w 9408955"/>
              <a:gd name="connsiteY4592" fmla="*/ 3558935 h 4587875"/>
              <a:gd name="connsiteX4593" fmla="*/ 6605535 w 9408955"/>
              <a:gd name="connsiteY4593" fmla="*/ 3558941 h 4587875"/>
              <a:gd name="connsiteX4594" fmla="*/ 6638767 w 9408955"/>
              <a:gd name="connsiteY4594" fmla="*/ 3525871 h 4587875"/>
              <a:gd name="connsiteX4595" fmla="*/ 6582750 w 9408955"/>
              <a:gd name="connsiteY4595" fmla="*/ 3498365 h 4587875"/>
              <a:gd name="connsiteX4596" fmla="*/ 6588193 w 9408955"/>
              <a:gd name="connsiteY4596" fmla="*/ 3555439 h 4587875"/>
              <a:gd name="connsiteX4597" fmla="*/ 6605535 w 9408955"/>
              <a:gd name="connsiteY4597" fmla="*/ 3558941 h 4587875"/>
              <a:gd name="connsiteX4598" fmla="*/ 1689997 w 9408955"/>
              <a:gd name="connsiteY4598" fmla="*/ 3558945 h 4587875"/>
              <a:gd name="connsiteX4599" fmla="*/ 1687523 w 9408955"/>
              <a:gd name="connsiteY4599" fmla="*/ 3492684 h 4587875"/>
              <a:gd name="connsiteX4600" fmla="*/ 1640973 w 9408955"/>
              <a:gd name="connsiteY4600" fmla="*/ 3533177 h 4587875"/>
              <a:gd name="connsiteX4601" fmla="*/ 1689997 w 9408955"/>
              <a:gd name="connsiteY4601" fmla="*/ 3558945 h 4587875"/>
              <a:gd name="connsiteX4602" fmla="*/ 6503213 w 9408955"/>
              <a:gd name="connsiteY4602" fmla="*/ 3558976 h 4587875"/>
              <a:gd name="connsiteX4603" fmla="*/ 6536650 w 9408955"/>
              <a:gd name="connsiteY4603" fmla="*/ 3519940 h 4587875"/>
              <a:gd name="connsiteX4604" fmla="*/ 6470779 w 9408955"/>
              <a:gd name="connsiteY4604" fmla="*/ 3510188 h 4587875"/>
              <a:gd name="connsiteX4605" fmla="*/ 6483861 w 9408955"/>
              <a:gd name="connsiteY4605" fmla="*/ 3554185 h 4587875"/>
              <a:gd name="connsiteX4606" fmla="*/ 6503213 w 9408955"/>
              <a:gd name="connsiteY4606" fmla="*/ 3558976 h 4587875"/>
              <a:gd name="connsiteX4607" fmla="*/ 7835340 w 9408955"/>
              <a:gd name="connsiteY4607" fmla="*/ 3558981 h 4587875"/>
              <a:gd name="connsiteX4608" fmla="*/ 7873138 w 9408955"/>
              <a:gd name="connsiteY4608" fmla="*/ 3531467 h 4587875"/>
              <a:gd name="connsiteX4609" fmla="*/ 7819017 w 9408955"/>
              <a:gd name="connsiteY4609" fmla="*/ 3496268 h 4587875"/>
              <a:gd name="connsiteX4610" fmla="*/ 7818789 w 9408955"/>
              <a:gd name="connsiteY4610" fmla="*/ 3554324 h 4587875"/>
              <a:gd name="connsiteX4611" fmla="*/ 7835340 w 9408955"/>
              <a:gd name="connsiteY4611" fmla="*/ 3558981 h 4587875"/>
              <a:gd name="connsiteX4612" fmla="*/ 856114 w 9408955"/>
              <a:gd name="connsiteY4612" fmla="*/ 3559080 h 4587875"/>
              <a:gd name="connsiteX4613" fmla="*/ 884010 w 9408955"/>
              <a:gd name="connsiteY4613" fmla="*/ 3517486 h 4587875"/>
              <a:gd name="connsiteX4614" fmla="*/ 818571 w 9408955"/>
              <a:gd name="connsiteY4614" fmla="*/ 3510040 h 4587875"/>
              <a:gd name="connsiteX4615" fmla="*/ 837105 w 9408955"/>
              <a:gd name="connsiteY4615" fmla="*/ 3556066 h 4587875"/>
              <a:gd name="connsiteX4616" fmla="*/ 856114 w 9408955"/>
              <a:gd name="connsiteY4616" fmla="*/ 3559080 h 4587875"/>
              <a:gd name="connsiteX4617" fmla="*/ 7119615 w 9408955"/>
              <a:gd name="connsiteY4617" fmla="*/ 3559121 h 4587875"/>
              <a:gd name="connsiteX4618" fmla="*/ 7154661 w 9408955"/>
              <a:gd name="connsiteY4618" fmla="*/ 3531279 h 4587875"/>
              <a:gd name="connsiteX4619" fmla="*/ 7102902 w 9408955"/>
              <a:gd name="connsiteY4619" fmla="*/ 3494313 h 4587875"/>
              <a:gd name="connsiteX4620" fmla="*/ 7103814 w 9408955"/>
              <a:gd name="connsiteY4620" fmla="*/ 3555319 h 4587875"/>
              <a:gd name="connsiteX4621" fmla="*/ 7119615 w 9408955"/>
              <a:gd name="connsiteY4621" fmla="*/ 3559121 h 4587875"/>
              <a:gd name="connsiteX4622" fmla="*/ 7649354 w 9408955"/>
              <a:gd name="connsiteY4622" fmla="*/ 3559174 h 4587875"/>
              <a:gd name="connsiteX4623" fmla="*/ 7672229 w 9408955"/>
              <a:gd name="connsiteY4623" fmla="*/ 3525156 h 4587875"/>
              <a:gd name="connsiteX4624" fmla="*/ 7639649 w 9408955"/>
              <a:gd name="connsiteY4624" fmla="*/ 3491138 h 4587875"/>
              <a:gd name="connsiteX4625" fmla="*/ 7600599 w 9408955"/>
              <a:gd name="connsiteY4625" fmla="*/ 3539217 h 4587875"/>
              <a:gd name="connsiteX4626" fmla="*/ 7649354 w 9408955"/>
              <a:gd name="connsiteY4626" fmla="*/ 3559174 h 4587875"/>
              <a:gd name="connsiteX4627" fmla="*/ 1775662 w 9408955"/>
              <a:gd name="connsiteY4627" fmla="*/ 3559206 h 4587875"/>
              <a:gd name="connsiteX4628" fmla="*/ 1808766 w 9408955"/>
              <a:gd name="connsiteY4628" fmla="*/ 3517397 h 4587875"/>
              <a:gd name="connsiteX4629" fmla="*/ 1744253 w 9408955"/>
              <a:gd name="connsiteY4629" fmla="*/ 3510195 h 4587875"/>
              <a:gd name="connsiteX4630" fmla="*/ 1755462 w 9408955"/>
              <a:gd name="connsiteY4630" fmla="*/ 3553632 h 4587875"/>
              <a:gd name="connsiteX4631" fmla="*/ 1775662 w 9408955"/>
              <a:gd name="connsiteY4631" fmla="*/ 3559206 h 4587875"/>
              <a:gd name="connsiteX4632" fmla="*/ 132742 w 9408955"/>
              <a:gd name="connsiteY4632" fmla="*/ 3559213 h 4587875"/>
              <a:gd name="connsiteX4633" fmla="*/ 165533 w 9408955"/>
              <a:gd name="connsiteY4633" fmla="*/ 3524930 h 4587875"/>
              <a:gd name="connsiteX4634" fmla="*/ 105475 w 9408955"/>
              <a:gd name="connsiteY4634" fmla="*/ 3501797 h 4587875"/>
              <a:gd name="connsiteX4635" fmla="*/ 115030 w 9408955"/>
              <a:gd name="connsiteY4635" fmla="*/ 3554866 h 4587875"/>
              <a:gd name="connsiteX4636" fmla="*/ 132742 w 9408955"/>
              <a:gd name="connsiteY4636" fmla="*/ 3559213 h 4587875"/>
              <a:gd name="connsiteX4637" fmla="*/ 8970389 w 9408955"/>
              <a:gd name="connsiteY4637" fmla="*/ 3559216 h 4587875"/>
              <a:gd name="connsiteX4638" fmla="*/ 9003241 w 9408955"/>
              <a:gd name="connsiteY4638" fmla="*/ 3525361 h 4587875"/>
              <a:gd name="connsiteX4639" fmla="*/ 8966378 w 9408955"/>
              <a:gd name="connsiteY4639" fmla="*/ 3490044 h 4587875"/>
              <a:gd name="connsiteX4640" fmla="*/ 8953261 w 9408955"/>
              <a:gd name="connsiteY4640" fmla="*/ 3556522 h 4587875"/>
              <a:gd name="connsiteX4641" fmla="*/ 8970389 w 9408955"/>
              <a:gd name="connsiteY4641" fmla="*/ 3559216 h 4587875"/>
              <a:gd name="connsiteX4642" fmla="*/ 8455042 w 9408955"/>
              <a:gd name="connsiteY4642" fmla="*/ 3559247 h 4587875"/>
              <a:gd name="connsiteX4643" fmla="*/ 8489800 w 9408955"/>
              <a:gd name="connsiteY4643" fmla="*/ 3525393 h 4587875"/>
              <a:gd name="connsiteX4644" fmla="*/ 8432361 w 9408955"/>
              <a:gd name="connsiteY4644" fmla="*/ 3498721 h 4587875"/>
              <a:gd name="connsiteX4645" fmla="*/ 8437336 w 9408955"/>
              <a:gd name="connsiteY4645" fmla="*/ 3554802 h 4587875"/>
              <a:gd name="connsiteX4646" fmla="*/ 8455042 w 9408955"/>
              <a:gd name="connsiteY4646" fmla="*/ 3559247 h 4587875"/>
              <a:gd name="connsiteX4647" fmla="*/ 8353649 w 9408955"/>
              <a:gd name="connsiteY4647" fmla="*/ 3559260 h 4587875"/>
              <a:gd name="connsiteX4648" fmla="*/ 8387036 w 9408955"/>
              <a:gd name="connsiteY4648" fmla="*/ 3518035 h 4587875"/>
              <a:gd name="connsiteX4649" fmla="*/ 8328365 w 9408955"/>
              <a:gd name="connsiteY4649" fmla="*/ 3498356 h 4587875"/>
              <a:gd name="connsiteX4650" fmla="*/ 8334277 w 9408955"/>
              <a:gd name="connsiteY4650" fmla="*/ 3554001 h 4587875"/>
              <a:gd name="connsiteX4651" fmla="*/ 8353649 w 9408955"/>
              <a:gd name="connsiteY4651" fmla="*/ 3559260 h 4587875"/>
              <a:gd name="connsiteX4652" fmla="*/ 7530874 w 9408955"/>
              <a:gd name="connsiteY4652" fmla="*/ 3559288 h 4587875"/>
              <a:gd name="connsiteX4653" fmla="*/ 7564740 w 9408955"/>
              <a:gd name="connsiteY4653" fmla="*/ 3525610 h 4587875"/>
              <a:gd name="connsiteX4654" fmla="*/ 7514088 w 9408955"/>
              <a:gd name="connsiteY4654" fmla="*/ 3494540 h 4587875"/>
              <a:gd name="connsiteX4655" fmla="*/ 7513636 w 9408955"/>
              <a:gd name="connsiteY4655" fmla="*/ 3555092 h 4587875"/>
              <a:gd name="connsiteX4656" fmla="*/ 7530874 w 9408955"/>
              <a:gd name="connsiteY4656" fmla="*/ 3559288 h 4587875"/>
              <a:gd name="connsiteX4657" fmla="*/ 4860646 w 9408955"/>
              <a:gd name="connsiteY4657" fmla="*/ 3559336 h 4587875"/>
              <a:gd name="connsiteX4658" fmla="*/ 4894323 w 9408955"/>
              <a:gd name="connsiteY4658" fmla="*/ 3525182 h 4587875"/>
              <a:gd name="connsiteX4659" fmla="*/ 4833828 w 9408955"/>
              <a:gd name="connsiteY4659" fmla="*/ 3500895 h 4587875"/>
              <a:gd name="connsiteX4660" fmla="*/ 4843380 w 9408955"/>
              <a:gd name="connsiteY4660" fmla="*/ 3555427 h 4587875"/>
              <a:gd name="connsiteX4661" fmla="*/ 4860646 w 9408955"/>
              <a:gd name="connsiteY4661" fmla="*/ 3559336 h 4587875"/>
              <a:gd name="connsiteX4662" fmla="*/ 5882972 w 9408955"/>
              <a:gd name="connsiteY4662" fmla="*/ 3559382 h 4587875"/>
              <a:gd name="connsiteX4663" fmla="*/ 5919638 w 9408955"/>
              <a:gd name="connsiteY4663" fmla="*/ 3525944 h 4587875"/>
              <a:gd name="connsiteX4664" fmla="*/ 5877802 w 9408955"/>
              <a:gd name="connsiteY4664" fmla="*/ 3490963 h 4587875"/>
              <a:gd name="connsiteX4665" fmla="*/ 5865365 w 9408955"/>
              <a:gd name="connsiteY4665" fmla="*/ 3552923 h 4587875"/>
              <a:gd name="connsiteX4666" fmla="*/ 5882972 w 9408955"/>
              <a:gd name="connsiteY4666" fmla="*/ 3559382 h 4587875"/>
              <a:gd name="connsiteX4667" fmla="*/ 6403878 w 9408955"/>
              <a:gd name="connsiteY4667" fmla="*/ 3559476 h 4587875"/>
              <a:gd name="connsiteX4668" fmla="*/ 6436242 w 9408955"/>
              <a:gd name="connsiteY4668" fmla="*/ 3525383 h 4587875"/>
              <a:gd name="connsiteX4669" fmla="*/ 6375798 w 9408955"/>
              <a:gd name="connsiteY4669" fmla="*/ 3499756 h 4587875"/>
              <a:gd name="connsiteX4670" fmla="*/ 6386975 w 9408955"/>
              <a:gd name="connsiteY4670" fmla="*/ 3556453 h 4587875"/>
              <a:gd name="connsiteX4671" fmla="*/ 6403878 w 9408955"/>
              <a:gd name="connsiteY4671" fmla="*/ 3559476 h 4587875"/>
              <a:gd name="connsiteX4672" fmla="*/ 6815337 w 9408955"/>
              <a:gd name="connsiteY4672" fmla="*/ 3559494 h 4587875"/>
              <a:gd name="connsiteX4673" fmla="*/ 6844008 w 9408955"/>
              <a:gd name="connsiteY4673" fmla="*/ 3517230 h 4587875"/>
              <a:gd name="connsiteX4674" fmla="*/ 6786177 w 9408955"/>
              <a:gd name="connsiteY4674" fmla="*/ 3499538 h 4587875"/>
              <a:gd name="connsiteX4675" fmla="*/ 6796156 w 9408955"/>
              <a:gd name="connsiteY4675" fmla="*/ 3556521 h 4587875"/>
              <a:gd name="connsiteX4676" fmla="*/ 6815337 w 9408955"/>
              <a:gd name="connsiteY4676" fmla="*/ 3559494 h 4587875"/>
              <a:gd name="connsiteX4677" fmla="*/ 6193625 w 9408955"/>
              <a:gd name="connsiteY4677" fmla="*/ 3559503 h 4587875"/>
              <a:gd name="connsiteX4678" fmla="*/ 6226698 w 9408955"/>
              <a:gd name="connsiteY4678" fmla="*/ 3512838 h 4587875"/>
              <a:gd name="connsiteX4679" fmla="*/ 6157754 w 9408955"/>
              <a:gd name="connsiteY4679" fmla="*/ 3511015 h 4587875"/>
              <a:gd name="connsiteX4680" fmla="*/ 6172495 w 9408955"/>
              <a:gd name="connsiteY4680" fmla="*/ 3552267 h 4587875"/>
              <a:gd name="connsiteX4681" fmla="*/ 6193625 w 9408955"/>
              <a:gd name="connsiteY4681" fmla="*/ 3559503 h 4587875"/>
              <a:gd name="connsiteX4682" fmla="*/ 648085 w 9408955"/>
              <a:gd name="connsiteY4682" fmla="*/ 3559512 h 4587875"/>
              <a:gd name="connsiteX4683" fmla="*/ 680773 w 9408955"/>
              <a:gd name="connsiteY4683" fmla="*/ 3518971 h 4587875"/>
              <a:gd name="connsiteX4684" fmla="*/ 623693 w 9408955"/>
              <a:gd name="connsiteY4684" fmla="*/ 3497658 h 4587875"/>
              <a:gd name="connsiteX4685" fmla="*/ 628966 w 9408955"/>
              <a:gd name="connsiteY4685" fmla="*/ 3556096 h 4587875"/>
              <a:gd name="connsiteX4686" fmla="*/ 648085 w 9408955"/>
              <a:gd name="connsiteY4686" fmla="*/ 3559512 h 4587875"/>
              <a:gd name="connsiteX4687" fmla="*/ 7309329 w 9408955"/>
              <a:gd name="connsiteY4687" fmla="*/ 3559603 h 4587875"/>
              <a:gd name="connsiteX4688" fmla="*/ 7358922 w 9408955"/>
              <a:gd name="connsiteY4688" fmla="*/ 3525067 h 4587875"/>
              <a:gd name="connsiteX4689" fmla="*/ 7293875 w 9408955"/>
              <a:gd name="connsiteY4689" fmla="*/ 3509074 h 4587875"/>
              <a:gd name="connsiteX4690" fmla="*/ 7309329 w 9408955"/>
              <a:gd name="connsiteY4690" fmla="*/ 3559603 h 4587875"/>
              <a:gd name="connsiteX4691" fmla="*/ 1264944 w 9408955"/>
              <a:gd name="connsiteY4691" fmla="*/ 3559650 h 4587875"/>
              <a:gd name="connsiteX4692" fmla="*/ 1297675 w 9408955"/>
              <a:gd name="connsiteY4692" fmla="*/ 3525193 h 4587875"/>
              <a:gd name="connsiteX4693" fmla="*/ 1241723 w 9408955"/>
              <a:gd name="connsiteY4693" fmla="*/ 3495779 h 4587875"/>
              <a:gd name="connsiteX4694" fmla="*/ 1247685 w 9408955"/>
              <a:gd name="connsiteY4694" fmla="*/ 3556227 h 4587875"/>
              <a:gd name="connsiteX4695" fmla="*/ 1264944 w 9408955"/>
              <a:gd name="connsiteY4695" fmla="*/ 3559650 h 4587875"/>
              <a:gd name="connsiteX4696" fmla="*/ 7017585 w 9408955"/>
              <a:gd name="connsiteY4696" fmla="*/ 3559693 h 4587875"/>
              <a:gd name="connsiteX4697" fmla="*/ 7052358 w 9408955"/>
              <a:gd name="connsiteY4697" fmla="*/ 3524470 h 4587875"/>
              <a:gd name="connsiteX4698" fmla="*/ 6997921 w 9408955"/>
              <a:gd name="connsiteY4698" fmla="*/ 3495595 h 4587875"/>
              <a:gd name="connsiteX4699" fmla="*/ 6999536 w 9408955"/>
              <a:gd name="connsiteY4699" fmla="*/ 3554491 h 4587875"/>
              <a:gd name="connsiteX4700" fmla="*/ 7017585 w 9408955"/>
              <a:gd name="connsiteY4700" fmla="*/ 3559693 h 4587875"/>
              <a:gd name="connsiteX4701" fmla="*/ 3214100 w 9408955"/>
              <a:gd name="connsiteY4701" fmla="*/ 3559739 h 4587875"/>
              <a:gd name="connsiteX4702" fmla="*/ 3247685 w 9408955"/>
              <a:gd name="connsiteY4702" fmla="*/ 3519158 h 4587875"/>
              <a:gd name="connsiteX4703" fmla="*/ 3190402 w 9408955"/>
              <a:gd name="connsiteY4703" fmla="*/ 3498891 h 4587875"/>
              <a:gd name="connsiteX4704" fmla="*/ 3195138 w 9408955"/>
              <a:gd name="connsiteY4704" fmla="*/ 3554396 h 4587875"/>
              <a:gd name="connsiteX4705" fmla="*/ 3214100 w 9408955"/>
              <a:gd name="connsiteY4705" fmla="*/ 3559739 h 4587875"/>
              <a:gd name="connsiteX4706" fmla="*/ 5798551 w 9408955"/>
              <a:gd name="connsiteY4706" fmla="*/ 3559836 h 4587875"/>
              <a:gd name="connsiteX4707" fmla="*/ 5788951 w 9408955"/>
              <a:gd name="connsiteY4707" fmla="*/ 3490383 h 4587875"/>
              <a:gd name="connsiteX4708" fmla="*/ 5753752 w 9408955"/>
              <a:gd name="connsiteY4708" fmla="*/ 3544788 h 4587875"/>
              <a:gd name="connsiteX4709" fmla="*/ 5798551 w 9408955"/>
              <a:gd name="connsiteY4709" fmla="*/ 3559836 h 4587875"/>
              <a:gd name="connsiteX4710" fmla="*/ 6093142 w 9408955"/>
              <a:gd name="connsiteY4710" fmla="*/ 3559962 h 4587875"/>
              <a:gd name="connsiteX4711" fmla="*/ 6125163 w 9408955"/>
              <a:gd name="connsiteY4711" fmla="*/ 3518771 h 4587875"/>
              <a:gd name="connsiteX4712" fmla="*/ 6064876 w 9408955"/>
              <a:gd name="connsiteY4712" fmla="*/ 3503270 h 4587875"/>
              <a:gd name="connsiteX4713" fmla="*/ 6074064 w 9408955"/>
              <a:gd name="connsiteY4713" fmla="*/ 3555470 h 4587875"/>
              <a:gd name="connsiteX4714" fmla="*/ 6093142 w 9408955"/>
              <a:gd name="connsiteY4714" fmla="*/ 3559962 h 4587875"/>
              <a:gd name="connsiteX4715" fmla="*/ 1573495 w 9408955"/>
              <a:gd name="connsiteY4715" fmla="*/ 3560039 h 4587875"/>
              <a:gd name="connsiteX4716" fmla="*/ 1604180 w 9408955"/>
              <a:gd name="connsiteY4716" fmla="*/ 3517626 h 4587875"/>
              <a:gd name="connsiteX4717" fmla="*/ 1547849 w 9408955"/>
              <a:gd name="connsiteY4717" fmla="*/ 3497792 h 4587875"/>
              <a:gd name="connsiteX4718" fmla="*/ 1553596 w 9408955"/>
              <a:gd name="connsiteY4718" fmla="*/ 3555925 h 4587875"/>
              <a:gd name="connsiteX4719" fmla="*/ 1573495 w 9408955"/>
              <a:gd name="connsiteY4719" fmla="*/ 3560039 h 4587875"/>
              <a:gd name="connsiteX4720" fmla="*/ 7030766 w 9408955"/>
              <a:gd name="connsiteY4720" fmla="*/ 3658893 h 4587875"/>
              <a:gd name="connsiteX4721" fmla="*/ 7051063 w 9408955"/>
              <a:gd name="connsiteY4721" fmla="*/ 3635111 h 4587875"/>
              <a:gd name="connsiteX4722" fmla="*/ 7004799 w 9408955"/>
              <a:gd name="connsiteY4722" fmla="*/ 3594865 h 4587875"/>
              <a:gd name="connsiteX4723" fmla="*/ 6998902 w 9408955"/>
              <a:gd name="connsiteY4723" fmla="*/ 3657978 h 4587875"/>
              <a:gd name="connsiteX4724" fmla="*/ 7030766 w 9408955"/>
              <a:gd name="connsiteY4724" fmla="*/ 3658893 h 4587875"/>
              <a:gd name="connsiteX4725" fmla="*/ 661617 w 9408955"/>
              <a:gd name="connsiteY4725" fmla="*/ 3659972 h 4587875"/>
              <a:gd name="connsiteX4726" fmla="*/ 681437 w 9408955"/>
              <a:gd name="connsiteY4726" fmla="*/ 3636845 h 4587875"/>
              <a:gd name="connsiteX4727" fmla="*/ 627894 w 9408955"/>
              <a:gd name="connsiteY4727" fmla="*/ 3597871 h 4587875"/>
              <a:gd name="connsiteX4728" fmla="*/ 630421 w 9408955"/>
              <a:gd name="connsiteY4728" fmla="*/ 3659542 h 4587875"/>
              <a:gd name="connsiteX4729" fmla="*/ 661617 w 9408955"/>
              <a:gd name="connsiteY4729" fmla="*/ 3659972 h 4587875"/>
              <a:gd name="connsiteX4730" fmla="*/ 1892756 w 9408955"/>
              <a:gd name="connsiteY4730" fmla="*/ 3660194 h 4587875"/>
              <a:gd name="connsiteX4731" fmla="*/ 1912749 w 9408955"/>
              <a:gd name="connsiteY4731" fmla="*/ 3636494 h 4587875"/>
              <a:gd name="connsiteX4732" fmla="*/ 1867513 w 9408955"/>
              <a:gd name="connsiteY4732" fmla="*/ 3595236 h 4587875"/>
              <a:gd name="connsiteX4733" fmla="*/ 1861405 w 9408955"/>
              <a:gd name="connsiteY4733" fmla="*/ 3658513 h 4587875"/>
              <a:gd name="connsiteX4734" fmla="*/ 1892756 w 9408955"/>
              <a:gd name="connsiteY4734" fmla="*/ 3660194 h 4587875"/>
              <a:gd name="connsiteX4735" fmla="*/ 7521845 w 9408955"/>
              <a:gd name="connsiteY4735" fmla="*/ 3660576 h 4587875"/>
              <a:gd name="connsiteX4736" fmla="*/ 7564519 w 9408955"/>
              <a:gd name="connsiteY4736" fmla="*/ 3629680 h 4587875"/>
              <a:gd name="connsiteX4737" fmla="*/ 7507083 w 9408955"/>
              <a:gd name="connsiteY4737" fmla="*/ 3602386 h 4587875"/>
              <a:gd name="connsiteX4738" fmla="*/ 7502334 w 9408955"/>
              <a:gd name="connsiteY4738" fmla="*/ 3654493 h 4587875"/>
              <a:gd name="connsiteX4739" fmla="*/ 7521845 w 9408955"/>
              <a:gd name="connsiteY4739" fmla="*/ 3660576 h 4587875"/>
              <a:gd name="connsiteX4740" fmla="*/ 1155378 w 9408955"/>
              <a:gd name="connsiteY4740" fmla="*/ 3660588 h 4587875"/>
              <a:gd name="connsiteX4741" fmla="*/ 1178485 w 9408955"/>
              <a:gd name="connsiteY4741" fmla="*/ 3657528 h 4587875"/>
              <a:gd name="connsiteX4742" fmla="*/ 1180543 w 9408955"/>
              <a:gd name="connsiteY4742" fmla="*/ 3598490 h 4587875"/>
              <a:gd name="connsiteX4743" fmla="*/ 1129992 w 9408955"/>
              <a:gd name="connsiteY4743" fmla="*/ 3609016 h 4587875"/>
              <a:gd name="connsiteX4744" fmla="*/ 1132280 w 9408955"/>
              <a:gd name="connsiteY4744" fmla="*/ 3655240 h 4587875"/>
              <a:gd name="connsiteX4745" fmla="*/ 1155378 w 9408955"/>
              <a:gd name="connsiteY4745" fmla="*/ 3660588 h 4587875"/>
              <a:gd name="connsiteX4746" fmla="*/ 2590431 w 9408955"/>
              <a:gd name="connsiteY4746" fmla="*/ 3660775 h 4587875"/>
              <a:gd name="connsiteX4747" fmla="*/ 2631820 w 9408955"/>
              <a:gd name="connsiteY4747" fmla="*/ 3621541 h 4587875"/>
              <a:gd name="connsiteX4748" fmla="*/ 2571684 w 9408955"/>
              <a:gd name="connsiteY4748" fmla="*/ 3604532 h 4587875"/>
              <a:gd name="connsiteX4749" fmla="*/ 2590431 w 9408955"/>
              <a:gd name="connsiteY4749" fmla="*/ 3660775 h 4587875"/>
              <a:gd name="connsiteX4750" fmla="*/ 3931764 w 9408955"/>
              <a:gd name="connsiteY4750" fmla="*/ 3661202 h 4587875"/>
              <a:gd name="connsiteX4751" fmla="*/ 3956651 w 9408955"/>
              <a:gd name="connsiteY4751" fmla="*/ 3654475 h 4587875"/>
              <a:gd name="connsiteX4752" fmla="*/ 3965837 w 9408955"/>
              <a:gd name="connsiteY4752" fmla="*/ 3614223 h 4587875"/>
              <a:gd name="connsiteX4753" fmla="*/ 3903375 w 9408955"/>
              <a:gd name="connsiteY4753" fmla="*/ 3608243 h 4587875"/>
              <a:gd name="connsiteX4754" fmla="*/ 3905671 w 9408955"/>
              <a:gd name="connsiteY4754" fmla="*/ 3655165 h 4587875"/>
              <a:gd name="connsiteX4755" fmla="*/ 3931764 w 9408955"/>
              <a:gd name="connsiteY4755" fmla="*/ 3661202 h 4587875"/>
              <a:gd name="connsiteX4756" fmla="*/ 859516 w 9408955"/>
              <a:gd name="connsiteY4756" fmla="*/ 3661218 h 4587875"/>
              <a:gd name="connsiteX4757" fmla="*/ 879043 w 9408955"/>
              <a:gd name="connsiteY4757" fmla="*/ 3655891 h 4587875"/>
              <a:gd name="connsiteX4758" fmla="*/ 878358 w 9408955"/>
              <a:gd name="connsiteY4758" fmla="*/ 3604308 h 4587875"/>
              <a:gd name="connsiteX4759" fmla="*/ 818128 w 9408955"/>
              <a:gd name="connsiteY4759" fmla="*/ 3629526 h 4587875"/>
              <a:gd name="connsiteX4760" fmla="*/ 859516 w 9408955"/>
              <a:gd name="connsiteY4760" fmla="*/ 3661218 h 4587875"/>
              <a:gd name="connsiteX4761" fmla="*/ 7636298 w 9408955"/>
              <a:gd name="connsiteY4761" fmla="*/ 3661508 h 4587875"/>
              <a:gd name="connsiteX4762" fmla="*/ 7667222 w 9408955"/>
              <a:gd name="connsiteY4762" fmla="*/ 3621932 h 4587875"/>
              <a:gd name="connsiteX4763" fmla="*/ 7609915 w 9408955"/>
              <a:gd name="connsiteY4763" fmla="*/ 3601910 h 4587875"/>
              <a:gd name="connsiteX4764" fmla="*/ 7617647 w 9408955"/>
              <a:gd name="connsiteY4764" fmla="*/ 3658377 h 4587875"/>
              <a:gd name="connsiteX4765" fmla="*/ 7636298 w 9408955"/>
              <a:gd name="connsiteY4765" fmla="*/ 3661508 h 4587875"/>
              <a:gd name="connsiteX4766" fmla="*/ 5786784 w 9408955"/>
              <a:gd name="connsiteY4766" fmla="*/ 3661538 h 4587875"/>
              <a:gd name="connsiteX4767" fmla="*/ 5816097 w 9408955"/>
              <a:gd name="connsiteY4767" fmla="*/ 3621184 h 4587875"/>
              <a:gd name="connsiteX4768" fmla="*/ 5750296 w 9408955"/>
              <a:gd name="connsiteY4768" fmla="*/ 3614590 h 4587875"/>
              <a:gd name="connsiteX4769" fmla="*/ 5767781 w 9408955"/>
              <a:gd name="connsiteY4769" fmla="*/ 3658476 h 4587875"/>
              <a:gd name="connsiteX4770" fmla="*/ 5786784 w 9408955"/>
              <a:gd name="connsiteY4770" fmla="*/ 3661538 h 4587875"/>
              <a:gd name="connsiteX4771" fmla="*/ 8972319 w 9408955"/>
              <a:gd name="connsiteY4771" fmla="*/ 3661586 h 4587875"/>
              <a:gd name="connsiteX4772" fmla="*/ 9002396 w 9408955"/>
              <a:gd name="connsiteY4772" fmla="*/ 3621454 h 4587875"/>
              <a:gd name="connsiteX4773" fmla="*/ 8951119 w 9408955"/>
              <a:gd name="connsiteY4773" fmla="*/ 3597031 h 4587875"/>
              <a:gd name="connsiteX4774" fmla="*/ 8953368 w 9408955"/>
              <a:gd name="connsiteY4774" fmla="*/ 3658088 h 4587875"/>
              <a:gd name="connsiteX4775" fmla="*/ 8972319 w 9408955"/>
              <a:gd name="connsiteY4775" fmla="*/ 3661586 h 4587875"/>
              <a:gd name="connsiteX4776" fmla="*/ 6507387 w 9408955"/>
              <a:gd name="connsiteY4776" fmla="*/ 3661590 h 4587875"/>
              <a:gd name="connsiteX4777" fmla="*/ 6528517 w 9408955"/>
              <a:gd name="connsiteY4777" fmla="*/ 3652350 h 4587875"/>
              <a:gd name="connsiteX4778" fmla="*/ 6529655 w 9408955"/>
              <a:gd name="connsiteY4778" fmla="*/ 3605495 h 4587875"/>
              <a:gd name="connsiteX4779" fmla="*/ 6470275 w 9408955"/>
              <a:gd name="connsiteY4779" fmla="*/ 3614139 h 4587875"/>
              <a:gd name="connsiteX4780" fmla="*/ 6484380 w 9408955"/>
              <a:gd name="connsiteY4780" fmla="*/ 3657354 h 4587875"/>
              <a:gd name="connsiteX4781" fmla="*/ 6507387 w 9408955"/>
              <a:gd name="connsiteY4781" fmla="*/ 3661590 h 4587875"/>
              <a:gd name="connsiteX4782" fmla="*/ 6194974 w 9408955"/>
              <a:gd name="connsiteY4782" fmla="*/ 3661600 h 4587875"/>
              <a:gd name="connsiteX4783" fmla="*/ 6228664 w 9408955"/>
              <a:gd name="connsiteY4783" fmla="*/ 3629932 h 4587875"/>
              <a:gd name="connsiteX4784" fmla="*/ 6171808 w 9408955"/>
              <a:gd name="connsiteY4784" fmla="*/ 3601810 h 4587875"/>
              <a:gd name="connsiteX4785" fmla="*/ 6178228 w 9408955"/>
              <a:gd name="connsiteY4785" fmla="*/ 3657826 h 4587875"/>
              <a:gd name="connsiteX4786" fmla="*/ 6194974 w 9408955"/>
              <a:gd name="connsiteY4786" fmla="*/ 3661600 h 4587875"/>
              <a:gd name="connsiteX4787" fmla="*/ 3105228 w 9408955"/>
              <a:gd name="connsiteY4787" fmla="*/ 3661651 h 4587875"/>
              <a:gd name="connsiteX4788" fmla="*/ 3144785 w 9408955"/>
              <a:gd name="connsiteY4788" fmla="*/ 3621735 h 4587875"/>
              <a:gd name="connsiteX4789" fmla="*/ 3089961 w 9408955"/>
              <a:gd name="connsiteY4789" fmla="*/ 3599155 h 4587875"/>
              <a:gd name="connsiteX4790" fmla="*/ 3105228 w 9408955"/>
              <a:gd name="connsiteY4790" fmla="*/ 3661651 h 4587875"/>
              <a:gd name="connsiteX4791" fmla="*/ 6808507 w 9408955"/>
              <a:gd name="connsiteY4791" fmla="*/ 3661673 h 4587875"/>
              <a:gd name="connsiteX4792" fmla="*/ 6845979 w 9408955"/>
              <a:gd name="connsiteY4792" fmla="*/ 3628249 h 4587875"/>
              <a:gd name="connsiteX4793" fmla="*/ 6781093 w 9408955"/>
              <a:gd name="connsiteY4793" fmla="*/ 3608139 h 4587875"/>
              <a:gd name="connsiteX4794" fmla="*/ 6790561 w 9408955"/>
              <a:gd name="connsiteY4794" fmla="*/ 3656131 h 4587875"/>
              <a:gd name="connsiteX4795" fmla="*/ 6808507 w 9408955"/>
              <a:gd name="connsiteY4795" fmla="*/ 3661673 h 4587875"/>
              <a:gd name="connsiteX4796" fmla="*/ 1266521 w 9408955"/>
              <a:gd name="connsiteY4796" fmla="*/ 3661691 h 4587875"/>
              <a:gd name="connsiteX4797" fmla="*/ 1296755 w 9408955"/>
              <a:gd name="connsiteY4797" fmla="*/ 3621482 h 4587875"/>
              <a:gd name="connsiteX4798" fmla="*/ 1236014 w 9408955"/>
              <a:gd name="connsiteY4798" fmla="*/ 3603710 h 4587875"/>
              <a:gd name="connsiteX4799" fmla="*/ 1247705 w 9408955"/>
              <a:gd name="connsiteY4799" fmla="*/ 3659277 h 4587875"/>
              <a:gd name="connsiteX4800" fmla="*/ 1266521 w 9408955"/>
              <a:gd name="connsiteY4800" fmla="*/ 3661691 h 4587875"/>
              <a:gd name="connsiteX4801" fmla="*/ 5265107 w 9408955"/>
              <a:gd name="connsiteY4801" fmla="*/ 3661706 h 4587875"/>
              <a:gd name="connsiteX4802" fmla="*/ 5287517 w 9408955"/>
              <a:gd name="connsiteY4802" fmla="*/ 3658868 h 4587875"/>
              <a:gd name="connsiteX4803" fmla="*/ 5301850 w 9408955"/>
              <a:gd name="connsiteY4803" fmla="*/ 3615061 h 4587875"/>
              <a:gd name="connsiteX4804" fmla="*/ 5238830 w 9408955"/>
              <a:gd name="connsiteY4804" fmla="*/ 3616896 h 4587875"/>
              <a:gd name="connsiteX4805" fmla="*/ 5242698 w 9408955"/>
              <a:gd name="connsiteY4805" fmla="*/ 3655428 h 4587875"/>
              <a:gd name="connsiteX4806" fmla="*/ 5265107 w 9408955"/>
              <a:gd name="connsiteY4806" fmla="*/ 3661706 h 4587875"/>
              <a:gd name="connsiteX4807" fmla="*/ 2186938 w 9408955"/>
              <a:gd name="connsiteY4807" fmla="*/ 3661708 h 4587875"/>
              <a:gd name="connsiteX4808" fmla="*/ 2220180 w 9408955"/>
              <a:gd name="connsiteY4808" fmla="*/ 3620992 h 4587875"/>
              <a:gd name="connsiteX4809" fmla="*/ 2153826 w 9408955"/>
              <a:gd name="connsiteY4809" fmla="*/ 3614206 h 4587875"/>
              <a:gd name="connsiteX4810" fmla="*/ 2167095 w 9408955"/>
              <a:gd name="connsiteY4810" fmla="*/ 3656505 h 4587875"/>
              <a:gd name="connsiteX4811" fmla="*/ 2186938 w 9408955"/>
              <a:gd name="connsiteY4811" fmla="*/ 3661708 h 4587875"/>
              <a:gd name="connsiteX4812" fmla="*/ 6608032 w 9408955"/>
              <a:gd name="connsiteY4812" fmla="*/ 3661788 h 4587875"/>
              <a:gd name="connsiteX4813" fmla="*/ 6633726 w 9408955"/>
              <a:gd name="connsiteY4813" fmla="*/ 3646419 h 4587875"/>
              <a:gd name="connsiteX4814" fmla="*/ 6594616 w 9408955"/>
              <a:gd name="connsiteY4814" fmla="*/ 3595398 h 4587875"/>
              <a:gd name="connsiteX4815" fmla="*/ 6576880 w 9408955"/>
              <a:gd name="connsiteY4815" fmla="*/ 3654922 h 4587875"/>
              <a:gd name="connsiteX4816" fmla="*/ 6608032 w 9408955"/>
              <a:gd name="connsiteY4816" fmla="*/ 3661788 h 4587875"/>
              <a:gd name="connsiteX4817" fmla="*/ 8455408 w 9408955"/>
              <a:gd name="connsiteY4817" fmla="*/ 3661840 h 4587875"/>
              <a:gd name="connsiteX4818" fmla="*/ 8490238 w 9408955"/>
              <a:gd name="connsiteY4818" fmla="*/ 3629792 h 4587875"/>
              <a:gd name="connsiteX4819" fmla="*/ 8436790 w 9408955"/>
              <a:gd name="connsiteY4819" fmla="*/ 3598522 h 4587875"/>
              <a:gd name="connsiteX4820" fmla="*/ 8438155 w 9408955"/>
              <a:gd name="connsiteY4820" fmla="*/ 3658363 h 4587875"/>
              <a:gd name="connsiteX4821" fmla="*/ 8455408 w 9408955"/>
              <a:gd name="connsiteY4821" fmla="*/ 3661840 h 4587875"/>
              <a:gd name="connsiteX4822" fmla="*/ 4867560 w 9408955"/>
              <a:gd name="connsiteY4822" fmla="*/ 3661846 h 4587875"/>
              <a:gd name="connsiteX4823" fmla="*/ 4893425 w 9408955"/>
              <a:gd name="connsiteY4823" fmla="*/ 3622299 h 4587875"/>
              <a:gd name="connsiteX4824" fmla="*/ 4832192 w 9408955"/>
              <a:gd name="connsiteY4824" fmla="*/ 3604923 h 4587875"/>
              <a:gd name="connsiteX4825" fmla="*/ 4850335 w 9408955"/>
              <a:gd name="connsiteY4825" fmla="*/ 3661624 h 4587875"/>
              <a:gd name="connsiteX4826" fmla="*/ 4867560 w 9408955"/>
              <a:gd name="connsiteY4826" fmla="*/ 3661846 h 4587875"/>
              <a:gd name="connsiteX4827" fmla="*/ 6290093 w 9408955"/>
              <a:gd name="connsiteY4827" fmla="*/ 3661872 h 4587875"/>
              <a:gd name="connsiteX4828" fmla="*/ 6330672 w 9408955"/>
              <a:gd name="connsiteY4828" fmla="*/ 3614450 h 4587875"/>
              <a:gd name="connsiteX4829" fmla="*/ 6261894 w 9408955"/>
              <a:gd name="connsiteY4829" fmla="*/ 3621974 h 4587875"/>
              <a:gd name="connsiteX4830" fmla="*/ 6290093 w 9408955"/>
              <a:gd name="connsiteY4830" fmla="*/ 3661872 h 4587875"/>
              <a:gd name="connsiteX4831" fmla="*/ 7231906 w 9408955"/>
              <a:gd name="connsiteY4831" fmla="*/ 3661895 h 4587875"/>
              <a:gd name="connsiteX4832" fmla="*/ 7255608 w 9408955"/>
              <a:gd name="connsiteY4832" fmla="*/ 3622402 h 4587875"/>
              <a:gd name="connsiteX4833" fmla="*/ 7189189 w 9408955"/>
              <a:gd name="connsiteY4833" fmla="*/ 3621943 h 4587875"/>
              <a:gd name="connsiteX4834" fmla="*/ 7214892 w 9408955"/>
              <a:gd name="connsiteY4834" fmla="*/ 3661834 h 4587875"/>
              <a:gd name="connsiteX4835" fmla="*/ 7231906 w 9408955"/>
              <a:gd name="connsiteY4835" fmla="*/ 3661895 h 4587875"/>
              <a:gd name="connsiteX4836" fmla="*/ 6405475 w 9408955"/>
              <a:gd name="connsiteY4836" fmla="*/ 3661927 h 4587875"/>
              <a:gd name="connsiteX4837" fmla="*/ 6435442 w 9408955"/>
              <a:gd name="connsiteY4837" fmla="*/ 3621249 h 4587875"/>
              <a:gd name="connsiteX4838" fmla="*/ 6374392 w 9408955"/>
              <a:gd name="connsiteY4838" fmla="*/ 3603141 h 4587875"/>
              <a:gd name="connsiteX4839" fmla="*/ 6386602 w 9408955"/>
              <a:gd name="connsiteY4839" fmla="*/ 3659527 h 4587875"/>
              <a:gd name="connsiteX4840" fmla="*/ 6405475 w 9408955"/>
              <a:gd name="connsiteY4840" fmla="*/ 3661927 h 4587875"/>
              <a:gd name="connsiteX4841" fmla="*/ 2498316 w 9408955"/>
              <a:gd name="connsiteY4841" fmla="*/ 3661938 h 4587875"/>
              <a:gd name="connsiteX4842" fmla="*/ 2529501 w 9408955"/>
              <a:gd name="connsiteY4842" fmla="*/ 3621381 h 4587875"/>
              <a:gd name="connsiteX4843" fmla="*/ 2465572 w 9408955"/>
              <a:gd name="connsiteY4843" fmla="*/ 3609497 h 4587875"/>
              <a:gd name="connsiteX4844" fmla="*/ 2479593 w 9408955"/>
              <a:gd name="connsiteY4844" fmla="*/ 3657946 h 4587875"/>
              <a:gd name="connsiteX4845" fmla="*/ 2498316 w 9408955"/>
              <a:gd name="connsiteY4845" fmla="*/ 3661938 h 4587875"/>
              <a:gd name="connsiteX4846" fmla="*/ 9075138 w 9408955"/>
              <a:gd name="connsiteY4846" fmla="*/ 3661943 h 4587875"/>
              <a:gd name="connsiteX4847" fmla="*/ 9106638 w 9408955"/>
              <a:gd name="connsiteY4847" fmla="*/ 3621738 h 4587875"/>
              <a:gd name="connsiteX4848" fmla="*/ 9045465 w 9408955"/>
              <a:gd name="connsiteY4848" fmla="*/ 3604638 h 4587875"/>
              <a:gd name="connsiteX4849" fmla="*/ 9056380 w 9408955"/>
              <a:gd name="connsiteY4849" fmla="*/ 3659584 h 4587875"/>
              <a:gd name="connsiteX4850" fmla="*/ 9075138 w 9408955"/>
              <a:gd name="connsiteY4850" fmla="*/ 3661943 h 4587875"/>
              <a:gd name="connsiteX4851" fmla="*/ 7434327 w 9408955"/>
              <a:gd name="connsiteY4851" fmla="*/ 3661953 h 4587875"/>
              <a:gd name="connsiteX4852" fmla="*/ 7460638 w 9408955"/>
              <a:gd name="connsiteY4852" fmla="*/ 3620800 h 4587875"/>
              <a:gd name="connsiteX4853" fmla="*/ 7396231 w 9408955"/>
              <a:gd name="connsiteY4853" fmla="*/ 3614154 h 4587875"/>
              <a:gd name="connsiteX4854" fmla="*/ 7415961 w 9408955"/>
              <a:gd name="connsiteY4854" fmla="*/ 3659987 h 4587875"/>
              <a:gd name="connsiteX4855" fmla="*/ 7434327 w 9408955"/>
              <a:gd name="connsiteY4855" fmla="*/ 3661953 h 4587875"/>
              <a:gd name="connsiteX4856" fmla="*/ 1059480 w 9408955"/>
              <a:gd name="connsiteY4856" fmla="*/ 3661975 h 4587875"/>
              <a:gd name="connsiteX4857" fmla="*/ 1090214 w 9408955"/>
              <a:gd name="connsiteY4857" fmla="*/ 3621824 h 4587875"/>
              <a:gd name="connsiteX4858" fmla="*/ 1038818 w 9408955"/>
              <a:gd name="connsiteY4858" fmla="*/ 3597364 h 4587875"/>
              <a:gd name="connsiteX4859" fmla="*/ 1040864 w 9408955"/>
              <a:gd name="connsiteY4859" fmla="*/ 3657942 h 4587875"/>
              <a:gd name="connsiteX4860" fmla="*/ 1059480 w 9408955"/>
              <a:gd name="connsiteY4860" fmla="*/ 3661975 h 4587875"/>
              <a:gd name="connsiteX4861" fmla="*/ 7944029 w 9408955"/>
              <a:gd name="connsiteY4861" fmla="*/ 3661995 h 4587875"/>
              <a:gd name="connsiteX4862" fmla="*/ 7973401 w 9408955"/>
              <a:gd name="connsiteY4862" fmla="*/ 3616699 h 4587875"/>
              <a:gd name="connsiteX4863" fmla="*/ 7908540 w 9408955"/>
              <a:gd name="connsiteY4863" fmla="*/ 3617151 h 4587875"/>
              <a:gd name="connsiteX4864" fmla="*/ 7923281 w 9408955"/>
              <a:gd name="connsiteY4864" fmla="*/ 3657415 h 4587875"/>
              <a:gd name="connsiteX4865" fmla="*/ 7944029 w 9408955"/>
              <a:gd name="connsiteY4865" fmla="*/ 3661995 h 4587875"/>
              <a:gd name="connsiteX4866" fmla="*/ 8139543 w 9408955"/>
              <a:gd name="connsiteY4866" fmla="*/ 3662011 h 4587875"/>
              <a:gd name="connsiteX4867" fmla="*/ 8180018 w 9408955"/>
              <a:gd name="connsiteY4867" fmla="*/ 3622268 h 4587875"/>
              <a:gd name="connsiteX4868" fmla="*/ 8114897 w 9408955"/>
              <a:gd name="connsiteY4868" fmla="*/ 3614643 h 4587875"/>
              <a:gd name="connsiteX4869" fmla="*/ 8139543 w 9408955"/>
              <a:gd name="connsiteY4869" fmla="*/ 3662011 h 4587875"/>
              <a:gd name="connsiteX4870" fmla="*/ 8769123 w 9408955"/>
              <a:gd name="connsiteY4870" fmla="*/ 3662047 h 4587875"/>
              <a:gd name="connsiteX4871" fmla="*/ 8795706 w 9408955"/>
              <a:gd name="connsiteY4871" fmla="*/ 3621387 h 4587875"/>
              <a:gd name="connsiteX4872" fmla="*/ 8731557 w 9408955"/>
              <a:gd name="connsiteY4872" fmla="*/ 3614758 h 4587875"/>
              <a:gd name="connsiteX4873" fmla="*/ 8750665 w 9408955"/>
              <a:gd name="connsiteY4873" fmla="*/ 3660015 h 4587875"/>
              <a:gd name="connsiteX4874" fmla="*/ 8769123 w 9408955"/>
              <a:gd name="connsiteY4874" fmla="*/ 3662047 h 4587875"/>
              <a:gd name="connsiteX4875" fmla="*/ 752281 w 9408955"/>
              <a:gd name="connsiteY4875" fmla="*/ 3662103 h 4587875"/>
              <a:gd name="connsiteX4876" fmla="*/ 782076 w 9408955"/>
              <a:gd name="connsiteY4876" fmla="*/ 3621738 h 4587875"/>
              <a:gd name="connsiteX4877" fmla="*/ 721573 w 9408955"/>
              <a:gd name="connsiteY4877" fmla="*/ 3603498 h 4587875"/>
              <a:gd name="connsiteX4878" fmla="*/ 733164 w 9408955"/>
              <a:gd name="connsiteY4878" fmla="*/ 3659584 h 4587875"/>
              <a:gd name="connsiteX4879" fmla="*/ 752281 w 9408955"/>
              <a:gd name="connsiteY4879" fmla="*/ 3662103 h 4587875"/>
              <a:gd name="connsiteX4880" fmla="*/ 5988213 w 9408955"/>
              <a:gd name="connsiteY4880" fmla="*/ 3662237 h 4587875"/>
              <a:gd name="connsiteX4881" fmla="*/ 6023653 w 9408955"/>
              <a:gd name="connsiteY4881" fmla="*/ 3627336 h 4587875"/>
              <a:gd name="connsiteX4882" fmla="*/ 5959435 w 9408955"/>
              <a:gd name="connsiteY4882" fmla="*/ 3607453 h 4587875"/>
              <a:gd name="connsiteX4883" fmla="*/ 5969830 w 9408955"/>
              <a:gd name="connsiteY4883" fmla="*/ 3657731 h 4587875"/>
              <a:gd name="connsiteX4884" fmla="*/ 5988213 w 9408955"/>
              <a:gd name="connsiteY4884" fmla="*/ 3662237 h 4587875"/>
              <a:gd name="connsiteX4885" fmla="*/ 446213 w 9408955"/>
              <a:gd name="connsiteY4885" fmla="*/ 3662238 h 4587875"/>
              <a:gd name="connsiteX4886" fmla="*/ 474153 w 9408955"/>
              <a:gd name="connsiteY4886" fmla="*/ 3621807 h 4587875"/>
              <a:gd name="connsiteX4887" fmla="*/ 414821 w 9408955"/>
              <a:gd name="connsiteY4887" fmla="*/ 3602502 h 4587875"/>
              <a:gd name="connsiteX4888" fmla="*/ 427700 w 9408955"/>
              <a:gd name="connsiteY4888" fmla="*/ 3660418 h 4587875"/>
              <a:gd name="connsiteX4889" fmla="*/ 446213 w 9408955"/>
              <a:gd name="connsiteY4889" fmla="*/ 3662238 h 4587875"/>
              <a:gd name="connsiteX4890" fmla="*/ 5576880 w 9408955"/>
              <a:gd name="connsiteY4890" fmla="*/ 3662253 h 4587875"/>
              <a:gd name="connsiteX4891" fmla="*/ 5613393 w 9408955"/>
              <a:gd name="connsiteY4891" fmla="*/ 3629586 h 4587875"/>
              <a:gd name="connsiteX4892" fmla="*/ 5558282 w 9408955"/>
              <a:gd name="connsiteY4892" fmla="*/ 3599503 h 4587875"/>
              <a:gd name="connsiteX4893" fmla="*/ 5559205 w 9408955"/>
              <a:gd name="connsiteY4893" fmla="*/ 3657633 h 4587875"/>
              <a:gd name="connsiteX4894" fmla="*/ 5576880 w 9408955"/>
              <a:gd name="connsiteY4894" fmla="*/ 3662253 h 4587875"/>
              <a:gd name="connsiteX4895" fmla="*/ 8659916 w 9408955"/>
              <a:gd name="connsiteY4895" fmla="*/ 3662286 h 4587875"/>
              <a:gd name="connsiteX4896" fmla="*/ 8694033 w 9408955"/>
              <a:gd name="connsiteY4896" fmla="*/ 3621000 h 4587875"/>
              <a:gd name="connsiteX4897" fmla="*/ 8638770 w 9408955"/>
              <a:gd name="connsiteY4897" fmla="*/ 3599738 h 4587875"/>
              <a:gd name="connsiteX4898" fmla="*/ 8639917 w 9408955"/>
              <a:gd name="connsiteY4898" fmla="*/ 3656285 h 4587875"/>
              <a:gd name="connsiteX4899" fmla="*/ 8659916 w 9408955"/>
              <a:gd name="connsiteY4899" fmla="*/ 3662286 h 4587875"/>
              <a:gd name="connsiteX4900" fmla="*/ 3220164 w 9408955"/>
              <a:gd name="connsiteY4900" fmla="*/ 3662321 h 4587875"/>
              <a:gd name="connsiteX4901" fmla="*/ 3248532 w 9408955"/>
              <a:gd name="connsiteY4901" fmla="*/ 3622137 h 4587875"/>
              <a:gd name="connsiteX4902" fmla="*/ 3189856 w 9408955"/>
              <a:gd name="connsiteY4902" fmla="*/ 3602319 h 4587875"/>
              <a:gd name="connsiteX4903" fmla="*/ 3201910 w 9408955"/>
              <a:gd name="connsiteY4903" fmla="*/ 3660391 h 4587875"/>
              <a:gd name="connsiteX4904" fmla="*/ 3220164 w 9408955"/>
              <a:gd name="connsiteY4904" fmla="*/ 3662321 h 4587875"/>
              <a:gd name="connsiteX4905" fmla="*/ 7330472 w 9408955"/>
              <a:gd name="connsiteY4905" fmla="*/ 3662370 h 4587875"/>
              <a:gd name="connsiteX4906" fmla="*/ 7358746 w 9408955"/>
              <a:gd name="connsiteY4906" fmla="*/ 3621608 h 4587875"/>
              <a:gd name="connsiteX4907" fmla="*/ 7291956 w 9408955"/>
              <a:gd name="connsiteY4907" fmla="*/ 3622066 h 4587875"/>
              <a:gd name="connsiteX4908" fmla="*/ 7311924 w 9408955"/>
              <a:gd name="connsiteY4908" fmla="*/ 3660927 h 4587875"/>
              <a:gd name="connsiteX4909" fmla="*/ 7330472 w 9408955"/>
              <a:gd name="connsiteY4909" fmla="*/ 3662370 h 4587875"/>
              <a:gd name="connsiteX4910" fmla="*/ 7735496 w 9408955"/>
              <a:gd name="connsiteY4910" fmla="*/ 3662374 h 4587875"/>
              <a:gd name="connsiteX4911" fmla="*/ 7771088 w 9408955"/>
              <a:gd name="connsiteY4911" fmla="*/ 3621354 h 4587875"/>
              <a:gd name="connsiteX4912" fmla="*/ 7721969 w 9408955"/>
              <a:gd name="connsiteY4912" fmla="*/ 3595980 h 4587875"/>
              <a:gd name="connsiteX4913" fmla="*/ 7715602 w 9408955"/>
              <a:gd name="connsiteY4913" fmla="*/ 3656330 h 4587875"/>
              <a:gd name="connsiteX4914" fmla="*/ 7735496 w 9408955"/>
              <a:gd name="connsiteY4914" fmla="*/ 3662374 h 4587875"/>
              <a:gd name="connsiteX4915" fmla="*/ 238182 w 9408955"/>
              <a:gd name="connsiteY4915" fmla="*/ 3662374 h 4587875"/>
              <a:gd name="connsiteX4916" fmla="*/ 267622 w 9408955"/>
              <a:gd name="connsiteY4916" fmla="*/ 3621555 h 4587875"/>
              <a:gd name="connsiteX4917" fmla="*/ 212733 w 9408955"/>
              <a:gd name="connsiteY4917" fmla="*/ 3599492 h 4587875"/>
              <a:gd name="connsiteX4918" fmla="*/ 219538 w 9408955"/>
              <a:gd name="connsiteY4918" fmla="*/ 3658787 h 4587875"/>
              <a:gd name="connsiteX4919" fmla="*/ 238182 w 9408955"/>
              <a:gd name="connsiteY4919" fmla="*/ 3662374 h 4587875"/>
              <a:gd name="connsiteX4920" fmla="*/ 5072143 w 9408955"/>
              <a:gd name="connsiteY4920" fmla="*/ 3662383 h 4587875"/>
              <a:gd name="connsiteX4921" fmla="*/ 5097026 w 9408955"/>
              <a:gd name="connsiteY4921" fmla="*/ 3617699 h 4587875"/>
              <a:gd name="connsiteX4922" fmla="*/ 5045494 w 9408955"/>
              <a:gd name="connsiteY4922" fmla="*/ 3598099 h 4587875"/>
              <a:gd name="connsiteX4923" fmla="*/ 5052790 w 9408955"/>
              <a:gd name="connsiteY4923" fmla="*/ 3660588 h 4587875"/>
              <a:gd name="connsiteX4924" fmla="*/ 5072143 w 9408955"/>
              <a:gd name="connsiteY4924" fmla="*/ 3662383 h 4587875"/>
              <a:gd name="connsiteX4925" fmla="*/ 7844895 w 9408955"/>
              <a:gd name="connsiteY4925" fmla="*/ 3662419 h 4587875"/>
              <a:gd name="connsiteX4926" fmla="*/ 7873509 w 9408955"/>
              <a:gd name="connsiteY4926" fmla="*/ 3621927 h 4587875"/>
              <a:gd name="connsiteX4927" fmla="*/ 7818664 w 9408955"/>
              <a:gd name="connsiteY4927" fmla="*/ 3599001 h 4587875"/>
              <a:gd name="connsiteX4928" fmla="*/ 7826499 w 9408955"/>
              <a:gd name="connsiteY4928" fmla="*/ 3660900 h 4587875"/>
              <a:gd name="connsiteX4929" fmla="*/ 7844895 w 9408955"/>
              <a:gd name="connsiteY4929" fmla="*/ 3662419 h 4587875"/>
              <a:gd name="connsiteX4930" fmla="*/ 960899 w 9408955"/>
              <a:gd name="connsiteY4930" fmla="*/ 3662442 h 4587875"/>
              <a:gd name="connsiteX4931" fmla="*/ 986807 w 9408955"/>
              <a:gd name="connsiteY4931" fmla="*/ 3622717 h 4587875"/>
              <a:gd name="connsiteX4932" fmla="*/ 925397 w 9408955"/>
              <a:gd name="connsiteY4932" fmla="*/ 3607241 h 4587875"/>
              <a:gd name="connsiteX4933" fmla="*/ 943138 w 9408955"/>
              <a:gd name="connsiteY4933" fmla="*/ 3660829 h 4587875"/>
              <a:gd name="connsiteX4934" fmla="*/ 960899 w 9408955"/>
              <a:gd name="connsiteY4934" fmla="*/ 3662442 h 4587875"/>
              <a:gd name="connsiteX4935" fmla="*/ 5890643 w 9408955"/>
              <a:gd name="connsiteY4935" fmla="*/ 3662477 h 4587875"/>
              <a:gd name="connsiteX4936" fmla="*/ 5919997 w 9408955"/>
              <a:gd name="connsiteY4936" fmla="*/ 3620324 h 4587875"/>
              <a:gd name="connsiteX4937" fmla="*/ 5854406 w 9408955"/>
              <a:gd name="connsiteY4937" fmla="*/ 3614137 h 4587875"/>
              <a:gd name="connsiteX4938" fmla="*/ 5871667 w 9408955"/>
              <a:gd name="connsiteY4938" fmla="*/ 3659970 h 4587875"/>
              <a:gd name="connsiteX4939" fmla="*/ 5890643 w 9408955"/>
              <a:gd name="connsiteY4939" fmla="*/ 3662477 h 4587875"/>
              <a:gd name="connsiteX4940" fmla="*/ 4960054 w 9408955"/>
              <a:gd name="connsiteY4940" fmla="*/ 3662493 h 4587875"/>
              <a:gd name="connsiteX4941" fmla="*/ 4998879 w 9408955"/>
              <a:gd name="connsiteY4941" fmla="*/ 3628224 h 4587875"/>
              <a:gd name="connsiteX4942" fmla="*/ 4946653 w 9408955"/>
              <a:gd name="connsiteY4942" fmla="*/ 3596449 h 4587875"/>
              <a:gd name="connsiteX4943" fmla="*/ 4941821 w 9408955"/>
              <a:gd name="connsiteY4943" fmla="*/ 3656799 h 4587875"/>
              <a:gd name="connsiteX4944" fmla="*/ 4960054 w 9408955"/>
              <a:gd name="connsiteY4944" fmla="*/ 3662493 h 4587875"/>
              <a:gd name="connsiteX4945" fmla="*/ 5371540 w 9408955"/>
              <a:gd name="connsiteY4945" fmla="*/ 3662512 h 4587875"/>
              <a:gd name="connsiteX4946" fmla="*/ 5406114 w 9408955"/>
              <a:gd name="connsiteY4946" fmla="*/ 3621305 h 4587875"/>
              <a:gd name="connsiteX4947" fmla="*/ 5349852 w 9408955"/>
              <a:gd name="connsiteY4947" fmla="*/ 3599471 h 4587875"/>
              <a:gd name="connsiteX4948" fmla="*/ 5351682 w 9408955"/>
              <a:gd name="connsiteY4948" fmla="*/ 3656468 h 4587875"/>
              <a:gd name="connsiteX4949" fmla="*/ 5371540 w 9408955"/>
              <a:gd name="connsiteY4949" fmla="*/ 3662512 h 4587875"/>
              <a:gd name="connsiteX4950" fmla="*/ 8357806 w 9408955"/>
              <a:gd name="connsiteY4950" fmla="*/ 3662548 h 4587875"/>
              <a:gd name="connsiteX4951" fmla="*/ 8386591 w 9408955"/>
              <a:gd name="connsiteY4951" fmla="*/ 3622137 h 4587875"/>
              <a:gd name="connsiteX4952" fmla="*/ 8318588 w 9408955"/>
              <a:gd name="connsiteY4952" fmla="*/ 3617989 h 4587875"/>
              <a:gd name="connsiteX4953" fmla="*/ 8339967 w 9408955"/>
              <a:gd name="connsiteY4953" fmla="*/ 3661312 h 4587875"/>
              <a:gd name="connsiteX4954" fmla="*/ 8357806 w 9408955"/>
              <a:gd name="connsiteY4954" fmla="*/ 3662548 h 4587875"/>
              <a:gd name="connsiteX4955" fmla="*/ 5478602 w 9408955"/>
              <a:gd name="connsiteY4955" fmla="*/ 3662549 h 4587875"/>
              <a:gd name="connsiteX4956" fmla="*/ 5509818 w 9408955"/>
              <a:gd name="connsiteY4956" fmla="*/ 3629271 h 4587875"/>
              <a:gd name="connsiteX4957" fmla="*/ 5460919 w 9408955"/>
              <a:gd name="connsiteY4957" fmla="*/ 3596710 h 4587875"/>
              <a:gd name="connsiteX4958" fmla="*/ 5462056 w 9408955"/>
              <a:gd name="connsiteY4958" fmla="*/ 3660457 h 4587875"/>
              <a:gd name="connsiteX4959" fmla="*/ 5478602 w 9408955"/>
              <a:gd name="connsiteY4959" fmla="*/ 3662549 h 4587875"/>
              <a:gd name="connsiteX4960" fmla="*/ 1573520 w 9408955"/>
              <a:gd name="connsiteY4960" fmla="*/ 3662551 h 4587875"/>
              <a:gd name="connsiteX4961" fmla="*/ 1603219 w 9408955"/>
              <a:gd name="connsiteY4961" fmla="*/ 3621602 h 4587875"/>
              <a:gd name="connsiteX4962" fmla="*/ 1538304 w 9408955"/>
              <a:gd name="connsiteY4962" fmla="*/ 3614517 h 4587875"/>
              <a:gd name="connsiteX4963" fmla="*/ 1554759 w 9408955"/>
              <a:gd name="connsiteY4963" fmla="*/ 3659087 h 4587875"/>
              <a:gd name="connsiteX4964" fmla="*/ 1573520 w 9408955"/>
              <a:gd name="connsiteY4964" fmla="*/ 3662551 h 4587875"/>
              <a:gd name="connsiteX4965" fmla="*/ 8252688 w 9408955"/>
              <a:gd name="connsiteY4965" fmla="*/ 3662581 h 4587875"/>
              <a:gd name="connsiteX4966" fmla="*/ 8283375 w 9408955"/>
              <a:gd name="connsiteY4966" fmla="*/ 3629271 h 4587875"/>
              <a:gd name="connsiteX4967" fmla="*/ 8236025 w 9408955"/>
              <a:gd name="connsiteY4967" fmla="*/ 3596710 h 4587875"/>
              <a:gd name="connsiteX4968" fmla="*/ 8236025 w 9408955"/>
              <a:gd name="connsiteY4968" fmla="*/ 3660228 h 4587875"/>
              <a:gd name="connsiteX4969" fmla="*/ 8252688 w 9408955"/>
              <a:gd name="connsiteY4969" fmla="*/ 3662581 h 4587875"/>
              <a:gd name="connsiteX4970" fmla="*/ 1780757 w 9408955"/>
              <a:gd name="connsiteY4970" fmla="*/ 3662613 h 4587875"/>
              <a:gd name="connsiteX4971" fmla="*/ 1809066 w 9408955"/>
              <a:gd name="connsiteY4971" fmla="*/ 3621449 h 4587875"/>
              <a:gd name="connsiteX4972" fmla="*/ 1743330 w 9408955"/>
              <a:gd name="connsiteY4972" fmla="*/ 3614770 h 4587875"/>
              <a:gd name="connsiteX4973" fmla="*/ 1762437 w 9408955"/>
              <a:gd name="connsiteY4973" fmla="*/ 3659911 h 4587875"/>
              <a:gd name="connsiteX4974" fmla="*/ 1780757 w 9408955"/>
              <a:gd name="connsiteY4974" fmla="*/ 3662613 h 4587875"/>
              <a:gd name="connsiteX4975" fmla="*/ 5681293 w 9408955"/>
              <a:gd name="connsiteY4975" fmla="*/ 3662660 h 4587875"/>
              <a:gd name="connsiteX4976" fmla="*/ 5716377 w 9408955"/>
              <a:gd name="connsiteY4976" fmla="*/ 3629879 h 4587875"/>
              <a:gd name="connsiteX4977" fmla="*/ 5652859 w 9408955"/>
              <a:gd name="connsiteY4977" fmla="*/ 3605075 h 4587875"/>
              <a:gd name="connsiteX4978" fmla="*/ 5664095 w 9408955"/>
              <a:gd name="connsiteY4978" fmla="*/ 3658587 h 4587875"/>
              <a:gd name="connsiteX4979" fmla="*/ 5681293 w 9408955"/>
              <a:gd name="connsiteY4979" fmla="*/ 3662660 h 4587875"/>
              <a:gd name="connsiteX4980" fmla="*/ 6712228 w 9408955"/>
              <a:gd name="connsiteY4980" fmla="*/ 3662673 h 4587875"/>
              <a:gd name="connsiteX4981" fmla="*/ 6740844 w 9408955"/>
              <a:gd name="connsiteY4981" fmla="*/ 3621881 h 4587875"/>
              <a:gd name="connsiteX4982" fmla="*/ 6677536 w 9408955"/>
              <a:gd name="connsiteY4982" fmla="*/ 3614241 h 4587875"/>
              <a:gd name="connsiteX4983" fmla="*/ 6693815 w 9408955"/>
              <a:gd name="connsiteY4983" fmla="*/ 3659385 h 4587875"/>
              <a:gd name="connsiteX4984" fmla="*/ 6712228 w 9408955"/>
              <a:gd name="connsiteY4984" fmla="*/ 3662673 h 4587875"/>
              <a:gd name="connsiteX4985" fmla="*/ 7124557 w 9408955"/>
              <a:gd name="connsiteY4985" fmla="*/ 3662696 h 4587875"/>
              <a:gd name="connsiteX4986" fmla="*/ 7153733 w 9408955"/>
              <a:gd name="connsiteY4986" fmla="*/ 3617622 h 4587875"/>
              <a:gd name="connsiteX4987" fmla="*/ 7088528 w 9408955"/>
              <a:gd name="connsiteY4987" fmla="*/ 3610327 h 4587875"/>
              <a:gd name="connsiteX4988" fmla="*/ 7104487 w 9408955"/>
              <a:gd name="connsiteY4988" fmla="*/ 3659341 h 4587875"/>
              <a:gd name="connsiteX4989" fmla="*/ 7124557 w 9408955"/>
              <a:gd name="connsiteY4989" fmla="*/ 3662696 h 4587875"/>
              <a:gd name="connsiteX4990" fmla="*/ 3318052 w 9408955"/>
              <a:gd name="connsiteY4990" fmla="*/ 3662728 h 4587875"/>
              <a:gd name="connsiteX4991" fmla="*/ 3352178 w 9408955"/>
              <a:gd name="connsiteY4991" fmla="*/ 3629161 h 4587875"/>
              <a:gd name="connsiteX4992" fmla="*/ 3306009 w 9408955"/>
              <a:gd name="connsiteY4992" fmla="*/ 3595227 h 4587875"/>
              <a:gd name="connsiteX4993" fmla="*/ 3300778 w 9408955"/>
              <a:gd name="connsiteY4993" fmla="*/ 3658446 h 4587875"/>
              <a:gd name="connsiteX4994" fmla="*/ 3318052 w 9408955"/>
              <a:gd name="connsiteY4994" fmla="*/ 3662728 h 4587875"/>
              <a:gd name="connsiteX4995" fmla="*/ 540510 w 9408955"/>
              <a:gd name="connsiteY4995" fmla="*/ 3662749 h 4587875"/>
              <a:gd name="connsiteX4996" fmla="*/ 581078 w 9408955"/>
              <a:gd name="connsiteY4996" fmla="*/ 3623946 h 4587875"/>
              <a:gd name="connsiteX4997" fmla="*/ 538548 w 9408955"/>
              <a:gd name="connsiteY4997" fmla="*/ 3595674 h 4587875"/>
              <a:gd name="connsiteX4998" fmla="*/ 521221 w 9408955"/>
              <a:gd name="connsiteY4998" fmla="*/ 3655611 h 4587875"/>
              <a:gd name="connsiteX4999" fmla="*/ 540510 w 9408955"/>
              <a:gd name="connsiteY4999" fmla="*/ 3662749 h 4587875"/>
              <a:gd name="connsiteX5000" fmla="*/ 6914411 w 9408955"/>
              <a:gd name="connsiteY5000" fmla="*/ 3662783 h 4587875"/>
              <a:gd name="connsiteX5001" fmla="*/ 6948639 w 9408955"/>
              <a:gd name="connsiteY5001" fmla="*/ 3622006 h 4587875"/>
              <a:gd name="connsiteX5002" fmla="*/ 6889465 w 9408955"/>
              <a:gd name="connsiteY5002" fmla="*/ 3603625 h 4587875"/>
              <a:gd name="connsiteX5003" fmla="*/ 6894782 w 9408955"/>
              <a:gd name="connsiteY5003" fmla="*/ 3657391 h 4587875"/>
              <a:gd name="connsiteX5004" fmla="*/ 6914411 w 9408955"/>
              <a:gd name="connsiteY5004" fmla="*/ 3662783 h 4587875"/>
              <a:gd name="connsiteX5005" fmla="*/ 8046366 w 9408955"/>
              <a:gd name="connsiteY5005" fmla="*/ 3662792 h 4587875"/>
              <a:gd name="connsiteX5006" fmla="*/ 8077269 w 9408955"/>
              <a:gd name="connsiteY5006" fmla="*/ 3622524 h 4587875"/>
              <a:gd name="connsiteX5007" fmla="*/ 8013996 w 9408955"/>
              <a:gd name="connsiteY5007" fmla="*/ 3609040 h 4587875"/>
              <a:gd name="connsiteX5008" fmla="*/ 8027603 w 9408955"/>
              <a:gd name="connsiteY5008" fmla="*/ 3659318 h 4587875"/>
              <a:gd name="connsiteX5009" fmla="*/ 8046366 w 9408955"/>
              <a:gd name="connsiteY5009" fmla="*/ 3662792 h 4587875"/>
              <a:gd name="connsiteX5010" fmla="*/ 2088459 w 9408955"/>
              <a:gd name="connsiteY5010" fmla="*/ 3662799 h 4587875"/>
              <a:gd name="connsiteX5011" fmla="*/ 2119501 w 9408955"/>
              <a:gd name="connsiteY5011" fmla="*/ 3622242 h 4587875"/>
              <a:gd name="connsiteX5012" fmla="*/ 2051364 w 9408955"/>
              <a:gd name="connsiteY5012" fmla="*/ 3613929 h 4587875"/>
              <a:gd name="connsiteX5013" fmla="*/ 2069659 w 9408955"/>
              <a:gd name="connsiteY5013" fmla="*/ 3659418 h 4587875"/>
              <a:gd name="connsiteX5014" fmla="*/ 2088459 w 9408955"/>
              <a:gd name="connsiteY5014" fmla="*/ 3662799 h 4587875"/>
              <a:gd name="connsiteX5015" fmla="*/ 4757834 w 9408955"/>
              <a:gd name="connsiteY5015" fmla="*/ 3662836 h 4587875"/>
              <a:gd name="connsiteX5016" fmla="*/ 4790650 w 9408955"/>
              <a:gd name="connsiteY5016" fmla="*/ 3622415 h 4587875"/>
              <a:gd name="connsiteX5017" fmla="*/ 4725483 w 9408955"/>
              <a:gd name="connsiteY5017" fmla="*/ 3611929 h 4587875"/>
              <a:gd name="connsiteX5018" fmla="*/ 4739021 w 9408955"/>
              <a:gd name="connsiteY5018" fmla="*/ 3658202 h 4587875"/>
              <a:gd name="connsiteX5019" fmla="*/ 4757834 w 9408955"/>
              <a:gd name="connsiteY5019" fmla="*/ 3662836 h 4587875"/>
              <a:gd name="connsiteX5020" fmla="*/ 1468867 w 9408955"/>
              <a:gd name="connsiteY5020" fmla="*/ 3662879 h 4587875"/>
              <a:gd name="connsiteX5021" fmla="*/ 1501266 w 9408955"/>
              <a:gd name="connsiteY5021" fmla="*/ 3623524 h 4587875"/>
              <a:gd name="connsiteX5022" fmla="*/ 1448381 w 9408955"/>
              <a:gd name="connsiteY5022" fmla="*/ 3598540 h 4587875"/>
              <a:gd name="connsiteX5023" fmla="*/ 1449989 w 9408955"/>
              <a:gd name="connsiteY5023" fmla="*/ 3659051 h 4587875"/>
              <a:gd name="connsiteX5024" fmla="*/ 1468867 w 9408955"/>
              <a:gd name="connsiteY5024" fmla="*/ 3662879 h 4587875"/>
              <a:gd name="connsiteX5025" fmla="*/ 1985248 w 9408955"/>
              <a:gd name="connsiteY5025" fmla="*/ 3662882 h 4587875"/>
              <a:gd name="connsiteX5026" fmla="*/ 2014619 w 9408955"/>
              <a:gd name="connsiteY5026" fmla="*/ 3617667 h 4587875"/>
              <a:gd name="connsiteX5027" fmla="*/ 1946050 w 9408955"/>
              <a:gd name="connsiteY5027" fmla="*/ 3622490 h 4587875"/>
              <a:gd name="connsiteX5028" fmla="*/ 1965221 w 9408955"/>
              <a:gd name="connsiteY5028" fmla="*/ 3659465 h 4587875"/>
              <a:gd name="connsiteX5029" fmla="*/ 1985248 w 9408955"/>
              <a:gd name="connsiteY5029" fmla="*/ 3662882 h 4587875"/>
              <a:gd name="connsiteX5030" fmla="*/ 6092558 w 9408955"/>
              <a:gd name="connsiteY5030" fmla="*/ 3662982 h 4587875"/>
              <a:gd name="connsiteX5031" fmla="*/ 6125063 w 9408955"/>
              <a:gd name="connsiteY5031" fmla="*/ 3623627 h 4587875"/>
              <a:gd name="connsiteX5032" fmla="*/ 6058892 w 9408955"/>
              <a:gd name="connsiteY5032" fmla="*/ 3615083 h 4587875"/>
              <a:gd name="connsiteX5033" fmla="*/ 6073495 w 9408955"/>
              <a:gd name="connsiteY5033" fmla="*/ 3659187 h 4587875"/>
              <a:gd name="connsiteX5034" fmla="*/ 6092558 w 9408955"/>
              <a:gd name="connsiteY5034" fmla="*/ 3662982 h 4587875"/>
              <a:gd name="connsiteX5035" fmla="*/ 1366660 w 9408955"/>
              <a:gd name="connsiteY5035" fmla="*/ 3662985 h 4587875"/>
              <a:gd name="connsiteX5036" fmla="*/ 1401119 w 9408955"/>
              <a:gd name="connsiteY5036" fmla="*/ 3612843 h 4587875"/>
              <a:gd name="connsiteX5037" fmla="*/ 1345064 w 9408955"/>
              <a:gd name="connsiteY5037" fmla="*/ 3599043 h 4587875"/>
              <a:gd name="connsiteX5038" fmla="*/ 1366660 w 9408955"/>
              <a:gd name="connsiteY5038" fmla="*/ 3662985 h 4587875"/>
              <a:gd name="connsiteX5039" fmla="*/ 8868232 w 9408955"/>
              <a:gd name="connsiteY5039" fmla="*/ 3662995 h 4587875"/>
              <a:gd name="connsiteX5040" fmla="*/ 8899838 w 9408955"/>
              <a:gd name="connsiteY5040" fmla="*/ 3622410 h 4587875"/>
              <a:gd name="connsiteX5041" fmla="*/ 8838109 w 9408955"/>
              <a:gd name="connsiteY5041" fmla="*/ 3606680 h 4587875"/>
              <a:gd name="connsiteX5042" fmla="*/ 8849189 w 9408955"/>
              <a:gd name="connsiteY5042" fmla="*/ 3658201 h 4587875"/>
              <a:gd name="connsiteX5043" fmla="*/ 8868232 w 9408955"/>
              <a:gd name="connsiteY5043" fmla="*/ 3662995 h 4587875"/>
              <a:gd name="connsiteX5044" fmla="*/ 8559073 w 9408955"/>
              <a:gd name="connsiteY5044" fmla="*/ 3663020 h 4587875"/>
              <a:gd name="connsiteX5045" fmla="*/ 8593165 w 9408955"/>
              <a:gd name="connsiteY5045" fmla="*/ 3629754 h 4587875"/>
              <a:gd name="connsiteX5046" fmla="*/ 8540263 w 9408955"/>
              <a:gd name="connsiteY5046" fmla="*/ 3597318 h 4587875"/>
              <a:gd name="connsiteX5047" fmla="*/ 8542103 w 9408955"/>
              <a:gd name="connsiteY5047" fmla="*/ 3659642 h 4587875"/>
              <a:gd name="connsiteX5048" fmla="*/ 8559073 w 9408955"/>
              <a:gd name="connsiteY5048" fmla="*/ 3663020 h 4587875"/>
              <a:gd name="connsiteX5049" fmla="*/ 342696 w 9408955"/>
              <a:gd name="connsiteY5049" fmla="*/ 3663049 h 4587875"/>
              <a:gd name="connsiteX5050" fmla="*/ 370282 w 9408955"/>
              <a:gd name="connsiteY5050" fmla="*/ 3621929 h 4587875"/>
              <a:gd name="connsiteX5051" fmla="*/ 304894 w 9408955"/>
              <a:gd name="connsiteY5051" fmla="*/ 3615283 h 4587875"/>
              <a:gd name="connsiteX5052" fmla="*/ 324166 w 9408955"/>
              <a:gd name="connsiteY5052" fmla="*/ 3660657 h 4587875"/>
              <a:gd name="connsiteX5053" fmla="*/ 342696 w 9408955"/>
              <a:gd name="connsiteY5053" fmla="*/ 3663049 h 4587875"/>
              <a:gd name="connsiteX5054" fmla="*/ 1669403 w 9408955"/>
              <a:gd name="connsiteY5054" fmla="*/ 3663053 h 4587875"/>
              <a:gd name="connsiteX5055" fmla="*/ 1706705 w 9408955"/>
              <a:gd name="connsiteY5055" fmla="*/ 3630620 h 4587875"/>
              <a:gd name="connsiteX5056" fmla="*/ 1664700 w 9408955"/>
              <a:gd name="connsiteY5056" fmla="*/ 3595085 h 4587875"/>
              <a:gd name="connsiteX5057" fmla="*/ 1651704 w 9408955"/>
              <a:gd name="connsiteY5057" fmla="*/ 3656985 h 4587875"/>
              <a:gd name="connsiteX5058" fmla="*/ 1669403 w 9408955"/>
              <a:gd name="connsiteY5058" fmla="*/ 3663053 h 4587875"/>
              <a:gd name="connsiteX5059" fmla="*/ 5169479 w 9408955"/>
              <a:gd name="connsiteY5059" fmla="*/ 3663365 h 4587875"/>
              <a:gd name="connsiteX5060" fmla="*/ 5198483 w 9408955"/>
              <a:gd name="connsiteY5060" fmla="*/ 3617530 h 4587875"/>
              <a:gd name="connsiteX5061" fmla="*/ 5142397 w 9408955"/>
              <a:gd name="connsiteY5061" fmla="*/ 3601944 h 4587875"/>
              <a:gd name="connsiteX5062" fmla="*/ 5149182 w 9408955"/>
              <a:gd name="connsiteY5062" fmla="*/ 3659017 h 4587875"/>
              <a:gd name="connsiteX5063" fmla="*/ 5169479 w 9408955"/>
              <a:gd name="connsiteY5063" fmla="*/ 3663365 h 4587875"/>
              <a:gd name="connsiteX5064" fmla="*/ 3002167 w 9408955"/>
              <a:gd name="connsiteY5064" fmla="*/ 3755022 h 4587875"/>
              <a:gd name="connsiteX5065" fmla="*/ 3032387 w 9408955"/>
              <a:gd name="connsiteY5065" fmla="*/ 3725234 h 4587875"/>
              <a:gd name="connsiteX5066" fmla="*/ 2992549 w 9408955"/>
              <a:gd name="connsiteY5066" fmla="*/ 3709259 h 4587875"/>
              <a:gd name="connsiteX5067" fmla="*/ 2988679 w 9408955"/>
              <a:gd name="connsiteY5067" fmla="*/ 3745143 h 4587875"/>
              <a:gd name="connsiteX5068" fmla="*/ 3002167 w 9408955"/>
              <a:gd name="connsiteY5068" fmla="*/ 3755022 h 4587875"/>
              <a:gd name="connsiteX5069" fmla="*/ 3099621 w 9408955"/>
              <a:gd name="connsiteY5069" fmla="*/ 3761693 h 4587875"/>
              <a:gd name="connsiteX5070" fmla="*/ 3137882 w 9408955"/>
              <a:gd name="connsiteY5070" fmla="*/ 3758928 h 4587875"/>
              <a:gd name="connsiteX5071" fmla="*/ 3137882 w 9408955"/>
              <a:gd name="connsiteY5071" fmla="*/ 3708303 h 4587875"/>
              <a:gd name="connsiteX5072" fmla="*/ 3078832 w 9408955"/>
              <a:gd name="connsiteY5072" fmla="*/ 3734527 h 4587875"/>
              <a:gd name="connsiteX5073" fmla="*/ 3099621 w 9408955"/>
              <a:gd name="connsiteY5073" fmla="*/ 3761693 h 4587875"/>
              <a:gd name="connsiteX5074" fmla="*/ 4949440 w 9408955"/>
              <a:gd name="connsiteY5074" fmla="*/ 3761903 h 4587875"/>
              <a:gd name="connsiteX5075" fmla="*/ 4997065 w 9408955"/>
              <a:gd name="connsiteY5075" fmla="*/ 3733935 h 4587875"/>
              <a:gd name="connsiteX5076" fmla="*/ 4930844 w 9408955"/>
              <a:gd name="connsiteY5076" fmla="*/ 3712333 h 4587875"/>
              <a:gd name="connsiteX5077" fmla="*/ 4949440 w 9408955"/>
              <a:gd name="connsiteY5077" fmla="*/ 3761903 h 4587875"/>
              <a:gd name="connsiteX5078" fmla="*/ 1563746 w 9408955"/>
              <a:gd name="connsiteY5078" fmla="*/ 3761968 h 4587875"/>
              <a:gd name="connsiteX5079" fmla="*/ 1601614 w 9408955"/>
              <a:gd name="connsiteY5079" fmla="*/ 3733695 h 4587875"/>
              <a:gd name="connsiteX5080" fmla="*/ 1560012 w 9408955"/>
              <a:gd name="connsiteY5080" fmla="*/ 3699125 h 4587875"/>
              <a:gd name="connsiteX5081" fmla="*/ 1547351 w 9408955"/>
              <a:gd name="connsiteY5081" fmla="*/ 3754619 h 4587875"/>
              <a:gd name="connsiteX5082" fmla="*/ 1563746 w 9408955"/>
              <a:gd name="connsiteY5082" fmla="*/ 3761968 h 4587875"/>
              <a:gd name="connsiteX5083" fmla="*/ 1474917 w 9408955"/>
              <a:gd name="connsiteY5083" fmla="*/ 3762395 h 4587875"/>
              <a:gd name="connsiteX5084" fmla="*/ 1499076 w 9408955"/>
              <a:gd name="connsiteY5084" fmla="*/ 3741123 h 4587875"/>
              <a:gd name="connsiteX5085" fmla="*/ 1463604 w 9408955"/>
              <a:gd name="connsiteY5085" fmla="*/ 3697324 h 4587875"/>
              <a:gd name="connsiteX5086" fmla="*/ 1442231 w 9408955"/>
              <a:gd name="connsiteY5086" fmla="*/ 3754582 h 4587875"/>
              <a:gd name="connsiteX5087" fmla="*/ 1474917 w 9408955"/>
              <a:gd name="connsiteY5087" fmla="*/ 3762395 h 4587875"/>
              <a:gd name="connsiteX5088" fmla="*/ 6292916 w 9408955"/>
              <a:gd name="connsiteY5088" fmla="*/ 3762487 h 4587875"/>
              <a:gd name="connsiteX5089" fmla="*/ 6329645 w 9408955"/>
              <a:gd name="connsiteY5089" fmla="*/ 3727587 h 4587875"/>
              <a:gd name="connsiteX5090" fmla="*/ 6268444 w 9408955"/>
              <a:gd name="connsiteY5090" fmla="*/ 3714087 h 4587875"/>
              <a:gd name="connsiteX5091" fmla="*/ 6275270 w 9408955"/>
              <a:gd name="connsiteY5091" fmla="*/ 3755037 h 4587875"/>
              <a:gd name="connsiteX5092" fmla="*/ 6292916 w 9408955"/>
              <a:gd name="connsiteY5092" fmla="*/ 3762487 h 4587875"/>
              <a:gd name="connsiteX5093" fmla="*/ 1989734 w 9408955"/>
              <a:gd name="connsiteY5093" fmla="*/ 3762788 h 4587875"/>
              <a:gd name="connsiteX5094" fmla="*/ 2013885 w 9408955"/>
              <a:gd name="connsiteY5094" fmla="*/ 3741588 h 4587875"/>
              <a:gd name="connsiteX5095" fmla="*/ 1970106 w 9408955"/>
              <a:gd name="connsiteY5095" fmla="*/ 3699074 h 4587875"/>
              <a:gd name="connsiteX5096" fmla="*/ 1956729 w 9408955"/>
              <a:gd name="connsiteY5096" fmla="*/ 3755835 h 4587875"/>
              <a:gd name="connsiteX5097" fmla="*/ 1989734 w 9408955"/>
              <a:gd name="connsiteY5097" fmla="*/ 3762788 h 4587875"/>
              <a:gd name="connsiteX5098" fmla="*/ 9266935 w 9408955"/>
              <a:gd name="connsiteY5098" fmla="*/ 3762793 h 4587875"/>
              <a:gd name="connsiteX5099" fmla="*/ 9312083 w 9408955"/>
              <a:gd name="connsiteY5099" fmla="*/ 3734275 h 4587875"/>
              <a:gd name="connsiteX5100" fmla="*/ 9264199 w 9408955"/>
              <a:gd name="connsiteY5100" fmla="*/ 3699598 h 4587875"/>
              <a:gd name="connsiteX5101" fmla="*/ 9266935 w 9408955"/>
              <a:gd name="connsiteY5101" fmla="*/ 3762793 h 4587875"/>
              <a:gd name="connsiteX5102" fmla="*/ 7216891 w 9408955"/>
              <a:gd name="connsiteY5102" fmla="*/ 3762800 h 4587875"/>
              <a:gd name="connsiteX5103" fmla="*/ 7255830 w 9408955"/>
              <a:gd name="connsiteY5103" fmla="*/ 3733227 h 4587875"/>
              <a:gd name="connsiteX5104" fmla="*/ 7213177 w 9408955"/>
              <a:gd name="connsiteY5104" fmla="*/ 3698177 h 4587875"/>
              <a:gd name="connsiteX5105" fmla="*/ 7199720 w 9408955"/>
              <a:gd name="connsiteY5105" fmla="*/ 3756970 h 4587875"/>
              <a:gd name="connsiteX5106" fmla="*/ 7216891 w 9408955"/>
              <a:gd name="connsiteY5106" fmla="*/ 3762800 h 4587875"/>
              <a:gd name="connsiteX5107" fmla="*/ 7845861 w 9408955"/>
              <a:gd name="connsiteY5107" fmla="*/ 3762860 h 4587875"/>
              <a:gd name="connsiteX5108" fmla="*/ 7874689 w 9408955"/>
              <a:gd name="connsiteY5108" fmla="*/ 3726089 h 4587875"/>
              <a:gd name="connsiteX5109" fmla="*/ 7808190 w 9408955"/>
              <a:gd name="connsiteY5109" fmla="*/ 3711121 h 4587875"/>
              <a:gd name="connsiteX5110" fmla="*/ 7828369 w 9408955"/>
              <a:gd name="connsiteY5110" fmla="*/ 3762148 h 4587875"/>
              <a:gd name="connsiteX5111" fmla="*/ 7845861 w 9408955"/>
              <a:gd name="connsiteY5111" fmla="*/ 3762860 h 4587875"/>
              <a:gd name="connsiteX5112" fmla="*/ 5897636 w 9408955"/>
              <a:gd name="connsiteY5112" fmla="*/ 3762971 h 4587875"/>
              <a:gd name="connsiteX5113" fmla="*/ 5919096 w 9408955"/>
              <a:gd name="connsiteY5113" fmla="*/ 3741108 h 4587875"/>
              <a:gd name="connsiteX5114" fmla="*/ 5878862 w 9408955"/>
              <a:gd name="connsiteY5114" fmla="*/ 3698302 h 4587875"/>
              <a:gd name="connsiteX5115" fmla="*/ 5865375 w 9408955"/>
              <a:gd name="connsiteY5115" fmla="*/ 3759289 h 4587875"/>
              <a:gd name="connsiteX5116" fmla="*/ 5897636 w 9408955"/>
              <a:gd name="connsiteY5116" fmla="*/ 3762971 h 4587875"/>
              <a:gd name="connsiteX5117" fmla="*/ 7526869 w 9408955"/>
              <a:gd name="connsiteY5117" fmla="*/ 3763042 h 4587875"/>
              <a:gd name="connsiteX5118" fmla="*/ 7549209 w 9408955"/>
              <a:gd name="connsiteY5118" fmla="*/ 3759689 h 4587875"/>
              <a:gd name="connsiteX5119" fmla="*/ 7535218 w 9408955"/>
              <a:gd name="connsiteY5119" fmla="*/ 3697925 h 4587875"/>
              <a:gd name="connsiteX5120" fmla="*/ 7505883 w 9408955"/>
              <a:gd name="connsiteY5120" fmla="*/ 3754730 h 4587875"/>
              <a:gd name="connsiteX5121" fmla="*/ 7526869 w 9408955"/>
              <a:gd name="connsiteY5121" fmla="*/ 3763042 h 4587875"/>
              <a:gd name="connsiteX5122" fmla="*/ 5279069 w 9408955"/>
              <a:gd name="connsiteY5122" fmla="*/ 3763050 h 4587875"/>
              <a:gd name="connsiteX5123" fmla="*/ 5302254 w 9408955"/>
              <a:gd name="connsiteY5123" fmla="*/ 3741347 h 4587875"/>
              <a:gd name="connsiteX5124" fmla="*/ 5267490 w 9408955"/>
              <a:gd name="connsiteY5124" fmla="*/ 3697544 h 4587875"/>
              <a:gd name="connsiteX5125" fmla="*/ 5245763 w 9408955"/>
              <a:gd name="connsiteY5125" fmla="*/ 3756862 h 4587875"/>
              <a:gd name="connsiteX5126" fmla="*/ 5279069 w 9408955"/>
              <a:gd name="connsiteY5126" fmla="*/ 3763050 h 4587875"/>
              <a:gd name="connsiteX5127" fmla="*/ 6707938 w 9408955"/>
              <a:gd name="connsiteY5127" fmla="*/ 3763091 h 4587875"/>
              <a:gd name="connsiteX5128" fmla="*/ 6731169 w 9408955"/>
              <a:gd name="connsiteY5128" fmla="*/ 3756959 h 4587875"/>
              <a:gd name="connsiteX5129" fmla="*/ 6738722 w 9408955"/>
              <a:gd name="connsiteY5129" fmla="*/ 3711516 h 4587875"/>
              <a:gd name="connsiteX5130" fmla="*/ 6683563 w 9408955"/>
              <a:gd name="connsiteY5130" fmla="*/ 3701568 h 4587875"/>
              <a:gd name="connsiteX5131" fmla="*/ 6685394 w 9408955"/>
              <a:gd name="connsiteY5131" fmla="*/ 3755828 h 4587875"/>
              <a:gd name="connsiteX5132" fmla="*/ 6707938 w 9408955"/>
              <a:gd name="connsiteY5132" fmla="*/ 3763091 h 4587875"/>
              <a:gd name="connsiteX5133" fmla="*/ 6497649 w 9408955"/>
              <a:gd name="connsiteY5133" fmla="*/ 3763139 h 4587875"/>
              <a:gd name="connsiteX5134" fmla="*/ 6520674 w 9408955"/>
              <a:gd name="connsiteY5134" fmla="*/ 3760958 h 4587875"/>
              <a:gd name="connsiteX5135" fmla="*/ 6505708 w 9408955"/>
              <a:gd name="connsiteY5135" fmla="*/ 3697365 h 4587875"/>
              <a:gd name="connsiteX5136" fmla="*/ 6476696 w 9408955"/>
              <a:gd name="connsiteY5136" fmla="*/ 3754989 h 4587875"/>
              <a:gd name="connsiteX5137" fmla="*/ 6497649 w 9408955"/>
              <a:gd name="connsiteY5137" fmla="*/ 3763139 h 4587875"/>
              <a:gd name="connsiteX5138" fmla="*/ 1765376 w 9408955"/>
              <a:gd name="connsiteY5138" fmla="*/ 3763217 h 4587875"/>
              <a:gd name="connsiteX5139" fmla="*/ 1810193 w 9408955"/>
              <a:gd name="connsiteY5139" fmla="*/ 3734068 h 4587875"/>
              <a:gd name="connsiteX5140" fmla="*/ 1769721 w 9408955"/>
              <a:gd name="connsiteY5140" fmla="*/ 3698033 h 4587875"/>
              <a:gd name="connsiteX5141" fmla="*/ 1765376 w 9408955"/>
              <a:gd name="connsiteY5141" fmla="*/ 3763217 h 4587875"/>
              <a:gd name="connsiteX5142" fmla="*/ 650348 w 9408955"/>
              <a:gd name="connsiteY5142" fmla="*/ 3763283 h 4587875"/>
              <a:gd name="connsiteX5143" fmla="*/ 680580 w 9408955"/>
              <a:gd name="connsiteY5143" fmla="*/ 3721828 h 4587875"/>
              <a:gd name="connsiteX5144" fmla="*/ 611970 w 9408955"/>
              <a:gd name="connsiteY5144" fmla="*/ 3718446 h 4587875"/>
              <a:gd name="connsiteX5145" fmla="*/ 630952 w 9408955"/>
              <a:gd name="connsiteY5145" fmla="*/ 3760848 h 4587875"/>
              <a:gd name="connsiteX5146" fmla="*/ 650348 w 9408955"/>
              <a:gd name="connsiteY5146" fmla="*/ 3763283 h 4587875"/>
              <a:gd name="connsiteX5147" fmla="*/ 6099916 w 9408955"/>
              <a:gd name="connsiteY5147" fmla="*/ 3763284 h 4587875"/>
              <a:gd name="connsiteX5148" fmla="*/ 6125950 w 9408955"/>
              <a:gd name="connsiteY5148" fmla="*/ 3725742 h 4587875"/>
              <a:gd name="connsiteX5149" fmla="*/ 6059651 w 9408955"/>
              <a:gd name="connsiteY5149" fmla="*/ 3718010 h 4587875"/>
              <a:gd name="connsiteX5150" fmla="*/ 6082821 w 9408955"/>
              <a:gd name="connsiteY5150" fmla="*/ 3762125 h 4587875"/>
              <a:gd name="connsiteX5151" fmla="*/ 6099916 w 9408955"/>
              <a:gd name="connsiteY5151" fmla="*/ 3763284 h 4587875"/>
              <a:gd name="connsiteX5152" fmla="*/ 535059 w 9408955"/>
              <a:gd name="connsiteY5152" fmla="*/ 3763309 h 4587875"/>
              <a:gd name="connsiteX5153" fmla="*/ 577396 w 9408955"/>
              <a:gd name="connsiteY5153" fmla="*/ 3733771 h 4587875"/>
              <a:gd name="connsiteX5154" fmla="*/ 510594 w 9408955"/>
              <a:gd name="connsiteY5154" fmla="*/ 3714142 h 4587875"/>
              <a:gd name="connsiteX5155" fmla="*/ 517000 w 9408955"/>
              <a:gd name="connsiteY5155" fmla="*/ 3755881 h 4587875"/>
              <a:gd name="connsiteX5156" fmla="*/ 535059 w 9408955"/>
              <a:gd name="connsiteY5156" fmla="*/ 3763309 h 4587875"/>
              <a:gd name="connsiteX5157" fmla="*/ 8567605 w 9408955"/>
              <a:gd name="connsiteY5157" fmla="*/ 3763316 h 4587875"/>
              <a:gd name="connsiteX5158" fmla="*/ 8590912 w 9408955"/>
              <a:gd name="connsiteY5158" fmla="*/ 3741649 h 4587875"/>
              <a:gd name="connsiteX5159" fmla="*/ 8548845 w 9408955"/>
              <a:gd name="connsiteY5159" fmla="*/ 3698144 h 4587875"/>
              <a:gd name="connsiteX5160" fmla="*/ 8534747 w 9408955"/>
              <a:gd name="connsiteY5160" fmla="*/ 3758080 h 4587875"/>
              <a:gd name="connsiteX5161" fmla="*/ 8567605 w 9408955"/>
              <a:gd name="connsiteY5161" fmla="*/ 3763316 h 4587875"/>
              <a:gd name="connsiteX5162" fmla="*/ 343990 w 9408955"/>
              <a:gd name="connsiteY5162" fmla="*/ 3763331 h 4587875"/>
              <a:gd name="connsiteX5163" fmla="*/ 371935 w 9408955"/>
              <a:gd name="connsiteY5163" fmla="*/ 3724813 h 4587875"/>
              <a:gd name="connsiteX5164" fmla="*/ 305772 w 9408955"/>
              <a:gd name="connsiteY5164" fmla="*/ 3718411 h 4587875"/>
              <a:gd name="connsiteX5165" fmla="*/ 325849 w 9408955"/>
              <a:gd name="connsiteY5165" fmla="*/ 3761624 h 4587875"/>
              <a:gd name="connsiteX5166" fmla="*/ 343990 w 9408955"/>
              <a:gd name="connsiteY5166" fmla="*/ 3763331 h 4587875"/>
              <a:gd name="connsiteX5167" fmla="*/ 1267363 w 9408955"/>
              <a:gd name="connsiteY5167" fmla="*/ 3763368 h 4587875"/>
              <a:gd name="connsiteX5168" fmla="*/ 1296588 w 9408955"/>
              <a:gd name="connsiteY5168" fmla="*/ 3726077 h 4587875"/>
              <a:gd name="connsiteX5169" fmla="*/ 1228144 w 9408955"/>
              <a:gd name="connsiteY5169" fmla="*/ 3719008 h 4587875"/>
              <a:gd name="connsiteX5170" fmla="*/ 1249749 w 9408955"/>
              <a:gd name="connsiteY5170" fmla="*/ 3761647 h 4587875"/>
              <a:gd name="connsiteX5171" fmla="*/ 1267363 w 9408955"/>
              <a:gd name="connsiteY5171" fmla="*/ 3763368 h 4587875"/>
              <a:gd name="connsiteX5172" fmla="*/ 2504649 w 9408955"/>
              <a:gd name="connsiteY5172" fmla="*/ 3763376 h 4587875"/>
              <a:gd name="connsiteX5173" fmla="*/ 2527795 w 9408955"/>
              <a:gd name="connsiteY5173" fmla="*/ 3742638 h 4587875"/>
              <a:gd name="connsiteX5174" fmla="*/ 2493312 w 9408955"/>
              <a:gd name="connsiteY5174" fmla="*/ 3697559 h 4587875"/>
              <a:gd name="connsiteX5175" fmla="*/ 2471994 w 9408955"/>
              <a:gd name="connsiteY5175" fmla="*/ 3756826 h 4587875"/>
              <a:gd name="connsiteX5176" fmla="*/ 2504649 w 9408955"/>
              <a:gd name="connsiteY5176" fmla="*/ 3763376 h 4587875"/>
              <a:gd name="connsiteX5177" fmla="*/ 7933803 w 9408955"/>
              <a:gd name="connsiteY5177" fmla="*/ 3763385 h 4587875"/>
              <a:gd name="connsiteX5178" fmla="*/ 7974827 w 9408955"/>
              <a:gd name="connsiteY5178" fmla="*/ 3733821 h 4587875"/>
              <a:gd name="connsiteX5179" fmla="*/ 7916123 w 9408955"/>
              <a:gd name="connsiteY5179" fmla="*/ 3705775 h 4587875"/>
              <a:gd name="connsiteX5180" fmla="*/ 7916347 w 9408955"/>
              <a:gd name="connsiteY5180" fmla="*/ 3755939 h 4587875"/>
              <a:gd name="connsiteX5181" fmla="*/ 7933803 w 9408955"/>
              <a:gd name="connsiteY5181" fmla="*/ 3763385 h 4587875"/>
              <a:gd name="connsiteX5182" fmla="*/ 8449009 w 9408955"/>
              <a:gd name="connsiteY5182" fmla="*/ 3763399 h 4587875"/>
              <a:gd name="connsiteX5183" fmla="*/ 8491072 w 9408955"/>
              <a:gd name="connsiteY5183" fmla="*/ 3733597 h 4587875"/>
              <a:gd name="connsiteX5184" fmla="*/ 8444062 w 9408955"/>
              <a:gd name="connsiteY5184" fmla="*/ 3698506 h 4587875"/>
              <a:gd name="connsiteX5185" fmla="*/ 8430926 w 9408955"/>
              <a:gd name="connsiteY5185" fmla="*/ 3755845 h 4587875"/>
              <a:gd name="connsiteX5186" fmla="*/ 8449009 w 9408955"/>
              <a:gd name="connsiteY5186" fmla="*/ 3763399 h 4587875"/>
              <a:gd name="connsiteX5187" fmla="*/ 7418310 w 9408955"/>
              <a:gd name="connsiteY5187" fmla="*/ 3763406 h 4587875"/>
              <a:gd name="connsiteX5188" fmla="*/ 7461528 w 9408955"/>
              <a:gd name="connsiteY5188" fmla="*/ 3733809 h 4587875"/>
              <a:gd name="connsiteX5189" fmla="*/ 7402388 w 9408955"/>
              <a:gd name="connsiteY5189" fmla="*/ 3706061 h 4587875"/>
              <a:gd name="connsiteX5190" fmla="*/ 7418310 w 9408955"/>
              <a:gd name="connsiteY5190" fmla="*/ 3763406 h 4587875"/>
              <a:gd name="connsiteX5191" fmla="*/ 5674294 w 9408955"/>
              <a:gd name="connsiteY5191" fmla="*/ 3763432 h 4587875"/>
              <a:gd name="connsiteX5192" fmla="*/ 5716363 w 9408955"/>
              <a:gd name="connsiteY5192" fmla="*/ 3733467 h 4587875"/>
              <a:gd name="connsiteX5193" fmla="*/ 5661867 w 9408955"/>
              <a:gd name="connsiteY5193" fmla="*/ 3701858 h 4587875"/>
              <a:gd name="connsiteX5194" fmla="*/ 5656348 w 9408955"/>
              <a:gd name="connsiteY5194" fmla="*/ 3756436 h 4587875"/>
              <a:gd name="connsiteX5195" fmla="*/ 5674294 w 9408955"/>
              <a:gd name="connsiteY5195" fmla="*/ 3763432 h 4587875"/>
              <a:gd name="connsiteX5196" fmla="*/ 1163736 w 9408955"/>
              <a:gd name="connsiteY5196" fmla="*/ 3763443 h 4587875"/>
              <a:gd name="connsiteX5197" fmla="*/ 1194448 w 9408955"/>
              <a:gd name="connsiteY5197" fmla="*/ 3725739 h 4587875"/>
              <a:gd name="connsiteX5198" fmla="*/ 1131993 w 9408955"/>
              <a:gd name="connsiteY5198" fmla="*/ 3707546 h 4587875"/>
              <a:gd name="connsiteX5199" fmla="*/ 1145175 w 9408955"/>
              <a:gd name="connsiteY5199" fmla="*/ 3761443 h 4587875"/>
              <a:gd name="connsiteX5200" fmla="*/ 1163736 w 9408955"/>
              <a:gd name="connsiteY5200" fmla="*/ 3763443 h 4587875"/>
              <a:gd name="connsiteX5201" fmla="*/ 7734049 w 9408955"/>
              <a:gd name="connsiteY5201" fmla="*/ 3763445 h 4587875"/>
              <a:gd name="connsiteX5202" fmla="*/ 7772152 w 9408955"/>
              <a:gd name="connsiteY5202" fmla="*/ 3726114 h 4587875"/>
              <a:gd name="connsiteX5203" fmla="*/ 7704069 w 9408955"/>
              <a:gd name="connsiteY5203" fmla="*/ 3712581 h 4587875"/>
              <a:gd name="connsiteX5204" fmla="*/ 7713960 w 9408955"/>
              <a:gd name="connsiteY5204" fmla="*/ 3758142 h 4587875"/>
              <a:gd name="connsiteX5205" fmla="*/ 7734049 w 9408955"/>
              <a:gd name="connsiteY5205" fmla="*/ 3763445 h 4587875"/>
              <a:gd name="connsiteX5206" fmla="*/ 449152 w 9408955"/>
              <a:gd name="connsiteY5206" fmla="*/ 3763481 h 4587875"/>
              <a:gd name="connsiteX5207" fmla="*/ 473918 w 9408955"/>
              <a:gd name="connsiteY5207" fmla="*/ 3719673 h 4587875"/>
              <a:gd name="connsiteX5208" fmla="*/ 418968 w 9408955"/>
              <a:gd name="connsiteY5208" fmla="*/ 3701728 h 4587875"/>
              <a:gd name="connsiteX5209" fmla="*/ 430234 w 9408955"/>
              <a:gd name="connsiteY5209" fmla="*/ 3762697 h 4587875"/>
              <a:gd name="connsiteX5210" fmla="*/ 449152 w 9408955"/>
              <a:gd name="connsiteY5210" fmla="*/ 3763481 h 4587875"/>
              <a:gd name="connsiteX5211" fmla="*/ 7024624 w 9408955"/>
              <a:gd name="connsiteY5211" fmla="*/ 3763481 h 4587875"/>
              <a:gd name="connsiteX5212" fmla="*/ 7052007 w 9408955"/>
              <a:gd name="connsiteY5212" fmla="*/ 3726185 h 4587875"/>
              <a:gd name="connsiteX5213" fmla="*/ 6982975 w 9408955"/>
              <a:gd name="connsiteY5213" fmla="*/ 3719555 h 4587875"/>
              <a:gd name="connsiteX5214" fmla="*/ 7007710 w 9408955"/>
              <a:gd name="connsiteY5214" fmla="*/ 3762081 h 4587875"/>
              <a:gd name="connsiteX5215" fmla="*/ 7024624 w 9408955"/>
              <a:gd name="connsiteY5215" fmla="*/ 3763481 h 4587875"/>
              <a:gd name="connsiteX5216" fmla="*/ 947452 w 9408955"/>
              <a:gd name="connsiteY5216" fmla="*/ 3763484 h 4587875"/>
              <a:gd name="connsiteX5217" fmla="*/ 986333 w 9408955"/>
              <a:gd name="connsiteY5217" fmla="*/ 3725665 h 4587875"/>
              <a:gd name="connsiteX5218" fmla="*/ 924284 w 9408955"/>
              <a:gd name="connsiteY5218" fmla="*/ 3711000 h 4587875"/>
              <a:gd name="connsiteX5219" fmla="*/ 927705 w 9408955"/>
              <a:gd name="connsiteY5219" fmla="*/ 3754995 h 4587875"/>
              <a:gd name="connsiteX5220" fmla="*/ 947452 w 9408955"/>
              <a:gd name="connsiteY5220" fmla="*/ 3763484 h 4587875"/>
              <a:gd name="connsiteX5221" fmla="*/ 5996121 w 9408955"/>
              <a:gd name="connsiteY5221" fmla="*/ 3763484 h 4587875"/>
              <a:gd name="connsiteX5222" fmla="*/ 6022591 w 9408955"/>
              <a:gd name="connsiteY5222" fmla="*/ 3727018 h 4587875"/>
              <a:gd name="connsiteX5223" fmla="*/ 5960224 w 9408955"/>
              <a:gd name="connsiteY5223" fmla="*/ 3713334 h 4587875"/>
              <a:gd name="connsiteX5224" fmla="*/ 5979048 w 9408955"/>
              <a:gd name="connsiteY5224" fmla="*/ 3762012 h 4587875"/>
              <a:gd name="connsiteX5225" fmla="*/ 5996121 w 9408955"/>
              <a:gd name="connsiteY5225" fmla="*/ 3763484 h 4587875"/>
              <a:gd name="connsiteX5226" fmla="*/ 8343890 w 9408955"/>
              <a:gd name="connsiteY5226" fmla="*/ 3763506 h 4587875"/>
              <a:gd name="connsiteX5227" fmla="*/ 8387695 w 9408955"/>
              <a:gd name="connsiteY5227" fmla="*/ 3734638 h 4587875"/>
              <a:gd name="connsiteX5228" fmla="*/ 8327087 w 9408955"/>
              <a:gd name="connsiteY5228" fmla="*/ 3706977 h 4587875"/>
              <a:gd name="connsiteX5229" fmla="*/ 8325943 w 9408955"/>
              <a:gd name="connsiteY5229" fmla="*/ 3755669 h 4587875"/>
              <a:gd name="connsiteX5230" fmla="*/ 8343890 w 9408955"/>
              <a:gd name="connsiteY5230" fmla="*/ 3763506 h 4587875"/>
              <a:gd name="connsiteX5231" fmla="*/ 3325284 w 9408955"/>
              <a:gd name="connsiteY5231" fmla="*/ 3763507 h 4587875"/>
              <a:gd name="connsiteX5232" fmla="*/ 3351652 w 9408955"/>
              <a:gd name="connsiteY5232" fmla="*/ 3726556 h 4587875"/>
              <a:gd name="connsiteX5233" fmla="*/ 3288152 w 9408955"/>
              <a:gd name="connsiteY5233" fmla="*/ 3711895 h 4587875"/>
              <a:gd name="connsiteX5234" fmla="*/ 3307939 w 9408955"/>
              <a:gd name="connsiteY5234" fmla="*/ 3762192 h 4587875"/>
              <a:gd name="connsiteX5235" fmla="*/ 3325284 w 9408955"/>
              <a:gd name="connsiteY5235" fmla="*/ 3763507 h 4587875"/>
              <a:gd name="connsiteX5236" fmla="*/ 5481444 w 9408955"/>
              <a:gd name="connsiteY5236" fmla="*/ 3763516 h 4587875"/>
              <a:gd name="connsiteX5237" fmla="*/ 5509631 w 9408955"/>
              <a:gd name="connsiteY5237" fmla="*/ 3725377 h 4587875"/>
              <a:gd name="connsiteX5238" fmla="*/ 5445597 w 9408955"/>
              <a:gd name="connsiteY5238" fmla="*/ 3712310 h 4587875"/>
              <a:gd name="connsiteX5239" fmla="*/ 5464086 w 9408955"/>
              <a:gd name="connsiteY5239" fmla="*/ 3762288 h 4587875"/>
              <a:gd name="connsiteX5240" fmla="*/ 5481444 w 9408955"/>
              <a:gd name="connsiteY5240" fmla="*/ 3763516 h 4587875"/>
              <a:gd name="connsiteX5241" fmla="*/ 8861139 w 9408955"/>
              <a:gd name="connsiteY5241" fmla="*/ 3763521 h 4587875"/>
              <a:gd name="connsiteX5242" fmla="*/ 8900481 w 9408955"/>
              <a:gd name="connsiteY5242" fmla="*/ 3725900 h 4587875"/>
              <a:gd name="connsiteX5243" fmla="*/ 8847031 w 9408955"/>
              <a:gd name="connsiteY5243" fmla="*/ 3702215 h 4587875"/>
              <a:gd name="connsiteX5244" fmla="*/ 8841344 w 9408955"/>
              <a:gd name="connsiteY5244" fmla="*/ 3754999 h 4587875"/>
              <a:gd name="connsiteX5245" fmla="*/ 8861139 w 9408955"/>
              <a:gd name="connsiteY5245" fmla="*/ 3763521 h 4587875"/>
              <a:gd name="connsiteX5246" fmla="*/ 9180757 w 9408955"/>
              <a:gd name="connsiteY5246" fmla="*/ 3763539 h 4587875"/>
              <a:gd name="connsiteX5247" fmla="*/ 9210263 w 9408955"/>
              <a:gd name="connsiteY5247" fmla="*/ 3725728 h 4587875"/>
              <a:gd name="connsiteX5248" fmla="*/ 9140931 w 9408955"/>
              <a:gd name="connsiteY5248" fmla="*/ 3718183 h 4587875"/>
              <a:gd name="connsiteX5249" fmla="*/ 9163053 w 9408955"/>
              <a:gd name="connsiteY5249" fmla="*/ 3762081 h 4587875"/>
              <a:gd name="connsiteX5250" fmla="*/ 9180757 w 9408955"/>
              <a:gd name="connsiteY5250" fmla="*/ 3763539 h 4587875"/>
              <a:gd name="connsiteX5251" fmla="*/ 9077002 w 9408955"/>
              <a:gd name="connsiteY5251" fmla="*/ 3763564 h 4587875"/>
              <a:gd name="connsiteX5252" fmla="*/ 9107519 w 9408955"/>
              <a:gd name="connsiteY5252" fmla="*/ 3726109 h 4587875"/>
              <a:gd name="connsiteX5253" fmla="*/ 9044177 w 9408955"/>
              <a:gd name="connsiteY5253" fmla="*/ 3707616 h 4587875"/>
              <a:gd name="connsiteX5254" fmla="*/ 9058812 w 9408955"/>
              <a:gd name="connsiteY5254" fmla="*/ 3761742 h 4587875"/>
              <a:gd name="connsiteX5255" fmla="*/ 9077002 w 9408955"/>
              <a:gd name="connsiteY5255" fmla="*/ 3763564 h 4587875"/>
              <a:gd name="connsiteX5256" fmla="*/ 2088277 w 9408955"/>
              <a:gd name="connsiteY5256" fmla="*/ 3763567 h 4587875"/>
              <a:gd name="connsiteX5257" fmla="*/ 2119303 w 9408955"/>
              <a:gd name="connsiteY5257" fmla="*/ 3726330 h 4587875"/>
              <a:gd name="connsiteX5258" fmla="*/ 2050665 w 9408955"/>
              <a:gd name="connsiteY5258" fmla="*/ 3718887 h 4587875"/>
              <a:gd name="connsiteX5259" fmla="*/ 2070050 w 9408955"/>
              <a:gd name="connsiteY5259" fmla="*/ 3761516 h 4587875"/>
              <a:gd name="connsiteX5260" fmla="*/ 2088277 w 9408955"/>
              <a:gd name="connsiteY5260" fmla="*/ 3763567 h 4587875"/>
              <a:gd name="connsiteX5261" fmla="*/ 5159122 w 9408955"/>
              <a:gd name="connsiteY5261" fmla="*/ 3763601 h 4587875"/>
              <a:gd name="connsiteX5262" fmla="*/ 5201366 w 9408955"/>
              <a:gd name="connsiteY5262" fmla="*/ 3733469 h 4587875"/>
              <a:gd name="connsiteX5263" fmla="*/ 5155151 w 9408955"/>
              <a:gd name="connsiteY5263" fmla="*/ 3699169 h 4587875"/>
              <a:gd name="connsiteX5264" fmla="*/ 5141652 w 9408955"/>
              <a:gd name="connsiteY5264" fmla="*/ 3754964 h 4587875"/>
              <a:gd name="connsiteX5265" fmla="*/ 5159122 w 9408955"/>
              <a:gd name="connsiteY5265" fmla="*/ 3763601 h 4587875"/>
              <a:gd name="connsiteX5266" fmla="*/ 7113573 w 9408955"/>
              <a:gd name="connsiteY5266" fmla="*/ 3763670 h 4587875"/>
              <a:gd name="connsiteX5267" fmla="*/ 7156019 w 9408955"/>
              <a:gd name="connsiteY5267" fmla="*/ 3733719 h 4587875"/>
              <a:gd name="connsiteX5268" fmla="*/ 7109122 w 9408955"/>
              <a:gd name="connsiteY5268" fmla="*/ 3698297 h 4587875"/>
              <a:gd name="connsiteX5269" fmla="*/ 7095559 w 9408955"/>
              <a:gd name="connsiteY5269" fmla="*/ 3756719 h 4587875"/>
              <a:gd name="connsiteX5270" fmla="*/ 7113573 w 9408955"/>
              <a:gd name="connsiteY5270" fmla="*/ 3763670 h 4587875"/>
              <a:gd name="connsiteX5271" fmla="*/ 1049699 w 9408955"/>
              <a:gd name="connsiteY5271" fmla="*/ 3763685 h 4587875"/>
              <a:gd name="connsiteX5272" fmla="*/ 1089784 w 9408955"/>
              <a:gd name="connsiteY5272" fmla="*/ 3734589 h 4587875"/>
              <a:gd name="connsiteX5273" fmla="*/ 1052593 w 9408955"/>
              <a:gd name="connsiteY5273" fmla="*/ 3698182 h 4587875"/>
              <a:gd name="connsiteX5274" fmla="*/ 1032412 w 9408955"/>
              <a:gd name="connsiteY5274" fmla="*/ 3756523 h 4587875"/>
              <a:gd name="connsiteX5275" fmla="*/ 1049699 w 9408955"/>
              <a:gd name="connsiteY5275" fmla="*/ 3763685 h 4587875"/>
              <a:gd name="connsiteX5276" fmla="*/ 3221425 w 9408955"/>
              <a:gd name="connsiteY5276" fmla="*/ 3763692 h 4587875"/>
              <a:gd name="connsiteX5277" fmla="*/ 3248926 w 9408955"/>
              <a:gd name="connsiteY5277" fmla="*/ 3726305 h 4587875"/>
              <a:gd name="connsiteX5278" fmla="*/ 3181974 w 9408955"/>
              <a:gd name="connsiteY5278" fmla="*/ 3718324 h 4587875"/>
              <a:gd name="connsiteX5279" fmla="*/ 3203831 w 9408955"/>
              <a:gd name="connsiteY5279" fmla="*/ 3762331 h 4587875"/>
              <a:gd name="connsiteX5280" fmla="*/ 3221425 w 9408955"/>
              <a:gd name="connsiteY5280" fmla="*/ 3763692 h 4587875"/>
              <a:gd name="connsiteX5281" fmla="*/ 8972648 w 9408955"/>
              <a:gd name="connsiteY5281" fmla="*/ 3763787 h 4587875"/>
              <a:gd name="connsiteX5282" fmla="*/ 9003009 w 9408955"/>
              <a:gd name="connsiteY5282" fmla="*/ 3725944 h 4587875"/>
              <a:gd name="connsiteX5283" fmla="*/ 8942003 w 9408955"/>
              <a:gd name="connsiteY5283" fmla="*/ 3709025 h 4587875"/>
              <a:gd name="connsiteX5284" fmla="*/ 8954703 w 9408955"/>
              <a:gd name="connsiteY5284" fmla="*/ 3760697 h 4587875"/>
              <a:gd name="connsiteX5285" fmla="*/ 8972648 w 9408955"/>
              <a:gd name="connsiteY5285" fmla="*/ 3763787 h 4587875"/>
              <a:gd name="connsiteX5286" fmla="*/ 1361448 w 9408955"/>
              <a:gd name="connsiteY5286" fmla="*/ 3763803 h 4587875"/>
              <a:gd name="connsiteX5287" fmla="*/ 1399126 w 9408955"/>
              <a:gd name="connsiteY5287" fmla="*/ 3734627 h 4587875"/>
              <a:gd name="connsiteX5288" fmla="*/ 1351991 w 9408955"/>
              <a:gd name="connsiteY5288" fmla="*/ 3699629 h 4587875"/>
              <a:gd name="connsiteX5289" fmla="*/ 1344095 w 9408955"/>
              <a:gd name="connsiteY5289" fmla="*/ 3758417 h 4587875"/>
              <a:gd name="connsiteX5290" fmla="*/ 1361448 w 9408955"/>
              <a:gd name="connsiteY5290" fmla="*/ 3763803 h 4587875"/>
              <a:gd name="connsiteX5291" fmla="*/ 5377202 w 9408955"/>
              <a:gd name="connsiteY5291" fmla="*/ 3763816 h 4587875"/>
              <a:gd name="connsiteX5292" fmla="*/ 5406584 w 9408955"/>
              <a:gd name="connsiteY5292" fmla="*/ 3725278 h 4587875"/>
              <a:gd name="connsiteX5293" fmla="*/ 5356585 w 9408955"/>
              <a:gd name="connsiteY5293" fmla="*/ 3700716 h 4587875"/>
              <a:gd name="connsiteX5294" fmla="*/ 5359108 w 9408955"/>
              <a:gd name="connsiteY5294" fmla="*/ 3761211 h 4587875"/>
              <a:gd name="connsiteX5295" fmla="*/ 5377202 w 9408955"/>
              <a:gd name="connsiteY5295" fmla="*/ 3763816 h 4587875"/>
              <a:gd name="connsiteX5296" fmla="*/ 5071408 w 9408955"/>
              <a:gd name="connsiteY5296" fmla="*/ 3763820 h 4587875"/>
              <a:gd name="connsiteX5297" fmla="*/ 5098883 w 9408955"/>
              <a:gd name="connsiteY5297" fmla="*/ 3727331 h 4587875"/>
              <a:gd name="connsiteX5298" fmla="*/ 5034969 w 9408955"/>
              <a:gd name="connsiteY5298" fmla="*/ 3710958 h 4587875"/>
              <a:gd name="connsiteX5299" fmla="*/ 5054530 w 9408955"/>
              <a:gd name="connsiteY5299" fmla="*/ 3762807 h 4587875"/>
              <a:gd name="connsiteX5300" fmla="*/ 5071408 w 9408955"/>
              <a:gd name="connsiteY5300" fmla="*/ 3763820 h 4587875"/>
              <a:gd name="connsiteX5301" fmla="*/ 2706495 w 9408955"/>
              <a:gd name="connsiteY5301" fmla="*/ 3763852 h 4587875"/>
              <a:gd name="connsiteX5302" fmla="*/ 2735747 w 9408955"/>
              <a:gd name="connsiteY5302" fmla="*/ 3728356 h 4587875"/>
              <a:gd name="connsiteX5303" fmla="*/ 2666863 w 9408955"/>
              <a:gd name="connsiteY5303" fmla="*/ 3719512 h 4587875"/>
              <a:gd name="connsiteX5304" fmla="*/ 2689446 w 9408955"/>
              <a:gd name="connsiteY5304" fmla="*/ 3762147 h 4587875"/>
              <a:gd name="connsiteX5305" fmla="*/ 2706495 w 9408955"/>
              <a:gd name="connsiteY5305" fmla="*/ 3763852 h 4587875"/>
              <a:gd name="connsiteX5306" fmla="*/ 857483 w 9408955"/>
              <a:gd name="connsiteY5306" fmla="*/ 3763870 h 4587875"/>
              <a:gd name="connsiteX5307" fmla="*/ 885150 w 9408955"/>
              <a:gd name="connsiteY5307" fmla="*/ 3726421 h 4587875"/>
              <a:gd name="connsiteX5308" fmla="*/ 817257 w 9408955"/>
              <a:gd name="connsiteY5308" fmla="*/ 3726194 h 4587875"/>
              <a:gd name="connsiteX5309" fmla="*/ 840120 w 9408955"/>
              <a:gd name="connsiteY5309" fmla="*/ 3763035 h 4587875"/>
              <a:gd name="connsiteX5310" fmla="*/ 857483 w 9408955"/>
              <a:gd name="connsiteY5310" fmla="*/ 3763870 h 4587875"/>
              <a:gd name="connsiteX5311" fmla="*/ 3421239 w 9408955"/>
              <a:gd name="connsiteY5311" fmla="*/ 3763895 h 4587875"/>
              <a:gd name="connsiteX5312" fmla="*/ 3446824 w 9408955"/>
              <a:gd name="connsiteY5312" fmla="*/ 3755202 h 4587875"/>
              <a:gd name="connsiteX5313" fmla="*/ 3433516 w 9408955"/>
              <a:gd name="connsiteY5313" fmla="*/ 3698740 h 4587875"/>
              <a:gd name="connsiteX5314" fmla="*/ 3382804 w 9408955"/>
              <a:gd name="connsiteY5314" fmla="*/ 3716414 h 4587875"/>
              <a:gd name="connsiteX5315" fmla="*/ 3395654 w 9408955"/>
              <a:gd name="connsiteY5315" fmla="*/ 3755890 h 4587875"/>
              <a:gd name="connsiteX5316" fmla="*/ 3421239 w 9408955"/>
              <a:gd name="connsiteY5316" fmla="*/ 3763895 h 4587875"/>
              <a:gd name="connsiteX5317" fmla="*/ 8256088 w 9408955"/>
              <a:gd name="connsiteY5317" fmla="*/ 3763933 h 4587875"/>
              <a:gd name="connsiteX5318" fmla="*/ 8283154 w 9408955"/>
              <a:gd name="connsiteY5318" fmla="*/ 3726414 h 4587875"/>
              <a:gd name="connsiteX5319" fmla="*/ 8235494 w 9408955"/>
              <a:gd name="connsiteY5319" fmla="*/ 3700484 h 4587875"/>
              <a:gd name="connsiteX5320" fmla="*/ 8238458 w 9408955"/>
              <a:gd name="connsiteY5320" fmla="*/ 3762579 h 4587875"/>
              <a:gd name="connsiteX5321" fmla="*/ 8256088 w 9408955"/>
              <a:gd name="connsiteY5321" fmla="*/ 3763933 h 4587875"/>
              <a:gd name="connsiteX5322" fmla="*/ 1875675 w 9408955"/>
              <a:gd name="connsiteY5322" fmla="*/ 3763980 h 4587875"/>
              <a:gd name="connsiteX5323" fmla="*/ 1911405 w 9408955"/>
              <a:gd name="connsiteY5323" fmla="*/ 3719788 h 4587875"/>
              <a:gd name="connsiteX5324" fmla="*/ 1846952 w 9408955"/>
              <a:gd name="connsiteY5324" fmla="*/ 3718210 h 4587875"/>
              <a:gd name="connsiteX5325" fmla="*/ 1875675 w 9408955"/>
              <a:gd name="connsiteY5325" fmla="*/ 3763980 h 4587875"/>
              <a:gd name="connsiteX5326" fmla="*/ 4862612 w 9408955"/>
              <a:gd name="connsiteY5326" fmla="*/ 3763983 h 4587875"/>
              <a:gd name="connsiteX5327" fmla="*/ 4892761 w 9408955"/>
              <a:gd name="connsiteY5327" fmla="*/ 3724928 h 4587875"/>
              <a:gd name="connsiteX5328" fmla="*/ 4824463 w 9408955"/>
              <a:gd name="connsiteY5328" fmla="*/ 3719228 h 4587875"/>
              <a:gd name="connsiteX5329" fmla="*/ 4844364 w 9408955"/>
              <a:gd name="connsiteY5329" fmla="*/ 3761411 h 4587875"/>
              <a:gd name="connsiteX5330" fmla="*/ 4862612 w 9408955"/>
              <a:gd name="connsiteY5330" fmla="*/ 3763983 h 4587875"/>
              <a:gd name="connsiteX5331" fmla="*/ 8665757 w 9408955"/>
              <a:gd name="connsiteY5331" fmla="*/ 3763991 h 4587875"/>
              <a:gd name="connsiteX5332" fmla="*/ 8695008 w 9408955"/>
              <a:gd name="connsiteY5332" fmla="*/ 3729037 h 4587875"/>
              <a:gd name="connsiteX5333" fmla="*/ 8634368 w 9408955"/>
              <a:gd name="connsiteY5333" fmla="*/ 3707145 h 4587875"/>
              <a:gd name="connsiteX5334" fmla="*/ 8648785 w 9408955"/>
              <a:gd name="connsiteY5334" fmla="*/ 3762331 h 4587875"/>
              <a:gd name="connsiteX5335" fmla="*/ 8665757 w 9408955"/>
              <a:gd name="connsiteY5335" fmla="*/ 3763991 h 4587875"/>
              <a:gd name="connsiteX5336" fmla="*/ 7330764 w 9408955"/>
              <a:gd name="connsiteY5336" fmla="*/ 3764001 h 4587875"/>
              <a:gd name="connsiteX5337" fmla="*/ 7358096 w 9408955"/>
              <a:gd name="connsiteY5337" fmla="*/ 3726649 h 4587875"/>
              <a:gd name="connsiteX5338" fmla="*/ 7294451 w 9408955"/>
              <a:gd name="connsiteY5338" fmla="*/ 3713232 h 4587875"/>
              <a:gd name="connsiteX5339" fmla="*/ 7313385 w 9408955"/>
              <a:gd name="connsiteY5339" fmla="*/ 3763035 h 4587875"/>
              <a:gd name="connsiteX5340" fmla="*/ 7330764 w 9408955"/>
              <a:gd name="connsiteY5340" fmla="*/ 3764001 h 4587875"/>
              <a:gd name="connsiteX5341" fmla="*/ 8038147 w 9408955"/>
              <a:gd name="connsiteY5341" fmla="*/ 3764079 h 4587875"/>
              <a:gd name="connsiteX5342" fmla="*/ 8078131 w 9408955"/>
              <a:gd name="connsiteY5342" fmla="*/ 3734301 h 4587875"/>
              <a:gd name="connsiteX5343" fmla="*/ 8033525 w 9408955"/>
              <a:gd name="connsiteY5343" fmla="*/ 3698780 h 4587875"/>
              <a:gd name="connsiteX5344" fmla="*/ 8020487 w 9408955"/>
              <a:gd name="connsiteY5344" fmla="*/ 3757368 h 4587875"/>
              <a:gd name="connsiteX5345" fmla="*/ 8038147 w 9408955"/>
              <a:gd name="connsiteY5345" fmla="*/ 3764079 h 4587875"/>
              <a:gd name="connsiteX5346" fmla="*/ 6598107 w 9408955"/>
              <a:gd name="connsiteY5346" fmla="*/ 3764138 h 4587875"/>
              <a:gd name="connsiteX5347" fmla="*/ 6638512 w 9408955"/>
              <a:gd name="connsiteY5347" fmla="*/ 3734717 h 4587875"/>
              <a:gd name="connsiteX5348" fmla="*/ 6602254 w 9408955"/>
              <a:gd name="connsiteY5348" fmla="*/ 3697782 h 4587875"/>
              <a:gd name="connsiteX5349" fmla="*/ 6580819 w 9408955"/>
              <a:gd name="connsiteY5349" fmla="*/ 3755593 h 4587875"/>
              <a:gd name="connsiteX5350" fmla="*/ 6598107 w 9408955"/>
              <a:gd name="connsiteY5350" fmla="*/ 3764138 h 4587875"/>
              <a:gd name="connsiteX5351" fmla="*/ 752847 w 9408955"/>
              <a:gd name="connsiteY5351" fmla="*/ 3764154 h 4587875"/>
              <a:gd name="connsiteX5352" fmla="*/ 781071 w 9408955"/>
              <a:gd name="connsiteY5352" fmla="*/ 3725989 h 4587875"/>
              <a:gd name="connsiteX5353" fmla="*/ 721203 w 9408955"/>
              <a:gd name="connsiteY5353" fmla="*/ 3708800 h 4587875"/>
              <a:gd name="connsiteX5354" fmla="*/ 734735 w 9408955"/>
              <a:gd name="connsiteY5354" fmla="*/ 3761723 h 4587875"/>
              <a:gd name="connsiteX5355" fmla="*/ 752847 w 9408955"/>
              <a:gd name="connsiteY5355" fmla="*/ 3764154 h 4587875"/>
              <a:gd name="connsiteX5356" fmla="*/ 6909749 w 9408955"/>
              <a:gd name="connsiteY5356" fmla="*/ 3764201 h 4587875"/>
              <a:gd name="connsiteX5357" fmla="*/ 6948139 w 9408955"/>
              <a:gd name="connsiteY5357" fmla="*/ 3734533 h 4587875"/>
              <a:gd name="connsiteX5358" fmla="*/ 6907986 w 9408955"/>
              <a:gd name="connsiteY5358" fmla="*/ 3697167 h 4587875"/>
              <a:gd name="connsiteX5359" fmla="*/ 6892957 w 9408955"/>
              <a:gd name="connsiteY5359" fmla="*/ 3758439 h 4587875"/>
              <a:gd name="connsiteX5360" fmla="*/ 6909749 w 9408955"/>
              <a:gd name="connsiteY5360" fmla="*/ 3764201 h 4587875"/>
              <a:gd name="connsiteX5361" fmla="*/ 5786990 w 9408955"/>
              <a:gd name="connsiteY5361" fmla="*/ 3764256 h 4587875"/>
              <a:gd name="connsiteX5362" fmla="*/ 5817993 w 9408955"/>
              <a:gd name="connsiteY5362" fmla="*/ 3727301 h 4587875"/>
              <a:gd name="connsiteX5363" fmla="*/ 5766376 w 9408955"/>
              <a:gd name="connsiteY5363" fmla="*/ 3700543 h 4587875"/>
              <a:gd name="connsiteX5364" fmla="*/ 5769129 w 9408955"/>
              <a:gd name="connsiteY5364" fmla="*/ 3761608 h 4587875"/>
              <a:gd name="connsiteX5365" fmla="*/ 5786990 w 9408955"/>
              <a:gd name="connsiteY5365" fmla="*/ 3764256 h 4587875"/>
              <a:gd name="connsiteX5366" fmla="*/ 8767762 w 9408955"/>
              <a:gd name="connsiteY5366" fmla="*/ 3764292 h 4587875"/>
              <a:gd name="connsiteX5367" fmla="*/ 8795264 w 9408955"/>
              <a:gd name="connsiteY5367" fmla="*/ 3740659 h 4587875"/>
              <a:gd name="connsiteX5368" fmla="*/ 8788666 w 9408955"/>
              <a:gd name="connsiteY5368" fmla="*/ 3701087 h 4587875"/>
              <a:gd name="connsiteX5369" fmla="*/ 8737928 w 9408955"/>
              <a:gd name="connsiteY5369" fmla="*/ 3705947 h 4587875"/>
              <a:gd name="connsiteX5370" fmla="*/ 8733605 w 9408955"/>
              <a:gd name="connsiteY5370" fmla="*/ 3749221 h 4587875"/>
              <a:gd name="connsiteX5371" fmla="*/ 8767762 w 9408955"/>
              <a:gd name="connsiteY5371" fmla="*/ 3764292 h 4587875"/>
              <a:gd name="connsiteX5372" fmla="*/ 6404208 w 9408955"/>
              <a:gd name="connsiteY5372" fmla="*/ 3764292 h 4587875"/>
              <a:gd name="connsiteX5373" fmla="*/ 6435287 w 9408955"/>
              <a:gd name="connsiteY5373" fmla="*/ 3734046 h 4587875"/>
              <a:gd name="connsiteX5374" fmla="*/ 6385996 w 9408955"/>
              <a:gd name="connsiteY5374" fmla="*/ 3700060 h 4587875"/>
              <a:gd name="connsiteX5375" fmla="*/ 6388288 w 9408955"/>
              <a:gd name="connsiteY5375" fmla="*/ 3761645 h 4587875"/>
              <a:gd name="connsiteX5376" fmla="*/ 6404208 w 9408955"/>
              <a:gd name="connsiteY5376" fmla="*/ 3764292 h 4587875"/>
              <a:gd name="connsiteX5377" fmla="*/ 6816249 w 9408955"/>
              <a:gd name="connsiteY5377" fmla="*/ 3764324 h 4587875"/>
              <a:gd name="connsiteX5378" fmla="*/ 6844734 w 9408955"/>
              <a:gd name="connsiteY5378" fmla="*/ 3726733 h 4587875"/>
              <a:gd name="connsiteX5379" fmla="*/ 6782009 w 9408955"/>
              <a:gd name="connsiteY5379" fmla="*/ 3712906 h 4587875"/>
              <a:gd name="connsiteX5380" fmla="*/ 6798871 w 9408955"/>
              <a:gd name="connsiteY5380" fmla="*/ 3761991 h 4587875"/>
              <a:gd name="connsiteX5381" fmla="*/ 6816249 w 9408955"/>
              <a:gd name="connsiteY5381" fmla="*/ 3764324 h 4587875"/>
              <a:gd name="connsiteX5382" fmla="*/ 1676796 w 9408955"/>
              <a:gd name="connsiteY5382" fmla="*/ 3764345 h 4587875"/>
              <a:gd name="connsiteX5383" fmla="*/ 1707002 w 9408955"/>
              <a:gd name="connsiteY5383" fmla="*/ 3732328 h 4587875"/>
              <a:gd name="connsiteX5384" fmla="*/ 1664781 w 9408955"/>
              <a:gd name="connsiteY5384" fmla="*/ 3698210 h 4587875"/>
              <a:gd name="connsiteX5385" fmla="*/ 1660397 w 9408955"/>
              <a:gd name="connsiteY5385" fmla="*/ 3762124 h 4587875"/>
              <a:gd name="connsiteX5386" fmla="*/ 1676796 w 9408955"/>
              <a:gd name="connsiteY5386" fmla="*/ 3764345 h 4587875"/>
              <a:gd name="connsiteX5387" fmla="*/ 6199186 w 9408955"/>
              <a:gd name="connsiteY5387" fmla="*/ 3764356 h 4587875"/>
              <a:gd name="connsiteX5388" fmla="*/ 6229354 w 9408955"/>
              <a:gd name="connsiteY5388" fmla="*/ 3722044 h 4587875"/>
              <a:gd name="connsiteX5389" fmla="*/ 6163943 w 9408955"/>
              <a:gd name="connsiteY5389" fmla="*/ 3713813 h 4587875"/>
              <a:gd name="connsiteX5390" fmla="*/ 6179724 w 9408955"/>
              <a:gd name="connsiteY5390" fmla="*/ 3761827 h 4587875"/>
              <a:gd name="connsiteX5391" fmla="*/ 6199186 w 9408955"/>
              <a:gd name="connsiteY5391" fmla="*/ 3764356 h 4587875"/>
              <a:gd name="connsiteX5392" fmla="*/ 2191922 w 9408955"/>
              <a:gd name="connsiteY5392" fmla="*/ 3764406 h 4587875"/>
              <a:gd name="connsiteX5393" fmla="*/ 2219976 w 9408955"/>
              <a:gd name="connsiteY5393" fmla="*/ 3726026 h 4587875"/>
              <a:gd name="connsiteX5394" fmla="*/ 2152492 w 9408955"/>
              <a:gd name="connsiteY5394" fmla="*/ 3726721 h 4587875"/>
              <a:gd name="connsiteX5395" fmla="*/ 2174526 w 9408955"/>
              <a:gd name="connsiteY5395" fmla="*/ 3762632 h 4587875"/>
              <a:gd name="connsiteX5396" fmla="*/ 2191922 w 9408955"/>
              <a:gd name="connsiteY5396" fmla="*/ 3764406 h 4587875"/>
              <a:gd name="connsiteX5397" fmla="*/ 8151060 w 9408955"/>
              <a:gd name="connsiteY5397" fmla="*/ 3764426 h 4587875"/>
              <a:gd name="connsiteX5398" fmla="*/ 8180191 w 9408955"/>
              <a:gd name="connsiteY5398" fmla="*/ 3726149 h 4587875"/>
              <a:gd name="connsiteX5399" fmla="*/ 8114257 w 9408955"/>
              <a:gd name="connsiteY5399" fmla="*/ 3718293 h 4587875"/>
              <a:gd name="connsiteX5400" fmla="*/ 8132965 w 9408955"/>
              <a:gd name="connsiteY5400" fmla="*/ 3761964 h 4587875"/>
              <a:gd name="connsiteX5401" fmla="*/ 8151060 w 9408955"/>
              <a:gd name="connsiteY5401" fmla="*/ 3764426 h 4587875"/>
              <a:gd name="connsiteX5402" fmla="*/ 2602480 w 9408955"/>
              <a:gd name="connsiteY5402" fmla="*/ 3764522 h 4587875"/>
              <a:gd name="connsiteX5403" fmla="*/ 2632099 w 9408955"/>
              <a:gd name="connsiteY5403" fmla="*/ 3726530 h 4587875"/>
              <a:gd name="connsiteX5404" fmla="*/ 2565912 w 9408955"/>
              <a:gd name="connsiteY5404" fmla="*/ 3719690 h 4587875"/>
              <a:gd name="connsiteX5405" fmla="*/ 2584560 w 9408955"/>
              <a:gd name="connsiteY5405" fmla="*/ 3762324 h 4587875"/>
              <a:gd name="connsiteX5406" fmla="*/ 2602480 w 9408955"/>
              <a:gd name="connsiteY5406" fmla="*/ 3764522 h 4587875"/>
              <a:gd name="connsiteX5407" fmla="*/ 238803 w 9408955"/>
              <a:gd name="connsiteY5407" fmla="*/ 3764576 h 4587875"/>
              <a:gd name="connsiteX5408" fmla="*/ 267487 w 9408955"/>
              <a:gd name="connsiteY5408" fmla="*/ 3726272 h 4587875"/>
              <a:gd name="connsiteX5409" fmla="*/ 202193 w 9408955"/>
              <a:gd name="connsiteY5409" fmla="*/ 3719359 h 4587875"/>
              <a:gd name="connsiteX5410" fmla="*/ 220485 w 9408955"/>
              <a:gd name="connsiteY5410" fmla="*/ 3762452 h 4587875"/>
              <a:gd name="connsiteX5411" fmla="*/ 238803 w 9408955"/>
              <a:gd name="connsiteY5411" fmla="*/ 3764576 h 4587875"/>
              <a:gd name="connsiteX5412" fmla="*/ 7637238 w 9408955"/>
              <a:gd name="connsiteY5412" fmla="*/ 3764629 h 4587875"/>
              <a:gd name="connsiteX5413" fmla="*/ 7667268 w 9408955"/>
              <a:gd name="connsiteY5413" fmla="*/ 3726612 h 4587875"/>
              <a:gd name="connsiteX5414" fmla="*/ 7601197 w 9408955"/>
              <a:gd name="connsiteY5414" fmla="*/ 3713739 h 4587875"/>
              <a:gd name="connsiteX5415" fmla="*/ 7619463 w 9408955"/>
              <a:gd name="connsiteY5415" fmla="*/ 3762474 h 4587875"/>
              <a:gd name="connsiteX5416" fmla="*/ 7637238 w 9408955"/>
              <a:gd name="connsiteY5416" fmla="*/ 3764629 h 4587875"/>
              <a:gd name="connsiteX5417" fmla="*/ 9393149 w 9408955"/>
              <a:gd name="connsiteY5417" fmla="*/ 3765550 h 4587875"/>
              <a:gd name="connsiteX5418" fmla="*/ 9408955 w 9408955"/>
              <a:gd name="connsiteY5418" fmla="*/ 3748381 h 4587875"/>
              <a:gd name="connsiteX5419" fmla="*/ 9408955 w 9408955"/>
              <a:gd name="connsiteY5419" fmla="*/ 3706718 h 4587875"/>
              <a:gd name="connsiteX5420" fmla="*/ 9345961 w 9408955"/>
              <a:gd name="connsiteY5420" fmla="*/ 3726634 h 4587875"/>
              <a:gd name="connsiteX5421" fmla="*/ 9393149 w 9408955"/>
              <a:gd name="connsiteY5421" fmla="*/ 3765550 h 4587875"/>
              <a:gd name="connsiteX5422" fmla="*/ 5995634 w 9408955"/>
              <a:gd name="connsiteY5422" fmla="*/ 3856168 h 4587875"/>
              <a:gd name="connsiteX5423" fmla="*/ 5997913 w 9408955"/>
              <a:gd name="connsiteY5423" fmla="*/ 3811787 h 4587875"/>
              <a:gd name="connsiteX5424" fmla="*/ 5976462 w 9408955"/>
              <a:gd name="connsiteY5424" fmla="*/ 3853483 h 4587875"/>
              <a:gd name="connsiteX5425" fmla="*/ 5995634 w 9408955"/>
              <a:gd name="connsiteY5425" fmla="*/ 3856168 h 4587875"/>
              <a:gd name="connsiteX5426" fmla="*/ 17142 w 9408955"/>
              <a:gd name="connsiteY5426" fmla="*/ 3862217 h 4587875"/>
              <a:gd name="connsiteX5427" fmla="*/ 60336 w 9408955"/>
              <a:gd name="connsiteY5427" fmla="*/ 3849179 h 4587875"/>
              <a:gd name="connsiteX5428" fmla="*/ 38851 w 9408955"/>
              <a:gd name="connsiteY5428" fmla="*/ 3804940 h 4587875"/>
              <a:gd name="connsiteX5429" fmla="*/ 0 w 9408955"/>
              <a:gd name="connsiteY5429" fmla="*/ 3821239 h 4587875"/>
              <a:gd name="connsiteX5430" fmla="*/ 0 w 9408955"/>
              <a:gd name="connsiteY5430" fmla="*/ 3839400 h 4587875"/>
              <a:gd name="connsiteX5431" fmla="*/ 17142 w 9408955"/>
              <a:gd name="connsiteY5431" fmla="*/ 3862217 h 4587875"/>
              <a:gd name="connsiteX5432" fmla="*/ 3225605 w 9408955"/>
              <a:gd name="connsiteY5432" fmla="*/ 3865635 h 4587875"/>
              <a:gd name="connsiteX5433" fmla="*/ 3247202 w 9408955"/>
              <a:gd name="connsiteY5433" fmla="*/ 3844787 h 4587875"/>
              <a:gd name="connsiteX5434" fmla="*/ 3207830 w 9408955"/>
              <a:gd name="connsiteY5434" fmla="*/ 3800849 h 4587875"/>
              <a:gd name="connsiteX5435" fmla="*/ 3193934 w 9408955"/>
              <a:gd name="connsiteY5435" fmla="*/ 3862273 h 4587875"/>
              <a:gd name="connsiteX5436" fmla="*/ 3225605 w 9408955"/>
              <a:gd name="connsiteY5436" fmla="*/ 3865635 h 4587875"/>
              <a:gd name="connsiteX5437" fmla="*/ 1683302 w 9408955"/>
              <a:gd name="connsiteY5437" fmla="*/ 3866310 h 4587875"/>
              <a:gd name="connsiteX5438" fmla="*/ 1705370 w 9408955"/>
              <a:gd name="connsiteY5438" fmla="*/ 3845754 h 4587875"/>
              <a:gd name="connsiteX5439" fmla="*/ 1672960 w 9408955"/>
              <a:gd name="connsiteY5439" fmla="*/ 3799579 h 4587875"/>
              <a:gd name="connsiteX5440" fmla="*/ 1651583 w 9408955"/>
              <a:gd name="connsiteY5440" fmla="*/ 3860766 h 4587875"/>
              <a:gd name="connsiteX5441" fmla="*/ 1683302 w 9408955"/>
              <a:gd name="connsiteY5441" fmla="*/ 3866310 h 4587875"/>
              <a:gd name="connsiteX5442" fmla="*/ 2504482 w 9408955"/>
              <a:gd name="connsiteY5442" fmla="*/ 3866312 h 4587875"/>
              <a:gd name="connsiteX5443" fmla="*/ 2527743 w 9408955"/>
              <a:gd name="connsiteY5443" fmla="*/ 3845927 h 4587875"/>
              <a:gd name="connsiteX5444" fmla="*/ 2508977 w 9408955"/>
              <a:gd name="connsiteY5444" fmla="*/ 3798887 h 4587875"/>
              <a:gd name="connsiteX5445" fmla="*/ 2470315 w 9408955"/>
              <a:gd name="connsiteY5445" fmla="*/ 3808071 h 4587875"/>
              <a:gd name="connsiteX5446" fmla="*/ 2472138 w 9408955"/>
              <a:gd name="connsiteY5446" fmla="*/ 3860488 h 4587875"/>
              <a:gd name="connsiteX5447" fmla="*/ 2504482 w 9408955"/>
              <a:gd name="connsiteY5447" fmla="*/ 3866312 h 4587875"/>
              <a:gd name="connsiteX5448" fmla="*/ 7538483 w 9408955"/>
              <a:gd name="connsiteY5448" fmla="*/ 3866659 h 4587875"/>
              <a:gd name="connsiteX5449" fmla="*/ 7562692 w 9408955"/>
              <a:gd name="connsiteY5449" fmla="*/ 3845234 h 4587875"/>
              <a:gd name="connsiteX5450" fmla="*/ 7527086 w 9408955"/>
              <a:gd name="connsiteY5450" fmla="*/ 3800460 h 4587875"/>
              <a:gd name="connsiteX5451" fmla="*/ 7505768 w 9408955"/>
              <a:gd name="connsiteY5451" fmla="*/ 3859932 h 4587875"/>
              <a:gd name="connsiteX5452" fmla="*/ 7538483 w 9408955"/>
              <a:gd name="connsiteY5452" fmla="*/ 3866659 h 4587875"/>
              <a:gd name="connsiteX5453" fmla="*/ 640666 w 9408955"/>
              <a:gd name="connsiteY5453" fmla="*/ 3866672 h 4587875"/>
              <a:gd name="connsiteX5454" fmla="*/ 674613 w 9408955"/>
              <a:gd name="connsiteY5454" fmla="*/ 3852508 h 4587875"/>
              <a:gd name="connsiteX5455" fmla="*/ 635980 w 9408955"/>
              <a:gd name="connsiteY5455" fmla="*/ 3800298 h 4587875"/>
              <a:gd name="connsiteX5456" fmla="*/ 608092 w 9408955"/>
              <a:gd name="connsiteY5456" fmla="*/ 3846808 h 4587875"/>
              <a:gd name="connsiteX5457" fmla="*/ 640666 w 9408955"/>
              <a:gd name="connsiteY5457" fmla="*/ 3866672 h 4587875"/>
              <a:gd name="connsiteX5458" fmla="*/ 3415580 w 9408955"/>
              <a:gd name="connsiteY5458" fmla="*/ 3866776 h 4587875"/>
              <a:gd name="connsiteX5459" fmla="*/ 3448870 w 9408955"/>
              <a:gd name="connsiteY5459" fmla="*/ 3853576 h 4587875"/>
              <a:gd name="connsiteX5460" fmla="*/ 3410465 w 9408955"/>
              <a:gd name="connsiteY5460" fmla="*/ 3800320 h 4587875"/>
              <a:gd name="connsiteX5461" fmla="*/ 3382804 w 9408955"/>
              <a:gd name="connsiteY5461" fmla="*/ 3847405 h 4587875"/>
              <a:gd name="connsiteX5462" fmla="*/ 3415580 w 9408955"/>
              <a:gd name="connsiteY5462" fmla="*/ 3866776 h 4587875"/>
              <a:gd name="connsiteX5463" fmla="*/ 5074424 w 9408955"/>
              <a:gd name="connsiteY5463" fmla="*/ 3866790 h 4587875"/>
              <a:gd name="connsiteX5464" fmla="*/ 5095742 w 9408955"/>
              <a:gd name="connsiteY5464" fmla="*/ 3845980 h 4587875"/>
              <a:gd name="connsiteX5465" fmla="*/ 5057517 w 9408955"/>
              <a:gd name="connsiteY5465" fmla="*/ 3800948 h 4587875"/>
              <a:gd name="connsiteX5466" fmla="*/ 5043945 w 9408955"/>
              <a:gd name="connsiteY5466" fmla="*/ 3863038 h 4587875"/>
              <a:gd name="connsiteX5467" fmla="*/ 5074424 w 9408955"/>
              <a:gd name="connsiteY5467" fmla="*/ 3866790 h 4587875"/>
              <a:gd name="connsiteX5468" fmla="*/ 1154203 w 9408955"/>
              <a:gd name="connsiteY5468" fmla="*/ 3866924 h 4587875"/>
              <a:gd name="connsiteX5469" fmla="*/ 1193468 w 9408955"/>
              <a:gd name="connsiteY5469" fmla="*/ 3837789 h 4587875"/>
              <a:gd name="connsiteX5470" fmla="*/ 1151517 w 9408955"/>
              <a:gd name="connsiteY5470" fmla="*/ 3800037 h 4587875"/>
              <a:gd name="connsiteX5471" fmla="*/ 1137313 w 9408955"/>
              <a:gd name="connsiteY5471" fmla="*/ 3860532 h 4587875"/>
              <a:gd name="connsiteX5472" fmla="*/ 1154203 w 9408955"/>
              <a:gd name="connsiteY5472" fmla="*/ 3866924 h 4587875"/>
              <a:gd name="connsiteX5473" fmla="*/ 1991077 w 9408955"/>
              <a:gd name="connsiteY5473" fmla="*/ 3866987 h 4587875"/>
              <a:gd name="connsiteX5474" fmla="*/ 2006971 w 9408955"/>
              <a:gd name="connsiteY5474" fmla="*/ 3859806 h 4587875"/>
              <a:gd name="connsiteX5475" fmla="*/ 2003312 w 9408955"/>
              <a:gd name="connsiteY5475" fmla="*/ 3806440 h 4587875"/>
              <a:gd name="connsiteX5476" fmla="*/ 1952741 w 9408955"/>
              <a:gd name="connsiteY5476" fmla="*/ 3805983 h 4587875"/>
              <a:gd name="connsiteX5477" fmla="*/ 1947026 w 9408955"/>
              <a:gd name="connsiteY5477" fmla="*/ 3845210 h 4587875"/>
              <a:gd name="connsiteX5478" fmla="*/ 1991077 w 9408955"/>
              <a:gd name="connsiteY5478" fmla="*/ 3866987 h 4587875"/>
              <a:gd name="connsiteX5479" fmla="*/ 6292127 w 9408955"/>
              <a:gd name="connsiteY5479" fmla="*/ 3866997 h 4587875"/>
              <a:gd name="connsiteX5480" fmla="*/ 6332116 w 9408955"/>
              <a:gd name="connsiteY5480" fmla="*/ 3838541 h 4587875"/>
              <a:gd name="connsiteX5481" fmla="*/ 6278071 w 9408955"/>
              <a:gd name="connsiteY5481" fmla="*/ 3804702 h 4587875"/>
              <a:gd name="connsiteX5482" fmla="*/ 6275106 w 9408955"/>
              <a:gd name="connsiteY5482" fmla="*/ 3860423 h 4587875"/>
              <a:gd name="connsiteX5483" fmla="*/ 6292127 w 9408955"/>
              <a:gd name="connsiteY5483" fmla="*/ 3866997 h 4587875"/>
              <a:gd name="connsiteX5484" fmla="*/ 6086267 w 9408955"/>
              <a:gd name="connsiteY5484" fmla="*/ 3867007 h 4587875"/>
              <a:gd name="connsiteX5485" fmla="*/ 6126445 w 9408955"/>
              <a:gd name="connsiteY5485" fmla="*/ 3830849 h 4587875"/>
              <a:gd name="connsiteX5486" fmla="*/ 6065253 w 9408955"/>
              <a:gd name="connsiteY5486" fmla="*/ 3808966 h 4587875"/>
              <a:gd name="connsiteX5487" fmla="*/ 6067073 w 9408955"/>
              <a:gd name="connsiteY5487" fmla="*/ 3858430 h 4587875"/>
              <a:gd name="connsiteX5488" fmla="*/ 6086267 w 9408955"/>
              <a:gd name="connsiteY5488" fmla="*/ 3867007 h 4587875"/>
              <a:gd name="connsiteX5489" fmla="*/ 7114401 w 9408955"/>
              <a:gd name="connsiteY5489" fmla="*/ 3867015 h 4587875"/>
              <a:gd name="connsiteX5490" fmla="*/ 7155369 w 9408955"/>
              <a:gd name="connsiteY5490" fmla="*/ 3836861 h 4587875"/>
              <a:gd name="connsiteX5491" fmla="*/ 7099423 w 9408955"/>
              <a:gd name="connsiteY5491" fmla="*/ 3805421 h 4587875"/>
              <a:gd name="connsiteX5492" fmla="*/ 7096694 w 9408955"/>
              <a:gd name="connsiteY5492" fmla="*/ 3860837 h 4587875"/>
              <a:gd name="connsiteX5493" fmla="*/ 7114401 w 9408955"/>
              <a:gd name="connsiteY5493" fmla="*/ 3867015 h 4587875"/>
              <a:gd name="connsiteX5494" fmla="*/ 442816 w 9408955"/>
              <a:gd name="connsiteY5494" fmla="*/ 3867056 h 4587875"/>
              <a:gd name="connsiteX5495" fmla="*/ 464718 w 9408955"/>
              <a:gd name="connsiteY5495" fmla="*/ 3859956 h 4587875"/>
              <a:gd name="connsiteX5496" fmla="*/ 466796 w 9408955"/>
              <a:gd name="connsiteY5496" fmla="*/ 3809012 h 4587875"/>
              <a:gd name="connsiteX5497" fmla="*/ 410235 w 9408955"/>
              <a:gd name="connsiteY5497" fmla="*/ 3815549 h 4587875"/>
              <a:gd name="connsiteX5498" fmla="*/ 420394 w 9408955"/>
              <a:gd name="connsiteY5498" fmla="*/ 3862661 h 4587875"/>
              <a:gd name="connsiteX5499" fmla="*/ 442816 w 9408955"/>
              <a:gd name="connsiteY5499" fmla="*/ 3867056 h 4587875"/>
              <a:gd name="connsiteX5500" fmla="*/ 9068491 w 9408955"/>
              <a:gd name="connsiteY5500" fmla="*/ 3867075 h 4587875"/>
              <a:gd name="connsiteX5501" fmla="*/ 9106400 w 9408955"/>
              <a:gd name="connsiteY5501" fmla="*/ 3830428 h 4587875"/>
              <a:gd name="connsiteX5502" fmla="*/ 9043226 w 9408955"/>
              <a:gd name="connsiteY5502" fmla="*/ 3811926 h 4587875"/>
              <a:gd name="connsiteX5503" fmla="*/ 9049612 w 9408955"/>
              <a:gd name="connsiteY5503" fmla="*/ 3859534 h 4587875"/>
              <a:gd name="connsiteX5504" fmla="*/ 9068491 w 9408955"/>
              <a:gd name="connsiteY5504" fmla="*/ 3867075 h 4587875"/>
              <a:gd name="connsiteX5505" fmla="*/ 7629460 w 9408955"/>
              <a:gd name="connsiteY5505" fmla="*/ 3867078 h 4587875"/>
              <a:gd name="connsiteX5506" fmla="*/ 7667680 w 9408955"/>
              <a:gd name="connsiteY5506" fmla="*/ 3829253 h 4587875"/>
              <a:gd name="connsiteX5507" fmla="*/ 7604453 w 9408955"/>
              <a:gd name="connsiteY5507" fmla="*/ 3811473 h 4587875"/>
              <a:gd name="connsiteX5508" fmla="*/ 7610139 w 9408955"/>
              <a:gd name="connsiteY5508" fmla="*/ 3859570 h 4587875"/>
              <a:gd name="connsiteX5509" fmla="*/ 7629460 w 9408955"/>
              <a:gd name="connsiteY5509" fmla="*/ 3867078 h 4587875"/>
              <a:gd name="connsiteX5510" fmla="*/ 537415 w 9408955"/>
              <a:gd name="connsiteY5510" fmla="*/ 3867097 h 4587875"/>
              <a:gd name="connsiteX5511" fmla="*/ 578100 w 9408955"/>
              <a:gd name="connsiteY5511" fmla="*/ 3830444 h 4587875"/>
              <a:gd name="connsiteX5512" fmla="*/ 510880 w 9408955"/>
              <a:gd name="connsiteY5512" fmla="*/ 3817648 h 4587875"/>
              <a:gd name="connsiteX5513" fmla="*/ 517761 w 9408955"/>
              <a:gd name="connsiteY5513" fmla="*/ 3858955 h 4587875"/>
              <a:gd name="connsiteX5514" fmla="*/ 537415 w 9408955"/>
              <a:gd name="connsiteY5514" fmla="*/ 3867097 h 4587875"/>
              <a:gd name="connsiteX5515" fmla="*/ 8259793 w 9408955"/>
              <a:gd name="connsiteY5515" fmla="*/ 3867142 h 4587875"/>
              <a:gd name="connsiteX5516" fmla="*/ 8282084 w 9408955"/>
              <a:gd name="connsiteY5516" fmla="*/ 3847498 h 4587875"/>
              <a:gd name="connsiteX5517" fmla="*/ 8273999 w 9408955"/>
              <a:gd name="connsiteY5517" fmla="*/ 3808494 h 4587875"/>
              <a:gd name="connsiteX5518" fmla="*/ 8217625 w 9408955"/>
              <a:gd name="connsiteY5518" fmla="*/ 3823092 h 4587875"/>
              <a:gd name="connsiteX5519" fmla="*/ 8229753 w 9408955"/>
              <a:gd name="connsiteY5519" fmla="*/ 3863008 h 4587875"/>
              <a:gd name="connsiteX5520" fmla="*/ 8259793 w 9408955"/>
              <a:gd name="connsiteY5520" fmla="*/ 3867142 h 4587875"/>
              <a:gd name="connsiteX5521" fmla="*/ 4958307 w 9408955"/>
              <a:gd name="connsiteY5521" fmla="*/ 3867163 h 4587875"/>
              <a:gd name="connsiteX5522" fmla="*/ 4997292 w 9408955"/>
              <a:gd name="connsiteY5522" fmla="*/ 3831886 h 4587875"/>
              <a:gd name="connsiteX5523" fmla="*/ 4929902 w 9408955"/>
              <a:gd name="connsiteY5523" fmla="*/ 3816277 h 4587875"/>
              <a:gd name="connsiteX5524" fmla="*/ 4939819 w 9408955"/>
              <a:gd name="connsiteY5524" fmla="*/ 3861293 h 4587875"/>
              <a:gd name="connsiteX5525" fmla="*/ 4958307 w 9408955"/>
              <a:gd name="connsiteY5525" fmla="*/ 3867163 h 4587875"/>
              <a:gd name="connsiteX5526" fmla="*/ 6605214 w 9408955"/>
              <a:gd name="connsiteY5526" fmla="*/ 3867177 h 4587875"/>
              <a:gd name="connsiteX5527" fmla="*/ 6638540 w 9408955"/>
              <a:gd name="connsiteY5527" fmla="*/ 3829603 h 4587875"/>
              <a:gd name="connsiteX5528" fmla="*/ 6589782 w 9408955"/>
              <a:gd name="connsiteY5528" fmla="*/ 3802315 h 4587875"/>
              <a:gd name="connsiteX5529" fmla="*/ 6586607 w 9408955"/>
              <a:gd name="connsiteY5529" fmla="*/ 3861894 h 4587875"/>
              <a:gd name="connsiteX5530" fmla="*/ 6605214 w 9408955"/>
              <a:gd name="connsiteY5530" fmla="*/ 3867177 h 4587875"/>
              <a:gd name="connsiteX5531" fmla="*/ 8654845 w 9408955"/>
              <a:gd name="connsiteY5531" fmla="*/ 3867179 h 4587875"/>
              <a:gd name="connsiteX5532" fmla="*/ 8694757 w 9408955"/>
              <a:gd name="connsiteY5532" fmla="*/ 3839130 h 4587875"/>
              <a:gd name="connsiteX5533" fmla="*/ 8660139 w 9408955"/>
              <a:gd name="connsiteY5533" fmla="*/ 3800234 h 4587875"/>
              <a:gd name="connsiteX5534" fmla="*/ 8638130 w 9408955"/>
              <a:gd name="connsiteY5534" fmla="*/ 3861066 h 4587875"/>
              <a:gd name="connsiteX5535" fmla="*/ 8654845 w 9408955"/>
              <a:gd name="connsiteY5535" fmla="*/ 3867179 h 4587875"/>
              <a:gd name="connsiteX5536" fmla="*/ 6702704 w 9408955"/>
              <a:gd name="connsiteY5536" fmla="*/ 3867189 h 4587875"/>
              <a:gd name="connsiteX5537" fmla="*/ 6741241 w 9408955"/>
              <a:gd name="connsiteY5537" fmla="*/ 3837680 h 4587875"/>
              <a:gd name="connsiteX5538" fmla="*/ 6706700 w 9408955"/>
              <a:gd name="connsiteY5538" fmla="*/ 3799590 h 4587875"/>
              <a:gd name="connsiteX5539" fmla="*/ 6685655 w 9408955"/>
              <a:gd name="connsiteY5539" fmla="*/ 3860945 h 4587875"/>
              <a:gd name="connsiteX5540" fmla="*/ 6702704 w 9408955"/>
              <a:gd name="connsiteY5540" fmla="*/ 3867189 h 4587875"/>
              <a:gd name="connsiteX5541" fmla="*/ 8972702 w 9408955"/>
              <a:gd name="connsiteY5541" fmla="*/ 3867238 h 4587875"/>
              <a:gd name="connsiteX5542" fmla="*/ 8998197 w 9408955"/>
              <a:gd name="connsiteY5542" fmla="*/ 3853898 h 4587875"/>
              <a:gd name="connsiteX5543" fmla="*/ 8953404 w 9408955"/>
              <a:gd name="connsiteY5543" fmla="*/ 3801683 h 4587875"/>
              <a:gd name="connsiteX5544" fmla="*/ 8944991 w 9408955"/>
              <a:gd name="connsiteY5544" fmla="*/ 3859371 h 4587875"/>
              <a:gd name="connsiteX5545" fmla="*/ 8972702 w 9408955"/>
              <a:gd name="connsiteY5545" fmla="*/ 3867238 h 4587875"/>
              <a:gd name="connsiteX5546" fmla="*/ 7322620 w 9408955"/>
              <a:gd name="connsiteY5546" fmla="*/ 3867301 h 4587875"/>
              <a:gd name="connsiteX5547" fmla="*/ 7347581 w 9408955"/>
              <a:gd name="connsiteY5547" fmla="*/ 3861055 h 4587875"/>
              <a:gd name="connsiteX5548" fmla="*/ 7325242 w 9408955"/>
              <a:gd name="connsiteY5548" fmla="*/ 3800234 h 4587875"/>
              <a:gd name="connsiteX5549" fmla="*/ 7299712 w 9408955"/>
              <a:gd name="connsiteY5549" fmla="*/ 3857437 h 4587875"/>
              <a:gd name="connsiteX5550" fmla="*/ 7322620 w 9408955"/>
              <a:gd name="connsiteY5550" fmla="*/ 3867301 h 4587875"/>
              <a:gd name="connsiteX5551" fmla="*/ 7949590 w 9408955"/>
              <a:gd name="connsiteY5551" fmla="*/ 3867403 h 4587875"/>
              <a:gd name="connsiteX5552" fmla="*/ 7973470 w 9408955"/>
              <a:gd name="connsiteY5552" fmla="*/ 3845431 h 4587875"/>
              <a:gd name="connsiteX5553" fmla="*/ 7936829 w 9408955"/>
              <a:gd name="connsiteY5553" fmla="*/ 3800107 h 4587875"/>
              <a:gd name="connsiteX5554" fmla="*/ 7915859 w 9408955"/>
              <a:gd name="connsiteY5554" fmla="*/ 3859696 h 4587875"/>
              <a:gd name="connsiteX5555" fmla="*/ 7949590 w 9408955"/>
              <a:gd name="connsiteY5555" fmla="*/ 3867403 h 4587875"/>
              <a:gd name="connsiteX5556" fmla="*/ 6913057 w 9408955"/>
              <a:gd name="connsiteY5556" fmla="*/ 3867405 h 4587875"/>
              <a:gd name="connsiteX5557" fmla="*/ 6948329 w 9408955"/>
              <a:gd name="connsiteY5557" fmla="*/ 3830985 h 4587875"/>
              <a:gd name="connsiteX5558" fmla="*/ 6891860 w 9408955"/>
              <a:gd name="connsiteY5558" fmla="*/ 3807009 h 4587875"/>
              <a:gd name="connsiteX5559" fmla="*/ 6894581 w 9408955"/>
              <a:gd name="connsiteY5559" fmla="*/ 3861973 h 4587875"/>
              <a:gd name="connsiteX5560" fmla="*/ 6913057 w 9408955"/>
              <a:gd name="connsiteY5560" fmla="*/ 3867405 h 4587875"/>
              <a:gd name="connsiteX5561" fmla="*/ 9172255 w 9408955"/>
              <a:gd name="connsiteY5561" fmla="*/ 3867454 h 4587875"/>
              <a:gd name="connsiteX5562" fmla="*/ 9209587 w 9408955"/>
              <a:gd name="connsiteY5562" fmla="*/ 3830080 h 4587875"/>
              <a:gd name="connsiteX5563" fmla="*/ 9152571 w 9408955"/>
              <a:gd name="connsiteY5563" fmla="*/ 3806105 h 4587875"/>
              <a:gd name="connsiteX5564" fmla="*/ 9153027 w 9408955"/>
              <a:gd name="connsiteY5564" fmla="*/ 3862199 h 4587875"/>
              <a:gd name="connsiteX5565" fmla="*/ 9172255 w 9408955"/>
              <a:gd name="connsiteY5565" fmla="*/ 3867454 h 4587875"/>
              <a:gd name="connsiteX5566" fmla="*/ 7837288 w 9408955"/>
              <a:gd name="connsiteY5566" fmla="*/ 3867456 h 4587875"/>
              <a:gd name="connsiteX5567" fmla="*/ 7872958 w 9408955"/>
              <a:gd name="connsiteY5567" fmla="*/ 3830972 h 4587875"/>
              <a:gd name="connsiteX5568" fmla="*/ 7813208 w 9408955"/>
              <a:gd name="connsiteY5568" fmla="*/ 3810281 h 4587875"/>
              <a:gd name="connsiteX5569" fmla="*/ 7818620 w 9408955"/>
              <a:gd name="connsiteY5569" fmla="*/ 3861895 h 4587875"/>
              <a:gd name="connsiteX5570" fmla="*/ 7837288 w 9408955"/>
              <a:gd name="connsiteY5570" fmla="*/ 3867456 h 4587875"/>
              <a:gd name="connsiteX5571" fmla="*/ 1363193 w 9408955"/>
              <a:gd name="connsiteY5571" fmla="*/ 3867468 h 4587875"/>
              <a:gd name="connsiteX5572" fmla="*/ 1401833 w 9408955"/>
              <a:gd name="connsiteY5572" fmla="*/ 3831875 h 4587875"/>
              <a:gd name="connsiteX5573" fmla="*/ 1352578 w 9408955"/>
              <a:gd name="connsiteY5573" fmla="*/ 3801174 h 4587875"/>
              <a:gd name="connsiteX5574" fmla="*/ 1344597 w 9408955"/>
              <a:gd name="connsiteY5574" fmla="*/ 3862348 h 4587875"/>
              <a:gd name="connsiteX5575" fmla="*/ 1363193 w 9408955"/>
              <a:gd name="connsiteY5575" fmla="*/ 3867468 h 4587875"/>
              <a:gd name="connsiteX5576" fmla="*/ 6501187 w 9408955"/>
              <a:gd name="connsiteY5576" fmla="*/ 3867505 h 4587875"/>
              <a:gd name="connsiteX5577" fmla="*/ 6535834 w 9408955"/>
              <a:gd name="connsiteY5577" fmla="*/ 3830740 h 4587875"/>
              <a:gd name="connsiteX5578" fmla="*/ 6472943 w 9408955"/>
              <a:gd name="connsiteY5578" fmla="*/ 3814970 h 4587875"/>
              <a:gd name="connsiteX5579" fmla="*/ 6482636 w 9408955"/>
              <a:gd name="connsiteY5579" fmla="*/ 3862277 h 4587875"/>
              <a:gd name="connsiteX5580" fmla="*/ 6501187 w 9408955"/>
              <a:gd name="connsiteY5580" fmla="*/ 3867505 h 4587875"/>
              <a:gd name="connsiteX5581" fmla="*/ 8351417 w 9408955"/>
              <a:gd name="connsiteY5581" fmla="*/ 3867529 h 4587875"/>
              <a:gd name="connsiteX5582" fmla="*/ 8387650 w 9408955"/>
              <a:gd name="connsiteY5582" fmla="*/ 3830761 h 4587875"/>
              <a:gd name="connsiteX5583" fmla="*/ 8334366 w 9408955"/>
              <a:gd name="connsiteY5583" fmla="*/ 3803619 h 4587875"/>
              <a:gd name="connsiteX5584" fmla="*/ 8332521 w 9408955"/>
              <a:gd name="connsiteY5584" fmla="*/ 3862426 h 4587875"/>
              <a:gd name="connsiteX5585" fmla="*/ 8351417 w 9408955"/>
              <a:gd name="connsiteY5585" fmla="*/ 3867529 h 4587875"/>
              <a:gd name="connsiteX5586" fmla="*/ 6807996 w 9408955"/>
              <a:gd name="connsiteY5586" fmla="*/ 3867532 h 4587875"/>
              <a:gd name="connsiteX5587" fmla="*/ 6844855 w 9408955"/>
              <a:gd name="connsiteY5587" fmla="*/ 3831085 h 4587875"/>
              <a:gd name="connsiteX5588" fmla="*/ 6779672 w 9408955"/>
              <a:gd name="connsiteY5588" fmla="*/ 3816041 h 4587875"/>
              <a:gd name="connsiteX5589" fmla="*/ 6788852 w 9408955"/>
              <a:gd name="connsiteY5589" fmla="*/ 3861630 h 4587875"/>
              <a:gd name="connsiteX5590" fmla="*/ 6807996 w 9408955"/>
              <a:gd name="connsiteY5590" fmla="*/ 3867532 h 4587875"/>
              <a:gd name="connsiteX5591" fmla="*/ 2187163 w 9408955"/>
              <a:gd name="connsiteY5591" fmla="*/ 3867541 h 4587875"/>
              <a:gd name="connsiteX5592" fmla="*/ 2220278 w 9408955"/>
              <a:gd name="connsiteY5592" fmla="*/ 3815774 h 4587875"/>
              <a:gd name="connsiteX5593" fmla="*/ 2163123 w 9408955"/>
              <a:gd name="connsiteY5593" fmla="*/ 3806341 h 4587875"/>
              <a:gd name="connsiteX5594" fmla="*/ 2187163 w 9408955"/>
              <a:gd name="connsiteY5594" fmla="*/ 3867541 h 4587875"/>
              <a:gd name="connsiteX5595" fmla="*/ 3727413 w 9408955"/>
              <a:gd name="connsiteY5595" fmla="*/ 3867543 h 4587875"/>
              <a:gd name="connsiteX5596" fmla="*/ 3761716 w 9408955"/>
              <a:gd name="connsiteY5596" fmla="*/ 3831091 h 4587875"/>
              <a:gd name="connsiteX5597" fmla="*/ 3697873 w 9408955"/>
              <a:gd name="connsiteY5597" fmla="*/ 3815896 h 4587875"/>
              <a:gd name="connsiteX5598" fmla="*/ 3708857 w 9408955"/>
              <a:gd name="connsiteY5598" fmla="*/ 3862388 h 4587875"/>
              <a:gd name="connsiteX5599" fmla="*/ 3727413 w 9408955"/>
              <a:gd name="connsiteY5599" fmla="*/ 3867543 h 4587875"/>
              <a:gd name="connsiteX5600" fmla="*/ 7425561 w 9408955"/>
              <a:gd name="connsiteY5600" fmla="*/ 3867549 h 4587875"/>
              <a:gd name="connsiteX5601" fmla="*/ 7460395 w 9408955"/>
              <a:gd name="connsiteY5601" fmla="*/ 3830169 h 4587875"/>
              <a:gd name="connsiteX5602" fmla="*/ 7401482 w 9408955"/>
              <a:gd name="connsiteY5602" fmla="*/ 3809423 h 4587875"/>
              <a:gd name="connsiteX5603" fmla="*/ 7406714 w 9408955"/>
              <a:gd name="connsiteY5603" fmla="*/ 3862313 h 4587875"/>
              <a:gd name="connsiteX5604" fmla="*/ 7425561 w 9408955"/>
              <a:gd name="connsiteY5604" fmla="*/ 3867549 h 4587875"/>
              <a:gd name="connsiteX5605" fmla="*/ 848682 w 9408955"/>
              <a:gd name="connsiteY5605" fmla="*/ 3867579 h 4587875"/>
              <a:gd name="connsiteX5606" fmla="*/ 884540 w 9408955"/>
              <a:gd name="connsiteY5606" fmla="*/ 3831218 h 4587875"/>
              <a:gd name="connsiteX5607" fmla="*/ 819763 w 9408955"/>
              <a:gd name="connsiteY5607" fmla="*/ 3815466 h 4587875"/>
              <a:gd name="connsiteX5608" fmla="*/ 829605 w 9408955"/>
              <a:gd name="connsiteY5608" fmla="*/ 3862048 h 4587875"/>
              <a:gd name="connsiteX5609" fmla="*/ 848682 w 9408955"/>
              <a:gd name="connsiteY5609" fmla="*/ 3867579 h 4587875"/>
              <a:gd name="connsiteX5610" fmla="*/ 8865672 w 9408955"/>
              <a:gd name="connsiteY5610" fmla="*/ 3867582 h 4587875"/>
              <a:gd name="connsiteX5611" fmla="*/ 8900936 w 9408955"/>
              <a:gd name="connsiteY5611" fmla="*/ 3831544 h 4587875"/>
              <a:gd name="connsiteX5612" fmla="*/ 8841154 w 9408955"/>
              <a:gd name="connsiteY5612" fmla="*/ 3810226 h 4587875"/>
              <a:gd name="connsiteX5613" fmla="*/ 8847315 w 9408955"/>
              <a:gd name="connsiteY5613" fmla="*/ 3862614 h 4587875"/>
              <a:gd name="connsiteX5614" fmla="*/ 8865672 w 9408955"/>
              <a:gd name="connsiteY5614" fmla="*/ 3867582 h 4587875"/>
              <a:gd name="connsiteX5615" fmla="*/ 952749 w 9408955"/>
              <a:gd name="connsiteY5615" fmla="*/ 3867638 h 4587875"/>
              <a:gd name="connsiteX5616" fmla="*/ 987661 w 9408955"/>
              <a:gd name="connsiteY5616" fmla="*/ 3831091 h 4587875"/>
              <a:gd name="connsiteX5617" fmla="*/ 927448 w 9408955"/>
              <a:gd name="connsiteY5617" fmla="*/ 3809773 h 4587875"/>
              <a:gd name="connsiteX5618" fmla="*/ 933702 w 9408955"/>
              <a:gd name="connsiteY5618" fmla="*/ 3862387 h 4587875"/>
              <a:gd name="connsiteX5619" fmla="*/ 952749 w 9408955"/>
              <a:gd name="connsiteY5619" fmla="*/ 3867638 h 4587875"/>
              <a:gd name="connsiteX5620" fmla="*/ 2594874 w 9408955"/>
              <a:gd name="connsiteY5620" fmla="*/ 3867642 h 4587875"/>
              <a:gd name="connsiteX5621" fmla="*/ 2631883 w 9408955"/>
              <a:gd name="connsiteY5621" fmla="*/ 3830396 h 4587875"/>
              <a:gd name="connsiteX5622" fmla="*/ 2567515 w 9408955"/>
              <a:gd name="connsiteY5622" fmla="*/ 3816949 h 4587875"/>
              <a:gd name="connsiteX5623" fmla="*/ 2575926 w 9408955"/>
              <a:gd name="connsiteY5623" fmla="*/ 3860939 h 4587875"/>
              <a:gd name="connsiteX5624" fmla="*/ 2594874 w 9408955"/>
              <a:gd name="connsiteY5624" fmla="*/ 3867642 h 4587875"/>
              <a:gd name="connsiteX5625" fmla="*/ 124764 w 9408955"/>
              <a:gd name="connsiteY5625" fmla="*/ 3867650 h 4587875"/>
              <a:gd name="connsiteX5626" fmla="*/ 165714 w 9408955"/>
              <a:gd name="connsiteY5626" fmla="*/ 3838846 h 4587875"/>
              <a:gd name="connsiteX5627" fmla="*/ 128825 w 9408955"/>
              <a:gd name="connsiteY5627" fmla="*/ 3799864 h 4587875"/>
              <a:gd name="connsiteX5628" fmla="*/ 107615 w 9408955"/>
              <a:gd name="connsiteY5628" fmla="*/ 3859606 h 4587875"/>
              <a:gd name="connsiteX5629" fmla="*/ 124764 w 9408955"/>
              <a:gd name="connsiteY5629" fmla="*/ 3867650 h 4587875"/>
              <a:gd name="connsiteX5630" fmla="*/ 3520690 w 9408955"/>
              <a:gd name="connsiteY5630" fmla="*/ 3867670 h 4587875"/>
              <a:gd name="connsiteX5631" fmla="*/ 3559008 w 9408955"/>
              <a:gd name="connsiteY5631" fmla="*/ 3830165 h 4587875"/>
              <a:gd name="connsiteX5632" fmla="*/ 3495094 w 9408955"/>
              <a:gd name="connsiteY5632" fmla="*/ 3810789 h 4587875"/>
              <a:gd name="connsiteX5633" fmla="*/ 3501690 w 9408955"/>
              <a:gd name="connsiteY5633" fmla="*/ 3860938 h 4587875"/>
              <a:gd name="connsiteX5634" fmla="*/ 3520690 w 9408955"/>
              <a:gd name="connsiteY5634" fmla="*/ 3867670 h 4587875"/>
              <a:gd name="connsiteX5635" fmla="*/ 746018 w 9408955"/>
              <a:gd name="connsiteY5635" fmla="*/ 3867677 h 4587875"/>
              <a:gd name="connsiteX5636" fmla="*/ 782091 w 9408955"/>
              <a:gd name="connsiteY5636" fmla="*/ 3830774 h 4587875"/>
              <a:gd name="connsiteX5637" fmla="*/ 717124 w 9408955"/>
              <a:gd name="connsiteY5637" fmla="*/ 3816820 h 4587875"/>
              <a:gd name="connsiteX5638" fmla="*/ 727427 w 9408955"/>
              <a:gd name="connsiteY5638" fmla="*/ 3861157 h 4587875"/>
              <a:gd name="connsiteX5639" fmla="*/ 746018 w 9408955"/>
              <a:gd name="connsiteY5639" fmla="*/ 3867677 h 4587875"/>
              <a:gd name="connsiteX5640" fmla="*/ 3316141 w 9408955"/>
              <a:gd name="connsiteY5640" fmla="*/ 3867687 h 4587875"/>
              <a:gd name="connsiteX5641" fmla="*/ 3351308 w 9408955"/>
              <a:gd name="connsiteY5641" fmla="*/ 3831529 h 4587875"/>
              <a:gd name="connsiteX5642" fmla="*/ 3290641 w 9408955"/>
              <a:gd name="connsiteY5642" fmla="*/ 3809071 h 4587875"/>
              <a:gd name="connsiteX5643" fmla="*/ 3298056 w 9408955"/>
              <a:gd name="connsiteY5643" fmla="*/ 3862696 h 4587875"/>
              <a:gd name="connsiteX5644" fmla="*/ 3316141 w 9408955"/>
              <a:gd name="connsiteY5644" fmla="*/ 3867687 h 4587875"/>
              <a:gd name="connsiteX5645" fmla="*/ 3625934 w 9408955"/>
              <a:gd name="connsiteY5645" fmla="*/ 3867725 h 4587875"/>
              <a:gd name="connsiteX5646" fmla="*/ 3647222 w 9408955"/>
              <a:gd name="connsiteY5646" fmla="*/ 3861282 h 4587875"/>
              <a:gd name="connsiteX5647" fmla="*/ 3645151 w 9408955"/>
              <a:gd name="connsiteY5647" fmla="*/ 3804760 h 4587875"/>
              <a:gd name="connsiteX5648" fmla="*/ 3593829 w 9408955"/>
              <a:gd name="connsiteY5648" fmla="*/ 3815613 h 4587875"/>
              <a:gd name="connsiteX5649" fmla="*/ 3603955 w 9408955"/>
              <a:gd name="connsiteY5649" fmla="*/ 3862638 h 4587875"/>
              <a:gd name="connsiteX5650" fmla="*/ 3625934 w 9408955"/>
              <a:gd name="connsiteY5650" fmla="*/ 3867725 h 4587875"/>
              <a:gd name="connsiteX5651" fmla="*/ 8037414 w 9408955"/>
              <a:gd name="connsiteY5651" fmla="*/ 3867891 h 4587875"/>
              <a:gd name="connsiteX5652" fmla="*/ 8076546 w 9408955"/>
              <a:gd name="connsiteY5652" fmla="*/ 3839395 h 4587875"/>
              <a:gd name="connsiteX5653" fmla="*/ 8041677 w 9408955"/>
              <a:gd name="connsiteY5653" fmla="*/ 3800515 h 4587875"/>
              <a:gd name="connsiteX5654" fmla="*/ 8020800 w 9408955"/>
              <a:gd name="connsiteY5654" fmla="*/ 3859979 h 4587875"/>
              <a:gd name="connsiteX5655" fmla="*/ 8037414 w 9408955"/>
              <a:gd name="connsiteY5655" fmla="*/ 3867891 h 4587875"/>
              <a:gd name="connsiteX5656" fmla="*/ 8764616 w 9408955"/>
              <a:gd name="connsiteY5656" fmla="*/ 3867923 h 4587875"/>
              <a:gd name="connsiteX5657" fmla="*/ 8785825 w 9408955"/>
              <a:gd name="connsiteY5657" fmla="*/ 3861402 h 4587875"/>
              <a:gd name="connsiteX5658" fmla="*/ 8792585 w 9408955"/>
              <a:gd name="connsiteY5658" fmla="*/ 3817704 h 4587875"/>
              <a:gd name="connsiteX5659" fmla="*/ 8734001 w 9408955"/>
              <a:gd name="connsiteY5659" fmla="*/ 3816102 h 4587875"/>
              <a:gd name="connsiteX5660" fmla="*/ 8743239 w 9408955"/>
              <a:gd name="connsiteY5660" fmla="*/ 3862775 h 4587875"/>
              <a:gd name="connsiteX5661" fmla="*/ 8764616 w 9408955"/>
              <a:gd name="connsiteY5661" fmla="*/ 3867923 h 4587875"/>
              <a:gd name="connsiteX5662" fmla="*/ 5165895 w 9408955"/>
              <a:gd name="connsiteY5662" fmla="*/ 3867935 h 4587875"/>
              <a:gd name="connsiteX5663" fmla="*/ 5201537 w 9408955"/>
              <a:gd name="connsiteY5663" fmla="*/ 3832342 h 4587875"/>
              <a:gd name="connsiteX5664" fmla="*/ 5139509 w 9408955"/>
              <a:gd name="connsiteY5664" fmla="*/ 3809723 h 4587875"/>
              <a:gd name="connsiteX5665" fmla="*/ 5146943 w 9408955"/>
              <a:gd name="connsiteY5665" fmla="*/ 3862877 h 4587875"/>
              <a:gd name="connsiteX5666" fmla="*/ 5165895 w 9408955"/>
              <a:gd name="connsiteY5666" fmla="*/ 3867935 h 4587875"/>
              <a:gd name="connsiteX5667" fmla="*/ 8553841 w 9408955"/>
              <a:gd name="connsiteY5667" fmla="*/ 3867975 h 4587875"/>
              <a:gd name="connsiteX5668" fmla="*/ 8592526 w 9408955"/>
              <a:gd name="connsiteY5668" fmla="*/ 3830941 h 4587875"/>
              <a:gd name="connsiteX5669" fmla="*/ 8537644 w 9408955"/>
              <a:gd name="connsiteY5669" fmla="*/ 3805339 h 4587875"/>
              <a:gd name="connsiteX5670" fmla="*/ 8534469 w 9408955"/>
              <a:gd name="connsiteY5670" fmla="*/ 3860888 h 4587875"/>
              <a:gd name="connsiteX5671" fmla="*/ 8553841 w 9408955"/>
              <a:gd name="connsiteY5671" fmla="*/ 3867975 h 4587875"/>
              <a:gd name="connsiteX5672" fmla="*/ 3108279 w 9408955"/>
              <a:gd name="connsiteY5672" fmla="*/ 3867997 h 4587875"/>
              <a:gd name="connsiteX5673" fmla="*/ 3144581 w 9408955"/>
              <a:gd name="connsiteY5673" fmla="*/ 3830621 h 4587875"/>
              <a:gd name="connsiteX5674" fmla="*/ 3081252 w 9408955"/>
              <a:gd name="connsiteY5674" fmla="*/ 3816415 h 4587875"/>
              <a:gd name="connsiteX5675" fmla="*/ 3088391 w 9408955"/>
              <a:gd name="connsiteY5675" fmla="*/ 3862469 h 4587875"/>
              <a:gd name="connsiteX5676" fmla="*/ 3108279 w 9408955"/>
              <a:gd name="connsiteY5676" fmla="*/ 3867997 h 4587875"/>
              <a:gd name="connsiteX5677" fmla="*/ 1876388 w 9408955"/>
              <a:gd name="connsiteY5677" fmla="*/ 3868014 h 4587875"/>
              <a:gd name="connsiteX5678" fmla="*/ 1913872 w 9408955"/>
              <a:gd name="connsiteY5678" fmla="*/ 3838801 h 4587875"/>
              <a:gd name="connsiteX5679" fmla="*/ 1874982 w 9408955"/>
              <a:gd name="connsiteY5679" fmla="*/ 3800474 h 4587875"/>
              <a:gd name="connsiteX5680" fmla="*/ 1859516 w 9408955"/>
              <a:gd name="connsiteY5680" fmla="*/ 3863067 h 4587875"/>
              <a:gd name="connsiteX5681" fmla="*/ 1876388 w 9408955"/>
              <a:gd name="connsiteY5681" fmla="*/ 3868014 h 4587875"/>
              <a:gd name="connsiteX5682" fmla="*/ 8144216 w 9408955"/>
              <a:gd name="connsiteY5682" fmla="*/ 3868036 h 4587875"/>
              <a:gd name="connsiteX5683" fmla="*/ 8180079 w 9408955"/>
              <a:gd name="connsiteY5683" fmla="*/ 3830532 h 4587875"/>
              <a:gd name="connsiteX5684" fmla="*/ 8117327 w 9408955"/>
              <a:gd name="connsiteY5684" fmla="*/ 3817412 h 4587875"/>
              <a:gd name="connsiteX5685" fmla="*/ 8125366 w 9408955"/>
              <a:gd name="connsiteY5685" fmla="*/ 3861522 h 4587875"/>
              <a:gd name="connsiteX5686" fmla="*/ 8144216 w 9408955"/>
              <a:gd name="connsiteY5686" fmla="*/ 3868036 h 4587875"/>
              <a:gd name="connsiteX5687" fmla="*/ 1259984 w 9408955"/>
              <a:gd name="connsiteY5687" fmla="*/ 3868104 h 4587875"/>
              <a:gd name="connsiteX5688" fmla="*/ 1296369 w 9408955"/>
              <a:gd name="connsiteY5688" fmla="*/ 3831304 h 4587875"/>
              <a:gd name="connsiteX5689" fmla="*/ 1234298 w 9408955"/>
              <a:gd name="connsiteY5689" fmla="*/ 3810789 h 4587875"/>
              <a:gd name="connsiteX5690" fmla="*/ 1241346 w 9408955"/>
              <a:gd name="connsiteY5690" fmla="*/ 3861850 h 4587875"/>
              <a:gd name="connsiteX5691" fmla="*/ 1259984 w 9408955"/>
              <a:gd name="connsiteY5691" fmla="*/ 3868104 h 4587875"/>
              <a:gd name="connsiteX5692" fmla="*/ 335083 w 9408955"/>
              <a:gd name="connsiteY5692" fmla="*/ 3868113 h 4587875"/>
              <a:gd name="connsiteX5693" fmla="*/ 370637 w 9408955"/>
              <a:gd name="connsiteY5693" fmla="*/ 3830833 h 4587875"/>
              <a:gd name="connsiteX5694" fmla="*/ 310709 w 9408955"/>
              <a:gd name="connsiteY5694" fmla="*/ 3811129 h 4587875"/>
              <a:gd name="connsiteX5695" fmla="*/ 316363 w 9408955"/>
              <a:gd name="connsiteY5695" fmla="*/ 3861765 h 4587875"/>
              <a:gd name="connsiteX5696" fmla="*/ 335083 w 9408955"/>
              <a:gd name="connsiteY5696" fmla="*/ 3868113 h 4587875"/>
              <a:gd name="connsiteX5697" fmla="*/ 5263355 w 9408955"/>
              <a:gd name="connsiteY5697" fmla="*/ 3868117 h 4587875"/>
              <a:gd name="connsiteX5698" fmla="*/ 5302773 w 9408955"/>
              <a:gd name="connsiteY5698" fmla="*/ 3839332 h 4587875"/>
              <a:gd name="connsiteX5699" fmla="*/ 5259910 w 9408955"/>
              <a:gd name="connsiteY5699" fmla="*/ 3800836 h 4587875"/>
              <a:gd name="connsiteX5700" fmla="*/ 5246757 w 9408955"/>
              <a:gd name="connsiteY5700" fmla="*/ 3860770 h 4587875"/>
              <a:gd name="connsiteX5701" fmla="*/ 5263355 w 9408955"/>
              <a:gd name="connsiteY5701" fmla="*/ 3868117 h 4587875"/>
              <a:gd name="connsiteX5702" fmla="*/ 8449098 w 9408955"/>
              <a:gd name="connsiteY5702" fmla="*/ 3868180 h 4587875"/>
              <a:gd name="connsiteX5703" fmla="*/ 8489792 w 9408955"/>
              <a:gd name="connsiteY5703" fmla="*/ 3831751 h 4587875"/>
              <a:gd name="connsiteX5704" fmla="*/ 8423117 w 9408955"/>
              <a:gd name="connsiteY5704" fmla="*/ 3818009 h 4587875"/>
              <a:gd name="connsiteX5705" fmla="*/ 8430374 w 9408955"/>
              <a:gd name="connsiteY5705" fmla="*/ 3859694 h 4587875"/>
              <a:gd name="connsiteX5706" fmla="*/ 8449098 w 9408955"/>
              <a:gd name="connsiteY5706" fmla="*/ 3868180 h 4587875"/>
              <a:gd name="connsiteX5707" fmla="*/ 7219683 w 9408955"/>
              <a:gd name="connsiteY5707" fmla="*/ 3868181 h 4587875"/>
              <a:gd name="connsiteX5708" fmla="*/ 7255867 w 9408955"/>
              <a:gd name="connsiteY5708" fmla="*/ 3831091 h 4587875"/>
              <a:gd name="connsiteX5709" fmla="*/ 7191880 w 9408955"/>
              <a:gd name="connsiteY5709" fmla="*/ 3817030 h 4587875"/>
              <a:gd name="connsiteX5710" fmla="*/ 7200698 w 9408955"/>
              <a:gd name="connsiteY5710" fmla="*/ 3861480 h 4587875"/>
              <a:gd name="connsiteX5711" fmla="*/ 7219683 w 9408955"/>
              <a:gd name="connsiteY5711" fmla="*/ 3868181 h 4587875"/>
              <a:gd name="connsiteX5712" fmla="*/ 1468729 w 9408955"/>
              <a:gd name="connsiteY5712" fmla="*/ 3868186 h 4587875"/>
              <a:gd name="connsiteX5713" fmla="*/ 1500628 w 9408955"/>
              <a:gd name="connsiteY5713" fmla="*/ 3824537 h 4587875"/>
              <a:gd name="connsiteX5714" fmla="*/ 1441408 w 9408955"/>
              <a:gd name="connsiteY5714" fmla="*/ 3808536 h 4587875"/>
              <a:gd name="connsiteX5715" fmla="*/ 1448721 w 9408955"/>
              <a:gd name="connsiteY5715" fmla="*/ 3862936 h 4587875"/>
              <a:gd name="connsiteX5716" fmla="*/ 1468729 w 9408955"/>
              <a:gd name="connsiteY5716" fmla="*/ 3868186 h 4587875"/>
              <a:gd name="connsiteX5717" fmla="*/ 230344 w 9408955"/>
              <a:gd name="connsiteY5717" fmla="*/ 3868213 h 4587875"/>
              <a:gd name="connsiteX5718" fmla="*/ 266756 w 9408955"/>
              <a:gd name="connsiteY5718" fmla="*/ 3831090 h 4587875"/>
              <a:gd name="connsiteX5719" fmla="*/ 209993 w 9408955"/>
              <a:gd name="connsiteY5719" fmla="*/ 3808638 h 4587875"/>
              <a:gd name="connsiteX5720" fmla="*/ 211125 w 9408955"/>
              <a:gd name="connsiteY5720" fmla="*/ 3861480 h 4587875"/>
              <a:gd name="connsiteX5721" fmla="*/ 230344 w 9408955"/>
              <a:gd name="connsiteY5721" fmla="*/ 3868213 h 4587875"/>
              <a:gd name="connsiteX5722" fmla="*/ 1054302 w 9408955"/>
              <a:gd name="connsiteY5722" fmla="*/ 3868221 h 4587875"/>
              <a:gd name="connsiteX5723" fmla="*/ 1090214 w 9408955"/>
              <a:gd name="connsiteY5723" fmla="*/ 3839425 h 4587875"/>
              <a:gd name="connsiteX5724" fmla="*/ 1053634 w 9408955"/>
              <a:gd name="connsiteY5724" fmla="*/ 3800083 h 4587875"/>
              <a:gd name="connsiteX5725" fmla="*/ 1037860 w 9408955"/>
              <a:gd name="connsiteY5725" fmla="*/ 3863353 h 4587875"/>
              <a:gd name="connsiteX5726" fmla="*/ 1054302 w 9408955"/>
              <a:gd name="connsiteY5726" fmla="*/ 3868221 h 4587875"/>
              <a:gd name="connsiteX5727" fmla="*/ 5369095 w 9408955"/>
              <a:gd name="connsiteY5727" fmla="*/ 3868229 h 4587875"/>
              <a:gd name="connsiteX5728" fmla="*/ 5405978 w 9408955"/>
              <a:gd name="connsiteY5728" fmla="*/ 3831410 h 4587875"/>
              <a:gd name="connsiteX5729" fmla="*/ 5341765 w 9408955"/>
              <a:gd name="connsiteY5729" fmla="*/ 3816712 h 4587875"/>
              <a:gd name="connsiteX5730" fmla="*/ 5350357 w 9408955"/>
              <a:gd name="connsiteY5730" fmla="*/ 3861497 h 4587875"/>
              <a:gd name="connsiteX5731" fmla="*/ 5369095 w 9408955"/>
              <a:gd name="connsiteY5731" fmla="*/ 3868229 h 4587875"/>
              <a:gd name="connsiteX5732" fmla="*/ 2081208 w 9408955"/>
              <a:gd name="connsiteY5732" fmla="*/ 3868277 h 4587875"/>
              <a:gd name="connsiteX5733" fmla="*/ 2119945 w 9408955"/>
              <a:gd name="connsiteY5733" fmla="*/ 3831062 h 4587875"/>
              <a:gd name="connsiteX5734" fmla="*/ 2055621 w 9408955"/>
              <a:gd name="connsiteY5734" fmla="*/ 3811816 h 4587875"/>
              <a:gd name="connsiteX5735" fmla="*/ 2061877 w 9408955"/>
              <a:gd name="connsiteY5735" fmla="*/ 3862223 h 4587875"/>
              <a:gd name="connsiteX5736" fmla="*/ 2081208 w 9408955"/>
              <a:gd name="connsiteY5736" fmla="*/ 3868277 h 4587875"/>
              <a:gd name="connsiteX5737" fmla="*/ 7011157 w 9408955"/>
              <a:gd name="connsiteY5737" fmla="*/ 3868389 h 4587875"/>
              <a:gd name="connsiteX5738" fmla="*/ 7052411 w 9408955"/>
              <a:gd name="connsiteY5738" fmla="*/ 3830826 h 4587875"/>
              <a:gd name="connsiteX5739" fmla="*/ 6986941 w 9408955"/>
              <a:gd name="connsiteY5739" fmla="*/ 3813416 h 4587875"/>
              <a:gd name="connsiteX5740" fmla="*/ 6991504 w 9408955"/>
              <a:gd name="connsiteY5740" fmla="*/ 3860378 h 4587875"/>
              <a:gd name="connsiteX5741" fmla="*/ 7011157 w 9408955"/>
              <a:gd name="connsiteY5741" fmla="*/ 3868389 h 4587875"/>
              <a:gd name="connsiteX5742" fmla="*/ 7733049 w 9408955"/>
              <a:gd name="connsiteY5742" fmla="*/ 3868473 h 4587875"/>
              <a:gd name="connsiteX5743" fmla="*/ 7771329 w 9408955"/>
              <a:gd name="connsiteY5743" fmla="*/ 3832559 h 4587875"/>
              <a:gd name="connsiteX5744" fmla="*/ 7703790 w 9408955"/>
              <a:gd name="connsiteY5744" fmla="*/ 3816023 h 4587875"/>
              <a:gd name="connsiteX5745" fmla="*/ 7714286 w 9408955"/>
              <a:gd name="connsiteY5745" fmla="*/ 3862185 h 4587875"/>
              <a:gd name="connsiteX5746" fmla="*/ 7733049 w 9408955"/>
              <a:gd name="connsiteY5746" fmla="*/ 3868473 h 4587875"/>
              <a:gd name="connsiteX5747" fmla="*/ 6823742 w 9408955"/>
              <a:gd name="connsiteY5747" fmla="*/ 3968998 h 4587875"/>
              <a:gd name="connsiteX5748" fmla="*/ 6844986 w 9408955"/>
              <a:gd name="connsiteY5748" fmla="*/ 3943987 h 4587875"/>
              <a:gd name="connsiteX5749" fmla="*/ 6796196 w 9408955"/>
              <a:gd name="connsiteY5749" fmla="*/ 3905342 h 4587875"/>
              <a:gd name="connsiteX5750" fmla="*/ 6789490 w 9408955"/>
              <a:gd name="connsiteY5750" fmla="*/ 3965711 h 4587875"/>
              <a:gd name="connsiteX5751" fmla="*/ 6823742 w 9408955"/>
              <a:gd name="connsiteY5751" fmla="*/ 3968998 h 4587875"/>
              <a:gd name="connsiteX5752" fmla="*/ 7543901 w 9408955"/>
              <a:gd name="connsiteY5752" fmla="*/ 3969107 h 4587875"/>
              <a:gd name="connsiteX5753" fmla="*/ 7563571 w 9408955"/>
              <a:gd name="connsiteY5753" fmla="*/ 3947737 h 4587875"/>
              <a:gd name="connsiteX5754" fmla="*/ 7520592 w 9408955"/>
              <a:gd name="connsiteY5754" fmla="*/ 3904771 h 4587875"/>
              <a:gd name="connsiteX5755" fmla="*/ 7513316 w 9408955"/>
              <a:gd name="connsiteY5755" fmla="*/ 3967411 h 4587875"/>
              <a:gd name="connsiteX5756" fmla="*/ 7543901 w 9408955"/>
              <a:gd name="connsiteY5756" fmla="*/ 3969107 h 4587875"/>
              <a:gd name="connsiteX5757" fmla="*/ 6716225 w 9408955"/>
              <a:gd name="connsiteY5757" fmla="*/ 3970676 h 4587875"/>
              <a:gd name="connsiteX5758" fmla="*/ 6739274 w 9408955"/>
              <a:gd name="connsiteY5758" fmla="*/ 3950900 h 4587875"/>
              <a:gd name="connsiteX5759" fmla="*/ 6722429 w 9408955"/>
              <a:gd name="connsiteY5759" fmla="*/ 3904204 h 4587875"/>
              <a:gd name="connsiteX5760" fmla="*/ 6680654 w 9408955"/>
              <a:gd name="connsiteY5760" fmla="*/ 3915123 h 4587875"/>
              <a:gd name="connsiteX5761" fmla="*/ 6686269 w 9408955"/>
              <a:gd name="connsiteY5761" fmla="*/ 3964142 h 4587875"/>
              <a:gd name="connsiteX5762" fmla="*/ 6716225 w 9408955"/>
              <a:gd name="connsiteY5762" fmla="*/ 3970676 h 4587875"/>
              <a:gd name="connsiteX5763" fmla="*/ 7625712 w 9408955"/>
              <a:gd name="connsiteY5763" fmla="*/ 3970808 h 4587875"/>
              <a:gd name="connsiteX5764" fmla="*/ 7657458 w 9408955"/>
              <a:gd name="connsiteY5764" fmla="*/ 3961926 h 4587875"/>
              <a:gd name="connsiteX5765" fmla="*/ 7631328 w 9408955"/>
              <a:gd name="connsiteY5765" fmla="*/ 3902830 h 4587875"/>
              <a:gd name="connsiteX5766" fmla="*/ 7597404 w 9408955"/>
              <a:gd name="connsiteY5766" fmla="*/ 3952269 h 4587875"/>
              <a:gd name="connsiteX5767" fmla="*/ 7625712 w 9408955"/>
              <a:gd name="connsiteY5767" fmla="*/ 3970808 h 4587875"/>
              <a:gd name="connsiteX5768" fmla="*/ 1362930 w 9408955"/>
              <a:gd name="connsiteY5768" fmla="*/ 3970809 h 4587875"/>
              <a:gd name="connsiteX5769" fmla="*/ 1400462 w 9408955"/>
              <a:gd name="connsiteY5769" fmla="*/ 3936660 h 4587875"/>
              <a:gd name="connsiteX5770" fmla="*/ 1340769 w 9408955"/>
              <a:gd name="connsiteY5770" fmla="*/ 3910512 h 4587875"/>
              <a:gd name="connsiteX5771" fmla="*/ 1344886 w 9408955"/>
              <a:gd name="connsiteY5771" fmla="*/ 3965537 h 4587875"/>
              <a:gd name="connsiteX5772" fmla="*/ 1362930 w 9408955"/>
              <a:gd name="connsiteY5772" fmla="*/ 3970809 h 4587875"/>
              <a:gd name="connsiteX5773" fmla="*/ 7218559 w 9408955"/>
              <a:gd name="connsiteY5773" fmla="*/ 3970842 h 4587875"/>
              <a:gd name="connsiteX5774" fmla="*/ 7255557 w 9408955"/>
              <a:gd name="connsiteY5774" fmla="*/ 3933919 h 4587875"/>
              <a:gd name="connsiteX5775" fmla="*/ 7189668 w 9408955"/>
              <a:gd name="connsiteY5775" fmla="*/ 3920825 h 4587875"/>
              <a:gd name="connsiteX5776" fmla="*/ 7199310 w 9408955"/>
              <a:gd name="connsiteY5776" fmla="*/ 3965160 h 4587875"/>
              <a:gd name="connsiteX5777" fmla="*/ 7218559 w 9408955"/>
              <a:gd name="connsiteY5777" fmla="*/ 3970842 h 4587875"/>
              <a:gd name="connsiteX5778" fmla="*/ 3413207 w 9408955"/>
              <a:gd name="connsiteY5778" fmla="*/ 3970848 h 4587875"/>
              <a:gd name="connsiteX5779" fmla="*/ 3454557 w 9408955"/>
              <a:gd name="connsiteY5779" fmla="*/ 3943250 h 4587875"/>
              <a:gd name="connsiteX5780" fmla="*/ 3410438 w 9408955"/>
              <a:gd name="connsiteY5780" fmla="*/ 3903683 h 4587875"/>
              <a:gd name="connsiteX5781" fmla="*/ 3396348 w 9408955"/>
              <a:gd name="connsiteY5781" fmla="*/ 3963489 h 4587875"/>
              <a:gd name="connsiteX5782" fmla="*/ 3413207 w 9408955"/>
              <a:gd name="connsiteY5782" fmla="*/ 3970848 h 4587875"/>
              <a:gd name="connsiteX5783" fmla="*/ 8044689 w 9408955"/>
              <a:gd name="connsiteY5783" fmla="*/ 3970863 h 4587875"/>
              <a:gd name="connsiteX5784" fmla="*/ 8078175 w 9408955"/>
              <a:gd name="connsiteY5784" fmla="*/ 3934612 h 4587875"/>
              <a:gd name="connsiteX5785" fmla="*/ 8015809 w 9408955"/>
              <a:gd name="connsiteY5785" fmla="*/ 3916100 h 4587875"/>
              <a:gd name="connsiteX5786" fmla="*/ 8026695 w 9408955"/>
              <a:gd name="connsiteY5786" fmla="*/ 3966150 h 4587875"/>
              <a:gd name="connsiteX5787" fmla="*/ 8044689 w 9408955"/>
              <a:gd name="connsiteY5787" fmla="*/ 3970863 h 4587875"/>
              <a:gd name="connsiteX5788" fmla="*/ 8248358 w 9408955"/>
              <a:gd name="connsiteY5788" fmla="*/ 3971054 h 4587875"/>
              <a:gd name="connsiteX5789" fmla="*/ 8283389 w 9408955"/>
              <a:gd name="connsiteY5789" fmla="*/ 3935876 h 4587875"/>
              <a:gd name="connsiteX5790" fmla="*/ 8230693 w 9408955"/>
              <a:gd name="connsiteY5790" fmla="*/ 3907905 h 4587875"/>
              <a:gd name="connsiteX5791" fmla="*/ 8230009 w 9408955"/>
              <a:gd name="connsiteY5791" fmla="*/ 3965651 h 4587875"/>
              <a:gd name="connsiteX5792" fmla="*/ 8248358 w 9408955"/>
              <a:gd name="connsiteY5792" fmla="*/ 3971054 h 4587875"/>
              <a:gd name="connsiteX5793" fmla="*/ 5165854 w 9408955"/>
              <a:gd name="connsiteY5793" fmla="*/ 3971095 h 4587875"/>
              <a:gd name="connsiteX5794" fmla="*/ 5200701 w 9408955"/>
              <a:gd name="connsiteY5794" fmla="*/ 3935069 h 4587875"/>
              <a:gd name="connsiteX5795" fmla="*/ 5139550 w 9408955"/>
              <a:gd name="connsiteY5795" fmla="*/ 3914044 h 4587875"/>
              <a:gd name="connsiteX5796" fmla="*/ 5147536 w 9408955"/>
              <a:gd name="connsiteY5796" fmla="*/ 3966379 h 4587875"/>
              <a:gd name="connsiteX5797" fmla="*/ 5165854 w 9408955"/>
              <a:gd name="connsiteY5797" fmla="*/ 3971095 h 4587875"/>
              <a:gd name="connsiteX5798" fmla="*/ 2184735 w 9408955"/>
              <a:gd name="connsiteY5798" fmla="*/ 3971114 h 4587875"/>
              <a:gd name="connsiteX5799" fmla="*/ 2219377 w 9408955"/>
              <a:gd name="connsiteY5799" fmla="*/ 3935650 h 4587875"/>
              <a:gd name="connsiteX5800" fmla="*/ 2172197 w 9408955"/>
              <a:gd name="connsiteY5800" fmla="*/ 3906100 h 4587875"/>
              <a:gd name="connsiteX5801" fmla="*/ 2166301 w 9408955"/>
              <a:gd name="connsiteY5801" fmla="*/ 3965877 h 4587875"/>
              <a:gd name="connsiteX5802" fmla="*/ 2184735 w 9408955"/>
              <a:gd name="connsiteY5802" fmla="*/ 3971114 h 4587875"/>
              <a:gd name="connsiteX5803" fmla="*/ 3834105 w 9408955"/>
              <a:gd name="connsiteY5803" fmla="*/ 3971139 h 4587875"/>
              <a:gd name="connsiteX5804" fmla="*/ 3863962 w 9408955"/>
              <a:gd name="connsiteY5804" fmla="*/ 3928212 h 4587875"/>
              <a:gd name="connsiteX5805" fmla="*/ 3804477 w 9408955"/>
              <a:gd name="connsiteY5805" fmla="*/ 3912645 h 4587875"/>
              <a:gd name="connsiteX5806" fmla="*/ 3814544 w 9408955"/>
              <a:gd name="connsiteY5806" fmla="*/ 3965890 h 4587875"/>
              <a:gd name="connsiteX5807" fmla="*/ 3834105 w 9408955"/>
              <a:gd name="connsiteY5807" fmla="*/ 3971139 h 4587875"/>
              <a:gd name="connsiteX5808" fmla="*/ 3526414 w 9408955"/>
              <a:gd name="connsiteY5808" fmla="*/ 3971269 h 4587875"/>
              <a:gd name="connsiteX5809" fmla="*/ 3557247 w 9408955"/>
              <a:gd name="connsiteY5809" fmla="*/ 3927417 h 4587875"/>
              <a:gd name="connsiteX5810" fmla="*/ 3495215 w 9408955"/>
              <a:gd name="connsiteY5810" fmla="*/ 3915336 h 4587875"/>
              <a:gd name="connsiteX5811" fmla="*/ 3506944 w 9408955"/>
              <a:gd name="connsiteY5811" fmla="*/ 3966625 h 4587875"/>
              <a:gd name="connsiteX5812" fmla="*/ 3526414 w 9408955"/>
              <a:gd name="connsiteY5812" fmla="*/ 3971269 h 4587875"/>
              <a:gd name="connsiteX5813" fmla="*/ 2488895 w 9408955"/>
              <a:gd name="connsiteY5813" fmla="*/ 3971360 h 4587875"/>
              <a:gd name="connsiteX5814" fmla="*/ 2528757 w 9408955"/>
              <a:gd name="connsiteY5814" fmla="*/ 3943341 h 4587875"/>
              <a:gd name="connsiteX5815" fmla="*/ 2486130 w 9408955"/>
              <a:gd name="connsiteY5815" fmla="*/ 3902889 h 4587875"/>
              <a:gd name="connsiteX5816" fmla="*/ 2472599 w 9408955"/>
              <a:gd name="connsiteY5816" fmla="*/ 3964144 h 4587875"/>
              <a:gd name="connsiteX5817" fmla="*/ 2488895 w 9408955"/>
              <a:gd name="connsiteY5817" fmla="*/ 3971360 h 4587875"/>
              <a:gd name="connsiteX5818" fmla="*/ 2395677 w 9408955"/>
              <a:gd name="connsiteY5818" fmla="*/ 3971417 h 4587875"/>
              <a:gd name="connsiteX5819" fmla="*/ 2416141 w 9408955"/>
              <a:gd name="connsiteY5819" fmla="*/ 3963589 h 4587875"/>
              <a:gd name="connsiteX5820" fmla="*/ 2408605 w 9408955"/>
              <a:gd name="connsiteY5820" fmla="*/ 3906267 h 4587875"/>
              <a:gd name="connsiteX5821" fmla="*/ 2361839 w 9408955"/>
              <a:gd name="connsiteY5821" fmla="*/ 3919849 h 4587875"/>
              <a:gd name="connsiteX5822" fmla="*/ 2374375 w 9408955"/>
              <a:gd name="connsiteY5822" fmla="*/ 3967503 h 4587875"/>
              <a:gd name="connsiteX5823" fmla="*/ 2395677 w 9408955"/>
              <a:gd name="connsiteY5823" fmla="*/ 3971417 h 4587875"/>
              <a:gd name="connsiteX5824" fmla="*/ 3108772 w 9408955"/>
              <a:gd name="connsiteY5824" fmla="*/ 3971427 h 4587875"/>
              <a:gd name="connsiteX5825" fmla="*/ 3120494 w 9408955"/>
              <a:gd name="connsiteY5825" fmla="*/ 3969844 h 4587875"/>
              <a:gd name="connsiteX5826" fmla="*/ 3126786 w 9408955"/>
              <a:gd name="connsiteY5826" fmla="*/ 3905295 h 4587875"/>
              <a:gd name="connsiteX5827" fmla="*/ 3080265 w 9408955"/>
              <a:gd name="connsiteY5827" fmla="*/ 3917155 h 4587875"/>
              <a:gd name="connsiteX5828" fmla="*/ 3080265 w 9408955"/>
              <a:gd name="connsiteY5828" fmla="*/ 3952053 h 4587875"/>
              <a:gd name="connsiteX5829" fmla="*/ 3108772 w 9408955"/>
              <a:gd name="connsiteY5829" fmla="*/ 3971427 h 4587875"/>
              <a:gd name="connsiteX5830" fmla="*/ 7322982 w 9408955"/>
              <a:gd name="connsiteY5830" fmla="*/ 3971469 h 4587875"/>
              <a:gd name="connsiteX5831" fmla="*/ 7357721 w 9408955"/>
              <a:gd name="connsiteY5831" fmla="*/ 3935627 h 4587875"/>
              <a:gd name="connsiteX5832" fmla="*/ 7306247 w 9408955"/>
              <a:gd name="connsiteY5832" fmla="*/ 3908271 h 4587875"/>
              <a:gd name="connsiteX5833" fmla="*/ 7305123 w 9408955"/>
              <a:gd name="connsiteY5833" fmla="*/ 3965492 h 4587875"/>
              <a:gd name="connsiteX5834" fmla="*/ 7322982 w 9408955"/>
              <a:gd name="connsiteY5834" fmla="*/ 3971469 h 4587875"/>
              <a:gd name="connsiteX5835" fmla="*/ 3727765 w 9408955"/>
              <a:gd name="connsiteY5835" fmla="*/ 3971522 h 4587875"/>
              <a:gd name="connsiteX5836" fmla="*/ 3761335 w 9408955"/>
              <a:gd name="connsiteY5836" fmla="*/ 3934945 h 4587875"/>
              <a:gd name="connsiteX5837" fmla="*/ 3700698 w 9408955"/>
              <a:gd name="connsiteY5837" fmla="*/ 3913633 h 4587875"/>
              <a:gd name="connsiteX5838" fmla="*/ 3709489 w 9408955"/>
              <a:gd name="connsiteY5838" fmla="*/ 3967257 h 4587875"/>
              <a:gd name="connsiteX5839" fmla="*/ 3727765 w 9408955"/>
              <a:gd name="connsiteY5839" fmla="*/ 3971522 h 4587875"/>
              <a:gd name="connsiteX5840" fmla="*/ 2286600 w 9408955"/>
              <a:gd name="connsiteY5840" fmla="*/ 3971605 h 4587875"/>
              <a:gd name="connsiteX5841" fmla="*/ 2323670 w 9408955"/>
              <a:gd name="connsiteY5841" fmla="*/ 3944388 h 4587875"/>
              <a:gd name="connsiteX5842" fmla="*/ 2283675 w 9408955"/>
              <a:gd name="connsiteY5842" fmla="*/ 3903680 h 4587875"/>
              <a:gd name="connsiteX5843" fmla="*/ 2270485 w 9408955"/>
              <a:gd name="connsiteY5843" fmla="*/ 3966676 h 4587875"/>
              <a:gd name="connsiteX5844" fmla="*/ 2286600 w 9408955"/>
              <a:gd name="connsiteY5844" fmla="*/ 3971605 h 4587875"/>
              <a:gd name="connsiteX5845" fmla="*/ 7017780 w 9408955"/>
              <a:gd name="connsiteY5845" fmla="*/ 3971624 h 4587875"/>
              <a:gd name="connsiteX5846" fmla="*/ 7050813 w 9408955"/>
              <a:gd name="connsiteY5846" fmla="*/ 3928522 h 4587875"/>
              <a:gd name="connsiteX5847" fmla="*/ 6989642 w 9408955"/>
              <a:gd name="connsiteY5847" fmla="*/ 3912689 h 4587875"/>
              <a:gd name="connsiteX5848" fmla="*/ 6997829 w 9408955"/>
              <a:gd name="connsiteY5848" fmla="*/ 3966524 h 4587875"/>
              <a:gd name="connsiteX5849" fmla="*/ 7017780 w 9408955"/>
              <a:gd name="connsiteY5849" fmla="*/ 3971624 h 4587875"/>
              <a:gd name="connsiteX5850" fmla="*/ 6504140 w 9408955"/>
              <a:gd name="connsiteY5850" fmla="*/ 3971637 h 4587875"/>
              <a:gd name="connsiteX5851" fmla="*/ 6536410 w 9408955"/>
              <a:gd name="connsiteY5851" fmla="*/ 3928697 h 4587875"/>
              <a:gd name="connsiteX5852" fmla="*/ 6470062 w 9408955"/>
              <a:gd name="connsiteY5852" fmla="*/ 3926877 h 4587875"/>
              <a:gd name="connsiteX5853" fmla="*/ 6484018 w 9408955"/>
              <a:gd name="connsiteY5853" fmla="*/ 3966212 h 4587875"/>
              <a:gd name="connsiteX5854" fmla="*/ 6504140 w 9408955"/>
              <a:gd name="connsiteY5854" fmla="*/ 3971637 h 4587875"/>
              <a:gd name="connsiteX5855" fmla="*/ 7427036 w 9408955"/>
              <a:gd name="connsiteY5855" fmla="*/ 3971665 h 4587875"/>
              <a:gd name="connsiteX5856" fmla="*/ 7461529 w 9408955"/>
              <a:gd name="connsiteY5856" fmla="*/ 3934821 h 4587875"/>
              <a:gd name="connsiteX5857" fmla="*/ 7400150 w 9408955"/>
              <a:gd name="connsiteY5857" fmla="*/ 3913353 h 4587875"/>
              <a:gd name="connsiteX5858" fmla="*/ 7408821 w 9408955"/>
              <a:gd name="connsiteY5858" fmla="*/ 3966215 h 4587875"/>
              <a:gd name="connsiteX5859" fmla="*/ 7427036 w 9408955"/>
              <a:gd name="connsiteY5859" fmla="*/ 3971665 h 4587875"/>
              <a:gd name="connsiteX5860" fmla="*/ 8144067 w 9408955"/>
              <a:gd name="connsiteY5860" fmla="*/ 3971739 h 4587875"/>
              <a:gd name="connsiteX5861" fmla="*/ 8180455 w 9408955"/>
              <a:gd name="connsiteY5861" fmla="*/ 3935175 h 4587875"/>
              <a:gd name="connsiteX5862" fmla="*/ 8115141 w 9408955"/>
              <a:gd name="connsiteY5862" fmla="*/ 3921888 h 4587875"/>
              <a:gd name="connsiteX5863" fmla="*/ 8125346 w 9408955"/>
              <a:gd name="connsiteY5863" fmla="*/ 3965414 h 4587875"/>
              <a:gd name="connsiteX5864" fmla="*/ 8144067 w 9408955"/>
              <a:gd name="connsiteY5864" fmla="*/ 3971739 h 4587875"/>
              <a:gd name="connsiteX5865" fmla="*/ 8351721 w 9408955"/>
              <a:gd name="connsiteY5865" fmla="*/ 3971794 h 4587875"/>
              <a:gd name="connsiteX5866" fmla="*/ 8387949 w 9408955"/>
              <a:gd name="connsiteY5866" fmla="*/ 3934821 h 4587875"/>
              <a:gd name="connsiteX5867" fmla="*/ 8324803 w 9408955"/>
              <a:gd name="connsiteY5867" fmla="*/ 3913122 h 4587875"/>
              <a:gd name="connsiteX5868" fmla="*/ 8333268 w 9408955"/>
              <a:gd name="connsiteY5868" fmla="*/ 3966677 h 4587875"/>
              <a:gd name="connsiteX5869" fmla="*/ 8351721 w 9408955"/>
              <a:gd name="connsiteY5869" fmla="*/ 3971794 h 4587875"/>
              <a:gd name="connsiteX5870" fmla="*/ 6195295 w 9408955"/>
              <a:gd name="connsiteY5870" fmla="*/ 3971804 h 4587875"/>
              <a:gd name="connsiteX5871" fmla="*/ 6229137 w 9408955"/>
              <a:gd name="connsiteY5871" fmla="*/ 3935297 h 4587875"/>
              <a:gd name="connsiteX5872" fmla="*/ 6162838 w 9408955"/>
              <a:gd name="connsiteY5872" fmla="*/ 3921682 h 4587875"/>
              <a:gd name="connsiteX5873" fmla="*/ 6177749 w 9408955"/>
              <a:gd name="connsiteY5873" fmla="*/ 3966912 h 4587875"/>
              <a:gd name="connsiteX5874" fmla="*/ 6195295 w 9408955"/>
              <a:gd name="connsiteY5874" fmla="*/ 3971804 h 4587875"/>
              <a:gd name="connsiteX5875" fmla="*/ 1466898 w 9408955"/>
              <a:gd name="connsiteY5875" fmla="*/ 3971817 h 4587875"/>
              <a:gd name="connsiteX5876" fmla="*/ 1499620 w 9408955"/>
              <a:gd name="connsiteY5876" fmla="*/ 3934927 h 4587875"/>
              <a:gd name="connsiteX5877" fmla="*/ 1445443 w 9408955"/>
              <a:gd name="connsiteY5877" fmla="*/ 3909363 h 4587875"/>
              <a:gd name="connsiteX5878" fmla="*/ 1448813 w 9408955"/>
              <a:gd name="connsiteY5878" fmla="*/ 3966249 h 4587875"/>
              <a:gd name="connsiteX5879" fmla="*/ 1466898 w 9408955"/>
              <a:gd name="connsiteY5879" fmla="*/ 3971817 h 4587875"/>
              <a:gd name="connsiteX5880" fmla="*/ 1873743 w 9408955"/>
              <a:gd name="connsiteY5880" fmla="*/ 3971827 h 4587875"/>
              <a:gd name="connsiteX5881" fmla="*/ 1916160 w 9408955"/>
              <a:gd name="connsiteY5881" fmla="*/ 3927627 h 4587875"/>
              <a:gd name="connsiteX5882" fmla="*/ 1866028 w 9408955"/>
              <a:gd name="connsiteY5882" fmla="*/ 3903560 h 4587875"/>
              <a:gd name="connsiteX5883" fmla="*/ 1873743 w 9408955"/>
              <a:gd name="connsiteY5883" fmla="*/ 3971827 h 4587875"/>
              <a:gd name="connsiteX5884" fmla="*/ 6607349 w 9408955"/>
              <a:gd name="connsiteY5884" fmla="*/ 3971852 h 4587875"/>
              <a:gd name="connsiteX5885" fmla="*/ 6639427 w 9408955"/>
              <a:gd name="connsiteY5885" fmla="*/ 3928824 h 4587875"/>
              <a:gd name="connsiteX5886" fmla="*/ 6584390 w 9408955"/>
              <a:gd name="connsiteY5886" fmla="*/ 3909528 h 4587875"/>
              <a:gd name="connsiteX5887" fmla="*/ 6587574 w 9408955"/>
              <a:gd name="connsiteY5887" fmla="*/ 3966957 h 4587875"/>
              <a:gd name="connsiteX5888" fmla="*/ 6607349 w 9408955"/>
              <a:gd name="connsiteY5888" fmla="*/ 3971852 h 4587875"/>
              <a:gd name="connsiteX5889" fmla="*/ 5881055 w 9408955"/>
              <a:gd name="connsiteY5889" fmla="*/ 3971858 h 4587875"/>
              <a:gd name="connsiteX5890" fmla="*/ 5919751 w 9408955"/>
              <a:gd name="connsiteY5890" fmla="*/ 3943240 h 4587875"/>
              <a:gd name="connsiteX5891" fmla="*/ 5878142 w 9408955"/>
              <a:gd name="connsiteY5891" fmla="*/ 3902909 h 4587875"/>
              <a:gd name="connsiteX5892" fmla="*/ 5864349 w 9408955"/>
              <a:gd name="connsiteY5892" fmla="*/ 3965723 h 4587875"/>
              <a:gd name="connsiteX5893" fmla="*/ 5881055 w 9408955"/>
              <a:gd name="connsiteY5893" fmla="*/ 3971858 h 4587875"/>
              <a:gd name="connsiteX5894" fmla="*/ 7121769 w 9408955"/>
              <a:gd name="connsiteY5894" fmla="*/ 3971874 h 4587875"/>
              <a:gd name="connsiteX5895" fmla="*/ 7153676 w 9408955"/>
              <a:gd name="connsiteY5895" fmla="*/ 3929241 h 4587875"/>
              <a:gd name="connsiteX5896" fmla="*/ 7086780 w 9408955"/>
              <a:gd name="connsiteY5896" fmla="*/ 3922859 h 4587875"/>
              <a:gd name="connsiteX5897" fmla="*/ 7101952 w 9408955"/>
              <a:gd name="connsiteY5897" fmla="*/ 3967080 h 4587875"/>
              <a:gd name="connsiteX5898" fmla="*/ 7121769 w 9408955"/>
              <a:gd name="connsiteY5898" fmla="*/ 3971874 h 4587875"/>
              <a:gd name="connsiteX5899" fmla="*/ 7940244 w 9408955"/>
              <a:gd name="connsiteY5899" fmla="*/ 3971930 h 4587875"/>
              <a:gd name="connsiteX5900" fmla="*/ 7975235 w 9408955"/>
              <a:gd name="connsiteY5900" fmla="*/ 3936320 h 4587875"/>
              <a:gd name="connsiteX5901" fmla="*/ 7910775 w 9408955"/>
              <a:gd name="connsiteY5901" fmla="*/ 3919681 h 4587875"/>
              <a:gd name="connsiteX5902" fmla="*/ 7922495 w 9408955"/>
              <a:gd name="connsiteY5902" fmla="*/ 3966634 h 4587875"/>
              <a:gd name="connsiteX5903" fmla="*/ 7940244 w 9408955"/>
              <a:gd name="connsiteY5903" fmla="*/ 3971930 h 4587875"/>
              <a:gd name="connsiteX5904" fmla="*/ 7735435 w 9408955"/>
              <a:gd name="connsiteY5904" fmla="*/ 3971954 h 4587875"/>
              <a:gd name="connsiteX5905" fmla="*/ 7769974 w 9408955"/>
              <a:gd name="connsiteY5905" fmla="*/ 3928127 h 4587875"/>
              <a:gd name="connsiteX5906" fmla="*/ 7704205 w 9408955"/>
              <a:gd name="connsiteY5906" fmla="*/ 3919630 h 4587875"/>
              <a:gd name="connsiteX5907" fmla="*/ 7715318 w 9408955"/>
              <a:gd name="connsiteY5907" fmla="*/ 3965333 h 4587875"/>
              <a:gd name="connsiteX5908" fmla="*/ 7735435 w 9408955"/>
              <a:gd name="connsiteY5908" fmla="*/ 3971954 h 4587875"/>
              <a:gd name="connsiteX5909" fmla="*/ 9173326 w 9408955"/>
              <a:gd name="connsiteY5909" fmla="*/ 3971975 h 4587875"/>
              <a:gd name="connsiteX5910" fmla="*/ 9210726 w 9408955"/>
              <a:gd name="connsiteY5910" fmla="*/ 3935716 h 4587875"/>
              <a:gd name="connsiteX5911" fmla="*/ 9151651 w 9408955"/>
              <a:gd name="connsiteY5911" fmla="*/ 3910785 h 4587875"/>
              <a:gd name="connsiteX5912" fmla="*/ 9155072 w 9408955"/>
              <a:gd name="connsiteY5912" fmla="*/ 3964570 h 4587875"/>
              <a:gd name="connsiteX5913" fmla="*/ 9173326 w 9408955"/>
              <a:gd name="connsiteY5913" fmla="*/ 3971975 h 4587875"/>
              <a:gd name="connsiteX5914" fmla="*/ 1572583 w 9408955"/>
              <a:gd name="connsiteY5914" fmla="*/ 3972021 h 4587875"/>
              <a:gd name="connsiteX5915" fmla="*/ 1603147 w 9408955"/>
              <a:gd name="connsiteY5915" fmla="*/ 3927216 h 4587875"/>
              <a:gd name="connsiteX5916" fmla="*/ 1538375 w 9408955"/>
              <a:gd name="connsiteY5916" fmla="*/ 3921473 h 4587875"/>
              <a:gd name="connsiteX5917" fmla="*/ 1552287 w 9408955"/>
              <a:gd name="connsiteY5917" fmla="*/ 3967876 h 4587875"/>
              <a:gd name="connsiteX5918" fmla="*/ 1572583 w 9408955"/>
              <a:gd name="connsiteY5918" fmla="*/ 3972021 h 4587875"/>
              <a:gd name="connsiteX5919" fmla="*/ 3316902 w 9408955"/>
              <a:gd name="connsiteY5919" fmla="*/ 3972040 h 4587875"/>
              <a:gd name="connsiteX5920" fmla="*/ 3351747 w 9408955"/>
              <a:gd name="connsiteY5920" fmla="*/ 3935181 h 4587875"/>
              <a:gd name="connsiteX5921" fmla="*/ 3286635 w 9408955"/>
              <a:gd name="connsiteY5921" fmla="*/ 3920375 h 4587875"/>
              <a:gd name="connsiteX5922" fmla="*/ 3299069 w 9408955"/>
              <a:gd name="connsiteY5922" fmla="*/ 3967338 h 4587875"/>
              <a:gd name="connsiteX5923" fmla="*/ 3316902 w 9408955"/>
              <a:gd name="connsiteY5923" fmla="*/ 3972040 h 4587875"/>
              <a:gd name="connsiteX5924" fmla="*/ 3623137 w 9408955"/>
              <a:gd name="connsiteY5924" fmla="*/ 3972063 h 4587875"/>
              <a:gd name="connsiteX5925" fmla="*/ 3659010 w 9408955"/>
              <a:gd name="connsiteY5925" fmla="*/ 3935977 h 4587875"/>
              <a:gd name="connsiteX5926" fmla="*/ 3593752 w 9408955"/>
              <a:gd name="connsiteY5926" fmla="*/ 3919982 h 4587875"/>
              <a:gd name="connsiteX5927" fmla="*/ 3604704 w 9408955"/>
              <a:gd name="connsiteY5927" fmla="*/ 3966597 h 4587875"/>
              <a:gd name="connsiteX5928" fmla="*/ 3623137 w 9408955"/>
              <a:gd name="connsiteY5928" fmla="*/ 3972063 h 4587875"/>
              <a:gd name="connsiteX5929" fmla="*/ 6296018 w 9408955"/>
              <a:gd name="connsiteY5929" fmla="*/ 3972120 h 4587875"/>
              <a:gd name="connsiteX5930" fmla="*/ 6332196 w 9408955"/>
              <a:gd name="connsiteY5930" fmla="*/ 3927486 h 4587875"/>
              <a:gd name="connsiteX5931" fmla="*/ 6267937 w 9408955"/>
              <a:gd name="connsiteY5931" fmla="*/ 3915147 h 4587875"/>
              <a:gd name="connsiteX5932" fmla="*/ 6275334 w 9408955"/>
              <a:gd name="connsiteY5932" fmla="*/ 3964275 h 4587875"/>
              <a:gd name="connsiteX5933" fmla="*/ 6296018 w 9408955"/>
              <a:gd name="connsiteY5933" fmla="*/ 3972120 h 4587875"/>
              <a:gd name="connsiteX5934" fmla="*/ 8560423 w 9408955"/>
              <a:gd name="connsiteY5934" fmla="*/ 3972131 h 4587875"/>
              <a:gd name="connsiteX5935" fmla="*/ 8593395 w 9408955"/>
              <a:gd name="connsiteY5935" fmla="*/ 3935625 h 4587875"/>
              <a:gd name="connsiteX5936" fmla="*/ 8529575 w 9408955"/>
              <a:gd name="connsiteY5936" fmla="*/ 3915462 h 4587875"/>
              <a:gd name="connsiteX5937" fmla="*/ 8542384 w 9408955"/>
              <a:gd name="connsiteY5937" fmla="*/ 3967244 h 4587875"/>
              <a:gd name="connsiteX5938" fmla="*/ 8560423 w 9408955"/>
              <a:gd name="connsiteY5938" fmla="*/ 3972131 h 4587875"/>
              <a:gd name="connsiteX5939" fmla="*/ 6400819 w 9408955"/>
              <a:gd name="connsiteY5939" fmla="*/ 3972180 h 4587875"/>
              <a:gd name="connsiteX5940" fmla="*/ 6434433 w 9408955"/>
              <a:gd name="connsiteY5940" fmla="*/ 3927983 h 4587875"/>
              <a:gd name="connsiteX5941" fmla="*/ 6369572 w 9408955"/>
              <a:gd name="connsiteY5941" fmla="*/ 3919925 h 4587875"/>
              <a:gd name="connsiteX5942" fmla="*/ 6380685 w 9408955"/>
              <a:gd name="connsiteY5942" fmla="*/ 3965974 h 4587875"/>
              <a:gd name="connsiteX5943" fmla="*/ 6400819 w 9408955"/>
              <a:gd name="connsiteY5943" fmla="*/ 3972180 h 4587875"/>
              <a:gd name="connsiteX5944" fmla="*/ 7837961 w 9408955"/>
              <a:gd name="connsiteY5944" fmla="*/ 3972311 h 4587875"/>
              <a:gd name="connsiteX5945" fmla="*/ 7875429 w 9408955"/>
              <a:gd name="connsiteY5945" fmla="*/ 3936624 h 4587875"/>
              <a:gd name="connsiteX5946" fmla="*/ 7819768 w 9408955"/>
              <a:gd name="connsiteY5946" fmla="*/ 3907068 h 4587875"/>
              <a:gd name="connsiteX5947" fmla="*/ 7820225 w 9408955"/>
              <a:gd name="connsiteY5947" fmla="*/ 3966181 h 4587875"/>
              <a:gd name="connsiteX5948" fmla="*/ 7837961 w 9408955"/>
              <a:gd name="connsiteY5948" fmla="*/ 3972311 h 4587875"/>
              <a:gd name="connsiteX5949" fmla="*/ 6912773 w 9408955"/>
              <a:gd name="connsiteY5949" fmla="*/ 3972313 h 4587875"/>
              <a:gd name="connsiteX5950" fmla="*/ 6948130 w 9408955"/>
              <a:gd name="connsiteY5950" fmla="*/ 3936200 h 4587875"/>
              <a:gd name="connsiteX5951" fmla="*/ 6880707 w 9408955"/>
              <a:gd name="connsiteY5951" fmla="*/ 3928431 h 4587875"/>
              <a:gd name="connsiteX5952" fmla="*/ 6895364 w 9408955"/>
              <a:gd name="connsiteY5952" fmla="*/ 3966130 h 4587875"/>
              <a:gd name="connsiteX5953" fmla="*/ 6912773 w 9408955"/>
              <a:gd name="connsiteY5953" fmla="*/ 3972313 h 4587875"/>
              <a:gd name="connsiteX5954" fmla="*/ 3215462 w 9408955"/>
              <a:gd name="connsiteY5954" fmla="*/ 3972576 h 4587875"/>
              <a:gd name="connsiteX5955" fmla="*/ 3241907 w 9408955"/>
              <a:gd name="connsiteY5955" fmla="*/ 3909703 h 4587875"/>
              <a:gd name="connsiteX5956" fmla="*/ 3190385 w 9408955"/>
              <a:gd name="connsiteY5956" fmla="*/ 3910391 h 4587875"/>
              <a:gd name="connsiteX5957" fmla="*/ 3215462 w 9408955"/>
              <a:gd name="connsiteY5957" fmla="*/ 3972576 h 4587875"/>
              <a:gd name="connsiteX5958" fmla="*/ 6400364 w 9408955"/>
              <a:gd name="connsiteY5958" fmla="*/ 4062334 h 4587875"/>
              <a:gd name="connsiteX5959" fmla="*/ 6420581 w 9408955"/>
              <a:gd name="connsiteY5959" fmla="*/ 4034826 h 4587875"/>
              <a:gd name="connsiteX5960" fmla="*/ 6379570 w 9408955"/>
              <a:gd name="connsiteY5960" fmla="*/ 4027312 h 4587875"/>
              <a:gd name="connsiteX5961" fmla="*/ 6388228 w 9408955"/>
              <a:gd name="connsiteY5961" fmla="*/ 4058736 h 4587875"/>
              <a:gd name="connsiteX5962" fmla="*/ 6400364 w 9408955"/>
              <a:gd name="connsiteY5962" fmla="*/ 4062334 h 4587875"/>
              <a:gd name="connsiteX5963" fmla="*/ 2406932 w 9408955"/>
              <a:gd name="connsiteY5963" fmla="*/ 4072486 h 4587875"/>
              <a:gd name="connsiteX5964" fmla="*/ 2425024 w 9408955"/>
              <a:gd name="connsiteY5964" fmla="*/ 4047848 h 4587875"/>
              <a:gd name="connsiteX5965" fmla="*/ 2388758 w 9408955"/>
              <a:gd name="connsiteY5965" fmla="*/ 4004400 h 4587875"/>
              <a:gd name="connsiteX5966" fmla="*/ 2375247 w 9408955"/>
              <a:gd name="connsiteY5966" fmla="*/ 4070714 h 4587875"/>
              <a:gd name="connsiteX5967" fmla="*/ 2406932 w 9408955"/>
              <a:gd name="connsiteY5967" fmla="*/ 4072486 h 4587875"/>
              <a:gd name="connsiteX5968" fmla="*/ 1993693 w 9408955"/>
              <a:gd name="connsiteY5968" fmla="*/ 4072494 h 4587875"/>
              <a:gd name="connsiteX5969" fmla="*/ 2013870 w 9408955"/>
              <a:gd name="connsiteY5969" fmla="*/ 4052516 h 4587875"/>
              <a:gd name="connsiteX5970" fmla="*/ 1970438 w 9408955"/>
              <a:gd name="connsiteY5970" fmla="*/ 4005549 h 4587875"/>
              <a:gd name="connsiteX5971" fmla="*/ 1964985 w 9408955"/>
              <a:gd name="connsiteY5971" fmla="*/ 4070071 h 4587875"/>
              <a:gd name="connsiteX5972" fmla="*/ 1993693 w 9408955"/>
              <a:gd name="connsiteY5972" fmla="*/ 4072494 h 4587875"/>
              <a:gd name="connsiteX5973" fmla="*/ 5894760 w 9408955"/>
              <a:gd name="connsiteY5973" fmla="*/ 4072788 h 4587875"/>
              <a:gd name="connsiteX5974" fmla="*/ 5917270 w 9408955"/>
              <a:gd name="connsiteY5974" fmla="*/ 4053794 h 4587875"/>
              <a:gd name="connsiteX5975" fmla="*/ 5886875 w 9408955"/>
              <a:gd name="connsiteY5975" fmla="*/ 4002994 h 4587875"/>
              <a:gd name="connsiteX5976" fmla="*/ 5865393 w 9408955"/>
              <a:gd name="connsiteY5976" fmla="*/ 4067628 h 4587875"/>
              <a:gd name="connsiteX5977" fmla="*/ 5894760 w 9408955"/>
              <a:gd name="connsiteY5977" fmla="*/ 4072788 h 4587875"/>
              <a:gd name="connsiteX5978" fmla="*/ 6616076 w 9408955"/>
              <a:gd name="connsiteY5978" fmla="*/ 4072811 h 4587875"/>
              <a:gd name="connsiteX5979" fmla="*/ 6635679 w 9408955"/>
              <a:gd name="connsiteY5979" fmla="*/ 4054663 h 4587875"/>
              <a:gd name="connsiteX5980" fmla="*/ 6601704 w 9408955"/>
              <a:gd name="connsiteY5980" fmla="*/ 4003058 h 4587875"/>
              <a:gd name="connsiteX5981" fmla="*/ 6588879 w 9408955"/>
              <a:gd name="connsiteY5981" fmla="*/ 4071177 h 4587875"/>
              <a:gd name="connsiteX5982" fmla="*/ 6616076 w 9408955"/>
              <a:gd name="connsiteY5982" fmla="*/ 4072811 h 4587875"/>
              <a:gd name="connsiteX5983" fmla="*/ 3224593 w 9408955"/>
              <a:gd name="connsiteY5983" fmla="*/ 4073043 h 4587875"/>
              <a:gd name="connsiteX5984" fmla="*/ 3246678 w 9408955"/>
              <a:gd name="connsiteY5984" fmla="*/ 4054264 h 4587875"/>
              <a:gd name="connsiteX5985" fmla="*/ 3209290 w 9408955"/>
              <a:gd name="connsiteY5985" fmla="*/ 4002813 h 4587875"/>
              <a:gd name="connsiteX5986" fmla="*/ 3195840 w 9408955"/>
              <a:gd name="connsiteY5986" fmla="*/ 4067984 h 4587875"/>
              <a:gd name="connsiteX5987" fmla="*/ 3224593 w 9408955"/>
              <a:gd name="connsiteY5987" fmla="*/ 4073043 h 4587875"/>
              <a:gd name="connsiteX5988" fmla="*/ 7439366 w 9408955"/>
              <a:gd name="connsiteY5988" fmla="*/ 4073232 h 4587875"/>
              <a:gd name="connsiteX5989" fmla="*/ 7459555 w 9408955"/>
              <a:gd name="connsiteY5989" fmla="*/ 4052963 h 4587875"/>
              <a:gd name="connsiteX5990" fmla="*/ 7423278 w 9408955"/>
              <a:gd name="connsiteY5990" fmla="*/ 4003929 h 4587875"/>
              <a:gd name="connsiteX5991" fmla="*/ 7409645 w 9408955"/>
              <a:gd name="connsiteY5991" fmla="*/ 4070752 h 4587875"/>
              <a:gd name="connsiteX5992" fmla="*/ 7439366 w 9408955"/>
              <a:gd name="connsiteY5992" fmla="*/ 4073232 h 4587875"/>
              <a:gd name="connsiteX5993" fmla="*/ 3735441 w 9408955"/>
              <a:gd name="connsiteY5993" fmla="*/ 4073341 h 4587875"/>
              <a:gd name="connsiteX5994" fmla="*/ 3756925 w 9408955"/>
              <a:gd name="connsiteY5994" fmla="*/ 4057703 h 4587875"/>
              <a:gd name="connsiteX5995" fmla="*/ 3723872 w 9408955"/>
              <a:gd name="connsiteY5995" fmla="*/ 4003042 h 4587875"/>
              <a:gd name="connsiteX5996" fmla="*/ 3708827 w 9408955"/>
              <a:gd name="connsiteY5996" fmla="*/ 4069596 h 4587875"/>
              <a:gd name="connsiteX5997" fmla="*/ 3735441 w 9408955"/>
              <a:gd name="connsiteY5997" fmla="*/ 4073341 h 4587875"/>
              <a:gd name="connsiteX5998" fmla="*/ 1782635 w 9408955"/>
              <a:gd name="connsiteY5998" fmla="*/ 4073524 h 4587875"/>
              <a:gd name="connsiteX5999" fmla="*/ 1804799 w 9408955"/>
              <a:gd name="connsiteY5999" fmla="*/ 4059464 h 4587875"/>
              <a:gd name="connsiteX6000" fmla="*/ 1768742 w 9408955"/>
              <a:gd name="connsiteY6000" fmla="*/ 4003675 h 4587875"/>
              <a:gd name="connsiteX6001" fmla="*/ 1756723 w 9408955"/>
              <a:gd name="connsiteY6001" fmla="*/ 4067855 h 4587875"/>
              <a:gd name="connsiteX6002" fmla="*/ 1782635 w 9408955"/>
              <a:gd name="connsiteY6002" fmla="*/ 4073524 h 4587875"/>
              <a:gd name="connsiteX6003" fmla="*/ 6291105 w 9408955"/>
              <a:gd name="connsiteY6003" fmla="*/ 4073619 h 4587875"/>
              <a:gd name="connsiteX6004" fmla="*/ 6330704 w 9408955"/>
              <a:gd name="connsiteY6004" fmla="*/ 4047757 h 4587875"/>
              <a:gd name="connsiteX6005" fmla="*/ 6280648 w 9408955"/>
              <a:gd name="connsiteY6005" fmla="*/ 4007265 h 4587875"/>
              <a:gd name="connsiteX6006" fmla="*/ 6274934 w 9408955"/>
              <a:gd name="connsiteY6006" fmla="*/ 4067437 h 4587875"/>
              <a:gd name="connsiteX6007" fmla="*/ 6291105 w 9408955"/>
              <a:gd name="connsiteY6007" fmla="*/ 4073619 h 4587875"/>
              <a:gd name="connsiteX6008" fmla="*/ 1568176 w 9408955"/>
              <a:gd name="connsiteY6008" fmla="*/ 4073931 h 4587875"/>
              <a:gd name="connsiteX6009" fmla="*/ 1602931 w 9408955"/>
              <a:gd name="connsiteY6009" fmla="*/ 4047359 h 4587875"/>
              <a:gd name="connsiteX6010" fmla="*/ 1559613 w 9408955"/>
              <a:gd name="connsiteY6010" fmla="*/ 4004382 h 4587875"/>
              <a:gd name="connsiteX6011" fmla="*/ 1552772 w 9408955"/>
              <a:gd name="connsiteY6011" fmla="*/ 4070552 h 4587875"/>
              <a:gd name="connsiteX6012" fmla="*/ 1568176 w 9408955"/>
              <a:gd name="connsiteY6012" fmla="*/ 4073931 h 4587875"/>
              <a:gd name="connsiteX6013" fmla="*/ 6819225 w 9408955"/>
              <a:gd name="connsiteY6013" fmla="*/ 4074045 h 4587875"/>
              <a:gd name="connsiteX6014" fmla="*/ 6841707 w 9408955"/>
              <a:gd name="connsiteY6014" fmla="*/ 4055640 h 4587875"/>
              <a:gd name="connsiteX6015" fmla="*/ 6802825 w 9408955"/>
              <a:gd name="connsiteY6015" fmla="*/ 4004882 h 4587875"/>
              <a:gd name="connsiteX6016" fmla="*/ 6790092 w 9408955"/>
              <a:gd name="connsiteY6016" fmla="*/ 4068443 h 4587875"/>
              <a:gd name="connsiteX6017" fmla="*/ 6819225 w 9408955"/>
              <a:gd name="connsiteY6017" fmla="*/ 4074045 h 4587875"/>
              <a:gd name="connsiteX6018" fmla="*/ 3117200 w 9408955"/>
              <a:gd name="connsiteY6018" fmla="*/ 4074237 h 4587875"/>
              <a:gd name="connsiteX6019" fmla="*/ 3139883 w 9408955"/>
              <a:gd name="connsiteY6019" fmla="*/ 4060720 h 4587875"/>
              <a:gd name="connsiteX6020" fmla="*/ 3111458 w 9408955"/>
              <a:gd name="connsiteY6020" fmla="*/ 4002771 h 4587875"/>
              <a:gd name="connsiteX6021" fmla="*/ 3090764 w 9408955"/>
              <a:gd name="connsiteY6021" fmla="*/ 4068248 h 4587875"/>
              <a:gd name="connsiteX6022" fmla="*/ 3117200 w 9408955"/>
              <a:gd name="connsiteY6022" fmla="*/ 4074237 h 4587875"/>
              <a:gd name="connsiteX6023" fmla="*/ 2087417 w 9408955"/>
              <a:gd name="connsiteY6023" fmla="*/ 4074254 h 4587875"/>
              <a:gd name="connsiteX6024" fmla="*/ 2118614 w 9408955"/>
              <a:gd name="connsiteY6024" fmla="*/ 4031893 h 4587875"/>
              <a:gd name="connsiteX6025" fmla="*/ 2058496 w 9408955"/>
              <a:gd name="connsiteY6025" fmla="*/ 4015524 h 4587875"/>
              <a:gd name="connsiteX6026" fmla="*/ 2068096 w 9408955"/>
              <a:gd name="connsiteY6026" fmla="*/ 4070542 h 4587875"/>
              <a:gd name="connsiteX6027" fmla="*/ 2087417 w 9408955"/>
              <a:gd name="connsiteY6027" fmla="*/ 4074254 h 4587875"/>
              <a:gd name="connsiteX6028" fmla="*/ 7120066 w 9408955"/>
              <a:gd name="connsiteY6028" fmla="*/ 4074330 h 4587875"/>
              <a:gd name="connsiteX6029" fmla="*/ 7154477 w 9408955"/>
              <a:gd name="connsiteY6029" fmla="*/ 4040067 h 4587875"/>
              <a:gd name="connsiteX6030" fmla="*/ 7096420 w 9408955"/>
              <a:gd name="connsiteY6030" fmla="*/ 4012241 h 4587875"/>
              <a:gd name="connsiteX6031" fmla="*/ 7102770 w 9408955"/>
              <a:gd name="connsiteY6031" fmla="*/ 4069928 h 4587875"/>
              <a:gd name="connsiteX6032" fmla="*/ 7120066 w 9408955"/>
              <a:gd name="connsiteY6032" fmla="*/ 4074330 h 4587875"/>
              <a:gd name="connsiteX6033" fmla="*/ 3011344 w 9408955"/>
              <a:gd name="connsiteY6033" fmla="*/ 4074437 h 4587875"/>
              <a:gd name="connsiteX6034" fmla="*/ 3042192 w 9408955"/>
              <a:gd name="connsiteY6034" fmla="*/ 4031939 h 4587875"/>
              <a:gd name="connsiteX6035" fmla="*/ 2992891 w 9408955"/>
              <a:gd name="connsiteY6035" fmla="*/ 4006506 h 4587875"/>
              <a:gd name="connsiteX6036" fmla="*/ 2992439 w 9408955"/>
              <a:gd name="connsiteY6036" fmla="*/ 4070889 h 4587875"/>
              <a:gd name="connsiteX6037" fmla="*/ 3011344 w 9408955"/>
              <a:gd name="connsiteY6037" fmla="*/ 4074437 h 4587875"/>
              <a:gd name="connsiteX6038" fmla="*/ 7530607 w 9408955"/>
              <a:gd name="connsiteY6038" fmla="*/ 4074498 h 4587875"/>
              <a:gd name="connsiteX6039" fmla="*/ 7563543 w 9408955"/>
              <a:gd name="connsiteY6039" fmla="*/ 4040212 h 4587875"/>
              <a:gd name="connsiteX6040" fmla="*/ 7519599 w 9408955"/>
              <a:gd name="connsiteY6040" fmla="*/ 4004724 h 4587875"/>
              <a:gd name="connsiteX6041" fmla="*/ 7512927 w 9408955"/>
              <a:gd name="connsiteY6041" fmla="*/ 4071092 h 4587875"/>
              <a:gd name="connsiteX6042" fmla="*/ 7530607 w 9408955"/>
              <a:gd name="connsiteY6042" fmla="*/ 4074498 h 4587875"/>
              <a:gd name="connsiteX6043" fmla="*/ 7322938 w 9408955"/>
              <a:gd name="connsiteY6043" fmla="*/ 4074545 h 4587875"/>
              <a:gd name="connsiteX6044" fmla="*/ 7358997 w 9408955"/>
              <a:gd name="connsiteY6044" fmla="*/ 4040093 h 4587875"/>
              <a:gd name="connsiteX6045" fmla="*/ 7318401 w 9408955"/>
              <a:gd name="connsiteY6045" fmla="*/ 4004548 h 4587875"/>
              <a:gd name="connsiteX6046" fmla="*/ 7305328 w 9408955"/>
              <a:gd name="connsiteY6046" fmla="*/ 4068214 h 4587875"/>
              <a:gd name="connsiteX6047" fmla="*/ 7322938 w 9408955"/>
              <a:gd name="connsiteY6047" fmla="*/ 4074545 h 4587875"/>
              <a:gd name="connsiteX6048" fmla="*/ 7020436 w 9408955"/>
              <a:gd name="connsiteY6048" fmla="*/ 4074572 h 4587875"/>
              <a:gd name="connsiteX6049" fmla="*/ 7050383 w 9408955"/>
              <a:gd name="connsiteY6049" fmla="*/ 4028019 h 4587875"/>
              <a:gd name="connsiteX6050" fmla="*/ 6998448 w 9408955"/>
              <a:gd name="connsiteY6050" fmla="*/ 4008920 h 4587875"/>
              <a:gd name="connsiteX6051" fmla="*/ 6999809 w 9408955"/>
              <a:gd name="connsiteY6051" fmla="*/ 4070537 h 4587875"/>
              <a:gd name="connsiteX6052" fmla="*/ 7020436 w 9408955"/>
              <a:gd name="connsiteY6052" fmla="*/ 4074572 h 4587875"/>
              <a:gd name="connsiteX6053" fmla="*/ 1264407 w 9408955"/>
              <a:gd name="connsiteY6053" fmla="*/ 4074604 h 4587875"/>
              <a:gd name="connsiteX6054" fmla="*/ 1297049 w 9408955"/>
              <a:gd name="connsiteY6054" fmla="*/ 4039982 h 4587875"/>
              <a:gd name="connsiteX6055" fmla="*/ 1247880 w 9408955"/>
              <a:gd name="connsiteY6055" fmla="*/ 4006357 h 4587875"/>
              <a:gd name="connsiteX6056" fmla="*/ 1247652 w 9408955"/>
              <a:gd name="connsiteY6056" fmla="*/ 4071074 h 4587875"/>
              <a:gd name="connsiteX6057" fmla="*/ 1264407 w 9408955"/>
              <a:gd name="connsiteY6057" fmla="*/ 4074604 h 4587875"/>
              <a:gd name="connsiteX6058" fmla="*/ 3623430 w 9408955"/>
              <a:gd name="connsiteY6058" fmla="*/ 4074687 h 4587875"/>
              <a:gd name="connsiteX6059" fmla="*/ 3658371 w 9408955"/>
              <a:gd name="connsiteY6059" fmla="*/ 4039733 h 4587875"/>
              <a:gd name="connsiteX6060" fmla="*/ 3611473 w 9408955"/>
              <a:gd name="connsiteY6060" fmla="*/ 4006396 h 4587875"/>
              <a:gd name="connsiteX6061" fmla="*/ 3605836 w 9408955"/>
              <a:gd name="connsiteY6061" fmla="*/ 4068762 h 4587875"/>
              <a:gd name="connsiteX6062" fmla="*/ 3623430 w 9408955"/>
              <a:gd name="connsiteY6062" fmla="*/ 4074687 h 4587875"/>
              <a:gd name="connsiteX6063" fmla="*/ 7737429 w 9408955"/>
              <a:gd name="connsiteY6063" fmla="*/ 4074698 h 4587875"/>
              <a:gd name="connsiteX6064" fmla="*/ 7771331 w 9408955"/>
              <a:gd name="connsiteY6064" fmla="*/ 4039751 h 4587875"/>
              <a:gd name="connsiteX6065" fmla="*/ 7720386 w 9408955"/>
              <a:gd name="connsiteY6065" fmla="*/ 4006357 h 4587875"/>
              <a:gd name="connsiteX6066" fmla="*/ 7720158 w 9408955"/>
              <a:gd name="connsiteY6066" fmla="*/ 4071074 h 4587875"/>
              <a:gd name="connsiteX6067" fmla="*/ 7737429 w 9408955"/>
              <a:gd name="connsiteY6067" fmla="*/ 4074698 h 4587875"/>
              <a:gd name="connsiteX6068" fmla="*/ 3525969 w 9408955"/>
              <a:gd name="connsiteY6068" fmla="*/ 4074739 h 4587875"/>
              <a:gd name="connsiteX6069" fmla="*/ 3557606 w 9408955"/>
              <a:gd name="connsiteY6069" fmla="*/ 4032715 h 4587875"/>
              <a:gd name="connsiteX6070" fmla="*/ 3501133 w 9408955"/>
              <a:gd name="connsiteY6070" fmla="*/ 4010100 h 4587875"/>
              <a:gd name="connsiteX6071" fmla="*/ 3506849 w 9408955"/>
              <a:gd name="connsiteY6071" fmla="*/ 4071483 h 4587875"/>
              <a:gd name="connsiteX6072" fmla="*/ 3525969 w 9408955"/>
              <a:gd name="connsiteY6072" fmla="*/ 4074739 h 4587875"/>
              <a:gd name="connsiteX6073" fmla="*/ 6912273 w 9408955"/>
              <a:gd name="connsiteY6073" fmla="*/ 4074799 h 4587875"/>
              <a:gd name="connsiteX6074" fmla="*/ 6948506 w 9408955"/>
              <a:gd name="connsiteY6074" fmla="*/ 4040319 h 4587875"/>
              <a:gd name="connsiteX6075" fmla="*/ 6894530 w 9408955"/>
              <a:gd name="connsiteY6075" fmla="*/ 4009242 h 4587875"/>
              <a:gd name="connsiteX6076" fmla="*/ 6894530 w 9408955"/>
              <a:gd name="connsiteY6076" fmla="*/ 4070711 h 4587875"/>
              <a:gd name="connsiteX6077" fmla="*/ 6912273 w 9408955"/>
              <a:gd name="connsiteY6077" fmla="*/ 4074799 h 4587875"/>
              <a:gd name="connsiteX6078" fmla="*/ 7223266 w 9408955"/>
              <a:gd name="connsiteY6078" fmla="*/ 4074861 h 4587875"/>
              <a:gd name="connsiteX6079" fmla="*/ 7255601 w 9408955"/>
              <a:gd name="connsiteY6079" fmla="*/ 4041108 h 4587875"/>
              <a:gd name="connsiteX6080" fmla="*/ 7206100 w 9408955"/>
              <a:gd name="connsiteY6080" fmla="*/ 4007827 h 4587875"/>
              <a:gd name="connsiteX6081" fmla="*/ 7206328 w 9408955"/>
              <a:gd name="connsiteY6081" fmla="*/ 4070969 h 4587875"/>
              <a:gd name="connsiteX6082" fmla="*/ 7223266 w 9408955"/>
              <a:gd name="connsiteY6082" fmla="*/ 4074861 h 4587875"/>
              <a:gd name="connsiteX6083" fmla="*/ 1364512 w 9408955"/>
              <a:gd name="connsiteY6083" fmla="*/ 4074871 h 4587875"/>
              <a:gd name="connsiteX6084" fmla="*/ 1400025 w 9408955"/>
              <a:gd name="connsiteY6084" fmla="*/ 4039982 h 4587875"/>
              <a:gd name="connsiteX6085" fmla="*/ 1345991 w 9408955"/>
              <a:gd name="connsiteY6085" fmla="*/ 4009056 h 4587875"/>
              <a:gd name="connsiteX6086" fmla="*/ 1346668 w 9408955"/>
              <a:gd name="connsiteY6086" fmla="*/ 4070679 h 4587875"/>
              <a:gd name="connsiteX6087" fmla="*/ 1364512 w 9408955"/>
              <a:gd name="connsiteY6087" fmla="*/ 4074871 h 4587875"/>
              <a:gd name="connsiteX6088" fmla="*/ 3422803 w 9408955"/>
              <a:gd name="connsiteY6088" fmla="*/ 4074978 h 4587875"/>
              <a:gd name="connsiteX6089" fmla="*/ 3454695 w 9408955"/>
              <a:gd name="connsiteY6089" fmla="*/ 4034131 h 4587875"/>
              <a:gd name="connsiteX6090" fmla="*/ 3402534 w 9408955"/>
              <a:gd name="connsiteY6090" fmla="*/ 4008992 h 4587875"/>
              <a:gd name="connsiteX6091" fmla="*/ 3403895 w 9408955"/>
              <a:gd name="connsiteY6091" fmla="*/ 4071382 h 4587875"/>
              <a:gd name="connsiteX6092" fmla="*/ 3422803 w 9408955"/>
              <a:gd name="connsiteY6092" fmla="*/ 4074978 h 4587875"/>
              <a:gd name="connsiteX6093" fmla="*/ 1158847 w 9408955"/>
              <a:gd name="connsiteY6093" fmla="*/ 4075008 h 4587875"/>
              <a:gd name="connsiteX6094" fmla="*/ 1192036 w 9408955"/>
              <a:gd name="connsiteY6094" fmla="*/ 4047997 h 4587875"/>
              <a:gd name="connsiteX6095" fmla="*/ 1149168 w 9408955"/>
              <a:gd name="connsiteY6095" fmla="*/ 4004676 h 4587875"/>
              <a:gd name="connsiteX6096" fmla="*/ 1143925 w 9408955"/>
              <a:gd name="connsiteY6096" fmla="*/ 4071377 h 4587875"/>
              <a:gd name="connsiteX6097" fmla="*/ 1158847 w 9408955"/>
              <a:gd name="connsiteY6097" fmla="*/ 4075008 h 4587875"/>
              <a:gd name="connsiteX6098" fmla="*/ 3315480 w 9408955"/>
              <a:gd name="connsiteY6098" fmla="*/ 4075055 h 4587875"/>
              <a:gd name="connsiteX6099" fmla="*/ 3351626 w 9408955"/>
              <a:gd name="connsiteY6099" fmla="*/ 4047024 h 4587875"/>
              <a:gd name="connsiteX6100" fmla="*/ 3313255 w 9408955"/>
              <a:gd name="connsiteY6100" fmla="*/ 4003692 h 4587875"/>
              <a:gd name="connsiteX6101" fmla="*/ 3299386 w 9408955"/>
              <a:gd name="connsiteY6101" fmla="*/ 4071427 h 4587875"/>
              <a:gd name="connsiteX6102" fmla="*/ 3315480 w 9408955"/>
              <a:gd name="connsiteY6102" fmla="*/ 4075055 h 4587875"/>
              <a:gd name="connsiteX6103" fmla="*/ 6709828 w 9408955"/>
              <a:gd name="connsiteY6103" fmla="*/ 4075060 h 4587875"/>
              <a:gd name="connsiteX6104" fmla="*/ 6741274 w 9408955"/>
              <a:gd name="connsiteY6104" fmla="*/ 4040759 h 4587875"/>
              <a:gd name="connsiteX6105" fmla="*/ 6699318 w 9408955"/>
              <a:gd name="connsiteY6105" fmla="*/ 4004411 h 4587875"/>
              <a:gd name="connsiteX6106" fmla="*/ 6692968 w 9408955"/>
              <a:gd name="connsiteY6106" fmla="*/ 4071163 h 4587875"/>
              <a:gd name="connsiteX6107" fmla="*/ 6709828 w 9408955"/>
              <a:gd name="connsiteY6107" fmla="*/ 4075060 h 4587875"/>
              <a:gd name="connsiteX6108" fmla="*/ 2189845 w 9408955"/>
              <a:gd name="connsiteY6108" fmla="*/ 4075101 h 4587875"/>
              <a:gd name="connsiteX6109" fmla="*/ 2220266 w 9408955"/>
              <a:gd name="connsiteY6109" fmla="*/ 4039971 h 4587875"/>
              <a:gd name="connsiteX6110" fmla="*/ 2166813 w 9408955"/>
              <a:gd name="connsiteY6110" fmla="*/ 4010340 h 4587875"/>
              <a:gd name="connsiteX6111" fmla="*/ 2172725 w 9408955"/>
              <a:gd name="connsiteY6111" fmla="*/ 4071654 h 4587875"/>
              <a:gd name="connsiteX6112" fmla="*/ 2189845 w 9408955"/>
              <a:gd name="connsiteY6112" fmla="*/ 4075101 h 4587875"/>
              <a:gd name="connsiteX6113" fmla="*/ 1352758 w 9408955"/>
              <a:gd name="connsiteY6113" fmla="*/ 4174950 h 4587875"/>
              <a:gd name="connsiteX6114" fmla="*/ 1399639 w 9408955"/>
              <a:gd name="connsiteY6114" fmla="*/ 4151775 h 4587875"/>
              <a:gd name="connsiteX6115" fmla="*/ 1348832 w 9408955"/>
              <a:gd name="connsiteY6115" fmla="*/ 4110600 h 4587875"/>
              <a:gd name="connsiteX6116" fmla="*/ 1352758 w 9408955"/>
              <a:gd name="connsiteY6116" fmla="*/ 4174950 h 4587875"/>
              <a:gd name="connsiteX6117" fmla="*/ 2920079 w 9408955"/>
              <a:gd name="connsiteY6117" fmla="*/ 4175431 h 4587875"/>
              <a:gd name="connsiteX6118" fmla="*/ 2938912 w 9408955"/>
              <a:gd name="connsiteY6118" fmla="*/ 4152882 h 4587875"/>
              <a:gd name="connsiteX6119" fmla="*/ 2897072 w 9408955"/>
              <a:gd name="connsiteY6119" fmla="*/ 4107841 h 4587875"/>
              <a:gd name="connsiteX6120" fmla="*/ 2889756 w 9408955"/>
              <a:gd name="connsiteY6120" fmla="*/ 4174145 h 4587875"/>
              <a:gd name="connsiteX6121" fmla="*/ 2920079 w 9408955"/>
              <a:gd name="connsiteY6121" fmla="*/ 4175431 h 4587875"/>
              <a:gd name="connsiteX6122" fmla="*/ 2277002 w 9408955"/>
              <a:gd name="connsiteY6122" fmla="*/ 4175706 h 4587875"/>
              <a:gd name="connsiteX6123" fmla="*/ 2322781 w 9408955"/>
              <a:gd name="connsiteY6123" fmla="*/ 4151797 h 4587875"/>
              <a:gd name="connsiteX6124" fmla="*/ 2279724 w 9408955"/>
              <a:gd name="connsiteY6124" fmla="*/ 4107659 h 4587875"/>
              <a:gd name="connsiteX6125" fmla="*/ 2277002 w 9408955"/>
              <a:gd name="connsiteY6125" fmla="*/ 4175706 h 4587875"/>
              <a:gd name="connsiteX6126" fmla="*/ 7026742 w 9408955"/>
              <a:gd name="connsiteY6126" fmla="*/ 4176236 h 4587875"/>
              <a:gd name="connsiteX6127" fmla="*/ 7048253 w 9408955"/>
              <a:gd name="connsiteY6127" fmla="*/ 4157701 h 4587875"/>
              <a:gd name="connsiteX6128" fmla="*/ 6997425 w 9408955"/>
              <a:gd name="connsiteY6128" fmla="*/ 4112007 h 4587875"/>
              <a:gd name="connsiteX6129" fmla="*/ 6998565 w 9408955"/>
              <a:gd name="connsiteY6129" fmla="*/ 4173694 h 4587875"/>
              <a:gd name="connsiteX6130" fmla="*/ 7026742 w 9408955"/>
              <a:gd name="connsiteY6130" fmla="*/ 4176236 h 4587875"/>
              <a:gd name="connsiteX6131" fmla="*/ 3223383 w 9408955"/>
              <a:gd name="connsiteY6131" fmla="*/ 4176333 h 4587875"/>
              <a:gd name="connsiteX6132" fmla="*/ 3244793 w 9408955"/>
              <a:gd name="connsiteY6132" fmla="*/ 4123871 h 4587875"/>
              <a:gd name="connsiteX6133" fmla="*/ 3182842 w 9408955"/>
              <a:gd name="connsiteY6133" fmla="*/ 4129314 h 4587875"/>
              <a:gd name="connsiteX6134" fmla="*/ 3201816 w 9408955"/>
              <a:gd name="connsiteY6134" fmla="*/ 4175578 h 4587875"/>
              <a:gd name="connsiteX6135" fmla="*/ 3223383 w 9408955"/>
              <a:gd name="connsiteY6135" fmla="*/ 4176333 h 4587875"/>
              <a:gd name="connsiteX6136" fmla="*/ 3018929 w 9408955"/>
              <a:gd name="connsiteY6136" fmla="*/ 4176688 h 4587875"/>
              <a:gd name="connsiteX6137" fmla="*/ 3038580 w 9408955"/>
              <a:gd name="connsiteY6137" fmla="*/ 4160837 h 4587875"/>
              <a:gd name="connsiteX6138" fmla="*/ 3001031 w 9408955"/>
              <a:gd name="connsiteY6138" fmla="*/ 4107409 h 4587875"/>
              <a:gd name="connsiteX6139" fmla="*/ 2993340 w 9408955"/>
              <a:gd name="connsiteY6139" fmla="*/ 4174825 h 4587875"/>
              <a:gd name="connsiteX6140" fmla="*/ 3018929 w 9408955"/>
              <a:gd name="connsiteY6140" fmla="*/ 4176688 h 4587875"/>
              <a:gd name="connsiteX6141" fmla="*/ 3524170 w 9408955"/>
              <a:gd name="connsiteY6141" fmla="*/ 4176896 h 4587875"/>
              <a:gd name="connsiteX6142" fmla="*/ 3558103 w 9408955"/>
              <a:gd name="connsiteY6142" fmla="*/ 4145132 h 4587875"/>
              <a:gd name="connsiteX6143" fmla="*/ 3499655 w 9408955"/>
              <a:gd name="connsiteY6143" fmla="*/ 4115717 h 4587875"/>
              <a:gd name="connsiteX6144" fmla="*/ 3507614 w 9408955"/>
              <a:gd name="connsiteY6144" fmla="*/ 4173199 h 4587875"/>
              <a:gd name="connsiteX6145" fmla="*/ 3524170 w 9408955"/>
              <a:gd name="connsiteY6145" fmla="*/ 4176896 h 4587875"/>
              <a:gd name="connsiteX6146" fmla="*/ 1779428 w 9408955"/>
              <a:gd name="connsiteY6146" fmla="*/ 4176964 h 4587875"/>
              <a:gd name="connsiteX6147" fmla="*/ 1810411 w 9408955"/>
              <a:gd name="connsiteY6147" fmla="*/ 4144038 h 4587875"/>
              <a:gd name="connsiteX6148" fmla="*/ 1765102 w 9408955"/>
              <a:gd name="connsiteY6148" fmla="*/ 4108623 h 4587875"/>
              <a:gd name="connsiteX6149" fmla="*/ 1762572 w 9408955"/>
              <a:gd name="connsiteY6149" fmla="*/ 4174942 h 4587875"/>
              <a:gd name="connsiteX6150" fmla="*/ 1779428 w 9408955"/>
              <a:gd name="connsiteY6150" fmla="*/ 4176964 h 4587875"/>
              <a:gd name="connsiteX6151" fmla="*/ 2086667 w 9408955"/>
              <a:gd name="connsiteY6151" fmla="*/ 4176967 h 4587875"/>
              <a:gd name="connsiteX6152" fmla="*/ 2119982 w 9408955"/>
              <a:gd name="connsiteY6152" fmla="*/ 4144303 h 4587875"/>
              <a:gd name="connsiteX6153" fmla="*/ 2065936 w 9408955"/>
              <a:gd name="connsiteY6153" fmla="*/ 4111022 h 4587875"/>
              <a:gd name="connsiteX6154" fmla="*/ 2070088 w 9408955"/>
              <a:gd name="connsiteY6154" fmla="*/ 4173480 h 4587875"/>
              <a:gd name="connsiteX6155" fmla="*/ 2086667 w 9408955"/>
              <a:gd name="connsiteY6155" fmla="*/ 4176967 h 4587875"/>
              <a:gd name="connsiteX6156" fmla="*/ 2194030 w 9408955"/>
              <a:gd name="connsiteY6156" fmla="*/ 4176998 h 4587875"/>
              <a:gd name="connsiteX6157" fmla="*/ 2219452 w 9408955"/>
              <a:gd name="connsiteY6157" fmla="*/ 4128406 h 4587875"/>
              <a:gd name="connsiteX6158" fmla="*/ 2154602 w 9408955"/>
              <a:gd name="connsiteY6158" fmla="*/ 4129091 h 4587875"/>
              <a:gd name="connsiteX6159" fmla="*/ 2173457 w 9408955"/>
              <a:gd name="connsiteY6159" fmla="*/ 4175027 h 4587875"/>
              <a:gd name="connsiteX6160" fmla="*/ 2194030 w 9408955"/>
              <a:gd name="connsiteY6160" fmla="*/ 4176998 h 4587875"/>
              <a:gd name="connsiteX6161" fmla="*/ 8148384 w 9408955"/>
              <a:gd name="connsiteY6161" fmla="*/ 4177135 h 4587875"/>
              <a:gd name="connsiteX6162" fmla="*/ 8179760 w 9408955"/>
              <a:gd name="connsiteY6162" fmla="*/ 4144269 h 4587875"/>
              <a:gd name="connsiteX6163" fmla="*/ 8133591 w 9408955"/>
              <a:gd name="connsiteY6163" fmla="*/ 4109076 h 4587875"/>
              <a:gd name="connsiteX6164" fmla="*/ 8131771 w 9408955"/>
              <a:gd name="connsiteY6164" fmla="*/ 4173822 h 4587875"/>
              <a:gd name="connsiteX6165" fmla="*/ 8148384 w 9408955"/>
              <a:gd name="connsiteY6165" fmla="*/ 4177135 h 4587875"/>
              <a:gd name="connsiteX6166" fmla="*/ 3105709 w 9408955"/>
              <a:gd name="connsiteY6166" fmla="*/ 4177306 h 4587875"/>
              <a:gd name="connsiteX6167" fmla="*/ 3126002 w 9408955"/>
              <a:gd name="connsiteY6167" fmla="*/ 4175986 h 4587875"/>
              <a:gd name="connsiteX6168" fmla="*/ 3129158 w 9408955"/>
              <a:gd name="connsiteY6168" fmla="*/ 4111048 h 4587875"/>
              <a:gd name="connsiteX6169" fmla="*/ 3086995 w 9408955"/>
              <a:gd name="connsiteY6169" fmla="*/ 4111507 h 4587875"/>
              <a:gd name="connsiteX6170" fmla="*/ 3088122 w 9408955"/>
              <a:gd name="connsiteY6170" fmla="*/ 4168643 h 4587875"/>
              <a:gd name="connsiteX6171" fmla="*/ 3105709 w 9408955"/>
              <a:gd name="connsiteY6171" fmla="*/ 4177306 h 4587875"/>
              <a:gd name="connsiteX6172" fmla="*/ 1571652 w 9408955"/>
              <a:gd name="connsiteY6172" fmla="*/ 4177477 h 4587875"/>
              <a:gd name="connsiteX6173" fmla="*/ 1605232 w 9408955"/>
              <a:gd name="connsiteY6173" fmla="*/ 4145118 h 4587875"/>
              <a:gd name="connsiteX6174" fmla="*/ 1552015 w 9408955"/>
              <a:gd name="connsiteY6174" fmla="*/ 4111757 h 4587875"/>
              <a:gd name="connsiteX6175" fmla="*/ 1554974 w 9408955"/>
              <a:gd name="connsiteY6175" fmla="*/ 4174139 h 4587875"/>
              <a:gd name="connsiteX6176" fmla="*/ 1571652 w 9408955"/>
              <a:gd name="connsiteY6176" fmla="*/ 4177477 h 4587875"/>
              <a:gd name="connsiteX6177" fmla="*/ 3832911 w 9408955"/>
              <a:gd name="connsiteY6177" fmla="*/ 4177556 h 4587875"/>
              <a:gd name="connsiteX6178" fmla="*/ 3863550 w 9408955"/>
              <a:gd name="connsiteY6178" fmla="*/ 4136528 h 4587875"/>
              <a:gd name="connsiteX6179" fmla="*/ 3802179 w 9408955"/>
              <a:gd name="connsiteY6179" fmla="*/ 4120956 h 4587875"/>
              <a:gd name="connsiteX6180" fmla="*/ 3814043 w 9408955"/>
              <a:gd name="connsiteY6180" fmla="*/ 4173169 h 4587875"/>
              <a:gd name="connsiteX6181" fmla="*/ 3832911 w 9408955"/>
              <a:gd name="connsiteY6181" fmla="*/ 4177556 h 4587875"/>
              <a:gd name="connsiteX6182" fmla="*/ 3939056 w 9408955"/>
              <a:gd name="connsiteY6182" fmla="*/ 4177782 h 4587875"/>
              <a:gd name="connsiteX6183" fmla="*/ 3966000 w 9408955"/>
              <a:gd name="connsiteY6183" fmla="*/ 4129456 h 4587875"/>
              <a:gd name="connsiteX6184" fmla="*/ 3909984 w 9408955"/>
              <a:gd name="connsiteY6184" fmla="*/ 4114754 h 4587875"/>
              <a:gd name="connsiteX6185" fmla="*/ 3918215 w 9408955"/>
              <a:gd name="connsiteY6185" fmla="*/ 4174710 h 4587875"/>
              <a:gd name="connsiteX6186" fmla="*/ 3939056 w 9408955"/>
              <a:gd name="connsiteY6186" fmla="*/ 4177782 h 4587875"/>
              <a:gd name="connsiteX6187" fmla="*/ 1672677 w 9408955"/>
              <a:gd name="connsiteY6187" fmla="*/ 4177811 h 4587875"/>
              <a:gd name="connsiteX6188" fmla="*/ 1707042 w 9408955"/>
              <a:gd name="connsiteY6188" fmla="*/ 4127526 h 4587875"/>
              <a:gd name="connsiteX6189" fmla="*/ 1659993 w 9408955"/>
              <a:gd name="connsiteY6189" fmla="*/ 4108842 h 4587875"/>
              <a:gd name="connsiteX6190" fmla="*/ 1672677 w 9408955"/>
              <a:gd name="connsiteY6190" fmla="*/ 4177811 h 4587875"/>
              <a:gd name="connsiteX6191" fmla="*/ 7322506 w 9408955"/>
              <a:gd name="connsiteY6191" fmla="*/ 4177918 h 4587875"/>
              <a:gd name="connsiteX6192" fmla="*/ 7358113 w 9408955"/>
              <a:gd name="connsiteY6192" fmla="*/ 4143959 h 4587875"/>
              <a:gd name="connsiteX6193" fmla="*/ 7312718 w 9408955"/>
              <a:gd name="connsiteY6193" fmla="*/ 4107885 h 4587875"/>
              <a:gd name="connsiteX6194" fmla="*/ 7304734 w 9408955"/>
              <a:gd name="connsiteY6194" fmla="*/ 4172910 h 4587875"/>
              <a:gd name="connsiteX6195" fmla="*/ 7322506 w 9408955"/>
              <a:gd name="connsiteY6195" fmla="*/ 4177918 h 4587875"/>
              <a:gd name="connsiteX6196" fmla="*/ 1879956 w 9408955"/>
              <a:gd name="connsiteY6196" fmla="*/ 4177959 h 4587875"/>
              <a:gd name="connsiteX6197" fmla="*/ 1912379 w 9408955"/>
              <a:gd name="connsiteY6197" fmla="*/ 4135758 h 4587875"/>
              <a:gd name="connsiteX6198" fmla="*/ 1858337 w 9408955"/>
              <a:gd name="connsiteY6198" fmla="*/ 4113251 h 4587875"/>
              <a:gd name="connsiteX6199" fmla="*/ 1861027 w 9408955"/>
              <a:gd name="connsiteY6199" fmla="*/ 4172816 h 4587875"/>
              <a:gd name="connsiteX6200" fmla="*/ 1879956 w 9408955"/>
              <a:gd name="connsiteY6200" fmla="*/ 4177959 h 4587875"/>
              <a:gd name="connsiteX6201" fmla="*/ 7118356 w 9408955"/>
              <a:gd name="connsiteY6201" fmla="*/ 4178160 h 4587875"/>
              <a:gd name="connsiteX6202" fmla="*/ 7153908 w 9408955"/>
              <a:gd name="connsiteY6202" fmla="*/ 4151801 h 4587875"/>
              <a:gd name="connsiteX6203" fmla="*/ 7104265 w 9408955"/>
              <a:gd name="connsiteY6203" fmla="*/ 4110222 h 4587875"/>
              <a:gd name="connsiteX6204" fmla="*/ 7103116 w 9408955"/>
              <a:gd name="connsiteY6204" fmla="*/ 4174083 h 4587875"/>
              <a:gd name="connsiteX6205" fmla="*/ 7118356 w 9408955"/>
              <a:gd name="connsiteY6205" fmla="*/ 4178160 h 4587875"/>
              <a:gd name="connsiteX6206" fmla="*/ 3624233 w 9408955"/>
              <a:gd name="connsiteY6206" fmla="*/ 4178195 h 4587875"/>
              <a:gd name="connsiteX6207" fmla="*/ 3659048 w 9408955"/>
              <a:gd name="connsiteY6207" fmla="*/ 4144308 h 4587875"/>
              <a:gd name="connsiteX6208" fmla="*/ 3615081 w 9408955"/>
              <a:gd name="connsiteY6208" fmla="*/ 4107908 h 4587875"/>
              <a:gd name="connsiteX6209" fmla="*/ 3606738 w 9408955"/>
              <a:gd name="connsiteY6209" fmla="*/ 4173566 h 4587875"/>
              <a:gd name="connsiteX6210" fmla="*/ 3624233 w 9408955"/>
              <a:gd name="connsiteY6210" fmla="*/ 4178195 h 4587875"/>
              <a:gd name="connsiteX6211" fmla="*/ 8364152 w 9408955"/>
              <a:gd name="connsiteY6211" fmla="*/ 4178300 h 4587875"/>
              <a:gd name="connsiteX6212" fmla="*/ 8387058 w 9408955"/>
              <a:gd name="connsiteY6212" fmla="*/ 4137267 h 4587875"/>
              <a:gd name="connsiteX6213" fmla="*/ 8348731 w 9408955"/>
              <a:gd name="connsiteY6213" fmla="*/ 4105275 h 4587875"/>
              <a:gd name="connsiteX6214" fmla="*/ 8316754 w 9408955"/>
              <a:gd name="connsiteY6214" fmla="*/ 4151640 h 4587875"/>
              <a:gd name="connsiteX6215" fmla="*/ 8338525 w 9408955"/>
              <a:gd name="connsiteY6215" fmla="*/ 4177836 h 4587875"/>
              <a:gd name="connsiteX6216" fmla="*/ 8364152 w 9408955"/>
              <a:gd name="connsiteY6216" fmla="*/ 4178300 h 4587875"/>
              <a:gd name="connsiteX6217" fmla="*/ 6824716 w 9408955"/>
              <a:gd name="connsiteY6217" fmla="*/ 4178300 h 4587875"/>
              <a:gd name="connsiteX6218" fmla="*/ 6837748 w 9408955"/>
              <a:gd name="connsiteY6218" fmla="*/ 4116970 h 4587875"/>
              <a:gd name="connsiteX6219" fmla="*/ 6776474 w 9408955"/>
              <a:gd name="connsiteY6219" fmla="*/ 4144101 h 4587875"/>
              <a:gd name="connsiteX6220" fmla="*/ 6824716 w 9408955"/>
              <a:gd name="connsiteY6220" fmla="*/ 4178300 h 4587875"/>
              <a:gd name="connsiteX6221" fmla="*/ 5975560 w 9408955"/>
              <a:gd name="connsiteY6221" fmla="*/ 4178300 h 4587875"/>
              <a:gd name="connsiteX6222" fmla="*/ 6021331 w 9408955"/>
              <a:gd name="connsiteY6222" fmla="*/ 4151083 h 4587875"/>
              <a:gd name="connsiteX6223" fmla="*/ 5973092 w 9408955"/>
              <a:gd name="connsiteY6223" fmla="*/ 4110820 h 4587875"/>
              <a:gd name="connsiteX6224" fmla="*/ 5975560 w 9408955"/>
              <a:gd name="connsiteY6224" fmla="*/ 4178300 h 4587875"/>
              <a:gd name="connsiteX6225" fmla="*/ 3740729 w 9408955"/>
              <a:gd name="connsiteY6225" fmla="*/ 4178300 h 4587875"/>
              <a:gd name="connsiteX6226" fmla="*/ 3726823 w 9408955"/>
              <a:gd name="connsiteY6226" fmla="*/ 4106228 h 4587875"/>
              <a:gd name="connsiteX6227" fmla="*/ 3714513 w 9408955"/>
              <a:gd name="connsiteY6227" fmla="*/ 4178069 h 4587875"/>
              <a:gd name="connsiteX6228" fmla="*/ 3740729 w 9408955"/>
              <a:gd name="connsiteY6228" fmla="*/ 4178300 h 4587875"/>
              <a:gd name="connsiteX6229" fmla="*/ 3316969 w 9408955"/>
              <a:gd name="connsiteY6229" fmla="*/ 4178383 h 4587875"/>
              <a:gd name="connsiteX6230" fmla="*/ 3351508 w 9408955"/>
              <a:gd name="connsiteY6230" fmla="*/ 4143729 h 4587875"/>
              <a:gd name="connsiteX6231" fmla="*/ 3302749 w 9408955"/>
              <a:gd name="connsiteY6231" fmla="*/ 4108590 h 4587875"/>
              <a:gd name="connsiteX6232" fmla="*/ 3300027 w 9408955"/>
              <a:gd name="connsiteY6232" fmla="*/ 4173356 h 4587875"/>
              <a:gd name="connsiteX6233" fmla="*/ 3316969 w 9408955"/>
              <a:gd name="connsiteY6233" fmla="*/ 4178383 h 4587875"/>
              <a:gd name="connsiteX6234" fmla="*/ 7221638 w 9408955"/>
              <a:gd name="connsiteY6234" fmla="*/ 4178591 h 4587875"/>
              <a:gd name="connsiteX6235" fmla="*/ 7255664 w 9408955"/>
              <a:gd name="connsiteY6235" fmla="*/ 4137294 h 4587875"/>
              <a:gd name="connsiteX6236" fmla="*/ 7197034 w 9408955"/>
              <a:gd name="connsiteY6236" fmla="*/ 4111698 h 4587875"/>
              <a:gd name="connsiteX6237" fmla="*/ 7202672 w 9408955"/>
              <a:gd name="connsiteY6237" fmla="*/ 4171574 h 4587875"/>
              <a:gd name="connsiteX6238" fmla="*/ 7221638 w 9408955"/>
              <a:gd name="connsiteY6238" fmla="*/ 4178591 h 4587875"/>
              <a:gd name="connsiteX6239" fmla="*/ 3432552 w 9408955"/>
              <a:gd name="connsiteY6239" fmla="*/ 4178977 h 4587875"/>
              <a:gd name="connsiteX6240" fmla="*/ 3452002 w 9408955"/>
              <a:gd name="connsiteY6240" fmla="*/ 4129404 h 4587875"/>
              <a:gd name="connsiteX6241" fmla="*/ 3385057 w 9408955"/>
              <a:gd name="connsiteY6241" fmla="*/ 4137136 h 4587875"/>
              <a:gd name="connsiteX6242" fmla="*/ 3432552 w 9408955"/>
              <a:gd name="connsiteY6242" fmla="*/ 4178977 h 4587875"/>
              <a:gd name="connsiteX6243" fmla="*/ 6898918 w 9408955"/>
              <a:gd name="connsiteY6243" fmla="*/ 4179202 h 4587875"/>
              <a:gd name="connsiteX6244" fmla="*/ 6948694 w 9408955"/>
              <a:gd name="connsiteY6244" fmla="*/ 4144525 h 4587875"/>
              <a:gd name="connsiteX6245" fmla="*/ 6910031 w 9408955"/>
              <a:gd name="connsiteY6245" fmla="*/ 4103687 h 4587875"/>
              <a:gd name="connsiteX6246" fmla="*/ 6877619 w 9408955"/>
              <a:gd name="connsiteY6246" fmla="*/ 4138137 h 4587875"/>
              <a:gd name="connsiteX6247" fmla="*/ 6898918 w 9408955"/>
              <a:gd name="connsiteY6247" fmla="*/ 4179202 h 4587875"/>
              <a:gd name="connsiteX6248" fmla="*/ 7208967 w 9408955"/>
              <a:gd name="connsiteY6248" fmla="*/ 4270148 h 4587875"/>
              <a:gd name="connsiteX6249" fmla="*/ 7249021 w 9408955"/>
              <a:gd name="connsiteY6249" fmla="*/ 4249738 h 4587875"/>
              <a:gd name="connsiteX6250" fmla="*/ 7200774 w 9408955"/>
              <a:gd name="connsiteY6250" fmla="*/ 4228646 h 4587875"/>
              <a:gd name="connsiteX6251" fmla="*/ 7208967 w 9408955"/>
              <a:gd name="connsiteY6251" fmla="*/ 4270148 h 4587875"/>
              <a:gd name="connsiteX6252" fmla="*/ 3739680 w 9408955"/>
              <a:gd name="connsiteY6252" fmla="*/ 4276910 h 4587875"/>
              <a:gd name="connsiteX6253" fmla="*/ 3760403 w 9408955"/>
              <a:gd name="connsiteY6253" fmla="*/ 4255502 h 4587875"/>
              <a:gd name="connsiteX6254" fmla="*/ 3722076 w 9408955"/>
              <a:gd name="connsiteY6254" fmla="*/ 4211339 h 4587875"/>
              <a:gd name="connsiteX6255" fmla="*/ 3708242 w 9408955"/>
              <a:gd name="connsiteY6255" fmla="*/ 4273436 h 4587875"/>
              <a:gd name="connsiteX6256" fmla="*/ 3739680 w 9408955"/>
              <a:gd name="connsiteY6256" fmla="*/ 4276910 h 4587875"/>
              <a:gd name="connsiteX6257" fmla="*/ 2300527 w 9408955"/>
              <a:gd name="connsiteY6257" fmla="*/ 4277247 h 4587875"/>
              <a:gd name="connsiteX6258" fmla="*/ 2321599 w 9408955"/>
              <a:gd name="connsiteY6258" fmla="*/ 4256008 h 4587875"/>
              <a:gd name="connsiteX6259" fmla="*/ 2283324 w 9408955"/>
              <a:gd name="connsiteY6259" fmla="*/ 4210973 h 4587875"/>
              <a:gd name="connsiteX6260" fmla="*/ 2269185 w 9408955"/>
              <a:gd name="connsiteY6260" fmla="*/ 4273750 h 4587875"/>
              <a:gd name="connsiteX6261" fmla="*/ 2300527 w 9408955"/>
              <a:gd name="connsiteY6261" fmla="*/ 4277247 h 4587875"/>
              <a:gd name="connsiteX6262" fmla="*/ 3224826 w 9408955"/>
              <a:gd name="connsiteY6262" fmla="*/ 4277349 h 4587875"/>
              <a:gd name="connsiteX6263" fmla="*/ 3246229 w 9408955"/>
              <a:gd name="connsiteY6263" fmla="*/ 4256314 h 4587875"/>
              <a:gd name="connsiteX6264" fmla="*/ 3207470 w 9408955"/>
              <a:gd name="connsiteY6264" fmla="*/ 4210957 h 4587875"/>
              <a:gd name="connsiteX6265" fmla="*/ 3193334 w 9408955"/>
              <a:gd name="connsiteY6265" fmla="*/ 4274230 h 4587875"/>
              <a:gd name="connsiteX6266" fmla="*/ 3224826 w 9408955"/>
              <a:gd name="connsiteY6266" fmla="*/ 4277349 h 4587875"/>
              <a:gd name="connsiteX6267" fmla="*/ 2697312 w 9408955"/>
              <a:gd name="connsiteY6267" fmla="*/ 4277786 h 4587875"/>
              <a:gd name="connsiteX6268" fmla="*/ 2735551 w 9408955"/>
              <a:gd name="connsiteY6268" fmla="*/ 4248863 h 4587875"/>
              <a:gd name="connsiteX6269" fmla="*/ 2684071 w 9408955"/>
              <a:gd name="connsiteY6269" fmla="*/ 4213749 h 4587875"/>
              <a:gd name="connsiteX6270" fmla="*/ 2680209 w 9408955"/>
              <a:gd name="connsiteY6270" fmla="*/ 4272805 h 4587875"/>
              <a:gd name="connsiteX6271" fmla="*/ 2697312 w 9408955"/>
              <a:gd name="connsiteY6271" fmla="*/ 4277786 h 4587875"/>
              <a:gd name="connsiteX6272" fmla="*/ 2899395 w 9408955"/>
              <a:gd name="connsiteY6272" fmla="*/ 4277830 h 4587875"/>
              <a:gd name="connsiteX6273" fmla="*/ 2939244 w 9408955"/>
              <a:gd name="connsiteY6273" fmla="*/ 4249511 h 4587875"/>
              <a:gd name="connsiteX6274" fmla="*/ 2903036 w 9408955"/>
              <a:gd name="connsiteY6274" fmla="*/ 4210730 h 4587875"/>
              <a:gd name="connsiteX6275" fmla="*/ 2882570 w 9408955"/>
              <a:gd name="connsiteY6275" fmla="*/ 4270375 h 4587875"/>
              <a:gd name="connsiteX6276" fmla="*/ 2899395 w 9408955"/>
              <a:gd name="connsiteY6276" fmla="*/ 4277830 h 4587875"/>
              <a:gd name="connsiteX6277" fmla="*/ 3417048 w 9408955"/>
              <a:gd name="connsiteY6277" fmla="*/ 4277876 h 4587875"/>
              <a:gd name="connsiteX6278" fmla="*/ 3445777 w 9408955"/>
              <a:gd name="connsiteY6278" fmla="*/ 4221332 h 4587875"/>
              <a:gd name="connsiteX6279" fmla="*/ 3382804 w 9408955"/>
              <a:gd name="connsiteY6279" fmla="*/ 4232641 h 4587875"/>
              <a:gd name="connsiteX6280" fmla="*/ 3417048 w 9408955"/>
              <a:gd name="connsiteY6280" fmla="*/ 4277876 h 4587875"/>
              <a:gd name="connsiteX6281" fmla="*/ 3632631 w 9408955"/>
              <a:gd name="connsiteY6281" fmla="*/ 4277940 h 4587875"/>
              <a:gd name="connsiteX6282" fmla="*/ 3655685 w 9408955"/>
              <a:gd name="connsiteY6282" fmla="*/ 4261964 h 4587875"/>
              <a:gd name="connsiteX6283" fmla="*/ 3625753 w 9408955"/>
              <a:gd name="connsiteY6283" fmla="*/ 4209876 h 4587875"/>
              <a:gd name="connsiteX6284" fmla="*/ 3604570 w 9408955"/>
              <a:gd name="connsiteY6284" fmla="*/ 4272749 h 4587875"/>
              <a:gd name="connsiteX6285" fmla="*/ 3632631 w 9408955"/>
              <a:gd name="connsiteY6285" fmla="*/ 4277940 h 4587875"/>
              <a:gd name="connsiteX6286" fmla="*/ 3823476 w 9408955"/>
              <a:gd name="connsiteY6286" fmla="*/ 4278103 h 4587875"/>
              <a:gd name="connsiteX6287" fmla="*/ 3864163 w 9408955"/>
              <a:gd name="connsiteY6287" fmla="*/ 4249866 h 4587875"/>
              <a:gd name="connsiteX6288" fmla="*/ 3815210 w 9408955"/>
              <a:gd name="connsiteY6288" fmla="*/ 4213709 h 4587875"/>
              <a:gd name="connsiteX6289" fmla="*/ 3806204 w 9408955"/>
              <a:gd name="connsiteY6289" fmla="*/ 4271014 h 4587875"/>
              <a:gd name="connsiteX6290" fmla="*/ 3823476 w 9408955"/>
              <a:gd name="connsiteY6290" fmla="*/ 4278103 h 4587875"/>
              <a:gd name="connsiteX6291" fmla="*/ 1872449 w 9408955"/>
              <a:gd name="connsiteY6291" fmla="*/ 4278188 h 4587875"/>
              <a:gd name="connsiteX6292" fmla="*/ 1913475 w 9408955"/>
              <a:gd name="connsiteY6292" fmla="*/ 4241800 h 4587875"/>
              <a:gd name="connsiteX6293" fmla="*/ 1853686 w 9408955"/>
              <a:gd name="connsiteY6293" fmla="*/ 4220482 h 4587875"/>
              <a:gd name="connsiteX6294" fmla="*/ 1853235 w 9408955"/>
              <a:gd name="connsiteY6294" fmla="*/ 4269694 h 4587875"/>
              <a:gd name="connsiteX6295" fmla="*/ 1872449 w 9408955"/>
              <a:gd name="connsiteY6295" fmla="*/ 4278188 h 4587875"/>
              <a:gd name="connsiteX6296" fmla="*/ 4853681 w 9408955"/>
              <a:gd name="connsiteY6296" fmla="*/ 4278265 h 4587875"/>
              <a:gd name="connsiteX6297" fmla="*/ 4893229 w 9408955"/>
              <a:gd name="connsiteY6297" fmla="*/ 4248797 h 4587875"/>
              <a:gd name="connsiteX6298" fmla="*/ 4839780 w 9408955"/>
              <a:gd name="connsiteY6298" fmla="*/ 4214791 h 4587875"/>
              <a:gd name="connsiteX6299" fmla="*/ 4836623 w 9408955"/>
              <a:gd name="connsiteY6299" fmla="*/ 4271774 h 4587875"/>
              <a:gd name="connsiteX6300" fmla="*/ 4853681 w 9408955"/>
              <a:gd name="connsiteY6300" fmla="*/ 4278265 h 4587875"/>
              <a:gd name="connsiteX6301" fmla="*/ 3004886 w 9408955"/>
              <a:gd name="connsiteY6301" fmla="*/ 4278291 h 4587875"/>
              <a:gd name="connsiteX6302" fmla="*/ 3042184 w 9408955"/>
              <a:gd name="connsiteY6302" fmla="*/ 4242580 h 4587875"/>
              <a:gd name="connsiteX6303" fmla="*/ 2984525 w 9408955"/>
              <a:gd name="connsiteY6303" fmla="*/ 4217667 h 4587875"/>
              <a:gd name="connsiteX6304" fmla="*/ 2985882 w 9408955"/>
              <a:gd name="connsiteY6304" fmla="*/ 4271608 h 4587875"/>
              <a:gd name="connsiteX6305" fmla="*/ 3004886 w 9408955"/>
              <a:gd name="connsiteY6305" fmla="*/ 4278291 h 4587875"/>
              <a:gd name="connsiteX6306" fmla="*/ 2078327 w 9408955"/>
              <a:gd name="connsiteY6306" fmla="*/ 4278348 h 4587875"/>
              <a:gd name="connsiteX6307" fmla="*/ 2118839 w 9408955"/>
              <a:gd name="connsiteY6307" fmla="*/ 4249367 h 4587875"/>
              <a:gd name="connsiteX6308" fmla="*/ 2070010 w 9408955"/>
              <a:gd name="connsiteY6308" fmla="*/ 4212946 h 4587875"/>
              <a:gd name="connsiteX6309" fmla="*/ 2061074 w 9408955"/>
              <a:gd name="connsiteY6309" fmla="*/ 4272188 h 4587875"/>
              <a:gd name="connsiteX6310" fmla="*/ 2078327 w 9408955"/>
              <a:gd name="connsiteY6310" fmla="*/ 4278348 h 4587875"/>
              <a:gd name="connsiteX6311" fmla="*/ 2184192 w 9408955"/>
              <a:gd name="connsiteY6311" fmla="*/ 4278576 h 4587875"/>
              <a:gd name="connsiteX6312" fmla="*/ 2219354 w 9408955"/>
              <a:gd name="connsiteY6312" fmla="*/ 4240975 h 4587875"/>
              <a:gd name="connsiteX6313" fmla="*/ 2155661 w 9408955"/>
              <a:gd name="connsiteY6313" fmla="*/ 4226503 h 4587875"/>
              <a:gd name="connsiteX6314" fmla="*/ 2164982 w 9408955"/>
              <a:gd name="connsiteY6314" fmla="*/ 4272676 h 4587875"/>
              <a:gd name="connsiteX6315" fmla="*/ 2184192 w 9408955"/>
              <a:gd name="connsiteY6315" fmla="*/ 4278576 h 4587875"/>
              <a:gd name="connsiteX6316" fmla="*/ 2594153 w 9408955"/>
              <a:gd name="connsiteY6316" fmla="*/ 4278577 h 4587875"/>
              <a:gd name="connsiteX6317" fmla="*/ 2632581 w 9408955"/>
              <a:gd name="connsiteY6317" fmla="*/ 4241774 h 4587875"/>
              <a:gd name="connsiteX6318" fmla="*/ 2574982 w 9408955"/>
              <a:gd name="connsiteY6318" fmla="*/ 4217711 h 4587875"/>
              <a:gd name="connsiteX6319" fmla="*/ 2574754 w 9408955"/>
              <a:gd name="connsiteY6319" fmla="*/ 4272483 h 4587875"/>
              <a:gd name="connsiteX6320" fmla="*/ 2594153 w 9408955"/>
              <a:gd name="connsiteY6320" fmla="*/ 4278577 h 4587875"/>
              <a:gd name="connsiteX6321" fmla="*/ 3518090 w 9408955"/>
              <a:gd name="connsiteY6321" fmla="*/ 4278677 h 4587875"/>
              <a:gd name="connsiteX6322" fmla="*/ 3558094 w 9408955"/>
              <a:gd name="connsiteY6322" fmla="*/ 4249817 h 4587875"/>
              <a:gd name="connsiteX6323" fmla="*/ 3508976 w 9408955"/>
              <a:gd name="connsiteY6323" fmla="*/ 4212001 h 4587875"/>
              <a:gd name="connsiteX6324" fmla="*/ 3501017 w 9408955"/>
              <a:gd name="connsiteY6324" fmla="*/ 4272415 h 4587875"/>
              <a:gd name="connsiteX6325" fmla="*/ 3518090 w 9408955"/>
              <a:gd name="connsiteY6325" fmla="*/ 4278677 h 4587875"/>
              <a:gd name="connsiteX6326" fmla="*/ 2799102 w 9408955"/>
              <a:gd name="connsiteY6326" fmla="*/ 4278694 h 4587875"/>
              <a:gd name="connsiteX6327" fmla="*/ 2841237 w 9408955"/>
              <a:gd name="connsiteY6327" fmla="*/ 4257901 h 4587875"/>
              <a:gd name="connsiteX6328" fmla="*/ 2799049 w 9408955"/>
              <a:gd name="connsiteY6328" fmla="*/ 4210957 h 4587875"/>
              <a:gd name="connsiteX6329" fmla="*/ 2783695 w 9408955"/>
              <a:gd name="connsiteY6329" fmla="*/ 4272642 h 4587875"/>
              <a:gd name="connsiteX6330" fmla="*/ 2799102 w 9408955"/>
              <a:gd name="connsiteY6330" fmla="*/ 4278694 h 4587875"/>
              <a:gd name="connsiteX6331" fmla="*/ 3108538 w 9408955"/>
              <a:gd name="connsiteY6331" fmla="*/ 4278698 h 4587875"/>
              <a:gd name="connsiteX6332" fmla="*/ 3144241 w 9408955"/>
              <a:gd name="connsiteY6332" fmla="*/ 4241193 h 4587875"/>
              <a:gd name="connsiteX6333" fmla="*/ 3085460 w 9408955"/>
              <a:gd name="connsiteY6333" fmla="*/ 4221797 h 4587875"/>
              <a:gd name="connsiteX6334" fmla="*/ 3089303 w 9408955"/>
              <a:gd name="connsiteY6334" fmla="*/ 4273059 h 4587875"/>
              <a:gd name="connsiteX6335" fmla="*/ 3108538 w 9408955"/>
              <a:gd name="connsiteY6335" fmla="*/ 4278698 h 4587875"/>
              <a:gd name="connsiteX6336" fmla="*/ 7113505 w 9408955"/>
              <a:gd name="connsiteY6336" fmla="*/ 4278752 h 4587875"/>
              <a:gd name="connsiteX6337" fmla="*/ 7155109 w 9408955"/>
              <a:gd name="connsiteY6337" fmla="*/ 4250773 h 4587875"/>
              <a:gd name="connsiteX6338" fmla="*/ 7105495 w 9408955"/>
              <a:gd name="connsiteY6338" fmla="*/ 4213936 h 4587875"/>
              <a:gd name="connsiteX6339" fmla="*/ 7096579 w 9408955"/>
              <a:gd name="connsiteY6339" fmla="*/ 4271010 h 4587875"/>
              <a:gd name="connsiteX6340" fmla="*/ 7113505 w 9408955"/>
              <a:gd name="connsiteY6340" fmla="*/ 4278752 h 4587875"/>
              <a:gd name="connsiteX6341" fmla="*/ 1257877 w 9408955"/>
              <a:gd name="connsiteY6341" fmla="*/ 4278798 h 4587875"/>
              <a:gd name="connsiteX6342" fmla="*/ 1296369 w 9408955"/>
              <a:gd name="connsiteY6342" fmla="*/ 4250191 h 4587875"/>
              <a:gd name="connsiteX6343" fmla="*/ 1249537 w 9408955"/>
              <a:gd name="connsiteY6343" fmla="*/ 4213225 h 4587875"/>
              <a:gd name="connsiteX6344" fmla="*/ 1241126 w 9408955"/>
              <a:gd name="connsiteY6344" fmla="*/ 4273096 h 4587875"/>
              <a:gd name="connsiteX6345" fmla="*/ 1257877 w 9408955"/>
              <a:gd name="connsiteY6345" fmla="*/ 4278798 h 4587875"/>
              <a:gd name="connsiteX6346" fmla="*/ 3928628 w 9408955"/>
              <a:gd name="connsiteY6346" fmla="*/ 4278890 h 4587875"/>
              <a:gd name="connsiteX6347" fmla="*/ 3968512 w 9408955"/>
              <a:gd name="connsiteY6347" fmla="*/ 4249651 h 4587875"/>
              <a:gd name="connsiteX6348" fmla="*/ 3925853 w 9408955"/>
              <a:gd name="connsiteY6348" fmla="*/ 4210992 h 4587875"/>
              <a:gd name="connsiteX6349" fmla="*/ 3911557 w 9408955"/>
              <a:gd name="connsiteY6349" fmla="*/ 4272982 h 4587875"/>
              <a:gd name="connsiteX6350" fmla="*/ 3928628 w 9408955"/>
              <a:gd name="connsiteY6350" fmla="*/ 4278890 h 4587875"/>
              <a:gd name="connsiteX6351" fmla="*/ 3310784 w 9408955"/>
              <a:gd name="connsiteY6351" fmla="*/ 4278928 h 4587875"/>
              <a:gd name="connsiteX6352" fmla="*/ 3351684 w 9408955"/>
              <a:gd name="connsiteY6352" fmla="*/ 4242455 h 4587875"/>
              <a:gd name="connsiteX6353" fmla="*/ 3291502 w 9408955"/>
              <a:gd name="connsiteY6353" fmla="*/ 4220917 h 4587875"/>
              <a:gd name="connsiteX6354" fmla="*/ 3291044 w 9408955"/>
              <a:gd name="connsiteY6354" fmla="*/ 4270866 h 4587875"/>
              <a:gd name="connsiteX6355" fmla="*/ 3310784 w 9408955"/>
              <a:gd name="connsiteY6355" fmla="*/ 4278928 h 4587875"/>
              <a:gd name="connsiteX6356" fmla="*/ 7012509 w 9408955"/>
              <a:gd name="connsiteY6356" fmla="*/ 4372256 h 4587875"/>
              <a:gd name="connsiteX6357" fmla="*/ 7042901 w 9408955"/>
              <a:gd name="connsiteY6357" fmla="*/ 4347338 h 4587875"/>
              <a:gd name="connsiteX6358" fmla="*/ 6997509 w 9408955"/>
              <a:gd name="connsiteY6358" fmla="*/ 4330474 h 4587875"/>
              <a:gd name="connsiteX6359" fmla="*/ 6998863 w 9408955"/>
              <a:gd name="connsiteY6359" fmla="*/ 4366282 h 4587875"/>
              <a:gd name="connsiteX6360" fmla="*/ 7012509 w 9408955"/>
              <a:gd name="connsiteY6360" fmla="*/ 4372256 h 4587875"/>
              <a:gd name="connsiteX6361" fmla="*/ 1675359 w 9408955"/>
              <a:gd name="connsiteY6361" fmla="*/ 4377392 h 4587875"/>
              <a:gd name="connsiteX6362" fmla="*/ 1702741 w 9408955"/>
              <a:gd name="connsiteY6362" fmla="*/ 4345072 h 4587875"/>
              <a:gd name="connsiteX6363" fmla="*/ 1664751 w 9408955"/>
              <a:gd name="connsiteY6363" fmla="*/ 4317602 h 4587875"/>
              <a:gd name="connsiteX6364" fmla="*/ 1659974 w 9408955"/>
              <a:gd name="connsiteY6364" fmla="*/ 4374603 h 4587875"/>
              <a:gd name="connsiteX6365" fmla="*/ 1675359 w 9408955"/>
              <a:gd name="connsiteY6365" fmla="*/ 4377392 h 4587875"/>
              <a:gd name="connsiteX6366" fmla="*/ 3845731 w 9408955"/>
              <a:gd name="connsiteY6366" fmla="*/ 4379289 h 4587875"/>
              <a:gd name="connsiteX6367" fmla="*/ 3864121 w 9408955"/>
              <a:gd name="connsiteY6367" fmla="*/ 4353832 h 4587875"/>
              <a:gd name="connsiteX6368" fmla="*/ 3820632 w 9408955"/>
              <a:gd name="connsiteY6368" fmla="*/ 4315051 h 4587875"/>
              <a:gd name="connsiteX6369" fmla="*/ 3812073 w 9408955"/>
              <a:gd name="connsiteY6369" fmla="*/ 4377871 h 4587875"/>
              <a:gd name="connsiteX6370" fmla="*/ 3845731 w 9408955"/>
              <a:gd name="connsiteY6370" fmla="*/ 4379289 h 4587875"/>
              <a:gd name="connsiteX6371" fmla="*/ 2199074 w 9408955"/>
              <a:gd name="connsiteY6371" fmla="*/ 4379515 h 4587875"/>
              <a:gd name="connsiteX6372" fmla="*/ 2220284 w 9408955"/>
              <a:gd name="connsiteY6372" fmla="*/ 4354513 h 4587875"/>
              <a:gd name="connsiteX6373" fmla="*/ 2179682 w 9408955"/>
              <a:gd name="connsiteY6373" fmla="*/ 4313918 h 4587875"/>
              <a:gd name="connsiteX6374" fmla="*/ 2164937 w 9408955"/>
              <a:gd name="connsiteY6374" fmla="*/ 4376284 h 4587875"/>
              <a:gd name="connsiteX6375" fmla="*/ 2199074 w 9408955"/>
              <a:gd name="connsiteY6375" fmla="*/ 4379515 h 4587875"/>
              <a:gd name="connsiteX6376" fmla="*/ 3003056 w 9408955"/>
              <a:gd name="connsiteY6376" fmla="*/ 4380698 h 4587875"/>
              <a:gd name="connsiteX6377" fmla="*/ 3042053 w 9408955"/>
              <a:gd name="connsiteY6377" fmla="*/ 4353474 h 4587875"/>
              <a:gd name="connsiteX6378" fmla="*/ 3000791 w 9408955"/>
              <a:gd name="connsiteY6378" fmla="*/ 4314124 h 4587875"/>
              <a:gd name="connsiteX6379" fmla="*/ 2986268 w 9408955"/>
              <a:gd name="connsiteY6379" fmla="*/ 4374959 h 4587875"/>
              <a:gd name="connsiteX6380" fmla="*/ 3003056 w 9408955"/>
              <a:gd name="connsiteY6380" fmla="*/ 4380698 h 4587875"/>
              <a:gd name="connsiteX6381" fmla="*/ 3626170 w 9408955"/>
              <a:gd name="connsiteY6381" fmla="*/ 4380983 h 4587875"/>
              <a:gd name="connsiteX6382" fmla="*/ 3647869 w 9408955"/>
              <a:gd name="connsiteY6382" fmla="*/ 4375580 h 4587875"/>
              <a:gd name="connsiteX6383" fmla="*/ 3626515 w 9408955"/>
              <a:gd name="connsiteY6383" fmla="*/ 4312796 h 4587875"/>
              <a:gd name="connsiteX6384" fmla="*/ 3604472 w 9408955"/>
              <a:gd name="connsiteY6384" fmla="*/ 4375808 h 4587875"/>
              <a:gd name="connsiteX6385" fmla="*/ 3626170 w 9408955"/>
              <a:gd name="connsiteY6385" fmla="*/ 4380983 h 4587875"/>
              <a:gd name="connsiteX6386" fmla="*/ 3321000 w 9408955"/>
              <a:gd name="connsiteY6386" fmla="*/ 4381052 h 4587875"/>
              <a:gd name="connsiteX6387" fmla="*/ 3342110 w 9408955"/>
              <a:gd name="connsiteY6387" fmla="*/ 4373816 h 4587875"/>
              <a:gd name="connsiteX6388" fmla="*/ 3320459 w 9408955"/>
              <a:gd name="connsiteY6388" fmla="*/ 4313444 h 4587875"/>
              <a:gd name="connsiteX6389" fmla="*/ 3299036 w 9408955"/>
              <a:gd name="connsiteY6389" fmla="*/ 4376756 h 4587875"/>
              <a:gd name="connsiteX6390" fmla="*/ 3321000 w 9408955"/>
              <a:gd name="connsiteY6390" fmla="*/ 4381052 h 4587875"/>
              <a:gd name="connsiteX6391" fmla="*/ 2899064 w 9408955"/>
              <a:gd name="connsiteY6391" fmla="*/ 4381458 h 4587875"/>
              <a:gd name="connsiteX6392" fmla="*/ 2939838 w 9408955"/>
              <a:gd name="connsiteY6392" fmla="*/ 4353436 h 4587875"/>
              <a:gd name="connsiteX6393" fmla="*/ 2896848 w 9408955"/>
              <a:gd name="connsiteY6393" fmla="*/ 4314454 h 4587875"/>
              <a:gd name="connsiteX6394" fmla="*/ 2882214 w 9408955"/>
              <a:gd name="connsiteY6394" fmla="*/ 4374303 h 4587875"/>
              <a:gd name="connsiteX6395" fmla="*/ 2899064 w 9408955"/>
              <a:gd name="connsiteY6395" fmla="*/ 4381458 h 4587875"/>
              <a:gd name="connsiteX6396" fmla="*/ 3115512 w 9408955"/>
              <a:gd name="connsiteY6396" fmla="*/ 4381593 h 4587875"/>
              <a:gd name="connsiteX6397" fmla="*/ 3137880 w 9408955"/>
              <a:gd name="connsiteY6397" fmla="*/ 4372196 h 4587875"/>
              <a:gd name="connsiteX6398" fmla="*/ 3104157 w 9408955"/>
              <a:gd name="connsiteY6398" fmla="*/ 4313858 h 4587875"/>
              <a:gd name="connsiteX6399" fmla="*/ 3078692 w 9408955"/>
              <a:gd name="connsiteY6399" fmla="*/ 4361359 h 4587875"/>
              <a:gd name="connsiteX6400" fmla="*/ 3090392 w 9408955"/>
              <a:gd name="connsiteY6400" fmla="*/ 4378883 h 4587875"/>
              <a:gd name="connsiteX6401" fmla="*/ 3115512 w 9408955"/>
              <a:gd name="connsiteY6401" fmla="*/ 4381593 h 4587875"/>
              <a:gd name="connsiteX6402" fmla="*/ 3726570 w 9408955"/>
              <a:gd name="connsiteY6402" fmla="*/ 4381735 h 4587875"/>
              <a:gd name="connsiteX6403" fmla="*/ 3761135 w 9408955"/>
              <a:gd name="connsiteY6403" fmla="*/ 4346916 h 4587875"/>
              <a:gd name="connsiteX6404" fmla="*/ 3701534 w 9408955"/>
              <a:gd name="connsiteY6404" fmla="*/ 4324407 h 4587875"/>
              <a:gd name="connsiteX6405" fmla="*/ 3709152 w 9408955"/>
              <a:gd name="connsiteY6405" fmla="*/ 4376246 h 4587875"/>
              <a:gd name="connsiteX6406" fmla="*/ 3726570 w 9408955"/>
              <a:gd name="connsiteY6406" fmla="*/ 4381735 h 4587875"/>
              <a:gd name="connsiteX6407" fmla="*/ 2598273 w 9408955"/>
              <a:gd name="connsiteY6407" fmla="*/ 4381878 h 4587875"/>
              <a:gd name="connsiteX6408" fmla="*/ 2611802 w 9408955"/>
              <a:gd name="connsiteY6408" fmla="*/ 4379132 h 4587875"/>
              <a:gd name="connsiteX6409" fmla="*/ 2597589 w 9408955"/>
              <a:gd name="connsiteY6409" fmla="*/ 4312604 h 4587875"/>
              <a:gd name="connsiteX6410" fmla="*/ 2562745 w 9408955"/>
              <a:gd name="connsiteY6410" fmla="*/ 4362844 h 4587875"/>
              <a:gd name="connsiteX6411" fmla="*/ 2598273 w 9408955"/>
              <a:gd name="connsiteY6411" fmla="*/ 4381878 h 4587875"/>
              <a:gd name="connsiteX6412" fmla="*/ 2079091 w 9408955"/>
              <a:gd name="connsiteY6412" fmla="*/ 4382036 h 4587875"/>
              <a:gd name="connsiteX6413" fmla="*/ 2119108 w 9408955"/>
              <a:gd name="connsiteY6413" fmla="*/ 4353563 h 4587875"/>
              <a:gd name="connsiteX6414" fmla="*/ 2069999 w 9408955"/>
              <a:gd name="connsiteY6414" fmla="*/ 4315642 h 4587875"/>
              <a:gd name="connsiteX6415" fmla="*/ 2062497 w 9408955"/>
              <a:gd name="connsiteY6415" fmla="*/ 4374477 h 4587875"/>
              <a:gd name="connsiteX6416" fmla="*/ 2079091 w 9408955"/>
              <a:gd name="connsiteY6416" fmla="*/ 4382036 h 4587875"/>
              <a:gd name="connsiteX6417" fmla="*/ 2392734 w 9408955"/>
              <a:gd name="connsiteY6417" fmla="*/ 4382063 h 4587875"/>
              <a:gd name="connsiteX6418" fmla="*/ 2425671 w 9408955"/>
              <a:gd name="connsiteY6418" fmla="*/ 4345447 h 4587875"/>
              <a:gd name="connsiteX6419" fmla="*/ 2362768 w 9408955"/>
              <a:gd name="connsiteY6419" fmla="*/ 4331232 h 4587875"/>
              <a:gd name="connsiteX6420" fmla="*/ 2374236 w 9408955"/>
              <a:gd name="connsiteY6420" fmla="*/ 4377261 h 4587875"/>
              <a:gd name="connsiteX6421" fmla="*/ 2392734 w 9408955"/>
              <a:gd name="connsiteY6421" fmla="*/ 4382063 h 4587875"/>
              <a:gd name="connsiteX6422" fmla="*/ 1976187 w 9408955"/>
              <a:gd name="connsiteY6422" fmla="*/ 4382164 h 4587875"/>
              <a:gd name="connsiteX6423" fmla="*/ 2016606 w 9408955"/>
              <a:gd name="connsiteY6423" fmla="*/ 4345281 h 4587875"/>
              <a:gd name="connsiteX6424" fmla="*/ 1959587 w 9408955"/>
              <a:gd name="connsiteY6424" fmla="*/ 4319099 h 4587875"/>
              <a:gd name="connsiteX6425" fmla="*/ 1957534 w 9408955"/>
              <a:gd name="connsiteY6425" fmla="*/ 4373760 h 4587875"/>
              <a:gd name="connsiteX6426" fmla="*/ 1976187 w 9408955"/>
              <a:gd name="connsiteY6426" fmla="*/ 4382164 h 4587875"/>
              <a:gd name="connsiteX6427" fmla="*/ 2803165 w 9408955"/>
              <a:gd name="connsiteY6427" fmla="*/ 4382197 h 4587875"/>
              <a:gd name="connsiteX6428" fmla="*/ 2838737 w 9408955"/>
              <a:gd name="connsiteY6428" fmla="*/ 4345650 h 4587875"/>
              <a:gd name="connsiteX6429" fmla="*/ 2785734 w 9408955"/>
              <a:gd name="connsiteY6429" fmla="*/ 4317381 h 4587875"/>
              <a:gd name="connsiteX6430" fmla="*/ 2785055 w 9408955"/>
              <a:gd name="connsiteY6430" fmla="*/ 4376426 h 4587875"/>
              <a:gd name="connsiteX6431" fmla="*/ 2803165 w 9408955"/>
              <a:gd name="connsiteY6431" fmla="*/ 4382197 h 4587875"/>
              <a:gd name="connsiteX6432" fmla="*/ 3521876 w 9408955"/>
              <a:gd name="connsiteY6432" fmla="*/ 4382217 h 4587875"/>
              <a:gd name="connsiteX6433" fmla="*/ 3556101 w 9408955"/>
              <a:gd name="connsiteY6433" fmla="*/ 4337600 h 4587875"/>
              <a:gd name="connsiteX6434" fmla="*/ 3494578 w 9408955"/>
              <a:gd name="connsiteY6434" fmla="*/ 4324771 h 4587875"/>
              <a:gd name="connsiteX6435" fmla="*/ 3501590 w 9408955"/>
              <a:gd name="connsiteY6435" fmla="*/ 4374940 h 4587875"/>
              <a:gd name="connsiteX6436" fmla="*/ 3521876 w 9408955"/>
              <a:gd name="connsiteY6436" fmla="*/ 4382217 h 4587875"/>
              <a:gd name="connsiteX6437" fmla="*/ 3423402 w 9408955"/>
              <a:gd name="connsiteY6437" fmla="*/ 4382233 h 4587875"/>
              <a:gd name="connsiteX6438" fmla="*/ 3437987 w 9408955"/>
              <a:gd name="connsiteY6438" fmla="*/ 4377644 h 4587875"/>
              <a:gd name="connsiteX6439" fmla="*/ 3425095 w 9408955"/>
              <a:gd name="connsiteY6439" fmla="*/ 4314143 h 4587875"/>
              <a:gd name="connsiteX6440" fmla="*/ 3383930 w 9408955"/>
              <a:gd name="connsiteY6440" fmla="*/ 4363129 h 4587875"/>
              <a:gd name="connsiteX6441" fmla="*/ 3423402 w 9408955"/>
              <a:gd name="connsiteY6441" fmla="*/ 4382233 h 4587875"/>
              <a:gd name="connsiteX6442" fmla="*/ 4855171 w 9408955"/>
              <a:gd name="connsiteY6442" fmla="*/ 4382327 h 4587875"/>
              <a:gd name="connsiteX6443" fmla="*/ 4893446 w 9408955"/>
              <a:gd name="connsiteY6443" fmla="*/ 4346229 h 4587875"/>
              <a:gd name="connsiteX6444" fmla="*/ 4834817 w 9408955"/>
              <a:gd name="connsiteY6444" fmla="*/ 4322811 h 4587875"/>
              <a:gd name="connsiteX6445" fmla="*/ 4836621 w 9408955"/>
              <a:gd name="connsiteY6445" fmla="*/ 4375559 h 4587875"/>
              <a:gd name="connsiteX6446" fmla="*/ 4855171 w 9408955"/>
              <a:gd name="connsiteY6446" fmla="*/ 4382327 h 4587875"/>
              <a:gd name="connsiteX6447" fmla="*/ 4758879 w 9408955"/>
              <a:gd name="connsiteY6447" fmla="*/ 4382385 h 4587875"/>
              <a:gd name="connsiteX6448" fmla="*/ 4788678 w 9408955"/>
              <a:gd name="connsiteY6448" fmla="*/ 4334083 h 4587875"/>
              <a:gd name="connsiteX6449" fmla="*/ 4727084 w 9408955"/>
              <a:gd name="connsiteY6449" fmla="*/ 4328141 h 4587875"/>
              <a:gd name="connsiteX6450" fmla="*/ 4737426 w 9408955"/>
              <a:gd name="connsiteY6450" fmla="*/ 4377047 h 4587875"/>
              <a:gd name="connsiteX6451" fmla="*/ 4758879 w 9408955"/>
              <a:gd name="connsiteY6451" fmla="*/ 4382385 h 4587875"/>
              <a:gd name="connsiteX6452" fmla="*/ 7113542 w 9408955"/>
              <a:gd name="connsiteY6452" fmla="*/ 4382525 h 4587875"/>
              <a:gd name="connsiteX6453" fmla="*/ 7155766 w 9408955"/>
              <a:gd name="connsiteY6453" fmla="*/ 4352265 h 4587875"/>
              <a:gd name="connsiteX6454" fmla="*/ 7097472 w 9408955"/>
              <a:gd name="connsiteY6454" fmla="*/ 4319896 h 4587875"/>
              <a:gd name="connsiteX6455" fmla="*/ 7096085 w 9408955"/>
              <a:gd name="connsiteY6455" fmla="*/ 4374832 h 4587875"/>
              <a:gd name="connsiteX6456" fmla="*/ 7113542 w 9408955"/>
              <a:gd name="connsiteY6456" fmla="*/ 4382525 h 4587875"/>
              <a:gd name="connsiteX6457" fmla="*/ 3214223 w 9408955"/>
              <a:gd name="connsiteY6457" fmla="*/ 4382617 h 4587875"/>
              <a:gd name="connsiteX6458" fmla="*/ 3249213 w 9408955"/>
              <a:gd name="connsiteY6458" fmla="*/ 4346428 h 4587875"/>
              <a:gd name="connsiteX6459" fmla="*/ 3197130 w 9408955"/>
              <a:gd name="connsiteY6459" fmla="*/ 4318396 h 4587875"/>
              <a:gd name="connsiteX6460" fmla="*/ 3196220 w 9408955"/>
              <a:gd name="connsiteY6460" fmla="*/ 4376528 h 4587875"/>
              <a:gd name="connsiteX6461" fmla="*/ 3214223 w 9408955"/>
              <a:gd name="connsiteY6461" fmla="*/ 4382617 h 4587875"/>
              <a:gd name="connsiteX6462" fmla="*/ 2700544 w 9408955"/>
              <a:gd name="connsiteY6462" fmla="*/ 4382633 h 4587875"/>
              <a:gd name="connsiteX6463" fmla="*/ 2735166 w 9408955"/>
              <a:gd name="connsiteY6463" fmla="*/ 4339405 h 4587875"/>
              <a:gd name="connsiteX6464" fmla="*/ 2668316 w 9408955"/>
              <a:gd name="connsiteY6464" fmla="*/ 4330992 h 4587875"/>
              <a:gd name="connsiteX6465" fmla="*/ 2680068 w 9408955"/>
              <a:gd name="connsiteY6465" fmla="*/ 4377148 h 4587875"/>
              <a:gd name="connsiteX6466" fmla="*/ 2700544 w 9408955"/>
              <a:gd name="connsiteY6466" fmla="*/ 4382633 h 4587875"/>
              <a:gd name="connsiteX6467" fmla="*/ 2290982 w 9408955"/>
              <a:gd name="connsiteY6467" fmla="*/ 4382767 h 4587875"/>
              <a:gd name="connsiteX6468" fmla="*/ 2323085 w 9408955"/>
              <a:gd name="connsiteY6468" fmla="*/ 4339492 h 4587875"/>
              <a:gd name="connsiteX6469" fmla="*/ 2259926 w 9408955"/>
              <a:gd name="connsiteY6469" fmla="*/ 4330374 h 4587875"/>
              <a:gd name="connsiteX6470" fmla="*/ 2270950 w 9408955"/>
              <a:gd name="connsiteY6470" fmla="*/ 4377332 h 4587875"/>
              <a:gd name="connsiteX6471" fmla="*/ 2290982 w 9408955"/>
              <a:gd name="connsiteY6471" fmla="*/ 4382767 h 4587875"/>
              <a:gd name="connsiteX6472" fmla="*/ 4959010 w 9408955"/>
              <a:gd name="connsiteY6472" fmla="*/ 4382783 h 4587875"/>
              <a:gd name="connsiteX6473" fmla="*/ 4996106 w 9408955"/>
              <a:gd name="connsiteY6473" fmla="*/ 4346221 h 4587875"/>
              <a:gd name="connsiteX6474" fmla="*/ 4929757 w 9408955"/>
              <a:gd name="connsiteY6474" fmla="*/ 4331598 h 4587875"/>
              <a:gd name="connsiteX6475" fmla="*/ 4940281 w 9408955"/>
              <a:gd name="connsiteY6475" fmla="*/ 4374780 h 4587875"/>
              <a:gd name="connsiteX6476" fmla="*/ 4959010 w 9408955"/>
              <a:gd name="connsiteY6476" fmla="*/ 4382783 h 4587875"/>
              <a:gd name="connsiteX6477" fmla="*/ 2188051 w 9408955"/>
              <a:gd name="connsiteY6477" fmla="*/ 4476131 h 4587875"/>
              <a:gd name="connsiteX6478" fmla="*/ 2211755 w 9408955"/>
              <a:gd name="connsiteY6478" fmla="*/ 4443102 h 4587875"/>
              <a:gd name="connsiteX6479" fmla="*/ 2163562 w 9408955"/>
              <a:gd name="connsiteY6479" fmla="*/ 4442638 h 4587875"/>
              <a:gd name="connsiteX6480" fmla="*/ 2173200 w 9408955"/>
              <a:gd name="connsiteY6480" fmla="*/ 4472374 h 4587875"/>
              <a:gd name="connsiteX6481" fmla="*/ 2188051 w 9408955"/>
              <a:gd name="connsiteY6481" fmla="*/ 4476131 h 4587875"/>
              <a:gd name="connsiteX6482" fmla="*/ 3404049 w 9408955"/>
              <a:gd name="connsiteY6482" fmla="*/ 4480656 h 4587875"/>
              <a:gd name="connsiteX6483" fmla="*/ 3454029 w 9408955"/>
              <a:gd name="connsiteY6483" fmla="*/ 4450894 h 4587875"/>
              <a:gd name="connsiteX6484" fmla="*/ 3405406 w 9408955"/>
              <a:gd name="connsiteY6484" fmla="*/ 4420906 h 4587875"/>
              <a:gd name="connsiteX6485" fmla="*/ 3404049 w 9408955"/>
              <a:gd name="connsiteY6485" fmla="*/ 4480656 h 4587875"/>
              <a:gd name="connsiteX6486" fmla="*/ 2510206 w 9408955"/>
              <a:gd name="connsiteY6486" fmla="*/ 4481504 h 4587875"/>
              <a:gd name="connsiteX6487" fmla="*/ 2529470 w 9408955"/>
              <a:gd name="connsiteY6487" fmla="*/ 4457943 h 4587875"/>
              <a:gd name="connsiteX6488" fmla="*/ 2485438 w 9408955"/>
              <a:gd name="connsiteY6488" fmla="*/ 4418359 h 4587875"/>
              <a:gd name="connsiteX6489" fmla="*/ 2477564 w 9408955"/>
              <a:gd name="connsiteY6489" fmla="*/ 4480728 h 4587875"/>
              <a:gd name="connsiteX6490" fmla="*/ 2510206 w 9408955"/>
              <a:gd name="connsiteY6490" fmla="*/ 4481504 h 4587875"/>
              <a:gd name="connsiteX6491" fmla="*/ 3845609 w 9408955"/>
              <a:gd name="connsiteY6491" fmla="*/ 4481615 h 4587875"/>
              <a:gd name="connsiteX6492" fmla="*/ 3864171 w 9408955"/>
              <a:gd name="connsiteY6492" fmla="*/ 4458385 h 4587875"/>
              <a:gd name="connsiteX6493" fmla="*/ 3828430 w 9408955"/>
              <a:gd name="connsiteY6493" fmla="*/ 4417394 h 4587875"/>
              <a:gd name="connsiteX6494" fmla="*/ 3813903 w 9408955"/>
              <a:gd name="connsiteY6494" fmla="*/ 4480492 h 4587875"/>
              <a:gd name="connsiteX6495" fmla="*/ 3845609 w 9408955"/>
              <a:gd name="connsiteY6495" fmla="*/ 4481615 h 4587875"/>
              <a:gd name="connsiteX6496" fmla="*/ 2406445 w 9408955"/>
              <a:gd name="connsiteY6496" fmla="*/ 4481824 h 4587875"/>
              <a:gd name="connsiteX6497" fmla="*/ 2424842 w 9408955"/>
              <a:gd name="connsiteY6497" fmla="*/ 4459060 h 4587875"/>
              <a:gd name="connsiteX6498" fmla="*/ 2388530 w 9408955"/>
              <a:gd name="connsiteY6498" fmla="*/ 4418465 h 4587875"/>
              <a:gd name="connsiteX6499" fmla="*/ 2374937 w 9408955"/>
              <a:gd name="connsiteY6499" fmla="*/ 4480605 h 4587875"/>
              <a:gd name="connsiteX6500" fmla="*/ 2406445 w 9408955"/>
              <a:gd name="connsiteY6500" fmla="*/ 4481824 h 4587875"/>
              <a:gd name="connsiteX6501" fmla="*/ 2688842 w 9408955"/>
              <a:gd name="connsiteY6501" fmla="*/ 4482554 h 4587875"/>
              <a:gd name="connsiteX6502" fmla="*/ 2736653 w 9408955"/>
              <a:gd name="connsiteY6502" fmla="*/ 4450829 h 4587875"/>
              <a:gd name="connsiteX6503" fmla="*/ 2666887 w 9408955"/>
              <a:gd name="connsiteY6503" fmla="*/ 4442783 h 4587875"/>
              <a:gd name="connsiteX6504" fmla="*/ 2688842 w 9408955"/>
              <a:gd name="connsiteY6504" fmla="*/ 4482554 h 4587875"/>
              <a:gd name="connsiteX6505" fmla="*/ 1974140 w 9408955"/>
              <a:gd name="connsiteY6505" fmla="*/ 4482908 h 4587875"/>
              <a:gd name="connsiteX6506" fmla="*/ 2016746 w 9408955"/>
              <a:gd name="connsiteY6506" fmla="*/ 4444149 h 4587875"/>
              <a:gd name="connsiteX6507" fmla="*/ 1951920 w 9408955"/>
              <a:gd name="connsiteY6507" fmla="*/ 4424527 h 4587875"/>
              <a:gd name="connsiteX6508" fmla="*/ 1953765 w 9408955"/>
              <a:gd name="connsiteY6508" fmla="*/ 4473020 h 4587875"/>
              <a:gd name="connsiteX6509" fmla="*/ 1974140 w 9408955"/>
              <a:gd name="connsiteY6509" fmla="*/ 4482908 h 4587875"/>
              <a:gd name="connsiteX6510" fmla="*/ 2808223 w 9408955"/>
              <a:gd name="connsiteY6510" fmla="*/ 4482983 h 4587875"/>
              <a:gd name="connsiteX6511" fmla="*/ 2836940 w 9408955"/>
              <a:gd name="connsiteY6511" fmla="*/ 4463811 h 4587875"/>
              <a:gd name="connsiteX6512" fmla="*/ 2831287 w 9408955"/>
              <a:gd name="connsiteY6512" fmla="*/ 4424666 h 4587875"/>
              <a:gd name="connsiteX6513" fmla="*/ 2773394 w 9408955"/>
              <a:gd name="connsiteY6513" fmla="*/ 4425124 h 4587875"/>
              <a:gd name="connsiteX6514" fmla="*/ 2774979 w 9408955"/>
              <a:gd name="connsiteY6514" fmla="*/ 4473655 h 4587875"/>
              <a:gd name="connsiteX6515" fmla="*/ 2808223 w 9408955"/>
              <a:gd name="connsiteY6515" fmla="*/ 4482983 h 4587875"/>
              <a:gd name="connsiteX6516" fmla="*/ 3128913 w 9408955"/>
              <a:gd name="connsiteY6516" fmla="*/ 4483100 h 4587875"/>
              <a:gd name="connsiteX6517" fmla="*/ 3142149 w 9408955"/>
              <a:gd name="connsiteY6517" fmla="*/ 4435475 h 4587875"/>
              <a:gd name="connsiteX6518" fmla="*/ 3087380 w 9408955"/>
              <a:gd name="connsiteY6518" fmla="*/ 4425723 h 4587875"/>
              <a:gd name="connsiteX6519" fmla="*/ 3078480 w 9408955"/>
              <a:gd name="connsiteY6519" fmla="*/ 4465410 h 4587875"/>
              <a:gd name="connsiteX6520" fmla="*/ 3096052 w 9408955"/>
              <a:gd name="connsiteY6520" fmla="*/ 4481966 h 4587875"/>
              <a:gd name="connsiteX6521" fmla="*/ 3128913 w 9408955"/>
              <a:gd name="connsiteY6521" fmla="*/ 4483100 h 4587875"/>
              <a:gd name="connsiteX6522" fmla="*/ 3016136 w 9408955"/>
              <a:gd name="connsiteY6522" fmla="*/ 4483222 h 4587875"/>
              <a:gd name="connsiteX6523" fmla="*/ 3037076 w 9408955"/>
              <a:gd name="connsiteY6523" fmla="*/ 4472126 h 4587875"/>
              <a:gd name="connsiteX6524" fmla="*/ 3007595 w 9408955"/>
              <a:gd name="connsiteY6524" fmla="*/ 4418042 h 4587875"/>
              <a:gd name="connsiteX6525" fmla="*/ 2991597 w 9408955"/>
              <a:gd name="connsiteY6525" fmla="*/ 4481483 h 4587875"/>
              <a:gd name="connsiteX6526" fmla="*/ 3016136 w 9408955"/>
              <a:gd name="connsiteY6526" fmla="*/ 4483222 h 4587875"/>
              <a:gd name="connsiteX6527" fmla="*/ 2913793 w 9408955"/>
              <a:gd name="connsiteY6527" fmla="*/ 4483443 h 4587875"/>
              <a:gd name="connsiteX6528" fmla="*/ 2938942 w 9408955"/>
              <a:gd name="connsiteY6528" fmla="*/ 4442640 h 4587875"/>
              <a:gd name="connsiteX6529" fmla="*/ 2873473 w 9408955"/>
              <a:gd name="connsiteY6529" fmla="*/ 4438343 h 4587875"/>
              <a:gd name="connsiteX6530" fmla="*/ 2895372 w 9408955"/>
              <a:gd name="connsiteY6530" fmla="*/ 4482443 h 4587875"/>
              <a:gd name="connsiteX6531" fmla="*/ 2913793 w 9408955"/>
              <a:gd name="connsiteY6531" fmla="*/ 4483443 h 4587875"/>
              <a:gd name="connsiteX6532" fmla="*/ 3623727 w 9408955"/>
              <a:gd name="connsiteY6532" fmla="*/ 4483494 h 4587875"/>
              <a:gd name="connsiteX6533" fmla="*/ 3641896 w 9408955"/>
              <a:gd name="connsiteY6533" fmla="*/ 4479634 h 4587875"/>
              <a:gd name="connsiteX6534" fmla="*/ 3659660 w 9408955"/>
              <a:gd name="connsiteY6534" fmla="*/ 4449779 h 4587875"/>
              <a:gd name="connsiteX6535" fmla="*/ 3594230 w 9408955"/>
              <a:gd name="connsiteY6535" fmla="*/ 4434193 h 4587875"/>
              <a:gd name="connsiteX6536" fmla="*/ 3605709 w 9408955"/>
              <a:gd name="connsiteY6536" fmla="*/ 4478889 h 4587875"/>
              <a:gd name="connsiteX6537" fmla="*/ 3623727 w 9408955"/>
              <a:gd name="connsiteY6537" fmla="*/ 4483494 h 4587875"/>
              <a:gd name="connsiteX6538" fmla="*/ 6912863 w 9408955"/>
              <a:gd name="connsiteY6538" fmla="*/ 4483537 h 4587875"/>
              <a:gd name="connsiteX6539" fmla="*/ 6948479 w 9408955"/>
              <a:gd name="connsiteY6539" fmla="*/ 4450776 h 4587875"/>
              <a:gd name="connsiteX6540" fmla="*/ 6879741 w 9408955"/>
              <a:gd name="connsiteY6540" fmla="*/ 4438561 h 4587875"/>
              <a:gd name="connsiteX6541" fmla="*/ 6894965 w 9408955"/>
              <a:gd name="connsiteY6541" fmla="*/ 4478823 h 4587875"/>
              <a:gd name="connsiteX6542" fmla="*/ 6912863 w 9408955"/>
              <a:gd name="connsiteY6542" fmla="*/ 4483537 h 4587875"/>
              <a:gd name="connsiteX6543" fmla="*/ 3530712 w 9408955"/>
              <a:gd name="connsiteY6543" fmla="*/ 4483584 h 4587875"/>
              <a:gd name="connsiteX6544" fmla="*/ 3562191 w 9408955"/>
              <a:gd name="connsiteY6544" fmla="*/ 4450674 h 4587875"/>
              <a:gd name="connsiteX6545" fmla="*/ 3507263 w 9408955"/>
              <a:gd name="connsiteY6545" fmla="*/ 4420567 h 4587875"/>
              <a:gd name="connsiteX6546" fmla="*/ 3513928 w 9408955"/>
              <a:gd name="connsiteY6546" fmla="*/ 4482835 h 4587875"/>
              <a:gd name="connsiteX6547" fmla="*/ 3530712 w 9408955"/>
              <a:gd name="connsiteY6547" fmla="*/ 4483584 h 4587875"/>
              <a:gd name="connsiteX6548" fmla="*/ 3199388 w 9408955"/>
              <a:gd name="connsiteY6548" fmla="*/ 4484014 h 4587875"/>
              <a:gd name="connsiteX6549" fmla="*/ 3249399 w 9408955"/>
              <a:gd name="connsiteY6549" fmla="*/ 4451053 h 4587875"/>
              <a:gd name="connsiteX6550" fmla="*/ 3181265 w 9408955"/>
              <a:gd name="connsiteY6550" fmla="*/ 4442757 h 4587875"/>
              <a:gd name="connsiteX6551" fmla="*/ 3199388 w 9408955"/>
              <a:gd name="connsiteY6551" fmla="*/ 4484014 h 4587875"/>
              <a:gd name="connsiteX6552" fmla="*/ 3317446 w 9408955"/>
              <a:gd name="connsiteY6552" fmla="*/ 4484418 h 4587875"/>
              <a:gd name="connsiteX6553" fmla="*/ 3352393 w 9408955"/>
              <a:gd name="connsiteY6553" fmla="*/ 4451138 h 4587875"/>
              <a:gd name="connsiteX6554" fmla="*/ 3286214 w 9408955"/>
              <a:gd name="connsiteY6554" fmla="*/ 4436775 h 4587875"/>
              <a:gd name="connsiteX6555" fmla="*/ 3299678 w 9408955"/>
              <a:gd name="connsiteY6555" fmla="*/ 4480777 h 4587875"/>
              <a:gd name="connsiteX6556" fmla="*/ 3317446 w 9408955"/>
              <a:gd name="connsiteY6556" fmla="*/ 4484418 h 4587875"/>
              <a:gd name="connsiteX6557" fmla="*/ 3727657 w 9408955"/>
              <a:gd name="connsiteY6557" fmla="*/ 4484487 h 4587875"/>
              <a:gd name="connsiteX6558" fmla="*/ 3761548 w 9408955"/>
              <a:gd name="connsiteY6558" fmla="*/ 4450369 h 4587875"/>
              <a:gd name="connsiteX6559" fmla="*/ 3696888 w 9408955"/>
              <a:gd name="connsiteY6559" fmla="*/ 4434888 h 4587875"/>
              <a:gd name="connsiteX6560" fmla="*/ 3709775 w 9408955"/>
              <a:gd name="connsiteY6560" fmla="*/ 4480870 h 4587875"/>
              <a:gd name="connsiteX6561" fmla="*/ 3727657 w 9408955"/>
              <a:gd name="connsiteY6561" fmla="*/ 4484487 h 4587875"/>
              <a:gd name="connsiteX6562" fmla="*/ 3949020 w 9408955"/>
              <a:gd name="connsiteY6562" fmla="*/ 4484687 h 4587875"/>
              <a:gd name="connsiteX6563" fmla="*/ 3966535 w 9408955"/>
              <a:gd name="connsiteY6563" fmla="*/ 4441918 h 4587875"/>
              <a:gd name="connsiteX6564" fmla="*/ 3899206 w 9408955"/>
              <a:gd name="connsiteY6564" fmla="*/ 4450609 h 4587875"/>
              <a:gd name="connsiteX6565" fmla="*/ 3949020 w 9408955"/>
              <a:gd name="connsiteY6565" fmla="*/ 4484687 h 4587875"/>
              <a:gd name="connsiteX6566" fmla="*/ 3409629 w 9408955"/>
              <a:gd name="connsiteY6566" fmla="*/ 4587874 h 4587875"/>
              <a:gd name="connsiteX6567" fmla="*/ 3435561 w 9408955"/>
              <a:gd name="connsiteY6567" fmla="*/ 4587874 h 4587875"/>
              <a:gd name="connsiteX6568" fmla="*/ 3452473 w 9408955"/>
              <a:gd name="connsiteY6568" fmla="*/ 4540565 h 4587875"/>
              <a:gd name="connsiteX6569" fmla="*/ 3385726 w 9408955"/>
              <a:gd name="connsiteY6569" fmla="*/ 4547389 h 4587875"/>
              <a:gd name="connsiteX6570" fmla="*/ 3409629 w 9408955"/>
              <a:gd name="connsiteY6570" fmla="*/ 4587874 h 4587875"/>
              <a:gd name="connsiteX6571" fmla="*/ 3302749 w 9408955"/>
              <a:gd name="connsiteY6571" fmla="*/ 4587874 h 4587875"/>
              <a:gd name="connsiteX6572" fmla="*/ 3330190 w 9408955"/>
              <a:gd name="connsiteY6572" fmla="*/ 4587874 h 4587875"/>
              <a:gd name="connsiteX6573" fmla="*/ 3319531 w 9408955"/>
              <a:gd name="connsiteY6573" fmla="*/ 4518789 h 4587875"/>
              <a:gd name="connsiteX6574" fmla="*/ 3302749 w 9408955"/>
              <a:gd name="connsiteY6574" fmla="*/ 4587874 h 4587875"/>
              <a:gd name="connsiteX6575" fmla="*/ 3093760 w 9408955"/>
              <a:gd name="connsiteY6575" fmla="*/ 4587874 h 4587875"/>
              <a:gd name="connsiteX6576" fmla="*/ 3122285 w 9408955"/>
              <a:gd name="connsiteY6576" fmla="*/ 4587874 h 4587875"/>
              <a:gd name="connsiteX6577" fmla="*/ 3144877 w 9408955"/>
              <a:gd name="connsiteY6577" fmla="*/ 4547830 h 4587875"/>
              <a:gd name="connsiteX6578" fmla="*/ 3080067 w 9408955"/>
              <a:gd name="connsiteY6578" fmla="*/ 4547139 h 4587875"/>
              <a:gd name="connsiteX6579" fmla="*/ 3093760 w 9408955"/>
              <a:gd name="connsiteY6579" fmla="*/ 4587874 h 4587875"/>
              <a:gd name="connsiteX6580" fmla="*/ 2894308 w 9408955"/>
              <a:gd name="connsiteY6580" fmla="*/ 4587874 h 4587875"/>
              <a:gd name="connsiteX6581" fmla="*/ 2916987 w 9408955"/>
              <a:gd name="connsiteY6581" fmla="*/ 4587874 h 4587875"/>
              <a:gd name="connsiteX6582" fmla="*/ 2902019 w 9408955"/>
              <a:gd name="connsiteY6582" fmla="*/ 4519987 h 4587875"/>
              <a:gd name="connsiteX6583" fmla="*/ 2894308 w 9408955"/>
              <a:gd name="connsiteY6583" fmla="*/ 4587874 h 4587875"/>
              <a:gd name="connsiteX6584" fmla="*/ 2689286 w 9408955"/>
              <a:gd name="connsiteY6584" fmla="*/ 4587874 h 4587875"/>
              <a:gd name="connsiteX6585" fmla="*/ 2714683 w 9408955"/>
              <a:gd name="connsiteY6585" fmla="*/ 4587874 h 4587875"/>
              <a:gd name="connsiteX6586" fmla="*/ 2702895 w 9408955"/>
              <a:gd name="connsiteY6586" fmla="*/ 4520585 h 4587875"/>
              <a:gd name="connsiteX6587" fmla="*/ 2689286 w 9408955"/>
              <a:gd name="connsiteY6587" fmla="*/ 4587874 h 4587875"/>
              <a:gd name="connsiteX6588" fmla="*/ 2583518 w 9408955"/>
              <a:gd name="connsiteY6588" fmla="*/ 4587874 h 4587875"/>
              <a:gd name="connsiteX6589" fmla="*/ 2608863 w 9408955"/>
              <a:gd name="connsiteY6589" fmla="*/ 4587874 h 4587875"/>
              <a:gd name="connsiteX6590" fmla="*/ 2597100 w 9408955"/>
              <a:gd name="connsiteY6590" fmla="*/ 4519199 h 4587875"/>
              <a:gd name="connsiteX6591" fmla="*/ 2583518 w 9408955"/>
              <a:gd name="connsiteY6591" fmla="*/ 4587874 h 4587875"/>
              <a:gd name="connsiteX6592" fmla="*/ 2483747 w 9408955"/>
              <a:gd name="connsiteY6592" fmla="*/ 4587874 h 4587875"/>
              <a:gd name="connsiteX6593" fmla="*/ 2508559 w 9408955"/>
              <a:gd name="connsiteY6593" fmla="*/ 4587874 h 4587875"/>
              <a:gd name="connsiteX6594" fmla="*/ 2492481 w 9408955"/>
              <a:gd name="connsiteY6594" fmla="*/ 4519019 h 4587875"/>
              <a:gd name="connsiteX6595" fmla="*/ 2483747 w 9408955"/>
              <a:gd name="connsiteY6595" fmla="*/ 4587874 h 4587875"/>
              <a:gd name="connsiteX6596" fmla="*/ 2377934 w 9408955"/>
              <a:gd name="connsiteY6596" fmla="*/ 4587874 h 4587875"/>
              <a:gd name="connsiteX6597" fmla="*/ 2406194 w 9408955"/>
              <a:gd name="connsiteY6597" fmla="*/ 4587874 h 4587875"/>
              <a:gd name="connsiteX6598" fmla="*/ 2425017 w 9408955"/>
              <a:gd name="connsiteY6598" fmla="*/ 4547711 h 4587875"/>
              <a:gd name="connsiteX6599" fmla="*/ 2359581 w 9408955"/>
              <a:gd name="connsiteY6599" fmla="*/ 4547019 h 4587875"/>
              <a:gd name="connsiteX6600" fmla="*/ 2377934 w 9408955"/>
              <a:gd name="connsiteY6600" fmla="*/ 4587874 h 4587875"/>
              <a:gd name="connsiteX6601" fmla="*/ 2275187 w 9408955"/>
              <a:gd name="connsiteY6601" fmla="*/ 4587874 h 4587875"/>
              <a:gd name="connsiteX6602" fmla="*/ 2301025 w 9408955"/>
              <a:gd name="connsiteY6602" fmla="*/ 4587874 h 4587875"/>
              <a:gd name="connsiteX6603" fmla="*/ 2290375 w 9408955"/>
              <a:gd name="connsiteY6603" fmla="*/ 4518980 h 4587875"/>
              <a:gd name="connsiteX6604" fmla="*/ 2275187 w 9408955"/>
              <a:gd name="connsiteY6604" fmla="*/ 4587874 h 4587875"/>
              <a:gd name="connsiteX6605" fmla="*/ 2172828 w 9408955"/>
              <a:gd name="connsiteY6605" fmla="*/ 4587874 h 4587875"/>
              <a:gd name="connsiteX6606" fmla="*/ 2199715 w 9408955"/>
              <a:gd name="connsiteY6606" fmla="*/ 4587874 h 4587875"/>
              <a:gd name="connsiteX6607" fmla="*/ 2218313 w 9408955"/>
              <a:gd name="connsiteY6607" fmla="*/ 4539650 h 4587875"/>
              <a:gd name="connsiteX6608" fmla="*/ 2153330 w 9408955"/>
              <a:gd name="connsiteY6608" fmla="*/ 4547264 h 4587875"/>
              <a:gd name="connsiteX6609" fmla="*/ 2172828 w 9408955"/>
              <a:gd name="connsiteY6609" fmla="*/ 4587874 h 4587875"/>
              <a:gd name="connsiteX6610" fmla="*/ 3507605 w 9408955"/>
              <a:gd name="connsiteY6610" fmla="*/ 4587875 h 4587875"/>
              <a:gd name="connsiteX6611" fmla="*/ 3531229 w 9408955"/>
              <a:gd name="connsiteY6611" fmla="*/ 4587875 h 4587875"/>
              <a:gd name="connsiteX6612" fmla="*/ 3558523 w 9408955"/>
              <a:gd name="connsiteY6612" fmla="*/ 4547956 h 4587875"/>
              <a:gd name="connsiteX6613" fmla="*/ 3491780 w 9408955"/>
              <a:gd name="connsiteY6613" fmla="*/ 4534112 h 4587875"/>
              <a:gd name="connsiteX6614" fmla="*/ 3507605 w 9408955"/>
              <a:gd name="connsiteY6614" fmla="*/ 4587875 h 4587875"/>
              <a:gd name="connsiteX6615" fmla="*/ 3612594 w 9408955"/>
              <a:gd name="connsiteY6615" fmla="*/ 4587875 h 4587875"/>
              <a:gd name="connsiteX6616" fmla="*/ 3636994 w 9408955"/>
              <a:gd name="connsiteY6616" fmla="*/ 4587875 h 4587875"/>
              <a:gd name="connsiteX6617" fmla="*/ 3627326 w 9408955"/>
              <a:gd name="connsiteY6617" fmla="*/ 4520192 h 4587875"/>
              <a:gd name="connsiteX6618" fmla="*/ 3612594 w 9408955"/>
              <a:gd name="connsiteY6618" fmla="*/ 4587875 h 458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</a:cxnLst>
            <a:rect l="l" t="t" r="r" b="b"/>
            <a:pathLst>
              <a:path w="9408955" h="4587875">
                <a:moveTo>
                  <a:pt x="2603853" y="61825"/>
                </a:moveTo>
                <a:cubicBezTo>
                  <a:pt x="2616317" y="60017"/>
                  <a:pt x="2627738" y="52444"/>
                  <a:pt x="2631240" y="39559"/>
                </a:cubicBezTo>
                <a:cubicBezTo>
                  <a:pt x="2636897" y="25544"/>
                  <a:pt x="2627624" y="12433"/>
                  <a:pt x="2622197" y="0"/>
                </a:cubicBezTo>
                <a:lnTo>
                  <a:pt x="2571096" y="0"/>
                </a:lnTo>
                <a:cubicBezTo>
                  <a:pt x="2568386" y="16050"/>
                  <a:pt x="2560699" y="34360"/>
                  <a:pt x="2570192" y="49506"/>
                </a:cubicBezTo>
                <a:cubicBezTo>
                  <a:pt x="2577876" y="59678"/>
                  <a:pt x="2591389" y="63634"/>
                  <a:pt x="2603853" y="61825"/>
                </a:cubicBezTo>
                <a:close/>
                <a:moveTo>
                  <a:pt x="2600397" y="161113"/>
                </a:moveTo>
                <a:cubicBezTo>
                  <a:pt x="2616694" y="159189"/>
                  <a:pt x="2631237" y="146900"/>
                  <a:pt x="2629196" y="128360"/>
                </a:cubicBezTo>
                <a:cubicBezTo>
                  <a:pt x="2630103" y="102053"/>
                  <a:pt x="2594044" y="90487"/>
                  <a:pt x="2576354" y="107269"/>
                </a:cubicBezTo>
                <a:cubicBezTo>
                  <a:pt x="2563654" y="122464"/>
                  <a:pt x="2566149" y="149452"/>
                  <a:pt x="2584065" y="159430"/>
                </a:cubicBezTo>
                <a:cubicBezTo>
                  <a:pt x="2589338" y="161244"/>
                  <a:pt x="2594965" y="161755"/>
                  <a:pt x="2600397" y="161113"/>
                </a:cubicBezTo>
                <a:close/>
                <a:moveTo>
                  <a:pt x="2503793" y="161992"/>
                </a:moveTo>
                <a:cubicBezTo>
                  <a:pt x="2519729" y="157630"/>
                  <a:pt x="2531525" y="139409"/>
                  <a:pt x="2525627" y="121958"/>
                </a:cubicBezTo>
                <a:cubicBezTo>
                  <a:pt x="2520684" y="96180"/>
                  <a:pt x="2481363" y="92074"/>
                  <a:pt x="2469004" y="113974"/>
                </a:cubicBezTo>
                <a:cubicBezTo>
                  <a:pt x="2460466" y="130626"/>
                  <a:pt x="2465634" y="158684"/>
                  <a:pt x="2486980" y="161194"/>
                </a:cubicBezTo>
                <a:cubicBezTo>
                  <a:pt x="2492710" y="163361"/>
                  <a:pt x="2498481" y="163446"/>
                  <a:pt x="2503793" y="161992"/>
                </a:cubicBezTo>
                <a:close/>
                <a:moveTo>
                  <a:pt x="2594321" y="267954"/>
                </a:moveTo>
                <a:cubicBezTo>
                  <a:pt x="2613772" y="269381"/>
                  <a:pt x="2635334" y="255424"/>
                  <a:pt x="2631299" y="233600"/>
                </a:cubicBezTo>
                <a:cubicBezTo>
                  <a:pt x="2636007" y="207660"/>
                  <a:pt x="2603726" y="193674"/>
                  <a:pt x="2583327" y="203599"/>
                </a:cubicBezTo>
                <a:cubicBezTo>
                  <a:pt x="2560461" y="211720"/>
                  <a:pt x="2558891" y="247135"/>
                  <a:pt x="2576601" y="261120"/>
                </a:cubicBezTo>
                <a:cubicBezTo>
                  <a:pt x="2581589" y="265293"/>
                  <a:pt x="2587838" y="267478"/>
                  <a:pt x="2594321" y="267954"/>
                </a:cubicBezTo>
                <a:close/>
                <a:moveTo>
                  <a:pt x="2495126" y="268814"/>
                </a:moveTo>
                <a:cubicBezTo>
                  <a:pt x="2513018" y="268317"/>
                  <a:pt x="2530281" y="255155"/>
                  <a:pt x="2528769" y="234200"/>
                </a:cubicBezTo>
                <a:cubicBezTo>
                  <a:pt x="2531905" y="200718"/>
                  <a:pt x="2484192" y="187325"/>
                  <a:pt x="2466944" y="213418"/>
                </a:cubicBezTo>
                <a:cubicBezTo>
                  <a:pt x="2458880" y="229582"/>
                  <a:pt x="2459552" y="256136"/>
                  <a:pt x="2477696" y="264911"/>
                </a:cubicBezTo>
                <a:cubicBezTo>
                  <a:pt x="2483128" y="267739"/>
                  <a:pt x="2489162" y="268980"/>
                  <a:pt x="2495126" y="268814"/>
                </a:cubicBezTo>
                <a:close/>
                <a:moveTo>
                  <a:pt x="2498498" y="371196"/>
                </a:moveTo>
                <a:cubicBezTo>
                  <a:pt x="2517967" y="369054"/>
                  <a:pt x="2534660" y="350690"/>
                  <a:pt x="2528637" y="329653"/>
                </a:cubicBezTo>
                <a:cubicBezTo>
                  <a:pt x="2525883" y="297985"/>
                  <a:pt x="2472418" y="293687"/>
                  <a:pt x="2463010" y="323093"/>
                </a:cubicBezTo>
                <a:cubicBezTo>
                  <a:pt x="2458880" y="339153"/>
                  <a:pt x="2461404" y="360190"/>
                  <a:pt x="2478843" y="367428"/>
                </a:cubicBezTo>
                <a:cubicBezTo>
                  <a:pt x="2485211" y="370821"/>
                  <a:pt x="2492009" y="371910"/>
                  <a:pt x="2498498" y="371196"/>
                </a:cubicBezTo>
                <a:close/>
                <a:moveTo>
                  <a:pt x="2600790" y="371499"/>
                </a:moveTo>
                <a:cubicBezTo>
                  <a:pt x="2618118" y="370131"/>
                  <a:pt x="2634253" y="357479"/>
                  <a:pt x="2633220" y="338158"/>
                </a:cubicBezTo>
                <a:cubicBezTo>
                  <a:pt x="2638268" y="303507"/>
                  <a:pt x="2586180" y="290512"/>
                  <a:pt x="2569200" y="317641"/>
                </a:cubicBezTo>
                <a:cubicBezTo>
                  <a:pt x="2560480" y="334967"/>
                  <a:pt x="2563922" y="360499"/>
                  <a:pt x="2583656" y="368934"/>
                </a:cubicBezTo>
                <a:cubicBezTo>
                  <a:pt x="2589106" y="371157"/>
                  <a:pt x="2595014" y="371955"/>
                  <a:pt x="2600790" y="371499"/>
                </a:cubicBezTo>
                <a:close/>
                <a:moveTo>
                  <a:pt x="8870155" y="371814"/>
                </a:moveTo>
                <a:cubicBezTo>
                  <a:pt x="8890464" y="369100"/>
                  <a:pt x="8907620" y="346617"/>
                  <a:pt x="8899042" y="324909"/>
                </a:cubicBezTo>
                <a:cubicBezTo>
                  <a:pt x="8892637" y="295275"/>
                  <a:pt x="8844600" y="295505"/>
                  <a:pt x="8834764" y="322152"/>
                </a:cubicBezTo>
                <a:cubicBezTo>
                  <a:pt x="8831104" y="338232"/>
                  <a:pt x="8832476" y="359366"/>
                  <a:pt x="8849632" y="367176"/>
                </a:cubicBezTo>
                <a:cubicBezTo>
                  <a:pt x="8856266" y="371426"/>
                  <a:pt x="8863386" y="372718"/>
                  <a:pt x="8870155" y="371814"/>
                </a:cubicBezTo>
                <a:close/>
                <a:moveTo>
                  <a:pt x="2496285" y="463938"/>
                </a:moveTo>
                <a:cubicBezTo>
                  <a:pt x="2514062" y="462008"/>
                  <a:pt x="2527071" y="439229"/>
                  <a:pt x="2512569" y="422242"/>
                </a:cubicBezTo>
                <a:cubicBezTo>
                  <a:pt x="2489137" y="400049"/>
                  <a:pt x="2458880" y="434367"/>
                  <a:pt x="2477762" y="457933"/>
                </a:cubicBezTo>
                <a:cubicBezTo>
                  <a:pt x="2483905" y="462909"/>
                  <a:pt x="2490359" y="464582"/>
                  <a:pt x="2496285" y="463938"/>
                </a:cubicBezTo>
                <a:close/>
                <a:moveTo>
                  <a:pt x="2712852" y="472937"/>
                </a:moveTo>
                <a:cubicBezTo>
                  <a:pt x="2720761" y="470009"/>
                  <a:pt x="2727621" y="464267"/>
                  <a:pt x="2731250" y="456459"/>
                </a:cubicBezTo>
                <a:cubicBezTo>
                  <a:pt x="2749393" y="429358"/>
                  <a:pt x="2712200" y="388937"/>
                  <a:pt x="2684305" y="407770"/>
                </a:cubicBezTo>
                <a:cubicBezTo>
                  <a:pt x="2657318" y="420401"/>
                  <a:pt x="2660946" y="462660"/>
                  <a:pt x="2688161" y="472535"/>
                </a:cubicBezTo>
                <a:cubicBezTo>
                  <a:pt x="2695985" y="475980"/>
                  <a:pt x="2704943" y="475865"/>
                  <a:pt x="2712852" y="472937"/>
                </a:cubicBezTo>
                <a:close/>
                <a:moveTo>
                  <a:pt x="8983250" y="473120"/>
                </a:moveTo>
                <a:cubicBezTo>
                  <a:pt x="8992998" y="469490"/>
                  <a:pt x="9000922" y="461886"/>
                  <a:pt x="9002291" y="450594"/>
                </a:cubicBezTo>
                <a:cubicBezTo>
                  <a:pt x="9008904" y="425936"/>
                  <a:pt x="8986328" y="395287"/>
                  <a:pt x="8959876" y="404505"/>
                </a:cubicBezTo>
                <a:cubicBezTo>
                  <a:pt x="8930459" y="411879"/>
                  <a:pt x="8926354" y="458429"/>
                  <a:pt x="8953263" y="471795"/>
                </a:cubicBezTo>
                <a:cubicBezTo>
                  <a:pt x="8961929" y="476403"/>
                  <a:pt x="8973501" y="476749"/>
                  <a:pt x="8983250" y="473120"/>
                </a:cubicBezTo>
                <a:close/>
                <a:moveTo>
                  <a:pt x="2600110" y="475201"/>
                </a:moveTo>
                <a:cubicBezTo>
                  <a:pt x="2616326" y="474308"/>
                  <a:pt x="2631678" y="461169"/>
                  <a:pt x="2631678" y="443820"/>
                </a:cubicBezTo>
                <a:cubicBezTo>
                  <a:pt x="2636681" y="418646"/>
                  <a:pt x="2608252" y="395287"/>
                  <a:pt x="2584598" y="406853"/>
                </a:cubicBezTo>
                <a:cubicBezTo>
                  <a:pt x="2557988" y="416832"/>
                  <a:pt x="2557306" y="461736"/>
                  <a:pt x="2584144" y="471714"/>
                </a:cubicBezTo>
                <a:cubicBezTo>
                  <a:pt x="2589204" y="474436"/>
                  <a:pt x="2594705" y="475499"/>
                  <a:pt x="2600110" y="475201"/>
                </a:cubicBezTo>
                <a:close/>
                <a:moveTo>
                  <a:pt x="2710262" y="576847"/>
                </a:moveTo>
                <a:cubicBezTo>
                  <a:pt x="2730120" y="570496"/>
                  <a:pt x="2743892" y="545983"/>
                  <a:pt x="2732150" y="526305"/>
                </a:cubicBezTo>
                <a:cubicBezTo>
                  <a:pt x="2720867" y="501650"/>
                  <a:pt x="2681725" y="501876"/>
                  <a:pt x="2669522" y="525626"/>
                </a:cubicBezTo>
                <a:cubicBezTo>
                  <a:pt x="2657319" y="544173"/>
                  <a:pt x="2669292" y="568828"/>
                  <a:pt x="2689093" y="576292"/>
                </a:cubicBezTo>
                <a:cubicBezTo>
                  <a:pt x="2696346" y="579063"/>
                  <a:pt x="2703642" y="578964"/>
                  <a:pt x="2710262" y="576847"/>
                </a:cubicBezTo>
                <a:close/>
                <a:moveTo>
                  <a:pt x="9078201" y="577165"/>
                </a:moveTo>
                <a:cubicBezTo>
                  <a:pt x="9097882" y="573051"/>
                  <a:pt x="9114033" y="551736"/>
                  <a:pt x="9105569" y="531443"/>
                </a:cubicBezTo>
                <a:cubicBezTo>
                  <a:pt x="9098890" y="504841"/>
                  <a:pt x="9059276" y="498475"/>
                  <a:pt x="9043615" y="520530"/>
                </a:cubicBezTo>
                <a:cubicBezTo>
                  <a:pt x="9027954" y="538037"/>
                  <a:pt x="9036936" y="566458"/>
                  <a:pt x="9058125" y="574870"/>
                </a:cubicBezTo>
                <a:cubicBezTo>
                  <a:pt x="9064689" y="577996"/>
                  <a:pt x="9071641" y="578536"/>
                  <a:pt x="9078201" y="577165"/>
                </a:cubicBezTo>
                <a:close/>
                <a:moveTo>
                  <a:pt x="2600165" y="577696"/>
                </a:moveTo>
                <a:cubicBezTo>
                  <a:pt x="2609421" y="577811"/>
                  <a:pt x="2618085" y="575105"/>
                  <a:pt x="2624162" y="566011"/>
                </a:cubicBezTo>
                <a:cubicBezTo>
                  <a:pt x="2647794" y="539992"/>
                  <a:pt x="2617185" y="493712"/>
                  <a:pt x="2584776" y="509599"/>
                </a:cubicBezTo>
                <a:cubicBezTo>
                  <a:pt x="2558893" y="519270"/>
                  <a:pt x="2564295" y="551735"/>
                  <a:pt x="2572623" y="572458"/>
                </a:cubicBezTo>
                <a:cubicBezTo>
                  <a:pt x="2581063" y="574645"/>
                  <a:pt x="2590909" y="577581"/>
                  <a:pt x="2600165" y="577696"/>
                </a:cubicBezTo>
                <a:close/>
                <a:moveTo>
                  <a:pt x="2500365" y="577739"/>
                </a:moveTo>
                <a:cubicBezTo>
                  <a:pt x="2519787" y="573773"/>
                  <a:pt x="2534458" y="551325"/>
                  <a:pt x="2527824" y="530904"/>
                </a:cubicBezTo>
                <a:cubicBezTo>
                  <a:pt x="2523289" y="510426"/>
                  <a:pt x="2496754" y="501649"/>
                  <a:pt x="2479292" y="511551"/>
                </a:cubicBezTo>
                <a:cubicBezTo>
                  <a:pt x="2454119" y="522802"/>
                  <a:pt x="2454572" y="564434"/>
                  <a:pt x="2479972" y="574785"/>
                </a:cubicBezTo>
                <a:cubicBezTo>
                  <a:pt x="2486889" y="578330"/>
                  <a:pt x="2493891" y="579061"/>
                  <a:pt x="2500365" y="577739"/>
                </a:cubicBezTo>
                <a:close/>
                <a:moveTo>
                  <a:pt x="2714382" y="675777"/>
                </a:moveTo>
                <a:cubicBezTo>
                  <a:pt x="2725155" y="672073"/>
                  <a:pt x="2733831" y="663809"/>
                  <a:pt x="2735670" y="651156"/>
                </a:cubicBezTo>
                <a:cubicBezTo>
                  <a:pt x="2744633" y="618784"/>
                  <a:pt x="2699587" y="596899"/>
                  <a:pt x="2677064" y="618784"/>
                </a:cubicBezTo>
                <a:cubicBezTo>
                  <a:pt x="2658908" y="632007"/>
                  <a:pt x="2662126" y="662099"/>
                  <a:pt x="2680511" y="673042"/>
                </a:cubicBezTo>
                <a:cubicBezTo>
                  <a:pt x="2690739" y="678627"/>
                  <a:pt x="2703609" y="679482"/>
                  <a:pt x="2714382" y="675777"/>
                </a:cubicBezTo>
                <a:close/>
                <a:moveTo>
                  <a:pt x="2610898" y="676934"/>
                </a:moveTo>
                <a:cubicBezTo>
                  <a:pt x="2622546" y="673511"/>
                  <a:pt x="2631795" y="665341"/>
                  <a:pt x="2632258" y="651532"/>
                </a:cubicBezTo>
                <a:cubicBezTo>
                  <a:pt x="2638270" y="627137"/>
                  <a:pt x="2613297" y="606424"/>
                  <a:pt x="2589942" y="611027"/>
                </a:cubicBezTo>
                <a:cubicBezTo>
                  <a:pt x="2561501" y="614479"/>
                  <a:pt x="2555720" y="656825"/>
                  <a:pt x="2575144" y="673856"/>
                </a:cubicBezTo>
                <a:cubicBezTo>
                  <a:pt x="2585202" y="679034"/>
                  <a:pt x="2599250" y="680357"/>
                  <a:pt x="2610898" y="676934"/>
                </a:cubicBezTo>
                <a:close/>
                <a:moveTo>
                  <a:pt x="8361231" y="678230"/>
                </a:moveTo>
                <a:cubicBezTo>
                  <a:pt x="8376426" y="674600"/>
                  <a:pt x="8389224" y="662652"/>
                  <a:pt x="8387082" y="644358"/>
                </a:cubicBezTo>
                <a:cubicBezTo>
                  <a:pt x="8387533" y="618061"/>
                  <a:pt x="8359117" y="610286"/>
                  <a:pt x="8338143" y="609600"/>
                </a:cubicBezTo>
                <a:cubicBezTo>
                  <a:pt x="8323484" y="622177"/>
                  <a:pt x="8310404" y="642529"/>
                  <a:pt x="8321004" y="662194"/>
                </a:cubicBezTo>
                <a:cubicBezTo>
                  <a:pt x="8328446" y="677172"/>
                  <a:pt x="8346037" y="681860"/>
                  <a:pt x="8361231" y="678230"/>
                </a:cubicBezTo>
                <a:close/>
                <a:moveTo>
                  <a:pt x="8143895" y="678611"/>
                </a:moveTo>
                <a:cubicBezTo>
                  <a:pt x="8164020" y="679343"/>
                  <a:pt x="8185145" y="665728"/>
                  <a:pt x="8180842" y="642826"/>
                </a:cubicBezTo>
                <a:cubicBezTo>
                  <a:pt x="8182908" y="612968"/>
                  <a:pt x="8140686" y="600074"/>
                  <a:pt x="8121870" y="620885"/>
                </a:cubicBezTo>
                <a:cubicBezTo>
                  <a:pt x="8110168" y="635588"/>
                  <a:pt x="8108791" y="661148"/>
                  <a:pt x="8125083" y="672910"/>
                </a:cubicBezTo>
                <a:cubicBezTo>
                  <a:pt x="8130590" y="676529"/>
                  <a:pt x="8137187" y="678367"/>
                  <a:pt x="8143895" y="678611"/>
                </a:cubicBezTo>
                <a:close/>
                <a:moveTo>
                  <a:pt x="8243741" y="678864"/>
                </a:moveTo>
                <a:cubicBezTo>
                  <a:pt x="8258734" y="680291"/>
                  <a:pt x="8274250" y="671725"/>
                  <a:pt x="8285201" y="661342"/>
                </a:cubicBezTo>
                <a:cubicBezTo>
                  <a:pt x="8286592" y="639652"/>
                  <a:pt x="8279638" y="607117"/>
                  <a:pt x="8250897" y="610579"/>
                </a:cubicBezTo>
                <a:cubicBezTo>
                  <a:pt x="8217288" y="606425"/>
                  <a:pt x="8202454" y="656035"/>
                  <a:pt x="8229109" y="673802"/>
                </a:cubicBezTo>
                <a:cubicBezTo>
                  <a:pt x="8233803" y="676801"/>
                  <a:pt x="8238743" y="678388"/>
                  <a:pt x="8243741" y="678864"/>
                </a:cubicBezTo>
                <a:close/>
                <a:moveTo>
                  <a:pt x="2802603" y="679463"/>
                </a:moveTo>
                <a:cubicBezTo>
                  <a:pt x="2821721" y="679054"/>
                  <a:pt x="2840621" y="665261"/>
                  <a:pt x="2838084" y="643709"/>
                </a:cubicBezTo>
                <a:cubicBezTo>
                  <a:pt x="2839211" y="617272"/>
                  <a:pt x="2806063" y="603249"/>
                  <a:pt x="2785321" y="615203"/>
                </a:cubicBezTo>
                <a:cubicBezTo>
                  <a:pt x="2763222" y="626238"/>
                  <a:pt x="2762095" y="663479"/>
                  <a:pt x="2784194" y="675203"/>
                </a:cubicBezTo>
                <a:cubicBezTo>
                  <a:pt x="2789831" y="678249"/>
                  <a:pt x="2796230" y="679600"/>
                  <a:pt x="2802603" y="679463"/>
                </a:cubicBezTo>
                <a:close/>
                <a:moveTo>
                  <a:pt x="8044936" y="679733"/>
                </a:moveTo>
                <a:cubicBezTo>
                  <a:pt x="8063960" y="679259"/>
                  <a:pt x="8082235" y="665731"/>
                  <a:pt x="8078762" y="644190"/>
                </a:cubicBezTo>
                <a:cubicBezTo>
                  <a:pt x="8080151" y="613171"/>
                  <a:pt x="8038016" y="600074"/>
                  <a:pt x="8018106" y="620983"/>
                </a:cubicBezTo>
                <a:cubicBezTo>
                  <a:pt x="8005604" y="636838"/>
                  <a:pt x="8007225" y="665559"/>
                  <a:pt x="8026440" y="675669"/>
                </a:cubicBezTo>
                <a:cubicBezTo>
                  <a:pt x="8032170" y="678598"/>
                  <a:pt x="8038595" y="679891"/>
                  <a:pt x="8044936" y="679733"/>
                </a:cubicBezTo>
                <a:close/>
                <a:moveTo>
                  <a:pt x="2912341" y="781050"/>
                </a:moveTo>
                <a:cubicBezTo>
                  <a:pt x="2920056" y="779803"/>
                  <a:pt x="2927461" y="776628"/>
                  <a:pt x="2933566" y="771525"/>
                </a:cubicBezTo>
                <a:cubicBezTo>
                  <a:pt x="2941479" y="757691"/>
                  <a:pt x="2940349" y="740002"/>
                  <a:pt x="2934018" y="725714"/>
                </a:cubicBezTo>
                <a:cubicBezTo>
                  <a:pt x="2919774" y="711200"/>
                  <a:pt x="2893320" y="709612"/>
                  <a:pt x="2879076" y="724580"/>
                </a:cubicBezTo>
                <a:cubicBezTo>
                  <a:pt x="2866866" y="741362"/>
                  <a:pt x="2869579" y="769257"/>
                  <a:pt x="2889250" y="779009"/>
                </a:cubicBezTo>
                <a:cubicBezTo>
                  <a:pt x="2896599" y="781617"/>
                  <a:pt x="2904625" y="782298"/>
                  <a:pt x="2912341" y="781050"/>
                </a:cubicBezTo>
                <a:close/>
                <a:moveTo>
                  <a:pt x="5075431" y="781088"/>
                </a:moveTo>
                <a:cubicBezTo>
                  <a:pt x="5085530" y="778359"/>
                  <a:pt x="5094096" y="771706"/>
                  <a:pt x="5096874" y="760789"/>
                </a:cubicBezTo>
                <a:cubicBezTo>
                  <a:pt x="5106829" y="736906"/>
                  <a:pt x="5083447" y="709612"/>
                  <a:pt x="5057749" y="714844"/>
                </a:cubicBezTo>
                <a:cubicBezTo>
                  <a:pt x="5026727" y="716208"/>
                  <a:pt x="5017929" y="764428"/>
                  <a:pt x="5044784" y="777847"/>
                </a:cubicBezTo>
                <a:cubicBezTo>
                  <a:pt x="5053698" y="782624"/>
                  <a:pt x="5065331" y="783818"/>
                  <a:pt x="5075431" y="781088"/>
                </a:cubicBezTo>
                <a:close/>
                <a:moveTo>
                  <a:pt x="7538490" y="781252"/>
                </a:moveTo>
                <a:cubicBezTo>
                  <a:pt x="7555689" y="777308"/>
                  <a:pt x="7569028" y="759619"/>
                  <a:pt x="7564224" y="740909"/>
                </a:cubicBezTo>
                <a:cubicBezTo>
                  <a:pt x="7562852" y="707344"/>
                  <a:pt x="7505436" y="703262"/>
                  <a:pt x="7498345" y="735466"/>
                </a:cubicBezTo>
                <a:cubicBezTo>
                  <a:pt x="7491254" y="752928"/>
                  <a:pt x="7500404" y="776968"/>
                  <a:pt x="7520534" y="780143"/>
                </a:cubicBezTo>
                <a:cubicBezTo>
                  <a:pt x="7526596" y="782354"/>
                  <a:pt x="7532758" y="782566"/>
                  <a:pt x="7538490" y="781252"/>
                </a:cubicBezTo>
                <a:close/>
                <a:moveTo>
                  <a:pt x="5176257" y="781539"/>
                </a:moveTo>
                <a:cubicBezTo>
                  <a:pt x="5194300" y="776348"/>
                  <a:pt x="5207190" y="755327"/>
                  <a:pt x="5198710" y="736224"/>
                </a:cubicBezTo>
                <a:cubicBezTo>
                  <a:pt x="5191925" y="710299"/>
                  <a:pt x="5155967" y="708025"/>
                  <a:pt x="5139683" y="725763"/>
                </a:cubicBezTo>
                <a:cubicBezTo>
                  <a:pt x="5129054" y="743956"/>
                  <a:pt x="5131542" y="777613"/>
                  <a:pt x="5157097" y="780797"/>
                </a:cubicBezTo>
                <a:cubicBezTo>
                  <a:pt x="5163656" y="783241"/>
                  <a:pt x="5170242" y="783270"/>
                  <a:pt x="5176257" y="781539"/>
                </a:cubicBezTo>
                <a:close/>
                <a:moveTo>
                  <a:pt x="2599978" y="781872"/>
                </a:moveTo>
                <a:cubicBezTo>
                  <a:pt x="2617855" y="780725"/>
                  <a:pt x="2635446" y="767260"/>
                  <a:pt x="2631725" y="747362"/>
                </a:cubicBezTo>
                <a:cubicBezTo>
                  <a:pt x="2635559" y="724263"/>
                  <a:pt x="2609623" y="708024"/>
                  <a:pt x="2589326" y="714199"/>
                </a:cubicBezTo>
                <a:cubicBezTo>
                  <a:pt x="2559332" y="718316"/>
                  <a:pt x="2555723" y="768403"/>
                  <a:pt x="2582786" y="778695"/>
                </a:cubicBezTo>
                <a:cubicBezTo>
                  <a:pt x="2588029" y="781268"/>
                  <a:pt x="2594019" y="782255"/>
                  <a:pt x="2599978" y="781872"/>
                </a:cubicBezTo>
                <a:close/>
                <a:moveTo>
                  <a:pt x="8354052" y="781921"/>
                </a:moveTo>
                <a:cubicBezTo>
                  <a:pt x="8374434" y="780180"/>
                  <a:pt x="8392862" y="761671"/>
                  <a:pt x="8387820" y="739957"/>
                </a:cubicBezTo>
                <a:cubicBezTo>
                  <a:pt x="8384112" y="713512"/>
                  <a:pt x="8347026" y="704849"/>
                  <a:pt x="8328715" y="722175"/>
                </a:cubicBezTo>
                <a:cubicBezTo>
                  <a:pt x="8310404" y="736081"/>
                  <a:pt x="8314576" y="766629"/>
                  <a:pt x="8333814" y="777572"/>
                </a:cubicBezTo>
                <a:cubicBezTo>
                  <a:pt x="8340246" y="781220"/>
                  <a:pt x="8347258" y="782502"/>
                  <a:pt x="8354052" y="781921"/>
                </a:cubicBezTo>
                <a:close/>
                <a:moveTo>
                  <a:pt x="3011988" y="782070"/>
                </a:moveTo>
                <a:cubicBezTo>
                  <a:pt x="3030899" y="779477"/>
                  <a:pt x="3047662" y="760299"/>
                  <a:pt x="3042359" y="740228"/>
                </a:cubicBezTo>
                <a:cubicBezTo>
                  <a:pt x="3039622" y="714602"/>
                  <a:pt x="3005641" y="706437"/>
                  <a:pt x="2986939" y="720498"/>
                </a:cubicBezTo>
                <a:cubicBezTo>
                  <a:pt x="2968466" y="735012"/>
                  <a:pt x="2970291" y="769257"/>
                  <a:pt x="2993097" y="778555"/>
                </a:cubicBezTo>
                <a:cubicBezTo>
                  <a:pt x="2999141" y="781957"/>
                  <a:pt x="3005684" y="782935"/>
                  <a:pt x="3011988" y="782070"/>
                </a:cubicBezTo>
                <a:close/>
                <a:moveTo>
                  <a:pt x="7636110" y="782453"/>
                </a:moveTo>
                <a:cubicBezTo>
                  <a:pt x="7655149" y="779962"/>
                  <a:pt x="7672115" y="761343"/>
                  <a:pt x="7667012" y="740815"/>
                </a:cubicBezTo>
                <a:cubicBezTo>
                  <a:pt x="7664745" y="710957"/>
                  <a:pt x="7617800" y="704849"/>
                  <a:pt x="7603512" y="729053"/>
                </a:cubicBezTo>
                <a:cubicBezTo>
                  <a:pt x="7591266" y="745791"/>
                  <a:pt x="7597843" y="770899"/>
                  <a:pt x="7617120" y="779043"/>
                </a:cubicBezTo>
                <a:cubicBezTo>
                  <a:pt x="7623186" y="782323"/>
                  <a:pt x="7629763" y="783284"/>
                  <a:pt x="7636110" y="782453"/>
                </a:cubicBezTo>
                <a:close/>
                <a:moveTo>
                  <a:pt x="8251166" y="782653"/>
                </a:moveTo>
                <a:cubicBezTo>
                  <a:pt x="8262121" y="782596"/>
                  <a:pt x="8272990" y="778020"/>
                  <a:pt x="8279283" y="768640"/>
                </a:cubicBezTo>
                <a:cubicBezTo>
                  <a:pt x="8284318" y="756971"/>
                  <a:pt x="8282945" y="743702"/>
                  <a:pt x="8285004" y="731118"/>
                </a:cubicBezTo>
                <a:cubicBezTo>
                  <a:pt x="8272647" y="722424"/>
                  <a:pt x="8259375" y="709612"/>
                  <a:pt x="8242899" y="714417"/>
                </a:cubicBezTo>
                <a:cubicBezTo>
                  <a:pt x="8217499" y="716933"/>
                  <a:pt x="8208804" y="751023"/>
                  <a:pt x="8222534" y="769555"/>
                </a:cubicBezTo>
                <a:cubicBezTo>
                  <a:pt x="8229170" y="778249"/>
                  <a:pt x="8240211" y="782710"/>
                  <a:pt x="8251166" y="782653"/>
                </a:cubicBezTo>
                <a:close/>
                <a:moveTo>
                  <a:pt x="2698584" y="782769"/>
                </a:moveTo>
                <a:cubicBezTo>
                  <a:pt x="2717670" y="782844"/>
                  <a:pt x="2736627" y="767883"/>
                  <a:pt x="2735770" y="747024"/>
                </a:cubicBezTo>
                <a:cubicBezTo>
                  <a:pt x="2738286" y="719211"/>
                  <a:pt x="2701229" y="704849"/>
                  <a:pt x="2680414" y="719895"/>
                </a:cubicBezTo>
                <a:cubicBezTo>
                  <a:pt x="2659139" y="730610"/>
                  <a:pt x="2658910" y="766401"/>
                  <a:pt x="2680184" y="777344"/>
                </a:cubicBezTo>
                <a:cubicBezTo>
                  <a:pt x="2685846" y="781049"/>
                  <a:pt x="2692222" y="782744"/>
                  <a:pt x="2698584" y="782769"/>
                </a:cubicBezTo>
                <a:close/>
                <a:moveTo>
                  <a:pt x="8046699" y="782814"/>
                </a:moveTo>
                <a:cubicBezTo>
                  <a:pt x="8066099" y="780378"/>
                  <a:pt x="8082842" y="762097"/>
                  <a:pt x="8076432" y="740195"/>
                </a:cubicBezTo>
                <a:cubicBezTo>
                  <a:pt x="8075307" y="718810"/>
                  <a:pt x="8051239" y="709612"/>
                  <a:pt x="8033470" y="715591"/>
                </a:cubicBezTo>
                <a:cubicBezTo>
                  <a:pt x="8006253" y="721109"/>
                  <a:pt x="8002429" y="768018"/>
                  <a:pt x="8027172" y="779515"/>
                </a:cubicBezTo>
                <a:cubicBezTo>
                  <a:pt x="8033470" y="782677"/>
                  <a:pt x="8040232" y="783626"/>
                  <a:pt x="8046699" y="782814"/>
                </a:cubicBezTo>
                <a:close/>
                <a:moveTo>
                  <a:pt x="8150609" y="782926"/>
                </a:moveTo>
                <a:cubicBezTo>
                  <a:pt x="8169274" y="780567"/>
                  <a:pt x="8184831" y="760663"/>
                  <a:pt x="8179589" y="739984"/>
                </a:cubicBezTo>
                <a:cubicBezTo>
                  <a:pt x="8176884" y="714939"/>
                  <a:pt x="8144416" y="706437"/>
                  <a:pt x="8125701" y="719304"/>
                </a:cubicBezTo>
                <a:cubicBezTo>
                  <a:pt x="8108791" y="734699"/>
                  <a:pt x="8110144" y="768246"/>
                  <a:pt x="8131564" y="778815"/>
                </a:cubicBezTo>
                <a:cubicBezTo>
                  <a:pt x="8137821" y="782549"/>
                  <a:pt x="8144388" y="783712"/>
                  <a:pt x="8150609" y="782926"/>
                </a:cubicBezTo>
                <a:close/>
                <a:moveTo>
                  <a:pt x="4963470" y="783151"/>
                </a:moveTo>
                <a:cubicBezTo>
                  <a:pt x="4981052" y="781823"/>
                  <a:pt x="4997514" y="767832"/>
                  <a:pt x="4996832" y="748659"/>
                </a:cubicBezTo>
                <a:cubicBezTo>
                  <a:pt x="4998879" y="715264"/>
                  <a:pt x="4950430" y="701675"/>
                  <a:pt x="4931095" y="726779"/>
                </a:cubicBezTo>
                <a:cubicBezTo>
                  <a:pt x="4922679" y="745204"/>
                  <a:pt x="4924954" y="771920"/>
                  <a:pt x="4946108" y="779981"/>
                </a:cubicBezTo>
                <a:cubicBezTo>
                  <a:pt x="4951624" y="782629"/>
                  <a:pt x="4957609" y="783594"/>
                  <a:pt x="4963470" y="783151"/>
                </a:cubicBezTo>
                <a:close/>
                <a:moveTo>
                  <a:pt x="7738299" y="783182"/>
                </a:moveTo>
                <a:cubicBezTo>
                  <a:pt x="7755964" y="781928"/>
                  <a:pt x="7773372" y="768093"/>
                  <a:pt x="7772000" y="749070"/>
                </a:cubicBezTo>
                <a:cubicBezTo>
                  <a:pt x="7772457" y="726472"/>
                  <a:pt x="7749590" y="708025"/>
                  <a:pt x="7728095" y="714482"/>
                </a:cubicBezTo>
                <a:cubicBezTo>
                  <a:pt x="7696310" y="718402"/>
                  <a:pt x="7691279" y="769361"/>
                  <a:pt x="7721235" y="779968"/>
                </a:cubicBezTo>
                <a:cubicBezTo>
                  <a:pt x="7726494" y="782620"/>
                  <a:pt x="7732411" y="783600"/>
                  <a:pt x="7738299" y="783182"/>
                </a:cubicBezTo>
                <a:close/>
                <a:moveTo>
                  <a:pt x="2802218" y="783261"/>
                </a:moveTo>
                <a:cubicBezTo>
                  <a:pt x="2820646" y="783208"/>
                  <a:pt x="2838856" y="768855"/>
                  <a:pt x="2838515" y="748975"/>
                </a:cubicBezTo>
                <a:cubicBezTo>
                  <a:pt x="2839879" y="717670"/>
                  <a:pt x="2792576" y="701674"/>
                  <a:pt x="2774380" y="726581"/>
                </a:cubicBezTo>
                <a:cubicBezTo>
                  <a:pt x="2762098" y="741891"/>
                  <a:pt x="2766192" y="769769"/>
                  <a:pt x="2784388" y="778223"/>
                </a:cubicBezTo>
                <a:cubicBezTo>
                  <a:pt x="2789903" y="781708"/>
                  <a:pt x="2796073" y="783279"/>
                  <a:pt x="2802218" y="783261"/>
                </a:cubicBezTo>
                <a:close/>
                <a:moveTo>
                  <a:pt x="7747678" y="882225"/>
                </a:moveTo>
                <a:cubicBezTo>
                  <a:pt x="7755737" y="880269"/>
                  <a:pt x="7763121" y="876073"/>
                  <a:pt x="7768193" y="869043"/>
                </a:cubicBezTo>
                <a:cubicBezTo>
                  <a:pt x="7770673" y="855209"/>
                  <a:pt x="7773829" y="837746"/>
                  <a:pt x="7762331" y="826861"/>
                </a:cubicBezTo>
                <a:cubicBezTo>
                  <a:pt x="7743620" y="811212"/>
                  <a:pt x="7703941" y="816428"/>
                  <a:pt x="7701687" y="845004"/>
                </a:cubicBezTo>
                <a:cubicBezTo>
                  <a:pt x="7697629" y="860879"/>
                  <a:pt x="7707098" y="877888"/>
                  <a:pt x="7723104" y="881970"/>
                </a:cubicBezTo>
                <a:cubicBezTo>
                  <a:pt x="7730882" y="883898"/>
                  <a:pt x="7739618" y="884181"/>
                  <a:pt x="7747678" y="882225"/>
                </a:cubicBezTo>
                <a:close/>
                <a:moveTo>
                  <a:pt x="4947761" y="882383"/>
                </a:moveTo>
                <a:cubicBezTo>
                  <a:pt x="4965769" y="887412"/>
                  <a:pt x="4990616" y="881926"/>
                  <a:pt x="4994719" y="860666"/>
                </a:cubicBezTo>
                <a:cubicBezTo>
                  <a:pt x="5009991" y="823861"/>
                  <a:pt x="4948217" y="801687"/>
                  <a:pt x="4929981" y="832320"/>
                </a:cubicBezTo>
                <a:cubicBezTo>
                  <a:pt x="4921091" y="849922"/>
                  <a:pt x="4926106" y="877582"/>
                  <a:pt x="4947761" y="882383"/>
                </a:cubicBezTo>
                <a:close/>
                <a:moveTo>
                  <a:pt x="2919835" y="882747"/>
                </a:moveTo>
                <a:cubicBezTo>
                  <a:pt x="2929425" y="879620"/>
                  <a:pt x="2937142" y="872672"/>
                  <a:pt x="2938409" y="861207"/>
                </a:cubicBezTo>
                <a:cubicBezTo>
                  <a:pt x="2946242" y="838741"/>
                  <a:pt x="2927121" y="812800"/>
                  <a:pt x="2902931" y="817896"/>
                </a:cubicBezTo>
                <a:cubicBezTo>
                  <a:pt x="2868605" y="815348"/>
                  <a:pt x="2858929" y="870471"/>
                  <a:pt x="2890030" y="881357"/>
                </a:cubicBezTo>
                <a:cubicBezTo>
                  <a:pt x="2898785" y="885179"/>
                  <a:pt x="2910246" y="885874"/>
                  <a:pt x="2919835" y="882747"/>
                </a:cubicBezTo>
                <a:close/>
                <a:moveTo>
                  <a:pt x="5077392" y="882840"/>
                </a:moveTo>
                <a:cubicBezTo>
                  <a:pt x="5087592" y="879875"/>
                  <a:pt x="5095844" y="872802"/>
                  <a:pt x="5097219" y="860710"/>
                </a:cubicBezTo>
                <a:cubicBezTo>
                  <a:pt x="5105241" y="837212"/>
                  <a:pt x="5081632" y="812800"/>
                  <a:pt x="5057795" y="818960"/>
                </a:cubicBezTo>
                <a:cubicBezTo>
                  <a:pt x="5026393" y="819416"/>
                  <a:pt x="5019516" y="867783"/>
                  <a:pt x="5045876" y="880331"/>
                </a:cubicBezTo>
                <a:cubicBezTo>
                  <a:pt x="5055044" y="884665"/>
                  <a:pt x="5067192" y="885806"/>
                  <a:pt x="5077392" y="882840"/>
                </a:cubicBezTo>
                <a:close/>
                <a:moveTo>
                  <a:pt x="7536485" y="882916"/>
                </a:moveTo>
                <a:cubicBezTo>
                  <a:pt x="7544132" y="881890"/>
                  <a:pt x="7551464" y="878867"/>
                  <a:pt x="7557307" y="873734"/>
                </a:cubicBezTo>
                <a:cubicBezTo>
                  <a:pt x="7573804" y="850691"/>
                  <a:pt x="7558911" y="809625"/>
                  <a:pt x="7526375" y="817610"/>
                </a:cubicBezTo>
                <a:cubicBezTo>
                  <a:pt x="7492923" y="815329"/>
                  <a:pt x="7484904" y="868714"/>
                  <a:pt x="7513774" y="880122"/>
                </a:cubicBezTo>
                <a:cubicBezTo>
                  <a:pt x="7520876" y="882974"/>
                  <a:pt x="7528838" y="883943"/>
                  <a:pt x="7536485" y="882916"/>
                </a:cubicBezTo>
                <a:close/>
                <a:moveTo>
                  <a:pt x="3111212" y="883525"/>
                </a:moveTo>
                <a:cubicBezTo>
                  <a:pt x="3144420" y="889000"/>
                  <a:pt x="3155792" y="842231"/>
                  <a:pt x="3134412" y="822839"/>
                </a:cubicBezTo>
                <a:cubicBezTo>
                  <a:pt x="3114624" y="812800"/>
                  <a:pt x="3091879" y="818732"/>
                  <a:pt x="3078004" y="835386"/>
                </a:cubicBezTo>
                <a:cubicBezTo>
                  <a:pt x="3078232" y="856376"/>
                  <a:pt x="3082781" y="886947"/>
                  <a:pt x="3111212" y="883525"/>
                </a:cubicBezTo>
                <a:close/>
                <a:moveTo>
                  <a:pt x="7638343" y="883535"/>
                </a:moveTo>
                <a:cubicBezTo>
                  <a:pt x="7657000" y="881241"/>
                  <a:pt x="7673636" y="866228"/>
                  <a:pt x="7668333" y="845252"/>
                </a:cubicBezTo>
                <a:cubicBezTo>
                  <a:pt x="7667421" y="812097"/>
                  <a:pt x="7610399" y="808037"/>
                  <a:pt x="7601503" y="838260"/>
                </a:cubicBezTo>
                <a:cubicBezTo>
                  <a:pt x="7596029" y="854049"/>
                  <a:pt x="7601275" y="876603"/>
                  <a:pt x="7619750" y="881340"/>
                </a:cubicBezTo>
                <a:cubicBezTo>
                  <a:pt x="7625680" y="883652"/>
                  <a:pt x="7632124" y="884300"/>
                  <a:pt x="7638343" y="883535"/>
                </a:cubicBezTo>
                <a:close/>
                <a:moveTo>
                  <a:pt x="8155342" y="883600"/>
                </a:moveTo>
                <a:cubicBezTo>
                  <a:pt x="8162692" y="882573"/>
                  <a:pt x="8169524" y="879664"/>
                  <a:pt x="8174347" y="873502"/>
                </a:cubicBezTo>
                <a:cubicBezTo>
                  <a:pt x="8191342" y="853192"/>
                  <a:pt x="8176643" y="812800"/>
                  <a:pt x="8146557" y="818505"/>
                </a:cubicBezTo>
                <a:cubicBezTo>
                  <a:pt x="8110041" y="813028"/>
                  <a:pt x="8100854" y="871677"/>
                  <a:pt x="8133237" y="882402"/>
                </a:cubicBezTo>
                <a:cubicBezTo>
                  <a:pt x="8140127" y="883771"/>
                  <a:pt x="8147993" y="884627"/>
                  <a:pt x="8155342" y="883600"/>
                </a:cubicBezTo>
                <a:close/>
                <a:moveTo>
                  <a:pt x="8258580" y="883618"/>
                </a:moveTo>
                <a:cubicBezTo>
                  <a:pt x="8268104" y="881992"/>
                  <a:pt x="8276638" y="877029"/>
                  <a:pt x="8280934" y="867559"/>
                </a:cubicBezTo>
                <a:cubicBezTo>
                  <a:pt x="8283647" y="852954"/>
                  <a:pt x="8285004" y="833785"/>
                  <a:pt x="8271439" y="823972"/>
                </a:cubicBezTo>
                <a:cubicBezTo>
                  <a:pt x="8255839" y="814387"/>
                  <a:pt x="8232553" y="817354"/>
                  <a:pt x="8221022" y="831959"/>
                </a:cubicBezTo>
                <a:cubicBezTo>
                  <a:pt x="8211979" y="846792"/>
                  <a:pt x="8214240" y="870525"/>
                  <a:pt x="8230292" y="879653"/>
                </a:cubicBezTo>
                <a:cubicBezTo>
                  <a:pt x="8238544" y="883533"/>
                  <a:pt x="8249057" y="885244"/>
                  <a:pt x="8258580" y="883618"/>
                </a:cubicBezTo>
                <a:close/>
                <a:moveTo>
                  <a:pt x="7838810" y="883799"/>
                </a:moveTo>
                <a:cubicBezTo>
                  <a:pt x="7857388" y="883873"/>
                  <a:pt x="7876284" y="872211"/>
                  <a:pt x="7874762" y="851008"/>
                </a:cubicBezTo>
                <a:cubicBezTo>
                  <a:pt x="7877016" y="817084"/>
                  <a:pt x="7828546" y="808037"/>
                  <a:pt x="7809383" y="830428"/>
                </a:cubicBezTo>
                <a:cubicBezTo>
                  <a:pt x="7800816" y="846485"/>
                  <a:pt x="7802394" y="871816"/>
                  <a:pt x="7821106" y="879731"/>
                </a:cubicBezTo>
                <a:cubicBezTo>
                  <a:pt x="7826460" y="882445"/>
                  <a:pt x="7832618" y="883774"/>
                  <a:pt x="7838810" y="883799"/>
                </a:cubicBezTo>
                <a:close/>
                <a:moveTo>
                  <a:pt x="3016409" y="883826"/>
                </a:moveTo>
                <a:cubicBezTo>
                  <a:pt x="3023644" y="882754"/>
                  <a:pt x="3030427" y="879798"/>
                  <a:pt x="3035401" y="873770"/>
                </a:cubicBezTo>
                <a:cubicBezTo>
                  <a:pt x="3046254" y="860093"/>
                  <a:pt x="3043993" y="838997"/>
                  <a:pt x="3034045" y="825319"/>
                </a:cubicBezTo>
                <a:cubicBezTo>
                  <a:pt x="3017087" y="812800"/>
                  <a:pt x="2982494" y="813264"/>
                  <a:pt x="2976842" y="838533"/>
                </a:cubicBezTo>
                <a:cubicBezTo>
                  <a:pt x="2971641" y="854992"/>
                  <a:pt x="2977294" y="876552"/>
                  <a:pt x="2994703" y="882580"/>
                </a:cubicBezTo>
                <a:cubicBezTo>
                  <a:pt x="3001486" y="884086"/>
                  <a:pt x="3009174" y="884898"/>
                  <a:pt x="3016409" y="883826"/>
                </a:cubicBezTo>
                <a:close/>
                <a:moveTo>
                  <a:pt x="2594784" y="883830"/>
                </a:moveTo>
                <a:cubicBezTo>
                  <a:pt x="2613669" y="884442"/>
                  <a:pt x="2633828" y="873600"/>
                  <a:pt x="2632434" y="853012"/>
                </a:cubicBezTo>
                <a:cubicBezTo>
                  <a:pt x="2639865" y="816337"/>
                  <a:pt x="2575544" y="804862"/>
                  <a:pt x="2565328" y="837712"/>
                </a:cubicBezTo>
                <a:cubicBezTo>
                  <a:pt x="2562077" y="852112"/>
                  <a:pt x="2563005" y="870562"/>
                  <a:pt x="2577170" y="879337"/>
                </a:cubicBezTo>
                <a:cubicBezTo>
                  <a:pt x="2582337" y="882150"/>
                  <a:pt x="2588490" y="883626"/>
                  <a:pt x="2594784" y="883830"/>
                </a:cubicBezTo>
                <a:close/>
                <a:moveTo>
                  <a:pt x="8351869" y="884032"/>
                </a:moveTo>
                <a:cubicBezTo>
                  <a:pt x="8370075" y="884053"/>
                  <a:pt x="8388182" y="872785"/>
                  <a:pt x="8387665" y="852714"/>
                </a:cubicBezTo>
                <a:cubicBezTo>
                  <a:pt x="8392954" y="816655"/>
                  <a:pt x="8334318" y="804862"/>
                  <a:pt x="8320062" y="835025"/>
                </a:cubicBezTo>
                <a:cubicBezTo>
                  <a:pt x="8310404" y="851127"/>
                  <a:pt x="8317992" y="871991"/>
                  <a:pt x="8334318" y="880155"/>
                </a:cubicBezTo>
                <a:cubicBezTo>
                  <a:pt x="8339722" y="882763"/>
                  <a:pt x="8345801" y="884025"/>
                  <a:pt x="8351869" y="884032"/>
                </a:cubicBezTo>
                <a:close/>
                <a:moveTo>
                  <a:pt x="2803815" y="884091"/>
                </a:moveTo>
                <a:cubicBezTo>
                  <a:pt x="2821900" y="884069"/>
                  <a:pt x="2840176" y="872766"/>
                  <a:pt x="2838988" y="852309"/>
                </a:cubicBezTo>
                <a:cubicBezTo>
                  <a:pt x="2844642" y="815864"/>
                  <a:pt x="2786983" y="804862"/>
                  <a:pt x="2772509" y="834430"/>
                </a:cubicBezTo>
                <a:cubicBezTo>
                  <a:pt x="2763689" y="850017"/>
                  <a:pt x="2768438" y="874313"/>
                  <a:pt x="2786531" y="880273"/>
                </a:cubicBezTo>
                <a:cubicBezTo>
                  <a:pt x="2791789" y="882851"/>
                  <a:pt x="2797796" y="884098"/>
                  <a:pt x="2803815" y="884091"/>
                </a:cubicBezTo>
                <a:close/>
                <a:moveTo>
                  <a:pt x="8047916" y="884227"/>
                </a:moveTo>
                <a:cubicBezTo>
                  <a:pt x="8066727" y="882224"/>
                  <a:pt x="8083325" y="866448"/>
                  <a:pt x="8078363" y="845583"/>
                </a:cubicBezTo>
                <a:cubicBezTo>
                  <a:pt x="8077222" y="812787"/>
                  <a:pt x="8021783" y="808037"/>
                  <a:pt x="8012886" y="838119"/>
                </a:cubicBezTo>
                <a:cubicBezTo>
                  <a:pt x="8008779" y="853499"/>
                  <a:pt x="8011289" y="876117"/>
                  <a:pt x="8029084" y="881319"/>
                </a:cubicBezTo>
                <a:cubicBezTo>
                  <a:pt x="8035130" y="884033"/>
                  <a:pt x="8041646" y="884895"/>
                  <a:pt x="8047916" y="884227"/>
                </a:cubicBezTo>
                <a:close/>
                <a:moveTo>
                  <a:pt x="8456300" y="884327"/>
                </a:moveTo>
                <a:cubicBezTo>
                  <a:pt x="8474271" y="883836"/>
                  <a:pt x="8492750" y="872282"/>
                  <a:pt x="8490044" y="852157"/>
                </a:cubicBezTo>
                <a:cubicBezTo>
                  <a:pt x="8494554" y="816682"/>
                  <a:pt x="8439752" y="806449"/>
                  <a:pt x="8424416" y="833737"/>
                </a:cubicBezTo>
                <a:cubicBezTo>
                  <a:pt x="8413591" y="849655"/>
                  <a:pt x="8421710" y="874214"/>
                  <a:pt x="8439301" y="881036"/>
                </a:cubicBezTo>
                <a:cubicBezTo>
                  <a:pt x="8444375" y="883424"/>
                  <a:pt x="8450309" y="884490"/>
                  <a:pt x="8456300" y="884327"/>
                </a:cubicBezTo>
                <a:close/>
                <a:moveTo>
                  <a:pt x="7943729" y="884376"/>
                </a:moveTo>
                <a:cubicBezTo>
                  <a:pt x="7962573" y="882902"/>
                  <a:pt x="7980209" y="867974"/>
                  <a:pt x="7975461" y="846940"/>
                </a:cubicBezTo>
                <a:cubicBezTo>
                  <a:pt x="7973879" y="813692"/>
                  <a:pt x="7919841" y="808037"/>
                  <a:pt x="7909892" y="838571"/>
                </a:cubicBezTo>
                <a:cubicBezTo>
                  <a:pt x="7907179" y="853725"/>
                  <a:pt x="7907405" y="875664"/>
                  <a:pt x="7925267" y="881093"/>
                </a:cubicBezTo>
                <a:cubicBezTo>
                  <a:pt x="7931032" y="883863"/>
                  <a:pt x="7937448" y="884867"/>
                  <a:pt x="7943729" y="884376"/>
                </a:cubicBezTo>
                <a:close/>
                <a:moveTo>
                  <a:pt x="2701877" y="884687"/>
                </a:moveTo>
                <a:cubicBezTo>
                  <a:pt x="2722365" y="883898"/>
                  <a:pt x="2742468" y="867951"/>
                  <a:pt x="2735953" y="845096"/>
                </a:cubicBezTo>
                <a:cubicBezTo>
                  <a:pt x="2733438" y="817125"/>
                  <a:pt x="2694348" y="811212"/>
                  <a:pt x="2676060" y="827586"/>
                </a:cubicBezTo>
                <a:cubicBezTo>
                  <a:pt x="2658914" y="840548"/>
                  <a:pt x="2663029" y="871476"/>
                  <a:pt x="2682232" y="880118"/>
                </a:cubicBezTo>
                <a:cubicBezTo>
                  <a:pt x="2688176" y="883529"/>
                  <a:pt x="2695048" y="884950"/>
                  <a:pt x="2701877" y="884687"/>
                </a:cubicBezTo>
                <a:close/>
                <a:moveTo>
                  <a:pt x="5169214" y="885100"/>
                </a:moveTo>
                <a:cubicBezTo>
                  <a:pt x="5188650" y="883547"/>
                  <a:pt x="5206541" y="867302"/>
                  <a:pt x="5200878" y="845528"/>
                </a:cubicBezTo>
                <a:cubicBezTo>
                  <a:pt x="5199505" y="812381"/>
                  <a:pt x="5142755" y="808037"/>
                  <a:pt x="5134746" y="838898"/>
                </a:cubicBezTo>
                <a:cubicBezTo>
                  <a:pt x="5132229" y="853986"/>
                  <a:pt x="5132458" y="875703"/>
                  <a:pt x="5150078" y="881418"/>
                </a:cubicBezTo>
                <a:cubicBezTo>
                  <a:pt x="5156085" y="884504"/>
                  <a:pt x="5162735" y="885618"/>
                  <a:pt x="5169214" y="885100"/>
                </a:cubicBezTo>
                <a:close/>
                <a:moveTo>
                  <a:pt x="7955122" y="985251"/>
                </a:moveTo>
                <a:cubicBezTo>
                  <a:pt x="7964766" y="981840"/>
                  <a:pt x="7972470" y="974563"/>
                  <a:pt x="7973707" y="963079"/>
                </a:cubicBezTo>
                <a:cubicBezTo>
                  <a:pt x="7983379" y="936927"/>
                  <a:pt x="7954363" y="909637"/>
                  <a:pt x="7929395" y="921690"/>
                </a:cubicBezTo>
                <a:cubicBezTo>
                  <a:pt x="7901279" y="926920"/>
                  <a:pt x="7900829" y="973085"/>
                  <a:pt x="7924897" y="984228"/>
                </a:cubicBezTo>
                <a:cubicBezTo>
                  <a:pt x="7933894" y="988207"/>
                  <a:pt x="7945478" y="988662"/>
                  <a:pt x="7955122" y="985251"/>
                </a:cubicBezTo>
                <a:close/>
                <a:moveTo>
                  <a:pt x="5076700" y="986249"/>
                </a:moveTo>
                <a:cubicBezTo>
                  <a:pt x="5086364" y="982828"/>
                  <a:pt x="5094209" y="975416"/>
                  <a:pt x="5095915" y="964127"/>
                </a:cubicBezTo>
                <a:cubicBezTo>
                  <a:pt x="5106829" y="938584"/>
                  <a:pt x="5078633" y="912812"/>
                  <a:pt x="5053621" y="921251"/>
                </a:cubicBezTo>
                <a:cubicBezTo>
                  <a:pt x="5024288" y="926496"/>
                  <a:pt x="5021104" y="971881"/>
                  <a:pt x="5046572" y="984425"/>
                </a:cubicBezTo>
                <a:cubicBezTo>
                  <a:pt x="5055554" y="989100"/>
                  <a:pt x="5067036" y="989670"/>
                  <a:pt x="5076700" y="986249"/>
                </a:cubicBezTo>
                <a:close/>
                <a:moveTo>
                  <a:pt x="8362055" y="987047"/>
                </a:moveTo>
                <a:cubicBezTo>
                  <a:pt x="8384509" y="983823"/>
                  <a:pt x="8388404" y="959870"/>
                  <a:pt x="8389779" y="941215"/>
                </a:cubicBezTo>
                <a:cubicBezTo>
                  <a:pt x="8375344" y="922099"/>
                  <a:pt x="8346245" y="908050"/>
                  <a:pt x="8327228" y="929469"/>
                </a:cubicBezTo>
                <a:cubicBezTo>
                  <a:pt x="8300879" y="952961"/>
                  <a:pt x="8330436" y="996950"/>
                  <a:pt x="8362055" y="987047"/>
                </a:cubicBezTo>
                <a:close/>
                <a:moveTo>
                  <a:pt x="2593809" y="987185"/>
                </a:moveTo>
                <a:cubicBezTo>
                  <a:pt x="2601130" y="988313"/>
                  <a:pt x="2608366" y="988255"/>
                  <a:pt x="2615143" y="984322"/>
                </a:cubicBezTo>
                <a:cubicBezTo>
                  <a:pt x="2632371" y="978308"/>
                  <a:pt x="2633519" y="957026"/>
                  <a:pt x="2630992" y="941528"/>
                </a:cubicBezTo>
                <a:cubicBezTo>
                  <a:pt x="2624560" y="911224"/>
                  <a:pt x="2570810" y="911456"/>
                  <a:pt x="2564837" y="942222"/>
                </a:cubicBezTo>
                <a:cubicBezTo>
                  <a:pt x="2562081" y="956332"/>
                  <a:pt x="2567594" y="969980"/>
                  <a:pt x="2571958" y="982934"/>
                </a:cubicBezTo>
                <a:cubicBezTo>
                  <a:pt x="2579079" y="983744"/>
                  <a:pt x="2586487" y="986057"/>
                  <a:pt x="2593809" y="987185"/>
                </a:cubicBezTo>
                <a:close/>
                <a:moveTo>
                  <a:pt x="3013148" y="987465"/>
                </a:moveTo>
                <a:cubicBezTo>
                  <a:pt x="3031451" y="984904"/>
                  <a:pt x="3047877" y="968616"/>
                  <a:pt x="3043221" y="948728"/>
                </a:cubicBezTo>
                <a:cubicBezTo>
                  <a:pt x="3041841" y="921067"/>
                  <a:pt x="3005050" y="909637"/>
                  <a:pt x="2985505" y="926554"/>
                </a:cubicBezTo>
                <a:cubicBezTo>
                  <a:pt x="2966879" y="942098"/>
                  <a:pt x="2971478" y="976846"/>
                  <a:pt x="2994932" y="985075"/>
                </a:cubicBezTo>
                <a:cubicBezTo>
                  <a:pt x="3000738" y="987647"/>
                  <a:pt x="3007048" y="988319"/>
                  <a:pt x="3013148" y="987465"/>
                </a:cubicBezTo>
                <a:close/>
                <a:moveTo>
                  <a:pt x="8255404" y="987575"/>
                </a:moveTo>
                <a:cubicBezTo>
                  <a:pt x="8273010" y="984716"/>
                  <a:pt x="8288107" y="968252"/>
                  <a:pt x="8283132" y="948823"/>
                </a:cubicBezTo>
                <a:cubicBezTo>
                  <a:pt x="8285191" y="917873"/>
                  <a:pt x="8241272" y="911224"/>
                  <a:pt x="8222972" y="928877"/>
                </a:cubicBezTo>
                <a:cubicBezTo>
                  <a:pt x="8210391" y="946759"/>
                  <a:pt x="8213365" y="979773"/>
                  <a:pt x="8237612" y="985504"/>
                </a:cubicBezTo>
                <a:cubicBezTo>
                  <a:pt x="8243388" y="987969"/>
                  <a:pt x="8249535" y="988528"/>
                  <a:pt x="8255404" y="987575"/>
                </a:cubicBezTo>
                <a:close/>
                <a:moveTo>
                  <a:pt x="8463512" y="987807"/>
                </a:moveTo>
                <a:cubicBezTo>
                  <a:pt x="8480046" y="984362"/>
                  <a:pt x="8493471" y="967602"/>
                  <a:pt x="8490222" y="949287"/>
                </a:cubicBezTo>
                <a:cubicBezTo>
                  <a:pt x="8489082" y="918647"/>
                  <a:pt x="8443934" y="908049"/>
                  <a:pt x="8427061" y="932008"/>
                </a:cubicBezTo>
                <a:cubicBezTo>
                  <a:pt x="8410416" y="950439"/>
                  <a:pt x="8422729" y="982461"/>
                  <a:pt x="8446443" y="986378"/>
                </a:cubicBezTo>
                <a:cubicBezTo>
                  <a:pt x="8452143" y="988624"/>
                  <a:pt x="8458000" y="988955"/>
                  <a:pt x="8463512" y="987807"/>
                </a:cubicBezTo>
                <a:close/>
                <a:moveTo>
                  <a:pt x="3116441" y="987839"/>
                </a:moveTo>
                <a:cubicBezTo>
                  <a:pt x="3133780" y="984906"/>
                  <a:pt x="3148025" y="968664"/>
                  <a:pt x="3143773" y="949070"/>
                </a:cubicBezTo>
                <a:cubicBezTo>
                  <a:pt x="3145133" y="916987"/>
                  <a:pt x="3095240" y="908049"/>
                  <a:pt x="3082313" y="935091"/>
                </a:cubicBezTo>
                <a:cubicBezTo>
                  <a:pt x="3074829" y="952737"/>
                  <a:pt x="3077097" y="980008"/>
                  <a:pt x="3098642" y="985966"/>
                </a:cubicBezTo>
                <a:cubicBezTo>
                  <a:pt x="3104538" y="988315"/>
                  <a:pt x="3110662" y="988817"/>
                  <a:pt x="3116441" y="987839"/>
                </a:cubicBezTo>
                <a:close/>
                <a:moveTo>
                  <a:pt x="2811350" y="987853"/>
                </a:moveTo>
                <a:cubicBezTo>
                  <a:pt x="2828327" y="984647"/>
                  <a:pt x="2843167" y="968231"/>
                  <a:pt x="2838745" y="949764"/>
                </a:cubicBezTo>
                <a:cubicBezTo>
                  <a:pt x="2837611" y="920581"/>
                  <a:pt x="2797257" y="909637"/>
                  <a:pt x="2778887" y="930157"/>
                </a:cubicBezTo>
                <a:cubicBezTo>
                  <a:pt x="2758930" y="946800"/>
                  <a:pt x="2769362" y="981911"/>
                  <a:pt x="2794309" y="986243"/>
                </a:cubicBezTo>
                <a:cubicBezTo>
                  <a:pt x="2799808" y="988523"/>
                  <a:pt x="2805691" y="988922"/>
                  <a:pt x="2811350" y="987853"/>
                </a:cubicBezTo>
                <a:close/>
                <a:moveTo>
                  <a:pt x="4860936" y="987918"/>
                </a:moveTo>
                <a:cubicBezTo>
                  <a:pt x="4877505" y="987099"/>
                  <a:pt x="4894170" y="975916"/>
                  <a:pt x="4893661" y="957716"/>
                </a:cubicBezTo>
                <a:cubicBezTo>
                  <a:pt x="4897279" y="931636"/>
                  <a:pt x="4868105" y="911225"/>
                  <a:pt x="4845038" y="922111"/>
                </a:cubicBezTo>
                <a:cubicBezTo>
                  <a:pt x="4816316" y="930048"/>
                  <a:pt x="4816542" y="976993"/>
                  <a:pt x="4845038" y="985157"/>
                </a:cubicBezTo>
                <a:cubicBezTo>
                  <a:pt x="4849900" y="987312"/>
                  <a:pt x="4855412" y="988191"/>
                  <a:pt x="4860936" y="987918"/>
                </a:cubicBezTo>
                <a:close/>
                <a:moveTo>
                  <a:pt x="5169348" y="987927"/>
                </a:moveTo>
                <a:cubicBezTo>
                  <a:pt x="5188133" y="986823"/>
                  <a:pt x="5205453" y="970840"/>
                  <a:pt x="5201286" y="950101"/>
                </a:cubicBezTo>
                <a:cubicBezTo>
                  <a:pt x="5201517" y="918334"/>
                  <a:pt x="5153363" y="908050"/>
                  <a:pt x="5137157" y="933646"/>
                </a:cubicBezTo>
                <a:cubicBezTo>
                  <a:pt x="5129054" y="950558"/>
                  <a:pt x="5131369" y="975697"/>
                  <a:pt x="5150816" y="983695"/>
                </a:cubicBezTo>
                <a:cubicBezTo>
                  <a:pt x="5156662" y="987009"/>
                  <a:pt x="5163086" y="988294"/>
                  <a:pt x="5169348" y="987927"/>
                </a:cubicBezTo>
                <a:close/>
                <a:moveTo>
                  <a:pt x="2704854" y="988014"/>
                </a:moveTo>
                <a:cubicBezTo>
                  <a:pt x="2721311" y="986160"/>
                  <a:pt x="2737089" y="973833"/>
                  <a:pt x="2736230" y="956074"/>
                </a:cubicBezTo>
                <a:cubicBezTo>
                  <a:pt x="2738293" y="929177"/>
                  <a:pt x="2706649" y="909637"/>
                  <a:pt x="2683489" y="922741"/>
                </a:cubicBezTo>
                <a:cubicBezTo>
                  <a:pt x="2655743" y="933545"/>
                  <a:pt x="2659642" y="979752"/>
                  <a:pt x="2688763" y="986189"/>
                </a:cubicBezTo>
                <a:cubicBezTo>
                  <a:pt x="2693808" y="988086"/>
                  <a:pt x="2699369" y="988632"/>
                  <a:pt x="2704854" y="988014"/>
                </a:cubicBezTo>
                <a:close/>
                <a:moveTo>
                  <a:pt x="7533749" y="988310"/>
                </a:moveTo>
                <a:cubicBezTo>
                  <a:pt x="7552469" y="986477"/>
                  <a:pt x="7569252" y="970063"/>
                  <a:pt x="7565121" y="949428"/>
                </a:cubicBezTo>
                <a:cubicBezTo>
                  <a:pt x="7565350" y="913730"/>
                  <a:pt x="7504987" y="909637"/>
                  <a:pt x="7497872" y="942834"/>
                </a:cubicBezTo>
                <a:cubicBezTo>
                  <a:pt x="7494429" y="958069"/>
                  <a:pt x="7497642" y="979897"/>
                  <a:pt x="7515086" y="984899"/>
                </a:cubicBezTo>
                <a:cubicBezTo>
                  <a:pt x="7521053" y="987912"/>
                  <a:pt x="7527509" y="988921"/>
                  <a:pt x="7533749" y="988310"/>
                </a:cubicBezTo>
                <a:close/>
                <a:moveTo>
                  <a:pt x="7842676" y="988319"/>
                </a:moveTo>
                <a:cubicBezTo>
                  <a:pt x="7857946" y="986224"/>
                  <a:pt x="7871962" y="974231"/>
                  <a:pt x="7874019" y="958240"/>
                </a:cubicBezTo>
                <a:cubicBezTo>
                  <a:pt x="7880191" y="930958"/>
                  <a:pt x="7844529" y="909637"/>
                  <a:pt x="7821898" y="923622"/>
                </a:cubicBezTo>
                <a:cubicBezTo>
                  <a:pt x="7794466" y="934397"/>
                  <a:pt x="7798352" y="980707"/>
                  <a:pt x="7827384" y="986897"/>
                </a:cubicBezTo>
                <a:cubicBezTo>
                  <a:pt x="7832356" y="988617"/>
                  <a:pt x="7837586" y="989018"/>
                  <a:pt x="7842676" y="988319"/>
                </a:cubicBezTo>
                <a:close/>
                <a:moveTo>
                  <a:pt x="7637146" y="988345"/>
                </a:moveTo>
                <a:cubicBezTo>
                  <a:pt x="7654959" y="986481"/>
                  <a:pt x="7671206" y="970239"/>
                  <a:pt x="7668135" y="950766"/>
                </a:cubicBezTo>
                <a:cubicBezTo>
                  <a:pt x="7666998" y="925262"/>
                  <a:pt x="7634704" y="909637"/>
                  <a:pt x="7614236" y="924343"/>
                </a:cubicBezTo>
                <a:cubicBezTo>
                  <a:pt x="7591266" y="937440"/>
                  <a:pt x="7594223" y="976730"/>
                  <a:pt x="7619467" y="985002"/>
                </a:cubicBezTo>
                <a:cubicBezTo>
                  <a:pt x="7625096" y="987989"/>
                  <a:pt x="7631208" y="988966"/>
                  <a:pt x="7637146" y="988345"/>
                </a:cubicBezTo>
                <a:close/>
                <a:moveTo>
                  <a:pt x="7742996" y="988450"/>
                </a:moveTo>
                <a:cubicBezTo>
                  <a:pt x="7761788" y="984259"/>
                  <a:pt x="7777480" y="963081"/>
                  <a:pt x="7769381" y="943331"/>
                </a:cubicBezTo>
                <a:cubicBezTo>
                  <a:pt x="7762631" y="914458"/>
                  <a:pt x="7718538" y="911224"/>
                  <a:pt x="7705490" y="936171"/>
                </a:cubicBezTo>
                <a:cubicBezTo>
                  <a:pt x="7696041" y="954188"/>
                  <a:pt x="7703240" y="980751"/>
                  <a:pt x="7723937" y="986295"/>
                </a:cubicBezTo>
                <a:cubicBezTo>
                  <a:pt x="7730123" y="989355"/>
                  <a:pt x="7736732" y="989846"/>
                  <a:pt x="7742996" y="988450"/>
                </a:cubicBezTo>
                <a:close/>
                <a:moveTo>
                  <a:pt x="2909057" y="988625"/>
                </a:moveTo>
                <a:cubicBezTo>
                  <a:pt x="2927860" y="986622"/>
                  <a:pt x="2944689" y="970379"/>
                  <a:pt x="2940028" y="949637"/>
                </a:cubicBezTo>
                <a:cubicBezTo>
                  <a:pt x="2940489" y="916037"/>
                  <a:pt x="2887326" y="909637"/>
                  <a:pt x="2874438" y="937523"/>
                </a:cubicBezTo>
                <a:cubicBezTo>
                  <a:pt x="2868454" y="953979"/>
                  <a:pt x="2870986" y="979122"/>
                  <a:pt x="2890318" y="985522"/>
                </a:cubicBezTo>
                <a:cubicBezTo>
                  <a:pt x="2896302" y="988379"/>
                  <a:pt x="2902789" y="989293"/>
                  <a:pt x="2909057" y="988625"/>
                </a:cubicBezTo>
                <a:close/>
                <a:moveTo>
                  <a:pt x="5273152" y="988684"/>
                </a:moveTo>
                <a:cubicBezTo>
                  <a:pt x="5291752" y="986920"/>
                  <a:pt x="5308485" y="971031"/>
                  <a:pt x="5303851" y="950076"/>
                </a:cubicBezTo>
                <a:cubicBezTo>
                  <a:pt x="5304537" y="916363"/>
                  <a:pt x="5252593" y="908050"/>
                  <a:pt x="5240236" y="936683"/>
                </a:cubicBezTo>
                <a:cubicBezTo>
                  <a:pt x="5233829" y="953308"/>
                  <a:pt x="5235660" y="978478"/>
                  <a:pt x="5254653" y="985405"/>
                </a:cubicBezTo>
                <a:cubicBezTo>
                  <a:pt x="5260545" y="988291"/>
                  <a:pt x="5266952" y="989273"/>
                  <a:pt x="5273152" y="988684"/>
                </a:cubicBezTo>
                <a:close/>
                <a:moveTo>
                  <a:pt x="8151391" y="988765"/>
                </a:moveTo>
                <a:cubicBezTo>
                  <a:pt x="8169102" y="986493"/>
                  <a:pt x="8184949" y="970208"/>
                  <a:pt x="8180060" y="950322"/>
                </a:cubicBezTo>
                <a:cubicBezTo>
                  <a:pt x="8181634" y="919466"/>
                  <a:pt x="8137352" y="909637"/>
                  <a:pt x="8121168" y="931808"/>
                </a:cubicBezTo>
                <a:cubicBezTo>
                  <a:pt x="8110379" y="948722"/>
                  <a:pt x="8112177" y="978893"/>
                  <a:pt x="8133756" y="985979"/>
                </a:cubicBezTo>
                <a:cubicBezTo>
                  <a:pt x="8139375" y="988722"/>
                  <a:pt x="8145487" y="989522"/>
                  <a:pt x="8151391" y="988765"/>
                </a:cubicBezTo>
                <a:close/>
                <a:moveTo>
                  <a:pt x="8046825" y="988775"/>
                </a:moveTo>
                <a:cubicBezTo>
                  <a:pt x="8065877" y="986902"/>
                  <a:pt x="8083307" y="970964"/>
                  <a:pt x="8078290" y="949829"/>
                </a:cubicBezTo>
                <a:cubicBezTo>
                  <a:pt x="8078290" y="921418"/>
                  <a:pt x="8038846" y="909637"/>
                  <a:pt x="8020393" y="928116"/>
                </a:cubicBezTo>
                <a:cubicBezTo>
                  <a:pt x="8004016" y="943361"/>
                  <a:pt x="8006784" y="976623"/>
                  <a:pt x="8028005" y="985632"/>
                </a:cubicBezTo>
                <a:cubicBezTo>
                  <a:pt x="8033944" y="988461"/>
                  <a:pt x="8040475" y="989400"/>
                  <a:pt x="8046825" y="988775"/>
                </a:cubicBezTo>
                <a:close/>
                <a:moveTo>
                  <a:pt x="4960883" y="992187"/>
                </a:moveTo>
                <a:cubicBezTo>
                  <a:pt x="4979053" y="984641"/>
                  <a:pt x="5002054" y="974351"/>
                  <a:pt x="4996074" y="950112"/>
                </a:cubicBezTo>
                <a:cubicBezTo>
                  <a:pt x="4996074" y="909637"/>
                  <a:pt x="4925691" y="910323"/>
                  <a:pt x="4926151" y="950798"/>
                </a:cubicBezTo>
                <a:cubicBezTo>
                  <a:pt x="4921091" y="973894"/>
                  <a:pt x="4943632" y="984641"/>
                  <a:pt x="4960883" y="992187"/>
                </a:cubicBezTo>
                <a:close/>
                <a:moveTo>
                  <a:pt x="7642982" y="1089764"/>
                </a:moveTo>
                <a:cubicBezTo>
                  <a:pt x="7648355" y="1088378"/>
                  <a:pt x="7653472" y="1085427"/>
                  <a:pt x="7657958" y="1080524"/>
                </a:cubicBezTo>
                <a:cubicBezTo>
                  <a:pt x="7680166" y="1060226"/>
                  <a:pt x="7661996" y="1019402"/>
                  <a:pt x="7632386" y="1023051"/>
                </a:cubicBezTo>
                <a:cubicBezTo>
                  <a:pt x="7605243" y="1019174"/>
                  <a:pt x="7597616" y="1049279"/>
                  <a:pt x="7597840" y="1070489"/>
                </a:cubicBezTo>
                <a:cubicBezTo>
                  <a:pt x="7608440" y="1084002"/>
                  <a:pt x="7626862" y="1093922"/>
                  <a:pt x="7642982" y="1089764"/>
                </a:cubicBezTo>
                <a:close/>
                <a:moveTo>
                  <a:pt x="8052440" y="1090272"/>
                </a:moveTo>
                <a:cubicBezTo>
                  <a:pt x="8063550" y="1088061"/>
                  <a:pt x="8073250" y="1081087"/>
                  <a:pt x="8075731" y="1069067"/>
                </a:cubicBezTo>
                <a:cubicBezTo>
                  <a:pt x="8084979" y="1046842"/>
                  <a:pt x="8067159" y="1019174"/>
                  <a:pt x="8042346" y="1023483"/>
                </a:cubicBezTo>
                <a:cubicBezTo>
                  <a:pt x="8011894" y="1021669"/>
                  <a:pt x="8000841" y="1064078"/>
                  <a:pt x="8020691" y="1082901"/>
                </a:cubicBezTo>
                <a:cubicBezTo>
                  <a:pt x="8028812" y="1089932"/>
                  <a:pt x="8041331" y="1092483"/>
                  <a:pt x="8052440" y="1090272"/>
                </a:cubicBezTo>
                <a:close/>
                <a:moveTo>
                  <a:pt x="5263925" y="1090386"/>
                </a:moveTo>
                <a:cubicBezTo>
                  <a:pt x="5282541" y="1093107"/>
                  <a:pt x="5303243" y="1083072"/>
                  <a:pt x="5303414" y="1061811"/>
                </a:cubicBezTo>
                <a:cubicBezTo>
                  <a:pt x="5310029" y="1035050"/>
                  <a:pt x="5278321" y="1014412"/>
                  <a:pt x="5255053" y="1026205"/>
                </a:cubicBezTo>
                <a:cubicBezTo>
                  <a:pt x="5232241" y="1035277"/>
                  <a:pt x="5233154" y="1066800"/>
                  <a:pt x="5246841" y="1083356"/>
                </a:cubicBezTo>
                <a:cubicBezTo>
                  <a:pt x="5251745" y="1087154"/>
                  <a:pt x="5257719" y="1089479"/>
                  <a:pt x="5263925" y="1090386"/>
                </a:cubicBezTo>
                <a:close/>
                <a:moveTo>
                  <a:pt x="3018021" y="1090438"/>
                </a:moveTo>
                <a:cubicBezTo>
                  <a:pt x="3029058" y="1087937"/>
                  <a:pt x="3038535" y="1080866"/>
                  <a:pt x="3041540" y="1068679"/>
                </a:cubicBezTo>
                <a:cubicBezTo>
                  <a:pt x="3051017" y="1044075"/>
                  <a:pt x="3026978" y="1014412"/>
                  <a:pt x="3000165" y="1023840"/>
                </a:cubicBezTo>
                <a:cubicBezTo>
                  <a:pt x="2970809" y="1026829"/>
                  <a:pt x="2966879" y="1067069"/>
                  <a:pt x="2985140" y="1084775"/>
                </a:cubicBezTo>
                <a:cubicBezTo>
                  <a:pt x="2994386" y="1090869"/>
                  <a:pt x="3006984" y="1092938"/>
                  <a:pt x="3018021" y="1090438"/>
                </a:cubicBezTo>
                <a:close/>
                <a:moveTo>
                  <a:pt x="2592897" y="1090577"/>
                </a:moveTo>
                <a:cubicBezTo>
                  <a:pt x="2611255" y="1092852"/>
                  <a:pt x="2631467" y="1082562"/>
                  <a:pt x="2631467" y="1061811"/>
                </a:cubicBezTo>
                <a:cubicBezTo>
                  <a:pt x="2636698" y="1037998"/>
                  <a:pt x="2613501" y="1017587"/>
                  <a:pt x="2590303" y="1023937"/>
                </a:cubicBezTo>
                <a:cubicBezTo>
                  <a:pt x="2561193" y="1025978"/>
                  <a:pt x="2555735" y="1067707"/>
                  <a:pt x="2575975" y="1084036"/>
                </a:cubicBezTo>
                <a:cubicBezTo>
                  <a:pt x="2580865" y="1087664"/>
                  <a:pt x="2586778" y="1089819"/>
                  <a:pt x="2592897" y="1090577"/>
                </a:cubicBezTo>
                <a:close/>
                <a:moveTo>
                  <a:pt x="5578228" y="1090637"/>
                </a:moveTo>
                <a:cubicBezTo>
                  <a:pt x="5597693" y="1090500"/>
                  <a:pt x="5616870" y="1075054"/>
                  <a:pt x="5613469" y="1053675"/>
                </a:cubicBezTo>
                <a:cubicBezTo>
                  <a:pt x="5613922" y="1019333"/>
                  <a:pt x="5559266" y="1012824"/>
                  <a:pt x="5546340" y="1041779"/>
                </a:cubicBezTo>
                <a:cubicBezTo>
                  <a:pt x="5537041" y="1057042"/>
                  <a:pt x="5545659" y="1076121"/>
                  <a:pt x="5559493" y="1085323"/>
                </a:cubicBezTo>
                <a:cubicBezTo>
                  <a:pt x="5565220" y="1089027"/>
                  <a:pt x="5571740" y="1090682"/>
                  <a:pt x="5578228" y="1090637"/>
                </a:cubicBezTo>
                <a:close/>
                <a:moveTo>
                  <a:pt x="5680483" y="1090778"/>
                </a:moveTo>
                <a:cubicBezTo>
                  <a:pt x="5699504" y="1090523"/>
                  <a:pt x="5718749" y="1075254"/>
                  <a:pt x="5716183" y="1054896"/>
                </a:cubicBezTo>
                <a:cubicBezTo>
                  <a:pt x="5718464" y="1020059"/>
                  <a:pt x="5662126" y="1011237"/>
                  <a:pt x="5649353" y="1041097"/>
                </a:cubicBezTo>
                <a:cubicBezTo>
                  <a:pt x="5640229" y="1056705"/>
                  <a:pt x="5647072" y="1076838"/>
                  <a:pt x="5662354" y="1085660"/>
                </a:cubicBezTo>
                <a:cubicBezTo>
                  <a:pt x="5667828" y="1089279"/>
                  <a:pt x="5674143" y="1090863"/>
                  <a:pt x="5680483" y="1090778"/>
                </a:cubicBezTo>
                <a:close/>
                <a:moveTo>
                  <a:pt x="7941604" y="1090820"/>
                </a:moveTo>
                <a:cubicBezTo>
                  <a:pt x="7960132" y="1090798"/>
                  <a:pt x="7977777" y="1075777"/>
                  <a:pt x="7975256" y="1054680"/>
                </a:cubicBezTo>
                <a:cubicBezTo>
                  <a:pt x="7977049" y="1021826"/>
                  <a:pt x="7929323" y="1012824"/>
                  <a:pt x="7912742" y="1037128"/>
                </a:cubicBezTo>
                <a:cubicBezTo>
                  <a:pt x="7904004" y="1052655"/>
                  <a:pt x="7906693" y="1076509"/>
                  <a:pt x="7923497" y="1085510"/>
                </a:cubicBezTo>
                <a:cubicBezTo>
                  <a:pt x="7929155" y="1089167"/>
                  <a:pt x="7935429" y="1090827"/>
                  <a:pt x="7941604" y="1090820"/>
                </a:cubicBezTo>
                <a:close/>
                <a:moveTo>
                  <a:pt x="3316966" y="1090824"/>
                </a:moveTo>
                <a:cubicBezTo>
                  <a:pt x="3336617" y="1090749"/>
                  <a:pt x="3356073" y="1075576"/>
                  <a:pt x="3352077" y="1053864"/>
                </a:cubicBezTo>
                <a:cubicBezTo>
                  <a:pt x="3353467" y="1019899"/>
                  <a:pt x="3300660" y="1011237"/>
                  <a:pt x="3285605" y="1038591"/>
                </a:cubicBezTo>
                <a:cubicBezTo>
                  <a:pt x="3281204" y="1054775"/>
                  <a:pt x="3281436" y="1076203"/>
                  <a:pt x="3298112" y="1085549"/>
                </a:cubicBezTo>
                <a:cubicBezTo>
                  <a:pt x="3303844" y="1089196"/>
                  <a:pt x="3310416" y="1090848"/>
                  <a:pt x="3316966" y="1090824"/>
                </a:cubicBezTo>
                <a:close/>
                <a:moveTo>
                  <a:pt x="7524986" y="1090876"/>
                </a:moveTo>
                <a:cubicBezTo>
                  <a:pt x="7545709" y="1092821"/>
                  <a:pt x="7567798" y="1077905"/>
                  <a:pt x="7564067" y="1053628"/>
                </a:cubicBezTo>
                <a:cubicBezTo>
                  <a:pt x="7563841" y="1024451"/>
                  <a:pt x="7524043" y="1012825"/>
                  <a:pt x="7505048" y="1031517"/>
                </a:cubicBezTo>
                <a:cubicBezTo>
                  <a:pt x="7491254" y="1045650"/>
                  <a:pt x="7494646" y="1068445"/>
                  <a:pt x="7505726" y="1083033"/>
                </a:cubicBezTo>
                <a:cubicBezTo>
                  <a:pt x="7511323" y="1087706"/>
                  <a:pt x="7518078" y="1090228"/>
                  <a:pt x="7524986" y="1090876"/>
                </a:cubicBezTo>
                <a:close/>
                <a:moveTo>
                  <a:pt x="7839874" y="1090952"/>
                </a:moveTo>
                <a:cubicBezTo>
                  <a:pt x="7861192" y="1089741"/>
                  <a:pt x="7881998" y="1069084"/>
                  <a:pt x="7873130" y="1046627"/>
                </a:cubicBezTo>
                <a:cubicBezTo>
                  <a:pt x="7868127" y="1022171"/>
                  <a:pt x="7834701" y="1015999"/>
                  <a:pt x="7817193" y="1029713"/>
                </a:cubicBezTo>
                <a:cubicBezTo>
                  <a:pt x="7799229" y="1042513"/>
                  <a:pt x="7799911" y="1074284"/>
                  <a:pt x="7819466" y="1085027"/>
                </a:cubicBezTo>
                <a:cubicBezTo>
                  <a:pt x="7825605" y="1089598"/>
                  <a:pt x="7832768" y="1091355"/>
                  <a:pt x="7839874" y="1090952"/>
                </a:cubicBezTo>
                <a:close/>
                <a:moveTo>
                  <a:pt x="7733873" y="1090991"/>
                </a:moveTo>
                <a:cubicBezTo>
                  <a:pt x="7753796" y="1091900"/>
                  <a:pt x="7774331" y="1076126"/>
                  <a:pt x="7771073" y="1054135"/>
                </a:cubicBezTo>
                <a:cubicBezTo>
                  <a:pt x="7771987" y="1032031"/>
                  <a:pt x="7747752" y="1019175"/>
                  <a:pt x="7727861" y="1024588"/>
                </a:cubicBezTo>
                <a:cubicBezTo>
                  <a:pt x="7698367" y="1026167"/>
                  <a:pt x="7691279" y="1070149"/>
                  <a:pt x="7715057" y="1084133"/>
                </a:cubicBezTo>
                <a:cubicBezTo>
                  <a:pt x="7720659" y="1088531"/>
                  <a:pt x="7727232" y="1090688"/>
                  <a:pt x="7733873" y="1090991"/>
                </a:cubicBezTo>
                <a:close/>
                <a:moveTo>
                  <a:pt x="3109429" y="1091056"/>
                </a:moveTo>
                <a:cubicBezTo>
                  <a:pt x="3129152" y="1091872"/>
                  <a:pt x="3149485" y="1076054"/>
                  <a:pt x="3144852" y="1054002"/>
                </a:cubicBezTo>
                <a:cubicBezTo>
                  <a:pt x="3146225" y="1030027"/>
                  <a:pt x="3118313" y="1017587"/>
                  <a:pt x="3097950" y="1025503"/>
                </a:cubicBezTo>
                <a:cubicBezTo>
                  <a:pt x="3073241" y="1032967"/>
                  <a:pt x="3073699" y="1069608"/>
                  <a:pt x="3090858" y="1084310"/>
                </a:cubicBezTo>
                <a:cubicBezTo>
                  <a:pt x="3096349" y="1088664"/>
                  <a:pt x="3102855" y="1090784"/>
                  <a:pt x="3109429" y="1091056"/>
                </a:cubicBezTo>
                <a:close/>
                <a:moveTo>
                  <a:pt x="2914368" y="1091117"/>
                </a:moveTo>
                <a:cubicBezTo>
                  <a:pt x="2929875" y="1087141"/>
                  <a:pt x="2942052" y="1072004"/>
                  <a:pt x="2939007" y="1054436"/>
                </a:cubicBezTo>
                <a:cubicBezTo>
                  <a:pt x="2941262" y="1024418"/>
                  <a:pt x="2899320" y="1014412"/>
                  <a:pt x="2880829" y="1032832"/>
                </a:cubicBezTo>
                <a:cubicBezTo>
                  <a:pt x="2863691" y="1050798"/>
                  <a:pt x="2871358" y="1088093"/>
                  <a:pt x="2898192" y="1091050"/>
                </a:cubicBezTo>
                <a:cubicBezTo>
                  <a:pt x="2903661" y="1092528"/>
                  <a:pt x="2909200" y="1092443"/>
                  <a:pt x="2914368" y="1091117"/>
                </a:cubicBezTo>
                <a:close/>
                <a:moveTo>
                  <a:pt x="4854706" y="1091160"/>
                </a:moveTo>
                <a:cubicBezTo>
                  <a:pt x="4875133" y="1092247"/>
                  <a:pt x="4896199" y="1076772"/>
                  <a:pt x="4892958" y="1053751"/>
                </a:cubicBezTo>
                <a:cubicBezTo>
                  <a:pt x="4893640" y="1018964"/>
                  <a:pt x="4840420" y="1012825"/>
                  <a:pt x="4826319" y="1040564"/>
                </a:cubicBezTo>
                <a:cubicBezTo>
                  <a:pt x="4817904" y="1055115"/>
                  <a:pt x="4823363" y="1073759"/>
                  <a:pt x="4835417" y="1084218"/>
                </a:cubicBezTo>
                <a:cubicBezTo>
                  <a:pt x="4841160" y="1088595"/>
                  <a:pt x="4847897" y="1090798"/>
                  <a:pt x="4854706" y="1091160"/>
                </a:cubicBezTo>
                <a:close/>
                <a:moveTo>
                  <a:pt x="8353181" y="1091182"/>
                </a:moveTo>
                <a:cubicBezTo>
                  <a:pt x="8373634" y="1089586"/>
                  <a:pt x="8392556" y="1068804"/>
                  <a:pt x="8386603" y="1046864"/>
                </a:cubicBezTo>
                <a:cubicBezTo>
                  <a:pt x="8380253" y="1014869"/>
                  <a:pt x="8326505" y="1014412"/>
                  <a:pt x="8318795" y="1045950"/>
                </a:cubicBezTo>
                <a:cubicBezTo>
                  <a:pt x="8311991" y="1060576"/>
                  <a:pt x="8319248" y="1078402"/>
                  <a:pt x="8333082" y="1085715"/>
                </a:cubicBezTo>
                <a:cubicBezTo>
                  <a:pt x="8339375" y="1090115"/>
                  <a:pt x="8346363" y="1091714"/>
                  <a:pt x="8353181" y="1091182"/>
                </a:cubicBezTo>
                <a:close/>
                <a:moveTo>
                  <a:pt x="2698922" y="1091218"/>
                </a:moveTo>
                <a:cubicBezTo>
                  <a:pt x="2718327" y="1091505"/>
                  <a:pt x="2737729" y="1077345"/>
                  <a:pt x="2736023" y="1055914"/>
                </a:cubicBezTo>
                <a:cubicBezTo>
                  <a:pt x="2737161" y="1026885"/>
                  <a:pt x="2699179" y="1014412"/>
                  <a:pt x="2678483" y="1030741"/>
                </a:cubicBezTo>
                <a:cubicBezTo>
                  <a:pt x="2658924" y="1042987"/>
                  <a:pt x="2661880" y="1074057"/>
                  <a:pt x="2680301" y="1085850"/>
                </a:cubicBezTo>
                <a:cubicBezTo>
                  <a:pt x="2685988" y="1089422"/>
                  <a:pt x="2692456" y="1091123"/>
                  <a:pt x="2698922" y="1091218"/>
                </a:cubicBezTo>
                <a:close/>
                <a:moveTo>
                  <a:pt x="5166244" y="1091246"/>
                </a:moveTo>
                <a:cubicBezTo>
                  <a:pt x="5185571" y="1090862"/>
                  <a:pt x="5204218" y="1075858"/>
                  <a:pt x="5201110" y="1054315"/>
                </a:cubicBezTo>
                <a:cubicBezTo>
                  <a:pt x="5202031" y="1023083"/>
                  <a:pt x="5159442" y="1012824"/>
                  <a:pt x="5139644" y="1032886"/>
                </a:cubicBezTo>
                <a:cubicBezTo>
                  <a:pt x="5129054" y="1049072"/>
                  <a:pt x="5129975" y="1074832"/>
                  <a:pt x="5147471" y="1086459"/>
                </a:cubicBezTo>
                <a:cubicBezTo>
                  <a:pt x="5153284" y="1089878"/>
                  <a:pt x="5159802" y="1091374"/>
                  <a:pt x="5166244" y="1091246"/>
                </a:cubicBezTo>
                <a:close/>
                <a:moveTo>
                  <a:pt x="2800638" y="1091249"/>
                </a:moveTo>
                <a:cubicBezTo>
                  <a:pt x="2818336" y="1092248"/>
                  <a:pt x="2837370" y="1081420"/>
                  <a:pt x="2838913" y="1062342"/>
                </a:cubicBezTo>
                <a:cubicBezTo>
                  <a:pt x="2846229" y="1031862"/>
                  <a:pt x="2804160" y="1011237"/>
                  <a:pt x="2781772" y="1029571"/>
                </a:cubicBezTo>
                <a:cubicBezTo>
                  <a:pt x="2762110" y="1042404"/>
                  <a:pt x="2764396" y="1074488"/>
                  <a:pt x="2784059" y="1086175"/>
                </a:cubicBezTo>
                <a:cubicBezTo>
                  <a:pt x="2788974" y="1089269"/>
                  <a:pt x="2794733" y="1090916"/>
                  <a:pt x="2800638" y="1091249"/>
                </a:cubicBezTo>
                <a:close/>
                <a:moveTo>
                  <a:pt x="4958717" y="1091267"/>
                </a:moveTo>
                <a:cubicBezTo>
                  <a:pt x="4978971" y="1091659"/>
                  <a:pt x="4999449" y="1075541"/>
                  <a:pt x="4996396" y="1053317"/>
                </a:cubicBezTo>
                <a:cubicBezTo>
                  <a:pt x="4994813" y="1020516"/>
                  <a:pt x="4944390" y="1012825"/>
                  <a:pt x="4929919" y="1039970"/>
                </a:cubicBezTo>
                <a:cubicBezTo>
                  <a:pt x="4924492" y="1054448"/>
                  <a:pt x="4924266" y="1076164"/>
                  <a:pt x="4939416" y="1084986"/>
                </a:cubicBezTo>
                <a:cubicBezTo>
                  <a:pt x="4945238" y="1089171"/>
                  <a:pt x="4951965" y="1091136"/>
                  <a:pt x="4958717" y="1091267"/>
                </a:cubicBezTo>
                <a:close/>
                <a:moveTo>
                  <a:pt x="8143398" y="1091591"/>
                </a:moveTo>
                <a:cubicBezTo>
                  <a:pt x="8163449" y="1092840"/>
                  <a:pt x="8183790" y="1078070"/>
                  <a:pt x="8180186" y="1054644"/>
                </a:cubicBezTo>
                <a:cubicBezTo>
                  <a:pt x="8183390" y="1019735"/>
                  <a:pt x="8127316" y="1011237"/>
                  <a:pt x="8115643" y="1041094"/>
                </a:cubicBezTo>
                <a:cubicBezTo>
                  <a:pt x="8110379" y="1055333"/>
                  <a:pt x="8111523" y="1074854"/>
                  <a:pt x="8124340" y="1084730"/>
                </a:cubicBezTo>
                <a:cubicBezTo>
                  <a:pt x="8130062" y="1088979"/>
                  <a:pt x="8136714" y="1091175"/>
                  <a:pt x="8143398" y="1091591"/>
                </a:cubicBezTo>
                <a:close/>
                <a:moveTo>
                  <a:pt x="3211349" y="1091628"/>
                </a:moveTo>
                <a:cubicBezTo>
                  <a:pt x="3229200" y="1092665"/>
                  <a:pt x="3247941" y="1082190"/>
                  <a:pt x="3248110" y="1061840"/>
                </a:cubicBezTo>
                <a:cubicBezTo>
                  <a:pt x="3254216" y="1033338"/>
                  <a:pt x="3220974" y="1014412"/>
                  <a:pt x="3197681" y="1027409"/>
                </a:cubicBezTo>
                <a:cubicBezTo>
                  <a:pt x="3175067" y="1037898"/>
                  <a:pt x="3174841" y="1073240"/>
                  <a:pt x="3194515" y="1086693"/>
                </a:cubicBezTo>
                <a:cubicBezTo>
                  <a:pt x="3199547" y="1089657"/>
                  <a:pt x="3205398" y="1091282"/>
                  <a:pt x="3211349" y="1091628"/>
                </a:cubicBezTo>
                <a:close/>
                <a:moveTo>
                  <a:pt x="5063310" y="1091674"/>
                </a:moveTo>
                <a:cubicBezTo>
                  <a:pt x="5082454" y="1091834"/>
                  <a:pt x="5100999" y="1075975"/>
                  <a:pt x="5097795" y="1053976"/>
                </a:cubicBezTo>
                <a:cubicBezTo>
                  <a:pt x="5098020" y="1023053"/>
                  <a:pt x="5056211" y="1014412"/>
                  <a:pt x="5037330" y="1033967"/>
                </a:cubicBezTo>
                <a:cubicBezTo>
                  <a:pt x="5025866" y="1049656"/>
                  <a:pt x="5027215" y="1075349"/>
                  <a:pt x="5044748" y="1085809"/>
                </a:cubicBezTo>
                <a:cubicBezTo>
                  <a:pt x="5050480" y="1089788"/>
                  <a:pt x="5056928" y="1091621"/>
                  <a:pt x="5063310" y="1091674"/>
                </a:cubicBezTo>
                <a:close/>
                <a:moveTo>
                  <a:pt x="8253169" y="1091742"/>
                </a:moveTo>
                <a:cubicBezTo>
                  <a:pt x="8263800" y="1090710"/>
                  <a:pt x="8273892" y="1085375"/>
                  <a:pt x="8279108" y="1075622"/>
                </a:cubicBezTo>
                <a:cubicBezTo>
                  <a:pt x="8291354" y="1053594"/>
                  <a:pt x="8276840" y="1020322"/>
                  <a:pt x="8249399" y="1023534"/>
                </a:cubicBezTo>
                <a:cubicBezTo>
                  <a:pt x="8218329" y="1019174"/>
                  <a:pt x="8205629" y="1061166"/>
                  <a:pt x="8223999" y="1082047"/>
                </a:cubicBezTo>
                <a:cubicBezTo>
                  <a:pt x="8231369" y="1089505"/>
                  <a:pt x="8242538" y="1092775"/>
                  <a:pt x="8253169" y="1091742"/>
                </a:cubicBezTo>
                <a:close/>
                <a:moveTo>
                  <a:pt x="7841132" y="1194396"/>
                </a:moveTo>
                <a:cubicBezTo>
                  <a:pt x="7863487" y="1191802"/>
                  <a:pt x="7884089" y="1165735"/>
                  <a:pt x="7871970" y="1144134"/>
                </a:cubicBezTo>
                <a:cubicBezTo>
                  <a:pt x="7862968" y="1125084"/>
                  <a:pt x="7837114" y="1117600"/>
                  <a:pt x="7819340" y="1129166"/>
                </a:cubicBezTo>
                <a:cubicBezTo>
                  <a:pt x="7797641" y="1141413"/>
                  <a:pt x="7798103" y="1175657"/>
                  <a:pt x="7819340" y="1188131"/>
                </a:cubicBezTo>
                <a:cubicBezTo>
                  <a:pt x="7826034" y="1193517"/>
                  <a:pt x="7833681" y="1195260"/>
                  <a:pt x="7841132" y="1194396"/>
                </a:cubicBezTo>
                <a:close/>
                <a:moveTo>
                  <a:pt x="5057201" y="1194417"/>
                </a:moveTo>
                <a:cubicBezTo>
                  <a:pt x="5062373" y="1195775"/>
                  <a:pt x="5068051" y="1195718"/>
                  <a:pt x="5074176" y="1193712"/>
                </a:cubicBezTo>
                <a:cubicBezTo>
                  <a:pt x="5110004" y="1185227"/>
                  <a:pt x="5105150" y="1123085"/>
                  <a:pt x="5066780" y="1123773"/>
                </a:cubicBezTo>
                <a:cubicBezTo>
                  <a:pt x="5044127" y="1119187"/>
                  <a:pt x="5033725" y="1142118"/>
                  <a:pt x="5025866" y="1158398"/>
                </a:cubicBezTo>
                <a:cubicBezTo>
                  <a:pt x="5030720" y="1173533"/>
                  <a:pt x="5041685" y="1190344"/>
                  <a:pt x="5057201" y="1194417"/>
                </a:cubicBezTo>
                <a:close/>
                <a:moveTo>
                  <a:pt x="8141221" y="1194512"/>
                </a:moveTo>
                <a:cubicBezTo>
                  <a:pt x="8158813" y="1196611"/>
                  <a:pt x="8178630" y="1185289"/>
                  <a:pt x="8179490" y="1166460"/>
                </a:cubicBezTo>
                <a:cubicBezTo>
                  <a:pt x="8184992" y="1145653"/>
                  <a:pt x="8169173" y="1120775"/>
                  <a:pt x="8145789" y="1124168"/>
                </a:cubicBezTo>
                <a:cubicBezTo>
                  <a:pt x="8113005" y="1121680"/>
                  <a:pt x="8100854" y="1170079"/>
                  <a:pt x="8125155" y="1187720"/>
                </a:cubicBezTo>
                <a:cubicBezTo>
                  <a:pt x="8129740" y="1191621"/>
                  <a:pt x="8135357" y="1193812"/>
                  <a:pt x="8141221" y="1194512"/>
                </a:cubicBezTo>
                <a:close/>
                <a:moveTo>
                  <a:pt x="2591354" y="1194531"/>
                </a:moveTo>
                <a:cubicBezTo>
                  <a:pt x="2607221" y="1197194"/>
                  <a:pt x="2625440" y="1189087"/>
                  <a:pt x="2630252" y="1173216"/>
                </a:cubicBezTo>
                <a:cubicBezTo>
                  <a:pt x="2639877" y="1151365"/>
                  <a:pt x="2622689" y="1121694"/>
                  <a:pt x="2597711" y="1123764"/>
                </a:cubicBezTo>
                <a:cubicBezTo>
                  <a:pt x="2565169" y="1120774"/>
                  <a:pt x="2552563" y="1170226"/>
                  <a:pt x="2576856" y="1188167"/>
                </a:cubicBezTo>
                <a:cubicBezTo>
                  <a:pt x="2581038" y="1191559"/>
                  <a:pt x="2586065" y="1193644"/>
                  <a:pt x="2591354" y="1194531"/>
                </a:cubicBezTo>
                <a:close/>
                <a:moveTo>
                  <a:pt x="5278139" y="1194939"/>
                </a:moveTo>
                <a:cubicBezTo>
                  <a:pt x="5288941" y="1192692"/>
                  <a:pt x="5298371" y="1185721"/>
                  <a:pt x="5301114" y="1173854"/>
                </a:cubicBezTo>
                <a:cubicBezTo>
                  <a:pt x="5310029" y="1154727"/>
                  <a:pt x="5297913" y="1125691"/>
                  <a:pt x="5275282" y="1124539"/>
                </a:cubicBezTo>
                <a:cubicBezTo>
                  <a:pt x="5241221" y="1116012"/>
                  <a:pt x="5224304" y="1166249"/>
                  <a:pt x="5246936" y="1187680"/>
                </a:cubicBezTo>
                <a:cubicBezTo>
                  <a:pt x="5255165" y="1194709"/>
                  <a:pt x="5267338" y="1197186"/>
                  <a:pt x="5278139" y="1194939"/>
                </a:cubicBezTo>
                <a:close/>
                <a:moveTo>
                  <a:pt x="4759883" y="1195043"/>
                </a:moveTo>
                <a:cubicBezTo>
                  <a:pt x="4780669" y="1191718"/>
                  <a:pt x="4798666" y="1167676"/>
                  <a:pt x="4788578" y="1146704"/>
                </a:cubicBezTo>
                <a:cubicBezTo>
                  <a:pt x="4781054" y="1123060"/>
                  <a:pt x="4744119" y="1116012"/>
                  <a:pt x="4729756" y="1136928"/>
                </a:cubicBezTo>
                <a:cubicBezTo>
                  <a:pt x="4716304" y="1153524"/>
                  <a:pt x="4720636" y="1179669"/>
                  <a:pt x="4739103" y="1190582"/>
                </a:cubicBezTo>
                <a:cubicBezTo>
                  <a:pt x="4745715" y="1194958"/>
                  <a:pt x="4752954" y="1196152"/>
                  <a:pt x="4759883" y="1195043"/>
                </a:cubicBezTo>
                <a:close/>
                <a:moveTo>
                  <a:pt x="5366860" y="1195203"/>
                </a:moveTo>
                <a:cubicBezTo>
                  <a:pt x="5384706" y="1197886"/>
                  <a:pt x="5405372" y="1186119"/>
                  <a:pt x="5406582" y="1166981"/>
                </a:cubicBezTo>
                <a:cubicBezTo>
                  <a:pt x="5410041" y="1146521"/>
                  <a:pt x="5394361" y="1121234"/>
                  <a:pt x="5371764" y="1123763"/>
                </a:cubicBezTo>
                <a:cubicBezTo>
                  <a:pt x="5338329" y="1120774"/>
                  <a:pt x="5327491" y="1169050"/>
                  <a:pt x="5350780" y="1187441"/>
                </a:cubicBezTo>
                <a:cubicBezTo>
                  <a:pt x="5355277" y="1191809"/>
                  <a:pt x="5360912" y="1194309"/>
                  <a:pt x="5366860" y="1195203"/>
                </a:cubicBezTo>
                <a:close/>
                <a:moveTo>
                  <a:pt x="5167574" y="1195214"/>
                </a:moveTo>
                <a:cubicBezTo>
                  <a:pt x="5187452" y="1193522"/>
                  <a:pt x="5205245" y="1173775"/>
                  <a:pt x="5200455" y="1152358"/>
                </a:cubicBezTo>
                <a:cubicBezTo>
                  <a:pt x="5197946" y="1123574"/>
                  <a:pt x="5154603" y="1112837"/>
                  <a:pt x="5139091" y="1136824"/>
                </a:cubicBezTo>
                <a:cubicBezTo>
                  <a:pt x="5129054" y="1153044"/>
                  <a:pt x="5130195" y="1179315"/>
                  <a:pt x="5147760" y="1190281"/>
                </a:cubicBezTo>
                <a:cubicBezTo>
                  <a:pt x="5154090" y="1194336"/>
                  <a:pt x="5160948" y="1195778"/>
                  <a:pt x="5167574" y="1195214"/>
                </a:cubicBezTo>
                <a:close/>
                <a:moveTo>
                  <a:pt x="3317499" y="1195233"/>
                </a:moveTo>
                <a:cubicBezTo>
                  <a:pt x="3336026" y="1194632"/>
                  <a:pt x="3353713" y="1178568"/>
                  <a:pt x="3352164" y="1158637"/>
                </a:cubicBezTo>
                <a:cubicBezTo>
                  <a:pt x="3354000" y="1132522"/>
                  <a:pt x="3321867" y="1114424"/>
                  <a:pt x="3300293" y="1127711"/>
                </a:cubicBezTo>
                <a:cubicBezTo>
                  <a:pt x="3278947" y="1140998"/>
                  <a:pt x="3278029" y="1176735"/>
                  <a:pt x="3299374" y="1190251"/>
                </a:cubicBezTo>
                <a:cubicBezTo>
                  <a:pt x="3305055" y="1193916"/>
                  <a:pt x="3311324" y="1195434"/>
                  <a:pt x="3317499" y="1195233"/>
                </a:cubicBezTo>
                <a:close/>
                <a:moveTo>
                  <a:pt x="7734925" y="1195254"/>
                </a:moveTo>
                <a:cubicBezTo>
                  <a:pt x="7755729" y="1194665"/>
                  <a:pt x="7776438" y="1172258"/>
                  <a:pt x="7769974" y="1150492"/>
                </a:cubicBezTo>
                <a:cubicBezTo>
                  <a:pt x="7765665" y="1132212"/>
                  <a:pt x="7745935" y="1119187"/>
                  <a:pt x="7727565" y="1124443"/>
                </a:cubicBezTo>
                <a:cubicBezTo>
                  <a:pt x="7698536" y="1128784"/>
                  <a:pt x="7691279" y="1172200"/>
                  <a:pt x="7715092" y="1187739"/>
                </a:cubicBezTo>
                <a:cubicBezTo>
                  <a:pt x="7721045" y="1193223"/>
                  <a:pt x="7727990" y="1195451"/>
                  <a:pt x="7734925" y="1195254"/>
                </a:cubicBezTo>
                <a:close/>
                <a:moveTo>
                  <a:pt x="7941766" y="1195278"/>
                </a:moveTo>
                <a:cubicBezTo>
                  <a:pt x="7960761" y="1194741"/>
                  <a:pt x="7979181" y="1178668"/>
                  <a:pt x="7976111" y="1157695"/>
                </a:cubicBezTo>
                <a:cubicBezTo>
                  <a:pt x="7976111" y="1137753"/>
                  <a:pt x="7957691" y="1119187"/>
                  <a:pt x="7937453" y="1124001"/>
                </a:cubicBezTo>
                <a:cubicBezTo>
                  <a:pt x="7907663" y="1126751"/>
                  <a:pt x="7896066" y="1175802"/>
                  <a:pt x="7923354" y="1190243"/>
                </a:cubicBezTo>
                <a:cubicBezTo>
                  <a:pt x="7929039" y="1193910"/>
                  <a:pt x="7935435" y="1195457"/>
                  <a:pt x="7941766" y="1195278"/>
                </a:cubicBezTo>
                <a:close/>
                <a:moveTo>
                  <a:pt x="3002835" y="1195364"/>
                </a:moveTo>
                <a:cubicBezTo>
                  <a:pt x="3020141" y="1197468"/>
                  <a:pt x="3039029" y="1185272"/>
                  <a:pt x="3042234" y="1166891"/>
                </a:cubicBezTo>
                <a:cubicBezTo>
                  <a:pt x="3049429" y="1140322"/>
                  <a:pt x="3017499" y="1112837"/>
                  <a:pt x="2993440" y="1128183"/>
                </a:cubicBezTo>
                <a:cubicBezTo>
                  <a:pt x="2970954" y="1138261"/>
                  <a:pt x="2970054" y="1171930"/>
                  <a:pt x="2986694" y="1188192"/>
                </a:cubicBezTo>
                <a:cubicBezTo>
                  <a:pt x="2991472" y="1192372"/>
                  <a:pt x="2997065" y="1194663"/>
                  <a:pt x="3002835" y="1195364"/>
                </a:cubicBezTo>
                <a:close/>
                <a:moveTo>
                  <a:pt x="5684463" y="1195366"/>
                </a:moveTo>
                <a:cubicBezTo>
                  <a:pt x="5705629" y="1192118"/>
                  <a:pt x="5724084" y="1168484"/>
                  <a:pt x="5713708" y="1146774"/>
                </a:cubicBezTo>
                <a:cubicBezTo>
                  <a:pt x="5705090" y="1117599"/>
                  <a:pt x="5657465" y="1117599"/>
                  <a:pt x="5649074" y="1146774"/>
                </a:cubicBezTo>
                <a:cubicBezTo>
                  <a:pt x="5640229" y="1162729"/>
                  <a:pt x="5648394" y="1182559"/>
                  <a:pt x="5663362" y="1190993"/>
                </a:cubicBezTo>
                <a:cubicBezTo>
                  <a:pt x="5670052" y="1195266"/>
                  <a:pt x="5677408" y="1196449"/>
                  <a:pt x="5684463" y="1195366"/>
                </a:cubicBezTo>
                <a:close/>
                <a:moveTo>
                  <a:pt x="2804046" y="1195386"/>
                </a:moveTo>
                <a:cubicBezTo>
                  <a:pt x="2824495" y="1194328"/>
                  <a:pt x="2844172" y="1173562"/>
                  <a:pt x="2837998" y="1152026"/>
                </a:cubicBezTo>
                <a:cubicBezTo>
                  <a:pt x="2833654" y="1126730"/>
                  <a:pt x="2797553" y="1114424"/>
                  <a:pt x="2779947" y="1133795"/>
                </a:cubicBezTo>
                <a:cubicBezTo>
                  <a:pt x="2762114" y="1148152"/>
                  <a:pt x="2764172" y="1178006"/>
                  <a:pt x="2784292" y="1189172"/>
                </a:cubicBezTo>
                <a:cubicBezTo>
                  <a:pt x="2790350" y="1193901"/>
                  <a:pt x="2797252" y="1195738"/>
                  <a:pt x="2804046" y="1195386"/>
                </a:cubicBezTo>
                <a:close/>
                <a:moveTo>
                  <a:pt x="2905010" y="1195420"/>
                </a:moveTo>
                <a:cubicBezTo>
                  <a:pt x="2921465" y="1195880"/>
                  <a:pt x="2938275" y="1183834"/>
                  <a:pt x="2939827" y="1166515"/>
                </a:cubicBezTo>
                <a:cubicBezTo>
                  <a:pt x="2944654" y="1145709"/>
                  <a:pt x="2926953" y="1119187"/>
                  <a:pt x="2903735" y="1124446"/>
                </a:cubicBezTo>
                <a:cubicBezTo>
                  <a:pt x="2869712" y="1123989"/>
                  <a:pt x="2860516" y="1176118"/>
                  <a:pt x="2889252" y="1190522"/>
                </a:cubicBezTo>
                <a:cubicBezTo>
                  <a:pt x="2894080" y="1193723"/>
                  <a:pt x="2899525" y="1195266"/>
                  <a:pt x="2905010" y="1195420"/>
                </a:cubicBezTo>
                <a:close/>
                <a:moveTo>
                  <a:pt x="4960624" y="1195432"/>
                </a:moveTo>
                <a:cubicBezTo>
                  <a:pt x="4981522" y="1195090"/>
                  <a:pt x="5003000" y="1173213"/>
                  <a:pt x="4996312" y="1151335"/>
                </a:cubicBezTo>
                <a:cubicBezTo>
                  <a:pt x="4992197" y="1127407"/>
                  <a:pt x="4960417" y="1116012"/>
                  <a:pt x="4941440" y="1130825"/>
                </a:cubicBezTo>
                <a:cubicBezTo>
                  <a:pt x="4922234" y="1143359"/>
                  <a:pt x="4921091" y="1175264"/>
                  <a:pt x="4940983" y="1187798"/>
                </a:cubicBezTo>
                <a:cubicBezTo>
                  <a:pt x="4946756" y="1193267"/>
                  <a:pt x="4953658" y="1195546"/>
                  <a:pt x="4960624" y="1195432"/>
                </a:cubicBezTo>
                <a:close/>
                <a:moveTo>
                  <a:pt x="8044758" y="1195750"/>
                </a:moveTo>
                <a:cubicBezTo>
                  <a:pt x="8063371" y="1194866"/>
                  <a:pt x="8080886" y="1179050"/>
                  <a:pt x="8078132" y="1158759"/>
                </a:cubicBezTo>
                <a:cubicBezTo>
                  <a:pt x="8080656" y="1129657"/>
                  <a:pt x="8043245" y="1114424"/>
                  <a:pt x="8021441" y="1131021"/>
                </a:cubicBezTo>
                <a:cubicBezTo>
                  <a:pt x="8005604" y="1147391"/>
                  <a:pt x="8005604" y="1178539"/>
                  <a:pt x="8026490" y="1191271"/>
                </a:cubicBezTo>
                <a:cubicBezTo>
                  <a:pt x="8032228" y="1194681"/>
                  <a:pt x="8038554" y="1196045"/>
                  <a:pt x="8044758" y="1195750"/>
                </a:cubicBezTo>
                <a:close/>
                <a:moveTo>
                  <a:pt x="3216570" y="1195805"/>
                </a:moveTo>
                <a:cubicBezTo>
                  <a:pt x="3248320" y="1195116"/>
                  <a:pt x="3258979" y="1150081"/>
                  <a:pt x="3234713" y="1131699"/>
                </a:cubicBezTo>
                <a:cubicBezTo>
                  <a:pt x="3212715" y="1111249"/>
                  <a:pt x="3181419" y="1133537"/>
                  <a:pt x="3176429" y="1159042"/>
                </a:cubicBezTo>
                <a:cubicBezTo>
                  <a:pt x="3183913" y="1176045"/>
                  <a:pt x="3194119" y="1198562"/>
                  <a:pt x="3216570" y="1195805"/>
                </a:cubicBezTo>
                <a:close/>
                <a:moveTo>
                  <a:pt x="4861751" y="1196093"/>
                </a:moveTo>
                <a:cubicBezTo>
                  <a:pt x="4881486" y="1193732"/>
                  <a:pt x="4898726" y="1172305"/>
                  <a:pt x="4893541" y="1151523"/>
                </a:cubicBezTo>
                <a:cubicBezTo>
                  <a:pt x="4889393" y="1122668"/>
                  <a:pt x="4843996" y="1114424"/>
                  <a:pt x="4829478" y="1139844"/>
                </a:cubicBezTo>
                <a:cubicBezTo>
                  <a:pt x="4814729" y="1156332"/>
                  <a:pt x="4824177" y="1181523"/>
                  <a:pt x="4841922" y="1191370"/>
                </a:cubicBezTo>
                <a:cubicBezTo>
                  <a:pt x="4848317" y="1195549"/>
                  <a:pt x="4855172" y="1196880"/>
                  <a:pt x="4861751" y="1196093"/>
                </a:cubicBezTo>
                <a:close/>
                <a:moveTo>
                  <a:pt x="8250666" y="1198562"/>
                </a:moveTo>
                <a:cubicBezTo>
                  <a:pt x="8262112" y="1191494"/>
                  <a:pt x="8273558" y="1183971"/>
                  <a:pt x="8284317" y="1175991"/>
                </a:cubicBezTo>
                <a:cubicBezTo>
                  <a:pt x="8282028" y="1160488"/>
                  <a:pt x="8285004" y="1140652"/>
                  <a:pt x="8270124" y="1130393"/>
                </a:cubicBezTo>
                <a:cubicBezTo>
                  <a:pt x="8249293" y="1112837"/>
                  <a:pt x="8213124" y="1130393"/>
                  <a:pt x="8215642" y="1157752"/>
                </a:cubicBezTo>
                <a:cubicBezTo>
                  <a:pt x="8211979" y="1180323"/>
                  <a:pt x="8233497" y="1191039"/>
                  <a:pt x="8250666" y="1198562"/>
                </a:cubicBezTo>
                <a:close/>
                <a:moveTo>
                  <a:pt x="3112135" y="1198562"/>
                </a:moveTo>
                <a:cubicBezTo>
                  <a:pt x="3132726" y="1191226"/>
                  <a:pt x="3151029" y="1174261"/>
                  <a:pt x="3144394" y="1150418"/>
                </a:cubicBezTo>
                <a:cubicBezTo>
                  <a:pt x="3143022" y="1114424"/>
                  <a:pt x="3081478" y="1114654"/>
                  <a:pt x="3079876" y="1150189"/>
                </a:cubicBezTo>
                <a:cubicBezTo>
                  <a:pt x="3073241" y="1174261"/>
                  <a:pt x="3090858" y="1192143"/>
                  <a:pt x="3112135" y="1198562"/>
                </a:cubicBezTo>
                <a:close/>
                <a:moveTo>
                  <a:pt x="2701675" y="1198562"/>
                </a:moveTo>
                <a:cubicBezTo>
                  <a:pt x="2722820" y="1191932"/>
                  <a:pt x="2746240" y="1170211"/>
                  <a:pt x="2732598" y="1146205"/>
                </a:cubicBezTo>
                <a:cubicBezTo>
                  <a:pt x="2723048" y="1114424"/>
                  <a:pt x="2672116" y="1118311"/>
                  <a:pt x="2666886" y="1151006"/>
                </a:cubicBezTo>
                <a:cubicBezTo>
                  <a:pt x="2658927" y="1175241"/>
                  <a:pt x="2682347" y="1191017"/>
                  <a:pt x="2701675" y="1198562"/>
                </a:cubicBezTo>
                <a:close/>
                <a:moveTo>
                  <a:pt x="2812368" y="1296051"/>
                </a:moveTo>
                <a:cubicBezTo>
                  <a:pt x="2834877" y="1292413"/>
                  <a:pt x="2838288" y="1267405"/>
                  <a:pt x="2839879" y="1248990"/>
                </a:cubicBezTo>
                <a:cubicBezTo>
                  <a:pt x="2824646" y="1233531"/>
                  <a:pt x="2798298" y="1216025"/>
                  <a:pt x="2778971" y="1236259"/>
                </a:cubicBezTo>
                <a:cubicBezTo>
                  <a:pt x="2751005" y="1258539"/>
                  <a:pt x="2778744" y="1308100"/>
                  <a:pt x="2812368" y="1296051"/>
                </a:cubicBezTo>
                <a:close/>
                <a:moveTo>
                  <a:pt x="4768380" y="1296060"/>
                </a:moveTo>
                <a:cubicBezTo>
                  <a:pt x="4777921" y="1292851"/>
                  <a:pt x="4786001" y="1286032"/>
                  <a:pt x="4788751" y="1276061"/>
                </a:cubicBezTo>
                <a:cubicBezTo>
                  <a:pt x="4800441" y="1250160"/>
                  <a:pt x="4771790" y="1217612"/>
                  <a:pt x="4744514" y="1228614"/>
                </a:cubicBezTo>
                <a:cubicBezTo>
                  <a:pt x="4716550" y="1237095"/>
                  <a:pt x="4714716" y="1280645"/>
                  <a:pt x="4739242" y="1294398"/>
                </a:cubicBezTo>
                <a:cubicBezTo>
                  <a:pt x="4747837" y="1298868"/>
                  <a:pt x="4758839" y="1299269"/>
                  <a:pt x="4768380" y="1296060"/>
                </a:cubicBezTo>
                <a:close/>
                <a:moveTo>
                  <a:pt x="5178252" y="1297036"/>
                </a:moveTo>
                <a:cubicBezTo>
                  <a:pt x="5187451" y="1293892"/>
                  <a:pt x="5195304" y="1286860"/>
                  <a:pt x="5198333" y="1276799"/>
                </a:cubicBezTo>
                <a:cubicBezTo>
                  <a:pt x="5208429" y="1253017"/>
                  <a:pt x="5188460" y="1222375"/>
                  <a:pt x="5161985" y="1227406"/>
                </a:cubicBezTo>
                <a:cubicBezTo>
                  <a:pt x="5130125" y="1229464"/>
                  <a:pt x="5124291" y="1279085"/>
                  <a:pt x="5150094" y="1293949"/>
                </a:cubicBezTo>
                <a:cubicBezTo>
                  <a:pt x="5158507" y="1299437"/>
                  <a:pt x="5169053" y="1300180"/>
                  <a:pt x="5178252" y="1297036"/>
                </a:cubicBezTo>
                <a:close/>
                <a:moveTo>
                  <a:pt x="4967986" y="1297253"/>
                </a:moveTo>
                <a:cubicBezTo>
                  <a:pt x="4988838" y="1293118"/>
                  <a:pt x="5006193" y="1268922"/>
                  <a:pt x="4994796" y="1248682"/>
                </a:cubicBezTo>
                <a:cubicBezTo>
                  <a:pt x="4984895" y="1223962"/>
                  <a:pt x="4945983" y="1219199"/>
                  <a:pt x="4931938" y="1242105"/>
                </a:cubicBezTo>
                <a:cubicBezTo>
                  <a:pt x="4919504" y="1259794"/>
                  <a:pt x="4926412" y="1285648"/>
                  <a:pt x="4946904" y="1293812"/>
                </a:cubicBezTo>
                <a:cubicBezTo>
                  <a:pt x="4953696" y="1297781"/>
                  <a:pt x="4961035" y="1298631"/>
                  <a:pt x="4967986" y="1297253"/>
                </a:cubicBezTo>
                <a:close/>
                <a:moveTo>
                  <a:pt x="3310591" y="1297670"/>
                </a:moveTo>
                <a:cubicBezTo>
                  <a:pt x="3328335" y="1300601"/>
                  <a:pt x="3347797" y="1290199"/>
                  <a:pt x="3350850" y="1270588"/>
                </a:cubicBezTo>
                <a:cubicBezTo>
                  <a:pt x="3358991" y="1242168"/>
                  <a:pt x="3323713" y="1217612"/>
                  <a:pt x="3299290" y="1231482"/>
                </a:cubicBezTo>
                <a:cubicBezTo>
                  <a:pt x="3279616" y="1243305"/>
                  <a:pt x="3280295" y="1274226"/>
                  <a:pt x="3294089" y="1290142"/>
                </a:cubicBezTo>
                <a:cubicBezTo>
                  <a:pt x="3298951" y="1294234"/>
                  <a:pt x="3304676" y="1296693"/>
                  <a:pt x="3310591" y="1297670"/>
                </a:cubicBezTo>
                <a:close/>
                <a:moveTo>
                  <a:pt x="3012279" y="1297677"/>
                </a:moveTo>
                <a:cubicBezTo>
                  <a:pt x="3031933" y="1295055"/>
                  <a:pt x="3049053" y="1275360"/>
                  <a:pt x="3043158" y="1254897"/>
                </a:cubicBezTo>
                <a:cubicBezTo>
                  <a:pt x="3039229" y="1232387"/>
                  <a:pt x="3011722" y="1219200"/>
                  <a:pt x="2991381" y="1230569"/>
                </a:cubicBezTo>
                <a:cubicBezTo>
                  <a:pt x="2966879" y="1242846"/>
                  <a:pt x="2969653" y="1281498"/>
                  <a:pt x="2992537" y="1294004"/>
                </a:cubicBezTo>
                <a:cubicBezTo>
                  <a:pt x="2998894" y="1297528"/>
                  <a:pt x="3005727" y="1298551"/>
                  <a:pt x="3012279" y="1297677"/>
                </a:cubicBezTo>
                <a:close/>
                <a:moveTo>
                  <a:pt x="5272392" y="1297740"/>
                </a:moveTo>
                <a:cubicBezTo>
                  <a:pt x="5291507" y="1295124"/>
                  <a:pt x="5308096" y="1275488"/>
                  <a:pt x="5302296" y="1254818"/>
                </a:cubicBezTo>
                <a:cubicBezTo>
                  <a:pt x="5300250" y="1227488"/>
                  <a:pt x="5264315" y="1217612"/>
                  <a:pt x="5245892" y="1234607"/>
                </a:cubicBezTo>
                <a:cubicBezTo>
                  <a:pt x="5230654" y="1251373"/>
                  <a:pt x="5233611" y="1281918"/>
                  <a:pt x="5253170" y="1294091"/>
                </a:cubicBezTo>
                <a:cubicBezTo>
                  <a:pt x="5259368" y="1297593"/>
                  <a:pt x="5266020" y="1298612"/>
                  <a:pt x="5272392" y="1297740"/>
                </a:cubicBezTo>
                <a:close/>
                <a:moveTo>
                  <a:pt x="2497353" y="1297768"/>
                </a:moveTo>
                <a:cubicBezTo>
                  <a:pt x="2516375" y="1295234"/>
                  <a:pt x="2532374" y="1275807"/>
                  <a:pt x="2528942" y="1255617"/>
                </a:cubicBezTo>
                <a:cubicBezTo>
                  <a:pt x="2527799" y="1228923"/>
                  <a:pt x="2490284" y="1217612"/>
                  <a:pt x="2472213" y="1235710"/>
                </a:cubicBezTo>
                <a:cubicBezTo>
                  <a:pt x="2454141" y="1250867"/>
                  <a:pt x="2456886" y="1282990"/>
                  <a:pt x="2477931" y="1294075"/>
                </a:cubicBezTo>
                <a:cubicBezTo>
                  <a:pt x="2484336" y="1297581"/>
                  <a:pt x="2491013" y="1298613"/>
                  <a:pt x="2497353" y="1297768"/>
                </a:cubicBezTo>
                <a:close/>
                <a:moveTo>
                  <a:pt x="5066562" y="1297844"/>
                </a:moveTo>
                <a:cubicBezTo>
                  <a:pt x="5087857" y="1295312"/>
                  <a:pt x="5106509" y="1269670"/>
                  <a:pt x="5096022" y="1248130"/>
                </a:cubicBezTo>
                <a:cubicBezTo>
                  <a:pt x="5089834" y="1226705"/>
                  <a:pt x="5061411" y="1222374"/>
                  <a:pt x="5043991" y="1232175"/>
                </a:cubicBezTo>
                <a:cubicBezTo>
                  <a:pt x="5024508" y="1246307"/>
                  <a:pt x="5024279" y="1278673"/>
                  <a:pt x="5045367" y="1291665"/>
                </a:cubicBezTo>
                <a:cubicBezTo>
                  <a:pt x="5052071" y="1296964"/>
                  <a:pt x="5059463" y="1298688"/>
                  <a:pt x="5066562" y="1297844"/>
                </a:cubicBezTo>
                <a:close/>
                <a:moveTo>
                  <a:pt x="5375556" y="1297929"/>
                </a:moveTo>
                <a:cubicBezTo>
                  <a:pt x="5394266" y="1295083"/>
                  <a:pt x="5410042" y="1275450"/>
                  <a:pt x="5405279" y="1255173"/>
                </a:cubicBezTo>
                <a:cubicBezTo>
                  <a:pt x="5405052" y="1230656"/>
                  <a:pt x="5374663" y="1219200"/>
                  <a:pt x="5355840" y="1230886"/>
                </a:cubicBezTo>
                <a:cubicBezTo>
                  <a:pt x="5332254" y="1243029"/>
                  <a:pt x="5332935" y="1282438"/>
                  <a:pt x="5356520" y="1294582"/>
                </a:cubicBezTo>
                <a:cubicBezTo>
                  <a:pt x="5362757" y="1297961"/>
                  <a:pt x="5369319" y="1298878"/>
                  <a:pt x="5375556" y="1297929"/>
                </a:cubicBezTo>
                <a:close/>
                <a:moveTo>
                  <a:pt x="2601220" y="1297977"/>
                </a:moveTo>
                <a:cubicBezTo>
                  <a:pt x="2619782" y="1295030"/>
                  <a:pt x="2635344" y="1275339"/>
                  <a:pt x="2631261" y="1255129"/>
                </a:cubicBezTo>
                <a:cubicBezTo>
                  <a:pt x="2629675" y="1228873"/>
                  <a:pt x="2595203" y="1219200"/>
                  <a:pt x="2575473" y="1232558"/>
                </a:cubicBezTo>
                <a:cubicBezTo>
                  <a:pt x="2558918" y="1249832"/>
                  <a:pt x="2560959" y="1282305"/>
                  <a:pt x="2582277" y="1294742"/>
                </a:cubicBezTo>
                <a:cubicBezTo>
                  <a:pt x="2588513" y="1298082"/>
                  <a:pt x="2595032" y="1298960"/>
                  <a:pt x="2601220" y="1297977"/>
                </a:cubicBezTo>
                <a:close/>
                <a:moveTo>
                  <a:pt x="4860168" y="1298072"/>
                </a:moveTo>
                <a:cubicBezTo>
                  <a:pt x="4877464" y="1296921"/>
                  <a:pt x="4894218" y="1281959"/>
                  <a:pt x="4893877" y="1263544"/>
                </a:cubicBezTo>
                <a:cubicBezTo>
                  <a:pt x="4897279" y="1231943"/>
                  <a:pt x="4851922" y="1214437"/>
                  <a:pt x="4832645" y="1238991"/>
                </a:cubicBezTo>
                <a:cubicBezTo>
                  <a:pt x="4814729" y="1255359"/>
                  <a:pt x="4824481" y="1283550"/>
                  <a:pt x="4843304" y="1294236"/>
                </a:cubicBezTo>
                <a:cubicBezTo>
                  <a:pt x="4848577" y="1297305"/>
                  <a:pt x="4854403" y="1298456"/>
                  <a:pt x="4860168" y="1298072"/>
                </a:cubicBezTo>
                <a:close/>
                <a:moveTo>
                  <a:pt x="3111114" y="1298222"/>
                </a:moveTo>
                <a:cubicBezTo>
                  <a:pt x="3122146" y="1298250"/>
                  <a:pt x="3133178" y="1293276"/>
                  <a:pt x="3138523" y="1283214"/>
                </a:cubicBezTo>
                <a:cubicBezTo>
                  <a:pt x="3149441" y="1267387"/>
                  <a:pt x="3141480" y="1247717"/>
                  <a:pt x="3135566" y="1231437"/>
                </a:cubicBezTo>
                <a:cubicBezTo>
                  <a:pt x="3119644" y="1228724"/>
                  <a:pt x="3103494" y="1228950"/>
                  <a:pt x="3087799" y="1230759"/>
                </a:cubicBezTo>
                <a:cubicBezTo>
                  <a:pt x="3081430" y="1247038"/>
                  <a:pt x="3073241" y="1266935"/>
                  <a:pt x="3083705" y="1283214"/>
                </a:cubicBezTo>
                <a:cubicBezTo>
                  <a:pt x="3089050" y="1293163"/>
                  <a:pt x="3100082" y="1298194"/>
                  <a:pt x="3111114" y="1298222"/>
                </a:cubicBezTo>
                <a:close/>
                <a:moveTo>
                  <a:pt x="3216403" y="1298238"/>
                </a:moveTo>
                <a:cubicBezTo>
                  <a:pt x="3254529" y="1299397"/>
                  <a:pt x="3262154" y="1235656"/>
                  <a:pt x="3224953" y="1227775"/>
                </a:cubicBezTo>
                <a:cubicBezTo>
                  <a:pt x="3200229" y="1219199"/>
                  <a:pt x="3181744" y="1241914"/>
                  <a:pt x="3176429" y="1263470"/>
                </a:cubicBezTo>
                <a:cubicBezTo>
                  <a:pt x="3183592" y="1280159"/>
                  <a:pt x="3193759" y="1303337"/>
                  <a:pt x="3216403" y="1298238"/>
                </a:cubicBezTo>
                <a:close/>
                <a:moveTo>
                  <a:pt x="5471359" y="1298250"/>
                </a:moveTo>
                <a:cubicBezTo>
                  <a:pt x="5488488" y="1299830"/>
                  <a:pt x="5507247" y="1288617"/>
                  <a:pt x="5509123" y="1270260"/>
                </a:cubicBezTo>
                <a:cubicBezTo>
                  <a:pt x="5517991" y="1243243"/>
                  <a:pt x="5485020" y="1217612"/>
                  <a:pt x="5460917" y="1229158"/>
                </a:cubicBezTo>
                <a:cubicBezTo>
                  <a:pt x="5435450" y="1238394"/>
                  <a:pt x="5432266" y="1278110"/>
                  <a:pt x="5455460" y="1292196"/>
                </a:cubicBezTo>
                <a:cubicBezTo>
                  <a:pt x="5460121" y="1295775"/>
                  <a:pt x="5465650" y="1297723"/>
                  <a:pt x="5471359" y="1298250"/>
                </a:cubicBezTo>
                <a:close/>
                <a:moveTo>
                  <a:pt x="2906509" y="1298427"/>
                </a:moveTo>
                <a:cubicBezTo>
                  <a:pt x="2924001" y="1297361"/>
                  <a:pt x="2940700" y="1282866"/>
                  <a:pt x="2939009" y="1263767"/>
                </a:cubicBezTo>
                <a:cubicBezTo>
                  <a:pt x="2943067" y="1236938"/>
                  <a:pt x="2909472" y="1217612"/>
                  <a:pt x="2888052" y="1232391"/>
                </a:cubicBezTo>
                <a:cubicBezTo>
                  <a:pt x="2865279" y="1244669"/>
                  <a:pt x="2867759" y="1282411"/>
                  <a:pt x="2889405" y="1294689"/>
                </a:cubicBezTo>
                <a:cubicBezTo>
                  <a:pt x="2894760" y="1297645"/>
                  <a:pt x="2900679" y="1298782"/>
                  <a:pt x="2906509" y="1298427"/>
                </a:cubicBezTo>
                <a:close/>
                <a:moveTo>
                  <a:pt x="2700817" y="1298518"/>
                </a:moveTo>
                <a:cubicBezTo>
                  <a:pt x="2721435" y="1297621"/>
                  <a:pt x="2741187" y="1276901"/>
                  <a:pt x="2735544" y="1254754"/>
                </a:cubicBezTo>
                <a:cubicBezTo>
                  <a:pt x="2731668" y="1230301"/>
                  <a:pt x="2700429" y="1217612"/>
                  <a:pt x="2681048" y="1233300"/>
                </a:cubicBezTo>
                <a:cubicBezTo>
                  <a:pt x="2658929" y="1245065"/>
                  <a:pt x="2660983" y="1279208"/>
                  <a:pt x="2680820" y="1292127"/>
                </a:cubicBezTo>
                <a:cubicBezTo>
                  <a:pt x="2686977" y="1296914"/>
                  <a:pt x="2693945" y="1298818"/>
                  <a:pt x="2700817" y="1298518"/>
                </a:cubicBezTo>
                <a:close/>
                <a:moveTo>
                  <a:pt x="7943718" y="1298627"/>
                </a:moveTo>
                <a:cubicBezTo>
                  <a:pt x="7962924" y="1296768"/>
                  <a:pt x="7980096" y="1277154"/>
                  <a:pt x="7975008" y="1256129"/>
                </a:cubicBezTo>
                <a:cubicBezTo>
                  <a:pt x="7973651" y="1225817"/>
                  <a:pt x="7928426" y="1217612"/>
                  <a:pt x="7913727" y="1242226"/>
                </a:cubicBezTo>
                <a:cubicBezTo>
                  <a:pt x="7904004" y="1258636"/>
                  <a:pt x="7907170" y="1283706"/>
                  <a:pt x="7924582" y="1293962"/>
                </a:cubicBezTo>
                <a:cubicBezTo>
                  <a:pt x="7930687" y="1297893"/>
                  <a:pt x="7937316" y="1299246"/>
                  <a:pt x="7943718" y="1298627"/>
                </a:cubicBezTo>
                <a:close/>
                <a:moveTo>
                  <a:pt x="3300935" y="1396044"/>
                </a:moveTo>
                <a:cubicBezTo>
                  <a:pt x="3320892" y="1404937"/>
                  <a:pt x="3351962" y="1394447"/>
                  <a:pt x="3351735" y="1369135"/>
                </a:cubicBezTo>
                <a:cubicBezTo>
                  <a:pt x="3355817" y="1340630"/>
                  <a:pt x="3321799" y="1322387"/>
                  <a:pt x="3298440" y="1334929"/>
                </a:cubicBezTo>
                <a:cubicBezTo>
                  <a:pt x="3279617" y="1348612"/>
                  <a:pt x="3278029" y="1385554"/>
                  <a:pt x="3300935" y="1396044"/>
                </a:cubicBezTo>
                <a:close/>
                <a:moveTo>
                  <a:pt x="2584915" y="1396361"/>
                </a:moveTo>
                <a:cubicBezTo>
                  <a:pt x="2604818" y="1403350"/>
                  <a:pt x="2634442" y="1392302"/>
                  <a:pt x="2632408" y="1367951"/>
                </a:cubicBezTo>
                <a:cubicBezTo>
                  <a:pt x="2635122" y="1345404"/>
                  <a:pt x="2613636" y="1325562"/>
                  <a:pt x="2591475" y="1331199"/>
                </a:cubicBezTo>
                <a:cubicBezTo>
                  <a:pt x="2560038" y="1334356"/>
                  <a:pt x="2554159" y="1387567"/>
                  <a:pt x="2584915" y="1396361"/>
                </a:cubicBezTo>
                <a:close/>
                <a:moveTo>
                  <a:pt x="4844732" y="1397205"/>
                </a:moveTo>
                <a:cubicBezTo>
                  <a:pt x="4865029" y="1404937"/>
                  <a:pt x="4892769" y="1393339"/>
                  <a:pt x="4893220" y="1369006"/>
                </a:cubicBezTo>
                <a:cubicBezTo>
                  <a:pt x="4897279" y="1341490"/>
                  <a:pt x="4864804" y="1322387"/>
                  <a:pt x="4842026" y="1335577"/>
                </a:cubicBezTo>
                <a:cubicBezTo>
                  <a:pt x="4816316" y="1346493"/>
                  <a:pt x="4818346" y="1388791"/>
                  <a:pt x="4844732" y="1397205"/>
                </a:cubicBezTo>
                <a:close/>
                <a:moveTo>
                  <a:pt x="5484585" y="1398115"/>
                </a:moveTo>
                <a:cubicBezTo>
                  <a:pt x="5493869" y="1395887"/>
                  <a:pt x="5502210" y="1390391"/>
                  <a:pt x="5507010" y="1381366"/>
                </a:cubicBezTo>
                <a:cubicBezTo>
                  <a:pt x="5519579" y="1357067"/>
                  <a:pt x="5494669" y="1323975"/>
                  <a:pt x="5467930" y="1330223"/>
                </a:cubicBezTo>
                <a:cubicBezTo>
                  <a:pt x="5438449" y="1333463"/>
                  <a:pt x="5430679" y="1381829"/>
                  <a:pt x="5456504" y="1395251"/>
                </a:cubicBezTo>
                <a:cubicBezTo>
                  <a:pt x="5465074" y="1399301"/>
                  <a:pt x="5475301" y="1400342"/>
                  <a:pt x="5484585" y="1398115"/>
                </a:cubicBezTo>
                <a:close/>
                <a:moveTo>
                  <a:pt x="5273658" y="1398288"/>
                </a:moveTo>
                <a:cubicBezTo>
                  <a:pt x="5291858" y="1396150"/>
                  <a:pt x="5308272" y="1379904"/>
                  <a:pt x="5302999" y="1359554"/>
                </a:cubicBezTo>
                <a:cubicBezTo>
                  <a:pt x="5302545" y="1331052"/>
                  <a:pt x="5265579" y="1322387"/>
                  <a:pt x="5246529" y="1338576"/>
                </a:cubicBezTo>
                <a:cubicBezTo>
                  <a:pt x="5233375" y="1355222"/>
                  <a:pt x="5232241" y="1387600"/>
                  <a:pt x="5255600" y="1395352"/>
                </a:cubicBezTo>
                <a:cubicBezTo>
                  <a:pt x="5261327" y="1398145"/>
                  <a:pt x="5267592" y="1399001"/>
                  <a:pt x="5273658" y="1398288"/>
                </a:cubicBezTo>
                <a:close/>
                <a:moveTo>
                  <a:pt x="2496477" y="1398464"/>
                </a:moveTo>
                <a:cubicBezTo>
                  <a:pt x="2513277" y="1397320"/>
                  <a:pt x="2529269" y="1384981"/>
                  <a:pt x="2529614" y="1367174"/>
                </a:cubicBezTo>
                <a:cubicBezTo>
                  <a:pt x="2533523" y="1346370"/>
                  <a:pt x="2513751" y="1327149"/>
                  <a:pt x="2492602" y="1331220"/>
                </a:cubicBezTo>
                <a:cubicBezTo>
                  <a:pt x="2458118" y="1328958"/>
                  <a:pt x="2449383" y="1383907"/>
                  <a:pt x="2479959" y="1395666"/>
                </a:cubicBezTo>
                <a:cubicBezTo>
                  <a:pt x="2485187" y="1397984"/>
                  <a:pt x="2490876" y="1398846"/>
                  <a:pt x="2496477" y="1398464"/>
                </a:cubicBezTo>
                <a:close/>
                <a:moveTo>
                  <a:pt x="2392199" y="1398497"/>
                </a:moveTo>
                <a:cubicBezTo>
                  <a:pt x="2409097" y="1398413"/>
                  <a:pt x="2425926" y="1387294"/>
                  <a:pt x="2424235" y="1368185"/>
                </a:cubicBezTo>
                <a:cubicBezTo>
                  <a:pt x="2428745" y="1346991"/>
                  <a:pt x="2409801" y="1327149"/>
                  <a:pt x="2388145" y="1330982"/>
                </a:cubicBezTo>
                <a:cubicBezTo>
                  <a:pt x="2356580" y="1330531"/>
                  <a:pt x="2347782" y="1383743"/>
                  <a:pt x="2375973" y="1394791"/>
                </a:cubicBezTo>
                <a:cubicBezTo>
                  <a:pt x="2380932" y="1397327"/>
                  <a:pt x="2386569" y="1398525"/>
                  <a:pt x="2392199" y="1398497"/>
                </a:cubicBezTo>
                <a:close/>
                <a:moveTo>
                  <a:pt x="3417883" y="1398597"/>
                </a:moveTo>
                <a:cubicBezTo>
                  <a:pt x="3426675" y="1399668"/>
                  <a:pt x="3435270" y="1398799"/>
                  <a:pt x="3442733" y="1392662"/>
                </a:cubicBezTo>
                <a:cubicBezTo>
                  <a:pt x="3463766" y="1377376"/>
                  <a:pt x="3456755" y="1338928"/>
                  <a:pt x="3432329" y="1331748"/>
                </a:cubicBezTo>
                <a:cubicBezTo>
                  <a:pt x="3416724" y="1328737"/>
                  <a:pt x="3396369" y="1331285"/>
                  <a:pt x="3388906" y="1347729"/>
                </a:cubicBezTo>
                <a:cubicBezTo>
                  <a:pt x="3381216" y="1362089"/>
                  <a:pt x="3388454" y="1378302"/>
                  <a:pt x="3391846" y="1392893"/>
                </a:cubicBezTo>
                <a:cubicBezTo>
                  <a:pt x="3400101" y="1394515"/>
                  <a:pt x="3409091" y="1397526"/>
                  <a:pt x="3417883" y="1398597"/>
                </a:cubicBezTo>
                <a:close/>
                <a:moveTo>
                  <a:pt x="2701782" y="1398758"/>
                </a:moveTo>
                <a:cubicBezTo>
                  <a:pt x="2721470" y="1397797"/>
                  <a:pt x="2740010" y="1381383"/>
                  <a:pt x="2735587" y="1359326"/>
                </a:cubicBezTo>
                <a:cubicBezTo>
                  <a:pt x="2732866" y="1330602"/>
                  <a:pt x="2693631" y="1320799"/>
                  <a:pt x="2675034" y="1340633"/>
                </a:cubicBezTo>
                <a:cubicBezTo>
                  <a:pt x="2658934" y="1354995"/>
                  <a:pt x="2663696" y="1384403"/>
                  <a:pt x="2682519" y="1394206"/>
                </a:cubicBezTo>
                <a:cubicBezTo>
                  <a:pt x="2688530" y="1397683"/>
                  <a:pt x="2695219" y="1399079"/>
                  <a:pt x="2701782" y="1398758"/>
                </a:cubicBezTo>
                <a:close/>
                <a:moveTo>
                  <a:pt x="3114329" y="1398829"/>
                </a:moveTo>
                <a:cubicBezTo>
                  <a:pt x="3130547" y="1397660"/>
                  <a:pt x="3146540" y="1385780"/>
                  <a:pt x="3144653" y="1368109"/>
                </a:cubicBezTo>
                <a:cubicBezTo>
                  <a:pt x="3147854" y="1349123"/>
                  <a:pt x="3132076" y="1327621"/>
                  <a:pt x="3111496" y="1331281"/>
                </a:cubicBezTo>
                <a:cubicBezTo>
                  <a:pt x="3076052" y="1325562"/>
                  <a:pt x="3065304" y="1387553"/>
                  <a:pt x="3098690" y="1396245"/>
                </a:cubicBezTo>
                <a:cubicBezTo>
                  <a:pt x="3103492" y="1398418"/>
                  <a:pt x="3108923" y="1399218"/>
                  <a:pt x="3114329" y="1398829"/>
                </a:cubicBezTo>
                <a:close/>
                <a:moveTo>
                  <a:pt x="5377414" y="1398890"/>
                </a:moveTo>
                <a:cubicBezTo>
                  <a:pt x="5395752" y="1396627"/>
                  <a:pt x="5411620" y="1380977"/>
                  <a:pt x="5406830" y="1360504"/>
                </a:cubicBezTo>
                <a:cubicBezTo>
                  <a:pt x="5407742" y="1328470"/>
                  <a:pt x="5356644" y="1320800"/>
                  <a:pt x="5343185" y="1347420"/>
                </a:cubicBezTo>
                <a:cubicBezTo>
                  <a:pt x="5335429" y="1364114"/>
                  <a:pt x="5338851" y="1390057"/>
                  <a:pt x="5358925" y="1396374"/>
                </a:cubicBezTo>
                <a:cubicBezTo>
                  <a:pt x="5364913" y="1398912"/>
                  <a:pt x="5371301" y="1399645"/>
                  <a:pt x="5377414" y="1398890"/>
                </a:cubicBezTo>
                <a:close/>
                <a:moveTo>
                  <a:pt x="4966694" y="1398947"/>
                </a:moveTo>
                <a:cubicBezTo>
                  <a:pt x="4985019" y="1396149"/>
                  <a:pt x="5001725" y="1379942"/>
                  <a:pt x="4995973" y="1359876"/>
                </a:cubicBezTo>
                <a:cubicBezTo>
                  <a:pt x="4993492" y="1336781"/>
                  <a:pt x="4966874" y="1323975"/>
                  <a:pt x="4946798" y="1333579"/>
                </a:cubicBezTo>
                <a:cubicBezTo>
                  <a:pt x="4919955" y="1342498"/>
                  <a:pt x="4919504" y="1390747"/>
                  <a:pt x="4948603" y="1396921"/>
                </a:cubicBezTo>
                <a:cubicBezTo>
                  <a:pt x="4954299" y="1399322"/>
                  <a:pt x="4960586" y="1399880"/>
                  <a:pt x="4966694" y="1398947"/>
                </a:cubicBezTo>
                <a:close/>
                <a:moveTo>
                  <a:pt x="2804642" y="1399005"/>
                </a:moveTo>
                <a:cubicBezTo>
                  <a:pt x="2824075" y="1397623"/>
                  <a:pt x="2842997" y="1381124"/>
                  <a:pt x="2838064" y="1360033"/>
                </a:cubicBezTo>
                <a:cubicBezTo>
                  <a:pt x="2835570" y="1332365"/>
                  <a:pt x="2796819" y="1320799"/>
                  <a:pt x="2778222" y="1340530"/>
                </a:cubicBezTo>
                <a:cubicBezTo>
                  <a:pt x="2762121" y="1355724"/>
                  <a:pt x="2764389" y="1385887"/>
                  <a:pt x="2785933" y="1394959"/>
                </a:cubicBezTo>
                <a:cubicBezTo>
                  <a:pt x="2791659" y="1398247"/>
                  <a:pt x="2798194" y="1399466"/>
                  <a:pt x="2804642" y="1399005"/>
                </a:cubicBezTo>
                <a:close/>
                <a:moveTo>
                  <a:pt x="5169461" y="1399185"/>
                </a:moveTo>
                <a:cubicBezTo>
                  <a:pt x="5188671" y="1397667"/>
                  <a:pt x="5206445" y="1381209"/>
                  <a:pt x="5200492" y="1360006"/>
                </a:cubicBezTo>
                <a:cubicBezTo>
                  <a:pt x="5199811" y="1330823"/>
                  <a:pt x="5161711" y="1322387"/>
                  <a:pt x="5142435" y="1339259"/>
                </a:cubicBezTo>
                <a:cubicBezTo>
                  <a:pt x="5129054" y="1355218"/>
                  <a:pt x="5130642" y="1385541"/>
                  <a:pt x="5150599" y="1395345"/>
                </a:cubicBezTo>
                <a:cubicBezTo>
                  <a:pt x="5156495" y="1398537"/>
                  <a:pt x="5163058" y="1399691"/>
                  <a:pt x="5169461" y="1399185"/>
                </a:cubicBezTo>
                <a:close/>
                <a:moveTo>
                  <a:pt x="5064862" y="1399227"/>
                </a:moveTo>
                <a:cubicBezTo>
                  <a:pt x="5084053" y="1398534"/>
                  <a:pt x="5102137" y="1383101"/>
                  <a:pt x="5097584" y="1361272"/>
                </a:cubicBezTo>
                <a:cubicBezTo>
                  <a:pt x="5096910" y="1331486"/>
                  <a:pt x="5057116" y="1320799"/>
                  <a:pt x="5038456" y="1340581"/>
                </a:cubicBezTo>
                <a:cubicBezTo>
                  <a:pt x="5025866" y="1356043"/>
                  <a:pt x="5025866" y="1386057"/>
                  <a:pt x="5046100" y="1394697"/>
                </a:cubicBezTo>
                <a:cubicBezTo>
                  <a:pt x="5051945" y="1398051"/>
                  <a:pt x="5058465" y="1399458"/>
                  <a:pt x="5064862" y="1399227"/>
                </a:cubicBezTo>
                <a:close/>
                <a:moveTo>
                  <a:pt x="3214088" y="1399453"/>
                </a:moveTo>
                <a:cubicBezTo>
                  <a:pt x="3231569" y="1399605"/>
                  <a:pt x="3249463" y="1387860"/>
                  <a:pt x="3248785" y="1367923"/>
                </a:cubicBezTo>
                <a:cubicBezTo>
                  <a:pt x="3252629" y="1343422"/>
                  <a:pt x="3227526" y="1322387"/>
                  <a:pt x="3204911" y="1331402"/>
                </a:cubicBezTo>
                <a:cubicBezTo>
                  <a:pt x="3177546" y="1338336"/>
                  <a:pt x="3171666" y="1382486"/>
                  <a:pt x="3197448" y="1395199"/>
                </a:cubicBezTo>
                <a:cubicBezTo>
                  <a:pt x="3202480" y="1398030"/>
                  <a:pt x="3208261" y="1399403"/>
                  <a:pt x="3214088" y="1399453"/>
                </a:cubicBezTo>
                <a:close/>
                <a:moveTo>
                  <a:pt x="2909457" y="1399457"/>
                </a:moveTo>
                <a:cubicBezTo>
                  <a:pt x="2927560" y="1397879"/>
                  <a:pt x="2943514" y="1381848"/>
                  <a:pt x="2940092" y="1361723"/>
                </a:cubicBezTo>
                <a:cubicBezTo>
                  <a:pt x="2940320" y="1332388"/>
                  <a:pt x="2903137" y="1323974"/>
                  <a:pt x="2882606" y="1337846"/>
                </a:cubicBezTo>
                <a:cubicBezTo>
                  <a:pt x="2866866" y="1353536"/>
                  <a:pt x="2867779" y="1388101"/>
                  <a:pt x="2891275" y="1395833"/>
                </a:cubicBezTo>
                <a:cubicBezTo>
                  <a:pt x="2897149" y="1398903"/>
                  <a:pt x="2903422" y="1399983"/>
                  <a:pt x="2909457" y="1399457"/>
                </a:cubicBezTo>
                <a:close/>
                <a:moveTo>
                  <a:pt x="3014910" y="1399475"/>
                </a:moveTo>
                <a:cubicBezTo>
                  <a:pt x="3034439" y="1395672"/>
                  <a:pt x="3049917" y="1374672"/>
                  <a:pt x="3041857" y="1353930"/>
                </a:cubicBezTo>
                <a:cubicBezTo>
                  <a:pt x="3036597" y="1325359"/>
                  <a:pt x="2991321" y="1322387"/>
                  <a:pt x="2978972" y="1347073"/>
                </a:cubicBezTo>
                <a:cubicBezTo>
                  <a:pt x="2970054" y="1363758"/>
                  <a:pt x="2975314" y="1390043"/>
                  <a:pt x="2994751" y="1396900"/>
                </a:cubicBezTo>
                <a:cubicBezTo>
                  <a:pt x="3001439" y="1400100"/>
                  <a:pt x="3008400" y="1400743"/>
                  <a:pt x="3014910" y="1399475"/>
                </a:cubicBezTo>
                <a:close/>
                <a:moveTo>
                  <a:pt x="3409675" y="1500260"/>
                </a:moveTo>
                <a:cubicBezTo>
                  <a:pt x="3445273" y="1514475"/>
                  <a:pt x="3473292" y="1460774"/>
                  <a:pt x="3442287" y="1440016"/>
                </a:cubicBezTo>
                <a:cubicBezTo>
                  <a:pt x="3421618" y="1425575"/>
                  <a:pt x="3397043" y="1439113"/>
                  <a:pt x="3382804" y="1455810"/>
                </a:cubicBezTo>
                <a:cubicBezTo>
                  <a:pt x="3384871" y="1473410"/>
                  <a:pt x="3386709" y="1498004"/>
                  <a:pt x="3409675" y="1500260"/>
                </a:cubicBezTo>
                <a:close/>
                <a:moveTo>
                  <a:pt x="8260518" y="1500471"/>
                </a:moveTo>
                <a:cubicBezTo>
                  <a:pt x="8271177" y="1497976"/>
                  <a:pt x="8280329" y="1491229"/>
                  <a:pt x="8282944" y="1479550"/>
                </a:cubicBezTo>
                <a:cubicBezTo>
                  <a:pt x="8289766" y="1458458"/>
                  <a:pt x="8275441" y="1431924"/>
                  <a:pt x="8251338" y="1433965"/>
                </a:cubicBezTo>
                <a:cubicBezTo>
                  <a:pt x="8217912" y="1428749"/>
                  <a:pt x="8204041" y="1478189"/>
                  <a:pt x="8229054" y="1495878"/>
                </a:cubicBezTo>
                <a:cubicBezTo>
                  <a:pt x="8237695" y="1501208"/>
                  <a:pt x="8249860" y="1502965"/>
                  <a:pt x="8260518" y="1500471"/>
                </a:cubicBezTo>
                <a:close/>
                <a:moveTo>
                  <a:pt x="3225228" y="1500481"/>
                </a:moveTo>
                <a:cubicBezTo>
                  <a:pt x="3235551" y="1497894"/>
                  <a:pt x="3244247" y="1491071"/>
                  <a:pt x="3246379" y="1479243"/>
                </a:cubicBezTo>
                <a:cubicBezTo>
                  <a:pt x="3255804" y="1456043"/>
                  <a:pt x="3234036" y="1428749"/>
                  <a:pt x="3209576" y="1434208"/>
                </a:cubicBezTo>
                <a:cubicBezTo>
                  <a:pt x="3179056" y="1434208"/>
                  <a:pt x="3170079" y="1481518"/>
                  <a:pt x="3194316" y="1496302"/>
                </a:cubicBezTo>
                <a:cubicBezTo>
                  <a:pt x="3202956" y="1501419"/>
                  <a:pt x="3214906" y="1503069"/>
                  <a:pt x="3225228" y="1500481"/>
                </a:cubicBezTo>
                <a:close/>
                <a:moveTo>
                  <a:pt x="2488244" y="1500792"/>
                </a:moveTo>
                <a:cubicBezTo>
                  <a:pt x="2506697" y="1503719"/>
                  <a:pt x="2527550" y="1493032"/>
                  <a:pt x="2528062" y="1472167"/>
                </a:cubicBezTo>
                <a:cubicBezTo>
                  <a:pt x="2535112" y="1445026"/>
                  <a:pt x="2503043" y="1425574"/>
                  <a:pt x="2479846" y="1436431"/>
                </a:cubicBezTo>
                <a:cubicBezTo>
                  <a:pt x="2457332" y="1445478"/>
                  <a:pt x="2454147" y="1477595"/>
                  <a:pt x="2471431" y="1493201"/>
                </a:cubicBezTo>
                <a:cubicBezTo>
                  <a:pt x="2476208" y="1497329"/>
                  <a:pt x="2482091" y="1499817"/>
                  <a:pt x="2488244" y="1500792"/>
                </a:cubicBezTo>
                <a:close/>
                <a:moveTo>
                  <a:pt x="3118123" y="1500827"/>
                </a:moveTo>
                <a:cubicBezTo>
                  <a:pt x="3127803" y="1499662"/>
                  <a:pt x="3136531" y="1494942"/>
                  <a:pt x="3140672" y="1484934"/>
                </a:cubicBezTo>
                <a:cubicBezTo>
                  <a:pt x="3146267" y="1471058"/>
                  <a:pt x="3145820" y="1452861"/>
                  <a:pt x="3135748" y="1441261"/>
                </a:cubicBezTo>
                <a:cubicBezTo>
                  <a:pt x="3120305" y="1428750"/>
                  <a:pt x="3091433" y="1429660"/>
                  <a:pt x="3082481" y="1449677"/>
                </a:cubicBezTo>
                <a:cubicBezTo>
                  <a:pt x="3078004" y="1464689"/>
                  <a:pt x="3078004" y="1483796"/>
                  <a:pt x="3089866" y="1495397"/>
                </a:cubicBezTo>
                <a:cubicBezTo>
                  <a:pt x="3097812" y="1499605"/>
                  <a:pt x="3108443" y="1501993"/>
                  <a:pt x="3118123" y="1500827"/>
                </a:cubicBezTo>
                <a:close/>
                <a:moveTo>
                  <a:pt x="5071859" y="1500896"/>
                </a:moveTo>
                <a:cubicBezTo>
                  <a:pt x="5081632" y="1499621"/>
                  <a:pt x="5090294" y="1494858"/>
                  <a:pt x="5093828" y="1484766"/>
                </a:cubicBezTo>
                <a:cubicBezTo>
                  <a:pt x="5108416" y="1461407"/>
                  <a:pt x="5086305" y="1427162"/>
                  <a:pt x="5058495" y="1434193"/>
                </a:cubicBezTo>
                <a:cubicBezTo>
                  <a:pt x="5027722" y="1434873"/>
                  <a:pt x="5019516" y="1480911"/>
                  <a:pt x="5043223" y="1496106"/>
                </a:cubicBezTo>
                <a:cubicBezTo>
                  <a:pt x="5051201" y="1499961"/>
                  <a:pt x="5062086" y="1502172"/>
                  <a:pt x="5071859" y="1500896"/>
                </a:cubicBezTo>
                <a:close/>
                <a:moveTo>
                  <a:pt x="7227928" y="1501055"/>
                </a:moveTo>
                <a:cubicBezTo>
                  <a:pt x="7237765" y="1499889"/>
                  <a:pt x="7246780" y="1495169"/>
                  <a:pt x="7251769" y="1485388"/>
                </a:cubicBezTo>
                <a:cubicBezTo>
                  <a:pt x="7257892" y="1469011"/>
                  <a:pt x="7255851" y="1446492"/>
                  <a:pt x="7239069" y="1437394"/>
                </a:cubicBezTo>
                <a:cubicBezTo>
                  <a:pt x="7221379" y="1428750"/>
                  <a:pt x="7193484" y="1434664"/>
                  <a:pt x="7189175" y="1456273"/>
                </a:cubicBezTo>
                <a:cubicBezTo>
                  <a:pt x="7186454" y="1469921"/>
                  <a:pt x="7187361" y="1486071"/>
                  <a:pt x="7199154" y="1495397"/>
                </a:cubicBezTo>
                <a:cubicBezTo>
                  <a:pt x="7207432" y="1499832"/>
                  <a:pt x="7218091" y="1502221"/>
                  <a:pt x="7227928" y="1501055"/>
                </a:cubicBezTo>
                <a:close/>
                <a:moveTo>
                  <a:pt x="2899585" y="1501190"/>
                </a:moveTo>
                <a:cubicBezTo>
                  <a:pt x="2918497" y="1504326"/>
                  <a:pt x="2940256" y="1494291"/>
                  <a:pt x="2939244" y="1472519"/>
                </a:cubicBezTo>
                <a:cubicBezTo>
                  <a:pt x="2943067" y="1450975"/>
                  <a:pt x="2925300" y="1430337"/>
                  <a:pt x="2903260" y="1433966"/>
                </a:cubicBezTo>
                <a:cubicBezTo>
                  <a:pt x="2873124" y="1433059"/>
                  <a:pt x="2862104" y="1475241"/>
                  <a:pt x="2882570" y="1493610"/>
                </a:cubicBezTo>
                <a:cubicBezTo>
                  <a:pt x="2887293" y="1497636"/>
                  <a:pt x="2893281" y="1500145"/>
                  <a:pt x="2899585" y="1501190"/>
                </a:cubicBezTo>
                <a:close/>
                <a:moveTo>
                  <a:pt x="5277166" y="1501280"/>
                </a:moveTo>
                <a:cubicBezTo>
                  <a:pt x="5288368" y="1499037"/>
                  <a:pt x="5298173" y="1492020"/>
                  <a:pt x="5300453" y="1480056"/>
                </a:cubicBezTo>
                <a:cubicBezTo>
                  <a:pt x="5310029" y="1457739"/>
                  <a:pt x="5292016" y="1428750"/>
                  <a:pt x="5266934" y="1433352"/>
                </a:cubicBezTo>
                <a:cubicBezTo>
                  <a:pt x="5236152" y="1431741"/>
                  <a:pt x="5225891" y="1474995"/>
                  <a:pt x="5245501" y="1493861"/>
                </a:cubicBezTo>
                <a:cubicBezTo>
                  <a:pt x="5253367" y="1500993"/>
                  <a:pt x="5265965" y="1503524"/>
                  <a:pt x="5277166" y="1501280"/>
                </a:cubicBezTo>
                <a:close/>
                <a:moveTo>
                  <a:pt x="2798185" y="1501465"/>
                </a:moveTo>
                <a:cubicBezTo>
                  <a:pt x="2813788" y="1502758"/>
                  <a:pt x="2829136" y="1492159"/>
                  <a:pt x="2839879" y="1480551"/>
                </a:cubicBezTo>
                <a:cubicBezTo>
                  <a:pt x="2839197" y="1459913"/>
                  <a:pt x="2831012" y="1434565"/>
                  <a:pt x="2805773" y="1434789"/>
                </a:cubicBezTo>
                <a:cubicBezTo>
                  <a:pt x="2770791" y="1427162"/>
                  <a:pt x="2752600" y="1478980"/>
                  <a:pt x="2782614" y="1495804"/>
                </a:cubicBezTo>
                <a:cubicBezTo>
                  <a:pt x="2787729" y="1499281"/>
                  <a:pt x="2792974" y="1501034"/>
                  <a:pt x="2798185" y="1501465"/>
                </a:cubicBezTo>
                <a:close/>
                <a:moveTo>
                  <a:pt x="2696829" y="1501555"/>
                </a:moveTo>
                <a:cubicBezTo>
                  <a:pt x="2715145" y="1502955"/>
                  <a:pt x="2734467" y="1491504"/>
                  <a:pt x="2736373" y="1472165"/>
                </a:cubicBezTo>
                <a:cubicBezTo>
                  <a:pt x="2743074" y="1444118"/>
                  <a:pt x="2707490" y="1423987"/>
                  <a:pt x="2683921" y="1437785"/>
                </a:cubicBezTo>
                <a:cubicBezTo>
                  <a:pt x="2660353" y="1446380"/>
                  <a:pt x="2657349" y="1484379"/>
                  <a:pt x="2679531" y="1495689"/>
                </a:cubicBezTo>
                <a:cubicBezTo>
                  <a:pt x="2684731" y="1499195"/>
                  <a:pt x="2690723" y="1501089"/>
                  <a:pt x="2696829" y="1501555"/>
                </a:cubicBezTo>
                <a:close/>
                <a:moveTo>
                  <a:pt x="5176226" y="1501704"/>
                </a:moveTo>
                <a:cubicBezTo>
                  <a:pt x="5193347" y="1496473"/>
                  <a:pt x="5206111" y="1476828"/>
                  <a:pt x="5199157" y="1458458"/>
                </a:cubicBezTo>
                <a:cubicBezTo>
                  <a:pt x="5195990" y="1433739"/>
                  <a:pt x="5163649" y="1428749"/>
                  <a:pt x="5145782" y="1440542"/>
                </a:cubicBezTo>
                <a:cubicBezTo>
                  <a:pt x="5125879" y="1456417"/>
                  <a:pt x="5129724" y="1497919"/>
                  <a:pt x="5158221" y="1501548"/>
                </a:cubicBezTo>
                <a:cubicBezTo>
                  <a:pt x="5164327" y="1503589"/>
                  <a:pt x="5170519" y="1503447"/>
                  <a:pt x="5176226" y="1501704"/>
                </a:cubicBezTo>
                <a:close/>
                <a:moveTo>
                  <a:pt x="3005193" y="1501762"/>
                </a:moveTo>
                <a:cubicBezTo>
                  <a:pt x="3025195" y="1502822"/>
                  <a:pt x="3046552" y="1486706"/>
                  <a:pt x="3042684" y="1464483"/>
                </a:cubicBezTo>
                <a:cubicBezTo>
                  <a:pt x="3042236" y="1440960"/>
                  <a:pt x="3015329" y="1427162"/>
                  <a:pt x="2995373" y="1436436"/>
                </a:cubicBezTo>
                <a:cubicBezTo>
                  <a:pt x="2972278" y="1444126"/>
                  <a:pt x="2968466" y="1479638"/>
                  <a:pt x="2986628" y="1494566"/>
                </a:cubicBezTo>
                <a:cubicBezTo>
                  <a:pt x="2992010" y="1499146"/>
                  <a:pt x="2998526" y="1501408"/>
                  <a:pt x="3005193" y="1501762"/>
                </a:cubicBezTo>
                <a:close/>
                <a:moveTo>
                  <a:pt x="4853094" y="1501892"/>
                </a:moveTo>
                <a:cubicBezTo>
                  <a:pt x="4871875" y="1504210"/>
                  <a:pt x="4892718" y="1494115"/>
                  <a:pt x="4893578" y="1472973"/>
                </a:cubicBezTo>
                <a:cubicBezTo>
                  <a:pt x="4900454" y="1444783"/>
                  <a:pt x="4868823" y="1423987"/>
                  <a:pt x="4844756" y="1436465"/>
                </a:cubicBezTo>
                <a:cubicBezTo>
                  <a:pt x="4819772" y="1444321"/>
                  <a:pt x="4814729" y="1480598"/>
                  <a:pt x="4835817" y="1495386"/>
                </a:cubicBezTo>
                <a:cubicBezTo>
                  <a:pt x="4840802" y="1498968"/>
                  <a:pt x="4846833" y="1501120"/>
                  <a:pt x="4853094" y="1501892"/>
                </a:cubicBezTo>
                <a:close/>
                <a:moveTo>
                  <a:pt x="2391616" y="1502022"/>
                </a:moveTo>
                <a:cubicBezTo>
                  <a:pt x="2400401" y="1501936"/>
                  <a:pt x="2409237" y="1499377"/>
                  <a:pt x="2416421" y="1494714"/>
                </a:cubicBezTo>
                <a:cubicBezTo>
                  <a:pt x="2431924" y="1474470"/>
                  <a:pt x="2425995" y="1433527"/>
                  <a:pt x="2395210" y="1434209"/>
                </a:cubicBezTo>
                <a:cubicBezTo>
                  <a:pt x="2361924" y="1428750"/>
                  <a:pt x="2347786" y="1471968"/>
                  <a:pt x="2367167" y="1494487"/>
                </a:cubicBezTo>
                <a:cubicBezTo>
                  <a:pt x="2374121" y="1499718"/>
                  <a:pt x="2382840" y="1502107"/>
                  <a:pt x="2391616" y="1502022"/>
                </a:cubicBezTo>
                <a:close/>
                <a:moveTo>
                  <a:pt x="2595295" y="1502043"/>
                </a:moveTo>
                <a:cubicBezTo>
                  <a:pt x="2615416" y="1502806"/>
                  <a:pt x="2636552" y="1486645"/>
                  <a:pt x="2631310" y="1464250"/>
                </a:cubicBezTo>
                <a:cubicBezTo>
                  <a:pt x="2633339" y="1431448"/>
                  <a:pt x="2579908" y="1422399"/>
                  <a:pt x="2567961" y="1450903"/>
                </a:cubicBezTo>
                <a:cubicBezTo>
                  <a:pt x="2562551" y="1465155"/>
                  <a:pt x="2562099" y="1485967"/>
                  <a:pt x="2576527" y="1495242"/>
                </a:cubicBezTo>
                <a:cubicBezTo>
                  <a:pt x="2581995" y="1499653"/>
                  <a:pt x="2588588" y="1501788"/>
                  <a:pt x="2595295" y="1502043"/>
                </a:cubicBezTo>
                <a:close/>
                <a:moveTo>
                  <a:pt x="8143383" y="1502203"/>
                </a:moveTo>
                <a:cubicBezTo>
                  <a:pt x="8163632" y="1503656"/>
                  <a:pt x="8184873" y="1488442"/>
                  <a:pt x="8179755" y="1465022"/>
                </a:cubicBezTo>
                <a:cubicBezTo>
                  <a:pt x="8181574" y="1431972"/>
                  <a:pt x="8127890" y="1422399"/>
                  <a:pt x="8116516" y="1452030"/>
                </a:cubicBezTo>
                <a:cubicBezTo>
                  <a:pt x="8113558" y="1466162"/>
                  <a:pt x="8111966" y="1484852"/>
                  <a:pt x="8124477" y="1494881"/>
                </a:cubicBezTo>
                <a:cubicBezTo>
                  <a:pt x="8129994" y="1499382"/>
                  <a:pt x="8136633" y="1501719"/>
                  <a:pt x="8143383" y="1502203"/>
                </a:cubicBezTo>
                <a:close/>
                <a:moveTo>
                  <a:pt x="3310973" y="1502385"/>
                </a:moveTo>
                <a:cubicBezTo>
                  <a:pt x="3332448" y="1504511"/>
                  <a:pt x="3355917" y="1490208"/>
                  <a:pt x="3351455" y="1465467"/>
                </a:cubicBezTo>
                <a:cubicBezTo>
                  <a:pt x="3352828" y="1432708"/>
                  <a:pt x="3301799" y="1422399"/>
                  <a:pt x="3287383" y="1449889"/>
                </a:cubicBezTo>
                <a:cubicBezTo>
                  <a:pt x="3281204" y="1464092"/>
                  <a:pt x="3281891" y="1481961"/>
                  <a:pt x="3291273" y="1494561"/>
                </a:cubicBezTo>
                <a:cubicBezTo>
                  <a:pt x="3296879" y="1499142"/>
                  <a:pt x="3303815" y="1501677"/>
                  <a:pt x="3310973" y="1502385"/>
                </a:cubicBezTo>
                <a:close/>
                <a:moveTo>
                  <a:pt x="5369960" y="1502491"/>
                </a:moveTo>
                <a:cubicBezTo>
                  <a:pt x="5374238" y="1502978"/>
                  <a:pt x="5378688" y="1502463"/>
                  <a:pt x="5383281" y="1500575"/>
                </a:cubicBezTo>
                <a:cubicBezTo>
                  <a:pt x="5408681" y="1494169"/>
                  <a:pt x="5413216" y="1456419"/>
                  <a:pt x="5395073" y="1440404"/>
                </a:cubicBezTo>
                <a:cubicBezTo>
                  <a:pt x="5381013" y="1431481"/>
                  <a:pt x="5361282" y="1430337"/>
                  <a:pt x="5348129" y="1441090"/>
                </a:cubicBezTo>
                <a:cubicBezTo>
                  <a:pt x="5338150" y="1451843"/>
                  <a:pt x="5339964" y="1467859"/>
                  <a:pt x="5337016" y="1481128"/>
                </a:cubicBezTo>
                <a:cubicBezTo>
                  <a:pt x="5345861" y="1490566"/>
                  <a:pt x="5357129" y="1501033"/>
                  <a:pt x="5369960" y="1502491"/>
                </a:cubicBezTo>
                <a:close/>
                <a:moveTo>
                  <a:pt x="4968752" y="1502492"/>
                </a:moveTo>
                <a:cubicBezTo>
                  <a:pt x="4987866" y="1498344"/>
                  <a:pt x="5003982" y="1478780"/>
                  <a:pt x="4995478" y="1458440"/>
                </a:cubicBezTo>
                <a:cubicBezTo>
                  <a:pt x="4987767" y="1429942"/>
                  <a:pt x="4944224" y="1425575"/>
                  <a:pt x="4929936" y="1450396"/>
                </a:cubicBezTo>
                <a:cubicBezTo>
                  <a:pt x="4922679" y="1469012"/>
                  <a:pt x="4927669" y="1495902"/>
                  <a:pt x="4949440" y="1500958"/>
                </a:cubicBezTo>
                <a:cubicBezTo>
                  <a:pt x="4955677" y="1503544"/>
                  <a:pt x="4962381" y="1503874"/>
                  <a:pt x="4968752" y="1502492"/>
                </a:cubicBezTo>
                <a:close/>
                <a:moveTo>
                  <a:pt x="4750662" y="1502770"/>
                </a:moveTo>
                <a:cubicBezTo>
                  <a:pt x="4771554" y="1504741"/>
                  <a:pt x="4794322" y="1488840"/>
                  <a:pt x="4790252" y="1465137"/>
                </a:cubicBezTo>
                <a:cubicBezTo>
                  <a:pt x="4790026" y="1438535"/>
                  <a:pt x="4755202" y="1425575"/>
                  <a:pt x="4735529" y="1440809"/>
                </a:cubicBezTo>
                <a:cubicBezTo>
                  <a:pt x="4717891" y="1452632"/>
                  <a:pt x="4718570" y="1479234"/>
                  <a:pt x="4731459" y="1494467"/>
                </a:cubicBezTo>
                <a:cubicBezTo>
                  <a:pt x="4736942" y="1499469"/>
                  <a:pt x="4743698" y="1502112"/>
                  <a:pt x="4750662" y="1502770"/>
                </a:cubicBezTo>
                <a:close/>
                <a:moveTo>
                  <a:pt x="7955275" y="1601391"/>
                </a:moveTo>
                <a:cubicBezTo>
                  <a:pt x="7965054" y="1597528"/>
                  <a:pt x="7972467" y="1589397"/>
                  <a:pt x="7971783" y="1577201"/>
                </a:cubicBezTo>
                <a:cubicBezTo>
                  <a:pt x="7977029" y="1555595"/>
                  <a:pt x="7960150" y="1533525"/>
                  <a:pt x="7937798" y="1538171"/>
                </a:cubicBezTo>
                <a:cubicBezTo>
                  <a:pt x="7906549" y="1537939"/>
                  <a:pt x="7897654" y="1586261"/>
                  <a:pt x="7924569" y="1599968"/>
                </a:cubicBezTo>
                <a:cubicBezTo>
                  <a:pt x="7933350" y="1604846"/>
                  <a:pt x="7945496" y="1605253"/>
                  <a:pt x="7955275" y="1601391"/>
                </a:cubicBezTo>
                <a:close/>
                <a:moveTo>
                  <a:pt x="8154433" y="1601438"/>
                </a:moveTo>
                <a:cubicBezTo>
                  <a:pt x="8183404" y="1598905"/>
                  <a:pt x="8181807" y="1564143"/>
                  <a:pt x="8172454" y="1543885"/>
                </a:cubicBezTo>
                <a:cubicBezTo>
                  <a:pt x="8156030" y="1540201"/>
                  <a:pt x="8132990" y="1533525"/>
                  <a:pt x="8122497" y="1551942"/>
                </a:cubicBezTo>
                <a:cubicBezTo>
                  <a:pt x="8105616" y="1573812"/>
                  <a:pt x="8126603" y="1609725"/>
                  <a:pt x="8154433" y="1601438"/>
                </a:cubicBezTo>
                <a:close/>
                <a:moveTo>
                  <a:pt x="5181346" y="1601940"/>
                </a:moveTo>
                <a:cubicBezTo>
                  <a:pt x="5192124" y="1598090"/>
                  <a:pt x="5200584" y="1589991"/>
                  <a:pt x="5201279" y="1577329"/>
                </a:cubicBezTo>
                <a:cubicBezTo>
                  <a:pt x="5206842" y="1555199"/>
                  <a:pt x="5185286" y="1533525"/>
                  <a:pt x="5162340" y="1539001"/>
                </a:cubicBezTo>
                <a:cubicBezTo>
                  <a:pt x="5129658" y="1536263"/>
                  <a:pt x="5122704" y="1587139"/>
                  <a:pt x="5147505" y="1601056"/>
                </a:cubicBezTo>
                <a:cubicBezTo>
                  <a:pt x="5157472" y="1605390"/>
                  <a:pt x="5170568" y="1605790"/>
                  <a:pt x="5181346" y="1601940"/>
                </a:cubicBezTo>
                <a:close/>
                <a:moveTo>
                  <a:pt x="4765409" y="1603056"/>
                </a:moveTo>
                <a:cubicBezTo>
                  <a:pt x="4780121" y="1599443"/>
                  <a:pt x="4792266" y="1587973"/>
                  <a:pt x="4790442" y="1570194"/>
                </a:cubicBezTo>
                <a:cubicBezTo>
                  <a:pt x="4792267" y="1540141"/>
                  <a:pt x="4759194" y="1536700"/>
                  <a:pt x="4737069" y="1537388"/>
                </a:cubicBezTo>
                <a:cubicBezTo>
                  <a:pt x="4726349" y="1551841"/>
                  <a:pt x="4714716" y="1570882"/>
                  <a:pt x="4724980" y="1588776"/>
                </a:cubicBezTo>
                <a:cubicBezTo>
                  <a:pt x="4733420" y="1602425"/>
                  <a:pt x="4750697" y="1606669"/>
                  <a:pt x="4765409" y="1603056"/>
                </a:cubicBezTo>
                <a:close/>
                <a:moveTo>
                  <a:pt x="7645004" y="1603147"/>
                </a:moveTo>
                <a:cubicBezTo>
                  <a:pt x="7656546" y="1599886"/>
                  <a:pt x="7666178" y="1591692"/>
                  <a:pt x="7667888" y="1578535"/>
                </a:cubicBezTo>
                <a:cubicBezTo>
                  <a:pt x="7673816" y="1556837"/>
                  <a:pt x="7654437" y="1533755"/>
                  <a:pt x="7632093" y="1538371"/>
                </a:cubicBezTo>
                <a:cubicBezTo>
                  <a:pt x="7600403" y="1533524"/>
                  <a:pt x="7588091" y="1580843"/>
                  <a:pt x="7610662" y="1598155"/>
                </a:cubicBezTo>
                <a:cubicBezTo>
                  <a:pt x="7620010" y="1604734"/>
                  <a:pt x="7633461" y="1606407"/>
                  <a:pt x="7645004" y="1603147"/>
                </a:cubicBezTo>
                <a:close/>
                <a:moveTo>
                  <a:pt x="3111541" y="1603252"/>
                </a:moveTo>
                <a:cubicBezTo>
                  <a:pt x="3124353" y="1602995"/>
                  <a:pt x="3137136" y="1596949"/>
                  <a:pt x="3145581" y="1585542"/>
                </a:cubicBezTo>
                <a:cubicBezTo>
                  <a:pt x="3146266" y="1564096"/>
                  <a:pt x="3139646" y="1533525"/>
                  <a:pt x="3111570" y="1538316"/>
                </a:cubicBezTo>
                <a:cubicBezTo>
                  <a:pt x="3083036" y="1533753"/>
                  <a:pt x="3076416" y="1564781"/>
                  <a:pt x="3077329" y="1586226"/>
                </a:cubicBezTo>
                <a:cubicBezTo>
                  <a:pt x="3085889" y="1597976"/>
                  <a:pt x="3098730" y="1603508"/>
                  <a:pt x="3111541" y="1603252"/>
                </a:cubicBezTo>
                <a:close/>
                <a:moveTo>
                  <a:pt x="5056160" y="1603319"/>
                </a:moveTo>
                <a:cubicBezTo>
                  <a:pt x="5074404" y="1606782"/>
                  <a:pt x="5095376" y="1597992"/>
                  <a:pt x="5097574" y="1577240"/>
                </a:cubicBezTo>
                <a:cubicBezTo>
                  <a:pt x="5105241" y="1548199"/>
                  <a:pt x="5069387" y="1528762"/>
                  <a:pt x="5046161" y="1541568"/>
                </a:cubicBezTo>
                <a:cubicBezTo>
                  <a:pt x="5026768" y="1551400"/>
                  <a:pt x="5025866" y="1580899"/>
                  <a:pt x="5039622" y="1595763"/>
                </a:cubicBezTo>
                <a:cubicBezTo>
                  <a:pt x="5044301" y="1599650"/>
                  <a:pt x="5050079" y="1602165"/>
                  <a:pt x="5056160" y="1603319"/>
                </a:cubicBezTo>
                <a:close/>
                <a:moveTo>
                  <a:pt x="5383138" y="1603586"/>
                </a:moveTo>
                <a:cubicBezTo>
                  <a:pt x="5388644" y="1602474"/>
                  <a:pt x="5394012" y="1600157"/>
                  <a:pt x="5398963" y="1596438"/>
                </a:cubicBezTo>
                <a:cubicBezTo>
                  <a:pt x="5410478" y="1580878"/>
                  <a:pt x="5411629" y="1552045"/>
                  <a:pt x="5392055" y="1541977"/>
                </a:cubicBezTo>
                <a:cubicBezTo>
                  <a:pt x="5378468" y="1535112"/>
                  <a:pt x="5360275" y="1536943"/>
                  <a:pt x="5348070" y="1545867"/>
                </a:cubicBezTo>
                <a:cubicBezTo>
                  <a:pt x="5337016" y="1556164"/>
                  <a:pt x="5340240" y="1573098"/>
                  <a:pt x="5337477" y="1586370"/>
                </a:cubicBezTo>
                <a:cubicBezTo>
                  <a:pt x="5348876" y="1599413"/>
                  <a:pt x="5366623" y="1606922"/>
                  <a:pt x="5383138" y="1603586"/>
                </a:cubicBezTo>
                <a:close/>
                <a:moveTo>
                  <a:pt x="7120797" y="1603723"/>
                </a:moveTo>
                <a:cubicBezTo>
                  <a:pt x="7139508" y="1603017"/>
                  <a:pt x="7157479" y="1589420"/>
                  <a:pt x="7156278" y="1568897"/>
                </a:cubicBezTo>
                <a:cubicBezTo>
                  <a:pt x="7156735" y="1537884"/>
                  <a:pt x="7113960" y="1528762"/>
                  <a:pt x="7093373" y="1546093"/>
                </a:cubicBezTo>
                <a:cubicBezTo>
                  <a:pt x="7078504" y="1561828"/>
                  <a:pt x="7082850" y="1590333"/>
                  <a:pt x="7102522" y="1599910"/>
                </a:cubicBezTo>
                <a:cubicBezTo>
                  <a:pt x="7108241" y="1602761"/>
                  <a:pt x="7114560" y="1603958"/>
                  <a:pt x="7120797" y="1603723"/>
                </a:cubicBezTo>
                <a:close/>
                <a:moveTo>
                  <a:pt x="2496289" y="1603853"/>
                </a:moveTo>
                <a:cubicBezTo>
                  <a:pt x="2514777" y="1603124"/>
                  <a:pt x="2532351" y="1589534"/>
                  <a:pt x="2528810" y="1568100"/>
                </a:cubicBezTo>
                <a:cubicBezTo>
                  <a:pt x="2530834" y="1534948"/>
                  <a:pt x="2482960" y="1527174"/>
                  <a:pt x="2466557" y="1550266"/>
                </a:cubicBezTo>
                <a:cubicBezTo>
                  <a:pt x="2458916" y="1566271"/>
                  <a:pt x="2459591" y="1592564"/>
                  <a:pt x="2478245" y="1600109"/>
                </a:cubicBezTo>
                <a:cubicBezTo>
                  <a:pt x="2483862" y="1602910"/>
                  <a:pt x="2490125" y="1604096"/>
                  <a:pt x="2496289" y="1603853"/>
                </a:cubicBezTo>
                <a:close/>
                <a:moveTo>
                  <a:pt x="3004271" y="1603864"/>
                </a:moveTo>
                <a:cubicBezTo>
                  <a:pt x="3024401" y="1605351"/>
                  <a:pt x="3046193" y="1592319"/>
                  <a:pt x="3041246" y="1569038"/>
                </a:cubicBezTo>
                <a:cubicBezTo>
                  <a:pt x="3044885" y="1538448"/>
                  <a:pt x="3002125" y="1530350"/>
                  <a:pt x="2982564" y="1546770"/>
                </a:cubicBezTo>
                <a:cubicBezTo>
                  <a:pt x="2971419" y="1560941"/>
                  <a:pt x="2970054" y="1585683"/>
                  <a:pt x="2985748" y="1597380"/>
                </a:cubicBezTo>
                <a:cubicBezTo>
                  <a:pt x="2991037" y="1601260"/>
                  <a:pt x="2997562" y="1603369"/>
                  <a:pt x="3004271" y="1603864"/>
                </a:cubicBezTo>
                <a:close/>
                <a:moveTo>
                  <a:pt x="2594895" y="1603865"/>
                </a:moveTo>
                <a:cubicBezTo>
                  <a:pt x="2614960" y="1605027"/>
                  <a:pt x="2636821" y="1591640"/>
                  <a:pt x="2632372" y="1568789"/>
                </a:cubicBezTo>
                <a:cubicBezTo>
                  <a:pt x="2636707" y="1531726"/>
                  <a:pt x="2570537" y="1525587"/>
                  <a:pt x="2565746" y="1561058"/>
                </a:cubicBezTo>
                <a:cubicBezTo>
                  <a:pt x="2563693" y="1574019"/>
                  <a:pt x="2565290" y="1589253"/>
                  <a:pt x="2576470" y="1597666"/>
                </a:cubicBezTo>
                <a:cubicBezTo>
                  <a:pt x="2581718" y="1601474"/>
                  <a:pt x="2588207" y="1603478"/>
                  <a:pt x="2594895" y="1603865"/>
                </a:cubicBezTo>
                <a:close/>
                <a:moveTo>
                  <a:pt x="2906995" y="1603913"/>
                </a:moveTo>
                <a:cubicBezTo>
                  <a:pt x="2925648" y="1603445"/>
                  <a:pt x="2943411" y="1590221"/>
                  <a:pt x="2939680" y="1568449"/>
                </a:cubicBezTo>
                <a:cubicBezTo>
                  <a:pt x="2940584" y="1533751"/>
                  <a:pt x="2888355" y="1527174"/>
                  <a:pt x="2874789" y="1555749"/>
                </a:cubicBezTo>
                <a:cubicBezTo>
                  <a:pt x="2870041" y="1571171"/>
                  <a:pt x="2872528" y="1592262"/>
                  <a:pt x="2888808" y="1599973"/>
                </a:cubicBezTo>
                <a:cubicBezTo>
                  <a:pt x="2894460" y="1602808"/>
                  <a:pt x="2900777" y="1604069"/>
                  <a:pt x="2906995" y="1603913"/>
                </a:cubicBezTo>
                <a:close/>
                <a:moveTo>
                  <a:pt x="4855044" y="1603948"/>
                </a:moveTo>
                <a:cubicBezTo>
                  <a:pt x="4875132" y="1605341"/>
                  <a:pt x="4896205" y="1592266"/>
                  <a:pt x="4892983" y="1568773"/>
                </a:cubicBezTo>
                <a:cubicBezTo>
                  <a:pt x="4893887" y="1538593"/>
                  <a:pt x="4854087" y="1528762"/>
                  <a:pt x="4834412" y="1545453"/>
                </a:cubicBezTo>
                <a:cubicBezTo>
                  <a:pt x="4817904" y="1557570"/>
                  <a:pt x="4820166" y="1586150"/>
                  <a:pt x="4836222" y="1597582"/>
                </a:cubicBezTo>
                <a:cubicBezTo>
                  <a:pt x="4841762" y="1601411"/>
                  <a:pt x="4848348" y="1603483"/>
                  <a:pt x="4855044" y="1603948"/>
                </a:cubicBezTo>
                <a:close/>
                <a:moveTo>
                  <a:pt x="2802418" y="1604039"/>
                </a:moveTo>
                <a:cubicBezTo>
                  <a:pt x="2821987" y="1603931"/>
                  <a:pt x="2841914" y="1591248"/>
                  <a:pt x="2838493" y="1568891"/>
                </a:cubicBezTo>
                <a:cubicBezTo>
                  <a:pt x="2839861" y="1537246"/>
                  <a:pt x="2796339" y="1528762"/>
                  <a:pt x="2776269" y="1546419"/>
                </a:cubicBezTo>
                <a:cubicBezTo>
                  <a:pt x="2762129" y="1561782"/>
                  <a:pt x="2765322" y="1589528"/>
                  <a:pt x="2783795" y="1599847"/>
                </a:cubicBezTo>
                <a:cubicBezTo>
                  <a:pt x="2789383" y="1602713"/>
                  <a:pt x="2795883" y="1604075"/>
                  <a:pt x="2802418" y="1604039"/>
                </a:cubicBezTo>
                <a:close/>
                <a:moveTo>
                  <a:pt x="5270226" y="1604216"/>
                </a:moveTo>
                <a:cubicBezTo>
                  <a:pt x="5288504" y="1603822"/>
                  <a:pt x="5305873" y="1591243"/>
                  <a:pt x="5303620" y="1570606"/>
                </a:cubicBezTo>
                <a:cubicBezTo>
                  <a:pt x="5306854" y="1538996"/>
                  <a:pt x="5264119" y="1528762"/>
                  <a:pt x="5243791" y="1546500"/>
                </a:cubicBezTo>
                <a:cubicBezTo>
                  <a:pt x="5232703" y="1562646"/>
                  <a:pt x="5232241" y="1590845"/>
                  <a:pt x="5252338" y="1600396"/>
                </a:cubicBezTo>
                <a:cubicBezTo>
                  <a:pt x="5257940" y="1603125"/>
                  <a:pt x="5264134" y="1604348"/>
                  <a:pt x="5270226" y="1604216"/>
                </a:cubicBezTo>
                <a:close/>
                <a:moveTo>
                  <a:pt x="2693602" y="1604353"/>
                </a:moveTo>
                <a:cubicBezTo>
                  <a:pt x="2714375" y="1607219"/>
                  <a:pt x="2737643" y="1594377"/>
                  <a:pt x="2735619" y="1569901"/>
                </a:cubicBezTo>
                <a:cubicBezTo>
                  <a:pt x="2736519" y="1537496"/>
                  <a:pt x="2692678" y="1528762"/>
                  <a:pt x="2673569" y="1548987"/>
                </a:cubicBezTo>
                <a:cubicBezTo>
                  <a:pt x="2660529" y="1561168"/>
                  <a:pt x="2664126" y="1583461"/>
                  <a:pt x="2674693" y="1596101"/>
                </a:cubicBezTo>
                <a:cubicBezTo>
                  <a:pt x="2680032" y="1600698"/>
                  <a:pt x="2686680" y="1603398"/>
                  <a:pt x="2693602" y="1604353"/>
                </a:cubicBezTo>
                <a:close/>
                <a:moveTo>
                  <a:pt x="7429916" y="1604427"/>
                </a:moveTo>
                <a:cubicBezTo>
                  <a:pt x="7437306" y="1604198"/>
                  <a:pt x="7444582" y="1602304"/>
                  <a:pt x="7450835" y="1598058"/>
                </a:cubicBezTo>
                <a:cubicBezTo>
                  <a:pt x="7470617" y="1580156"/>
                  <a:pt x="7461295" y="1535170"/>
                  <a:pt x="7430371" y="1538383"/>
                </a:cubicBezTo>
                <a:cubicBezTo>
                  <a:pt x="7395355" y="1530350"/>
                  <a:pt x="7383304" y="1583139"/>
                  <a:pt x="7408316" y="1600812"/>
                </a:cubicBezTo>
                <a:cubicBezTo>
                  <a:pt x="7415023" y="1603222"/>
                  <a:pt x="7422527" y="1604657"/>
                  <a:pt x="7429916" y="1604427"/>
                </a:cubicBezTo>
                <a:close/>
                <a:moveTo>
                  <a:pt x="8040195" y="1604618"/>
                </a:moveTo>
                <a:cubicBezTo>
                  <a:pt x="8052606" y="1605830"/>
                  <a:pt x="8065794" y="1601617"/>
                  <a:pt x="8073281" y="1591923"/>
                </a:cubicBezTo>
                <a:cubicBezTo>
                  <a:pt x="8081804" y="1577612"/>
                  <a:pt x="8075584" y="1560992"/>
                  <a:pt x="8074202" y="1545527"/>
                </a:cubicBezTo>
                <a:cubicBezTo>
                  <a:pt x="8057846" y="1540449"/>
                  <a:pt x="8038726" y="1533524"/>
                  <a:pt x="8022601" y="1542757"/>
                </a:cubicBezTo>
                <a:cubicBezTo>
                  <a:pt x="8009009" y="1551528"/>
                  <a:pt x="8008779" y="1570687"/>
                  <a:pt x="8011774" y="1584767"/>
                </a:cubicBezTo>
                <a:cubicBezTo>
                  <a:pt x="8016151" y="1596770"/>
                  <a:pt x="8027784" y="1603406"/>
                  <a:pt x="8040195" y="1604618"/>
                </a:cubicBezTo>
                <a:close/>
                <a:moveTo>
                  <a:pt x="4961516" y="1604708"/>
                </a:moveTo>
                <a:cubicBezTo>
                  <a:pt x="4968751" y="1604881"/>
                  <a:pt x="4976043" y="1603326"/>
                  <a:pt x="4982374" y="1600102"/>
                </a:cubicBezTo>
                <a:cubicBezTo>
                  <a:pt x="4998879" y="1591351"/>
                  <a:pt x="4997523" y="1569704"/>
                  <a:pt x="4993905" y="1554045"/>
                </a:cubicBezTo>
                <a:cubicBezTo>
                  <a:pt x="4979435" y="1532628"/>
                  <a:pt x="4944163" y="1531937"/>
                  <a:pt x="4930371" y="1554275"/>
                </a:cubicBezTo>
                <a:cubicBezTo>
                  <a:pt x="4924266" y="1569474"/>
                  <a:pt x="4925171" y="1590660"/>
                  <a:pt x="4940998" y="1598951"/>
                </a:cubicBezTo>
                <a:cubicBezTo>
                  <a:pt x="4947102" y="1602635"/>
                  <a:pt x="4954281" y="1604535"/>
                  <a:pt x="4961516" y="1604708"/>
                </a:cubicBezTo>
                <a:close/>
                <a:moveTo>
                  <a:pt x="3213598" y="1604874"/>
                </a:moveTo>
                <a:cubicBezTo>
                  <a:pt x="3232994" y="1604927"/>
                  <a:pt x="3251933" y="1591581"/>
                  <a:pt x="3249843" y="1569922"/>
                </a:cubicBezTo>
                <a:cubicBezTo>
                  <a:pt x="3251700" y="1537858"/>
                  <a:pt x="3205956" y="1528762"/>
                  <a:pt x="3186916" y="1549001"/>
                </a:cubicBezTo>
                <a:cubicBezTo>
                  <a:pt x="3174841" y="1563782"/>
                  <a:pt x="3177395" y="1590160"/>
                  <a:pt x="3194811" y="1600166"/>
                </a:cubicBezTo>
                <a:cubicBezTo>
                  <a:pt x="3200616" y="1603349"/>
                  <a:pt x="3207132" y="1604856"/>
                  <a:pt x="3213598" y="1604874"/>
                </a:cubicBezTo>
                <a:close/>
                <a:moveTo>
                  <a:pt x="5473122" y="1604921"/>
                </a:moveTo>
                <a:cubicBezTo>
                  <a:pt x="5492101" y="1605503"/>
                  <a:pt x="5511112" y="1592963"/>
                  <a:pt x="5510941" y="1571761"/>
                </a:cubicBezTo>
                <a:cubicBezTo>
                  <a:pt x="5513229" y="1538896"/>
                  <a:pt x="5466997" y="1527175"/>
                  <a:pt x="5447771" y="1549238"/>
                </a:cubicBezTo>
                <a:cubicBezTo>
                  <a:pt x="5438616" y="1564637"/>
                  <a:pt x="5438616" y="1589228"/>
                  <a:pt x="5454866" y="1599800"/>
                </a:cubicBezTo>
                <a:cubicBezTo>
                  <a:pt x="5460474" y="1603075"/>
                  <a:pt x="5466796" y="1604727"/>
                  <a:pt x="5473122" y="1604921"/>
                </a:cubicBezTo>
                <a:close/>
                <a:moveTo>
                  <a:pt x="2392412" y="1604991"/>
                </a:moveTo>
                <a:cubicBezTo>
                  <a:pt x="2411012" y="1604713"/>
                  <a:pt x="2428880" y="1591069"/>
                  <a:pt x="2424496" y="1569237"/>
                </a:cubicBezTo>
                <a:cubicBezTo>
                  <a:pt x="2427418" y="1537855"/>
                  <a:pt x="2385165" y="1530350"/>
                  <a:pt x="2366515" y="1547861"/>
                </a:cubicBezTo>
                <a:cubicBezTo>
                  <a:pt x="2356854" y="1563552"/>
                  <a:pt x="2355722" y="1591296"/>
                  <a:pt x="2374380" y="1600620"/>
                </a:cubicBezTo>
                <a:cubicBezTo>
                  <a:pt x="2379940" y="1603690"/>
                  <a:pt x="2386217" y="1605083"/>
                  <a:pt x="2392412" y="1604991"/>
                </a:cubicBezTo>
                <a:close/>
                <a:moveTo>
                  <a:pt x="7636381" y="1696949"/>
                </a:moveTo>
                <a:cubicBezTo>
                  <a:pt x="7653644" y="1693355"/>
                  <a:pt x="7666642" y="1670203"/>
                  <a:pt x="7649881" y="1655571"/>
                </a:cubicBezTo>
                <a:cubicBezTo>
                  <a:pt x="7626621" y="1633537"/>
                  <a:pt x="7589679" y="1674391"/>
                  <a:pt x="7618640" y="1692982"/>
                </a:cubicBezTo>
                <a:cubicBezTo>
                  <a:pt x="7624398" y="1697171"/>
                  <a:pt x="7630626" y="1698147"/>
                  <a:pt x="7636381" y="1696949"/>
                </a:cubicBezTo>
                <a:close/>
                <a:moveTo>
                  <a:pt x="2374911" y="1704306"/>
                </a:moveTo>
                <a:cubicBezTo>
                  <a:pt x="2386306" y="1708150"/>
                  <a:pt x="2398851" y="1708150"/>
                  <a:pt x="2410471" y="1704306"/>
                </a:cubicBezTo>
                <a:cubicBezTo>
                  <a:pt x="2438281" y="1687801"/>
                  <a:pt x="2426427" y="1633537"/>
                  <a:pt x="2390404" y="1639868"/>
                </a:cubicBezTo>
                <a:cubicBezTo>
                  <a:pt x="2356218" y="1638285"/>
                  <a:pt x="2349381" y="1688932"/>
                  <a:pt x="2374911" y="1704306"/>
                </a:cubicBezTo>
                <a:close/>
                <a:moveTo>
                  <a:pt x="2817420" y="1704486"/>
                </a:moveTo>
                <a:cubicBezTo>
                  <a:pt x="2827796" y="1700584"/>
                  <a:pt x="2836052" y="1692328"/>
                  <a:pt x="2837635" y="1679887"/>
                </a:cubicBezTo>
                <a:cubicBezTo>
                  <a:pt x="2846229" y="1648898"/>
                  <a:pt x="2802619" y="1625599"/>
                  <a:pt x="2780227" y="1647540"/>
                </a:cubicBezTo>
                <a:cubicBezTo>
                  <a:pt x="2762133" y="1661339"/>
                  <a:pt x="2764394" y="1692780"/>
                  <a:pt x="2784524" y="1702959"/>
                </a:cubicBezTo>
                <a:cubicBezTo>
                  <a:pt x="2794590" y="1707936"/>
                  <a:pt x="2807044" y="1708388"/>
                  <a:pt x="2817420" y="1704486"/>
                </a:cubicBezTo>
                <a:close/>
                <a:moveTo>
                  <a:pt x="5051655" y="1704910"/>
                </a:moveTo>
                <a:cubicBezTo>
                  <a:pt x="5070123" y="1712912"/>
                  <a:pt x="5094290" y="1702852"/>
                  <a:pt x="5096798" y="1681589"/>
                </a:cubicBezTo>
                <a:cubicBezTo>
                  <a:pt x="5106829" y="1654381"/>
                  <a:pt x="5075138" y="1628774"/>
                  <a:pt x="5050059" y="1641578"/>
                </a:cubicBezTo>
                <a:cubicBezTo>
                  <a:pt x="5021104" y="1650037"/>
                  <a:pt x="5023156" y="1697594"/>
                  <a:pt x="5051655" y="1704910"/>
                </a:cubicBezTo>
                <a:close/>
                <a:moveTo>
                  <a:pt x="7441472" y="1705072"/>
                </a:moveTo>
                <a:cubicBezTo>
                  <a:pt x="7451761" y="1701394"/>
                  <a:pt x="7459879" y="1693410"/>
                  <a:pt x="7460442" y="1680980"/>
                </a:cubicBezTo>
                <a:cubicBezTo>
                  <a:pt x="7465854" y="1657943"/>
                  <a:pt x="7446687" y="1633537"/>
                  <a:pt x="7422333" y="1639467"/>
                </a:cubicBezTo>
                <a:cubicBezTo>
                  <a:pt x="7392116" y="1640608"/>
                  <a:pt x="7386479" y="1688507"/>
                  <a:pt x="7409480" y="1703332"/>
                </a:cubicBezTo>
                <a:cubicBezTo>
                  <a:pt x="7418725" y="1708122"/>
                  <a:pt x="7431184" y="1708749"/>
                  <a:pt x="7441472" y="1705072"/>
                </a:cubicBezTo>
                <a:close/>
                <a:moveTo>
                  <a:pt x="5283991" y="1705330"/>
                </a:moveTo>
                <a:cubicBezTo>
                  <a:pt x="5293997" y="1701637"/>
                  <a:pt x="5301843" y="1693858"/>
                  <a:pt x="5302525" y="1681794"/>
                </a:cubicBezTo>
                <a:cubicBezTo>
                  <a:pt x="5310029" y="1657665"/>
                  <a:pt x="5285014" y="1633537"/>
                  <a:pt x="5260681" y="1641204"/>
                </a:cubicBezTo>
                <a:cubicBezTo>
                  <a:pt x="5232255" y="1646616"/>
                  <a:pt x="5227479" y="1691490"/>
                  <a:pt x="5252494" y="1704343"/>
                </a:cubicBezTo>
                <a:cubicBezTo>
                  <a:pt x="5261818" y="1708628"/>
                  <a:pt x="5273985" y="1709022"/>
                  <a:pt x="5283991" y="1705330"/>
                </a:cubicBezTo>
                <a:close/>
                <a:moveTo>
                  <a:pt x="7542246" y="1705599"/>
                </a:moveTo>
                <a:cubicBezTo>
                  <a:pt x="7551761" y="1702764"/>
                  <a:pt x="7559761" y="1696471"/>
                  <a:pt x="7562389" y="1686152"/>
                </a:cubicBezTo>
                <a:cubicBezTo>
                  <a:pt x="7572217" y="1663020"/>
                  <a:pt x="7552332" y="1635125"/>
                  <a:pt x="7526503" y="1639888"/>
                </a:cubicBezTo>
                <a:cubicBezTo>
                  <a:pt x="7492218" y="1638980"/>
                  <a:pt x="7484904" y="1690007"/>
                  <a:pt x="7513018" y="1704295"/>
                </a:cubicBezTo>
                <a:cubicBezTo>
                  <a:pt x="7521703" y="1707810"/>
                  <a:pt x="7532732" y="1708434"/>
                  <a:pt x="7542246" y="1705599"/>
                </a:cubicBezTo>
                <a:close/>
                <a:moveTo>
                  <a:pt x="2505770" y="1705757"/>
                </a:moveTo>
                <a:cubicBezTo>
                  <a:pt x="2514995" y="1703185"/>
                  <a:pt x="2523073" y="1697419"/>
                  <a:pt x="2526856" y="1688262"/>
                </a:cubicBezTo>
                <a:cubicBezTo>
                  <a:pt x="2536709" y="1666781"/>
                  <a:pt x="2519292" y="1635125"/>
                  <a:pt x="2493166" y="1639873"/>
                </a:cubicBezTo>
                <a:cubicBezTo>
                  <a:pt x="2458562" y="1637386"/>
                  <a:pt x="2449398" y="1690523"/>
                  <a:pt x="2477813" y="1704090"/>
                </a:cubicBezTo>
                <a:cubicBezTo>
                  <a:pt x="2486174" y="1707707"/>
                  <a:pt x="2496545" y="1708329"/>
                  <a:pt x="2505770" y="1705757"/>
                </a:cubicBezTo>
                <a:close/>
                <a:moveTo>
                  <a:pt x="2688306" y="1705788"/>
                </a:moveTo>
                <a:cubicBezTo>
                  <a:pt x="2706865" y="1712912"/>
                  <a:pt x="2731840" y="1703489"/>
                  <a:pt x="2735507" y="1682115"/>
                </a:cubicBezTo>
                <a:cubicBezTo>
                  <a:pt x="2744671" y="1652238"/>
                  <a:pt x="2705033" y="1627187"/>
                  <a:pt x="2680515" y="1644424"/>
                </a:cubicBezTo>
                <a:cubicBezTo>
                  <a:pt x="2655771" y="1657064"/>
                  <a:pt x="2661269" y="1699582"/>
                  <a:pt x="2688306" y="1705788"/>
                </a:cubicBezTo>
                <a:close/>
                <a:moveTo>
                  <a:pt x="7336861" y="1706501"/>
                </a:moveTo>
                <a:cubicBezTo>
                  <a:pt x="7347493" y="1703090"/>
                  <a:pt x="7356044" y="1695005"/>
                  <a:pt x="7357185" y="1682161"/>
                </a:cubicBezTo>
                <a:cubicBezTo>
                  <a:pt x="7364254" y="1657849"/>
                  <a:pt x="7340994" y="1633537"/>
                  <a:pt x="7316594" y="1640188"/>
                </a:cubicBezTo>
                <a:cubicBezTo>
                  <a:pt x="7287177" y="1643399"/>
                  <a:pt x="7281704" y="1687436"/>
                  <a:pt x="7304052" y="1702803"/>
                </a:cubicBezTo>
                <a:cubicBezTo>
                  <a:pt x="7313515" y="1708651"/>
                  <a:pt x="7326228" y="1709913"/>
                  <a:pt x="7336861" y="1706501"/>
                </a:cubicBezTo>
                <a:close/>
                <a:moveTo>
                  <a:pt x="4764383" y="1706972"/>
                </a:moveTo>
                <a:cubicBezTo>
                  <a:pt x="4781314" y="1703082"/>
                  <a:pt x="4794386" y="1685743"/>
                  <a:pt x="4790507" y="1667135"/>
                </a:cubicBezTo>
                <a:cubicBezTo>
                  <a:pt x="4787358" y="1640746"/>
                  <a:pt x="4752949" y="1631950"/>
                  <a:pt x="4733383" y="1646385"/>
                </a:cubicBezTo>
                <a:cubicBezTo>
                  <a:pt x="4714716" y="1663076"/>
                  <a:pt x="4720114" y="1701193"/>
                  <a:pt x="4746652" y="1705929"/>
                </a:cubicBezTo>
                <a:cubicBezTo>
                  <a:pt x="4752668" y="1708072"/>
                  <a:pt x="4758740" y="1708269"/>
                  <a:pt x="4764383" y="1706972"/>
                </a:cubicBezTo>
                <a:close/>
                <a:moveTo>
                  <a:pt x="7120843" y="1707315"/>
                </a:moveTo>
                <a:cubicBezTo>
                  <a:pt x="7138775" y="1706278"/>
                  <a:pt x="7155491" y="1692898"/>
                  <a:pt x="7155832" y="1673234"/>
                </a:cubicBezTo>
                <a:cubicBezTo>
                  <a:pt x="7157879" y="1644279"/>
                  <a:pt x="7118533" y="1628775"/>
                  <a:pt x="7097836" y="1646331"/>
                </a:cubicBezTo>
                <a:cubicBezTo>
                  <a:pt x="7078504" y="1660010"/>
                  <a:pt x="7080778" y="1694665"/>
                  <a:pt x="7103067" y="1704012"/>
                </a:cubicBezTo>
                <a:cubicBezTo>
                  <a:pt x="7108753" y="1706634"/>
                  <a:pt x="7114865" y="1707660"/>
                  <a:pt x="7120843" y="1707315"/>
                </a:cubicBezTo>
                <a:close/>
                <a:moveTo>
                  <a:pt x="5575234" y="1707387"/>
                </a:moveTo>
                <a:cubicBezTo>
                  <a:pt x="5591996" y="1708900"/>
                  <a:pt x="5609808" y="1699094"/>
                  <a:pt x="5612353" y="1680845"/>
                </a:cubicBezTo>
                <a:cubicBezTo>
                  <a:pt x="5619591" y="1654239"/>
                  <a:pt x="5589735" y="1630362"/>
                  <a:pt x="5565080" y="1641050"/>
                </a:cubicBezTo>
                <a:cubicBezTo>
                  <a:pt x="5537938" y="1647417"/>
                  <a:pt x="5533866" y="1690168"/>
                  <a:pt x="5559425" y="1701993"/>
                </a:cubicBezTo>
                <a:cubicBezTo>
                  <a:pt x="5564175" y="1705120"/>
                  <a:pt x="5569646" y="1706882"/>
                  <a:pt x="5575234" y="1707387"/>
                </a:cubicBezTo>
                <a:close/>
                <a:moveTo>
                  <a:pt x="5380106" y="1707453"/>
                </a:moveTo>
                <a:cubicBezTo>
                  <a:pt x="5408908" y="1704723"/>
                  <a:pt x="5416392" y="1660368"/>
                  <a:pt x="5393033" y="1645811"/>
                </a:cubicBezTo>
                <a:cubicBezTo>
                  <a:pt x="5377838" y="1636712"/>
                  <a:pt x="5354933" y="1638304"/>
                  <a:pt x="5344047" y="1653544"/>
                </a:cubicBezTo>
                <a:cubicBezTo>
                  <a:pt x="5339511" y="1665145"/>
                  <a:pt x="5340192" y="1677883"/>
                  <a:pt x="5338604" y="1690166"/>
                </a:cubicBezTo>
                <a:cubicBezTo>
                  <a:pt x="5350624" y="1699264"/>
                  <a:pt x="5363324" y="1712912"/>
                  <a:pt x="5380106" y="1707453"/>
                </a:cubicBezTo>
                <a:close/>
                <a:moveTo>
                  <a:pt x="5480838" y="1707482"/>
                </a:moveTo>
                <a:cubicBezTo>
                  <a:pt x="5499878" y="1704999"/>
                  <a:pt x="5515951" y="1685729"/>
                  <a:pt x="5509828" y="1664924"/>
                </a:cubicBezTo>
                <a:cubicBezTo>
                  <a:pt x="5505519" y="1636047"/>
                  <a:pt x="5463337" y="1630362"/>
                  <a:pt x="5447461" y="1652418"/>
                </a:cubicBezTo>
                <a:cubicBezTo>
                  <a:pt x="5437029" y="1669471"/>
                  <a:pt x="5440658" y="1696984"/>
                  <a:pt x="5461522" y="1703805"/>
                </a:cubicBezTo>
                <a:cubicBezTo>
                  <a:pt x="5467816" y="1707273"/>
                  <a:pt x="5474492" y="1708310"/>
                  <a:pt x="5480838" y="1707482"/>
                </a:cubicBezTo>
                <a:close/>
                <a:moveTo>
                  <a:pt x="2907014" y="1707590"/>
                </a:moveTo>
                <a:cubicBezTo>
                  <a:pt x="2924958" y="1706727"/>
                  <a:pt x="2942238" y="1693809"/>
                  <a:pt x="2939035" y="1673345"/>
                </a:cubicBezTo>
                <a:cubicBezTo>
                  <a:pt x="2944654" y="1639238"/>
                  <a:pt x="2892506" y="1627187"/>
                  <a:pt x="2876546" y="1653790"/>
                </a:cubicBezTo>
                <a:cubicBezTo>
                  <a:pt x="2868454" y="1670616"/>
                  <a:pt x="2871601" y="1695173"/>
                  <a:pt x="2889583" y="1704268"/>
                </a:cubicBezTo>
                <a:cubicBezTo>
                  <a:pt x="2894978" y="1706826"/>
                  <a:pt x="2901033" y="1707878"/>
                  <a:pt x="2907014" y="1707590"/>
                </a:cubicBezTo>
                <a:close/>
                <a:moveTo>
                  <a:pt x="2598430" y="1707728"/>
                </a:moveTo>
                <a:cubicBezTo>
                  <a:pt x="2635212" y="1711325"/>
                  <a:pt x="2646246" y="1654445"/>
                  <a:pt x="2613372" y="1642530"/>
                </a:cubicBezTo>
                <a:cubicBezTo>
                  <a:pt x="2594751" y="1633537"/>
                  <a:pt x="2577280" y="1645902"/>
                  <a:pt x="2563489" y="1656918"/>
                </a:cubicBezTo>
                <a:cubicBezTo>
                  <a:pt x="2562108" y="1679176"/>
                  <a:pt x="2569234" y="1709976"/>
                  <a:pt x="2598430" y="1707728"/>
                </a:cubicBezTo>
                <a:close/>
                <a:moveTo>
                  <a:pt x="3012349" y="1707771"/>
                </a:moveTo>
                <a:cubicBezTo>
                  <a:pt x="3031602" y="1705678"/>
                  <a:pt x="3048767" y="1687279"/>
                  <a:pt x="3042019" y="1666470"/>
                </a:cubicBezTo>
                <a:cubicBezTo>
                  <a:pt x="3039995" y="1643688"/>
                  <a:pt x="3011428" y="1633537"/>
                  <a:pt x="2992984" y="1642786"/>
                </a:cubicBezTo>
                <a:cubicBezTo>
                  <a:pt x="2970491" y="1654741"/>
                  <a:pt x="2968466" y="1693539"/>
                  <a:pt x="2993209" y="1703915"/>
                </a:cubicBezTo>
                <a:cubicBezTo>
                  <a:pt x="2999282" y="1707355"/>
                  <a:pt x="3005932" y="1708469"/>
                  <a:pt x="3012349" y="1707771"/>
                </a:cubicBezTo>
                <a:close/>
                <a:moveTo>
                  <a:pt x="5175286" y="1707893"/>
                </a:moveTo>
                <a:cubicBezTo>
                  <a:pt x="5193847" y="1702998"/>
                  <a:pt x="5207100" y="1681367"/>
                  <a:pt x="5198350" y="1662045"/>
                </a:cubicBezTo>
                <a:cubicBezTo>
                  <a:pt x="5191030" y="1634002"/>
                  <a:pt x="5143451" y="1631950"/>
                  <a:pt x="5134759" y="1659993"/>
                </a:cubicBezTo>
                <a:cubicBezTo>
                  <a:pt x="5130641" y="1677549"/>
                  <a:pt x="5133386" y="1703768"/>
                  <a:pt x="5155575" y="1706504"/>
                </a:cubicBezTo>
                <a:cubicBezTo>
                  <a:pt x="5162323" y="1709297"/>
                  <a:pt x="5169099" y="1709524"/>
                  <a:pt x="5175286" y="1707893"/>
                </a:cubicBezTo>
                <a:close/>
                <a:moveTo>
                  <a:pt x="4961316" y="1708509"/>
                </a:moveTo>
                <a:cubicBezTo>
                  <a:pt x="4977058" y="1708206"/>
                  <a:pt x="4993089" y="1697793"/>
                  <a:pt x="4995654" y="1681547"/>
                </a:cubicBezTo>
                <a:cubicBezTo>
                  <a:pt x="5005229" y="1653893"/>
                  <a:pt x="4969435" y="1628775"/>
                  <a:pt x="4945723" y="1642602"/>
                </a:cubicBezTo>
                <a:cubicBezTo>
                  <a:pt x="4919732" y="1652511"/>
                  <a:pt x="4919504" y="1696295"/>
                  <a:pt x="4946179" y="1705282"/>
                </a:cubicBezTo>
                <a:cubicBezTo>
                  <a:pt x="4950853" y="1707587"/>
                  <a:pt x="4956068" y="1708609"/>
                  <a:pt x="4961316" y="1708509"/>
                </a:cubicBezTo>
                <a:close/>
                <a:moveTo>
                  <a:pt x="4860665" y="1708671"/>
                </a:moveTo>
                <a:cubicBezTo>
                  <a:pt x="4878825" y="1708008"/>
                  <a:pt x="4896536" y="1694715"/>
                  <a:pt x="4894306" y="1674368"/>
                </a:cubicBezTo>
                <a:cubicBezTo>
                  <a:pt x="4896822" y="1642680"/>
                  <a:pt x="4852681" y="1628774"/>
                  <a:pt x="4832326" y="1649520"/>
                </a:cubicBezTo>
                <a:cubicBezTo>
                  <a:pt x="4816316" y="1665933"/>
                  <a:pt x="4821348" y="1696254"/>
                  <a:pt x="4843075" y="1704917"/>
                </a:cubicBezTo>
                <a:cubicBezTo>
                  <a:pt x="4848507" y="1707709"/>
                  <a:pt x="4854611" y="1708892"/>
                  <a:pt x="4860665" y="1708671"/>
                </a:cubicBezTo>
                <a:close/>
                <a:moveTo>
                  <a:pt x="4946874" y="1808119"/>
                </a:moveTo>
                <a:cubicBezTo>
                  <a:pt x="4965423" y="1816100"/>
                  <a:pt x="4990305" y="1806523"/>
                  <a:pt x="4994829" y="1785543"/>
                </a:cubicBezTo>
                <a:cubicBezTo>
                  <a:pt x="5006817" y="1757722"/>
                  <a:pt x="4970625" y="1733550"/>
                  <a:pt x="4946422" y="1744952"/>
                </a:cubicBezTo>
                <a:cubicBezTo>
                  <a:pt x="4919504" y="1754302"/>
                  <a:pt x="4920635" y="1798541"/>
                  <a:pt x="4946874" y="1808119"/>
                </a:cubicBezTo>
                <a:close/>
                <a:moveTo>
                  <a:pt x="7535477" y="1809722"/>
                </a:moveTo>
                <a:cubicBezTo>
                  <a:pt x="7546930" y="1808673"/>
                  <a:pt x="7557022" y="1803287"/>
                  <a:pt x="7561331" y="1790473"/>
                </a:cubicBezTo>
                <a:cubicBezTo>
                  <a:pt x="7573804" y="1763713"/>
                  <a:pt x="7547043" y="1733550"/>
                  <a:pt x="7518922" y="1744436"/>
                </a:cubicBezTo>
                <a:cubicBezTo>
                  <a:pt x="7491254" y="1750559"/>
                  <a:pt x="7494883" y="1782309"/>
                  <a:pt x="7501459" y="1802947"/>
                </a:cubicBezTo>
                <a:cubicBezTo>
                  <a:pt x="7511211" y="1807482"/>
                  <a:pt x="7524025" y="1810771"/>
                  <a:pt x="7535477" y="1809722"/>
                </a:cubicBezTo>
                <a:close/>
                <a:moveTo>
                  <a:pt x="4244808" y="1810280"/>
                </a:moveTo>
                <a:cubicBezTo>
                  <a:pt x="4265453" y="1807394"/>
                  <a:pt x="4284724" y="1786998"/>
                  <a:pt x="4275856" y="1765449"/>
                </a:cubicBezTo>
                <a:cubicBezTo>
                  <a:pt x="4270171" y="1742417"/>
                  <a:pt x="4241522" y="1738312"/>
                  <a:pt x="4222649" y="1746522"/>
                </a:cubicBezTo>
                <a:cubicBezTo>
                  <a:pt x="4200366" y="1758836"/>
                  <a:pt x="4202413" y="1795550"/>
                  <a:pt x="4224696" y="1806724"/>
                </a:cubicBezTo>
                <a:cubicBezTo>
                  <a:pt x="4230892" y="1810258"/>
                  <a:pt x="4237926" y="1811242"/>
                  <a:pt x="4244808" y="1810280"/>
                </a:cubicBezTo>
                <a:close/>
                <a:moveTo>
                  <a:pt x="5172725" y="1810591"/>
                </a:moveTo>
                <a:cubicBezTo>
                  <a:pt x="5180516" y="1809120"/>
                  <a:pt x="5188307" y="1806063"/>
                  <a:pt x="5195700" y="1803871"/>
                </a:cubicBezTo>
                <a:cubicBezTo>
                  <a:pt x="5197520" y="1789565"/>
                  <a:pt x="5205254" y="1773644"/>
                  <a:pt x="5197520" y="1759799"/>
                </a:cubicBezTo>
                <a:cubicBezTo>
                  <a:pt x="5187738" y="1736725"/>
                  <a:pt x="5153389" y="1737648"/>
                  <a:pt x="5138830" y="1754954"/>
                </a:cubicBezTo>
                <a:cubicBezTo>
                  <a:pt x="5130869" y="1772029"/>
                  <a:pt x="5130641" y="1798333"/>
                  <a:pt x="5149749" y="1807793"/>
                </a:cubicBezTo>
                <a:cubicBezTo>
                  <a:pt x="5157142" y="1811947"/>
                  <a:pt x="5164934" y="1812062"/>
                  <a:pt x="5172725" y="1810591"/>
                </a:cubicBezTo>
                <a:close/>
                <a:moveTo>
                  <a:pt x="2401843" y="1810713"/>
                </a:moveTo>
                <a:cubicBezTo>
                  <a:pt x="2410879" y="1808395"/>
                  <a:pt x="2418884" y="1802776"/>
                  <a:pt x="2422798" y="1793624"/>
                </a:cubicBezTo>
                <a:cubicBezTo>
                  <a:pt x="2426712" y="1779257"/>
                  <a:pt x="2427173" y="1761878"/>
                  <a:pt x="2416579" y="1750061"/>
                </a:cubicBezTo>
                <a:cubicBezTo>
                  <a:pt x="2404144" y="1741487"/>
                  <a:pt x="2387326" y="1741719"/>
                  <a:pt x="2373513" y="1746585"/>
                </a:cubicBezTo>
                <a:cubicBezTo>
                  <a:pt x="2352557" y="1758866"/>
                  <a:pt x="2353941" y="1796172"/>
                  <a:pt x="2374665" y="1807990"/>
                </a:cubicBezTo>
                <a:cubicBezTo>
                  <a:pt x="2382724" y="1812045"/>
                  <a:pt x="2392796" y="1813030"/>
                  <a:pt x="2401843" y="1810713"/>
                </a:cubicBezTo>
                <a:close/>
                <a:moveTo>
                  <a:pt x="3010705" y="1810847"/>
                </a:moveTo>
                <a:cubicBezTo>
                  <a:pt x="3020674" y="1811132"/>
                  <a:pt x="3030039" y="1808453"/>
                  <a:pt x="3036474" y="1799220"/>
                </a:cubicBezTo>
                <a:cubicBezTo>
                  <a:pt x="3055779" y="1773913"/>
                  <a:pt x="3032797" y="1731962"/>
                  <a:pt x="2999242" y="1744046"/>
                </a:cubicBezTo>
                <a:cubicBezTo>
                  <a:pt x="2970054" y="1749973"/>
                  <a:pt x="2972582" y="1783488"/>
                  <a:pt x="2981316" y="1804692"/>
                </a:cubicBezTo>
                <a:cubicBezTo>
                  <a:pt x="2990164" y="1807313"/>
                  <a:pt x="3000736" y="1810562"/>
                  <a:pt x="3010705" y="1810847"/>
                </a:cubicBezTo>
                <a:close/>
                <a:moveTo>
                  <a:pt x="5584540" y="1810868"/>
                </a:moveTo>
                <a:cubicBezTo>
                  <a:pt x="5602193" y="1806999"/>
                  <a:pt x="5616685" y="1790496"/>
                  <a:pt x="5612729" y="1771172"/>
                </a:cubicBezTo>
                <a:cubicBezTo>
                  <a:pt x="5609059" y="1736285"/>
                  <a:pt x="5551491" y="1733549"/>
                  <a:pt x="5543234" y="1766611"/>
                </a:cubicBezTo>
                <a:cubicBezTo>
                  <a:pt x="5537041" y="1784397"/>
                  <a:pt x="5548738" y="1804690"/>
                  <a:pt x="5566399" y="1810163"/>
                </a:cubicBezTo>
                <a:cubicBezTo>
                  <a:pt x="5572419" y="1812044"/>
                  <a:pt x="5578655" y="1812158"/>
                  <a:pt x="5584540" y="1810868"/>
                </a:cubicBezTo>
                <a:close/>
                <a:moveTo>
                  <a:pt x="5481893" y="1810933"/>
                </a:moveTo>
                <a:cubicBezTo>
                  <a:pt x="5501571" y="1806094"/>
                  <a:pt x="5516822" y="1784157"/>
                  <a:pt x="5508550" y="1763510"/>
                </a:cubicBezTo>
                <a:cubicBezTo>
                  <a:pt x="5503036" y="1742864"/>
                  <a:pt x="5478680" y="1741487"/>
                  <a:pt x="5461447" y="1744469"/>
                </a:cubicBezTo>
                <a:cubicBezTo>
                  <a:pt x="5432266" y="1752269"/>
                  <a:pt x="5433415" y="1800445"/>
                  <a:pt x="5461447" y="1809392"/>
                </a:cubicBezTo>
                <a:cubicBezTo>
                  <a:pt x="5468283" y="1812259"/>
                  <a:pt x="5475334" y="1812546"/>
                  <a:pt x="5481893" y="1810933"/>
                </a:cubicBezTo>
                <a:close/>
                <a:moveTo>
                  <a:pt x="2802844" y="1810986"/>
                </a:moveTo>
                <a:cubicBezTo>
                  <a:pt x="2820493" y="1810786"/>
                  <a:pt x="2837937" y="1797163"/>
                  <a:pt x="2838105" y="1778210"/>
                </a:cubicBezTo>
                <a:cubicBezTo>
                  <a:pt x="2841467" y="1746395"/>
                  <a:pt x="2793765" y="1730375"/>
                  <a:pt x="2775382" y="1754969"/>
                </a:cubicBezTo>
                <a:cubicBezTo>
                  <a:pt x="2763725" y="1770538"/>
                  <a:pt x="2767088" y="1797840"/>
                  <a:pt x="2785694" y="1806414"/>
                </a:cubicBezTo>
                <a:cubicBezTo>
                  <a:pt x="2791018" y="1809629"/>
                  <a:pt x="2796945" y="1811053"/>
                  <a:pt x="2802844" y="1810986"/>
                </a:cubicBezTo>
                <a:close/>
                <a:moveTo>
                  <a:pt x="2706000" y="1811041"/>
                </a:moveTo>
                <a:cubicBezTo>
                  <a:pt x="2724311" y="1808009"/>
                  <a:pt x="2739917" y="1790664"/>
                  <a:pt x="2735167" y="1770647"/>
                </a:cubicBezTo>
                <a:cubicBezTo>
                  <a:pt x="2732000" y="1740113"/>
                  <a:pt x="2686313" y="1735137"/>
                  <a:pt x="2670932" y="1758433"/>
                </a:cubicBezTo>
                <a:cubicBezTo>
                  <a:pt x="2657362" y="1775623"/>
                  <a:pt x="2668898" y="1800955"/>
                  <a:pt x="2687445" y="1808871"/>
                </a:cubicBezTo>
                <a:cubicBezTo>
                  <a:pt x="2693495" y="1811472"/>
                  <a:pt x="2699897" y="1812052"/>
                  <a:pt x="2706000" y="1811041"/>
                </a:cubicBezTo>
                <a:close/>
                <a:moveTo>
                  <a:pt x="5272164" y="1811059"/>
                </a:moveTo>
                <a:cubicBezTo>
                  <a:pt x="5291256" y="1809050"/>
                  <a:pt x="5308251" y="1790884"/>
                  <a:pt x="5302916" y="1770025"/>
                </a:cubicBezTo>
                <a:cubicBezTo>
                  <a:pt x="5301080" y="1739704"/>
                  <a:pt x="5253352" y="1733549"/>
                  <a:pt x="5240043" y="1758398"/>
                </a:cubicBezTo>
                <a:cubicBezTo>
                  <a:pt x="5232241" y="1774584"/>
                  <a:pt x="5236142" y="1798293"/>
                  <a:pt x="5253122" y="1807184"/>
                </a:cubicBezTo>
                <a:cubicBezTo>
                  <a:pt x="5259203" y="1810603"/>
                  <a:pt x="5265800" y="1811729"/>
                  <a:pt x="5272164" y="1811059"/>
                </a:cubicBezTo>
                <a:close/>
                <a:moveTo>
                  <a:pt x="7123890" y="1811349"/>
                </a:moveTo>
                <a:cubicBezTo>
                  <a:pt x="7144173" y="1808134"/>
                  <a:pt x="7162634" y="1786789"/>
                  <a:pt x="7153084" y="1766215"/>
                </a:cubicBezTo>
                <a:cubicBezTo>
                  <a:pt x="7147172" y="1745183"/>
                  <a:pt x="7120569" y="1736725"/>
                  <a:pt x="7102151" y="1746784"/>
                </a:cubicBezTo>
                <a:cubicBezTo>
                  <a:pt x="7078504" y="1758214"/>
                  <a:pt x="7078959" y="1797761"/>
                  <a:pt x="7103970" y="1807820"/>
                </a:cubicBezTo>
                <a:cubicBezTo>
                  <a:pt x="7110166" y="1811477"/>
                  <a:pt x="7117129" y="1812420"/>
                  <a:pt x="7123890" y="1811349"/>
                </a:cubicBezTo>
                <a:close/>
                <a:moveTo>
                  <a:pt x="4348067" y="1811394"/>
                </a:moveTo>
                <a:cubicBezTo>
                  <a:pt x="4366892" y="1809290"/>
                  <a:pt x="4383095" y="1791488"/>
                  <a:pt x="4378831" y="1771021"/>
                </a:cubicBezTo>
                <a:cubicBezTo>
                  <a:pt x="4377921" y="1748920"/>
                  <a:pt x="4352679" y="1739899"/>
                  <a:pt x="4333804" y="1745537"/>
                </a:cubicBezTo>
                <a:cubicBezTo>
                  <a:pt x="4304695" y="1750499"/>
                  <a:pt x="4301966" y="1797633"/>
                  <a:pt x="4329028" y="1807782"/>
                </a:cubicBezTo>
                <a:cubicBezTo>
                  <a:pt x="4335225" y="1811052"/>
                  <a:pt x="4341792" y="1812095"/>
                  <a:pt x="4348067" y="1811394"/>
                </a:cubicBezTo>
                <a:close/>
                <a:moveTo>
                  <a:pt x="4862149" y="1811477"/>
                </a:moveTo>
                <a:cubicBezTo>
                  <a:pt x="4880742" y="1809232"/>
                  <a:pt x="4897400" y="1791357"/>
                  <a:pt x="4893003" y="1770904"/>
                </a:cubicBezTo>
                <a:cubicBezTo>
                  <a:pt x="4890297" y="1733549"/>
                  <a:pt x="4828286" y="1734237"/>
                  <a:pt x="4824001" y="1770216"/>
                </a:cubicBezTo>
                <a:cubicBezTo>
                  <a:pt x="4819491" y="1786029"/>
                  <a:pt x="4829864" y="1801612"/>
                  <a:pt x="4843619" y="1808029"/>
                </a:cubicBezTo>
                <a:cubicBezTo>
                  <a:pt x="4849539" y="1811237"/>
                  <a:pt x="4855951" y="1812225"/>
                  <a:pt x="4862149" y="1811477"/>
                </a:cubicBezTo>
                <a:close/>
                <a:moveTo>
                  <a:pt x="2498607" y="1811531"/>
                </a:moveTo>
                <a:cubicBezTo>
                  <a:pt x="2517120" y="1809564"/>
                  <a:pt x="2533604" y="1792084"/>
                  <a:pt x="2529039" y="1771397"/>
                </a:cubicBezTo>
                <a:cubicBezTo>
                  <a:pt x="2527687" y="1737889"/>
                  <a:pt x="2472907" y="1731962"/>
                  <a:pt x="2463667" y="1763647"/>
                </a:cubicBezTo>
                <a:cubicBezTo>
                  <a:pt x="2460511" y="1779603"/>
                  <a:pt x="2462540" y="1801486"/>
                  <a:pt x="2480122" y="1807869"/>
                </a:cubicBezTo>
                <a:cubicBezTo>
                  <a:pt x="2486037" y="1811117"/>
                  <a:pt x="2492436" y="1812186"/>
                  <a:pt x="2498607" y="1811531"/>
                </a:cubicBezTo>
                <a:close/>
                <a:moveTo>
                  <a:pt x="4656920" y="1811643"/>
                </a:moveTo>
                <a:cubicBezTo>
                  <a:pt x="4672819" y="1809795"/>
                  <a:pt x="4687017" y="1797119"/>
                  <a:pt x="4686333" y="1779416"/>
                </a:cubicBezTo>
                <a:cubicBezTo>
                  <a:pt x="4692491" y="1745270"/>
                  <a:pt x="4640715" y="1730374"/>
                  <a:pt x="4623380" y="1756958"/>
                </a:cubicBezTo>
                <a:cubicBezTo>
                  <a:pt x="4613116" y="1774833"/>
                  <a:pt x="4618362" y="1804854"/>
                  <a:pt x="4640943" y="1809666"/>
                </a:cubicBezTo>
                <a:cubicBezTo>
                  <a:pt x="4646132" y="1811671"/>
                  <a:pt x="4651621" y="1812259"/>
                  <a:pt x="4656920" y="1811643"/>
                </a:cubicBezTo>
                <a:close/>
                <a:moveTo>
                  <a:pt x="5069983" y="1811693"/>
                </a:moveTo>
                <a:cubicBezTo>
                  <a:pt x="5088030" y="1808184"/>
                  <a:pt x="5102442" y="1791027"/>
                  <a:pt x="5098807" y="1770752"/>
                </a:cubicBezTo>
                <a:cubicBezTo>
                  <a:pt x="5095575" y="1734243"/>
                  <a:pt x="5031406" y="1733550"/>
                  <a:pt x="5029790" y="1770752"/>
                </a:cubicBezTo>
                <a:cubicBezTo>
                  <a:pt x="5025866" y="1786926"/>
                  <a:pt x="5036023" y="1804487"/>
                  <a:pt x="5051257" y="1810264"/>
                </a:cubicBezTo>
                <a:cubicBezTo>
                  <a:pt x="5057547" y="1812516"/>
                  <a:pt x="5063967" y="1812863"/>
                  <a:pt x="5069983" y="1811693"/>
                </a:cubicBezTo>
                <a:close/>
                <a:moveTo>
                  <a:pt x="2906329" y="1811839"/>
                </a:moveTo>
                <a:cubicBezTo>
                  <a:pt x="2923950" y="1811268"/>
                  <a:pt x="2940963" y="1798114"/>
                  <a:pt x="2939428" y="1778104"/>
                </a:cubicBezTo>
                <a:cubicBezTo>
                  <a:pt x="2943066" y="1756023"/>
                  <a:pt x="2923282" y="1738312"/>
                  <a:pt x="2901905" y="1743372"/>
                </a:cubicBezTo>
                <a:cubicBezTo>
                  <a:pt x="2868248" y="1740382"/>
                  <a:pt x="2860516" y="1795814"/>
                  <a:pt x="2889170" y="1808005"/>
                </a:cubicBezTo>
                <a:cubicBezTo>
                  <a:pt x="2894514" y="1810822"/>
                  <a:pt x="2900455" y="1812030"/>
                  <a:pt x="2906329" y="1811839"/>
                </a:cubicBezTo>
                <a:close/>
                <a:moveTo>
                  <a:pt x="5684208" y="1811929"/>
                </a:moveTo>
                <a:cubicBezTo>
                  <a:pt x="5703587" y="1810497"/>
                  <a:pt x="5721022" y="1792076"/>
                  <a:pt x="5715749" y="1770706"/>
                </a:cubicBezTo>
                <a:cubicBezTo>
                  <a:pt x="5713481" y="1738793"/>
                  <a:pt x="5662908" y="1733550"/>
                  <a:pt x="5650208" y="1761132"/>
                </a:cubicBezTo>
                <a:cubicBezTo>
                  <a:pt x="5640229" y="1777088"/>
                  <a:pt x="5648394" y="1799427"/>
                  <a:pt x="5664949" y="1807178"/>
                </a:cubicBezTo>
                <a:cubicBezTo>
                  <a:pt x="5671072" y="1810996"/>
                  <a:pt x="5677748" y="1812406"/>
                  <a:pt x="5684208" y="1811929"/>
                </a:cubicBezTo>
                <a:close/>
                <a:moveTo>
                  <a:pt x="2601003" y="1812047"/>
                </a:moveTo>
                <a:cubicBezTo>
                  <a:pt x="2618518" y="1810418"/>
                  <a:pt x="2634559" y="1798167"/>
                  <a:pt x="2633530" y="1777837"/>
                </a:cubicBezTo>
                <a:cubicBezTo>
                  <a:pt x="2636726" y="1745400"/>
                  <a:pt x="2592926" y="1731962"/>
                  <a:pt x="2572396" y="1752351"/>
                </a:cubicBezTo>
                <a:cubicBezTo>
                  <a:pt x="2558938" y="1769496"/>
                  <a:pt x="2563957" y="1799847"/>
                  <a:pt x="2583575" y="1810041"/>
                </a:cubicBezTo>
                <a:cubicBezTo>
                  <a:pt x="2589162" y="1811953"/>
                  <a:pt x="2595164" y="1812590"/>
                  <a:pt x="2601003" y="1812047"/>
                </a:cubicBezTo>
                <a:close/>
                <a:moveTo>
                  <a:pt x="5374057" y="1812147"/>
                </a:moveTo>
                <a:cubicBezTo>
                  <a:pt x="5391216" y="1811299"/>
                  <a:pt x="5407695" y="1798368"/>
                  <a:pt x="5406314" y="1779637"/>
                </a:cubicBezTo>
                <a:cubicBezTo>
                  <a:pt x="5413216" y="1745039"/>
                  <a:pt x="5358229" y="1730375"/>
                  <a:pt x="5342124" y="1757641"/>
                </a:cubicBezTo>
                <a:cubicBezTo>
                  <a:pt x="5333841" y="1775283"/>
                  <a:pt x="5337522" y="1800487"/>
                  <a:pt x="5357309" y="1808735"/>
                </a:cubicBezTo>
                <a:cubicBezTo>
                  <a:pt x="5362543" y="1811370"/>
                  <a:pt x="5368338" y="1812430"/>
                  <a:pt x="5374057" y="1812147"/>
                </a:cubicBezTo>
                <a:close/>
                <a:moveTo>
                  <a:pt x="4743296" y="1812474"/>
                </a:moveTo>
                <a:cubicBezTo>
                  <a:pt x="4766628" y="1812925"/>
                  <a:pt x="4795679" y="1799621"/>
                  <a:pt x="4790418" y="1772110"/>
                </a:cubicBezTo>
                <a:cubicBezTo>
                  <a:pt x="4789503" y="1734903"/>
                  <a:pt x="4724082" y="1733550"/>
                  <a:pt x="4721794" y="1770532"/>
                </a:cubicBezTo>
                <a:cubicBezTo>
                  <a:pt x="4716304" y="1788346"/>
                  <a:pt x="4732316" y="1800748"/>
                  <a:pt x="4743296" y="1812474"/>
                </a:cubicBezTo>
                <a:close/>
                <a:moveTo>
                  <a:pt x="2289807" y="1902040"/>
                </a:moveTo>
                <a:cubicBezTo>
                  <a:pt x="2296506" y="1901842"/>
                  <a:pt x="2303580" y="1900260"/>
                  <a:pt x="2309791" y="1900260"/>
                </a:cubicBezTo>
                <a:cubicBezTo>
                  <a:pt x="2309791" y="1885799"/>
                  <a:pt x="2319223" y="1863429"/>
                  <a:pt x="2299440" y="1857102"/>
                </a:cubicBezTo>
                <a:cubicBezTo>
                  <a:pt x="2276435" y="1844674"/>
                  <a:pt x="2255727" y="1878568"/>
                  <a:pt x="2272064" y="1895515"/>
                </a:cubicBezTo>
                <a:cubicBezTo>
                  <a:pt x="2276781" y="1901051"/>
                  <a:pt x="2283107" y="1902237"/>
                  <a:pt x="2289807" y="1902040"/>
                </a:cubicBezTo>
                <a:close/>
                <a:moveTo>
                  <a:pt x="7738513" y="1906456"/>
                </a:moveTo>
                <a:cubicBezTo>
                  <a:pt x="7753160" y="1905085"/>
                  <a:pt x="7766123" y="1892583"/>
                  <a:pt x="7762057" y="1875744"/>
                </a:cubicBezTo>
                <a:cubicBezTo>
                  <a:pt x="7762508" y="1851478"/>
                  <a:pt x="7728844" y="1846262"/>
                  <a:pt x="7714610" y="1861457"/>
                </a:cubicBezTo>
                <a:cubicBezTo>
                  <a:pt x="7707832" y="1875064"/>
                  <a:pt x="7707154" y="1897742"/>
                  <a:pt x="7723873" y="1903866"/>
                </a:cubicBezTo>
                <a:cubicBezTo>
                  <a:pt x="7728561" y="1906134"/>
                  <a:pt x="7733631" y="1906913"/>
                  <a:pt x="7738513" y="1906456"/>
                </a:cubicBezTo>
                <a:close/>
                <a:moveTo>
                  <a:pt x="4131924" y="1913328"/>
                </a:moveTo>
                <a:cubicBezTo>
                  <a:pt x="4138914" y="1915313"/>
                  <a:pt x="4146529" y="1915013"/>
                  <a:pt x="4153877" y="1911472"/>
                </a:cubicBezTo>
                <a:cubicBezTo>
                  <a:pt x="4172499" y="1905074"/>
                  <a:pt x="4172724" y="1883141"/>
                  <a:pt x="4174967" y="1866691"/>
                </a:cubicBezTo>
                <a:cubicBezTo>
                  <a:pt x="4161730" y="1842930"/>
                  <a:pt x="4125831" y="1833562"/>
                  <a:pt x="4109901" y="1859608"/>
                </a:cubicBezTo>
                <a:cubicBezTo>
                  <a:pt x="4095597" y="1880856"/>
                  <a:pt x="4110952" y="1907373"/>
                  <a:pt x="4131924" y="1913328"/>
                </a:cubicBezTo>
                <a:close/>
                <a:moveTo>
                  <a:pt x="5671709" y="1913579"/>
                </a:moveTo>
                <a:cubicBezTo>
                  <a:pt x="5695338" y="1920875"/>
                  <a:pt x="5724367" y="1893288"/>
                  <a:pt x="5714466" y="1868437"/>
                </a:cubicBezTo>
                <a:cubicBezTo>
                  <a:pt x="5707940" y="1841762"/>
                  <a:pt x="5668109" y="1835150"/>
                  <a:pt x="5653482" y="1858177"/>
                </a:cubicBezTo>
                <a:cubicBezTo>
                  <a:pt x="5637054" y="1876417"/>
                  <a:pt x="5648981" y="1907652"/>
                  <a:pt x="5671709" y="1913579"/>
                </a:cubicBezTo>
                <a:close/>
                <a:moveTo>
                  <a:pt x="2594774" y="1913976"/>
                </a:moveTo>
                <a:cubicBezTo>
                  <a:pt x="2610932" y="1915437"/>
                  <a:pt x="2628111" y="1907644"/>
                  <a:pt x="2630833" y="1889651"/>
                </a:cubicBezTo>
                <a:cubicBezTo>
                  <a:pt x="2638317" y="1867188"/>
                  <a:pt x="2620402" y="1851373"/>
                  <a:pt x="2604299" y="1839912"/>
                </a:cubicBezTo>
                <a:cubicBezTo>
                  <a:pt x="2583208" y="1843809"/>
                  <a:pt x="2560530" y="1857791"/>
                  <a:pt x="2564839" y="1882775"/>
                </a:cubicBezTo>
                <a:cubicBezTo>
                  <a:pt x="2563479" y="1901799"/>
                  <a:pt x="2578615" y="1912515"/>
                  <a:pt x="2594774" y="1913976"/>
                </a:cubicBezTo>
                <a:close/>
                <a:moveTo>
                  <a:pt x="2490650" y="1914009"/>
                </a:moveTo>
                <a:cubicBezTo>
                  <a:pt x="2496307" y="1915137"/>
                  <a:pt x="2502119" y="1915019"/>
                  <a:pt x="2507456" y="1913419"/>
                </a:cubicBezTo>
                <a:cubicBezTo>
                  <a:pt x="2514570" y="1911286"/>
                  <a:pt x="2520835" y="1906518"/>
                  <a:pt x="2524736" y="1898558"/>
                </a:cubicBezTo>
                <a:cubicBezTo>
                  <a:pt x="2538305" y="1874962"/>
                  <a:pt x="2520891" y="1849992"/>
                  <a:pt x="2499401" y="1839912"/>
                </a:cubicBezTo>
                <a:cubicBezTo>
                  <a:pt x="2481761" y="1845410"/>
                  <a:pt x="2461181" y="1854115"/>
                  <a:pt x="2461181" y="1876565"/>
                </a:cubicBezTo>
                <a:cubicBezTo>
                  <a:pt x="2458127" y="1896023"/>
                  <a:pt x="2473678" y="1910625"/>
                  <a:pt x="2490650" y="1914009"/>
                </a:cubicBezTo>
                <a:close/>
                <a:moveTo>
                  <a:pt x="4249966" y="1914115"/>
                </a:moveTo>
                <a:cubicBezTo>
                  <a:pt x="4268282" y="1908683"/>
                  <a:pt x="4283585" y="1888251"/>
                  <a:pt x="4276062" y="1869245"/>
                </a:cubicBezTo>
                <a:cubicBezTo>
                  <a:pt x="4269906" y="1841369"/>
                  <a:pt x="4228643" y="1835149"/>
                  <a:pt x="4213597" y="1858417"/>
                </a:cubicBezTo>
                <a:cubicBezTo>
                  <a:pt x="4198779" y="1877308"/>
                  <a:pt x="4208810" y="1907257"/>
                  <a:pt x="4231379" y="1913938"/>
                </a:cubicBezTo>
                <a:cubicBezTo>
                  <a:pt x="4237421" y="1916069"/>
                  <a:pt x="4243861" y="1915925"/>
                  <a:pt x="4249966" y="1914115"/>
                </a:cubicBezTo>
                <a:close/>
                <a:moveTo>
                  <a:pt x="5060338" y="1914298"/>
                </a:moveTo>
                <a:cubicBezTo>
                  <a:pt x="5090501" y="1920875"/>
                  <a:pt x="5110004" y="1878693"/>
                  <a:pt x="5091181" y="1856922"/>
                </a:cubicBezTo>
                <a:cubicBezTo>
                  <a:pt x="5076440" y="1835150"/>
                  <a:pt x="5038340" y="1842407"/>
                  <a:pt x="5031990" y="1867580"/>
                </a:cubicBezTo>
                <a:cubicBezTo>
                  <a:pt x="5024279" y="1887311"/>
                  <a:pt x="5038567" y="1912484"/>
                  <a:pt x="5060338" y="1914298"/>
                </a:cubicBezTo>
                <a:close/>
                <a:moveTo>
                  <a:pt x="5252913" y="1914303"/>
                </a:moveTo>
                <a:cubicBezTo>
                  <a:pt x="5268661" y="1912268"/>
                  <a:pt x="5290033" y="1916112"/>
                  <a:pt x="5298356" y="1898698"/>
                </a:cubicBezTo>
                <a:cubicBezTo>
                  <a:pt x="5313204" y="1873821"/>
                  <a:pt x="5290707" y="1835149"/>
                  <a:pt x="5260787" y="1845326"/>
                </a:cubicBezTo>
                <a:cubicBezTo>
                  <a:pt x="5229066" y="1853468"/>
                  <a:pt x="5232666" y="1895984"/>
                  <a:pt x="5252913" y="1914303"/>
                </a:cubicBezTo>
                <a:close/>
                <a:moveTo>
                  <a:pt x="4559567" y="1914358"/>
                </a:moveTo>
                <a:cubicBezTo>
                  <a:pt x="4569007" y="1912312"/>
                  <a:pt x="4577285" y="1906605"/>
                  <a:pt x="4580686" y="1896459"/>
                </a:cubicBezTo>
                <a:cubicBezTo>
                  <a:pt x="4592479" y="1872939"/>
                  <a:pt x="4573202" y="1836737"/>
                  <a:pt x="4545081" y="1843655"/>
                </a:cubicBezTo>
                <a:cubicBezTo>
                  <a:pt x="4514465" y="1846652"/>
                  <a:pt x="4508341" y="1893692"/>
                  <a:pt x="4531474" y="1910294"/>
                </a:cubicBezTo>
                <a:cubicBezTo>
                  <a:pt x="4539525" y="1914791"/>
                  <a:pt x="4550127" y="1916405"/>
                  <a:pt x="4559567" y="1914358"/>
                </a:cubicBezTo>
                <a:close/>
                <a:moveTo>
                  <a:pt x="4863190" y="1914372"/>
                </a:moveTo>
                <a:cubicBezTo>
                  <a:pt x="4881305" y="1911844"/>
                  <a:pt x="4897506" y="1895388"/>
                  <a:pt x="4893423" y="1875760"/>
                </a:cubicBezTo>
                <a:cubicBezTo>
                  <a:pt x="4891609" y="1850717"/>
                  <a:pt x="4860766" y="1835149"/>
                  <a:pt x="4839902" y="1849814"/>
                </a:cubicBezTo>
                <a:cubicBezTo>
                  <a:pt x="4816316" y="1863802"/>
                  <a:pt x="4818811" y="1902382"/>
                  <a:pt x="4845118" y="1911858"/>
                </a:cubicBezTo>
                <a:cubicBezTo>
                  <a:pt x="4850901" y="1914509"/>
                  <a:pt x="4857152" y="1915214"/>
                  <a:pt x="4863190" y="1914372"/>
                </a:cubicBezTo>
                <a:close/>
                <a:moveTo>
                  <a:pt x="5374968" y="1914447"/>
                </a:moveTo>
                <a:cubicBezTo>
                  <a:pt x="5391530" y="1913290"/>
                  <a:pt x="5407552" y="1900967"/>
                  <a:pt x="5406200" y="1882965"/>
                </a:cubicBezTo>
                <a:cubicBezTo>
                  <a:pt x="5408454" y="1860982"/>
                  <a:pt x="5387485" y="1838325"/>
                  <a:pt x="5364713" y="1845279"/>
                </a:cubicBezTo>
                <a:cubicBezTo>
                  <a:pt x="5332921" y="1849541"/>
                  <a:pt x="5330666" y="1900686"/>
                  <a:pt x="5358850" y="1911678"/>
                </a:cubicBezTo>
                <a:cubicBezTo>
                  <a:pt x="5363867" y="1913977"/>
                  <a:pt x="5369447" y="1914832"/>
                  <a:pt x="5374968" y="1914447"/>
                </a:cubicBezTo>
                <a:close/>
                <a:moveTo>
                  <a:pt x="2710110" y="1914646"/>
                </a:moveTo>
                <a:cubicBezTo>
                  <a:pt x="2730467" y="1908749"/>
                  <a:pt x="2744849" y="1882209"/>
                  <a:pt x="2731070" y="1862721"/>
                </a:cubicBezTo>
                <a:cubicBezTo>
                  <a:pt x="2718898" y="1836737"/>
                  <a:pt x="2674571" y="1839700"/>
                  <a:pt x="2667222" y="1867736"/>
                </a:cubicBezTo>
                <a:cubicBezTo>
                  <a:pt x="2658954" y="1885970"/>
                  <a:pt x="2671816" y="1905344"/>
                  <a:pt x="2688581" y="1912638"/>
                </a:cubicBezTo>
                <a:cubicBezTo>
                  <a:pt x="2695873" y="1916285"/>
                  <a:pt x="2703324" y="1916612"/>
                  <a:pt x="2710110" y="1914646"/>
                </a:cubicBezTo>
                <a:close/>
                <a:moveTo>
                  <a:pt x="2811886" y="1914733"/>
                </a:moveTo>
                <a:cubicBezTo>
                  <a:pt x="2830603" y="1909713"/>
                  <a:pt x="2845303" y="1888467"/>
                  <a:pt x="2837760" y="1868776"/>
                </a:cubicBezTo>
                <a:cubicBezTo>
                  <a:pt x="2831360" y="1840908"/>
                  <a:pt x="2789583" y="1835150"/>
                  <a:pt x="2775412" y="1859563"/>
                </a:cubicBezTo>
                <a:cubicBezTo>
                  <a:pt x="2760555" y="1877527"/>
                  <a:pt x="2770611" y="1907698"/>
                  <a:pt x="2792554" y="1913686"/>
                </a:cubicBezTo>
                <a:cubicBezTo>
                  <a:pt x="2799011" y="1916277"/>
                  <a:pt x="2805647" y="1916407"/>
                  <a:pt x="2811886" y="1914733"/>
                </a:cubicBezTo>
                <a:close/>
                <a:moveTo>
                  <a:pt x="4967962" y="1915022"/>
                </a:moveTo>
                <a:cubicBezTo>
                  <a:pt x="4987463" y="1910350"/>
                  <a:pt x="5003830" y="1887915"/>
                  <a:pt x="4994871" y="1868451"/>
                </a:cubicBezTo>
                <a:cubicBezTo>
                  <a:pt x="4988209" y="1843187"/>
                  <a:pt x="4949847" y="1835149"/>
                  <a:pt x="4934456" y="1856738"/>
                </a:cubicBezTo>
                <a:cubicBezTo>
                  <a:pt x="4917916" y="1874192"/>
                  <a:pt x="4925727" y="1905427"/>
                  <a:pt x="4948239" y="1913006"/>
                </a:cubicBezTo>
                <a:cubicBezTo>
                  <a:pt x="4954613" y="1916164"/>
                  <a:pt x="4961462" y="1916580"/>
                  <a:pt x="4967962" y="1915022"/>
                </a:cubicBezTo>
                <a:close/>
                <a:moveTo>
                  <a:pt x="4452275" y="1915395"/>
                </a:moveTo>
                <a:cubicBezTo>
                  <a:pt x="4469968" y="1912592"/>
                  <a:pt x="4484934" y="1895060"/>
                  <a:pt x="4481382" y="1875467"/>
                </a:cubicBezTo>
                <a:cubicBezTo>
                  <a:pt x="4481833" y="1848654"/>
                  <a:pt x="4449140" y="1836737"/>
                  <a:pt x="4428847" y="1849112"/>
                </a:cubicBezTo>
                <a:cubicBezTo>
                  <a:pt x="4408329" y="1864008"/>
                  <a:pt x="4409006" y="1903196"/>
                  <a:pt x="4434259" y="1912821"/>
                </a:cubicBezTo>
                <a:cubicBezTo>
                  <a:pt x="4440178" y="1915628"/>
                  <a:pt x="4446378" y="1916330"/>
                  <a:pt x="4452275" y="1915395"/>
                </a:cubicBezTo>
                <a:close/>
                <a:moveTo>
                  <a:pt x="4760080" y="1915518"/>
                </a:moveTo>
                <a:cubicBezTo>
                  <a:pt x="4780226" y="1912447"/>
                  <a:pt x="4797445" y="1888436"/>
                  <a:pt x="4788454" y="1867647"/>
                </a:cubicBezTo>
                <a:cubicBezTo>
                  <a:pt x="4783703" y="1850007"/>
                  <a:pt x="4762893" y="1838324"/>
                  <a:pt x="4746154" y="1845197"/>
                </a:cubicBezTo>
                <a:cubicBezTo>
                  <a:pt x="4718558" y="1853215"/>
                  <a:pt x="4713129" y="1897886"/>
                  <a:pt x="4739821" y="1910715"/>
                </a:cubicBezTo>
                <a:cubicBezTo>
                  <a:pt x="4746324" y="1915239"/>
                  <a:pt x="4753364" y="1916542"/>
                  <a:pt x="4760080" y="1915518"/>
                </a:cubicBezTo>
                <a:close/>
                <a:moveTo>
                  <a:pt x="4348523" y="1915582"/>
                </a:moveTo>
                <a:cubicBezTo>
                  <a:pt x="4366915" y="1913304"/>
                  <a:pt x="4383133" y="1894611"/>
                  <a:pt x="4378981" y="1874752"/>
                </a:cubicBezTo>
                <a:cubicBezTo>
                  <a:pt x="4378981" y="1847583"/>
                  <a:pt x="4344612" y="1835149"/>
                  <a:pt x="4324083" y="1849425"/>
                </a:cubicBezTo>
                <a:cubicBezTo>
                  <a:pt x="4303554" y="1864391"/>
                  <a:pt x="4305630" y="1901691"/>
                  <a:pt x="4330081" y="1911822"/>
                </a:cubicBezTo>
                <a:cubicBezTo>
                  <a:pt x="4336020" y="1915276"/>
                  <a:pt x="4342392" y="1916341"/>
                  <a:pt x="4348523" y="1915582"/>
                </a:cubicBezTo>
                <a:close/>
                <a:moveTo>
                  <a:pt x="4650686" y="1915629"/>
                </a:moveTo>
                <a:cubicBezTo>
                  <a:pt x="4679932" y="1919287"/>
                  <a:pt x="4697254" y="1880876"/>
                  <a:pt x="4679707" y="1858699"/>
                </a:cubicBezTo>
                <a:cubicBezTo>
                  <a:pt x="4666884" y="1835149"/>
                  <a:pt x="4626164" y="1841551"/>
                  <a:pt x="4621215" y="1868073"/>
                </a:cubicBezTo>
                <a:cubicBezTo>
                  <a:pt x="4613116" y="1889107"/>
                  <a:pt x="4628639" y="1913800"/>
                  <a:pt x="4650686" y="1915629"/>
                </a:cubicBezTo>
                <a:close/>
                <a:moveTo>
                  <a:pt x="5166250" y="1915639"/>
                </a:moveTo>
                <a:cubicBezTo>
                  <a:pt x="5183328" y="1915324"/>
                  <a:pt x="5199992" y="1901455"/>
                  <a:pt x="5200501" y="1882906"/>
                </a:cubicBezTo>
                <a:cubicBezTo>
                  <a:pt x="5203667" y="1861409"/>
                  <a:pt x="5183992" y="1839912"/>
                  <a:pt x="5162507" y="1843842"/>
                </a:cubicBezTo>
                <a:cubicBezTo>
                  <a:pt x="5129941" y="1844535"/>
                  <a:pt x="5122704" y="1897006"/>
                  <a:pt x="5149617" y="1911106"/>
                </a:cubicBezTo>
                <a:cubicBezTo>
                  <a:pt x="5154818" y="1914342"/>
                  <a:pt x="5160557" y="1915743"/>
                  <a:pt x="5166250" y="1915639"/>
                </a:cubicBezTo>
                <a:close/>
                <a:moveTo>
                  <a:pt x="5578569" y="1915709"/>
                </a:moveTo>
                <a:cubicBezTo>
                  <a:pt x="5597566" y="1914622"/>
                  <a:pt x="5615510" y="1895568"/>
                  <a:pt x="5612789" y="1875620"/>
                </a:cubicBezTo>
                <a:cubicBezTo>
                  <a:pt x="5612562" y="1847202"/>
                  <a:pt x="5570379" y="1833562"/>
                  <a:pt x="5553144" y="1855387"/>
                </a:cubicBezTo>
                <a:cubicBezTo>
                  <a:pt x="5535454" y="1870391"/>
                  <a:pt x="5540444" y="1899490"/>
                  <a:pt x="5559947" y="1910175"/>
                </a:cubicBezTo>
                <a:cubicBezTo>
                  <a:pt x="5565787" y="1914437"/>
                  <a:pt x="5572236" y="1916071"/>
                  <a:pt x="5578569" y="1915709"/>
                </a:cubicBezTo>
                <a:close/>
                <a:moveTo>
                  <a:pt x="5476831" y="1915803"/>
                </a:moveTo>
                <a:cubicBezTo>
                  <a:pt x="5497554" y="1913495"/>
                  <a:pt x="5515698" y="1890734"/>
                  <a:pt x="5508819" y="1869261"/>
                </a:cubicBezTo>
                <a:cubicBezTo>
                  <a:pt x="5504233" y="1845212"/>
                  <a:pt x="5470984" y="1836737"/>
                  <a:pt x="5453556" y="1851854"/>
                </a:cubicBezTo>
                <a:cubicBezTo>
                  <a:pt x="5435441" y="1865825"/>
                  <a:pt x="5437276" y="1898120"/>
                  <a:pt x="5456079" y="1910489"/>
                </a:cubicBezTo>
                <a:cubicBezTo>
                  <a:pt x="5462729" y="1915069"/>
                  <a:pt x="5469923" y="1916573"/>
                  <a:pt x="5476831" y="1915803"/>
                </a:cubicBezTo>
                <a:close/>
                <a:moveTo>
                  <a:pt x="4558234" y="2016833"/>
                </a:moveTo>
                <a:cubicBezTo>
                  <a:pt x="4587716" y="2010952"/>
                  <a:pt x="4586809" y="1975440"/>
                  <a:pt x="4576831" y="1953500"/>
                </a:cubicBezTo>
                <a:cubicBezTo>
                  <a:pt x="4560729" y="1950107"/>
                  <a:pt x="4540545" y="1941512"/>
                  <a:pt x="4527164" y="1955536"/>
                </a:cubicBezTo>
                <a:cubicBezTo>
                  <a:pt x="4505166" y="1977928"/>
                  <a:pt x="4523763" y="2027237"/>
                  <a:pt x="4558234" y="2016833"/>
                </a:cubicBezTo>
                <a:close/>
                <a:moveTo>
                  <a:pt x="4253048" y="2017063"/>
                </a:moveTo>
                <a:cubicBezTo>
                  <a:pt x="4271960" y="2010394"/>
                  <a:pt x="4285354" y="1986028"/>
                  <a:pt x="4273618" y="1967047"/>
                </a:cubicBezTo>
                <a:cubicBezTo>
                  <a:pt x="4262279" y="1941512"/>
                  <a:pt x="4221004" y="1941512"/>
                  <a:pt x="4210118" y="1967503"/>
                </a:cubicBezTo>
                <a:cubicBezTo>
                  <a:pt x="4200366" y="1987111"/>
                  <a:pt x="4212613" y="2011050"/>
                  <a:pt x="4233023" y="2016977"/>
                </a:cubicBezTo>
                <a:cubicBezTo>
                  <a:pt x="4239827" y="2019542"/>
                  <a:pt x="4246744" y="2019286"/>
                  <a:pt x="4253048" y="2017063"/>
                </a:cubicBezTo>
                <a:close/>
                <a:moveTo>
                  <a:pt x="6511817" y="2017184"/>
                </a:moveTo>
                <a:cubicBezTo>
                  <a:pt x="6528858" y="2011695"/>
                  <a:pt x="6540447" y="1991146"/>
                  <a:pt x="6536000" y="1972899"/>
                </a:cubicBezTo>
                <a:cubicBezTo>
                  <a:pt x="6532579" y="1945386"/>
                  <a:pt x="6492211" y="1938337"/>
                  <a:pt x="6476475" y="1959028"/>
                </a:cubicBezTo>
                <a:cubicBezTo>
                  <a:pt x="6460966" y="1977901"/>
                  <a:pt x="6469633" y="2009734"/>
                  <a:pt x="6493351" y="2017010"/>
                </a:cubicBezTo>
                <a:cubicBezTo>
                  <a:pt x="6499851" y="2019170"/>
                  <a:pt x="6506137" y="2019014"/>
                  <a:pt x="6511817" y="2017184"/>
                </a:cubicBezTo>
                <a:close/>
                <a:moveTo>
                  <a:pt x="4145618" y="2017599"/>
                </a:moveTo>
                <a:cubicBezTo>
                  <a:pt x="4162056" y="2014197"/>
                  <a:pt x="4175872" y="1997018"/>
                  <a:pt x="4173825" y="1979839"/>
                </a:cubicBezTo>
                <a:cubicBezTo>
                  <a:pt x="4175872" y="1951491"/>
                  <a:pt x="4136528" y="1936750"/>
                  <a:pt x="4116969" y="1955573"/>
                </a:cubicBezTo>
                <a:cubicBezTo>
                  <a:pt x="4095591" y="1970768"/>
                  <a:pt x="4102869" y="2009775"/>
                  <a:pt x="4128795" y="2015898"/>
                </a:cubicBezTo>
                <a:cubicBezTo>
                  <a:pt x="4134367" y="2018336"/>
                  <a:pt x="4140138" y="2018733"/>
                  <a:pt x="4145618" y="2017599"/>
                </a:cubicBezTo>
                <a:close/>
                <a:moveTo>
                  <a:pt x="4964795" y="2017863"/>
                </a:moveTo>
                <a:cubicBezTo>
                  <a:pt x="4980777" y="2016278"/>
                  <a:pt x="4995982" y="2003894"/>
                  <a:pt x="4997192" y="1987268"/>
                </a:cubicBezTo>
                <a:cubicBezTo>
                  <a:pt x="5003642" y="1958930"/>
                  <a:pt x="4965400" y="1935162"/>
                  <a:pt x="4942132" y="1952302"/>
                </a:cubicBezTo>
                <a:cubicBezTo>
                  <a:pt x="4916329" y="1966014"/>
                  <a:pt x="4923241" y="2006236"/>
                  <a:pt x="4949043" y="2015606"/>
                </a:cubicBezTo>
                <a:cubicBezTo>
                  <a:pt x="4954054" y="2017720"/>
                  <a:pt x="4959467" y="2018392"/>
                  <a:pt x="4964795" y="2017863"/>
                </a:cubicBezTo>
                <a:close/>
                <a:moveTo>
                  <a:pt x="5573537" y="2017927"/>
                </a:moveTo>
                <a:cubicBezTo>
                  <a:pt x="5596015" y="2020070"/>
                  <a:pt x="5621263" y="1997087"/>
                  <a:pt x="5611988" y="1972157"/>
                </a:cubicBezTo>
                <a:cubicBezTo>
                  <a:pt x="5607866" y="1949304"/>
                  <a:pt x="5582904" y="1946303"/>
                  <a:pt x="5564355" y="1944687"/>
                </a:cubicBezTo>
                <a:cubicBezTo>
                  <a:pt x="5545577" y="1958999"/>
                  <a:pt x="5530691" y="1988315"/>
                  <a:pt x="5553363" y="2006551"/>
                </a:cubicBezTo>
                <a:cubicBezTo>
                  <a:pt x="5558859" y="2013707"/>
                  <a:pt x="5566044" y="2017213"/>
                  <a:pt x="5573537" y="2017927"/>
                </a:cubicBezTo>
                <a:close/>
                <a:moveTo>
                  <a:pt x="7226896" y="2017951"/>
                </a:moveTo>
                <a:cubicBezTo>
                  <a:pt x="7244131" y="2015311"/>
                  <a:pt x="7258631" y="1997316"/>
                  <a:pt x="7256087" y="1978679"/>
                </a:cubicBezTo>
                <a:cubicBezTo>
                  <a:pt x="7257896" y="1954514"/>
                  <a:pt x="7228952" y="1939924"/>
                  <a:pt x="7208826" y="1949499"/>
                </a:cubicBezTo>
                <a:cubicBezTo>
                  <a:pt x="7181691" y="1959074"/>
                  <a:pt x="7182369" y="2005580"/>
                  <a:pt x="7209279" y="2014927"/>
                </a:cubicBezTo>
                <a:cubicBezTo>
                  <a:pt x="7215102" y="2018004"/>
                  <a:pt x="7221151" y="2018831"/>
                  <a:pt x="7226896" y="2017951"/>
                </a:cubicBezTo>
                <a:close/>
                <a:moveTo>
                  <a:pt x="4863880" y="2017967"/>
                </a:moveTo>
                <a:cubicBezTo>
                  <a:pt x="4883045" y="2014233"/>
                  <a:pt x="4898558" y="1992561"/>
                  <a:pt x="4892870" y="1972184"/>
                </a:cubicBezTo>
                <a:cubicBezTo>
                  <a:pt x="4888273" y="1947777"/>
                  <a:pt x="4855638" y="1938337"/>
                  <a:pt x="4837252" y="1953303"/>
                </a:cubicBezTo>
                <a:cubicBezTo>
                  <a:pt x="4814729" y="1967579"/>
                  <a:pt x="4819785" y="2005570"/>
                  <a:pt x="4844147" y="2015010"/>
                </a:cubicBezTo>
                <a:cubicBezTo>
                  <a:pt x="4850697" y="2018464"/>
                  <a:pt x="4857491" y="2019212"/>
                  <a:pt x="4863880" y="2017967"/>
                </a:cubicBezTo>
                <a:close/>
                <a:moveTo>
                  <a:pt x="4654070" y="2017984"/>
                </a:moveTo>
                <a:cubicBezTo>
                  <a:pt x="4671984" y="2016606"/>
                  <a:pt x="4688472" y="2000150"/>
                  <a:pt x="4685935" y="1980640"/>
                </a:cubicBezTo>
                <a:cubicBezTo>
                  <a:pt x="4689092" y="1956889"/>
                  <a:pt x="4662486" y="1939924"/>
                  <a:pt x="4641517" y="1949425"/>
                </a:cubicBezTo>
                <a:cubicBezTo>
                  <a:pt x="4613333" y="1957115"/>
                  <a:pt x="4611529" y="2000998"/>
                  <a:pt x="4636331" y="2013891"/>
                </a:cubicBezTo>
                <a:cubicBezTo>
                  <a:pt x="4641968" y="2017228"/>
                  <a:pt x="4648098" y="2018444"/>
                  <a:pt x="4654070" y="2017984"/>
                </a:cubicBezTo>
                <a:close/>
                <a:moveTo>
                  <a:pt x="4456083" y="2018000"/>
                </a:moveTo>
                <a:cubicBezTo>
                  <a:pt x="4476287" y="2012280"/>
                  <a:pt x="4490042" y="1986031"/>
                  <a:pt x="4478006" y="1965482"/>
                </a:cubicBezTo>
                <a:cubicBezTo>
                  <a:pt x="4467689" y="1939924"/>
                  <a:pt x="4426881" y="1940615"/>
                  <a:pt x="4416565" y="1965252"/>
                </a:cubicBezTo>
                <a:cubicBezTo>
                  <a:pt x="4409916" y="1983672"/>
                  <a:pt x="4414501" y="2008538"/>
                  <a:pt x="4434447" y="2015906"/>
                </a:cubicBezTo>
                <a:cubicBezTo>
                  <a:pt x="4441898" y="2019533"/>
                  <a:pt x="4449349" y="2019907"/>
                  <a:pt x="4456083" y="2018000"/>
                </a:cubicBezTo>
                <a:close/>
                <a:moveTo>
                  <a:pt x="5379135" y="2018068"/>
                </a:moveTo>
                <a:cubicBezTo>
                  <a:pt x="5397441" y="2013385"/>
                  <a:pt x="5411346" y="1990783"/>
                  <a:pt x="5405733" y="1971533"/>
                </a:cubicBezTo>
                <a:cubicBezTo>
                  <a:pt x="5403239" y="1949762"/>
                  <a:pt x="5376705" y="1941512"/>
                  <a:pt x="5359242" y="1949762"/>
                </a:cubicBezTo>
                <a:cubicBezTo>
                  <a:pt x="5332254" y="1960533"/>
                  <a:pt x="5332935" y="2005908"/>
                  <a:pt x="5359922" y="2015992"/>
                </a:cubicBezTo>
                <a:cubicBezTo>
                  <a:pt x="5366442" y="2019200"/>
                  <a:pt x="5373033" y="2019630"/>
                  <a:pt x="5379135" y="2018068"/>
                </a:cubicBezTo>
                <a:close/>
                <a:moveTo>
                  <a:pt x="5483047" y="2018139"/>
                </a:moveTo>
                <a:cubicBezTo>
                  <a:pt x="5501799" y="2013028"/>
                  <a:pt x="5516673" y="1991932"/>
                  <a:pt x="5507954" y="1972138"/>
                </a:cubicBezTo>
                <a:cubicBezTo>
                  <a:pt x="5502483" y="1947135"/>
                  <a:pt x="5469658" y="1938337"/>
                  <a:pt x="5451651" y="1955469"/>
                </a:cubicBezTo>
                <a:cubicBezTo>
                  <a:pt x="5430679" y="1972369"/>
                  <a:pt x="5438430" y="2009179"/>
                  <a:pt x="5463732" y="2017282"/>
                </a:cubicBezTo>
                <a:cubicBezTo>
                  <a:pt x="5470114" y="2019771"/>
                  <a:pt x="5476796" y="2019843"/>
                  <a:pt x="5483047" y="2018139"/>
                </a:cubicBezTo>
                <a:close/>
                <a:moveTo>
                  <a:pt x="5276759" y="2018225"/>
                </a:moveTo>
                <a:cubicBezTo>
                  <a:pt x="5296962" y="2012774"/>
                  <a:pt x="5311200" y="1985144"/>
                  <a:pt x="5300425" y="1964767"/>
                </a:cubicBezTo>
                <a:cubicBezTo>
                  <a:pt x="5291075" y="1941512"/>
                  <a:pt x="5261430" y="1946578"/>
                  <a:pt x="5242959" y="1953715"/>
                </a:cubicBezTo>
                <a:cubicBezTo>
                  <a:pt x="5236802" y="1974208"/>
                  <a:pt x="5232241" y="2003449"/>
                  <a:pt x="5255273" y="2015192"/>
                </a:cubicBezTo>
                <a:cubicBezTo>
                  <a:pt x="5262627" y="2019394"/>
                  <a:pt x="5270024" y="2020042"/>
                  <a:pt x="5276759" y="2018225"/>
                </a:cubicBezTo>
                <a:close/>
                <a:moveTo>
                  <a:pt x="5071939" y="2018337"/>
                </a:moveTo>
                <a:cubicBezTo>
                  <a:pt x="5089767" y="2013446"/>
                  <a:pt x="5103179" y="1991025"/>
                  <a:pt x="5096989" y="1972501"/>
                </a:cubicBezTo>
                <a:cubicBezTo>
                  <a:pt x="5093321" y="1947340"/>
                  <a:pt x="5058473" y="1938337"/>
                  <a:pt x="5041279" y="1955419"/>
                </a:cubicBezTo>
                <a:cubicBezTo>
                  <a:pt x="5021104" y="1971578"/>
                  <a:pt x="5027065" y="2010358"/>
                  <a:pt x="5053200" y="2016591"/>
                </a:cubicBezTo>
                <a:cubicBezTo>
                  <a:pt x="5059562" y="2019649"/>
                  <a:pt x="5065996" y="2019967"/>
                  <a:pt x="5071939" y="2018337"/>
                </a:cubicBezTo>
                <a:close/>
                <a:moveTo>
                  <a:pt x="7635024" y="2018350"/>
                </a:moveTo>
                <a:cubicBezTo>
                  <a:pt x="7651554" y="2017372"/>
                  <a:pt x="7668149" y="2004276"/>
                  <a:pt x="7668321" y="1987096"/>
                </a:cubicBezTo>
                <a:cubicBezTo>
                  <a:pt x="7672229" y="1959428"/>
                  <a:pt x="7636597" y="1935162"/>
                  <a:pt x="7613148" y="1953759"/>
                </a:cubicBezTo>
                <a:cubicBezTo>
                  <a:pt x="7588091" y="1968046"/>
                  <a:pt x="7594988" y="2004105"/>
                  <a:pt x="7619126" y="2014991"/>
                </a:cubicBezTo>
                <a:cubicBezTo>
                  <a:pt x="7624011" y="2017656"/>
                  <a:pt x="7629514" y="2018676"/>
                  <a:pt x="7635024" y="2018350"/>
                </a:cubicBezTo>
                <a:close/>
                <a:moveTo>
                  <a:pt x="4349405" y="2018391"/>
                </a:moveTo>
                <a:cubicBezTo>
                  <a:pt x="4368685" y="2014778"/>
                  <a:pt x="4383818" y="1991759"/>
                  <a:pt x="4376959" y="1971336"/>
                </a:cubicBezTo>
                <a:cubicBezTo>
                  <a:pt x="4372615" y="1947798"/>
                  <a:pt x="4341063" y="1938337"/>
                  <a:pt x="4323687" y="1953106"/>
                </a:cubicBezTo>
                <a:cubicBezTo>
                  <a:pt x="4301966" y="1967413"/>
                  <a:pt x="4305853" y="2004567"/>
                  <a:pt x="4329403" y="2014720"/>
                </a:cubicBezTo>
                <a:cubicBezTo>
                  <a:pt x="4336090" y="2018643"/>
                  <a:pt x="4342978" y="2019595"/>
                  <a:pt x="4349405" y="2018391"/>
                </a:cubicBezTo>
                <a:close/>
                <a:moveTo>
                  <a:pt x="4044356" y="2018424"/>
                </a:moveTo>
                <a:cubicBezTo>
                  <a:pt x="4062886" y="2013902"/>
                  <a:pt x="4077386" y="1991928"/>
                  <a:pt x="4070392" y="1972414"/>
                </a:cubicBezTo>
                <a:cubicBezTo>
                  <a:pt x="4064478" y="1942712"/>
                  <a:pt x="4018988" y="1938337"/>
                  <a:pt x="4006706" y="1965507"/>
                </a:cubicBezTo>
                <a:cubicBezTo>
                  <a:pt x="4001929" y="1983927"/>
                  <a:pt x="4003749" y="2010175"/>
                  <a:pt x="4025129" y="2016392"/>
                </a:cubicBezTo>
                <a:cubicBezTo>
                  <a:pt x="4031555" y="2019500"/>
                  <a:pt x="4038179" y="2019932"/>
                  <a:pt x="4044356" y="2018424"/>
                </a:cubicBezTo>
                <a:close/>
                <a:moveTo>
                  <a:pt x="2194752" y="2018573"/>
                </a:moveTo>
                <a:cubicBezTo>
                  <a:pt x="2212898" y="2013956"/>
                  <a:pt x="2226574" y="1992145"/>
                  <a:pt x="2220058" y="1973291"/>
                </a:cubicBezTo>
                <a:cubicBezTo>
                  <a:pt x="2216398" y="1950438"/>
                  <a:pt x="2186673" y="1939925"/>
                  <a:pt x="2168613" y="1952952"/>
                </a:cubicBezTo>
                <a:cubicBezTo>
                  <a:pt x="2144606" y="1966435"/>
                  <a:pt x="2148717" y="2009400"/>
                  <a:pt x="2175699" y="2016713"/>
                </a:cubicBezTo>
                <a:cubicBezTo>
                  <a:pt x="2182157" y="2019741"/>
                  <a:pt x="2188704" y="2020112"/>
                  <a:pt x="2194752" y="2018573"/>
                </a:cubicBezTo>
                <a:close/>
                <a:moveTo>
                  <a:pt x="5170859" y="2018788"/>
                </a:moveTo>
                <a:cubicBezTo>
                  <a:pt x="5190379" y="2015739"/>
                  <a:pt x="5206200" y="1993880"/>
                  <a:pt x="5199511" y="1972923"/>
                </a:cubicBezTo>
                <a:cubicBezTo>
                  <a:pt x="5195395" y="1947728"/>
                  <a:pt x="5161780" y="1938337"/>
                  <a:pt x="5143487" y="1954599"/>
                </a:cubicBezTo>
                <a:cubicBezTo>
                  <a:pt x="5125879" y="1970861"/>
                  <a:pt x="5129538" y="2003156"/>
                  <a:pt x="5150804" y="2014837"/>
                </a:cubicBezTo>
                <a:cubicBezTo>
                  <a:pt x="5157436" y="2018731"/>
                  <a:pt x="5164353" y="2019805"/>
                  <a:pt x="5170859" y="2018788"/>
                </a:cubicBezTo>
                <a:close/>
                <a:moveTo>
                  <a:pt x="7122535" y="2018834"/>
                </a:moveTo>
                <a:cubicBezTo>
                  <a:pt x="7140604" y="2016970"/>
                  <a:pt x="7157092" y="2000905"/>
                  <a:pt x="7154730" y="1980857"/>
                </a:cubicBezTo>
                <a:cubicBezTo>
                  <a:pt x="7155180" y="1951384"/>
                  <a:pt x="7113349" y="1935162"/>
                  <a:pt x="7094908" y="1958238"/>
                </a:cubicBezTo>
                <a:cubicBezTo>
                  <a:pt x="7076916" y="1974460"/>
                  <a:pt x="7083213" y="2005989"/>
                  <a:pt x="7104578" y="2015585"/>
                </a:cubicBezTo>
                <a:cubicBezTo>
                  <a:pt x="7110313" y="2018498"/>
                  <a:pt x="7116512" y="2019455"/>
                  <a:pt x="7122535" y="2018834"/>
                </a:cubicBezTo>
                <a:close/>
                <a:moveTo>
                  <a:pt x="4754042" y="2018973"/>
                </a:moveTo>
                <a:cubicBezTo>
                  <a:pt x="4770790" y="2019735"/>
                  <a:pt x="4788203" y="2005520"/>
                  <a:pt x="4790058" y="1987827"/>
                </a:cubicBezTo>
                <a:cubicBezTo>
                  <a:pt x="4795679" y="1960800"/>
                  <a:pt x="4762400" y="1936750"/>
                  <a:pt x="4739240" y="1950951"/>
                </a:cubicBezTo>
                <a:cubicBezTo>
                  <a:pt x="4717653" y="1963548"/>
                  <a:pt x="4716304" y="1999737"/>
                  <a:pt x="4738116" y="2012792"/>
                </a:cubicBezTo>
                <a:cubicBezTo>
                  <a:pt x="4742950" y="2016800"/>
                  <a:pt x="4748459" y="2018719"/>
                  <a:pt x="4754042" y="2018973"/>
                </a:cubicBezTo>
                <a:close/>
                <a:moveTo>
                  <a:pt x="7648117" y="2115811"/>
                </a:moveTo>
                <a:cubicBezTo>
                  <a:pt x="7658340" y="2111993"/>
                  <a:pt x="7666565" y="2104128"/>
                  <a:pt x="7667955" y="2092615"/>
                </a:cubicBezTo>
                <a:cubicBezTo>
                  <a:pt x="7676991" y="2062067"/>
                  <a:pt x="7635287" y="2036762"/>
                  <a:pt x="7610960" y="2056140"/>
                </a:cubicBezTo>
                <a:cubicBezTo>
                  <a:pt x="7591266" y="2071414"/>
                  <a:pt x="7592424" y="2104470"/>
                  <a:pt x="7616288" y="2114728"/>
                </a:cubicBezTo>
                <a:cubicBezTo>
                  <a:pt x="7625671" y="2119402"/>
                  <a:pt x="7637893" y="2119630"/>
                  <a:pt x="7648117" y="2115811"/>
                </a:cubicBezTo>
                <a:close/>
                <a:moveTo>
                  <a:pt x="7028587" y="2116376"/>
                </a:moveTo>
                <a:cubicBezTo>
                  <a:pt x="7038417" y="2113460"/>
                  <a:pt x="7046680" y="2106900"/>
                  <a:pt x="7049644" y="2096247"/>
                </a:cubicBezTo>
                <a:cubicBezTo>
                  <a:pt x="7061041" y="2070231"/>
                  <a:pt x="7029812" y="2041524"/>
                  <a:pt x="7003826" y="2053186"/>
                </a:cubicBezTo>
                <a:cubicBezTo>
                  <a:pt x="6975788" y="2059242"/>
                  <a:pt x="6972141" y="2103424"/>
                  <a:pt x="6998127" y="2114638"/>
                </a:cubicBezTo>
                <a:cubicBezTo>
                  <a:pt x="7007359" y="2118562"/>
                  <a:pt x="7018756" y="2119291"/>
                  <a:pt x="7028587" y="2116376"/>
                </a:cubicBezTo>
                <a:close/>
                <a:moveTo>
                  <a:pt x="5386951" y="2116409"/>
                </a:moveTo>
                <a:cubicBezTo>
                  <a:pt x="5419566" y="2106037"/>
                  <a:pt x="5408320" y="2046287"/>
                  <a:pt x="5372555" y="2051022"/>
                </a:cubicBezTo>
                <a:cubicBezTo>
                  <a:pt x="5344889" y="2049444"/>
                  <a:pt x="5337016" y="2078981"/>
                  <a:pt x="5338591" y="2101077"/>
                </a:cubicBezTo>
                <a:cubicBezTo>
                  <a:pt x="5351187" y="2113703"/>
                  <a:pt x="5368507" y="2124075"/>
                  <a:pt x="5386951" y="2116409"/>
                </a:cubicBezTo>
                <a:close/>
                <a:moveTo>
                  <a:pt x="4768274" y="2116541"/>
                </a:moveTo>
                <a:cubicBezTo>
                  <a:pt x="4778097" y="2113567"/>
                  <a:pt x="4786311" y="2106935"/>
                  <a:pt x="4789183" y="2095957"/>
                </a:cubicBezTo>
                <a:cubicBezTo>
                  <a:pt x="4800442" y="2070799"/>
                  <a:pt x="4770572" y="2041524"/>
                  <a:pt x="4745297" y="2051130"/>
                </a:cubicBezTo>
                <a:cubicBezTo>
                  <a:pt x="4717265" y="2058220"/>
                  <a:pt x="4713129" y="2101217"/>
                  <a:pt x="4737715" y="2115168"/>
                </a:cubicBezTo>
                <a:cubicBezTo>
                  <a:pt x="4747021" y="2118828"/>
                  <a:pt x="4758452" y="2119514"/>
                  <a:pt x="4768274" y="2116541"/>
                </a:cubicBezTo>
                <a:close/>
                <a:moveTo>
                  <a:pt x="1889713" y="2117256"/>
                </a:moveTo>
                <a:cubicBezTo>
                  <a:pt x="1899227" y="2114697"/>
                  <a:pt x="1907450" y="2108726"/>
                  <a:pt x="1910922" y="2098605"/>
                </a:cubicBezTo>
                <a:cubicBezTo>
                  <a:pt x="1920774" y="2075405"/>
                  <a:pt x="1899056" y="2044699"/>
                  <a:pt x="1873543" y="2050613"/>
                </a:cubicBezTo>
                <a:cubicBezTo>
                  <a:pt x="1842878" y="2051978"/>
                  <a:pt x="1835044" y="2101562"/>
                  <a:pt x="1860785" y="2115436"/>
                </a:cubicBezTo>
                <a:cubicBezTo>
                  <a:pt x="1869401" y="2118962"/>
                  <a:pt x="1880200" y="2119815"/>
                  <a:pt x="1889713" y="2117256"/>
                </a:cubicBezTo>
                <a:close/>
                <a:moveTo>
                  <a:pt x="5075658" y="2117280"/>
                </a:moveTo>
                <a:cubicBezTo>
                  <a:pt x="5085573" y="2114327"/>
                  <a:pt x="5093915" y="2107332"/>
                  <a:pt x="5096772" y="2096094"/>
                </a:cubicBezTo>
                <a:cubicBezTo>
                  <a:pt x="5106829" y="2072011"/>
                  <a:pt x="5083515" y="2043112"/>
                  <a:pt x="5057687" y="2050452"/>
                </a:cubicBezTo>
                <a:cubicBezTo>
                  <a:pt x="5027059" y="2052974"/>
                  <a:pt x="5019516" y="2099993"/>
                  <a:pt x="5045116" y="2114213"/>
                </a:cubicBezTo>
                <a:cubicBezTo>
                  <a:pt x="5054258" y="2119144"/>
                  <a:pt x="5065744" y="2120233"/>
                  <a:pt x="5075658" y="2117280"/>
                </a:cubicBezTo>
                <a:close/>
                <a:moveTo>
                  <a:pt x="5795607" y="2117292"/>
                </a:moveTo>
                <a:cubicBezTo>
                  <a:pt x="5806898" y="2113910"/>
                  <a:pt x="5816126" y="2105598"/>
                  <a:pt x="5817501" y="2092413"/>
                </a:cubicBezTo>
                <a:cubicBezTo>
                  <a:pt x="5824379" y="2067648"/>
                  <a:pt x="5799390" y="2043112"/>
                  <a:pt x="5774859" y="2050909"/>
                </a:cubicBezTo>
                <a:cubicBezTo>
                  <a:pt x="5747348" y="2055953"/>
                  <a:pt x="5740241" y="2096311"/>
                  <a:pt x="5761333" y="2112592"/>
                </a:cubicBezTo>
                <a:cubicBezTo>
                  <a:pt x="5770962" y="2119127"/>
                  <a:pt x="5784316" y="2120675"/>
                  <a:pt x="5795607" y="2117292"/>
                </a:cubicBezTo>
                <a:close/>
                <a:moveTo>
                  <a:pt x="4956886" y="2118330"/>
                </a:moveTo>
                <a:cubicBezTo>
                  <a:pt x="4974586" y="2120164"/>
                  <a:pt x="4994197" y="2110453"/>
                  <a:pt x="4996961" y="2091965"/>
                </a:cubicBezTo>
                <a:cubicBezTo>
                  <a:pt x="5003642" y="2067993"/>
                  <a:pt x="4977610" y="2044699"/>
                  <a:pt x="4953650" y="2051258"/>
                </a:cubicBezTo>
                <a:cubicBezTo>
                  <a:pt x="4924392" y="2053971"/>
                  <a:pt x="4916329" y="2098298"/>
                  <a:pt x="4940519" y="2112545"/>
                </a:cubicBezTo>
                <a:cubicBezTo>
                  <a:pt x="4945299" y="2115824"/>
                  <a:pt x="4950987" y="2117718"/>
                  <a:pt x="4956886" y="2118330"/>
                </a:cubicBezTo>
                <a:close/>
                <a:moveTo>
                  <a:pt x="4856384" y="2118611"/>
                </a:moveTo>
                <a:cubicBezTo>
                  <a:pt x="4878414" y="2118875"/>
                  <a:pt x="4901030" y="2100641"/>
                  <a:pt x="4893231" y="2076950"/>
                </a:cubicBezTo>
                <a:cubicBezTo>
                  <a:pt x="4889534" y="2047392"/>
                  <a:pt x="4844477" y="2041525"/>
                  <a:pt x="4829226" y="2064765"/>
                </a:cubicBezTo>
                <a:cubicBezTo>
                  <a:pt x="4817904" y="2078755"/>
                  <a:pt x="4820908" y="2101544"/>
                  <a:pt x="4835696" y="2111697"/>
                </a:cubicBezTo>
                <a:cubicBezTo>
                  <a:pt x="4841762" y="2116379"/>
                  <a:pt x="4849040" y="2118523"/>
                  <a:pt x="4856384" y="2118611"/>
                </a:cubicBezTo>
                <a:close/>
                <a:moveTo>
                  <a:pt x="4241520" y="2118944"/>
                </a:moveTo>
                <a:cubicBezTo>
                  <a:pt x="4260258" y="2118679"/>
                  <a:pt x="4279285" y="2104808"/>
                  <a:pt x="4277917" y="2084847"/>
                </a:cubicBezTo>
                <a:cubicBezTo>
                  <a:pt x="4277917" y="2062067"/>
                  <a:pt x="4252149" y="2044700"/>
                  <a:pt x="4230713" y="2052594"/>
                </a:cubicBezTo>
                <a:cubicBezTo>
                  <a:pt x="4203120" y="2059135"/>
                  <a:pt x="4197191" y="2102440"/>
                  <a:pt x="4223644" y="2114394"/>
                </a:cubicBezTo>
                <a:cubicBezTo>
                  <a:pt x="4229060" y="2117608"/>
                  <a:pt x="4235274" y="2119032"/>
                  <a:pt x="4241520" y="2118944"/>
                </a:cubicBezTo>
                <a:close/>
                <a:moveTo>
                  <a:pt x="4348016" y="2118953"/>
                </a:moveTo>
                <a:cubicBezTo>
                  <a:pt x="4367779" y="2117041"/>
                  <a:pt x="4385304" y="2098748"/>
                  <a:pt x="4378140" y="2076865"/>
                </a:cubicBezTo>
                <a:cubicBezTo>
                  <a:pt x="4374274" y="2047687"/>
                  <a:pt x="4329702" y="2039937"/>
                  <a:pt x="4316057" y="2065239"/>
                </a:cubicBezTo>
                <a:cubicBezTo>
                  <a:pt x="4305141" y="2081424"/>
                  <a:pt x="4309462" y="2106954"/>
                  <a:pt x="4328337" y="2114932"/>
                </a:cubicBezTo>
                <a:cubicBezTo>
                  <a:pt x="4334591" y="2118408"/>
                  <a:pt x="4341428" y="2119591"/>
                  <a:pt x="4348016" y="2118953"/>
                </a:cubicBezTo>
                <a:close/>
                <a:moveTo>
                  <a:pt x="4444422" y="2119008"/>
                </a:moveTo>
                <a:cubicBezTo>
                  <a:pt x="4464319" y="2120269"/>
                  <a:pt x="4485130" y="2106103"/>
                  <a:pt x="4482170" y="2084048"/>
                </a:cubicBezTo>
                <a:cubicBezTo>
                  <a:pt x="4484956" y="2056450"/>
                  <a:pt x="4447339" y="2039937"/>
                  <a:pt x="4426673" y="2056903"/>
                </a:cubicBezTo>
                <a:cubicBezTo>
                  <a:pt x="4409026" y="2069344"/>
                  <a:pt x="4408329" y="2099882"/>
                  <a:pt x="4425744" y="2112324"/>
                </a:cubicBezTo>
                <a:cubicBezTo>
                  <a:pt x="4431259" y="2116452"/>
                  <a:pt x="4437790" y="2118587"/>
                  <a:pt x="4444422" y="2119008"/>
                </a:cubicBezTo>
                <a:close/>
                <a:moveTo>
                  <a:pt x="5576510" y="2119050"/>
                </a:moveTo>
                <a:cubicBezTo>
                  <a:pt x="5595241" y="2119008"/>
                  <a:pt x="5614261" y="2105478"/>
                  <a:pt x="5612555" y="2084951"/>
                </a:cubicBezTo>
                <a:cubicBezTo>
                  <a:pt x="5614374" y="2055771"/>
                  <a:pt x="5574346" y="2039937"/>
                  <a:pt x="5553877" y="2059390"/>
                </a:cubicBezTo>
                <a:cubicBezTo>
                  <a:pt x="5535454" y="2072736"/>
                  <a:pt x="5538411" y="2104404"/>
                  <a:pt x="5558653" y="2114357"/>
                </a:cubicBezTo>
                <a:cubicBezTo>
                  <a:pt x="5564054" y="2117580"/>
                  <a:pt x="5570266" y="2119065"/>
                  <a:pt x="5576510" y="2119050"/>
                </a:cubicBezTo>
                <a:close/>
                <a:moveTo>
                  <a:pt x="1979974" y="2119155"/>
                </a:moveTo>
                <a:cubicBezTo>
                  <a:pt x="1996881" y="2119445"/>
                  <a:pt x="2013947" y="2108872"/>
                  <a:pt x="2016183" y="2090822"/>
                </a:cubicBezTo>
                <a:cubicBezTo>
                  <a:pt x="2022372" y="2063317"/>
                  <a:pt x="1988215" y="2039937"/>
                  <a:pt x="1964141" y="2054148"/>
                </a:cubicBezTo>
                <a:cubicBezTo>
                  <a:pt x="1939612" y="2064692"/>
                  <a:pt x="1938234" y="2104804"/>
                  <a:pt x="1963682" y="2115118"/>
                </a:cubicBezTo>
                <a:cubicBezTo>
                  <a:pt x="1968724" y="2117754"/>
                  <a:pt x="1974341" y="2119058"/>
                  <a:pt x="1979974" y="2119155"/>
                </a:cubicBezTo>
                <a:close/>
                <a:moveTo>
                  <a:pt x="4034165" y="2119218"/>
                </a:moveTo>
                <a:cubicBezTo>
                  <a:pt x="4053602" y="2119810"/>
                  <a:pt x="4073994" y="2105130"/>
                  <a:pt x="4071111" y="2083603"/>
                </a:cubicBezTo>
                <a:cubicBezTo>
                  <a:pt x="4072919" y="2049161"/>
                  <a:pt x="4017299" y="2036762"/>
                  <a:pt x="4006220" y="2069138"/>
                </a:cubicBezTo>
                <a:cubicBezTo>
                  <a:pt x="4003507" y="2083833"/>
                  <a:pt x="4000341" y="2104728"/>
                  <a:pt x="4015942" y="2113223"/>
                </a:cubicBezTo>
                <a:cubicBezTo>
                  <a:pt x="4021312" y="2117127"/>
                  <a:pt x="4027685" y="2119021"/>
                  <a:pt x="4034165" y="2119218"/>
                </a:cubicBezTo>
                <a:close/>
                <a:moveTo>
                  <a:pt x="6501325" y="2119269"/>
                </a:moveTo>
                <a:cubicBezTo>
                  <a:pt x="6519880" y="2119571"/>
                  <a:pt x="6538402" y="2106695"/>
                  <a:pt x="6536007" y="2085681"/>
                </a:cubicBezTo>
                <a:cubicBezTo>
                  <a:pt x="6540341" y="2053068"/>
                  <a:pt x="6491518" y="2036762"/>
                  <a:pt x="6474408" y="2063403"/>
                </a:cubicBezTo>
                <a:cubicBezTo>
                  <a:pt x="6464141" y="2078331"/>
                  <a:pt x="6465054" y="2106580"/>
                  <a:pt x="6483533" y="2114389"/>
                </a:cubicBezTo>
                <a:cubicBezTo>
                  <a:pt x="6488952" y="2117604"/>
                  <a:pt x="6495140" y="2119169"/>
                  <a:pt x="6501325" y="2119269"/>
                </a:cubicBezTo>
                <a:close/>
                <a:moveTo>
                  <a:pt x="4138046" y="2119281"/>
                </a:moveTo>
                <a:cubicBezTo>
                  <a:pt x="4157331" y="2119398"/>
                  <a:pt x="4177002" y="2106216"/>
                  <a:pt x="4173581" y="2084614"/>
                </a:cubicBezTo>
                <a:cubicBezTo>
                  <a:pt x="4176318" y="2057400"/>
                  <a:pt x="4140968" y="2041525"/>
                  <a:pt x="4120214" y="2056266"/>
                </a:cubicBezTo>
                <a:cubicBezTo>
                  <a:pt x="4098776" y="2067832"/>
                  <a:pt x="4097179" y="2103211"/>
                  <a:pt x="4119758" y="2114550"/>
                </a:cubicBezTo>
                <a:cubicBezTo>
                  <a:pt x="4125231" y="2117725"/>
                  <a:pt x="4131617" y="2119242"/>
                  <a:pt x="4138046" y="2119281"/>
                </a:cubicBezTo>
                <a:close/>
                <a:moveTo>
                  <a:pt x="7118152" y="2119284"/>
                </a:moveTo>
                <a:cubicBezTo>
                  <a:pt x="7135221" y="2119531"/>
                  <a:pt x="7152549" y="2109044"/>
                  <a:pt x="7154617" y="2090822"/>
                </a:cubicBezTo>
                <a:cubicBezTo>
                  <a:pt x="7161054" y="2062629"/>
                  <a:pt x="7126341" y="2039937"/>
                  <a:pt x="7102433" y="2054607"/>
                </a:cubicBezTo>
                <a:cubicBezTo>
                  <a:pt x="7078065" y="2065150"/>
                  <a:pt x="7076916" y="2104345"/>
                  <a:pt x="7101744" y="2115348"/>
                </a:cubicBezTo>
                <a:cubicBezTo>
                  <a:pt x="7106802" y="2117926"/>
                  <a:pt x="7112462" y="2119201"/>
                  <a:pt x="7118152" y="2119284"/>
                </a:cubicBezTo>
                <a:close/>
                <a:moveTo>
                  <a:pt x="4548195" y="2119287"/>
                </a:moveTo>
                <a:cubicBezTo>
                  <a:pt x="4566682" y="2119996"/>
                  <a:pt x="4585618" y="2105682"/>
                  <a:pt x="4584082" y="2085049"/>
                </a:cubicBezTo>
                <a:cubicBezTo>
                  <a:pt x="4585674" y="2062581"/>
                  <a:pt x="4563612" y="2044699"/>
                  <a:pt x="4542231" y="2050660"/>
                </a:cubicBezTo>
                <a:cubicBezTo>
                  <a:pt x="4514710" y="2055933"/>
                  <a:pt x="4508341" y="2097887"/>
                  <a:pt x="4530631" y="2113248"/>
                </a:cubicBezTo>
                <a:cubicBezTo>
                  <a:pt x="4535920" y="2117145"/>
                  <a:pt x="4542032" y="2119051"/>
                  <a:pt x="4548195" y="2119287"/>
                </a:cubicBezTo>
                <a:close/>
                <a:moveTo>
                  <a:pt x="5270282" y="2119372"/>
                </a:moveTo>
                <a:cubicBezTo>
                  <a:pt x="5288505" y="2118699"/>
                  <a:pt x="5306042" y="2104845"/>
                  <a:pt x="5303605" y="2084835"/>
                </a:cubicBezTo>
                <a:cubicBezTo>
                  <a:pt x="5305926" y="2062487"/>
                  <a:pt x="5281324" y="2044700"/>
                  <a:pt x="5260204" y="2051997"/>
                </a:cubicBezTo>
                <a:cubicBezTo>
                  <a:pt x="5231425" y="2057698"/>
                  <a:pt x="5227479" y="2103078"/>
                  <a:pt x="5252545" y="2115392"/>
                </a:cubicBezTo>
                <a:cubicBezTo>
                  <a:pt x="5258057" y="2118357"/>
                  <a:pt x="5264208" y="2119597"/>
                  <a:pt x="5270282" y="2119372"/>
                </a:cubicBezTo>
                <a:close/>
                <a:moveTo>
                  <a:pt x="6405656" y="2119409"/>
                </a:moveTo>
                <a:cubicBezTo>
                  <a:pt x="6424910" y="2116494"/>
                  <a:pt x="6441327" y="2097638"/>
                  <a:pt x="6434794" y="2076724"/>
                </a:cubicBezTo>
                <a:cubicBezTo>
                  <a:pt x="6430210" y="2048610"/>
                  <a:pt x="6388264" y="2041524"/>
                  <a:pt x="6372449" y="2063695"/>
                </a:cubicBezTo>
                <a:cubicBezTo>
                  <a:pt x="6357779" y="2080381"/>
                  <a:pt x="6364426" y="2109866"/>
                  <a:pt x="6386201" y="2116494"/>
                </a:cubicBezTo>
                <a:cubicBezTo>
                  <a:pt x="6392505" y="2119580"/>
                  <a:pt x="6399238" y="2120380"/>
                  <a:pt x="6405656" y="2119409"/>
                </a:cubicBezTo>
                <a:close/>
                <a:moveTo>
                  <a:pt x="7227649" y="2119479"/>
                </a:moveTo>
                <a:cubicBezTo>
                  <a:pt x="7232472" y="2118980"/>
                  <a:pt x="7237309" y="2117258"/>
                  <a:pt x="7242033" y="2113927"/>
                </a:cubicBezTo>
                <a:cubicBezTo>
                  <a:pt x="7272179" y="2096009"/>
                  <a:pt x="7249682" y="2038350"/>
                  <a:pt x="7214362" y="2051444"/>
                </a:cubicBezTo>
                <a:cubicBezTo>
                  <a:pt x="7189391" y="2053511"/>
                  <a:pt x="7188491" y="2081766"/>
                  <a:pt x="7188041" y="2101292"/>
                </a:cubicBezTo>
                <a:cubicBezTo>
                  <a:pt x="7198840" y="2111457"/>
                  <a:pt x="7213181" y="2120976"/>
                  <a:pt x="7227649" y="2119479"/>
                </a:cubicBezTo>
                <a:close/>
                <a:moveTo>
                  <a:pt x="5681068" y="2119519"/>
                </a:moveTo>
                <a:cubicBezTo>
                  <a:pt x="5699395" y="2118794"/>
                  <a:pt x="5717050" y="2105023"/>
                  <a:pt x="5715514" y="2084729"/>
                </a:cubicBezTo>
                <a:cubicBezTo>
                  <a:pt x="5718016" y="2055851"/>
                  <a:pt x="5679807" y="2041525"/>
                  <a:pt x="5658883" y="2057670"/>
                </a:cubicBezTo>
                <a:cubicBezTo>
                  <a:pt x="5638641" y="2071085"/>
                  <a:pt x="5641370" y="2105421"/>
                  <a:pt x="5663204" y="2115653"/>
                </a:cubicBezTo>
                <a:cubicBezTo>
                  <a:pt x="5668776" y="2118553"/>
                  <a:pt x="5674960" y="2119761"/>
                  <a:pt x="5681068" y="2119519"/>
                </a:cubicBezTo>
                <a:close/>
                <a:moveTo>
                  <a:pt x="5167333" y="2119528"/>
                </a:moveTo>
                <a:cubicBezTo>
                  <a:pt x="5185579" y="2118845"/>
                  <a:pt x="5202652" y="2105082"/>
                  <a:pt x="5200962" y="2084396"/>
                </a:cubicBezTo>
                <a:cubicBezTo>
                  <a:pt x="5203666" y="2051799"/>
                  <a:pt x="5157688" y="2038350"/>
                  <a:pt x="5139431" y="2063197"/>
                </a:cubicBezTo>
                <a:cubicBezTo>
                  <a:pt x="5130641" y="2079609"/>
                  <a:pt x="5131317" y="2105595"/>
                  <a:pt x="5149348" y="2115625"/>
                </a:cubicBezTo>
                <a:cubicBezTo>
                  <a:pt x="5155039" y="2118531"/>
                  <a:pt x="5161251" y="2119756"/>
                  <a:pt x="5167333" y="2119528"/>
                </a:cubicBezTo>
                <a:close/>
                <a:moveTo>
                  <a:pt x="4652683" y="2119843"/>
                </a:moveTo>
                <a:cubicBezTo>
                  <a:pt x="4671328" y="2119387"/>
                  <a:pt x="4689721" y="2106224"/>
                  <a:pt x="4686169" y="2084851"/>
                </a:cubicBezTo>
                <a:cubicBezTo>
                  <a:pt x="4689551" y="2060292"/>
                  <a:pt x="4662717" y="2041525"/>
                  <a:pt x="4641520" y="2052415"/>
                </a:cubicBezTo>
                <a:cubicBezTo>
                  <a:pt x="4614686" y="2059597"/>
                  <a:pt x="4611529" y="2102691"/>
                  <a:pt x="4634755" y="2115897"/>
                </a:cubicBezTo>
                <a:cubicBezTo>
                  <a:pt x="4640224" y="2118736"/>
                  <a:pt x="4646467" y="2119995"/>
                  <a:pt x="4652683" y="2119843"/>
                </a:cubicBezTo>
                <a:close/>
                <a:moveTo>
                  <a:pt x="4770790" y="2218534"/>
                </a:moveTo>
                <a:cubicBezTo>
                  <a:pt x="4781049" y="2214582"/>
                  <a:pt x="4789279" y="2206450"/>
                  <a:pt x="4790650" y="2194737"/>
                </a:cubicBezTo>
                <a:cubicBezTo>
                  <a:pt x="4795679" y="2172447"/>
                  <a:pt x="4775105" y="2149474"/>
                  <a:pt x="4752017" y="2153796"/>
                </a:cubicBezTo>
                <a:cubicBezTo>
                  <a:pt x="4719327" y="2152658"/>
                  <a:pt x="4709954" y="2204517"/>
                  <a:pt x="4738758" y="2217254"/>
                </a:cubicBezTo>
                <a:cubicBezTo>
                  <a:pt x="4748245" y="2222258"/>
                  <a:pt x="4760532" y="2222486"/>
                  <a:pt x="4770790" y="2218534"/>
                </a:cubicBezTo>
                <a:close/>
                <a:moveTo>
                  <a:pt x="5177622" y="2219892"/>
                </a:moveTo>
                <a:cubicBezTo>
                  <a:pt x="5187055" y="2217227"/>
                  <a:pt x="5195092" y="2211047"/>
                  <a:pt x="5198170" y="2200955"/>
                </a:cubicBezTo>
                <a:cubicBezTo>
                  <a:pt x="5208429" y="2178503"/>
                  <a:pt x="5189050" y="2147887"/>
                  <a:pt x="5162603" y="2154237"/>
                </a:cubicBezTo>
                <a:cubicBezTo>
                  <a:pt x="5130000" y="2153330"/>
                  <a:pt x="5122704" y="2204130"/>
                  <a:pt x="5148695" y="2217738"/>
                </a:cubicBezTo>
                <a:cubicBezTo>
                  <a:pt x="5157359" y="2221706"/>
                  <a:pt x="5168189" y="2222557"/>
                  <a:pt x="5177622" y="2219892"/>
                </a:cubicBezTo>
                <a:close/>
                <a:moveTo>
                  <a:pt x="4248114" y="2220433"/>
                </a:moveTo>
                <a:cubicBezTo>
                  <a:pt x="4259853" y="2219604"/>
                  <a:pt x="4270339" y="2214346"/>
                  <a:pt x="4275582" y="2201430"/>
                </a:cubicBezTo>
                <a:cubicBezTo>
                  <a:pt x="4290854" y="2170798"/>
                  <a:pt x="4252103" y="2141537"/>
                  <a:pt x="4224293" y="2157539"/>
                </a:cubicBezTo>
                <a:cubicBezTo>
                  <a:pt x="4201954" y="2166912"/>
                  <a:pt x="4208109" y="2194572"/>
                  <a:pt x="4213124" y="2212860"/>
                </a:cubicBezTo>
                <a:cubicBezTo>
                  <a:pt x="4223382" y="2217661"/>
                  <a:pt x="4236375" y="2221261"/>
                  <a:pt x="4248114" y="2220433"/>
                </a:cubicBezTo>
                <a:close/>
                <a:moveTo>
                  <a:pt x="4458699" y="2220758"/>
                </a:moveTo>
                <a:cubicBezTo>
                  <a:pt x="4467294" y="2218692"/>
                  <a:pt x="4474702" y="2213756"/>
                  <a:pt x="4477982" y="2204343"/>
                </a:cubicBezTo>
                <a:cubicBezTo>
                  <a:pt x="4489292" y="2182533"/>
                  <a:pt x="4473911" y="2149474"/>
                  <a:pt x="4447219" y="2154066"/>
                </a:cubicBezTo>
                <a:cubicBezTo>
                  <a:pt x="4411706" y="2149933"/>
                  <a:pt x="4401979" y="2207328"/>
                  <a:pt x="4432290" y="2219955"/>
                </a:cubicBezTo>
                <a:cubicBezTo>
                  <a:pt x="4440320" y="2222021"/>
                  <a:pt x="4450103" y="2222824"/>
                  <a:pt x="4458699" y="2220758"/>
                </a:cubicBezTo>
                <a:close/>
                <a:moveTo>
                  <a:pt x="4140857" y="2220982"/>
                </a:moveTo>
                <a:cubicBezTo>
                  <a:pt x="4167690" y="2222328"/>
                  <a:pt x="4174512" y="2193397"/>
                  <a:pt x="4174967" y="2172539"/>
                </a:cubicBezTo>
                <a:cubicBezTo>
                  <a:pt x="4159049" y="2154373"/>
                  <a:pt x="4127213" y="2146299"/>
                  <a:pt x="4110613" y="2167605"/>
                </a:cubicBezTo>
                <a:cubicBezTo>
                  <a:pt x="4090829" y="2188238"/>
                  <a:pt x="4111750" y="2227262"/>
                  <a:pt x="4140857" y="2220982"/>
                </a:cubicBezTo>
                <a:close/>
                <a:moveTo>
                  <a:pt x="4341916" y="2221035"/>
                </a:moveTo>
                <a:cubicBezTo>
                  <a:pt x="4350886" y="2222144"/>
                  <a:pt x="4359712" y="2221234"/>
                  <a:pt x="4367441" y="2215207"/>
                </a:cubicBezTo>
                <a:cubicBezTo>
                  <a:pt x="4384516" y="2201104"/>
                  <a:pt x="4382209" y="2171079"/>
                  <a:pt x="4364442" y="2158113"/>
                </a:cubicBezTo>
                <a:cubicBezTo>
                  <a:pt x="4348290" y="2152427"/>
                  <a:pt x="4324062" y="2151062"/>
                  <a:pt x="4314832" y="2168804"/>
                </a:cubicBezTo>
                <a:cubicBezTo>
                  <a:pt x="4305141" y="2182907"/>
                  <a:pt x="4312294" y="2199739"/>
                  <a:pt x="4315525" y="2214752"/>
                </a:cubicBezTo>
                <a:cubicBezTo>
                  <a:pt x="4323831" y="2216799"/>
                  <a:pt x="4332946" y="2219926"/>
                  <a:pt x="4341916" y="2221035"/>
                </a:cubicBezTo>
                <a:close/>
                <a:moveTo>
                  <a:pt x="1675714" y="2221184"/>
                </a:moveTo>
                <a:cubicBezTo>
                  <a:pt x="1681842" y="2220955"/>
                  <a:pt x="1687913" y="2219525"/>
                  <a:pt x="1693296" y="2216549"/>
                </a:cubicBezTo>
                <a:cubicBezTo>
                  <a:pt x="1717578" y="2199384"/>
                  <a:pt x="1706812" y="2147887"/>
                  <a:pt x="1672450" y="2153609"/>
                </a:cubicBezTo>
                <a:cubicBezTo>
                  <a:pt x="1636256" y="2147887"/>
                  <a:pt x="1627093" y="2206708"/>
                  <a:pt x="1657789" y="2218609"/>
                </a:cubicBezTo>
                <a:cubicBezTo>
                  <a:pt x="1663401" y="2220440"/>
                  <a:pt x="1669586" y="2221413"/>
                  <a:pt x="1675714" y="2221184"/>
                </a:cubicBezTo>
                <a:close/>
                <a:moveTo>
                  <a:pt x="6920257" y="2221413"/>
                </a:moveTo>
                <a:cubicBezTo>
                  <a:pt x="6938836" y="2217992"/>
                  <a:pt x="6954271" y="2201107"/>
                  <a:pt x="6948285" y="2180641"/>
                </a:cubicBezTo>
                <a:cubicBezTo>
                  <a:pt x="6946461" y="2147896"/>
                  <a:pt x="6892871" y="2144712"/>
                  <a:pt x="6882382" y="2173365"/>
                </a:cubicBezTo>
                <a:cubicBezTo>
                  <a:pt x="6873716" y="2191102"/>
                  <a:pt x="6883522" y="2212932"/>
                  <a:pt x="6901309" y="2219982"/>
                </a:cubicBezTo>
                <a:cubicBezTo>
                  <a:pt x="6907523" y="2222199"/>
                  <a:pt x="6914065" y="2222554"/>
                  <a:pt x="6920257" y="2221413"/>
                </a:cubicBezTo>
                <a:close/>
                <a:moveTo>
                  <a:pt x="7016450" y="2221476"/>
                </a:moveTo>
                <a:cubicBezTo>
                  <a:pt x="7035141" y="2221166"/>
                  <a:pt x="7054059" y="2208379"/>
                  <a:pt x="7052163" y="2188022"/>
                </a:cubicBezTo>
                <a:cubicBezTo>
                  <a:pt x="7052163" y="2167038"/>
                  <a:pt x="7032858" y="2149475"/>
                  <a:pt x="7011484" y="2153581"/>
                </a:cubicBezTo>
                <a:cubicBezTo>
                  <a:pt x="6978389" y="2152668"/>
                  <a:pt x="6968966" y="2204901"/>
                  <a:pt x="6998614" y="2217446"/>
                </a:cubicBezTo>
                <a:cubicBezTo>
                  <a:pt x="7004015" y="2220297"/>
                  <a:pt x="7010220" y="2221580"/>
                  <a:pt x="7016450" y="2221476"/>
                </a:cubicBezTo>
                <a:close/>
                <a:moveTo>
                  <a:pt x="5680897" y="2221516"/>
                </a:moveTo>
                <a:cubicBezTo>
                  <a:pt x="5699500" y="2221014"/>
                  <a:pt x="5718332" y="2208105"/>
                  <a:pt x="5716596" y="2188271"/>
                </a:cubicBezTo>
                <a:cubicBezTo>
                  <a:pt x="5719604" y="2156355"/>
                  <a:pt x="5671702" y="2141537"/>
                  <a:pt x="5652494" y="2165018"/>
                </a:cubicBezTo>
                <a:cubicBezTo>
                  <a:pt x="5640229" y="2180520"/>
                  <a:pt x="5642775" y="2209473"/>
                  <a:pt x="5663139" y="2217680"/>
                </a:cubicBezTo>
                <a:cubicBezTo>
                  <a:pt x="5668520" y="2220472"/>
                  <a:pt x="5674695" y="2221683"/>
                  <a:pt x="5680897" y="2221516"/>
                </a:cubicBezTo>
                <a:close/>
                <a:moveTo>
                  <a:pt x="5379993" y="2221540"/>
                </a:moveTo>
                <a:cubicBezTo>
                  <a:pt x="5387835" y="2220424"/>
                  <a:pt x="5395079" y="2217220"/>
                  <a:pt x="5399984" y="2210352"/>
                </a:cubicBezTo>
                <a:cubicBezTo>
                  <a:pt x="5413216" y="2192039"/>
                  <a:pt x="5405916" y="2156098"/>
                  <a:pt x="5379679" y="2154954"/>
                </a:cubicBezTo>
                <a:cubicBezTo>
                  <a:pt x="5362568" y="2151062"/>
                  <a:pt x="5349108" y="2162050"/>
                  <a:pt x="5337473" y="2172580"/>
                </a:cubicBezTo>
                <a:cubicBezTo>
                  <a:pt x="5339526" y="2189520"/>
                  <a:pt x="5337016" y="2212641"/>
                  <a:pt x="5356408" y="2220196"/>
                </a:cubicBezTo>
                <a:cubicBezTo>
                  <a:pt x="5363709" y="2221684"/>
                  <a:pt x="5372150" y="2222656"/>
                  <a:pt x="5379993" y="2221540"/>
                </a:cubicBezTo>
                <a:close/>
                <a:moveTo>
                  <a:pt x="4033536" y="2221597"/>
                </a:moveTo>
                <a:cubicBezTo>
                  <a:pt x="4053105" y="2222379"/>
                  <a:pt x="4073516" y="2210917"/>
                  <a:pt x="4071272" y="2188924"/>
                </a:cubicBezTo>
                <a:cubicBezTo>
                  <a:pt x="4074954" y="2160277"/>
                  <a:pt x="4037211" y="2144712"/>
                  <a:pt x="4015578" y="2160277"/>
                </a:cubicBezTo>
                <a:cubicBezTo>
                  <a:pt x="3997396" y="2172909"/>
                  <a:pt x="3997166" y="2204037"/>
                  <a:pt x="4015117" y="2216669"/>
                </a:cubicBezTo>
                <a:cubicBezTo>
                  <a:pt x="4020583" y="2219715"/>
                  <a:pt x="4027013" y="2221336"/>
                  <a:pt x="4033536" y="2221597"/>
                </a:cubicBezTo>
                <a:close/>
                <a:moveTo>
                  <a:pt x="2392480" y="2221632"/>
                </a:moveTo>
                <a:cubicBezTo>
                  <a:pt x="2410463" y="2221390"/>
                  <a:pt x="2427983" y="2208937"/>
                  <a:pt x="2425049" y="2188913"/>
                </a:cubicBezTo>
                <a:cubicBezTo>
                  <a:pt x="2431953" y="2157725"/>
                  <a:pt x="2389138" y="2144712"/>
                  <a:pt x="2368202" y="2161764"/>
                </a:cubicBezTo>
                <a:cubicBezTo>
                  <a:pt x="2354166" y="2177245"/>
                  <a:pt x="2354853" y="2207535"/>
                  <a:pt x="2375106" y="2217632"/>
                </a:cubicBezTo>
                <a:cubicBezTo>
                  <a:pt x="2380455" y="2220436"/>
                  <a:pt x="2386494" y="2221712"/>
                  <a:pt x="2392480" y="2221632"/>
                </a:cubicBezTo>
                <a:close/>
                <a:moveTo>
                  <a:pt x="6709047" y="2221674"/>
                </a:moveTo>
                <a:cubicBezTo>
                  <a:pt x="6726339" y="2221007"/>
                  <a:pt x="6743310" y="2208146"/>
                  <a:pt x="6740581" y="2188704"/>
                </a:cubicBezTo>
                <a:cubicBezTo>
                  <a:pt x="6745129" y="2167369"/>
                  <a:pt x="6726026" y="2149475"/>
                  <a:pt x="6705330" y="2153604"/>
                </a:cubicBezTo>
                <a:cubicBezTo>
                  <a:pt x="6671216" y="2150393"/>
                  <a:pt x="6664166" y="2206139"/>
                  <a:pt x="6692367" y="2218068"/>
                </a:cubicBezTo>
                <a:cubicBezTo>
                  <a:pt x="6697484" y="2220763"/>
                  <a:pt x="6703283" y="2221896"/>
                  <a:pt x="6709047" y="2221674"/>
                </a:cubicBezTo>
                <a:close/>
                <a:moveTo>
                  <a:pt x="4862344" y="2221718"/>
                </a:moveTo>
                <a:cubicBezTo>
                  <a:pt x="4881635" y="2219264"/>
                  <a:pt x="4898739" y="2201862"/>
                  <a:pt x="4893595" y="2180602"/>
                </a:cubicBezTo>
                <a:cubicBezTo>
                  <a:pt x="4891309" y="2149513"/>
                  <a:pt x="4844667" y="2144712"/>
                  <a:pt x="4829120" y="2168258"/>
                </a:cubicBezTo>
                <a:cubicBezTo>
                  <a:pt x="4816316" y="2184260"/>
                  <a:pt x="4823633" y="2211463"/>
                  <a:pt x="4843067" y="2218779"/>
                </a:cubicBezTo>
                <a:cubicBezTo>
                  <a:pt x="4849240" y="2221693"/>
                  <a:pt x="4855913" y="2222536"/>
                  <a:pt x="4862344" y="2221718"/>
                </a:cubicBezTo>
                <a:close/>
                <a:moveTo>
                  <a:pt x="7221477" y="2221819"/>
                </a:moveTo>
                <a:cubicBezTo>
                  <a:pt x="7255364" y="2227262"/>
                  <a:pt x="7267417" y="2177823"/>
                  <a:pt x="7242855" y="2159907"/>
                </a:cubicBezTo>
                <a:cubicBezTo>
                  <a:pt x="7223979" y="2147887"/>
                  <a:pt x="7201237" y="2158092"/>
                  <a:pt x="7187591" y="2173060"/>
                </a:cubicBezTo>
                <a:cubicBezTo>
                  <a:pt x="7186454" y="2195059"/>
                  <a:pt x="7192822" y="2224541"/>
                  <a:pt x="7221477" y="2221819"/>
                </a:cubicBezTo>
                <a:close/>
                <a:moveTo>
                  <a:pt x="5885602" y="2221860"/>
                </a:moveTo>
                <a:cubicBezTo>
                  <a:pt x="5906250" y="2221069"/>
                  <a:pt x="5925669" y="2203727"/>
                  <a:pt x="5919973" y="2180943"/>
                </a:cubicBezTo>
                <a:cubicBezTo>
                  <a:pt x="5917901" y="2148988"/>
                  <a:pt x="5864508" y="2144712"/>
                  <a:pt x="5854382" y="2173291"/>
                </a:cubicBezTo>
                <a:cubicBezTo>
                  <a:pt x="5849779" y="2188144"/>
                  <a:pt x="5851390" y="2207271"/>
                  <a:pt x="5865429" y="2216723"/>
                </a:cubicBezTo>
                <a:cubicBezTo>
                  <a:pt x="5871700" y="2220548"/>
                  <a:pt x="5878719" y="2222124"/>
                  <a:pt x="5885602" y="2221860"/>
                </a:cubicBezTo>
                <a:close/>
                <a:moveTo>
                  <a:pt x="5578903" y="2222273"/>
                </a:moveTo>
                <a:cubicBezTo>
                  <a:pt x="5599082" y="2221040"/>
                  <a:pt x="5617886" y="2203733"/>
                  <a:pt x="5612769" y="2181452"/>
                </a:cubicBezTo>
                <a:cubicBezTo>
                  <a:pt x="5609813" y="2147660"/>
                  <a:pt x="5552733" y="2144712"/>
                  <a:pt x="5544546" y="2176916"/>
                </a:cubicBezTo>
                <a:cubicBezTo>
                  <a:pt x="5537041" y="2191657"/>
                  <a:pt x="5545455" y="2210254"/>
                  <a:pt x="5559100" y="2217738"/>
                </a:cubicBezTo>
                <a:cubicBezTo>
                  <a:pt x="5565297" y="2221310"/>
                  <a:pt x="5572176" y="2222684"/>
                  <a:pt x="5578903" y="2222273"/>
                </a:cubicBezTo>
                <a:close/>
                <a:moveTo>
                  <a:pt x="4548067" y="2222280"/>
                </a:moveTo>
                <a:cubicBezTo>
                  <a:pt x="4566453" y="2222920"/>
                  <a:pt x="4584965" y="2210258"/>
                  <a:pt x="4583443" y="2189284"/>
                </a:cubicBezTo>
                <a:cubicBezTo>
                  <a:pt x="4589304" y="2155179"/>
                  <a:pt x="4538135" y="2141537"/>
                  <a:pt x="4522130" y="2168594"/>
                </a:cubicBezTo>
                <a:cubicBezTo>
                  <a:pt x="4514691" y="2184055"/>
                  <a:pt x="4515818" y="2206336"/>
                  <a:pt x="4530470" y="2217023"/>
                </a:cubicBezTo>
                <a:cubicBezTo>
                  <a:pt x="4535824" y="2220376"/>
                  <a:pt x="4541939" y="2222067"/>
                  <a:pt x="4548067" y="2222280"/>
                </a:cubicBezTo>
                <a:close/>
                <a:moveTo>
                  <a:pt x="1779310" y="2222307"/>
                </a:moveTo>
                <a:cubicBezTo>
                  <a:pt x="1796311" y="2220850"/>
                  <a:pt x="1811324" y="2207822"/>
                  <a:pt x="1810297" y="2188622"/>
                </a:cubicBezTo>
                <a:cubicBezTo>
                  <a:pt x="1816000" y="2154108"/>
                  <a:pt x="1764219" y="2141537"/>
                  <a:pt x="1747567" y="2167822"/>
                </a:cubicBezTo>
                <a:cubicBezTo>
                  <a:pt x="1738214" y="2184736"/>
                  <a:pt x="1741864" y="2212393"/>
                  <a:pt x="1762166" y="2219707"/>
                </a:cubicBezTo>
                <a:cubicBezTo>
                  <a:pt x="1767754" y="2221993"/>
                  <a:pt x="1773642" y="2222793"/>
                  <a:pt x="1779310" y="2222307"/>
                </a:cubicBezTo>
                <a:close/>
                <a:moveTo>
                  <a:pt x="2085365" y="2222459"/>
                </a:moveTo>
                <a:cubicBezTo>
                  <a:pt x="2103228" y="2221497"/>
                  <a:pt x="2120334" y="2209186"/>
                  <a:pt x="2118965" y="2189180"/>
                </a:cubicBezTo>
                <a:cubicBezTo>
                  <a:pt x="2122387" y="2157033"/>
                  <a:pt x="2076323" y="2143125"/>
                  <a:pt x="2056937" y="2165012"/>
                </a:cubicBezTo>
                <a:cubicBezTo>
                  <a:pt x="2041427" y="2181200"/>
                  <a:pt x="2047585" y="2210611"/>
                  <a:pt x="2067884" y="2219502"/>
                </a:cubicBezTo>
                <a:cubicBezTo>
                  <a:pt x="2073358" y="2221839"/>
                  <a:pt x="2079404" y="2222780"/>
                  <a:pt x="2085365" y="2222459"/>
                </a:cubicBezTo>
                <a:close/>
                <a:moveTo>
                  <a:pt x="5479608" y="2222469"/>
                </a:moveTo>
                <a:cubicBezTo>
                  <a:pt x="5496697" y="2220514"/>
                  <a:pt x="5512092" y="2207022"/>
                  <a:pt x="5510727" y="2187600"/>
                </a:cubicBezTo>
                <a:cubicBezTo>
                  <a:pt x="5513229" y="2151621"/>
                  <a:pt x="5455233" y="2141537"/>
                  <a:pt x="5443634" y="2174308"/>
                </a:cubicBezTo>
                <a:cubicBezTo>
                  <a:pt x="5433854" y="2191725"/>
                  <a:pt x="5444544" y="2213954"/>
                  <a:pt x="5462511" y="2220371"/>
                </a:cubicBezTo>
                <a:cubicBezTo>
                  <a:pt x="5468026" y="2222491"/>
                  <a:pt x="5473911" y="2223121"/>
                  <a:pt x="5479608" y="2222469"/>
                </a:cubicBezTo>
                <a:close/>
                <a:moveTo>
                  <a:pt x="5799042" y="2222500"/>
                </a:moveTo>
                <a:cubicBezTo>
                  <a:pt x="5808538" y="2210809"/>
                  <a:pt x="5819617" y="2197770"/>
                  <a:pt x="5815774" y="2181133"/>
                </a:cubicBezTo>
                <a:cubicBezTo>
                  <a:pt x="5814643" y="2151457"/>
                  <a:pt x="5766710" y="2144712"/>
                  <a:pt x="5754048" y="2169667"/>
                </a:cubicBezTo>
                <a:cubicBezTo>
                  <a:pt x="5745004" y="2185630"/>
                  <a:pt x="5747944" y="2211259"/>
                  <a:pt x="5766936" y="2218229"/>
                </a:cubicBezTo>
                <a:cubicBezTo>
                  <a:pt x="5777563" y="2220252"/>
                  <a:pt x="5788189" y="2221601"/>
                  <a:pt x="5799042" y="2222500"/>
                </a:cubicBezTo>
                <a:close/>
                <a:moveTo>
                  <a:pt x="5072330" y="2222534"/>
                </a:moveTo>
                <a:cubicBezTo>
                  <a:pt x="5090934" y="2217977"/>
                  <a:pt x="5104300" y="2197034"/>
                  <a:pt x="5096712" y="2176867"/>
                </a:cubicBezTo>
                <a:cubicBezTo>
                  <a:pt x="5090733" y="2146990"/>
                  <a:pt x="5041065" y="2146300"/>
                  <a:pt x="5031867" y="2173879"/>
                </a:cubicBezTo>
                <a:cubicBezTo>
                  <a:pt x="5024279" y="2191806"/>
                  <a:pt x="5032097" y="2216397"/>
                  <a:pt x="5052562" y="2220993"/>
                </a:cubicBezTo>
                <a:cubicBezTo>
                  <a:pt x="5059346" y="2223751"/>
                  <a:pt x="5066129" y="2224053"/>
                  <a:pt x="5072330" y="2222534"/>
                </a:cubicBezTo>
                <a:close/>
                <a:moveTo>
                  <a:pt x="4652795" y="2222565"/>
                </a:moveTo>
                <a:cubicBezTo>
                  <a:pt x="4671096" y="2222326"/>
                  <a:pt x="4689270" y="2208905"/>
                  <a:pt x="4686396" y="2187950"/>
                </a:cubicBezTo>
                <a:cubicBezTo>
                  <a:pt x="4690904" y="2154237"/>
                  <a:pt x="4642214" y="2141537"/>
                  <a:pt x="4624857" y="2166475"/>
                </a:cubicBezTo>
                <a:cubicBezTo>
                  <a:pt x="4616291" y="2182870"/>
                  <a:pt x="4617193" y="2208963"/>
                  <a:pt x="4635226" y="2218199"/>
                </a:cubicBezTo>
                <a:cubicBezTo>
                  <a:pt x="4640580" y="2221258"/>
                  <a:pt x="4646694" y="2222644"/>
                  <a:pt x="4652795" y="2222565"/>
                </a:cubicBezTo>
                <a:close/>
                <a:moveTo>
                  <a:pt x="4963354" y="2222571"/>
                </a:moveTo>
                <a:cubicBezTo>
                  <a:pt x="4980990" y="2220837"/>
                  <a:pt x="4997263" y="2207826"/>
                  <a:pt x="4997956" y="2188870"/>
                </a:cubicBezTo>
                <a:cubicBezTo>
                  <a:pt x="4998879" y="2156013"/>
                  <a:pt x="4948559" y="2141537"/>
                  <a:pt x="4930786" y="2168191"/>
                </a:cubicBezTo>
                <a:cubicBezTo>
                  <a:pt x="4921091" y="2185194"/>
                  <a:pt x="4924784" y="2213455"/>
                  <a:pt x="4945790" y="2220349"/>
                </a:cubicBezTo>
                <a:cubicBezTo>
                  <a:pt x="4951445" y="2222474"/>
                  <a:pt x="4957475" y="2223149"/>
                  <a:pt x="4963354" y="2222571"/>
                </a:cubicBezTo>
                <a:close/>
                <a:moveTo>
                  <a:pt x="6501595" y="2222637"/>
                </a:moveTo>
                <a:cubicBezTo>
                  <a:pt x="6519843" y="2222528"/>
                  <a:pt x="6538313" y="2209367"/>
                  <a:pt x="6535608" y="2188412"/>
                </a:cubicBezTo>
                <a:cubicBezTo>
                  <a:pt x="6540342" y="2154006"/>
                  <a:pt x="6491652" y="2141537"/>
                  <a:pt x="6473844" y="2166706"/>
                </a:cubicBezTo>
                <a:cubicBezTo>
                  <a:pt x="6465729" y="2183101"/>
                  <a:pt x="6465729" y="2208732"/>
                  <a:pt x="6484213" y="2218199"/>
                </a:cubicBezTo>
                <a:cubicBezTo>
                  <a:pt x="6489454" y="2221258"/>
                  <a:pt x="6495512" y="2222673"/>
                  <a:pt x="6501595" y="2222637"/>
                </a:cubicBezTo>
                <a:close/>
                <a:moveTo>
                  <a:pt x="5272503" y="2222648"/>
                </a:moveTo>
                <a:cubicBezTo>
                  <a:pt x="5291574" y="2220737"/>
                  <a:pt x="5308158" y="2203113"/>
                  <a:pt x="5302545" y="2181342"/>
                </a:cubicBezTo>
                <a:cubicBezTo>
                  <a:pt x="5301185" y="2151854"/>
                  <a:pt x="5259682" y="2144712"/>
                  <a:pt x="5243127" y="2164985"/>
                </a:cubicBezTo>
                <a:cubicBezTo>
                  <a:pt x="5232241" y="2181342"/>
                  <a:pt x="5234282" y="2209679"/>
                  <a:pt x="5253332" y="2218894"/>
                </a:cubicBezTo>
                <a:cubicBezTo>
                  <a:pt x="5259512" y="2222176"/>
                  <a:pt x="5266146" y="2223285"/>
                  <a:pt x="5272503" y="2222648"/>
                </a:cubicBezTo>
                <a:close/>
                <a:moveTo>
                  <a:pt x="6403774" y="2222702"/>
                </a:moveTo>
                <a:cubicBezTo>
                  <a:pt x="6420996" y="2220979"/>
                  <a:pt x="6437032" y="2208112"/>
                  <a:pt x="6436005" y="2188876"/>
                </a:cubicBezTo>
                <a:cubicBezTo>
                  <a:pt x="6438742" y="2157682"/>
                  <a:pt x="6395866" y="2143125"/>
                  <a:pt x="6375340" y="2162766"/>
                </a:cubicBezTo>
                <a:cubicBezTo>
                  <a:pt x="6357779" y="2178940"/>
                  <a:pt x="6363481" y="2213138"/>
                  <a:pt x="6386743" y="2220532"/>
                </a:cubicBezTo>
                <a:cubicBezTo>
                  <a:pt x="6392160" y="2222611"/>
                  <a:pt x="6398033" y="2223276"/>
                  <a:pt x="6403774" y="2222702"/>
                </a:cubicBezTo>
                <a:close/>
                <a:moveTo>
                  <a:pt x="7133306" y="2224087"/>
                </a:moveTo>
                <a:cubicBezTo>
                  <a:pt x="7143712" y="2212455"/>
                  <a:pt x="7161054" y="2200366"/>
                  <a:pt x="7154811" y="2182575"/>
                </a:cubicBezTo>
                <a:cubicBezTo>
                  <a:pt x="7151111" y="2152467"/>
                  <a:pt x="7104171" y="2144712"/>
                  <a:pt x="7088909" y="2169802"/>
                </a:cubicBezTo>
                <a:cubicBezTo>
                  <a:pt x="7078504" y="2183715"/>
                  <a:pt x="7086597" y="2200822"/>
                  <a:pt x="7090759" y="2215192"/>
                </a:cubicBezTo>
                <a:cubicBezTo>
                  <a:pt x="7104865" y="2218613"/>
                  <a:pt x="7118970" y="2221350"/>
                  <a:pt x="7133306" y="2224087"/>
                </a:cubicBezTo>
                <a:close/>
                <a:moveTo>
                  <a:pt x="6619036" y="2224087"/>
                </a:moveTo>
                <a:cubicBezTo>
                  <a:pt x="6633777" y="2211374"/>
                  <a:pt x="6646704" y="2191264"/>
                  <a:pt x="6635819" y="2171385"/>
                </a:cubicBezTo>
                <a:cubicBezTo>
                  <a:pt x="6621531" y="2139949"/>
                  <a:pt x="6567329" y="2152893"/>
                  <a:pt x="6571638" y="2189415"/>
                </a:cubicBezTo>
                <a:cubicBezTo>
                  <a:pt x="6569597" y="2216922"/>
                  <a:pt x="6597492" y="2223856"/>
                  <a:pt x="6619036" y="2224087"/>
                </a:cubicBezTo>
                <a:close/>
                <a:moveTo>
                  <a:pt x="6589910" y="2321435"/>
                </a:moveTo>
                <a:cubicBezTo>
                  <a:pt x="6609982" y="2330450"/>
                  <a:pt x="6641002" y="2319817"/>
                  <a:pt x="6639405" y="2293929"/>
                </a:cubicBezTo>
                <a:cubicBezTo>
                  <a:pt x="6646704" y="2261337"/>
                  <a:pt x="6603139" y="2246312"/>
                  <a:pt x="6581471" y="2264342"/>
                </a:cubicBezTo>
                <a:cubicBezTo>
                  <a:pt x="6567329" y="2280522"/>
                  <a:pt x="6567785" y="2312883"/>
                  <a:pt x="6589910" y="2321435"/>
                </a:cubicBezTo>
                <a:close/>
                <a:moveTo>
                  <a:pt x="4949140" y="2321774"/>
                </a:moveTo>
                <a:cubicBezTo>
                  <a:pt x="4968751" y="2328862"/>
                  <a:pt x="4997940" y="2316973"/>
                  <a:pt x="4996116" y="2292738"/>
                </a:cubicBezTo>
                <a:cubicBezTo>
                  <a:pt x="5003641" y="2256613"/>
                  <a:pt x="4947772" y="2244724"/>
                  <a:pt x="4930897" y="2271246"/>
                </a:cubicBezTo>
                <a:cubicBezTo>
                  <a:pt x="4921091" y="2289079"/>
                  <a:pt x="4926792" y="2317430"/>
                  <a:pt x="4949140" y="2321774"/>
                </a:cubicBezTo>
                <a:close/>
                <a:moveTo>
                  <a:pt x="6388271" y="2321924"/>
                </a:moveTo>
                <a:cubicBezTo>
                  <a:pt x="6408216" y="2330450"/>
                  <a:pt x="6437103" y="2319389"/>
                  <a:pt x="6435957" y="2294501"/>
                </a:cubicBezTo>
                <a:cubicBezTo>
                  <a:pt x="6441917" y="2258321"/>
                  <a:pt x="6388958" y="2244725"/>
                  <a:pt x="6370388" y="2271457"/>
                </a:cubicBezTo>
                <a:cubicBezTo>
                  <a:pt x="6357779" y="2289201"/>
                  <a:pt x="6366033" y="2317545"/>
                  <a:pt x="6388271" y="2321924"/>
                </a:cubicBezTo>
                <a:close/>
                <a:moveTo>
                  <a:pt x="7030138" y="2322086"/>
                </a:moveTo>
                <a:cubicBezTo>
                  <a:pt x="7039847" y="2318770"/>
                  <a:pt x="7047866" y="2311678"/>
                  <a:pt x="7050501" y="2300490"/>
                </a:cubicBezTo>
                <a:cubicBezTo>
                  <a:pt x="7061041" y="2273041"/>
                  <a:pt x="7029422" y="2247899"/>
                  <a:pt x="7003989" y="2258971"/>
                </a:cubicBezTo>
                <a:cubicBezTo>
                  <a:pt x="6974432" y="2264276"/>
                  <a:pt x="6972141" y="2311793"/>
                  <a:pt x="6999636" y="2321020"/>
                </a:cubicBezTo>
                <a:cubicBezTo>
                  <a:pt x="7009030" y="2324941"/>
                  <a:pt x="7020429" y="2325402"/>
                  <a:pt x="7030138" y="2322086"/>
                </a:cubicBezTo>
                <a:close/>
                <a:moveTo>
                  <a:pt x="5569641" y="2322796"/>
                </a:moveTo>
                <a:cubicBezTo>
                  <a:pt x="5581925" y="2324666"/>
                  <a:pt x="5596117" y="2321945"/>
                  <a:pt x="5607061" y="2317976"/>
                </a:cubicBezTo>
                <a:cubicBezTo>
                  <a:pt x="5612076" y="2302328"/>
                  <a:pt x="5618004" y="2283505"/>
                  <a:pt x="5606833" y="2268764"/>
                </a:cubicBezTo>
                <a:cubicBezTo>
                  <a:pt x="5585857" y="2243137"/>
                  <a:pt x="5532279" y="2265362"/>
                  <a:pt x="5543679" y="2300060"/>
                </a:cubicBezTo>
                <a:cubicBezTo>
                  <a:pt x="5546985" y="2314461"/>
                  <a:pt x="5557358" y="2320925"/>
                  <a:pt x="5569641" y="2322796"/>
                </a:cubicBezTo>
                <a:close/>
                <a:moveTo>
                  <a:pt x="1683818" y="2322826"/>
                </a:moveTo>
                <a:cubicBezTo>
                  <a:pt x="1691861" y="2320544"/>
                  <a:pt x="1699015" y="2315752"/>
                  <a:pt x="1703023" y="2308108"/>
                </a:cubicBezTo>
                <a:cubicBezTo>
                  <a:pt x="1708059" y="2293049"/>
                  <a:pt x="1707372" y="2273198"/>
                  <a:pt x="1693406" y="2262930"/>
                </a:cubicBezTo>
                <a:cubicBezTo>
                  <a:pt x="1676234" y="2252662"/>
                  <a:pt x="1646699" y="2256769"/>
                  <a:pt x="1640745" y="2278218"/>
                </a:cubicBezTo>
                <a:cubicBezTo>
                  <a:pt x="1636624" y="2294646"/>
                  <a:pt x="1640745" y="2317007"/>
                  <a:pt x="1659291" y="2322483"/>
                </a:cubicBezTo>
                <a:cubicBezTo>
                  <a:pt x="1666847" y="2324879"/>
                  <a:pt x="1675776" y="2325107"/>
                  <a:pt x="1683818" y="2322826"/>
                </a:cubicBezTo>
                <a:close/>
                <a:moveTo>
                  <a:pt x="7633528" y="2322927"/>
                </a:moveTo>
                <a:cubicBezTo>
                  <a:pt x="7642822" y="2323042"/>
                  <a:pt x="7651861" y="2320982"/>
                  <a:pt x="7659706" y="2314690"/>
                </a:cubicBezTo>
                <a:cubicBezTo>
                  <a:pt x="7678579" y="2292264"/>
                  <a:pt x="7662662" y="2251075"/>
                  <a:pt x="7630600" y="2257711"/>
                </a:cubicBezTo>
                <a:cubicBezTo>
                  <a:pt x="7596947" y="2254736"/>
                  <a:pt x="7592854" y="2295697"/>
                  <a:pt x="7605815" y="2318122"/>
                </a:cubicBezTo>
                <a:cubicBezTo>
                  <a:pt x="7614683" y="2320525"/>
                  <a:pt x="7624233" y="2322813"/>
                  <a:pt x="7633528" y="2322927"/>
                </a:cubicBezTo>
                <a:close/>
                <a:moveTo>
                  <a:pt x="5784219" y="2322937"/>
                </a:moveTo>
                <a:cubicBezTo>
                  <a:pt x="5793510" y="2323249"/>
                  <a:pt x="5802344" y="2321151"/>
                  <a:pt x="5809070" y="2313441"/>
                </a:cubicBezTo>
                <a:cubicBezTo>
                  <a:pt x="5830729" y="2289628"/>
                  <a:pt x="5806562" y="2246312"/>
                  <a:pt x="5773731" y="2258559"/>
                </a:cubicBezTo>
                <a:cubicBezTo>
                  <a:pt x="5745004" y="2264228"/>
                  <a:pt x="5746372" y="2297112"/>
                  <a:pt x="5756632" y="2317976"/>
                </a:cubicBezTo>
                <a:cubicBezTo>
                  <a:pt x="5765182" y="2319904"/>
                  <a:pt x="5774928" y="2322625"/>
                  <a:pt x="5784219" y="2322937"/>
                </a:cubicBezTo>
                <a:close/>
                <a:moveTo>
                  <a:pt x="6718248" y="2323021"/>
                </a:moveTo>
                <a:cubicBezTo>
                  <a:pt x="6726302" y="2321134"/>
                  <a:pt x="6733594" y="2316683"/>
                  <a:pt x="6738115" y="2309472"/>
                </a:cubicBezTo>
                <a:cubicBezTo>
                  <a:pt x="6742411" y="2293697"/>
                  <a:pt x="6743541" y="2272964"/>
                  <a:pt x="6728394" y="2262823"/>
                </a:cubicBezTo>
                <a:cubicBezTo>
                  <a:pt x="6714603" y="2255837"/>
                  <a:pt x="6697872" y="2256964"/>
                  <a:pt x="6685438" y="2265077"/>
                </a:cubicBezTo>
                <a:cubicBezTo>
                  <a:pt x="6670516" y="2280626"/>
                  <a:pt x="6672325" y="2312852"/>
                  <a:pt x="6693803" y="2321191"/>
                </a:cubicBezTo>
                <a:cubicBezTo>
                  <a:pt x="6701377" y="2324233"/>
                  <a:pt x="6710194" y="2324909"/>
                  <a:pt x="6718248" y="2323021"/>
                </a:cubicBezTo>
                <a:close/>
                <a:moveTo>
                  <a:pt x="5166073" y="2323396"/>
                </a:moveTo>
                <a:cubicBezTo>
                  <a:pt x="5175515" y="2322945"/>
                  <a:pt x="5185240" y="2320183"/>
                  <a:pt x="5194173" y="2317817"/>
                </a:cubicBezTo>
                <a:cubicBezTo>
                  <a:pt x="5205254" y="2294599"/>
                  <a:pt x="5201183" y="2257180"/>
                  <a:pt x="5167939" y="2258081"/>
                </a:cubicBezTo>
                <a:cubicBezTo>
                  <a:pt x="5136504" y="2254249"/>
                  <a:pt x="5124291" y="2292795"/>
                  <a:pt x="5139670" y="2315112"/>
                </a:cubicBezTo>
                <a:cubicBezTo>
                  <a:pt x="5147472" y="2321987"/>
                  <a:pt x="5156631" y="2323847"/>
                  <a:pt x="5166073" y="2323396"/>
                </a:cubicBezTo>
                <a:close/>
                <a:moveTo>
                  <a:pt x="4146786" y="2323725"/>
                </a:moveTo>
                <a:cubicBezTo>
                  <a:pt x="4164631" y="2320936"/>
                  <a:pt x="4179584" y="2303877"/>
                  <a:pt x="4174383" y="2284382"/>
                </a:cubicBezTo>
                <a:cubicBezTo>
                  <a:pt x="4173227" y="2249951"/>
                  <a:pt x="4115671" y="2247899"/>
                  <a:pt x="4105732" y="2278453"/>
                </a:cubicBezTo>
                <a:cubicBezTo>
                  <a:pt x="4097179" y="2296011"/>
                  <a:pt x="4109892" y="2317216"/>
                  <a:pt x="4128615" y="2321320"/>
                </a:cubicBezTo>
                <a:cubicBezTo>
                  <a:pt x="4134567" y="2323999"/>
                  <a:pt x="4140837" y="2324655"/>
                  <a:pt x="4146786" y="2323725"/>
                </a:cubicBezTo>
                <a:close/>
                <a:moveTo>
                  <a:pt x="1774660" y="2323841"/>
                </a:moveTo>
                <a:cubicBezTo>
                  <a:pt x="1792783" y="2324299"/>
                  <a:pt x="1811455" y="2313498"/>
                  <a:pt x="1810250" y="2293257"/>
                </a:cubicBezTo>
                <a:cubicBezTo>
                  <a:pt x="1817593" y="2257652"/>
                  <a:pt x="1764588" y="2244725"/>
                  <a:pt x="1746232" y="2271032"/>
                </a:cubicBezTo>
                <a:cubicBezTo>
                  <a:pt x="1740037" y="2287134"/>
                  <a:pt x="1739807" y="2310720"/>
                  <a:pt x="1757476" y="2319564"/>
                </a:cubicBezTo>
                <a:cubicBezTo>
                  <a:pt x="1762638" y="2322286"/>
                  <a:pt x="1768618" y="2323689"/>
                  <a:pt x="1774660" y="2323841"/>
                </a:cubicBezTo>
                <a:close/>
                <a:moveTo>
                  <a:pt x="6921499" y="2323893"/>
                </a:moveTo>
                <a:cubicBezTo>
                  <a:pt x="6928392" y="2323256"/>
                  <a:pt x="6935178" y="2321561"/>
                  <a:pt x="6940994" y="2319127"/>
                </a:cubicBezTo>
                <a:cubicBezTo>
                  <a:pt x="6945328" y="2304756"/>
                  <a:pt x="6954679" y="2287604"/>
                  <a:pt x="6944871" y="2273234"/>
                </a:cubicBezTo>
                <a:cubicBezTo>
                  <a:pt x="6928449" y="2244724"/>
                  <a:pt x="6875304" y="2256313"/>
                  <a:pt x="6879866" y="2292472"/>
                </a:cubicBezTo>
                <a:cubicBezTo>
                  <a:pt x="6879182" y="2318200"/>
                  <a:pt x="6900822" y="2325805"/>
                  <a:pt x="6921499" y="2323893"/>
                </a:cubicBezTo>
                <a:close/>
                <a:moveTo>
                  <a:pt x="5272705" y="2324048"/>
                </a:moveTo>
                <a:cubicBezTo>
                  <a:pt x="5290680" y="2322118"/>
                  <a:pt x="5306985" y="2306426"/>
                  <a:pt x="5302614" y="2285846"/>
                </a:cubicBezTo>
                <a:cubicBezTo>
                  <a:pt x="5302838" y="2256805"/>
                  <a:pt x="5265187" y="2249487"/>
                  <a:pt x="5246361" y="2264579"/>
                </a:cubicBezTo>
                <a:cubicBezTo>
                  <a:pt x="5232241" y="2280358"/>
                  <a:pt x="5233138" y="2312600"/>
                  <a:pt x="5254877" y="2321061"/>
                </a:cubicBezTo>
                <a:cubicBezTo>
                  <a:pt x="5260536" y="2323805"/>
                  <a:pt x="5266713" y="2324691"/>
                  <a:pt x="5272705" y="2324048"/>
                </a:cubicBezTo>
                <a:close/>
                <a:moveTo>
                  <a:pt x="4347471" y="2324072"/>
                </a:moveTo>
                <a:cubicBezTo>
                  <a:pt x="4365773" y="2321804"/>
                  <a:pt x="4382921" y="2305860"/>
                  <a:pt x="4378131" y="2286354"/>
                </a:cubicBezTo>
                <a:cubicBezTo>
                  <a:pt x="4377219" y="2258763"/>
                  <a:pt x="4340501" y="2251074"/>
                  <a:pt x="4321343" y="2265548"/>
                </a:cubicBezTo>
                <a:cubicBezTo>
                  <a:pt x="4303554" y="2279796"/>
                  <a:pt x="4306747" y="2313945"/>
                  <a:pt x="4329554" y="2321408"/>
                </a:cubicBezTo>
                <a:cubicBezTo>
                  <a:pt x="4335141" y="2324065"/>
                  <a:pt x="4341370" y="2324828"/>
                  <a:pt x="4347471" y="2324072"/>
                </a:cubicBezTo>
                <a:close/>
                <a:moveTo>
                  <a:pt x="7228624" y="2324140"/>
                </a:moveTo>
                <a:cubicBezTo>
                  <a:pt x="7247894" y="2319818"/>
                  <a:pt x="7262776" y="2299042"/>
                  <a:pt x="7253618" y="2277879"/>
                </a:cubicBezTo>
                <a:cubicBezTo>
                  <a:pt x="7246608" y="2254250"/>
                  <a:pt x="7219247" y="2256544"/>
                  <a:pt x="7200252" y="2260444"/>
                </a:cubicBezTo>
                <a:cubicBezTo>
                  <a:pt x="7197312" y="2264803"/>
                  <a:pt x="7191207" y="2273750"/>
                  <a:pt x="7188267" y="2278109"/>
                </a:cubicBezTo>
                <a:cubicBezTo>
                  <a:pt x="7189172" y="2294626"/>
                  <a:pt x="7188041" y="2318025"/>
                  <a:pt x="7208619" y="2322384"/>
                </a:cubicBezTo>
                <a:cubicBezTo>
                  <a:pt x="7215290" y="2325194"/>
                  <a:pt x="7222201" y="2325581"/>
                  <a:pt x="7228624" y="2324140"/>
                </a:cubicBezTo>
                <a:close/>
                <a:moveTo>
                  <a:pt x="4242751" y="2324192"/>
                </a:moveTo>
                <a:cubicBezTo>
                  <a:pt x="4260281" y="2323764"/>
                  <a:pt x="4278098" y="2312431"/>
                  <a:pt x="4277927" y="2293272"/>
                </a:cubicBezTo>
                <a:cubicBezTo>
                  <a:pt x="4281329" y="2267498"/>
                  <a:pt x="4252527" y="2251075"/>
                  <a:pt x="4230302" y="2259058"/>
                </a:cubicBezTo>
                <a:cubicBezTo>
                  <a:pt x="4201501" y="2264076"/>
                  <a:pt x="4198779" y="2311519"/>
                  <a:pt x="4225994" y="2320870"/>
                </a:cubicBezTo>
                <a:cubicBezTo>
                  <a:pt x="4231097" y="2323265"/>
                  <a:pt x="4236908" y="2324334"/>
                  <a:pt x="4242751" y="2324192"/>
                </a:cubicBezTo>
                <a:close/>
                <a:moveTo>
                  <a:pt x="5064077" y="2324199"/>
                </a:moveTo>
                <a:cubicBezTo>
                  <a:pt x="5083316" y="2323210"/>
                  <a:pt x="5100983" y="2306750"/>
                  <a:pt x="5097732" y="2285262"/>
                </a:cubicBezTo>
                <a:cubicBezTo>
                  <a:pt x="5094766" y="2254318"/>
                  <a:pt x="5049365" y="2247900"/>
                  <a:pt x="5033623" y="2271738"/>
                </a:cubicBezTo>
                <a:cubicBezTo>
                  <a:pt x="5025866" y="2287095"/>
                  <a:pt x="5027463" y="2312079"/>
                  <a:pt x="5045030" y="2319643"/>
                </a:cubicBezTo>
                <a:cubicBezTo>
                  <a:pt x="5051076" y="2323139"/>
                  <a:pt x="5057664" y="2324528"/>
                  <a:pt x="5064077" y="2324199"/>
                </a:cubicBezTo>
                <a:close/>
                <a:moveTo>
                  <a:pt x="4654022" y="2324293"/>
                </a:moveTo>
                <a:cubicBezTo>
                  <a:pt x="4673214" y="2323425"/>
                  <a:pt x="4691127" y="2307225"/>
                  <a:pt x="4687032" y="2285626"/>
                </a:cubicBezTo>
                <a:cubicBezTo>
                  <a:pt x="4685440" y="2251341"/>
                  <a:pt x="4629939" y="2246312"/>
                  <a:pt x="4620158" y="2277397"/>
                </a:cubicBezTo>
                <a:cubicBezTo>
                  <a:pt x="4616291" y="2292254"/>
                  <a:pt x="4618566" y="2313740"/>
                  <a:pt x="4635171" y="2319682"/>
                </a:cubicBezTo>
                <a:cubicBezTo>
                  <a:pt x="4641085" y="2323168"/>
                  <a:pt x="4647624" y="2324582"/>
                  <a:pt x="4654022" y="2324293"/>
                </a:cubicBezTo>
                <a:close/>
                <a:moveTo>
                  <a:pt x="4555908" y="2324312"/>
                </a:moveTo>
                <a:cubicBezTo>
                  <a:pt x="4573346" y="2321477"/>
                  <a:pt x="4587760" y="2305146"/>
                  <a:pt x="4583127" y="2285873"/>
                </a:cubicBezTo>
                <a:cubicBezTo>
                  <a:pt x="4582669" y="2256764"/>
                  <a:pt x="4542631" y="2249487"/>
                  <a:pt x="4524100" y="2266543"/>
                </a:cubicBezTo>
                <a:cubicBezTo>
                  <a:pt x="4511516" y="2284054"/>
                  <a:pt x="4513804" y="2316573"/>
                  <a:pt x="4538056" y="2322258"/>
                </a:cubicBezTo>
                <a:cubicBezTo>
                  <a:pt x="4543947" y="2324703"/>
                  <a:pt x="4550096" y="2325257"/>
                  <a:pt x="4555908" y="2324312"/>
                </a:cubicBezTo>
                <a:close/>
                <a:moveTo>
                  <a:pt x="4758400" y="2324340"/>
                </a:moveTo>
                <a:cubicBezTo>
                  <a:pt x="4777066" y="2322793"/>
                  <a:pt x="4794492" y="2307951"/>
                  <a:pt x="4790931" y="2287257"/>
                </a:cubicBezTo>
                <a:cubicBezTo>
                  <a:pt x="4788895" y="2259438"/>
                  <a:pt x="4751810" y="2249487"/>
                  <a:pt x="4731911" y="2265545"/>
                </a:cubicBezTo>
                <a:cubicBezTo>
                  <a:pt x="4717891" y="2281150"/>
                  <a:pt x="4718344" y="2312587"/>
                  <a:pt x="4740052" y="2321181"/>
                </a:cubicBezTo>
                <a:cubicBezTo>
                  <a:pt x="4745818" y="2323895"/>
                  <a:pt x="4752178" y="2324856"/>
                  <a:pt x="4758400" y="2324340"/>
                </a:cubicBezTo>
                <a:close/>
                <a:moveTo>
                  <a:pt x="5475843" y="2324363"/>
                </a:moveTo>
                <a:cubicBezTo>
                  <a:pt x="5495882" y="2323294"/>
                  <a:pt x="5514855" y="2306836"/>
                  <a:pt x="5510209" y="2284607"/>
                </a:cubicBezTo>
                <a:cubicBezTo>
                  <a:pt x="5506767" y="2254056"/>
                  <a:pt x="5460874" y="2247900"/>
                  <a:pt x="5444812" y="2271383"/>
                </a:cubicBezTo>
                <a:cubicBezTo>
                  <a:pt x="5438616" y="2287343"/>
                  <a:pt x="5439305" y="2310826"/>
                  <a:pt x="5456285" y="2319946"/>
                </a:cubicBezTo>
                <a:cubicBezTo>
                  <a:pt x="5462366" y="2323365"/>
                  <a:pt x="5469164" y="2324719"/>
                  <a:pt x="5475843" y="2324363"/>
                </a:cubicBezTo>
                <a:close/>
                <a:moveTo>
                  <a:pt x="6301800" y="2324390"/>
                </a:moveTo>
                <a:cubicBezTo>
                  <a:pt x="6320291" y="2322051"/>
                  <a:pt x="6337038" y="2306233"/>
                  <a:pt x="6331963" y="2285370"/>
                </a:cubicBezTo>
                <a:cubicBezTo>
                  <a:pt x="6329933" y="2253186"/>
                  <a:pt x="6282343" y="2247899"/>
                  <a:pt x="6266780" y="2272037"/>
                </a:cubicBezTo>
                <a:cubicBezTo>
                  <a:pt x="6256179" y="2288819"/>
                  <a:pt x="6262720" y="2317095"/>
                  <a:pt x="6283470" y="2321922"/>
                </a:cubicBezTo>
                <a:cubicBezTo>
                  <a:pt x="6289278" y="2324451"/>
                  <a:pt x="6295636" y="2325169"/>
                  <a:pt x="6301800" y="2324390"/>
                </a:cubicBezTo>
                <a:close/>
                <a:moveTo>
                  <a:pt x="6504042" y="2324484"/>
                </a:moveTo>
                <a:cubicBezTo>
                  <a:pt x="6522995" y="2323137"/>
                  <a:pt x="6540486" y="2306722"/>
                  <a:pt x="6536157" y="2286203"/>
                </a:cubicBezTo>
                <a:cubicBezTo>
                  <a:pt x="6536849" y="2252004"/>
                  <a:pt x="6478198" y="2247900"/>
                  <a:pt x="6469655" y="2278451"/>
                </a:cubicBezTo>
                <a:cubicBezTo>
                  <a:pt x="6465729" y="2293271"/>
                  <a:pt x="6468269" y="2314930"/>
                  <a:pt x="6485357" y="2320402"/>
                </a:cubicBezTo>
                <a:cubicBezTo>
                  <a:pt x="6491245" y="2323707"/>
                  <a:pt x="6497725" y="2324933"/>
                  <a:pt x="6504042" y="2324484"/>
                </a:cubicBezTo>
                <a:close/>
                <a:moveTo>
                  <a:pt x="4041893" y="2324525"/>
                </a:moveTo>
                <a:cubicBezTo>
                  <a:pt x="4060168" y="2321452"/>
                  <a:pt x="4076398" y="2304987"/>
                  <a:pt x="4071204" y="2285004"/>
                </a:cubicBezTo>
                <a:cubicBezTo>
                  <a:pt x="4069127" y="2254421"/>
                  <a:pt x="4021115" y="2246312"/>
                  <a:pt x="4006804" y="2271798"/>
                </a:cubicBezTo>
                <a:cubicBezTo>
                  <a:pt x="4000341" y="2289406"/>
                  <a:pt x="4000803" y="2317904"/>
                  <a:pt x="4023655" y="2322770"/>
                </a:cubicBezTo>
                <a:cubicBezTo>
                  <a:pt x="4029483" y="2325086"/>
                  <a:pt x="4035802" y="2325550"/>
                  <a:pt x="4041893" y="2324525"/>
                </a:cubicBezTo>
                <a:close/>
                <a:moveTo>
                  <a:pt x="7427927" y="2324657"/>
                </a:moveTo>
                <a:cubicBezTo>
                  <a:pt x="7445372" y="2324625"/>
                  <a:pt x="7462849" y="2312309"/>
                  <a:pt x="7461318" y="2292810"/>
                </a:cubicBezTo>
                <a:cubicBezTo>
                  <a:pt x="7465854" y="2267951"/>
                  <a:pt x="7438413" y="2251074"/>
                  <a:pt x="7416641" y="2259513"/>
                </a:cubicBezTo>
                <a:cubicBezTo>
                  <a:pt x="7390787" y="2264758"/>
                  <a:pt x="7388066" y="2309687"/>
                  <a:pt x="7411198" y="2320406"/>
                </a:cubicBezTo>
                <a:cubicBezTo>
                  <a:pt x="7416301" y="2323314"/>
                  <a:pt x="7422112" y="2324668"/>
                  <a:pt x="7427927" y="2324657"/>
                </a:cubicBezTo>
                <a:close/>
                <a:moveTo>
                  <a:pt x="5890108" y="2324710"/>
                </a:moveTo>
                <a:cubicBezTo>
                  <a:pt x="5906620" y="2323102"/>
                  <a:pt x="5922104" y="2311007"/>
                  <a:pt x="5920731" y="2292478"/>
                </a:cubicBezTo>
                <a:cubicBezTo>
                  <a:pt x="5924391" y="2265715"/>
                  <a:pt x="5893510" y="2251075"/>
                  <a:pt x="5871322" y="2260225"/>
                </a:cubicBezTo>
                <a:cubicBezTo>
                  <a:pt x="5845016" y="2269604"/>
                  <a:pt x="5845245" y="2316268"/>
                  <a:pt x="5873838" y="2322673"/>
                </a:cubicBezTo>
                <a:cubicBezTo>
                  <a:pt x="5878985" y="2324617"/>
                  <a:pt x="5884604" y="2325246"/>
                  <a:pt x="5890108" y="2324710"/>
                </a:cubicBezTo>
                <a:close/>
                <a:moveTo>
                  <a:pt x="4447531" y="2324715"/>
                </a:moveTo>
                <a:cubicBezTo>
                  <a:pt x="4483785" y="2330450"/>
                  <a:pt x="4495642" y="2270116"/>
                  <a:pt x="4461896" y="2260710"/>
                </a:cubicBezTo>
                <a:cubicBezTo>
                  <a:pt x="4443199" y="2251075"/>
                  <a:pt x="4425185" y="2263693"/>
                  <a:pt x="4412416" y="2276539"/>
                </a:cubicBezTo>
                <a:cubicBezTo>
                  <a:pt x="4411504" y="2299021"/>
                  <a:pt x="4420169" y="2327238"/>
                  <a:pt x="4447531" y="2324715"/>
                </a:cubicBezTo>
                <a:close/>
                <a:moveTo>
                  <a:pt x="4863287" y="2324973"/>
                </a:moveTo>
                <a:cubicBezTo>
                  <a:pt x="4881467" y="2323298"/>
                  <a:pt x="4897408" y="2307009"/>
                  <a:pt x="4893034" y="2285923"/>
                </a:cubicBezTo>
                <a:cubicBezTo>
                  <a:pt x="4891912" y="2253200"/>
                  <a:pt x="4844132" y="2247900"/>
                  <a:pt x="4828878" y="2272788"/>
                </a:cubicBezTo>
                <a:cubicBezTo>
                  <a:pt x="4816316" y="2289841"/>
                  <a:pt x="4825962" y="2315190"/>
                  <a:pt x="4845029" y="2321412"/>
                </a:cubicBezTo>
                <a:cubicBezTo>
                  <a:pt x="4850918" y="2324465"/>
                  <a:pt x="4857227" y="2325531"/>
                  <a:pt x="4863287" y="2324973"/>
                </a:cubicBezTo>
                <a:close/>
                <a:moveTo>
                  <a:pt x="7122269" y="2324984"/>
                </a:moveTo>
                <a:cubicBezTo>
                  <a:pt x="7141488" y="2323127"/>
                  <a:pt x="7159453" y="2306575"/>
                  <a:pt x="7154651" y="2285202"/>
                </a:cubicBezTo>
                <a:cubicBezTo>
                  <a:pt x="7151450" y="2253461"/>
                  <a:pt x="7102972" y="2247900"/>
                  <a:pt x="7087879" y="2272923"/>
                </a:cubicBezTo>
                <a:cubicBezTo>
                  <a:pt x="7078504" y="2289836"/>
                  <a:pt x="7084449" y="2314858"/>
                  <a:pt x="7103429" y="2321577"/>
                </a:cubicBezTo>
                <a:cubicBezTo>
                  <a:pt x="7109317" y="2324589"/>
                  <a:pt x="7115863" y="2325603"/>
                  <a:pt x="7122269" y="2324984"/>
                </a:cubicBezTo>
                <a:close/>
                <a:moveTo>
                  <a:pt x="5682021" y="2324987"/>
                </a:moveTo>
                <a:cubicBezTo>
                  <a:pt x="5699910" y="2325062"/>
                  <a:pt x="5717636" y="2313245"/>
                  <a:pt x="5716769" y="2293308"/>
                </a:cubicBezTo>
                <a:cubicBezTo>
                  <a:pt x="5722779" y="2256870"/>
                  <a:pt x="5665454" y="2244724"/>
                  <a:pt x="5649736" y="2274058"/>
                </a:cubicBezTo>
                <a:cubicBezTo>
                  <a:pt x="5638641" y="2289641"/>
                  <a:pt x="5646269" y="2314850"/>
                  <a:pt x="5664761" y="2320808"/>
                </a:cubicBezTo>
                <a:cubicBezTo>
                  <a:pt x="5670078" y="2323615"/>
                  <a:pt x="5676059" y="2324961"/>
                  <a:pt x="5682021" y="2324987"/>
                </a:cubicBezTo>
                <a:close/>
                <a:moveTo>
                  <a:pt x="7535179" y="2325069"/>
                </a:moveTo>
                <a:cubicBezTo>
                  <a:pt x="7554913" y="2322595"/>
                  <a:pt x="7571416" y="2303238"/>
                  <a:pt x="7564252" y="2281288"/>
                </a:cubicBezTo>
                <a:cubicBezTo>
                  <a:pt x="7558793" y="2249718"/>
                  <a:pt x="7507393" y="2249487"/>
                  <a:pt x="7498978" y="2278984"/>
                </a:cubicBezTo>
                <a:cubicBezTo>
                  <a:pt x="7494429" y="2293963"/>
                  <a:pt x="7498523" y="2315855"/>
                  <a:pt x="7515126" y="2321386"/>
                </a:cubicBezTo>
                <a:cubicBezTo>
                  <a:pt x="7521665" y="2324842"/>
                  <a:pt x="7528602" y="2325894"/>
                  <a:pt x="7535179" y="2325069"/>
                </a:cubicBezTo>
                <a:close/>
                <a:moveTo>
                  <a:pt x="6816964" y="2325085"/>
                </a:moveTo>
                <a:cubicBezTo>
                  <a:pt x="6835244" y="2322881"/>
                  <a:pt x="6851067" y="2306112"/>
                  <a:pt x="6845031" y="2285434"/>
                </a:cubicBezTo>
                <a:cubicBezTo>
                  <a:pt x="6844571" y="2252997"/>
                  <a:pt x="6796513" y="2247900"/>
                  <a:pt x="6781797" y="2272459"/>
                </a:cubicBezTo>
                <a:cubicBezTo>
                  <a:pt x="6770529" y="2288909"/>
                  <a:pt x="6778117" y="2316944"/>
                  <a:pt x="6798582" y="2322041"/>
                </a:cubicBezTo>
                <a:cubicBezTo>
                  <a:pt x="6804503" y="2324937"/>
                  <a:pt x="6810870" y="2325820"/>
                  <a:pt x="6816964" y="2325085"/>
                </a:cubicBezTo>
                <a:close/>
                <a:moveTo>
                  <a:pt x="7323208" y="2325119"/>
                </a:moveTo>
                <a:cubicBezTo>
                  <a:pt x="7341461" y="2325486"/>
                  <a:pt x="7360071" y="2314125"/>
                  <a:pt x="7358686" y="2293564"/>
                </a:cubicBezTo>
                <a:cubicBezTo>
                  <a:pt x="7365842" y="2257395"/>
                  <a:pt x="7311598" y="2244724"/>
                  <a:pt x="7294286" y="2272139"/>
                </a:cubicBezTo>
                <a:cubicBezTo>
                  <a:pt x="7288054" y="2288265"/>
                  <a:pt x="7288516" y="2311994"/>
                  <a:pt x="7305828" y="2320749"/>
                </a:cubicBezTo>
                <a:cubicBezTo>
                  <a:pt x="7311079" y="2323571"/>
                  <a:pt x="7317124" y="2324996"/>
                  <a:pt x="7323208" y="2325119"/>
                </a:cubicBezTo>
                <a:close/>
                <a:moveTo>
                  <a:pt x="6283783" y="2425683"/>
                </a:moveTo>
                <a:cubicBezTo>
                  <a:pt x="6303846" y="2432050"/>
                  <a:pt x="6331661" y="2421817"/>
                  <a:pt x="6332117" y="2397711"/>
                </a:cubicBezTo>
                <a:cubicBezTo>
                  <a:pt x="6338729" y="2368830"/>
                  <a:pt x="6301567" y="2349500"/>
                  <a:pt x="6278767" y="2364054"/>
                </a:cubicBezTo>
                <a:cubicBezTo>
                  <a:pt x="6253004" y="2374970"/>
                  <a:pt x="6256652" y="2418633"/>
                  <a:pt x="6283783" y="2425683"/>
                </a:cubicBezTo>
                <a:close/>
                <a:moveTo>
                  <a:pt x="7129707" y="2425856"/>
                </a:moveTo>
                <a:cubicBezTo>
                  <a:pt x="7140932" y="2422806"/>
                  <a:pt x="7150545" y="2415054"/>
                  <a:pt x="7153598" y="2402627"/>
                </a:cubicBezTo>
                <a:cubicBezTo>
                  <a:pt x="7164229" y="2374809"/>
                  <a:pt x="7129849" y="2349499"/>
                  <a:pt x="7105194" y="2362268"/>
                </a:cubicBezTo>
                <a:cubicBezTo>
                  <a:pt x="7081444" y="2370705"/>
                  <a:pt x="7078504" y="2404907"/>
                  <a:pt x="7096147" y="2420868"/>
                </a:cubicBezTo>
                <a:cubicBezTo>
                  <a:pt x="7105647" y="2427253"/>
                  <a:pt x="7118482" y="2428906"/>
                  <a:pt x="7129707" y="2425856"/>
                </a:cubicBezTo>
                <a:close/>
                <a:moveTo>
                  <a:pt x="5691369" y="2426028"/>
                </a:moveTo>
                <a:cubicBezTo>
                  <a:pt x="5709042" y="2420922"/>
                  <a:pt x="5722177" y="2401891"/>
                  <a:pt x="5715609" y="2383115"/>
                </a:cubicBezTo>
                <a:cubicBezTo>
                  <a:pt x="5706853" y="2352666"/>
                  <a:pt x="5654081" y="2351087"/>
                  <a:pt x="5646937" y="2382889"/>
                </a:cubicBezTo>
                <a:cubicBezTo>
                  <a:pt x="5638641" y="2401384"/>
                  <a:pt x="5653620" y="2422811"/>
                  <a:pt x="5672747" y="2425969"/>
                </a:cubicBezTo>
                <a:cubicBezTo>
                  <a:pt x="5679084" y="2427886"/>
                  <a:pt x="5685479" y="2427731"/>
                  <a:pt x="5691369" y="2426028"/>
                </a:cubicBezTo>
                <a:close/>
                <a:moveTo>
                  <a:pt x="7539525" y="2426093"/>
                </a:moveTo>
                <a:cubicBezTo>
                  <a:pt x="7551186" y="2424014"/>
                  <a:pt x="7561214" y="2417102"/>
                  <a:pt x="7563277" y="2404402"/>
                </a:cubicBezTo>
                <a:cubicBezTo>
                  <a:pt x="7572216" y="2381924"/>
                  <a:pt x="7551816" y="2355850"/>
                  <a:pt x="7527291" y="2360121"/>
                </a:cubicBezTo>
                <a:cubicBezTo>
                  <a:pt x="7497264" y="2359896"/>
                  <a:pt x="7486491" y="2399907"/>
                  <a:pt x="7505974" y="2418788"/>
                </a:cubicBezTo>
                <a:cubicBezTo>
                  <a:pt x="7514570" y="2425419"/>
                  <a:pt x="7527864" y="2428173"/>
                  <a:pt x="7539525" y="2426093"/>
                </a:cubicBezTo>
                <a:close/>
                <a:moveTo>
                  <a:pt x="1579792" y="2426186"/>
                </a:moveTo>
                <a:cubicBezTo>
                  <a:pt x="1590706" y="2423984"/>
                  <a:pt x="1600117" y="2417291"/>
                  <a:pt x="1602839" y="2405277"/>
                </a:cubicBezTo>
                <a:cubicBezTo>
                  <a:pt x="1611230" y="2383310"/>
                  <a:pt x="1593087" y="2355850"/>
                  <a:pt x="1569049" y="2358825"/>
                </a:cubicBezTo>
                <a:cubicBezTo>
                  <a:pt x="1537979" y="2357452"/>
                  <a:pt x="1527095" y="2400929"/>
                  <a:pt x="1547732" y="2420151"/>
                </a:cubicBezTo>
                <a:cubicBezTo>
                  <a:pt x="1556462" y="2426101"/>
                  <a:pt x="1568878" y="2428389"/>
                  <a:pt x="1579792" y="2426186"/>
                </a:cubicBezTo>
                <a:close/>
                <a:moveTo>
                  <a:pt x="4538814" y="2426187"/>
                </a:moveTo>
                <a:cubicBezTo>
                  <a:pt x="4558600" y="2432050"/>
                  <a:pt x="4584756" y="2422128"/>
                  <a:pt x="4584073" y="2398451"/>
                </a:cubicBezTo>
                <a:cubicBezTo>
                  <a:pt x="4589304" y="2373646"/>
                  <a:pt x="4562012" y="2352675"/>
                  <a:pt x="4539041" y="2361921"/>
                </a:cubicBezTo>
                <a:cubicBezTo>
                  <a:pt x="4510839" y="2370038"/>
                  <a:pt x="4509929" y="2418520"/>
                  <a:pt x="4538814" y="2426187"/>
                </a:cubicBezTo>
                <a:close/>
                <a:moveTo>
                  <a:pt x="4453945" y="2426343"/>
                </a:moveTo>
                <a:cubicBezTo>
                  <a:pt x="4479044" y="2425886"/>
                  <a:pt x="4486117" y="2394078"/>
                  <a:pt x="4477675" y="2374857"/>
                </a:cubicBezTo>
                <a:cubicBezTo>
                  <a:pt x="4466951" y="2359296"/>
                  <a:pt x="4444590" y="2354262"/>
                  <a:pt x="4428389" y="2363873"/>
                </a:cubicBezTo>
                <a:cubicBezTo>
                  <a:pt x="4411504" y="2370967"/>
                  <a:pt x="4415155" y="2392019"/>
                  <a:pt x="4411961" y="2406664"/>
                </a:cubicBezTo>
                <a:cubicBezTo>
                  <a:pt x="4422685" y="2419021"/>
                  <a:pt x="4436147" y="2430462"/>
                  <a:pt x="4453945" y="2426343"/>
                </a:cubicBezTo>
                <a:close/>
                <a:moveTo>
                  <a:pt x="6903495" y="2426469"/>
                </a:moveTo>
                <a:cubicBezTo>
                  <a:pt x="6921337" y="2433637"/>
                  <a:pt x="6937578" y="2420919"/>
                  <a:pt x="6948329" y="2407508"/>
                </a:cubicBezTo>
                <a:cubicBezTo>
                  <a:pt x="6948329" y="2400802"/>
                  <a:pt x="6948100" y="2387159"/>
                  <a:pt x="6948100" y="2380454"/>
                </a:cubicBezTo>
                <a:cubicBezTo>
                  <a:pt x="6936663" y="2364730"/>
                  <a:pt x="6916076" y="2351087"/>
                  <a:pt x="6896861" y="2363111"/>
                </a:cubicBezTo>
                <a:cubicBezTo>
                  <a:pt x="6868954" y="2374210"/>
                  <a:pt x="6873529" y="2421613"/>
                  <a:pt x="6903495" y="2426469"/>
                </a:cubicBezTo>
                <a:close/>
                <a:moveTo>
                  <a:pt x="5896468" y="2426500"/>
                </a:moveTo>
                <a:cubicBezTo>
                  <a:pt x="5907497" y="2424112"/>
                  <a:pt x="5916764" y="2417210"/>
                  <a:pt x="5918925" y="2404441"/>
                </a:cubicBezTo>
                <a:cubicBezTo>
                  <a:pt x="5927566" y="2380284"/>
                  <a:pt x="5905280" y="2352675"/>
                  <a:pt x="5879810" y="2359577"/>
                </a:cubicBezTo>
                <a:cubicBezTo>
                  <a:pt x="5850247" y="2362108"/>
                  <a:pt x="5845016" y="2402831"/>
                  <a:pt x="5863436" y="2421467"/>
                </a:cubicBezTo>
                <a:cubicBezTo>
                  <a:pt x="5872647" y="2426758"/>
                  <a:pt x="5885438" y="2428887"/>
                  <a:pt x="5896468" y="2426500"/>
                </a:cubicBezTo>
                <a:close/>
                <a:moveTo>
                  <a:pt x="1660927" y="2426505"/>
                </a:moveTo>
                <a:cubicBezTo>
                  <a:pt x="1680138" y="2433637"/>
                  <a:pt x="1708039" y="2421443"/>
                  <a:pt x="1705523" y="2397976"/>
                </a:cubicBezTo>
                <a:cubicBezTo>
                  <a:pt x="1711241" y="2374509"/>
                  <a:pt x="1688828" y="2354262"/>
                  <a:pt x="1666187" y="2359554"/>
                </a:cubicBezTo>
                <a:cubicBezTo>
                  <a:pt x="1633254" y="2362085"/>
                  <a:pt x="1630281" y="2418912"/>
                  <a:pt x="1660927" y="2426505"/>
                </a:cubicBezTo>
                <a:close/>
                <a:moveTo>
                  <a:pt x="4233309" y="2426509"/>
                </a:moveTo>
                <a:cubicBezTo>
                  <a:pt x="4256994" y="2433637"/>
                  <a:pt x="4286092" y="2409263"/>
                  <a:pt x="4276167" y="2383509"/>
                </a:cubicBezTo>
                <a:cubicBezTo>
                  <a:pt x="4268949" y="2351087"/>
                  <a:pt x="4216842" y="2351317"/>
                  <a:pt x="4208721" y="2382819"/>
                </a:cubicBezTo>
                <a:cubicBezTo>
                  <a:pt x="4201954" y="2401675"/>
                  <a:pt x="4213684" y="2423290"/>
                  <a:pt x="4233309" y="2426509"/>
                </a:cubicBezTo>
                <a:close/>
                <a:moveTo>
                  <a:pt x="4972346" y="2426514"/>
                </a:moveTo>
                <a:cubicBezTo>
                  <a:pt x="4983005" y="2423857"/>
                  <a:pt x="4992189" y="2416790"/>
                  <a:pt x="4995251" y="2405370"/>
                </a:cubicBezTo>
                <a:cubicBezTo>
                  <a:pt x="5006817" y="2381173"/>
                  <a:pt x="4979376" y="2354262"/>
                  <a:pt x="4954883" y="2360594"/>
                </a:cubicBezTo>
                <a:cubicBezTo>
                  <a:pt x="4926535" y="2363534"/>
                  <a:pt x="4916329" y="2406500"/>
                  <a:pt x="4940595" y="2421199"/>
                </a:cubicBezTo>
                <a:cubicBezTo>
                  <a:pt x="4949554" y="2427418"/>
                  <a:pt x="4961687" y="2429171"/>
                  <a:pt x="4972346" y="2426514"/>
                </a:cubicBezTo>
                <a:close/>
                <a:moveTo>
                  <a:pt x="6203558" y="2426651"/>
                </a:moveTo>
                <a:cubicBezTo>
                  <a:pt x="6214787" y="2424512"/>
                  <a:pt x="6224672" y="2417441"/>
                  <a:pt x="6227758" y="2405351"/>
                </a:cubicBezTo>
                <a:cubicBezTo>
                  <a:pt x="6237129" y="2382539"/>
                  <a:pt x="6217244" y="2355849"/>
                  <a:pt x="6192558" y="2358815"/>
                </a:cubicBezTo>
                <a:cubicBezTo>
                  <a:pt x="6162387" y="2357446"/>
                  <a:pt x="6149816" y="2400560"/>
                  <a:pt x="6171302" y="2418353"/>
                </a:cubicBezTo>
                <a:cubicBezTo>
                  <a:pt x="6179759" y="2425995"/>
                  <a:pt x="6192330" y="2428790"/>
                  <a:pt x="6203558" y="2426651"/>
                </a:cubicBezTo>
                <a:close/>
                <a:moveTo>
                  <a:pt x="5278641" y="2426660"/>
                </a:moveTo>
                <a:cubicBezTo>
                  <a:pt x="5289841" y="2424596"/>
                  <a:pt x="5299450" y="2417945"/>
                  <a:pt x="5302065" y="2405445"/>
                </a:cubicBezTo>
                <a:cubicBezTo>
                  <a:pt x="5311617" y="2379986"/>
                  <a:pt x="5287055" y="2351087"/>
                  <a:pt x="5260674" y="2360032"/>
                </a:cubicBezTo>
                <a:cubicBezTo>
                  <a:pt x="5234520" y="2366225"/>
                  <a:pt x="5230654" y="2401546"/>
                  <a:pt x="5245664" y="2420353"/>
                </a:cubicBezTo>
                <a:cubicBezTo>
                  <a:pt x="5254647" y="2426201"/>
                  <a:pt x="5267440" y="2428724"/>
                  <a:pt x="5278641" y="2426660"/>
                </a:cubicBezTo>
                <a:close/>
                <a:moveTo>
                  <a:pt x="7007808" y="2426734"/>
                </a:moveTo>
                <a:cubicBezTo>
                  <a:pt x="7025763" y="2430361"/>
                  <a:pt x="7046301" y="2421335"/>
                  <a:pt x="7050383" y="2401935"/>
                </a:cubicBezTo>
                <a:cubicBezTo>
                  <a:pt x="7061042" y="2375843"/>
                  <a:pt x="7030199" y="2352675"/>
                  <a:pt x="7005933" y="2360998"/>
                </a:cubicBezTo>
                <a:cubicBezTo>
                  <a:pt x="6979399" y="2365046"/>
                  <a:pt x="6973729" y="2402385"/>
                  <a:pt x="6991419" y="2418805"/>
                </a:cubicBezTo>
                <a:cubicBezTo>
                  <a:pt x="6996125" y="2422910"/>
                  <a:pt x="7001822" y="2425525"/>
                  <a:pt x="7007808" y="2426734"/>
                </a:cubicBezTo>
                <a:close/>
                <a:moveTo>
                  <a:pt x="2297285" y="2426760"/>
                </a:moveTo>
                <a:cubicBezTo>
                  <a:pt x="2306893" y="2425431"/>
                  <a:pt x="2315508" y="2420739"/>
                  <a:pt x="2319931" y="2411016"/>
                </a:cubicBezTo>
                <a:cubicBezTo>
                  <a:pt x="2333532" y="2387727"/>
                  <a:pt x="2312448" y="2354262"/>
                  <a:pt x="2285014" y="2360367"/>
                </a:cubicBezTo>
                <a:cubicBezTo>
                  <a:pt x="2254170" y="2361724"/>
                  <a:pt x="2246230" y="2405137"/>
                  <a:pt x="2268687" y="2422322"/>
                </a:cubicBezTo>
                <a:cubicBezTo>
                  <a:pt x="2277079" y="2426053"/>
                  <a:pt x="2287677" y="2428088"/>
                  <a:pt x="2297285" y="2426760"/>
                </a:cubicBezTo>
                <a:close/>
                <a:moveTo>
                  <a:pt x="6805850" y="2426858"/>
                </a:moveTo>
                <a:cubicBezTo>
                  <a:pt x="6824481" y="2428750"/>
                  <a:pt x="6844534" y="2419420"/>
                  <a:pt x="6845052" y="2398095"/>
                </a:cubicBezTo>
                <a:cubicBezTo>
                  <a:pt x="6851492" y="2372183"/>
                  <a:pt x="6821591" y="2351087"/>
                  <a:pt x="6798360" y="2360947"/>
                </a:cubicBezTo>
                <a:cubicBezTo>
                  <a:pt x="6772369" y="2368056"/>
                  <a:pt x="6770529" y="2405203"/>
                  <a:pt x="6788470" y="2421255"/>
                </a:cubicBezTo>
                <a:cubicBezTo>
                  <a:pt x="6793587" y="2424350"/>
                  <a:pt x="6799640" y="2426228"/>
                  <a:pt x="6805850" y="2426858"/>
                </a:cubicBezTo>
                <a:close/>
                <a:moveTo>
                  <a:pt x="4134793" y="2426858"/>
                </a:moveTo>
                <a:cubicBezTo>
                  <a:pt x="4144540" y="2428551"/>
                  <a:pt x="4154945" y="2426887"/>
                  <a:pt x="4163291" y="2421724"/>
                </a:cubicBezTo>
                <a:cubicBezTo>
                  <a:pt x="4175868" y="2412087"/>
                  <a:pt x="4173124" y="2394648"/>
                  <a:pt x="4176554" y="2380880"/>
                </a:cubicBezTo>
                <a:cubicBezTo>
                  <a:pt x="4164663" y="2369866"/>
                  <a:pt x="4151858" y="2354262"/>
                  <a:pt x="4133336" y="2359540"/>
                </a:cubicBezTo>
                <a:cubicBezTo>
                  <a:pt x="4109325" y="2360917"/>
                  <a:pt x="4094004" y="2393271"/>
                  <a:pt x="4110240" y="2411857"/>
                </a:cubicBezTo>
                <a:cubicBezTo>
                  <a:pt x="4115957" y="2420118"/>
                  <a:pt x="4125046" y="2425166"/>
                  <a:pt x="4134793" y="2426858"/>
                </a:cubicBezTo>
                <a:close/>
                <a:moveTo>
                  <a:pt x="7434969" y="2427162"/>
                </a:moveTo>
                <a:cubicBezTo>
                  <a:pt x="7451382" y="2424059"/>
                  <a:pt x="7464607" y="2409125"/>
                  <a:pt x="7460865" y="2390783"/>
                </a:cubicBezTo>
                <a:cubicBezTo>
                  <a:pt x="7462679" y="2361391"/>
                  <a:pt x="7420950" y="2349499"/>
                  <a:pt x="7403034" y="2370141"/>
                </a:cubicBezTo>
                <a:cubicBezTo>
                  <a:pt x="7389654" y="2387193"/>
                  <a:pt x="7392602" y="2421746"/>
                  <a:pt x="7418002" y="2426009"/>
                </a:cubicBezTo>
                <a:cubicBezTo>
                  <a:pt x="7423672" y="2427916"/>
                  <a:pt x="7429497" y="2428196"/>
                  <a:pt x="7434969" y="2427162"/>
                </a:cubicBezTo>
                <a:close/>
                <a:moveTo>
                  <a:pt x="6613140" y="2427195"/>
                </a:moveTo>
                <a:cubicBezTo>
                  <a:pt x="6624376" y="2425067"/>
                  <a:pt x="6634312" y="2418222"/>
                  <a:pt x="6637893" y="2406259"/>
                </a:cubicBezTo>
                <a:cubicBezTo>
                  <a:pt x="6648291" y="2383711"/>
                  <a:pt x="6627726" y="2354262"/>
                  <a:pt x="6602078" y="2359554"/>
                </a:cubicBezTo>
                <a:cubicBezTo>
                  <a:pt x="6570885" y="2358634"/>
                  <a:pt x="6562566" y="2399816"/>
                  <a:pt x="6580589" y="2419833"/>
                </a:cubicBezTo>
                <a:cubicBezTo>
                  <a:pt x="6589370" y="2426735"/>
                  <a:pt x="6601905" y="2429323"/>
                  <a:pt x="6613140" y="2427195"/>
                </a:cubicBezTo>
                <a:close/>
                <a:moveTo>
                  <a:pt x="4852721" y="2427217"/>
                </a:moveTo>
                <a:cubicBezTo>
                  <a:pt x="4871911" y="2429683"/>
                  <a:pt x="4893565" y="2419520"/>
                  <a:pt x="4893565" y="2398259"/>
                </a:cubicBezTo>
                <a:cubicBezTo>
                  <a:pt x="4898867" y="2372179"/>
                  <a:pt x="4867517" y="2352675"/>
                  <a:pt x="4844466" y="2362654"/>
                </a:cubicBezTo>
                <a:cubicBezTo>
                  <a:pt x="4819340" y="2369004"/>
                  <a:pt x="4814729" y="2406197"/>
                  <a:pt x="4835245" y="2420484"/>
                </a:cubicBezTo>
                <a:cubicBezTo>
                  <a:pt x="4840201" y="2424169"/>
                  <a:pt x="4846324" y="2426395"/>
                  <a:pt x="4852721" y="2427217"/>
                </a:cubicBezTo>
                <a:close/>
                <a:moveTo>
                  <a:pt x="7218852" y="2427235"/>
                </a:moveTo>
                <a:cubicBezTo>
                  <a:pt x="7239689" y="2428062"/>
                  <a:pt x="7260845" y="2413327"/>
                  <a:pt x="7255418" y="2388925"/>
                </a:cubicBezTo>
                <a:cubicBezTo>
                  <a:pt x="7256097" y="2355931"/>
                  <a:pt x="7205221" y="2347912"/>
                  <a:pt x="7192107" y="2375407"/>
                </a:cubicBezTo>
                <a:cubicBezTo>
                  <a:pt x="7186454" y="2390300"/>
                  <a:pt x="7187585" y="2409317"/>
                  <a:pt x="7199116" y="2421003"/>
                </a:cubicBezTo>
                <a:cubicBezTo>
                  <a:pt x="7204995" y="2424955"/>
                  <a:pt x="7211906" y="2426960"/>
                  <a:pt x="7218852" y="2427235"/>
                </a:cubicBezTo>
                <a:close/>
                <a:moveTo>
                  <a:pt x="5585838" y="2427278"/>
                </a:moveTo>
                <a:cubicBezTo>
                  <a:pt x="5603086" y="2423976"/>
                  <a:pt x="5618045" y="2408843"/>
                  <a:pt x="5613402" y="2389863"/>
                </a:cubicBezTo>
                <a:cubicBezTo>
                  <a:pt x="5612256" y="2355892"/>
                  <a:pt x="5559297" y="2347912"/>
                  <a:pt x="5546229" y="2378007"/>
                </a:cubicBezTo>
                <a:cubicBezTo>
                  <a:pt x="5535454" y="2396702"/>
                  <a:pt x="5547605" y="2421782"/>
                  <a:pt x="5568468" y="2426341"/>
                </a:cubicBezTo>
                <a:cubicBezTo>
                  <a:pt x="5574085" y="2428165"/>
                  <a:pt x="5580088" y="2428379"/>
                  <a:pt x="5585838" y="2427278"/>
                </a:cubicBezTo>
                <a:close/>
                <a:moveTo>
                  <a:pt x="5486212" y="2427312"/>
                </a:moveTo>
                <a:cubicBezTo>
                  <a:pt x="5496841" y="2424897"/>
                  <a:pt x="5505936" y="2417996"/>
                  <a:pt x="5508438" y="2406036"/>
                </a:cubicBezTo>
                <a:cubicBezTo>
                  <a:pt x="5519579" y="2380505"/>
                  <a:pt x="5493886" y="2352674"/>
                  <a:pt x="5467965" y="2360034"/>
                </a:cubicBezTo>
                <a:cubicBezTo>
                  <a:pt x="5439770" y="2362564"/>
                  <a:pt x="5432266" y="2406726"/>
                  <a:pt x="5454777" y="2421677"/>
                </a:cubicBezTo>
                <a:cubicBezTo>
                  <a:pt x="5463417" y="2427657"/>
                  <a:pt x="5475582" y="2429727"/>
                  <a:pt x="5486212" y="2427312"/>
                </a:cubicBezTo>
                <a:close/>
                <a:moveTo>
                  <a:pt x="5176795" y="2427405"/>
                </a:moveTo>
                <a:cubicBezTo>
                  <a:pt x="5194181" y="2422359"/>
                  <a:pt x="5206412" y="2403081"/>
                  <a:pt x="5200361" y="2383933"/>
                </a:cubicBezTo>
                <a:cubicBezTo>
                  <a:pt x="5197826" y="2360932"/>
                  <a:pt x="5168320" y="2354262"/>
                  <a:pt x="5150109" y="2362542"/>
                </a:cubicBezTo>
                <a:cubicBezTo>
                  <a:pt x="5124291" y="2374963"/>
                  <a:pt x="5128441" y="2422575"/>
                  <a:pt x="5158177" y="2427175"/>
                </a:cubicBezTo>
                <a:cubicBezTo>
                  <a:pt x="5164631" y="2429187"/>
                  <a:pt x="5170999" y="2429087"/>
                  <a:pt x="5176795" y="2427405"/>
                </a:cubicBezTo>
                <a:close/>
                <a:moveTo>
                  <a:pt x="6712240" y="2427441"/>
                </a:moveTo>
                <a:cubicBezTo>
                  <a:pt x="6730480" y="2425631"/>
                  <a:pt x="6746501" y="2410315"/>
                  <a:pt x="6741090" y="2389445"/>
                </a:cubicBezTo>
                <a:cubicBezTo>
                  <a:pt x="6742443" y="2359150"/>
                  <a:pt x="6697579" y="2349500"/>
                  <a:pt x="6682024" y="2372390"/>
                </a:cubicBezTo>
                <a:cubicBezTo>
                  <a:pt x="6672104" y="2388548"/>
                  <a:pt x="6673457" y="2417272"/>
                  <a:pt x="6693972" y="2424453"/>
                </a:cubicBezTo>
                <a:cubicBezTo>
                  <a:pt x="6699834" y="2427146"/>
                  <a:pt x="6706160" y="2428044"/>
                  <a:pt x="6712240" y="2427441"/>
                </a:cubicBezTo>
                <a:close/>
                <a:moveTo>
                  <a:pt x="6502190" y="2427555"/>
                </a:moveTo>
                <a:cubicBezTo>
                  <a:pt x="6521812" y="2427341"/>
                  <a:pt x="6540504" y="2411955"/>
                  <a:pt x="6536226" y="2389499"/>
                </a:cubicBezTo>
                <a:cubicBezTo>
                  <a:pt x="6536911" y="2359328"/>
                  <a:pt x="6495165" y="2349499"/>
                  <a:pt x="6476688" y="2368927"/>
                </a:cubicBezTo>
                <a:cubicBezTo>
                  <a:pt x="6464141" y="2384241"/>
                  <a:pt x="6465966" y="2410984"/>
                  <a:pt x="6483075" y="2422412"/>
                </a:cubicBezTo>
                <a:cubicBezTo>
                  <a:pt x="6489006" y="2426012"/>
                  <a:pt x="6495650" y="2427626"/>
                  <a:pt x="6502190" y="2427555"/>
                </a:cubicBezTo>
                <a:close/>
                <a:moveTo>
                  <a:pt x="6397835" y="2427558"/>
                </a:moveTo>
                <a:cubicBezTo>
                  <a:pt x="6417972" y="2427978"/>
                  <a:pt x="6438908" y="2413370"/>
                  <a:pt x="6434644" y="2390617"/>
                </a:cubicBezTo>
                <a:cubicBezTo>
                  <a:pt x="6435099" y="2364417"/>
                  <a:pt x="6402579" y="2351087"/>
                  <a:pt x="6382112" y="2363268"/>
                </a:cubicBezTo>
                <a:cubicBezTo>
                  <a:pt x="6359826" y="2373150"/>
                  <a:pt x="6357779" y="2409463"/>
                  <a:pt x="6378928" y="2421873"/>
                </a:cubicBezTo>
                <a:cubicBezTo>
                  <a:pt x="6384500" y="2425608"/>
                  <a:pt x="6391123" y="2427418"/>
                  <a:pt x="6397835" y="2427558"/>
                </a:cubicBezTo>
                <a:close/>
                <a:moveTo>
                  <a:pt x="5367049" y="2427596"/>
                </a:moveTo>
                <a:cubicBezTo>
                  <a:pt x="5385494" y="2430043"/>
                  <a:pt x="5406484" y="2418359"/>
                  <a:pt x="5405975" y="2397492"/>
                </a:cubicBezTo>
                <a:cubicBezTo>
                  <a:pt x="5411629" y="2373118"/>
                  <a:pt x="5387205" y="2354262"/>
                  <a:pt x="5365042" y="2359551"/>
                </a:cubicBezTo>
                <a:cubicBezTo>
                  <a:pt x="5336999" y="2362310"/>
                  <a:pt x="5330666" y="2403930"/>
                  <a:pt x="5350342" y="2420256"/>
                </a:cubicBezTo>
                <a:cubicBezTo>
                  <a:pt x="5355034" y="2424395"/>
                  <a:pt x="5360900" y="2426781"/>
                  <a:pt x="5367049" y="2427596"/>
                </a:cubicBezTo>
                <a:close/>
                <a:moveTo>
                  <a:pt x="1773561" y="2427658"/>
                </a:moveTo>
                <a:cubicBezTo>
                  <a:pt x="1793923" y="2427976"/>
                  <a:pt x="1814412" y="2413344"/>
                  <a:pt x="1809621" y="2390441"/>
                </a:cubicBezTo>
                <a:cubicBezTo>
                  <a:pt x="1809621" y="2357416"/>
                  <a:pt x="1761028" y="2349499"/>
                  <a:pt x="1745515" y="2375964"/>
                </a:cubicBezTo>
                <a:cubicBezTo>
                  <a:pt x="1740724" y="2391120"/>
                  <a:pt x="1739812" y="2411930"/>
                  <a:pt x="1754184" y="2422109"/>
                </a:cubicBezTo>
                <a:cubicBezTo>
                  <a:pt x="1760001" y="2425785"/>
                  <a:pt x="1766774" y="2427552"/>
                  <a:pt x="1773561" y="2427658"/>
                </a:cubicBezTo>
                <a:close/>
                <a:moveTo>
                  <a:pt x="7324586" y="2427877"/>
                </a:moveTo>
                <a:cubicBezTo>
                  <a:pt x="7336897" y="2427934"/>
                  <a:pt x="7349122" y="2422573"/>
                  <a:pt x="7354632" y="2411510"/>
                </a:cubicBezTo>
                <a:cubicBezTo>
                  <a:pt x="7362667" y="2396682"/>
                  <a:pt x="7354861" y="2380258"/>
                  <a:pt x="7350499" y="2365658"/>
                </a:cubicBezTo>
                <a:cubicBezTo>
                  <a:pt x="7334658" y="2362236"/>
                  <a:pt x="7316522" y="2355849"/>
                  <a:pt x="7301599" y="2366114"/>
                </a:cubicBezTo>
                <a:cubicBezTo>
                  <a:pt x="7288054" y="2377292"/>
                  <a:pt x="7288743" y="2396910"/>
                  <a:pt x="7294023" y="2411738"/>
                </a:cubicBezTo>
                <a:cubicBezTo>
                  <a:pt x="7299878" y="2422345"/>
                  <a:pt x="7312275" y="2427820"/>
                  <a:pt x="7324586" y="2427877"/>
                </a:cubicBezTo>
                <a:close/>
                <a:moveTo>
                  <a:pt x="6085279" y="2428020"/>
                </a:moveTo>
                <a:cubicBezTo>
                  <a:pt x="6106264" y="2430670"/>
                  <a:pt x="6129411" y="2415180"/>
                  <a:pt x="6125341" y="2390604"/>
                </a:cubicBezTo>
                <a:cubicBezTo>
                  <a:pt x="6127150" y="2357143"/>
                  <a:pt x="6077182" y="2347912"/>
                  <a:pt x="6061807" y="2374219"/>
                </a:cubicBezTo>
                <a:cubicBezTo>
                  <a:pt x="6056833" y="2388527"/>
                  <a:pt x="6056154" y="2406526"/>
                  <a:pt x="6066103" y="2418988"/>
                </a:cubicBezTo>
                <a:cubicBezTo>
                  <a:pt x="6071529" y="2424237"/>
                  <a:pt x="6078284" y="2427136"/>
                  <a:pt x="6085279" y="2428020"/>
                </a:cubicBezTo>
                <a:close/>
                <a:moveTo>
                  <a:pt x="4652039" y="2428286"/>
                </a:moveTo>
                <a:cubicBezTo>
                  <a:pt x="4671497" y="2428083"/>
                  <a:pt x="4691116" y="2411798"/>
                  <a:pt x="4686985" y="2390653"/>
                </a:cubicBezTo>
                <a:cubicBezTo>
                  <a:pt x="4689050" y="2360641"/>
                  <a:pt x="4645223" y="2349500"/>
                  <a:pt x="4626866" y="2369508"/>
                </a:cubicBezTo>
                <a:cubicBezTo>
                  <a:pt x="4614704" y="2384969"/>
                  <a:pt x="4616081" y="2411344"/>
                  <a:pt x="4633520" y="2422712"/>
                </a:cubicBezTo>
                <a:cubicBezTo>
                  <a:pt x="4639085" y="2426634"/>
                  <a:pt x="4645553" y="2428353"/>
                  <a:pt x="4652039" y="2428286"/>
                </a:cubicBezTo>
                <a:close/>
                <a:moveTo>
                  <a:pt x="5988405" y="2428288"/>
                </a:moveTo>
                <a:cubicBezTo>
                  <a:pt x="6008266" y="2428299"/>
                  <a:pt x="6027674" y="2414073"/>
                  <a:pt x="6023199" y="2391105"/>
                </a:cubicBezTo>
                <a:cubicBezTo>
                  <a:pt x="6023887" y="2358425"/>
                  <a:pt x="5973852" y="2347912"/>
                  <a:pt x="5959622" y="2376250"/>
                </a:cubicBezTo>
                <a:cubicBezTo>
                  <a:pt x="5955032" y="2391334"/>
                  <a:pt x="5952966" y="2414416"/>
                  <a:pt x="5969262" y="2423329"/>
                </a:cubicBezTo>
                <a:cubicBezTo>
                  <a:pt x="5975115" y="2426699"/>
                  <a:pt x="5981785" y="2428285"/>
                  <a:pt x="5988405" y="2428288"/>
                </a:cubicBezTo>
                <a:close/>
                <a:moveTo>
                  <a:pt x="4758520" y="2428335"/>
                </a:moveTo>
                <a:cubicBezTo>
                  <a:pt x="4779493" y="2426650"/>
                  <a:pt x="4797927" y="2406170"/>
                  <a:pt x="4790382" y="2382837"/>
                </a:cubicBezTo>
                <a:cubicBezTo>
                  <a:pt x="4783295" y="2354262"/>
                  <a:pt x="4749914" y="2357027"/>
                  <a:pt x="4728651" y="2365323"/>
                </a:cubicBezTo>
                <a:cubicBezTo>
                  <a:pt x="4722706" y="2384681"/>
                  <a:pt x="4716304" y="2410721"/>
                  <a:pt x="4737567" y="2423165"/>
                </a:cubicBezTo>
                <a:cubicBezTo>
                  <a:pt x="4744255" y="2427370"/>
                  <a:pt x="4751528" y="2428897"/>
                  <a:pt x="4758520" y="2428335"/>
                </a:cubicBezTo>
                <a:close/>
                <a:moveTo>
                  <a:pt x="5069150" y="2428427"/>
                </a:moveTo>
                <a:cubicBezTo>
                  <a:pt x="5084035" y="2426281"/>
                  <a:pt x="5097265" y="2414445"/>
                  <a:pt x="5097774" y="2397796"/>
                </a:cubicBezTo>
                <a:cubicBezTo>
                  <a:pt x="5103654" y="2371898"/>
                  <a:pt x="5074253" y="2351087"/>
                  <a:pt x="5051636" y="2361493"/>
                </a:cubicBezTo>
                <a:cubicBezTo>
                  <a:pt x="5021104" y="2368661"/>
                  <a:pt x="5023592" y="2421844"/>
                  <a:pt x="5054124" y="2427163"/>
                </a:cubicBezTo>
                <a:cubicBezTo>
                  <a:pt x="5059043" y="2428781"/>
                  <a:pt x="5064189" y="2429142"/>
                  <a:pt x="5069150" y="2428427"/>
                </a:cubicBezTo>
                <a:close/>
                <a:moveTo>
                  <a:pt x="4348110" y="2430462"/>
                </a:moveTo>
                <a:cubicBezTo>
                  <a:pt x="4373082" y="2422978"/>
                  <a:pt x="4389279" y="2391455"/>
                  <a:pt x="4370607" y="2369456"/>
                </a:cubicBezTo>
                <a:cubicBezTo>
                  <a:pt x="4349460" y="2346324"/>
                  <a:pt x="4305141" y="2364240"/>
                  <a:pt x="4310765" y="2396898"/>
                </a:cubicBezTo>
                <a:cubicBezTo>
                  <a:pt x="4310765" y="2417762"/>
                  <a:pt x="4332587" y="2423885"/>
                  <a:pt x="4348110" y="2430462"/>
                </a:cubicBezTo>
                <a:close/>
                <a:moveTo>
                  <a:pt x="7542083" y="2528954"/>
                </a:moveTo>
                <a:cubicBezTo>
                  <a:pt x="7552146" y="2525580"/>
                  <a:pt x="7560424" y="2518046"/>
                  <a:pt x="7562692" y="2506689"/>
                </a:cubicBezTo>
                <a:cubicBezTo>
                  <a:pt x="7572217" y="2480826"/>
                  <a:pt x="7544776" y="2455862"/>
                  <a:pt x="7519149" y="2464633"/>
                </a:cubicBezTo>
                <a:cubicBezTo>
                  <a:pt x="7491481" y="2470480"/>
                  <a:pt x="7488079" y="2512536"/>
                  <a:pt x="7510758" y="2526255"/>
                </a:cubicBezTo>
                <a:cubicBezTo>
                  <a:pt x="7520170" y="2531540"/>
                  <a:pt x="7532019" y="2532327"/>
                  <a:pt x="7542083" y="2528954"/>
                </a:cubicBezTo>
                <a:close/>
                <a:moveTo>
                  <a:pt x="5379036" y="2530234"/>
                </a:moveTo>
                <a:cubicBezTo>
                  <a:pt x="5416391" y="2527277"/>
                  <a:pt x="5415930" y="2463595"/>
                  <a:pt x="5377653" y="2462913"/>
                </a:cubicBezTo>
                <a:cubicBezTo>
                  <a:pt x="5348368" y="2455862"/>
                  <a:pt x="5333841" y="2486338"/>
                  <a:pt x="5337300" y="2510674"/>
                </a:cubicBezTo>
                <a:cubicBezTo>
                  <a:pt x="5348829" y="2520454"/>
                  <a:pt x="5361742" y="2535237"/>
                  <a:pt x="5379036" y="2530234"/>
                </a:cubicBezTo>
                <a:close/>
                <a:moveTo>
                  <a:pt x="6710202" y="2530608"/>
                </a:moveTo>
                <a:cubicBezTo>
                  <a:pt x="6718797" y="2530352"/>
                  <a:pt x="6727278" y="2527167"/>
                  <a:pt x="6733611" y="2520912"/>
                </a:cubicBezTo>
                <a:cubicBezTo>
                  <a:pt x="6751479" y="2500441"/>
                  <a:pt x="6739039" y="2457450"/>
                  <a:pt x="6707375" y="2462682"/>
                </a:cubicBezTo>
                <a:cubicBezTo>
                  <a:pt x="6675257" y="2459497"/>
                  <a:pt x="6667341" y="2503398"/>
                  <a:pt x="6686114" y="2522732"/>
                </a:cubicBezTo>
                <a:cubicBezTo>
                  <a:pt x="6692899" y="2528191"/>
                  <a:pt x="6701607" y="2530864"/>
                  <a:pt x="6710202" y="2530608"/>
                </a:cubicBezTo>
                <a:close/>
                <a:moveTo>
                  <a:pt x="7319930" y="2530708"/>
                </a:moveTo>
                <a:cubicBezTo>
                  <a:pt x="7338052" y="2532540"/>
                  <a:pt x="7357810" y="2522124"/>
                  <a:pt x="7358324" y="2502065"/>
                </a:cubicBezTo>
                <a:cubicBezTo>
                  <a:pt x="7364254" y="2476690"/>
                  <a:pt x="7337568" y="2452687"/>
                  <a:pt x="7313390" y="2464117"/>
                </a:cubicBezTo>
                <a:cubicBezTo>
                  <a:pt x="7287160" y="2470747"/>
                  <a:pt x="7284879" y="2508694"/>
                  <a:pt x="7303126" y="2524696"/>
                </a:cubicBezTo>
                <a:cubicBezTo>
                  <a:pt x="7308030" y="2528125"/>
                  <a:pt x="7313889" y="2530097"/>
                  <a:pt x="7319930" y="2530708"/>
                </a:cubicBezTo>
                <a:close/>
                <a:moveTo>
                  <a:pt x="5575438" y="2530900"/>
                </a:moveTo>
                <a:cubicBezTo>
                  <a:pt x="5592420" y="2531768"/>
                  <a:pt x="5610001" y="2520581"/>
                  <a:pt x="5612189" y="2502065"/>
                </a:cubicBezTo>
                <a:cubicBezTo>
                  <a:pt x="5619591" y="2473261"/>
                  <a:pt x="5583924" y="2452687"/>
                  <a:pt x="5560595" y="2465717"/>
                </a:cubicBezTo>
                <a:cubicBezTo>
                  <a:pt x="5537041" y="2476462"/>
                  <a:pt x="5537266" y="2513266"/>
                  <a:pt x="5559249" y="2525839"/>
                </a:cubicBezTo>
                <a:cubicBezTo>
                  <a:pt x="5564184" y="2528982"/>
                  <a:pt x="5569778" y="2530611"/>
                  <a:pt x="5575438" y="2530900"/>
                </a:cubicBezTo>
                <a:close/>
                <a:moveTo>
                  <a:pt x="4444179" y="2530962"/>
                </a:moveTo>
                <a:cubicBezTo>
                  <a:pt x="4464737" y="2532209"/>
                  <a:pt x="4486204" y="2516862"/>
                  <a:pt x="4481703" y="2493842"/>
                </a:cubicBezTo>
                <a:cubicBezTo>
                  <a:pt x="4484473" y="2461785"/>
                  <a:pt x="4436461" y="2451099"/>
                  <a:pt x="4419149" y="2474972"/>
                </a:cubicBezTo>
                <a:cubicBezTo>
                  <a:pt x="4409916" y="2489750"/>
                  <a:pt x="4411070" y="2512258"/>
                  <a:pt x="4424920" y="2523853"/>
                </a:cubicBezTo>
                <a:cubicBezTo>
                  <a:pt x="4430575" y="2528287"/>
                  <a:pt x="4437327" y="2530546"/>
                  <a:pt x="4444179" y="2530962"/>
                </a:cubicBezTo>
                <a:close/>
                <a:moveTo>
                  <a:pt x="7425936" y="2531015"/>
                </a:moveTo>
                <a:cubicBezTo>
                  <a:pt x="7444763" y="2531068"/>
                  <a:pt x="7463303" y="2516594"/>
                  <a:pt x="7460412" y="2495663"/>
                </a:cubicBezTo>
                <a:cubicBezTo>
                  <a:pt x="7464267" y="2462128"/>
                  <a:pt x="7412333" y="2451100"/>
                  <a:pt x="7397592" y="2478783"/>
                </a:cubicBezTo>
                <a:cubicBezTo>
                  <a:pt x="7393963" y="2494537"/>
                  <a:pt x="7392829" y="2515243"/>
                  <a:pt x="7407797" y="2525821"/>
                </a:cubicBezTo>
                <a:cubicBezTo>
                  <a:pt x="7413353" y="2529366"/>
                  <a:pt x="7419661" y="2530998"/>
                  <a:pt x="7425936" y="2531015"/>
                </a:cubicBezTo>
                <a:close/>
                <a:moveTo>
                  <a:pt x="1665032" y="2531062"/>
                </a:moveTo>
                <a:cubicBezTo>
                  <a:pt x="1680617" y="2534451"/>
                  <a:pt x="1698545" y="2527030"/>
                  <a:pt x="1703508" y="2510729"/>
                </a:cubicBezTo>
                <a:cubicBezTo>
                  <a:pt x="1706247" y="2497459"/>
                  <a:pt x="1708072" y="2479842"/>
                  <a:pt x="1695521" y="2470920"/>
                </a:cubicBezTo>
                <a:cubicBezTo>
                  <a:pt x="1682058" y="2460624"/>
                  <a:pt x="1661520" y="2461997"/>
                  <a:pt x="1647829" y="2471148"/>
                </a:cubicBezTo>
                <a:cubicBezTo>
                  <a:pt x="1635050" y="2485333"/>
                  <a:pt x="1635734" y="2511644"/>
                  <a:pt x="1650795" y="2523998"/>
                </a:cubicBezTo>
                <a:cubicBezTo>
                  <a:pt x="1654902" y="2527602"/>
                  <a:pt x="1659838" y="2529933"/>
                  <a:pt x="1665032" y="2531062"/>
                </a:cubicBezTo>
                <a:close/>
                <a:moveTo>
                  <a:pt x="4551292" y="2531119"/>
                </a:moveTo>
                <a:cubicBezTo>
                  <a:pt x="4558824" y="2530863"/>
                  <a:pt x="4566327" y="2528532"/>
                  <a:pt x="4572921" y="2524324"/>
                </a:cubicBezTo>
                <a:cubicBezTo>
                  <a:pt x="4594067" y="2505215"/>
                  <a:pt x="4582926" y="2459265"/>
                  <a:pt x="4549956" y="2464042"/>
                </a:cubicBezTo>
                <a:cubicBezTo>
                  <a:pt x="4517214" y="2459037"/>
                  <a:pt x="4506754" y="2507945"/>
                  <a:pt x="4529492" y="2525461"/>
                </a:cubicBezTo>
                <a:cubicBezTo>
                  <a:pt x="4536200" y="2529555"/>
                  <a:pt x="4543760" y="2531375"/>
                  <a:pt x="4551292" y="2531119"/>
                </a:cubicBezTo>
                <a:close/>
                <a:moveTo>
                  <a:pt x="1366194" y="2531147"/>
                </a:moveTo>
                <a:cubicBezTo>
                  <a:pt x="1387113" y="2530055"/>
                  <a:pt x="1407297" y="2510035"/>
                  <a:pt x="1400283" y="2487980"/>
                </a:cubicBezTo>
                <a:cubicBezTo>
                  <a:pt x="1392530" y="2458347"/>
                  <a:pt x="1348289" y="2454275"/>
                  <a:pt x="1333008" y="2480063"/>
                </a:cubicBezTo>
                <a:cubicBezTo>
                  <a:pt x="1328674" y="2495671"/>
                  <a:pt x="1329587" y="2516935"/>
                  <a:pt x="1346008" y="2525305"/>
                </a:cubicBezTo>
                <a:cubicBezTo>
                  <a:pt x="1352166" y="2529772"/>
                  <a:pt x="1359221" y="2531511"/>
                  <a:pt x="1366194" y="2531147"/>
                </a:cubicBezTo>
                <a:close/>
                <a:moveTo>
                  <a:pt x="1771743" y="2531158"/>
                </a:moveTo>
                <a:cubicBezTo>
                  <a:pt x="1789678" y="2532615"/>
                  <a:pt x="1808848" y="2522367"/>
                  <a:pt x="1809542" y="2502807"/>
                </a:cubicBezTo>
                <a:cubicBezTo>
                  <a:pt x="1816018" y="2476726"/>
                  <a:pt x="1786872" y="2454274"/>
                  <a:pt x="1762353" y="2464706"/>
                </a:cubicBezTo>
                <a:cubicBezTo>
                  <a:pt x="1736677" y="2472644"/>
                  <a:pt x="1735059" y="2510971"/>
                  <a:pt x="1754951" y="2525712"/>
                </a:cubicBezTo>
                <a:cubicBezTo>
                  <a:pt x="1759924" y="2528887"/>
                  <a:pt x="1765766" y="2530673"/>
                  <a:pt x="1771743" y="2531158"/>
                </a:cubicBezTo>
                <a:close/>
                <a:moveTo>
                  <a:pt x="5679877" y="2531236"/>
                </a:moveTo>
                <a:cubicBezTo>
                  <a:pt x="5699428" y="2530665"/>
                  <a:pt x="5718689" y="2515690"/>
                  <a:pt x="5715944" y="2494877"/>
                </a:cubicBezTo>
                <a:cubicBezTo>
                  <a:pt x="5716630" y="2462389"/>
                  <a:pt x="5668584" y="2452687"/>
                  <a:pt x="5650968" y="2477054"/>
                </a:cubicBezTo>
                <a:cubicBezTo>
                  <a:pt x="5641816" y="2492847"/>
                  <a:pt x="5644104" y="2516536"/>
                  <a:pt x="5661034" y="2526689"/>
                </a:cubicBezTo>
                <a:cubicBezTo>
                  <a:pt x="5666811" y="2530017"/>
                  <a:pt x="5673360" y="2531427"/>
                  <a:pt x="5679877" y="2531236"/>
                </a:cubicBezTo>
                <a:close/>
                <a:moveTo>
                  <a:pt x="2080641" y="2531277"/>
                </a:moveTo>
                <a:cubicBezTo>
                  <a:pt x="2101133" y="2532356"/>
                  <a:pt x="2122950" y="2517313"/>
                  <a:pt x="2119816" y="2495090"/>
                </a:cubicBezTo>
                <a:cubicBezTo>
                  <a:pt x="2121439" y="2459760"/>
                  <a:pt x="2065941" y="2451099"/>
                  <a:pt x="2051086" y="2480502"/>
                </a:cubicBezTo>
                <a:cubicBezTo>
                  <a:pt x="2046209" y="2495545"/>
                  <a:pt x="2047138" y="2514919"/>
                  <a:pt x="2061538" y="2524492"/>
                </a:cubicBezTo>
                <a:cubicBezTo>
                  <a:pt x="2067105" y="2528766"/>
                  <a:pt x="2073801" y="2530917"/>
                  <a:pt x="2080641" y="2531277"/>
                </a:cubicBezTo>
                <a:close/>
                <a:moveTo>
                  <a:pt x="5065098" y="2531331"/>
                </a:moveTo>
                <a:cubicBezTo>
                  <a:pt x="5085647" y="2529860"/>
                  <a:pt x="5104292" y="2509525"/>
                  <a:pt x="5096682" y="2487016"/>
                </a:cubicBezTo>
                <a:cubicBezTo>
                  <a:pt x="5092172" y="2454275"/>
                  <a:pt x="5036925" y="2455185"/>
                  <a:pt x="5031062" y="2486334"/>
                </a:cubicBezTo>
                <a:cubicBezTo>
                  <a:pt x="5027454" y="2500658"/>
                  <a:pt x="5031964" y="2517710"/>
                  <a:pt x="5044818" y="2525895"/>
                </a:cubicBezTo>
                <a:cubicBezTo>
                  <a:pt x="5051188" y="2530215"/>
                  <a:pt x="5058249" y="2531821"/>
                  <a:pt x="5065098" y="2531331"/>
                </a:cubicBezTo>
                <a:close/>
                <a:moveTo>
                  <a:pt x="5472674" y="2531336"/>
                </a:moveTo>
                <a:cubicBezTo>
                  <a:pt x="5491855" y="2531272"/>
                  <a:pt x="5510843" y="2515070"/>
                  <a:pt x="5509817" y="2494496"/>
                </a:cubicBezTo>
                <a:cubicBezTo>
                  <a:pt x="5511641" y="2469807"/>
                  <a:pt x="5481305" y="2455862"/>
                  <a:pt x="5461005" y="2464549"/>
                </a:cubicBezTo>
                <a:cubicBezTo>
                  <a:pt x="5435231" y="2472093"/>
                  <a:pt x="5432266" y="2511869"/>
                  <a:pt x="5454163" y="2525585"/>
                </a:cubicBezTo>
                <a:cubicBezTo>
                  <a:pt x="5459865" y="2529586"/>
                  <a:pt x="5466280" y="2531357"/>
                  <a:pt x="5472674" y="2531336"/>
                </a:cubicBezTo>
                <a:close/>
                <a:moveTo>
                  <a:pt x="5788993" y="2531466"/>
                </a:moveTo>
                <a:cubicBezTo>
                  <a:pt x="5798724" y="2530098"/>
                  <a:pt x="5807936" y="2525081"/>
                  <a:pt x="5813579" y="2516758"/>
                </a:cubicBezTo>
                <a:cubicBezTo>
                  <a:pt x="5822791" y="2496690"/>
                  <a:pt x="5817033" y="2465221"/>
                  <a:pt x="5790317" y="2463397"/>
                </a:cubicBezTo>
                <a:cubicBezTo>
                  <a:pt x="5755310" y="2454275"/>
                  <a:pt x="5733891" y="2503760"/>
                  <a:pt x="5761298" y="2524283"/>
                </a:cubicBezTo>
                <a:cubicBezTo>
                  <a:pt x="5769014" y="2530554"/>
                  <a:pt x="5779263" y="2532834"/>
                  <a:pt x="5788993" y="2531466"/>
                </a:cubicBezTo>
                <a:close/>
                <a:moveTo>
                  <a:pt x="6190742" y="2531548"/>
                </a:moveTo>
                <a:cubicBezTo>
                  <a:pt x="6212383" y="2531915"/>
                  <a:pt x="6234855" y="2512018"/>
                  <a:pt x="6228032" y="2488366"/>
                </a:cubicBezTo>
                <a:cubicBezTo>
                  <a:pt x="6224621" y="2456831"/>
                  <a:pt x="6173678" y="2452687"/>
                  <a:pt x="6162079" y="2480310"/>
                </a:cubicBezTo>
                <a:cubicBezTo>
                  <a:pt x="6156166" y="2494581"/>
                  <a:pt x="6157758" y="2514147"/>
                  <a:pt x="6170494" y="2523815"/>
                </a:cubicBezTo>
                <a:cubicBezTo>
                  <a:pt x="6176407" y="2529052"/>
                  <a:pt x="6183528" y="2531426"/>
                  <a:pt x="6190742" y="2531548"/>
                </a:cubicBezTo>
                <a:close/>
                <a:moveTo>
                  <a:pt x="1467187" y="2531564"/>
                </a:moveTo>
                <a:cubicBezTo>
                  <a:pt x="1486320" y="2531649"/>
                  <a:pt x="1505031" y="2515875"/>
                  <a:pt x="1500720" y="2494899"/>
                </a:cubicBezTo>
                <a:cubicBezTo>
                  <a:pt x="1504628" y="2470991"/>
                  <a:pt x="1477497" y="2459037"/>
                  <a:pt x="1457260" y="2465127"/>
                </a:cubicBezTo>
                <a:cubicBezTo>
                  <a:pt x="1428518" y="2469187"/>
                  <a:pt x="1423920" y="2513394"/>
                  <a:pt x="1448751" y="2525799"/>
                </a:cubicBezTo>
                <a:cubicBezTo>
                  <a:pt x="1454386" y="2529746"/>
                  <a:pt x="1460809" y="2531536"/>
                  <a:pt x="1467187" y="2531564"/>
                </a:cubicBezTo>
                <a:close/>
                <a:moveTo>
                  <a:pt x="6499655" y="2531589"/>
                </a:moveTo>
                <a:cubicBezTo>
                  <a:pt x="6516942" y="2532596"/>
                  <a:pt x="6535030" y="2522350"/>
                  <a:pt x="6535543" y="2502974"/>
                </a:cubicBezTo>
                <a:cubicBezTo>
                  <a:pt x="6541929" y="2476909"/>
                  <a:pt x="6515018" y="2454274"/>
                  <a:pt x="6490387" y="2464791"/>
                </a:cubicBezTo>
                <a:cubicBezTo>
                  <a:pt x="6462563" y="2470050"/>
                  <a:pt x="6460966" y="2514634"/>
                  <a:pt x="6483317" y="2526752"/>
                </a:cubicBezTo>
                <a:cubicBezTo>
                  <a:pt x="6488220" y="2529667"/>
                  <a:pt x="6493893" y="2531253"/>
                  <a:pt x="6499655" y="2531589"/>
                </a:cubicBezTo>
                <a:close/>
                <a:moveTo>
                  <a:pt x="6296725" y="2531609"/>
                </a:moveTo>
                <a:cubicBezTo>
                  <a:pt x="6318831" y="2531095"/>
                  <a:pt x="6340519" y="2510144"/>
                  <a:pt x="6331604" y="2486493"/>
                </a:cubicBezTo>
                <a:cubicBezTo>
                  <a:pt x="6325660" y="2457016"/>
                  <a:pt x="6277883" y="2454274"/>
                  <a:pt x="6265996" y="2480552"/>
                </a:cubicBezTo>
                <a:cubicBezTo>
                  <a:pt x="6257766" y="2494948"/>
                  <a:pt x="6262567" y="2514599"/>
                  <a:pt x="6275597" y="2524654"/>
                </a:cubicBezTo>
                <a:cubicBezTo>
                  <a:pt x="6281941" y="2529681"/>
                  <a:pt x="6289356" y="2531780"/>
                  <a:pt x="6296725" y="2531609"/>
                </a:cubicBezTo>
                <a:close/>
                <a:moveTo>
                  <a:pt x="4239364" y="2531651"/>
                </a:moveTo>
                <a:cubicBezTo>
                  <a:pt x="4256707" y="2532247"/>
                  <a:pt x="4274275" y="2519703"/>
                  <a:pt x="4277004" y="2501673"/>
                </a:cubicBezTo>
                <a:cubicBezTo>
                  <a:pt x="4282916" y="2474686"/>
                  <a:pt x="4246758" y="2454275"/>
                  <a:pt x="4224472" y="2467202"/>
                </a:cubicBezTo>
                <a:cubicBezTo>
                  <a:pt x="4200821" y="2476727"/>
                  <a:pt x="4200366" y="2515280"/>
                  <a:pt x="4222652" y="2526393"/>
                </a:cubicBezTo>
                <a:cubicBezTo>
                  <a:pt x="4227826" y="2529795"/>
                  <a:pt x="4233582" y="2531453"/>
                  <a:pt x="4239364" y="2531651"/>
                </a:cubicBezTo>
                <a:close/>
                <a:moveTo>
                  <a:pt x="5987253" y="2531667"/>
                </a:moveTo>
                <a:cubicBezTo>
                  <a:pt x="6006559" y="2531903"/>
                  <a:pt x="6026153" y="2516391"/>
                  <a:pt x="6021875" y="2494966"/>
                </a:cubicBezTo>
                <a:cubicBezTo>
                  <a:pt x="6025069" y="2463428"/>
                  <a:pt x="5980347" y="2452687"/>
                  <a:pt x="5962550" y="2474169"/>
                </a:cubicBezTo>
                <a:cubicBezTo>
                  <a:pt x="5952966" y="2489710"/>
                  <a:pt x="5953651" y="2514163"/>
                  <a:pt x="5968938" y="2525818"/>
                </a:cubicBezTo>
                <a:cubicBezTo>
                  <a:pt x="5974415" y="2529760"/>
                  <a:pt x="5980818" y="2531589"/>
                  <a:pt x="5987253" y="2531667"/>
                </a:cubicBezTo>
                <a:close/>
                <a:moveTo>
                  <a:pt x="6806421" y="2531675"/>
                </a:moveTo>
                <a:cubicBezTo>
                  <a:pt x="6824167" y="2533620"/>
                  <a:pt x="6843453" y="2522602"/>
                  <a:pt x="6844650" y="2502899"/>
                </a:cubicBezTo>
                <a:cubicBezTo>
                  <a:pt x="6851492" y="2477089"/>
                  <a:pt x="6822528" y="2454275"/>
                  <a:pt x="6799037" y="2464184"/>
                </a:cubicBezTo>
                <a:cubicBezTo>
                  <a:pt x="6772810" y="2471328"/>
                  <a:pt x="6770529" y="2509351"/>
                  <a:pt x="6789915" y="2525252"/>
                </a:cubicBezTo>
                <a:cubicBezTo>
                  <a:pt x="6794761" y="2528939"/>
                  <a:pt x="6800506" y="2531027"/>
                  <a:pt x="6806421" y="2531675"/>
                </a:cubicBezTo>
                <a:close/>
                <a:moveTo>
                  <a:pt x="6398101" y="2531711"/>
                </a:moveTo>
                <a:cubicBezTo>
                  <a:pt x="6417566" y="2532323"/>
                  <a:pt x="6437788" y="2517247"/>
                  <a:pt x="6434929" y="2495083"/>
                </a:cubicBezTo>
                <a:cubicBezTo>
                  <a:pt x="6435826" y="2463699"/>
                  <a:pt x="6392327" y="2451099"/>
                  <a:pt x="6374165" y="2474237"/>
                </a:cubicBezTo>
                <a:cubicBezTo>
                  <a:pt x="6359366" y="2488211"/>
                  <a:pt x="6363851" y="2514784"/>
                  <a:pt x="6379771" y="2525551"/>
                </a:cubicBezTo>
                <a:cubicBezTo>
                  <a:pt x="6385208" y="2529560"/>
                  <a:pt x="6391612" y="2531507"/>
                  <a:pt x="6398101" y="2531711"/>
                </a:cubicBezTo>
                <a:close/>
                <a:moveTo>
                  <a:pt x="1877987" y="2531738"/>
                </a:moveTo>
                <a:cubicBezTo>
                  <a:pt x="1896933" y="2531620"/>
                  <a:pt x="1914660" y="2515811"/>
                  <a:pt x="1913974" y="2494846"/>
                </a:cubicBezTo>
                <a:cubicBezTo>
                  <a:pt x="1916036" y="2463227"/>
                  <a:pt x="1870948" y="2452687"/>
                  <a:pt x="1851718" y="2472621"/>
                </a:cubicBezTo>
                <a:cubicBezTo>
                  <a:pt x="1841416" y="2488660"/>
                  <a:pt x="1841416" y="2516154"/>
                  <a:pt x="1859269" y="2526236"/>
                </a:cubicBezTo>
                <a:cubicBezTo>
                  <a:pt x="1865218" y="2530074"/>
                  <a:pt x="1871673" y="2531778"/>
                  <a:pt x="1877987" y="2531738"/>
                </a:cubicBezTo>
                <a:close/>
                <a:moveTo>
                  <a:pt x="7216847" y="2531776"/>
                </a:moveTo>
                <a:cubicBezTo>
                  <a:pt x="7234759" y="2534027"/>
                  <a:pt x="7254490" y="2523481"/>
                  <a:pt x="7255850" y="2503418"/>
                </a:cubicBezTo>
                <a:cubicBezTo>
                  <a:pt x="7262654" y="2478954"/>
                  <a:pt x="7237027" y="2455862"/>
                  <a:pt x="7213895" y="2464779"/>
                </a:cubicBezTo>
                <a:cubicBezTo>
                  <a:pt x="7185093" y="2467751"/>
                  <a:pt x="7181691" y="2508448"/>
                  <a:pt x="7200288" y="2525139"/>
                </a:cubicBezTo>
                <a:cubicBezTo>
                  <a:pt x="7205107" y="2528854"/>
                  <a:pt x="7210876" y="2531026"/>
                  <a:pt x="7216847" y="2531776"/>
                </a:cubicBezTo>
                <a:close/>
                <a:moveTo>
                  <a:pt x="5881552" y="2531786"/>
                </a:moveTo>
                <a:cubicBezTo>
                  <a:pt x="5899086" y="2533449"/>
                  <a:pt x="5917956" y="2522321"/>
                  <a:pt x="5919652" y="2503391"/>
                </a:cubicBezTo>
                <a:cubicBezTo>
                  <a:pt x="5927567" y="2477469"/>
                  <a:pt x="5897489" y="2454275"/>
                  <a:pt x="5873969" y="2465417"/>
                </a:cubicBezTo>
                <a:cubicBezTo>
                  <a:pt x="5848866" y="2472693"/>
                  <a:pt x="5846604" y="2510440"/>
                  <a:pt x="5865149" y="2525675"/>
                </a:cubicBezTo>
                <a:cubicBezTo>
                  <a:pt x="5870011" y="2529256"/>
                  <a:pt x="5875707" y="2531231"/>
                  <a:pt x="5881552" y="2531786"/>
                </a:cubicBezTo>
                <a:close/>
                <a:moveTo>
                  <a:pt x="4757838" y="2531786"/>
                </a:moveTo>
                <a:cubicBezTo>
                  <a:pt x="4778086" y="2530009"/>
                  <a:pt x="4796859" y="2509981"/>
                  <a:pt x="4790872" y="2488273"/>
                </a:cubicBezTo>
                <a:cubicBezTo>
                  <a:pt x="4786995" y="2461396"/>
                  <a:pt x="4748452" y="2454275"/>
                  <a:pt x="4730435" y="2471504"/>
                </a:cubicBezTo>
                <a:cubicBezTo>
                  <a:pt x="4717891" y="2488273"/>
                  <a:pt x="4719944" y="2514920"/>
                  <a:pt x="4737961" y="2526865"/>
                </a:cubicBezTo>
                <a:cubicBezTo>
                  <a:pt x="4744176" y="2530943"/>
                  <a:pt x="4751089" y="2532378"/>
                  <a:pt x="4757838" y="2531786"/>
                </a:cubicBezTo>
                <a:close/>
                <a:moveTo>
                  <a:pt x="1983014" y="2531792"/>
                </a:moveTo>
                <a:cubicBezTo>
                  <a:pt x="2003397" y="2530285"/>
                  <a:pt x="2022025" y="2510563"/>
                  <a:pt x="2016147" y="2488515"/>
                </a:cubicBezTo>
                <a:cubicBezTo>
                  <a:pt x="2010844" y="2457051"/>
                  <a:pt x="1960132" y="2452687"/>
                  <a:pt x="1948373" y="2481395"/>
                </a:cubicBezTo>
                <a:cubicBezTo>
                  <a:pt x="1939852" y="2497931"/>
                  <a:pt x="1947222" y="2517682"/>
                  <a:pt x="1962899" y="2526639"/>
                </a:cubicBezTo>
                <a:cubicBezTo>
                  <a:pt x="1969234" y="2530773"/>
                  <a:pt x="1976221" y="2532295"/>
                  <a:pt x="1983014" y="2531792"/>
                </a:cubicBezTo>
                <a:close/>
                <a:moveTo>
                  <a:pt x="4338693" y="2531842"/>
                </a:moveTo>
                <a:cubicBezTo>
                  <a:pt x="4357113" y="2534578"/>
                  <a:pt x="4378092" y="2522589"/>
                  <a:pt x="4378604" y="2501737"/>
                </a:cubicBezTo>
                <a:cubicBezTo>
                  <a:pt x="4384516" y="2477178"/>
                  <a:pt x="4358364" y="2455862"/>
                  <a:pt x="4335850" y="2463508"/>
                </a:cubicBezTo>
                <a:cubicBezTo>
                  <a:pt x="4307879" y="2466983"/>
                  <a:pt x="4301966" y="2507297"/>
                  <a:pt x="4321978" y="2523979"/>
                </a:cubicBezTo>
                <a:cubicBezTo>
                  <a:pt x="4326697" y="2528381"/>
                  <a:pt x="4332553" y="2530929"/>
                  <a:pt x="4338693" y="2531842"/>
                </a:cubicBezTo>
                <a:close/>
                <a:moveTo>
                  <a:pt x="7120990" y="2531936"/>
                </a:moveTo>
                <a:cubicBezTo>
                  <a:pt x="7141325" y="2530508"/>
                  <a:pt x="7160324" y="2511031"/>
                  <a:pt x="7153369" y="2488698"/>
                </a:cubicBezTo>
                <a:cubicBezTo>
                  <a:pt x="7149524" y="2458920"/>
                  <a:pt x="7105419" y="2452687"/>
                  <a:pt x="7090491" y="2476232"/>
                </a:cubicBezTo>
                <a:cubicBezTo>
                  <a:pt x="7078504" y="2491929"/>
                  <a:pt x="7084158" y="2517552"/>
                  <a:pt x="7101122" y="2526786"/>
                </a:cubicBezTo>
                <a:cubicBezTo>
                  <a:pt x="7107285" y="2530883"/>
                  <a:pt x="7114212" y="2532412"/>
                  <a:pt x="7120990" y="2531936"/>
                </a:cubicBezTo>
                <a:close/>
                <a:moveTo>
                  <a:pt x="6912494" y="2532010"/>
                </a:moveTo>
                <a:cubicBezTo>
                  <a:pt x="6931157" y="2531497"/>
                  <a:pt x="6949189" y="2515593"/>
                  <a:pt x="6947676" y="2495072"/>
                </a:cubicBezTo>
                <a:cubicBezTo>
                  <a:pt x="6949917" y="2470218"/>
                  <a:pt x="6920551" y="2457449"/>
                  <a:pt x="6900599" y="2465202"/>
                </a:cubicBezTo>
                <a:cubicBezTo>
                  <a:pt x="6874819" y="2472498"/>
                  <a:pt x="6872129" y="2513541"/>
                  <a:pt x="6894322" y="2526994"/>
                </a:cubicBezTo>
                <a:cubicBezTo>
                  <a:pt x="6899983" y="2530642"/>
                  <a:pt x="6906274" y="2532181"/>
                  <a:pt x="6912494" y="2532010"/>
                </a:cubicBezTo>
                <a:close/>
                <a:moveTo>
                  <a:pt x="7016531" y="2532047"/>
                </a:moveTo>
                <a:cubicBezTo>
                  <a:pt x="7035981" y="2531629"/>
                  <a:pt x="7055302" y="2515812"/>
                  <a:pt x="7052369" y="2494724"/>
                </a:cubicBezTo>
                <a:cubicBezTo>
                  <a:pt x="7053979" y="2467978"/>
                  <a:pt x="7019938" y="2455862"/>
                  <a:pt x="6999237" y="2467292"/>
                </a:cubicBezTo>
                <a:cubicBezTo>
                  <a:pt x="6975316" y="2477351"/>
                  <a:pt x="6975776" y="2515298"/>
                  <a:pt x="6997857" y="2526957"/>
                </a:cubicBezTo>
                <a:cubicBezTo>
                  <a:pt x="7003550" y="2530614"/>
                  <a:pt x="7010048" y="2532186"/>
                  <a:pt x="7016531" y="2532047"/>
                </a:cubicBezTo>
                <a:close/>
                <a:moveTo>
                  <a:pt x="6091116" y="2532076"/>
                </a:moveTo>
                <a:cubicBezTo>
                  <a:pt x="6109989" y="2531895"/>
                  <a:pt x="6128381" y="2516461"/>
                  <a:pt x="6125986" y="2495655"/>
                </a:cubicBezTo>
                <a:cubicBezTo>
                  <a:pt x="6126898" y="2469960"/>
                  <a:pt x="6094962" y="2455862"/>
                  <a:pt x="6074203" y="2467231"/>
                </a:cubicBezTo>
                <a:cubicBezTo>
                  <a:pt x="6051391" y="2477464"/>
                  <a:pt x="6052532" y="2514983"/>
                  <a:pt x="6072834" y="2526807"/>
                </a:cubicBezTo>
                <a:cubicBezTo>
                  <a:pt x="6078480" y="2530502"/>
                  <a:pt x="6084825" y="2532136"/>
                  <a:pt x="6091116" y="2532076"/>
                </a:cubicBezTo>
                <a:close/>
                <a:moveTo>
                  <a:pt x="5270621" y="2532094"/>
                </a:moveTo>
                <a:cubicBezTo>
                  <a:pt x="5288983" y="2531547"/>
                  <a:pt x="5306001" y="2515691"/>
                  <a:pt x="5303442" y="2495066"/>
                </a:cubicBezTo>
                <a:cubicBezTo>
                  <a:pt x="5304579" y="2464816"/>
                  <a:pt x="5264316" y="2454274"/>
                  <a:pt x="5244525" y="2472378"/>
                </a:cubicBezTo>
                <a:cubicBezTo>
                  <a:pt x="5232241" y="2489108"/>
                  <a:pt x="5235426" y="2514774"/>
                  <a:pt x="5252487" y="2527150"/>
                </a:cubicBezTo>
                <a:cubicBezTo>
                  <a:pt x="5258231" y="2530759"/>
                  <a:pt x="5264501" y="2532277"/>
                  <a:pt x="5270621" y="2532094"/>
                </a:cubicBezTo>
                <a:close/>
                <a:moveTo>
                  <a:pt x="4652865" y="2532169"/>
                </a:moveTo>
                <a:cubicBezTo>
                  <a:pt x="4671798" y="2531881"/>
                  <a:pt x="4689997" y="2516406"/>
                  <a:pt x="4687276" y="2495432"/>
                </a:cubicBezTo>
                <a:cubicBezTo>
                  <a:pt x="4689090" y="2463828"/>
                  <a:pt x="4644867" y="2452687"/>
                  <a:pt x="4626270" y="2474060"/>
                </a:cubicBezTo>
                <a:cubicBezTo>
                  <a:pt x="4614704" y="2490202"/>
                  <a:pt x="4617199" y="2515895"/>
                  <a:pt x="4634435" y="2527036"/>
                </a:cubicBezTo>
                <a:cubicBezTo>
                  <a:pt x="4640161" y="2530673"/>
                  <a:pt x="4646554" y="2532265"/>
                  <a:pt x="4652865" y="2532169"/>
                </a:cubicBezTo>
                <a:close/>
                <a:moveTo>
                  <a:pt x="6604119" y="2532260"/>
                </a:moveTo>
                <a:cubicBezTo>
                  <a:pt x="6621659" y="2532811"/>
                  <a:pt x="6639391" y="2520752"/>
                  <a:pt x="6639901" y="2501043"/>
                </a:cubicBezTo>
                <a:cubicBezTo>
                  <a:pt x="6645117" y="2475917"/>
                  <a:pt x="6618130" y="2455862"/>
                  <a:pt x="6595451" y="2463700"/>
                </a:cubicBezTo>
                <a:cubicBezTo>
                  <a:pt x="6567783" y="2470154"/>
                  <a:pt x="6564154" y="2513030"/>
                  <a:pt x="6587287" y="2527322"/>
                </a:cubicBezTo>
                <a:cubicBezTo>
                  <a:pt x="6592446" y="2530491"/>
                  <a:pt x="6598272" y="2532076"/>
                  <a:pt x="6604119" y="2532260"/>
                </a:cubicBezTo>
                <a:close/>
                <a:moveTo>
                  <a:pt x="1568433" y="2532332"/>
                </a:moveTo>
                <a:cubicBezTo>
                  <a:pt x="1590839" y="2532440"/>
                  <a:pt x="1612888" y="2511012"/>
                  <a:pt x="1603550" y="2486201"/>
                </a:cubicBezTo>
                <a:cubicBezTo>
                  <a:pt x="1597785" y="2457977"/>
                  <a:pt x="1557434" y="2454275"/>
                  <a:pt x="1541524" y="2475327"/>
                </a:cubicBezTo>
                <a:cubicBezTo>
                  <a:pt x="1533454" y="2490596"/>
                  <a:pt x="1534146" y="2511880"/>
                  <a:pt x="1547058" y="2524372"/>
                </a:cubicBezTo>
                <a:cubicBezTo>
                  <a:pt x="1553456" y="2529867"/>
                  <a:pt x="1560965" y="2532296"/>
                  <a:pt x="1568433" y="2532332"/>
                </a:cubicBezTo>
                <a:close/>
                <a:moveTo>
                  <a:pt x="2184982" y="2532499"/>
                </a:moveTo>
                <a:cubicBezTo>
                  <a:pt x="2204730" y="2533294"/>
                  <a:pt x="2224509" y="2517399"/>
                  <a:pt x="2221251" y="2495059"/>
                </a:cubicBezTo>
                <a:cubicBezTo>
                  <a:pt x="2223084" y="2462524"/>
                  <a:pt x="2177999" y="2454275"/>
                  <a:pt x="2159234" y="2474438"/>
                </a:cubicBezTo>
                <a:cubicBezTo>
                  <a:pt x="2149395" y="2490018"/>
                  <a:pt x="2149624" y="2514535"/>
                  <a:pt x="2166098" y="2525762"/>
                </a:cubicBezTo>
                <a:cubicBezTo>
                  <a:pt x="2171820" y="2530115"/>
                  <a:pt x="2178398" y="2532234"/>
                  <a:pt x="2184982" y="2532499"/>
                </a:cubicBezTo>
                <a:close/>
                <a:moveTo>
                  <a:pt x="7631492" y="2535237"/>
                </a:moveTo>
                <a:cubicBezTo>
                  <a:pt x="7650932" y="2527861"/>
                  <a:pt x="7675404" y="2512647"/>
                  <a:pt x="7667399" y="2487521"/>
                </a:cubicBezTo>
                <a:cubicBezTo>
                  <a:pt x="7660767" y="2451099"/>
                  <a:pt x="7594898" y="2455709"/>
                  <a:pt x="7598786" y="2494666"/>
                </a:cubicBezTo>
                <a:cubicBezTo>
                  <a:pt x="7594441" y="2516796"/>
                  <a:pt x="7614110" y="2528552"/>
                  <a:pt x="7631492" y="2535237"/>
                </a:cubicBezTo>
                <a:close/>
                <a:moveTo>
                  <a:pt x="4960766" y="2535237"/>
                </a:moveTo>
                <a:cubicBezTo>
                  <a:pt x="4979695" y="2528552"/>
                  <a:pt x="5003642" y="2512416"/>
                  <a:pt x="4995432" y="2488673"/>
                </a:cubicBezTo>
                <a:cubicBezTo>
                  <a:pt x="4988590" y="2451099"/>
                  <a:pt x="4923820" y="2455940"/>
                  <a:pt x="4926100" y="2495358"/>
                </a:cubicBezTo>
                <a:cubicBezTo>
                  <a:pt x="4922679" y="2517948"/>
                  <a:pt x="4943661" y="2528322"/>
                  <a:pt x="4960766" y="2535237"/>
                </a:cubicBezTo>
                <a:close/>
                <a:moveTo>
                  <a:pt x="8037668" y="2620055"/>
                </a:moveTo>
                <a:cubicBezTo>
                  <a:pt x="8064293" y="2632075"/>
                  <a:pt x="8078629" y="2582182"/>
                  <a:pt x="8049729" y="2579007"/>
                </a:cubicBezTo>
                <a:cubicBezTo>
                  <a:pt x="8023332" y="2570162"/>
                  <a:pt x="8011954" y="2613025"/>
                  <a:pt x="8037668" y="2620055"/>
                </a:cubicBezTo>
                <a:close/>
                <a:moveTo>
                  <a:pt x="5384540" y="2621981"/>
                </a:moveTo>
                <a:cubicBezTo>
                  <a:pt x="5392514" y="2618114"/>
                  <a:pt x="5398116" y="2610439"/>
                  <a:pt x="5396859" y="2599785"/>
                </a:cubicBezTo>
                <a:cubicBezTo>
                  <a:pt x="5400517" y="2572519"/>
                  <a:pt x="5360960" y="2563812"/>
                  <a:pt x="5348613" y="2585808"/>
                </a:cubicBezTo>
                <a:cubicBezTo>
                  <a:pt x="5347241" y="2597493"/>
                  <a:pt x="5344954" y="2615823"/>
                  <a:pt x="5357988" y="2621322"/>
                </a:cubicBezTo>
                <a:cubicBezTo>
                  <a:pt x="5366219" y="2625905"/>
                  <a:pt x="5376566" y="2625847"/>
                  <a:pt x="5384540" y="2621981"/>
                </a:cubicBezTo>
                <a:close/>
                <a:moveTo>
                  <a:pt x="7440624" y="2631921"/>
                </a:moveTo>
                <a:cubicBezTo>
                  <a:pt x="7450973" y="2628116"/>
                  <a:pt x="7459126" y="2620053"/>
                  <a:pt x="7459924" y="2607762"/>
                </a:cubicBezTo>
                <a:cubicBezTo>
                  <a:pt x="7465854" y="2585435"/>
                  <a:pt x="7446468" y="2559049"/>
                  <a:pt x="7422066" y="2564236"/>
                </a:cubicBezTo>
                <a:cubicBezTo>
                  <a:pt x="7392873" y="2569198"/>
                  <a:pt x="7384891" y="2614528"/>
                  <a:pt x="7408154" y="2630540"/>
                </a:cubicBezTo>
                <a:cubicBezTo>
                  <a:pt x="7417733" y="2635276"/>
                  <a:pt x="7430276" y="2635727"/>
                  <a:pt x="7440624" y="2631921"/>
                </a:cubicBezTo>
                <a:close/>
                <a:moveTo>
                  <a:pt x="6103781" y="2632624"/>
                </a:moveTo>
                <a:cubicBezTo>
                  <a:pt x="6113417" y="2629967"/>
                  <a:pt x="6121661" y="2623680"/>
                  <a:pt x="6124617" y="2613279"/>
                </a:cubicBezTo>
                <a:cubicBezTo>
                  <a:pt x="6133941" y="2587905"/>
                  <a:pt x="6108926" y="2552700"/>
                  <a:pt x="6081182" y="2565045"/>
                </a:cubicBezTo>
                <a:cubicBezTo>
                  <a:pt x="6052756" y="2571903"/>
                  <a:pt x="6051391" y="2616708"/>
                  <a:pt x="6074587" y="2630196"/>
                </a:cubicBezTo>
                <a:cubicBezTo>
                  <a:pt x="6083115" y="2634310"/>
                  <a:pt x="6094144" y="2635282"/>
                  <a:pt x="6103781" y="2632624"/>
                </a:cubicBezTo>
                <a:close/>
                <a:moveTo>
                  <a:pt x="1476923" y="2632686"/>
                </a:moveTo>
                <a:cubicBezTo>
                  <a:pt x="1487980" y="2630263"/>
                  <a:pt x="1497515" y="2623023"/>
                  <a:pt x="1500042" y="2611051"/>
                </a:cubicBezTo>
                <a:cubicBezTo>
                  <a:pt x="1506475" y="2590756"/>
                  <a:pt x="1494988" y="2564759"/>
                  <a:pt x="1471781" y="2562935"/>
                </a:cubicBezTo>
                <a:cubicBezTo>
                  <a:pt x="1438925" y="2557462"/>
                  <a:pt x="1419166" y="2605350"/>
                  <a:pt x="1444666" y="2625418"/>
                </a:cubicBezTo>
                <a:cubicBezTo>
                  <a:pt x="1453285" y="2632715"/>
                  <a:pt x="1465864" y="2635109"/>
                  <a:pt x="1476923" y="2632686"/>
                </a:cubicBezTo>
                <a:close/>
                <a:moveTo>
                  <a:pt x="1887415" y="2632710"/>
                </a:moveTo>
                <a:cubicBezTo>
                  <a:pt x="1896150" y="2630844"/>
                  <a:pt x="1903951" y="2625982"/>
                  <a:pt x="1908365" y="2617389"/>
                </a:cubicBezTo>
                <a:cubicBezTo>
                  <a:pt x="1923985" y="2594549"/>
                  <a:pt x="1901802" y="2557462"/>
                  <a:pt x="1873983" y="2563794"/>
                </a:cubicBezTo>
                <a:cubicBezTo>
                  <a:pt x="1842765" y="2566508"/>
                  <a:pt x="1835074" y="2615354"/>
                  <a:pt x="1860863" y="2630053"/>
                </a:cubicBezTo>
                <a:cubicBezTo>
                  <a:pt x="1869006" y="2633445"/>
                  <a:pt x="1878675" y="2634576"/>
                  <a:pt x="1887415" y="2632710"/>
                </a:cubicBezTo>
                <a:close/>
                <a:moveTo>
                  <a:pt x="5484670" y="2632886"/>
                </a:moveTo>
                <a:cubicBezTo>
                  <a:pt x="5494404" y="2630127"/>
                  <a:pt x="5502904" y="2623460"/>
                  <a:pt x="5506924" y="2613345"/>
                </a:cubicBezTo>
                <a:cubicBezTo>
                  <a:pt x="5521166" y="2589437"/>
                  <a:pt x="5494060" y="2555874"/>
                  <a:pt x="5467872" y="2563690"/>
                </a:cubicBezTo>
                <a:cubicBezTo>
                  <a:pt x="5437550" y="2567828"/>
                  <a:pt x="5432266" y="2612886"/>
                  <a:pt x="5455008" y="2628978"/>
                </a:cubicBezTo>
                <a:cubicBezTo>
                  <a:pt x="5463967" y="2634495"/>
                  <a:pt x="5474936" y="2635644"/>
                  <a:pt x="5484670" y="2632886"/>
                </a:cubicBezTo>
                <a:close/>
                <a:moveTo>
                  <a:pt x="2300581" y="2633166"/>
                </a:moveTo>
                <a:cubicBezTo>
                  <a:pt x="2310519" y="2630158"/>
                  <a:pt x="2318881" y="2623168"/>
                  <a:pt x="2321631" y="2612054"/>
                </a:cubicBezTo>
                <a:cubicBezTo>
                  <a:pt x="2333547" y="2585928"/>
                  <a:pt x="2303530" y="2552699"/>
                  <a:pt x="2276721" y="2566449"/>
                </a:cubicBezTo>
                <a:cubicBezTo>
                  <a:pt x="2250815" y="2575387"/>
                  <a:pt x="2247834" y="2616179"/>
                  <a:pt x="2270072" y="2630387"/>
                </a:cubicBezTo>
                <a:cubicBezTo>
                  <a:pt x="2279127" y="2635200"/>
                  <a:pt x="2290640" y="2636173"/>
                  <a:pt x="2300581" y="2633166"/>
                </a:cubicBezTo>
                <a:close/>
                <a:moveTo>
                  <a:pt x="6000319" y="2633388"/>
                </a:moveTo>
                <a:cubicBezTo>
                  <a:pt x="6009991" y="2630377"/>
                  <a:pt x="6018032" y="2623380"/>
                  <a:pt x="6020619" y="2612024"/>
                </a:cubicBezTo>
                <a:cubicBezTo>
                  <a:pt x="6029166" y="2588625"/>
                  <a:pt x="6009822" y="2560637"/>
                  <a:pt x="5984630" y="2563619"/>
                </a:cubicBezTo>
                <a:cubicBezTo>
                  <a:pt x="5954714" y="2567749"/>
                  <a:pt x="5946616" y="2613860"/>
                  <a:pt x="5970234" y="2630836"/>
                </a:cubicBezTo>
                <a:cubicBezTo>
                  <a:pt x="5979344" y="2635424"/>
                  <a:pt x="5990647" y="2636399"/>
                  <a:pt x="6000319" y="2633388"/>
                </a:cubicBezTo>
                <a:close/>
                <a:moveTo>
                  <a:pt x="7952734" y="2633492"/>
                </a:moveTo>
                <a:cubicBezTo>
                  <a:pt x="7962341" y="2630706"/>
                  <a:pt x="7970413" y="2623928"/>
                  <a:pt x="7972914" y="2612899"/>
                </a:cubicBezTo>
                <a:cubicBezTo>
                  <a:pt x="7984966" y="2587165"/>
                  <a:pt x="7956315" y="2552699"/>
                  <a:pt x="7929484" y="2566026"/>
                </a:cubicBezTo>
                <a:cubicBezTo>
                  <a:pt x="7903107" y="2573838"/>
                  <a:pt x="7899241" y="2617265"/>
                  <a:pt x="7923344" y="2630132"/>
                </a:cubicBezTo>
                <a:cubicBezTo>
                  <a:pt x="7931985" y="2635072"/>
                  <a:pt x="7943126" y="2636278"/>
                  <a:pt x="7952734" y="2633492"/>
                </a:cubicBezTo>
                <a:close/>
                <a:moveTo>
                  <a:pt x="1771420" y="2633648"/>
                </a:moveTo>
                <a:cubicBezTo>
                  <a:pt x="1788356" y="2635572"/>
                  <a:pt x="1806834" y="2625183"/>
                  <a:pt x="1808720" y="2606714"/>
                </a:cubicBezTo>
                <a:cubicBezTo>
                  <a:pt x="1814437" y="2583912"/>
                  <a:pt x="1792942" y="2557462"/>
                  <a:pt x="1768705" y="2563619"/>
                </a:cubicBezTo>
                <a:cubicBezTo>
                  <a:pt x="1738293" y="2566355"/>
                  <a:pt x="1731890" y="2612186"/>
                  <a:pt x="1755671" y="2627463"/>
                </a:cubicBezTo>
                <a:cubicBezTo>
                  <a:pt x="1760302" y="2630997"/>
                  <a:pt x="1765775" y="2633007"/>
                  <a:pt x="1771420" y="2633648"/>
                </a:cubicBezTo>
                <a:close/>
                <a:moveTo>
                  <a:pt x="5892228" y="2633662"/>
                </a:moveTo>
                <a:cubicBezTo>
                  <a:pt x="5901419" y="2632546"/>
                  <a:pt x="5909895" y="2628256"/>
                  <a:pt x="5914706" y="2619675"/>
                </a:cubicBezTo>
                <a:cubicBezTo>
                  <a:pt x="5930742" y="2597936"/>
                  <a:pt x="5914477" y="2562468"/>
                  <a:pt x="5886529" y="2562697"/>
                </a:cubicBezTo>
                <a:cubicBezTo>
                  <a:pt x="5853312" y="2560637"/>
                  <a:pt x="5840254" y="2610064"/>
                  <a:pt x="5865453" y="2628599"/>
                </a:cubicBezTo>
                <a:cubicBezTo>
                  <a:pt x="5873128" y="2632718"/>
                  <a:pt x="5883036" y="2634778"/>
                  <a:pt x="5892228" y="2633662"/>
                </a:cubicBezTo>
                <a:close/>
                <a:moveTo>
                  <a:pt x="1257629" y="2633779"/>
                </a:moveTo>
                <a:cubicBezTo>
                  <a:pt x="1274637" y="2635550"/>
                  <a:pt x="1293302" y="2625202"/>
                  <a:pt x="1296024" y="2607221"/>
                </a:cubicBezTo>
                <a:cubicBezTo>
                  <a:pt x="1301693" y="2583925"/>
                  <a:pt x="1278562" y="2557462"/>
                  <a:pt x="1254299" y="2564926"/>
                </a:cubicBezTo>
                <a:cubicBezTo>
                  <a:pt x="1224589" y="2568997"/>
                  <a:pt x="1215974" y="2612423"/>
                  <a:pt x="1241827" y="2627803"/>
                </a:cubicBezTo>
                <a:cubicBezTo>
                  <a:pt x="1246475" y="2631253"/>
                  <a:pt x="1251961" y="2633189"/>
                  <a:pt x="1257629" y="2633779"/>
                </a:cubicBezTo>
                <a:close/>
                <a:moveTo>
                  <a:pt x="6605333" y="2634042"/>
                </a:moveTo>
                <a:cubicBezTo>
                  <a:pt x="6624169" y="2633308"/>
                  <a:pt x="6642033" y="2619658"/>
                  <a:pt x="6638926" y="2598737"/>
                </a:cubicBezTo>
                <a:cubicBezTo>
                  <a:pt x="6643529" y="2568348"/>
                  <a:pt x="6603254" y="2554287"/>
                  <a:pt x="6581851" y="2571069"/>
                </a:cubicBezTo>
                <a:cubicBezTo>
                  <a:pt x="6565741" y="2587398"/>
                  <a:pt x="6567352" y="2617561"/>
                  <a:pt x="6586914" y="2630261"/>
                </a:cubicBezTo>
                <a:cubicBezTo>
                  <a:pt x="6592668" y="2633096"/>
                  <a:pt x="6599054" y="2634286"/>
                  <a:pt x="6605333" y="2634042"/>
                </a:cubicBezTo>
                <a:close/>
                <a:moveTo>
                  <a:pt x="6715868" y="2634149"/>
                </a:moveTo>
                <a:cubicBezTo>
                  <a:pt x="6723996" y="2632848"/>
                  <a:pt x="6731420" y="2628975"/>
                  <a:pt x="6736144" y="2621113"/>
                </a:cubicBezTo>
                <a:cubicBezTo>
                  <a:pt x="6746717" y="2600765"/>
                  <a:pt x="6740868" y="2566542"/>
                  <a:pt x="6714322" y="2563999"/>
                </a:cubicBezTo>
                <a:cubicBezTo>
                  <a:pt x="6677652" y="2554287"/>
                  <a:pt x="6662579" y="2613714"/>
                  <a:pt x="6691375" y="2631750"/>
                </a:cubicBezTo>
                <a:cubicBezTo>
                  <a:pt x="6698911" y="2634178"/>
                  <a:pt x="6707742" y="2635450"/>
                  <a:pt x="6715868" y="2634149"/>
                </a:cubicBezTo>
                <a:close/>
                <a:moveTo>
                  <a:pt x="6911904" y="2634155"/>
                </a:moveTo>
                <a:cubicBezTo>
                  <a:pt x="6930225" y="2634476"/>
                  <a:pt x="6948483" y="2618449"/>
                  <a:pt x="6947628" y="2598961"/>
                </a:cubicBezTo>
                <a:cubicBezTo>
                  <a:pt x="6951504" y="2574345"/>
                  <a:pt x="6921175" y="2554287"/>
                  <a:pt x="6899968" y="2565912"/>
                </a:cubicBezTo>
                <a:cubicBezTo>
                  <a:pt x="6873971" y="2575257"/>
                  <a:pt x="6868954" y="2614688"/>
                  <a:pt x="6894267" y="2627908"/>
                </a:cubicBezTo>
                <a:cubicBezTo>
                  <a:pt x="6899683" y="2632125"/>
                  <a:pt x="6905797" y="2634048"/>
                  <a:pt x="6911904" y="2634155"/>
                </a:cubicBezTo>
                <a:close/>
                <a:moveTo>
                  <a:pt x="7014770" y="2634168"/>
                </a:moveTo>
                <a:cubicBezTo>
                  <a:pt x="7031446" y="2634595"/>
                  <a:pt x="7048251" y="2623127"/>
                  <a:pt x="7051680" y="2605905"/>
                </a:cubicBezTo>
                <a:cubicBezTo>
                  <a:pt x="7059454" y="2577940"/>
                  <a:pt x="7022415" y="2551112"/>
                  <a:pt x="6998865" y="2568619"/>
                </a:cubicBezTo>
                <a:cubicBezTo>
                  <a:pt x="6975774" y="2580441"/>
                  <a:pt x="6975316" y="2617955"/>
                  <a:pt x="6998637" y="2629550"/>
                </a:cubicBezTo>
                <a:cubicBezTo>
                  <a:pt x="7003667" y="2632563"/>
                  <a:pt x="7009211" y="2634026"/>
                  <a:pt x="7014770" y="2634168"/>
                </a:cubicBezTo>
                <a:close/>
                <a:moveTo>
                  <a:pt x="1681186" y="2634191"/>
                </a:moveTo>
                <a:cubicBezTo>
                  <a:pt x="1691308" y="2632098"/>
                  <a:pt x="1700280" y="2625904"/>
                  <a:pt x="1703196" y="2615236"/>
                </a:cubicBezTo>
                <a:cubicBezTo>
                  <a:pt x="1712841" y="2593442"/>
                  <a:pt x="1698934" y="2560637"/>
                  <a:pt x="1672241" y="2564996"/>
                </a:cubicBezTo>
                <a:cubicBezTo>
                  <a:pt x="1639268" y="2561325"/>
                  <a:pt x="1630295" y="2609960"/>
                  <a:pt x="1652278" y="2628542"/>
                </a:cubicBezTo>
                <a:cubicBezTo>
                  <a:pt x="1659792" y="2634277"/>
                  <a:pt x="1671064" y="2636284"/>
                  <a:pt x="1681186" y="2634191"/>
                </a:cubicBezTo>
                <a:close/>
                <a:moveTo>
                  <a:pt x="7223142" y="2634221"/>
                </a:moveTo>
                <a:cubicBezTo>
                  <a:pt x="7241134" y="2633362"/>
                  <a:pt x="7258453" y="2617967"/>
                  <a:pt x="7255374" y="2598628"/>
                </a:cubicBezTo>
                <a:cubicBezTo>
                  <a:pt x="7256970" y="2576236"/>
                  <a:pt x="7233708" y="2557462"/>
                  <a:pt x="7212270" y="2564474"/>
                </a:cubicBezTo>
                <a:cubicBezTo>
                  <a:pt x="7183533" y="2572164"/>
                  <a:pt x="7178516" y="2616949"/>
                  <a:pt x="7205656" y="2629842"/>
                </a:cubicBezTo>
                <a:cubicBezTo>
                  <a:pt x="7211073" y="2633178"/>
                  <a:pt x="7217145" y="2634507"/>
                  <a:pt x="7223142" y="2634221"/>
                </a:cubicBezTo>
                <a:close/>
                <a:moveTo>
                  <a:pt x="7123482" y="2634225"/>
                </a:moveTo>
                <a:cubicBezTo>
                  <a:pt x="7144189" y="2630834"/>
                  <a:pt x="7162397" y="2607844"/>
                  <a:pt x="7152139" y="2586663"/>
                </a:cubicBezTo>
                <a:cubicBezTo>
                  <a:pt x="7145073" y="2561405"/>
                  <a:pt x="7108601" y="2554287"/>
                  <a:pt x="7092417" y="2574952"/>
                </a:cubicBezTo>
                <a:cubicBezTo>
                  <a:pt x="7076916" y="2591714"/>
                  <a:pt x="7083071" y="2619957"/>
                  <a:pt x="7102902" y="2630289"/>
                </a:cubicBezTo>
                <a:cubicBezTo>
                  <a:pt x="7109399" y="2634307"/>
                  <a:pt x="7116579" y="2635355"/>
                  <a:pt x="7123482" y="2634225"/>
                </a:cubicBezTo>
                <a:close/>
                <a:moveTo>
                  <a:pt x="1364156" y="2634267"/>
                </a:moveTo>
                <a:cubicBezTo>
                  <a:pt x="1382748" y="2633871"/>
                  <a:pt x="1401917" y="2619086"/>
                  <a:pt x="1399860" y="2599429"/>
                </a:cubicBezTo>
                <a:cubicBezTo>
                  <a:pt x="1403290" y="2569801"/>
                  <a:pt x="1361204" y="2551112"/>
                  <a:pt x="1341305" y="2573447"/>
                </a:cubicBezTo>
                <a:cubicBezTo>
                  <a:pt x="1323919" y="2588489"/>
                  <a:pt x="1326665" y="2617889"/>
                  <a:pt x="1346567" y="2629513"/>
                </a:cubicBezTo>
                <a:cubicBezTo>
                  <a:pt x="1351826" y="2632931"/>
                  <a:pt x="1357960" y="2634398"/>
                  <a:pt x="1364156" y="2634267"/>
                </a:cubicBezTo>
                <a:close/>
                <a:moveTo>
                  <a:pt x="2186368" y="2634320"/>
                </a:moveTo>
                <a:cubicBezTo>
                  <a:pt x="2214946" y="2638425"/>
                  <a:pt x="2220842" y="2604447"/>
                  <a:pt x="2220616" y="2583012"/>
                </a:cubicBezTo>
                <a:cubicBezTo>
                  <a:pt x="2207462" y="2571838"/>
                  <a:pt x="2189997" y="2555875"/>
                  <a:pt x="2172079" y="2567049"/>
                </a:cubicBezTo>
                <a:cubicBezTo>
                  <a:pt x="2139879" y="2580503"/>
                  <a:pt x="2149630" y="2637285"/>
                  <a:pt x="2186368" y="2634320"/>
                </a:cubicBezTo>
                <a:close/>
                <a:moveTo>
                  <a:pt x="5679359" y="2634332"/>
                </a:moveTo>
                <a:cubicBezTo>
                  <a:pt x="5695817" y="2634268"/>
                  <a:pt x="5711885" y="2622504"/>
                  <a:pt x="5716227" y="2606135"/>
                </a:cubicBezTo>
                <a:cubicBezTo>
                  <a:pt x="5725954" y="2576127"/>
                  <a:pt x="5680098" y="2547937"/>
                  <a:pt x="5658096" y="2572262"/>
                </a:cubicBezTo>
                <a:cubicBezTo>
                  <a:pt x="5638641" y="2587266"/>
                  <a:pt x="5641652" y="2618639"/>
                  <a:pt x="5663191" y="2630233"/>
                </a:cubicBezTo>
                <a:cubicBezTo>
                  <a:pt x="5668344" y="2633075"/>
                  <a:pt x="5673873" y="2634354"/>
                  <a:pt x="5679359" y="2634332"/>
                </a:cubicBezTo>
                <a:close/>
                <a:moveTo>
                  <a:pt x="6502696" y="2634448"/>
                </a:moveTo>
                <a:cubicBezTo>
                  <a:pt x="6521285" y="2634320"/>
                  <a:pt x="6538900" y="2619997"/>
                  <a:pt x="6536649" y="2599535"/>
                </a:cubicBezTo>
                <a:cubicBezTo>
                  <a:pt x="6540342" y="2573161"/>
                  <a:pt x="6506180" y="2552699"/>
                  <a:pt x="6484713" y="2568614"/>
                </a:cubicBezTo>
                <a:cubicBezTo>
                  <a:pt x="6463247" y="2581573"/>
                  <a:pt x="6462554" y="2616814"/>
                  <a:pt x="6484483" y="2629546"/>
                </a:cubicBezTo>
                <a:cubicBezTo>
                  <a:pt x="6490196" y="2632956"/>
                  <a:pt x="6496500" y="2634491"/>
                  <a:pt x="6502696" y="2634448"/>
                </a:cubicBezTo>
                <a:close/>
                <a:moveTo>
                  <a:pt x="4347496" y="2634448"/>
                </a:moveTo>
                <a:cubicBezTo>
                  <a:pt x="4366702" y="2631986"/>
                  <a:pt x="4382769" y="2612547"/>
                  <a:pt x="4377526" y="2591574"/>
                </a:cubicBezTo>
                <a:cubicBezTo>
                  <a:pt x="4375722" y="2559744"/>
                  <a:pt x="4326112" y="2554287"/>
                  <a:pt x="4314612" y="2581797"/>
                </a:cubicBezTo>
                <a:cubicBezTo>
                  <a:pt x="4305141" y="2598849"/>
                  <a:pt x="4311906" y="2620448"/>
                  <a:pt x="4327916" y="2630679"/>
                </a:cubicBezTo>
                <a:cubicBezTo>
                  <a:pt x="4334343" y="2634203"/>
                  <a:pt x="4341094" y="2635269"/>
                  <a:pt x="4347496" y="2634448"/>
                </a:cubicBezTo>
                <a:close/>
                <a:moveTo>
                  <a:pt x="6819765" y="2634464"/>
                </a:moveTo>
                <a:cubicBezTo>
                  <a:pt x="6830247" y="2632500"/>
                  <a:pt x="6839577" y="2626374"/>
                  <a:pt x="6842688" y="2615510"/>
                </a:cubicBezTo>
                <a:cubicBezTo>
                  <a:pt x="6854667" y="2590546"/>
                  <a:pt x="6831169" y="2555874"/>
                  <a:pt x="6803063" y="2564195"/>
                </a:cubicBezTo>
                <a:cubicBezTo>
                  <a:pt x="6773805" y="2569281"/>
                  <a:pt x="6767354" y="2611581"/>
                  <a:pt x="6789931" y="2628455"/>
                </a:cubicBezTo>
                <a:cubicBezTo>
                  <a:pt x="6797649" y="2634233"/>
                  <a:pt x="6809283" y="2636429"/>
                  <a:pt x="6819765" y="2634464"/>
                </a:cubicBezTo>
                <a:close/>
                <a:moveTo>
                  <a:pt x="1570834" y="2634468"/>
                </a:moveTo>
                <a:cubicBezTo>
                  <a:pt x="1588883" y="2633107"/>
                  <a:pt x="1606127" y="2619375"/>
                  <a:pt x="1605097" y="2599684"/>
                </a:cubicBezTo>
                <a:cubicBezTo>
                  <a:pt x="1608072" y="2572737"/>
                  <a:pt x="1575813" y="2552700"/>
                  <a:pt x="1553621" y="2567440"/>
                </a:cubicBezTo>
                <a:cubicBezTo>
                  <a:pt x="1530516" y="2580337"/>
                  <a:pt x="1530285" y="2618108"/>
                  <a:pt x="1553164" y="2631466"/>
                </a:cubicBezTo>
                <a:cubicBezTo>
                  <a:pt x="1558713" y="2634000"/>
                  <a:pt x="1564818" y="2634921"/>
                  <a:pt x="1570834" y="2634468"/>
                </a:cubicBezTo>
                <a:close/>
                <a:moveTo>
                  <a:pt x="6193675" y="2634652"/>
                </a:moveTo>
                <a:cubicBezTo>
                  <a:pt x="6209093" y="2634728"/>
                  <a:pt x="6224448" y="2623560"/>
                  <a:pt x="6226985" y="2607238"/>
                </a:cubicBezTo>
                <a:cubicBezTo>
                  <a:pt x="6238716" y="2579060"/>
                  <a:pt x="6201268" y="2551112"/>
                  <a:pt x="6177355" y="2567835"/>
                </a:cubicBezTo>
                <a:cubicBezTo>
                  <a:pt x="6153217" y="2580435"/>
                  <a:pt x="6152991" y="2619608"/>
                  <a:pt x="6178709" y="2630604"/>
                </a:cubicBezTo>
                <a:cubicBezTo>
                  <a:pt x="6183390" y="2633353"/>
                  <a:pt x="6188536" y="2634627"/>
                  <a:pt x="6193675" y="2634652"/>
                </a:cubicBezTo>
                <a:close/>
                <a:moveTo>
                  <a:pt x="6292796" y="2634684"/>
                </a:moveTo>
                <a:cubicBezTo>
                  <a:pt x="6310267" y="2636928"/>
                  <a:pt x="6329625" y="2626131"/>
                  <a:pt x="6332353" y="2606878"/>
                </a:cubicBezTo>
                <a:cubicBezTo>
                  <a:pt x="6341904" y="2575889"/>
                  <a:pt x="6300063" y="2549524"/>
                  <a:pt x="6276640" y="2570569"/>
                </a:cubicBezTo>
                <a:cubicBezTo>
                  <a:pt x="6257766" y="2583752"/>
                  <a:pt x="6258221" y="2614510"/>
                  <a:pt x="6276640" y="2627924"/>
                </a:cubicBezTo>
                <a:cubicBezTo>
                  <a:pt x="6281359" y="2631739"/>
                  <a:pt x="6286973" y="2633936"/>
                  <a:pt x="6292796" y="2634684"/>
                </a:cubicBezTo>
                <a:close/>
                <a:moveTo>
                  <a:pt x="2080177" y="2634714"/>
                </a:moveTo>
                <a:cubicBezTo>
                  <a:pt x="2099485" y="2635865"/>
                  <a:pt x="2120433" y="2621359"/>
                  <a:pt x="2119247" y="2600010"/>
                </a:cubicBezTo>
                <a:cubicBezTo>
                  <a:pt x="2122412" y="2568559"/>
                  <a:pt x="2078552" y="2551112"/>
                  <a:pt x="2059553" y="2575217"/>
                </a:cubicBezTo>
                <a:cubicBezTo>
                  <a:pt x="2044627" y="2589450"/>
                  <a:pt x="2046210" y="2615620"/>
                  <a:pt x="2062267" y="2628017"/>
                </a:cubicBezTo>
                <a:cubicBezTo>
                  <a:pt x="2067464" y="2632206"/>
                  <a:pt x="2073730" y="2634330"/>
                  <a:pt x="2080177" y="2634714"/>
                </a:cubicBezTo>
                <a:close/>
                <a:moveTo>
                  <a:pt x="7323155" y="2634792"/>
                </a:moveTo>
                <a:cubicBezTo>
                  <a:pt x="7342271" y="2634952"/>
                  <a:pt x="7360481" y="2621302"/>
                  <a:pt x="7358755" y="2599871"/>
                </a:cubicBezTo>
                <a:cubicBezTo>
                  <a:pt x="7362667" y="2575151"/>
                  <a:pt x="7332749" y="2555874"/>
                  <a:pt x="7310885" y="2566760"/>
                </a:cubicBezTo>
                <a:cubicBezTo>
                  <a:pt x="7286720" y="2576965"/>
                  <a:pt x="7284879" y="2613932"/>
                  <a:pt x="7304441" y="2629807"/>
                </a:cubicBezTo>
                <a:cubicBezTo>
                  <a:pt x="7310310" y="2633152"/>
                  <a:pt x="7316783" y="2634739"/>
                  <a:pt x="7323155" y="2634792"/>
                </a:cubicBezTo>
                <a:close/>
                <a:moveTo>
                  <a:pt x="4650475" y="2634814"/>
                </a:moveTo>
                <a:cubicBezTo>
                  <a:pt x="4667163" y="2635812"/>
                  <a:pt x="4684909" y="2625742"/>
                  <a:pt x="4686106" y="2607337"/>
                </a:cubicBezTo>
                <a:cubicBezTo>
                  <a:pt x="4692492" y="2581639"/>
                  <a:pt x="4665809" y="2552700"/>
                  <a:pt x="4640265" y="2565202"/>
                </a:cubicBezTo>
                <a:cubicBezTo>
                  <a:pt x="4613354" y="2573305"/>
                  <a:pt x="4611529" y="2616365"/>
                  <a:pt x="4634792" y="2630025"/>
                </a:cubicBezTo>
                <a:cubicBezTo>
                  <a:pt x="4639467" y="2632918"/>
                  <a:pt x="4644912" y="2634481"/>
                  <a:pt x="4650475" y="2634814"/>
                </a:cubicBezTo>
                <a:close/>
                <a:moveTo>
                  <a:pt x="6397695" y="2634842"/>
                </a:moveTo>
                <a:cubicBezTo>
                  <a:pt x="6416799" y="2635078"/>
                  <a:pt x="6436354" y="2619697"/>
                  <a:pt x="6435325" y="2599303"/>
                </a:cubicBezTo>
                <a:cubicBezTo>
                  <a:pt x="6437154" y="2575767"/>
                  <a:pt x="6406507" y="2554287"/>
                  <a:pt x="6385466" y="2567083"/>
                </a:cubicBezTo>
                <a:cubicBezTo>
                  <a:pt x="6361680" y="2578052"/>
                  <a:pt x="6356191" y="2614384"/>
                  <a:pt x="6379520" y="2629008"/>
                </a:cubicBezTo>
                <a:cubicBezTo>
                  <a:pt x="6385009" y="2632950"/>
                  <a:pt x="6391327" y="2634764"/>
                  <a:pt x="6397695" y="2634842"/>
                </a:cubicBezTo>
                <a:close/>
                <a:moveTo>
                  <a:pt x="2392700" y="2634906"/>
                </a:moveTo>
                <a:cubicBezTo>
                  <a:pt x="2411285" y="2634142"/>
                  <a:pt x="2429171" y="2619584"/>
                  <a:pt x="2425519" y="2599082"/>
                </a:cubicBezTo>
                <a:cubicBezTo>
                  <a:pt x="2428066" y="2576570"/>
                  <a:pt x="2403236" y="2554287"/>
                  <a:pt x="2381180" y="2565543"/>
                </a:cubicBezTo>
                <a:cubicBezTo>
                  <a:pt x="2353331" y="2572664"/>
                  <a:pt x="2351018" y="2617459"/>
                  <a:pt x="2374685" y="2630782"/>
                </a:cubicBezTo>
                <a:cubicBezTo>
                  <a:pt x="2380253" y="2633883"/>
                  <a:pt x="2386514" y="2635161"/>
                  <a:pt x="2392700" y="2634906"/>
                </a:cubicBezTo>
                <a:close/>
                <a:moveTo>
                  <a:pt x="7528900" y="2634963"/>
                </a:moveTo>
                <a:cubicBezTo>
                  <a:pt x="7544631" y="2636330"/>
                  <a:pt x="7560851" y="2629149"/>
                  <a:pt x="7564187" y="2611935"/>
                </a:cubicBezTo>
                <a:cubicBezTo>
                  <a:pt x="7570629" y="2589592"/>
                  <a:pt x="7552913" y="2570669"/>
                  <a:pt x="7534738" y="2560637"/>
                </a:cubicBezTo>
                <a:cubicBezTo>
                  <a:pt x="7512881" y="2565653"/>
                  <a:pt x="7491254" y="2581840"/>
                  <a:pt x="7496546" y="2606692"/>
                </a:cubicBezTo>
                <a:cubicBezTo>
                  <a:pt x="7497926" y="2623677"/>
                  <a:pt x="7513169" y="2633595"/>
                  <a:pt x="7528900" y="2634963"/>
                </a:cubicBezTo>
                <a:close/>
                <a:moveTo>
                  <a:pt x="4444048" y="2635165"/>
                </a:moveTo>
                <a:cubicBezTo>
                  <a:pt x="4454424" y="2635906"/>
                  <a:pt x="4465253" y="2632370"/>
                  <a:pt x="4472056" y="2624728"/>
                </a:cubicBezTo>
                <a:cubicBezTo>
                  <a:pt x="4484529" y="2613551"/>
                  <a:pt x="4483622" y="2592792"/>
                  <a:pt x="4476138" y="2578877"/>
                </a:cubicBezTo>
                <a:cubicBezTo>
                  <a:pt x="4467067" y="2562224"/>
                  <a:pt x="4445295" y="2567471"/>
                  <a:pt x="4429647" y="2564733"/>
                </a:cubicBezTo>
                <a:cubicBezTo>
                  <a:pt x="4417174" y="2579789"/>
                  <a:pt x="4408329" y="2601460"/>
                  <a:pt x="4418761" y="2619938"/>
                </a:cubicBezTo>
                <a:cubicBezTo>
                  <a:pt x="4423751" y="2629405"/>
                  <a:pt x="4433673" y="2634423"/>
                  <a:pt x="4444048" y="2635165"/>
                </a:cubicBezTo>
                <a:close/>
                <a:moveTo>
                  <a:pt x="5784295" y="2635228"/>
                </a:moveTo>
                <a:cubicBezTo>
                  <a:pt x="5802178" y="2634678"/>
                  <a:pt x="5819254" y="2618885"/>
                  <a:pt x="5816846" y="2599209"/>
                </a:cubicBezTo>
                <a:cubicBezTo>
                  <a:pt x="5821204" y="2570443"/>
                  <a:pt x="5781517" y="2551112"/>
                  <a:pt x="5761329" y="2570903"/>
                </a:cubicBezTo>
                <a:cubicBezTo>
                  <a:pt x="5741829" y="2585632"/>
                  <a:pt x="5745500" y="2619231"/>
                  <a:pt x="5766835" y="2630277"/>
                </a:cubicBezTo>
                <a:cubicBezTo>
                  <a:pt x="5772283" y="2633901"/>
                  <a:pt x="5778334" y="2635412"/>
                  <a:pt x="5784295" y="2635228"/>
                </a:cubicBezTo>
                <a:close/>
                <a:moveTo>
                  <a:pt x="4548064" y="2635327"/>
                </a:moveTo>
                <a:cubicBezTo>
                  <a:pt x="4566702" y="2635348"/>
                  <a:pt x="4584410" y="2620265"/>
                  <a:pt x="4583383" y="2599525"/>
                </a:cubicBezTo>
                <a:cubicBezTo>
                  <a:pt x="4587717" y="2574844"/>
                  <a:pt x="4557378" y="2555875"/>
                  <a:pt x="4536619" y="2566616"/>
                </a:cubicBezTo>
                <a:cubicBezTo>
                  <a:pt x="4513123" y="2577586"/>
                  <a:pt x="4509929" y="2614151"/>
                  <a:pt x="4529775" y="2629920"/>
                </a:cubicBezTo>
                <a:cubicBezTo>
                  <a:pt x="4535535" y="2633634"/>
                  <a:pt x="4541851" y="2635319"/>
                  <a:pt x="4548064" y="2635327"/>
                </a:cubicBezTo>
                <a:close/>
                <a:moveTo>
                  <a:pt x="1982408" y="2635350"/>
                </a:moveTo>
                <a:cubicBezTo>
                  <a:pt x="2000456" y="2634497"/>
                  <a:pt x="2017525" y="2618520"/>
                  <a:pt x="2017182" y="2599174"/>
                </a:cubicBezTo>
                <a:cubicBezTo>
                  <a:pt x="2015805" y="2577755"/>
                  <a:pt x="1992413" y="2555875"/>
                  <a:pt x="1970850" y="2565318"/>
                </a:cubicBezTo>
                <a:cubicBezTo>
                  <a:pt x="1940351" y="2572227"/>
                  <a:pt x="1936683" y="2617829"/>
                  <a:pt x="1964658" y="2630726"/>
                </a:cubicBezTo>
                <a:cubicBezTo>
                  <a:pt x="1970275" y="2634238"/>
                  <a:pt x="1976397" y="2635635"/>
                  <a:pt x="1982408" y="2635350"/>
                </a:cubicBezTo>
                <a:close/>
                <a:moveTo>
                  <a:pt x="5580456" y="2635546"/>
                </a:moveTo>
                <a:cubicBezTo>
                  <a:pt x="5602000" y="2633335"/>
                  <a:pt x="5621032" y="2609289"/>
                  <a:pt x="5611065" y="2586790"/>
                </a:cubicBezTo>
                <a:cubicBezTo>
                  <a:pt x="5602358" y="2558851"/>
                  <a:pt x="5559283" y="2555874"/>
                  <a:pt x="5547140" y="2583126"/>
                </a:cubicBezTo>
                <a:cubicBezTo>
                  <a:pt x="5535454" y="2598469"/>
                  <a:pt x="5544161" y="2620225"/>
                  <a:pt x="5559054" y="2629614"/>
                </a:cubicBezTo>
                <a:cubicBezTo>
                  <a:pt x="5565813" y="2634594"/>
                  <a:pt x="5573274" y="2636283"/>
                  <a:pt x="5580456" y="2635546"/>
                </a:cubicBezTo>
                <a:close/>
                <a:moveTo>
                  <a:pt x="1687548" y="2735012"/>
                </a:moveTo>
                <a:cubicBezTo>
                  <a:pt x="1697086" y="2731146"/>
                  <a:pt x="1704577" y="2723413"/>
                  <a:pt x="1705729" y="2712269"/>
                </a:cubicBezTo>
                <a:cubicBezTo>
                  <a:pt x="1711262" y="2691572"/>
                  <a:pt x="1696510" y="2663825"/>
                  <a:pt x="1672076" y="2667464"/>
                </a:cubicBezTo>
                <a:cubicBezTo>
                  <a:pt x="1636117" y="2663825"/>
                  <a:pt x="1627128" y="2721139"/>
                  <a:pt x="1657093" y="2734558"/>
                </a:cubicBezTo>
                <a:cubicBezTo>
                  <a:pt x="1666429" y="2738879"/>
                  <a:pt x="1678012" y="2738879"/>
                  <a:pt x="1687548" y="2735012"/>
                </a:cubicBezTo>
                <a:close/>
                <a:moveTo>
                  <a:pt x="1991460" y="2735794"/>
                </a:moveTo>
                <a:cubicBezTo>
                  <a:pt x="2010291" y="2728884"/>
                  <a:pt x="2023590" y="2703796"/>
                  <a:pt x="2012850" y="2685597"/>
                </a:cubicBezTo>
                <a:cubicBezTo>
                  <a:pt x="2003983" y="2665413"/>
                  <a:pt x="1973511" y="2660650"/>
                  <a:pt x="1958285" y="2676072"/>
                </a:cubicBezTo>
                <a:cubicBezTo>
                  <a:pt x="1936690" y="2691493"/>
                  <a:pt x="1945551" y="2730500"/>
                  <a:pt x="1971468" y="2735716"/>
                </a:cubicBezTo>
                <a:cubicBezTo>
                  <a:pt x="1978286" y="2738381"/>
                  <a:pt x="1985184" y="2738097"/>
                  <a:pt x="1991460" y="2735794"/>
                </a:cubicBezTo>
                <a:close/>
                <a:moveTo>
                  <a:pt x="2075687" y="2736027"/>
                </a:moveTo>
                <a:cubicBezTo>
                  <a:pt x="2105294" y="2746375"/>
                  <a:pt x="2133534" y="2707231"/>
                  <a:pt x="2113333" y="2683384"/>
                </a:cubicBezTo>
                <a:cubicBezTo>
                  <a:pt x="2100928" y="2662237"/>
                  <a:pt x="2066269" y="2662687"/>
                  <a:pt x="2054336" y="2684059"/>
                </a:cubicBezTo>
                <a:cubicBezTo>
                  <a:pt x="2039872" y="2702731"/>
                  <a:pt x="2054107" y="2730627"/>
                  <a:pt x="2075687" y="2736027"/>
                </a:cubicBezTo>
                <a:close/>
                <a:moveTo>
                  <a:pt x="1374142" y="2736052"/>
                </a:moveTo>
                <a:cubicBezTo>
                  <a:pt x="1397576" y="2731929"/>
                  <a:pt x="1400793" y="2706735"/>
                  <a:pt x="1401712" y="2687495"/>
                </a:cubicBezTo>
                <a:cubicBezTo>
                  <a:pt x="1386547" y="2671233"/>
                  <a:pt x="1358978" y="2655887"/>
                  <a:pt x="1340368" y="2676272"/>
                </a:cubicBezTo>
                <a:cubicBezTo>
                  <a:pt x="1314402" y="2698718"/>
                  <a:pt x="1341057" y="2747962"/>
                  <a:pt x="1374142" y="2736052"/>
                </a:cubicBezTo>
                <a:close/>
                <a:moveTo>
                  <a:pt x="1268907" y="2736236"/>
                </a:moveTo>
                <a:cubicBezTo>
                  <a:pt x="1288662" y="2731214"/>
                  <a:pt x="1304860" y="2708816"/>
                  <a:pt x="1295286" y="2688469"/>
                </a:cubicBezTo>
                <a:cubicBezTo>
                  <a:pt x="1286854" y="2665444"/>
                  <a:pt x="1254032" y="2659061"/>
                  <a:pt x="1237620" y="2677299"/>
                </a:cubicBezTo>
                <a:cubicBezTo>
                  <a:pt x="1219157" y="2693941"/>
                  <a:pt x="1226449" y="2725629"/>
                  <a:pt x="1248790" y="2734748"/>
                </a:cubicBezTo>
                <a:cubicBezTo>
                  <a:pt x="1255342" y="2737654"/>
                  <a:pt x="1262322" y="2737911"/>
                  <a:pt x="1268907" y="2736236"/>
                </a:cubicBezTo>
                <a:close/>
                <a:moveTo>
                  <a:pt x="2296736" y="2737535"/>
                </a:moveTo>
                <a:cubicBezTo>
                  <a:pt x="2315985" y="2733230"/>
                  <a:pt x="2330639" y="2711429"/>
                  <a:pt x="2321897" y="2691410"/>
                </a:cubicBezTo>
                <a:cubicBezTo>
                  <a:pt x="2316642" y="2666527"/>
                  <a:pt x="2281450" y="2659062"/>
                  <a:pt x="2264762" y="2676933"/>
                </a:cubicBezTo>
                <a:cubicBezTo>
                  <a:pt x="2247841" y="2694124"/>
                  <a:pt x="2254701" y="2725567"/>
                  <a:pt x="2276652" y="2735294"/>
                </a:cubicBezTo>
                <a:cubicBezTo>
                  <a:pt x="2283392" y="2738461"/>
                  <a:pt x="2290320" y="2738970"/>
                  <a:pt x="2296736" y="2737535"/>
                </a:cubicBezTo>
                <a:close/>
                <a:moveTo>
                  <a:pt x="7741454" y="2737575"/>
                </a:moveTo>
                <a:cubicBezTo>
                  <a:pt x="7761798" y="2733418"/>
                  <a:pt x="7778509" y="2709792"/>
                  <a:pt x="7768740" y="2689602"/>
                </a:cubicBezTo>
                <a:cubicBezTo>
                  <a:pt x="7761426" y="2668563"/>
                  <a:pt x="7732174" y="2659062"/>
                  <a:pt x="7714577" y="2673540"/>
                </a:cubicBezTo>
                <a:cubicBezTo>
                  <a:pt x="7692866" y="2687792"/>
                  <a:pt x="7695380" y="2726023"/>
                  <a:pt x="7720747" y="2734393"/>
                </a:cubicBezTo>
                <a:cubicBezTo>
                  <a:pt x="7727489" y="2738183"/>
                  <a:pt x="7734673" y="2738960"/>
                  <a:pt x="7741454" y="2737575"/>
                </a:cubicBezTo>
                <a:close/>
                <a:moveTo>
                  <a:pt x="6609251" y="2737642"/>
                </a:moveTo>
                <a:cubicBezTo>
                  <a:pt x="6629005" y="2734662"/>
                  <a:pt x="6645825" y="2712563"/>
                  <a:pt x="6638424" y="2691864"/>
                </a:cubicBezTo>
                <a:cubicBezTo>
                  <a:pt x="6633266" y="2666754"/>
                  <a:pt x="6599176" y="2659062"/>
                  <a:pt x="6581907" y="2675802"/>
                </a:cubicBezTo>
                <a:cubicBezTo>
                  <a:pt x="6567329" y="2692316"/>
                  <a:pt x="6569123" y="2722404"/>
                  <a:pt x="6589308" y="2733489"/>
                </a:cubicBezTo>
                <a:cubicBezTo>
                  <a:pt x="6595756" y="2737504"/>
                  <a:pt x="6602667" y="2738635"/>
                  <a:pt x="6609251" y="2737642"/>
                </a:cubicBezTo>
                <a:close/>
                <a:moveTo>
                  <a:pt x="6917172" y="2737704"/>
                </a:moveTo>
                <a:cubicBezTo>
                  <a:pt x="6933941" y="2735758"/>
                  <a:pt x="6949462" y="2721598"/>
                  <a:pt x="6948098" y="2703739"/>
                </a:cubicBezTo>
                <a:cubicBezTo>
                  <a:pt x="6949917" y="2677205"/>
                  <a:pt x="6916713" y="2655887"/>
                  <a:pt x="6894653" y="2672896"/>
                </a:cubicBezTo>
                <a:cubicBezTo>
                  <a:pt x="6868954" y="2686957"/>
                  <a:pt x="6875095" y="2725057"/>
                  <a:pt x="6900566" y="2735262"/>
                </a:cubicBezTo>
                <a:cubicBezTo>
                  <a:pt x="6905854" y="2737643"/>
                  <a:pt x="6911582" y="2738352"/>
                  <a:pt x="6917172" y="2737704"/>
                </a:cubicBezTo>
                <a:close/>
                <a:moveTo>
                  <a:pt x="2193548" y="2737753"/>
                </a:moveTo>
                <a:cubicBezTo>
                  <a:pt x="2213068" y="2733291"/>
                  <a:pt x="2227482" y="2709494"/>
                  <a:pt x="2218809" y="2689241"/>
                </a:cubicBezTo>
                <a:cubicBezTo>
                  <a:pt x="2213367" y="2666963"/>
                  <a:pt x="2183652" y="2662237"/>
                  <a:pt x="2166190" y="2673039"/>
                </a:cubicBezTo>
                <a:cubicBezTo>
                  <a:pt x="2146235" y="2689016"/>
                  <a:pt x="2149637" y="2724121"/>
                  <a:pt x="2172994" y="2734923"/>
                </a:cubicBezTo>
                <a:cubicBezTo>
                  <a:pt x="2179968" y="2738580"/>
                  <a:pt x="2187041" y="2739241"/>
                  <a:pt x="2193548" y="2737753"/>
                </a:cubicBezTo>
                <a:close/>
                <a:moveTo>
                  <a:pt x="5985808" y="2737851"/>
                </a:moveTo>
                <a:cubicBezTo>
                  <a:pt x="6001924" y="2739106"/>
                  <a:pt x="6019189" y="2727422"/>
                  <a:pt x="6021910" y="2711055"/>
                </a:cubicBezTo>
                <a:cubicBezTo>
                  <a:pt x="6029167" y="2688333"/>
                  <a:pt x="6008076" y="2662237"/>
                  <a:pt x="5983810" y="2668086"/>
                </a:cubicBezTo>
                <a:cubicBezTo>
                  <a:pt x="5952513" y="2669661"/>
                  <a:pt x="5948204" y="2716229"/>
                  <a:pt x="5970656" y="2731977"/>
                </a:cubicBezTo>
                <a:cubicBezTo>
                  <a:pt x="5975192" y="2735577"/>
                  <a:pt x="5980437" y="2737433"/>
                  <a:pt x="5985808" y="2737851"/>
                </a:cubicBezTo>
                <a:close/>
                <a:moveTo>
                  <a:pt x="7121683" y="2737852"/>
                </a:moveTo>
                <a:cubicBezTo>
                  <a:pt x="7140723" y="2736111"/>
                  <a:pt x="7158384" y="2717992"/>
                  <a:pt x="7155134" y="2697822"/>
                </a:cubicBezTo>
                <a:cubicBezTo>
                  <a:pt x="7151713" y="2671841"/>
                  <a:pt x="7115907" y="2655887"/>
                  <a:pt x="7096749" y="2675943"/>
                </a:cubicBezTo>
                <a:cubicBezTo>
                  <a:pt x="7078504" y="2690985"/>
                  <a:pt x="7080329" y="2723804"/>
                  <a:pt x="7102907" y="2733604"/>
                </a:cubicBezTo>
                <a:cubicBezTo>
                  <a:pt x="7108837" y="2737193"/>
                  <a:pt x="7115337" y="2738433"/>
                  <a:pt x="7121683" y="2737852"/>
                </a:cubicBezTo>
                <a:close/>
                <a:moveTo>
                  <a:pt x="5577395" y="2737857"/>
                </a:moveTo>
                <a:cubicBezTo>
                  <a:pt x="5595582" y="2738126"/>
                  <a:pt x="5614602" y="2722706"/>
                  <a:pt x="5613920" y="2703291"/>
                </a:cubicBezTo>
                <a:cubicBezTo>
                  <a:pt x="5614829" y="2679466"/>
                  <a:pt x="5588902" y="2657474"/>
                  <a:pt x="5565931" y="2668241"/>
                </a:cubicBezTo>
                <a:cubicBezTo>
                  <a:pt x="5537956" y="2676259"/>
                  <a:pt x="5535454" y="2718181"/>
                  <a:pt x="5560245" y="2731926"/>
                </a:cubicBezTo>
                <a:cubicBezTo>
                  <a:pt x="5565362" y="2735935"/>
                  <a:pt x="5571332" y="2737768"/>
                  <a:pt x="5577395" y="2737857"/>
                </a:cubicBezTo>
                <a:close/>
                <a:moveTo>
                  <a:pt x="5892430" y="2737864"/>
                </a:moveTo>
                <a:cubicBezTo>
                  <a:pt x="5912474" y="2733055"/>
                  <a:pt x="5927688" y="2708933"/>
                  <a:pt x="5918525" y="2688539"/>
                </a:cubicBezTo>
                <a:cubicBezTo>
                  <a:pt x="5910687" y="2662490"/>
                  <a:pt x="5868964" y="2659062"/>
                  <a:pt x="5856516" y="2683055"/>
                </a:cubicBezTo>
                <a:cubicBezTo>
                  <a:pt x="5846604" y="2700879"/>
                  <a:pt x="5853059" y="2725557"/>
                  <a:pt x="5871500" y="2735383"/>
                </a:cubicBezTo>
                <a:cubicBezTo>
                  <a:pt x="5878531" y="2738925"/>
                  <a:pt x="5885749" y="2739467"/>
                  <a:pt x="5892430" y="2737864"/>
                </a:cubicBezTo>
                <a:close/>
                <a:moveTo>
                  <a:pt x="5060751" y="2738050"/>
                </a:moveTo>
                <a:cubicBezTo>
                  <a:pt x="5077170" y="2739297"/>
                  <a:pt x="5094756" y="2727785"/>
                  <a:pt x="5097176" y="2710901"/>
                </a:cubicBezTo>
                <a:cubicBezTo>
                  <a:pt x="5105241" y="2688161"/>
                  <a:pt x="5083580" y="2662237"/>
                  <a:pt x="5059153" y="2667467"/>
                </a:cubicBezTo>
                <a:cubicBezTo>
                  <a:pt x="5026890" y="2669287"/>
                  <a:pt x="5019516" y="2716358"/>
                  <a:pt x="5045326" y="2732276"/>
                </a:cubicBezTo>
                <a:cubicBezTo>
                  <a:pt x="5049935" y="2735801"/>
                  <a:pt x="5055278" y="2737634"/>
                  <a:pt x="5060751" y="2738050"/>
                </a:cubicBezTo>
                <a:close/>
                <a:moveTo>
                  <a:pt x="7322529" y="2738084"/>
                </a:moveTo>
                <a:cubicBezTo>
                  <a:pt x="7340968" y="2738773"/>
                  <a:pt x="7359922" y="2724099"/>
                  <a:pt x="7358550" y="2704082"/>
                </a:cubicBezTo>
                <a:cubicBezTo>
                  <a:pt x="7362667" y="2681689"/>
                  <a:pt x="7340482" y="2662237"/>
                  <a:pt x="7318526" y="2667892"/>
                </a:cubicBezTo>
                <a:cubicBezTo>
                  <a:pt x="7288108" y="2671511"/>
                  <a:pt x="7281704" y="2715844"/>
                  <a:pt x="7305032" y="2731903"/>
                </a:cubicBezTo>
                <a:cubicBezTo>
                  <a:pt x="7310292" y="2735918"/>
                  <a:pt x="7316382" y="2737854"/>
                  <a:pt x="7322529" y="2738084"/>
                </a:cubicBezTo>
                <a:close/>
                <a:moveTo>
                  <a:pt x="6297002" y="2738091"/>
                </a:moveTo>
                <a:cubicBezTo>
                  <a:pt x="6312272" y="2737933"/>
                  <a:pt x="6327218" y="2727017"/>
                  <a:pt x="6331537" y="2712293"/>
                </a:cubicBezTo>
                <a:cubicBezTo>
                  <a:pt x="6341904" y="2684311"/>
                  <a:pt x="6304353" y="2654299"/>
                  <a:pt x="6279011" y="2671675"/>
                </a:cubicBezTo>
                <a:cubicBezTo>
                  <a:pt x="6254591" y="2684537"/>
                  <a:pt x="6255513" y="2724027"/>
                  <a:pt x="6282006" y="2734407"/>
                </a:cubicBezTo>
                <a:cubicBezTo>
                  <a:pt x="6286787" y="2737002"/>
                  <a:pt x="6291912" y="2738144"/>
                  <a:pt x="6297002" y="2738091"/>
                </a:cubicBezTo>
                <a:close/>
                <a:moveTo>
                  <a:pt x="1578648" y="2738092"/>
                </a:moveTo>
                <a:cubicBezTo>
                  <a:pt x="1595330" y="2733642"/>
                  <a:pt x="1608143" y="2714672"/>
                  <a:pt x="1603576" y="2696482"/>
                </a:cubicBezTo>
                <a:cubicBezTo>
                  <a:pt x="1601321" y="2672228"/>
                  <a:pt x="1573129" y="2659062"/>
                  <a:pt x="1553056" y="2670842"/>
                </a:cubicBezTo>
                <a:cubicBezTo>
                  <a:pt x="1527119" y="2684240"/>
                  <a:pt x="1532080" y="2730668"/>
                  <a:pt x="1561174" y="2737136"/>
                </a:cubicBezTo>
                <a:cubicBezTo>
                  <a:pt x="1567096" y="2739445"/>
                  <a:pt x="1573086" y="2739575"/>
                  <a:pt x="1578648" y="2738092"/>
                </a:cubicBezTo>
                <a:close/>
                <a:moveTo>
                  <a:pt x="7012631" y="2738123"/>
                </a:moveTo>
                <a:cubicBezTo>
                  <a:pt x="7027492" y="2739743"/>
                  <a:pt x="7043034" y="2731259"/>
                  <a:pt x="7049251" y="2717277"/>
                </a:cubicBezTo>
                <a:cubicBezTo>
                  <a:pt x="7064217" y="2690449"/>
                  <a:pt x="7028528" y="2654299"/>
                  <a:pt x="7001359" y="2670441"/>
                </a:cubicBezTo>
                <a:cubicBezTo>
                  <a:pt x="6975571" y="2680445"/>
                  <a:pt x="6973729" y="2720460"/>
                  <a:pt x="6998366" y="2732965"/>
                </a:cubicBezTo>
                <a:cubicBezTo>
                  <a:pt x="7002798" y="2735920"/>
                  <a:pt x="7007677" y="2737583"/>
                  <a:pt x="7012631" y="2738123"/>
                </a:cubicBezTo>
                <a:close/>
                <a:moveTo>
                  <a:pt x="1773323" y="2738133"/>
                </a:moveTo>
                <a:cubicBezTo>
                  <a:pt x="1791565" y="2738661"/>
                  <a:pt x="1810884" y="2723847"/>
                  <a:pt x="1809024" y="2703866"/>
                </a:cubicBezTo>
                <a:cubicBezTo>
                  <a:pt x="1812857" y="2678374"/>
                  <a:pt x="1784448" y="2657474"/>
                  <a:pt x="1762128" y="2669187"/>
                </a:cubicBezTo>
                <a:cubicBezTo>
                  <a:pt x="1738004" y="2678833"/>
                  <a:pt x="1735072" y="2717876"/>
                  <a:pt x="1756266" y="2732115"/>
                </a:cubicBezTo>
                <a:cubicBezTo>
                  <a:pt x="1761282" y="2736077"/>
                  <a:pt x="1767243" y="2737957"/>
                  <a:pt x="1773323" y="2738133"/>
                </a:cubicBezTo>
                <a:close/>
                <a:moveTo>
                  <a:pt x="4343641" y="2738148"/>
                </a:moveTo>
                <a:cubicBezTo>
                  <a:pt x="4359503" y="2738447"/>
                  <a:pt x="4376141" y="2727976"/>
                  <a:pt x="4378037" y="2711735"/>
                </a:cubicBezTo>
                <a:cubicBezTo>
                  <a:pt x="4387692" y="2685293"/>
                  <a:pt x="4357347" y="2655887"/>
                  <a:pt x="4331600" y="2669564"/>
                </a:cubicBezTo>
                <a:cubicBezTo>
                  <a:pt x="4304244" y="2678910"/>
                  <a:pt x="4303554" y="2721308"/>
                  <a:pt x="4328612" y="2734074"/>
                </a:cubicBezTo>
                <a:cubicBezTo>
                  <a:pt x="4333152" y="2736752"/>
                  <a:pt x="4338353" y="2738048"/>
                  <a:pt x="4343641" y="2738148"/>
                </a:cubicBezTo>
                <a:close/>
                <a:moveTo>
                  <a:pt x="8151477" y="2738227"/>
                </a:moveTo>
                <a:cubicBezTo>
                  <a:pt x="8170338" y="2735717"/>
                  <a:pt x="8186336" y="2716982"/>
                  <a:pt x="8180846" y="2696040"/>
                </a:cubicBezTo>
                <a:cubicBezTo>
                  <a:pt x="8180846" y="2666502"/>
                  <a:pt x="8138299" y="2655887"/>
                  <a:pt x="8122058" y="2678271"/>
                </a:cubicBezTo>
                <a:cubicBezTo>
                  <a:pt x="8108791" y="2694656"/>
                  <a:pt x="8112451" y="2725347"/>
                  <a:pt x="8132352" y="2734809"/>
                </a:cubicBezTo>
                <a:cubicBezTo>
                  <a:pt x="8138585" y="2738097"/>
                  <a:pt x="8145190" y="2739063"/>
                  <a:pt x="8151477" y="2738227"/>
                </a:cubicBezTo>
                <a:close/>
                <a:moveTo>
                  <a:pt x="6502148" y="2738267"/>
                </a:moveTo>
                <a:cubicBezTo>
                  <a:pt x="6519934" y="2738457"/>
                  <a:pt x="6537911" y="2723481"/>
                  <a:pt x="6536046" y="2704189"/>
                </a:cubicBezTo>
                <a:cubicBezTo>
                  <a:pt x="6540342" y="2678918"/>
                  <a:pt x="6509815" y="2659062"/>
                  <a:pt x="6487654" y="2670118"/>
                </a:cubicBezTo>
                <a:cubicBezTo>
                  <a:pt x="6462554" y="2680046"/>
                  <a:pt x="6463685" y="2719307"/>
                  <a:pt x="6485167" y="2732619"/>
                </a:cubicBezTo>
                <a:cubicBezTo>
                  <a:pt x="6490312" y="2736455"/>
                  <a:pt x="6496219" y="2738203"/>
                  <a:pt x="6502148" y="2738267"/>
                </a:cubicBezTo>
                <a:close/>
                <a:moveTo>
                  <a:pt x="6711739" y="2738277"/>
                </a:moveTo>
                <a:cubicBezTo>
                  <a:pt x="6730502" y="2735448"/>
                  <a:pt x="6746490" y="2716420"/>
                  <a:pt x="6741047" y="2695849"/>
                </a:cubicBezTo>
                <a:cubicBezTo>
                  <a:pt x="6740367" y="2671163"/>
                  <a:pt x="6710658" y="2660649"/>
                  <a:pt x="6690927" y="2670478"/>
                </a:cubicBezTo>
                <a:cubicBezTo>
                  <a:pt x="6668929" y="2684649"/>
                  <a:pt x="6671424" y="2721677"/>
                  <a:pt x="6692742" y="2735162"/>
                </a:cubicBezTo>
                <a:cubicBezTo>
                  <a:pt x="6698922" y="2738362"/>
                  <a:pt x="6705484" y="2739219"/>
                  <a:pt x="6711739" y="2738277"/>
                </a:cubicBezTo>
                <a:close/>
                <a:moveTo>
                  <a:pt x="6404781" y="2738317"/>
                </a:moveTo>
                <a:cubicBezTo>
                  <a:pt x="6423618" y="2735169"/>
                  <a:pt x="6440160" y="2715828"/>
                  <a:pt x="6434887" y="2695579"/>
                </a:cubicBezTo>
                <a:cubicBezTo>
                  <a:pt x="6430578" y="2669041"/>
                  <a:pt x="6392704" y="2655887"/>
                  <a:pt x="6375242" y="2677579"/>
                </a:cubicBezTo>
                <a:cubicBezTo>
                  <a:pt x="6357779" y="2694425"/>
                  <a:pt x="6363676" y="2726501"/>
                  <a:pt x="6385901" y="2735501"/>
                </a:cubicBezTo>
                <a:cubicBezTo>
                  <a:pt x="6391967" y="2738616"/>
                  <a:pt x="6398502" y="2739366"/>
                  <a:pt x="6404781" y="2738317"/>
                </a:cubicBezTo>
                <a:close/>
                <a:moveTo>
                  <a:pt x="5170801" y="2738321"/>
                </a:moveTo>
                <a:cubicBezTo>
                  <a:pt x="5191447" y="2735004"/>
                  <a:pt x="5208468" y="2711169"/>
                  <a:pt x="5199059" y="2689525"/>
                </a:cubicBezTo>
                <a:cubicBezTo>
                  <a:pt x="5190848" y="2659978"/>
                  <a:pt x="5142493" y="2659062"/>
                  <a:pt x="5134738" y="2689525"/>
                </a:cubicBezTo>
                <a:cubicBezTo>
                  <a:pt x="5132457" y="2705100"/>
                  <a:pt x="5132229" y="2726859"/>
                  <a:pt x="5149792" y="2733959"/>
                </a:cubicBezTo>
                <a:cubicBezTo>
                  <a:pt x="5156635" y="2738253"/>
                  <a:pt x="5163919" y="2739427"/>
                  <a:pt x="5170801" y="2738321"/>
                </a:cubicBezTo>
                <a:close/>
                <a:moveTo>
                  <a:pt x="1880468" y="2738325"/>
                </a:moveTo>
                <a:cubicBezTo>
                  <a:pt x="1901046" y="2735997"/>
                  <a:pt x="1919608" y="2713478"/>
                  <a:pt x="1911222" y="2692113"/>
                </a:cubicBezTo>
                <a:cubicBezTo>
                  <a:pt x="1905974" y="2667729"/>
                  <a:pt x="1870178" y="2657474"/>
                  <a:pt x="1854217" y="2676845"/>
                </a:cubicBezTo>
                <a:cubicBezTo>
                  <a:pt x="1838257" y="2691886"/>
                  <a:pt x="1842132" y="2721283"/>
                  <a:pt x="1860145" y="2733134"/>
                </a:cubicBezTo>
                <a:cubicBezTo>
                  <a:pt x="1866531" y="2737635"/>
                  <a:pt x="1873613" y="2739102"/>
                  <a:pt x="1880468" y="2738325"/>
                </a:cubicBezTo>
                <a:close/>
                <a:moveTo>
                  <a:pt x="6095795" y="2738411"/>
                </a:moveTo>
                <a:cubicBezTo>
                  <a:pt x="6116303" y="2734718"/>
                  <a:pt x="6132728" y="2710539"/>
                  <a:pt x="6124323" y="2689067"/>
                </a:cubicBezTo>
                <a:cubicBezTo>
                  <a:pt x="6117690" y="2662269"/>
                  <a:pt x="6076522" y="2659062"/>
                  <a:pt x="6063257" y="2681737"/>
                </a:cubicBezTo>
                <a:cubicBezTo>
                  <a:pt x="6054566" y="2698915"/>
                  <a:pt x="6056625" y="2723881"/>
                  <a:pt x="6074693" y="2734417"/>
                </a:cubicBezTo>
                <a:cubicBezTo>
                  <a:pt x="6081668" y="2738597"/>
                  <a:pt x="6088958" y="2739642"/>
                  <a:pt x="6095795" y="2738411"/>
                </a:cubicBezTo>
                <a:close/>
                <a:moveTo>
                  <a:pt x="7426913" y="2738441"/>
                </a:moveTo>
                <a:cubicBezTo>
                  <a:pt x="7445096" y="2738494"/>
                  <a:pt x="7463700" y="2723526"/>
                  <a:pt x="7461455" y="2703966"/>
                </a:cubicBezTo>
                <a:cubicBezTo>
                  <a:pt x="7467441" y="2672216"/>
                  <a:pt x="7423471" y="2655887"/>
                  <a:pt x="7402521" y="2676751"/>
                </a:cubicBezTo>
                <a:cubicBezTo>
                  <a:pt x="7391241" y="2693534"/>
                  <a:pt x="7391932" y="2720748"/>
                  <a:pt x="7409658" y="2732994"/>
                </a:cubicBezTo>
                <a:cubicBezTo>
                  <a:pt x="7414838" y="2736736"/>
                  <a:pt x="7420852" y="2738423"/>
                  <a:pt x="7426913" y="2738441"/>
                </a:cubicBezTo>
                <a:close/>
                <a:moveTo>
                  <a:pt x="4239639" y="2738495"/>
                </a:moveTo>
                <a:cubicBezTo>
                  <a:pt x="4256393" y="2739534"/>
                  <a:pt x="4274281" y="2728266"/>
                  <a:pt x="4276874" y="2710957"/>
                </a:cubicBezTo>
                <a:cubicBezTo>
                  <a:pt x="4286091" y="2682622"/>
                  <a:pt x="4248529" y="2655887"/>
                  <a:pt x="4223871" y="2672339"/>
                </a:cubicBezTo>
                <a:cubicBezTo>
                  <a:pt x="4200827" y="2684679"/>
                  <a:pt x="4200366" y="2721011"/>
                  <a:pt x="4223871" y="2733122"/>
                </a:cubicBezTo>
                <a:cubicBezTo>
                  <a:pt x="4228595" y="2736435"/>
                  <a:pt x="4234054" y="2738149"/>
                  <a:pt x="4239639" y="2738495"/>
                </a:cubicBezTo>
                <a:close/>
                <a:moveTo>
                  <a:pt x="5679700" y="2738563"/>
                </a:moveTo>
                <a:cubicBezTo>
                  <a:pt x="5695676" y="2739463"/>
                  <a:pt x="5712251" y="2728152"/>
                  <a:pt x="5714944" y="2711185"/>
                </a:cubicBezTo>
                <a:cubicBezTo>
                  <a:pt x="5724367" y="2682394"/>
                  <a:pt x="5686898" y="2655887"/>
                  <a:pt x="5662890" y="2672339"/>
                </a:cubicBezTo>
                <a:cubicBezTo>
                  <a:pt x="5640229" y="2685136"/>
                  <a:pt x="5640678" y="2721925"/>
                  <a:pt x="5664461" y="2733350"/>
                </a:cubicBezTo>
                <a:cubicBezTo>
                  <a:pt x="5669117" y="2736606"/>
                  <a:pt x="5674375" y="2738263"/>
                  <a:pt x="5679700" y="2738563"/>
                </a:cubicBezTo>
                <a:close/>
                <a:moveTo>
                  <a:pt x="6817272" y="2738738"/>
                </a:moveTo>
                <a:cubicBezTo>
                  <a:pt x="6837120" y="2734258"/>
                  <a:pt x="6851832" y="2709547"/>
                  <a:pt x="6843328" y="2688492"/>
                </a:cubicBezTo>
                <a:cubicBezTo>
                  <a:pt x="6838792" y="2664825"/>
                  <a:pt x="6806815" y="2660649"/>
                  <a:pt x="6790487" y="2673874"/>
                </a:cubicBezTo>
                <a:cubicBezTo>
                  <a:pt x="6770529" y="2688724"/>
                  <a:pt x="6773704" y="2725383"/>
                  <a:pt x="6796383" y="2735592"/>
                </a:cubicBezTo>
                <a:cubicBezTo>
                  <a:pt x="6803470" y="2739478"/>
                  <a:pt x="6810656" y="2740232"/>
                  <a:pt x="6817272" y="2738738"/>
                </a:cubicBezTo>
                <a:close/>
                <a:moveTo>
                  <a:pt x="5272120" y="2738755"/>
                </a:moveTo>
                <a:cubicBezTo>
                  <a:pt x="5291192" y="2736587"/>
                  <a:pt x="5308158" y="2717013"/>
                  <a:pt x="5302545" y="2696670"/>
                </a:cubicBezTo>
                <a:cubicBezTo>
                  <a:pt x="5301865" y="2668407"/>
                  <a:pt x="5265579" y="2659062"/>
                  <a:pt x="5246302" y="2675017"/>
                </a:cubicBezTo>
                <a:cubicBezTo>
                  <a:pt x="5232241" y="2692340"/>
                  <a:pt x="5233375" y="2722199"/>
                  <a:pt x="5253106" y="2734507"/>
                </a:cubicBezTo>
                <a:cubicBezTo>
                  <a:pt x="5259172" y="2738268"/>
                  <a:pt x="5265763" y="2739478"/>
                  <a:pt x="5272120" y="2738755"/>
                </a:cubicBezTo>
                <a:close/>
                <a:moveTo>
                  <a:pt x="5481724" y="2738777"/>
                </a:moveTo>
                <a:cubicBezTo>
                  <a:pt x="5501550" y="2734203"/>
                  <a:pt x="5517709" y="2709577"/>
                  <a:pt x="5507333" y="2689601"/>
                </a:cubicBezTo>
                <a:cubicBezTo>
                  <a:pt x="5499396" y="2666639"/>
                  <a:pt x="5465831" y="2659062"/>
                  <a:pt x="5450410" y="2678350"/>
                </a:cubicBezTo>
                <a:cubicBezTo>
                  <a:pt x="5430679" y="2694193"/>
                  <a:pt x="5440204" y="2726798"/>
                  <a:pt x="5461522" y="2735753"/>
                </a:cubicBezTo>
                <a:cubicBezTo>
                  <a:pt x="5468099" y="2739599"/>
                  <a:pt x="5475115" y="2740302"/>
                  <a:pt x="5481724" y="2738777"/>
                </a:cubicBezTo>
                <a:close/>
                <a:moveTo>
                  <a:pt x="1470461" y="2738809"/>
                </a:moveTo>
                <a:cubicBezTo>
                  <a:pt x="1490501" y="2736010"/>
                  <a:pt x="1507214" y="2713532"/>
                  <a:pt x="1499880" y="2692337"/>
                </a:cubicBezTo>
                <a:cubicBezTo>
                  <a:pt x="1494650" y="2664988"/>
                  <a:pt x="1454625" y="2659062"/>
                  <a:pt x="1439390" y="2680941"/>
                </a:cubicBezTo>
                <a:cubicBezTo>
                  <a:pt x="1427110" y="2698034"/>
                  <a:pt x="1432567" y="2723104"/>
                  <a:pt x="1450077" y="2734272"/>
                </a:cubicBezTo>
                <a:cubicBezTo>
                  <a:pt x="1456730" y="2738488"/>
                  <a:pt x="1463779" y="2739742"/>
                  <a:pt x="1470461" y="2738809"/>
                </a:cubicBezTo>
                <a:close/>
                <a:moveTo>
                  <a:pt x="5375424" y="2738919"/>
                </a:moveTo>
                <a:cubicBezTo>
                  <a:pt x="5393751" y="2736027"/>
                  <a:pt x="5408848" y="2715850"/>
                  <a:pt x="5405266" y="2696316"/>
                </a:cubicBezTo>
                <a:cubicBezTo>
                  <a:pt x="5405721" y="2666843"/>
                  <a:pt x="5362050" y="2657475"/>
                  <a:pt x="5346129" y="2679180"/>
                </a:cubicBezTo>
                <a:cubicBezTo>
                  <a:pt x="5332254" y="2695402"/>
                  <a:pt x="5335893" y="2726474"/>
                  <a:pt x="5356591" y="2735385"/>
                </a:cubicBezTo>
                <a:cubicBezTo>
                  <a:pt x="5362846" y="2738926"/>
                  <a:pt x="5369314" y="2739883"/>
                  <a:pt x="5375424" y="2738919"/>
                </a:cubicBezTo>
                <a:close/>
                <a:moveTo>
                  <a:pt x="7226124" y="2739021"/>
                </a:moveTo>
                <a:cubicBezTo>
                  <a:pt x="7243867" y="2735939"/>
                  <a:pt x="7258408" y="2715695"/>
                  <a:pt x="7255196" y="2696490"/>
                </a:cubicBezTo>
                <a:cubicBezTo>
                  <a:pt x="7255872" y="2663962"/>
                  <a:pt x="7204922" y="2655887"/>
                  <a:pt x="7192973" y="2683801"/>
                </a:cubicBezTo>
                <a:cubicBezTo>
                  <a:pt x="7183279" y="2701565"/>
                  <a:pt x="7190042" y="2726019"/>
                  <a:pt x="7207852" y="2735708"/>
                </a:cubicBezTo>
                <a:cubicBezTo>
                  <a:pt x="7213939" y="2739169"/>
                  <a:pt x="7220209" y="2740048"/>
                  <a:pt x="7226124" y="2739021"/>
                </a:cubicBezTo>
                <a:close/>
                <a:moveTo>
                  <a:pt x="6197073" y="2739022"/>
                </a:moveTo>
                <a:cubicBezTo>
                  <a:pt x="6216579" y="2736998"/>
                  <a:pt x="6234963" y="2717868"/>
                  <a:pt x="6228465" y="2696919"/>
                </a:cubicBezTo>
                <a:cubicBezTo>
                  <a:pt x="6225728" y="2672681"/>
                  <a:pt x="6197682" y="2659062"/>
                  <a:pt x="6177161" y="2671066"/>
                </a:cubicBezTo>
                <a:cubicBezTo>
                  <a:pt x="6152991" y="2683531"/>
                  <a:pt x="6153219" y="2723235"/>
                  <a:pt x="6178073" y="2734777"/>
                </a:cubicBezTo>
                <a:cubicBezTo>
                  <a:pt x="6183945" y="2738470"/>
                  <a:pt x="6190571" y="2739696"/>
                  <a:pt x="6197073" y="2739022"/>
                </a:cubicBezTo>
                <a:close/>
                <a:moveTo>
                  <a:pt x="7534249" y="2739075"/>
                </a:moveTo>
                <a:cubicBezTo>
                  <a:pt x="7554965" y="2735618"/>
                  <a:pt x="7571261" y="2710581"/>
                  <a:pt x="7563633" y="2689280"/>
                </a:cubicBezTo>
                <a:cubicBezTo>
                  <a:pt x="7558086" y="2665231"/>
                  <a:pt x="7522258" y="2660650"/>
                  <a:pt x="7506309" y="2676912"/>
                </a:cubicBezTo>
                <a:cubicBezTo>
                  <a:pt x="7489666" y="2692029"/>
                  <a:pt x="7493133" y="2723408"/>
                  <a:pt x="7512781" y="2734402"/>
                </a:cubicBezTo>
                <a:cubicBezTo>
                  <a:pt x="7519947" y="2738982"/>
                  <a:pt x="7527343" y="2740228"/>
                  <a:pt x="7534249" y="2739075"/>
                </a:cubicBezTo>
                <a:close/>
                <a:moveTo>
                  <a:pt x="7132792" y="2836012"/>
                </a:moveTo>
                <a:cubicBezTo>
                  <a:pt x="7142052" y="2832610"/>
                  <a:pt x="7149746" y="2825750"/>
                  <a:pt x="7152139" y="2815771"/>
                </a:cubicBezTo>
                <a:cubicBezTo>
                  <a:pt x="7165816" y="2788330"/>
                  <a:pt x="7129344" y="2760662"/>
                  <a:pt x="7104270" y="2772682"/>
                </a:cubicBezTo>
                <a:cubicBezTo>
                  <a:pt x="7077372" y="2782207"/>
                  <a:pt x="7076916" y="2825750"/>
                  <a:pt x="7104042" y="2835501"/>
                </a:cubicBezTo>
                <a:cubicBezTo>
                  <a:pt x="7112704" y="2839357"/>
                  <a:pt x="7123532" y="2839413"/>
                  <a:pt x="7132792" y="2836012"/>
                </a:cubicBezTo>
                <a:close/>
                <a:moveTo>
                  <a:pt x="5283369" y="2836033"/>
                </a:moveTo>
                <a:cubicBezTo>
                  <a:pt x="5292427" y="2832641"/>
                  <a:pt x="5299856" y="2825801"/>
                  <a:pt x="5302028" y="2815852"/>
                </a:cubicBezTo>
                <a:cubicBezTo>
                  <a:pt x="5310029" y="2794824"/>
                  <a:pt x="5292884" y="2767012"/>
                  <a:pt x="5268653" y="2770630"/>
                </a:cubicBezTo>
                <a:cubicBezTo>
                  <a:pt x="5234820" y="2769273"/>
                  <a:pt x="5224304" y="2823993"/>
                  <a:pt x="5254937" y="2835524"/>
                </a:cubicBezTo>
                <a:cubicBezTo>
                  <a:pt x="5263624" y="2839368"/>
                  <a:pt x="5274311" y="2839425"/>
                  <a:pt x="5283369" y="2836033"/>
                </a:cubicBezTo>
                <a:close/>
                <a:moveTo>
                  <a:pt x="5977055" y="2836323"/>
                </a:moveTo>
                <a:cubicBezTo>
                  <a:pt x="5989134" y="2839413"/>
                  <a:pt x="6004088" y="2837542"/>
                  <a:pt x="6015132" y="2833460"/>
                </a:cubicBezTo>
                <a:cubicBezTo>
                  <a:pt x="6020884" y="2815090"/>
                  <a:pt x="6029166" y="2788783"/>
                  <a:pt x="6008920" y="2775856"/>
                </a:cubicBezTo>
                <a:cubicBezTo>
                  <a:pt x="5985222" y="2760661"/>
                  <a:pt x="5949791" y="2780392"/>
                  <a:pt x="5956233" y="2809420"/>
                </a:cubicBezTo>
                <a:cubicBezTo>
                  <a:pt x="5955773" y="2825182"/>
                  <a:pt x="5964976" y="2833233"/>
                  <a:pt x="5977055" y="2836323"/>
                </a:cubicBezTo>
                <a:close/>
                <a:moveTo>
                  <a:pt x="7029263" y="2836846"/>
                </a:moveTo>
                <a:cubicBezTo>
                  <a:pt x="7038760" y="2833216"/>
                  <a:pt x="7046641" y="2825782"/>
                  <a:pt x="7049703" y="2815063"/>
                </a:cubicBezTo>
                <a:cubicBezTo>
                  <a:pt x="7061042" y="2788784"/>
                  <a:pt x="7028838" y="2760661"/>
                  <a:pt x="7004118" y="2771726"/>
                </a:cubicBezTo>
                <a:cubicBezTo>
                  <a:pt x="6976224" y="2779794"/>
                  <a:pt x="6973729" y="2823361"/>
                  <a:pt x="6999129" y="2835809"/>
                </a:cubicBezTo>
                <a:cubicBezTo>
                  <a:pt x="7008654" y="2840304"/>
                  <a:pt x="7019767" y="2840477"/>
                  <a:pt x="7029263" y="2836846"/>
                </a:cubicBezTo>
                <a:close/>
                <a:moveTo>
                  <a:pt x="7209290" y="2837171"/>
                </a:moveTo>
                <a:cubicBezTo>
                  <a:pt x="7228677" y="2844799"/>
                  <a:pt x="7258557" y="2833473"/>
                  <a:pt x="7256504" y="2808740"/>
                </a:cubicBezTo>
                <a:cubicBezTo>
                  <a:pt x="7261066" y="2782851"/>
                  <a:pt x="7232099" y="2760661"/>
                  <a:pt x="7209062" y="2772450"/>
                </a:cubicBezTo>
                <a:cubicBezTo>
                  <a:pt x="7181691" y="2781233"/>
                  <a:pt x="7181691" y="2828619"/>
                  <a:pt x="7209290" y="2837171"/>
                </a:cubicBezTo>
                <a:close/>
                <a:moveTo>
                  <a:pt x="7436532" y="2837418"/>
                </a:moveTo>
                <a:cubicBezTo>
                  <a:pt x="7443855" y="2835954"/>
                  <a:pt x="7450561" y="2832269"/>
                  <a:pt x="7455186" y="2825976"/>
                </a:cubicBezTo>
                <a:cubicBezTo>
                  <a:pt x="7467441" y="2811235"/>
                  <a:pt x="7457729" y="2792185"/>
                  <a:pt x="7454723" y="2776083"/>
                </a:cubicBezTo>
                <a:cubicBezTo>
                  <a:pt x="7431369" y="2765424"/>
                  <a:pt x="7393909" y="2768826"/>
                  <a:pt x="7393447" y="2801029"/>
                </a:cubicBezTo>
                <a:cubicBezTo>
                  <a:pt x="7387030" y="2826203"/>
                  <a:pt x="7414561" y="2841808"/>
                  <a:pt x="7436532" y="2837418"/>
                </a:cubicBezTo>
                <a:close/>
                <a:moveTo>
                  <a:pt x="2384317" y="2837582"/>
                </a:moveTo>
                <a:cubicBezTo>
                  <a:pt x="2390588" y="2839024"/>
                  <a:pt x="2397152" y="2838911"/>
                  <a:pt x="2403393" y="2836197"/>
                </a:cubicBezTo>
                <a:cubicBezTo>
                  <a:pt x="2438337" y="2830092"/>
                  <a:pt x="2430932" y="2771303"/>
                  <a:pt x="2396219" y="2770399"/>
                </a:cubicBezTo>
                <a:cubicBezTo>
                  <a:pt x="2363359" y="2765424"/>
                  <a:pt x="2347848" y="2807255"/>
                  <a:pt x="2366828" y="2829640"/>
                </a:cubicBezTo>
                <a:cubicBezTo>
                  <a:pt x="2372031" y="2833145"/>
                  <a:pt x="2378046" y="2836141"/>
                  <a:pt x="2384317" y="2837582"/>
                </a:cubicBezTo>
                <a:close/>
                <a:moveTo>
                  <a:pt x="1785482" y="2837705"/>
                </a:moveTo>
                <a:cubicBezTo>
                  <a:pt x="1794433" y="2835468"/>
                  <a:pt x="1802440" y="2830018"/>
                  <a:pt x="1806443" y="2821413"/>
                </a:cubicBezTo>
                <a:cubicBezTo>
                  <a:pt x="1814451" y="2806498"/>
                  <a:pt x="1805986" y="2789977"/>
                  <a:pt x="1802325" y="2775062"/>
                </a:cubicBezTo>
                <a:cubicBezTo>
                  <a:pt x="1786083" y="2771849"/>
                  <a:pt x="1767781" y="2765424"/>
                  <a:pt x="1753139" y="2776668"/>
                </a:cubicBezTo>
                <a:cubicBezTo>
                  <a:pt x="1737582" y="2791353"/>
                  <a:pt x="1736667" y="2825543"/>
                  <a:pt x="1758858" y="2834722"/>
                </a:cubicBezTo>
                <a:cubicBezTo>
                  <a:pt x="1766636" y="2838967"/>
                  <a:pt x="1776531" y="2839942"/>
                  <a:pt x="1785482" y="2837705"/>
                </a:cubicBezTo>
                <a:close/>
                <a:moveTo>
                  <a:pt x="4443492" y="2837835"/>
                </a:moveTo>
                <a:cubicBezTo>
                  <a:pt x="4450906" y="2839036"/>
                  <a:pt x="4458264" y="2838979"/>
                  <a:pt x="4465108" y="2834745"/>
                </a:cubicBezTo>
                <a:cubicBezTo>
                  <a:pt x="4489291" y="2822846"/>
                  <a:pt x="4487238" y="2779140"/>
                  <a:pt x="4460089" y="2771818"/>
                </a:cubicBezTo>
                <a:cubicBezTo>
                  <a:pt x="4447541" y="2767012"/>
                  <a:pt x="4434537" y="2773419"/>
                  <a:pt x="4422217" y="2775250"/>
                </a:cubicBezTo>
                <a:cubicBezTo>
                  <a:pt x="4413091" y="2793785"/>
                  <a:pt x="4413548" y="2814380"/>
                  <a:pt x="4421533" y="2833372"/>
                </a:cubicBezTo>
                <a:cubicBezTo>
                  <a:pt x="4428605" y="2834173"/>
                  <a:pt x="4436077" y="2836633"/>
                  <a:pt x="4443492" y="2837835"/>
                </a:cubicBezTo>
                <a:close/>
                <a:moveTo>
                  <a:pt x="4352801" y="2837984"/>
                </a:moveTo>
                <a:cubicBezTo>
                  <a:pt x="4363772" y="2835617"/>
                  <a:pt x="4373233" y="2828489"/>
                  <a:pt x="4376082" y="2816284"/>
                </a:cubicBezTo>
                <a:cubicBezTo>
                  <a:pt x="4384517" y="2794157"/>
                  <a:pt x="4366508" y="2767011"/>
                  <a:pt x="4342115" y="2769749"/>
                </a:cubicBezTo>
                <a:cubicBezTo>
                  <a:pt x="4311566" y="2768836"/>
                  <a:pt x="4297204" y="2812863"/>
                  <a:pt x="4320457" y="2831112"/>
                </a:cubicBezTo>
                <a:cubicBezTo>
                  <a:pt x="4329348" y="2837956"/>
                  <a:pt x="4341830" y="2840351"/>
                  <a:pt x="4352801" y="2837984"/>
                </a:cubicBezTo>
                <a:close/>
                <a:moveTo>
                  <a:pt x="7827183" y="2838132"/>
                </a:moveTo>
                <a:cubicBezTo>
                  <a:pt x="7847033" y="2844799"/>
                  <a:pt x="7872071" y="2832845"/>
                  <a:pt x="7873425" y="2809857"/>
                </a:cubicBezTo>
                <a:cubicBezTo>
                  <a:pt x="7880192" y="2782730"/>
                  <a:pt x="7845003" y="2760661"/>
                  <a:pt x="7822671" y="2774224"/>
                </a:cubicBezTo>
                <a:cubicBezTo>
                  <a:pt x="7796054" y="2785259"/>
                  <a:pt x="7798310" y="2831926"/>
                  <a:pt x="7827183" y="2838132"/>
                </a:cubicBezTo>
                <a:close/>
                <a:moveTo>
                  <a:pt x="1375376" y="2838181"/>
                </a:moveTo>
                <a:cubicBezTo>
                  <a:pt x="1395430" y="2831870"/>
                  <a:pt x="1409770" y="2806365"/>
                  <a:pt x="1395819" y="2787064"/>
                </a:cubicBezTo>
                <a:cubicBezTo>
                  <a:pt x="1382040" y="2762249"/>
                  <a:pt x="1339784" y="2765006"/>
                  <a:pt x="1331516" y="2792579"/>
                </a:cubicBezTo>
                <a:cubicBezTo>
                  <a:pt x="1323936" y="2811190"/>
                  <a:pt x="1334502" y="2832789"/>
                  <a:pt x="1354252" y="2837154"/>
                </a:cubicBezTo>
                <a:cubicBezTo>
                  <a:pt x="1361371" y="2840256"/>
                  <a:pt x="1368692" y="2840285"/>
                  <a:pt x="1375376" y="2838181"/>
                </a:cubicBezTo>
                <a:close/>
                <a:moveTo>
                  <a:pt x="4966344" y="2838415"/>
                </a:moveTo>
                <a:cubicBezTo>
                  <a:pt x="4983766" y="2835701"/>
                  <a:pt x="4999234" y="2819201"/>
                  <a:pt x="4995535" y="2799881"/>
                </a:cubicBezTo>
                <a:cubicBezTo>
                  <a:pt x="4994190" y="2767737"/>
                  <a:pt x="4945769" y="2759074"/>
                  <a:pt x="4930301" y="2785291"/>
                </a:cubicBezTo>
                <a:cubicBezTo>
                  <a:pt x="4922679" y="2803756"/>
                  <a:pt x="4927611" y="2830429"/>
                  <a:pt x="4948907" y="2836128"/>
                </a:cubicBezTo>
                <a:cubicBezTo>
                  <a:pt x="4954512" y="2838693"/>
                  <a:pt x="4960536" y="2839320"/>
                  <a:pt x="4966344" y="2838415"/>
                </a:cubicBezTo>
                <a:close/>
                <a:moveTo>
                  <a:pt x="1573983" y="2838421"/>
                </a:moveTo>
                <a:cubicBezTo>
                  <a:pt x="1592535" y="2835912"/>
                  <a:pt x="1609532" y="2819626"/>
                  <a:pt x="1604342" y="2799896"/>
                </a:cubicBezTo>
                <a:cubicBezTo>
                  <a:pt x="1603650" y="2771548"/>
                  <a:pt x="1565593" y="2760662"/>
                  <a:pt x="1545987" y="2778125"/>
                </a:cubicBezTo>
                <a:cubicBezTo>
                  <a:pt x="1530302" y="2794226"/>
                  <a:pt x="1532376" y="2827564"/>
                  <a:pt x="1555675" y="2835955"/>
                </a:cubicBezTo>
                <a:cubicBezTo>
                  <a:pt x="1561441" y="2838563"/>
                  <a:pt x="1567798" y="2839257"/>
                  <a:pt x="1573983" y="2838421"/>
                </a:cubicBezTo>
                <a:close/>
                <a:moveTo>
                  <a:pt x="1984637" y="2838629"/>
                </a:moveTo>
                <a:cubicBezTo>
                  <a:pt x="2003386" y="2836672"/>
                  <a:pt x="2020895" y="2821233"/>
                  <a:pt x="2016327" y="2800592"/>
                </a:cubicBezTo>
                <a:cubicBezTo>
                  <a:pt x="2015200" y="2772619"/>
                  <a:pt x="1975948" y="2760662"/>
                  <a:pt x="1957680" y="2780063"/>
                </a:cubicBezTo>
                <a:cubicBezTo>
                  <a:pt x="1938282" y="2794050"/>
                  <a:pt x="1944822" y="2827663"/>
                  <a:pt x="1966250" y="2835784"/>
                </a:cubicBezTo>
                <a:cubicBezTo>
                  <a:pt x="1972002" y="2838435"/>
                  <a:pt x="1978386" y="2839281"/>
                  <a:pt x="1984637" y="2838629"/>
                </a:cubicBezTo>
                <a:close/>
                <a:moveTo>
                  <a:pt x="6300491" y="2838632"/>
                </a:moveTo>
                <a:cubicBezTo>
                  <a:pt x="6316490" y="2837471"/>
                  <a:pt x="6331756" y="2825615"/>
                  <a:pt x="6332606" y="2808569"/>
                </a:cubicBezTo>
                <a:cubicBezTo>
                  <a:pt x="6338729" y="2779089"/>
                  <a:pt x="6296547" y="2757486"/>
                  <a:pt x="6275456" y="2778639"/>
                </a:cubicBezTo>
                <a:cubicBezTo>
                  <a:pt x="6254591" y="2792816"/>
                  <a:pt x="6259581" y="2830172"/>
                  <a:pt x="6284754" y="2836023"/>
                </a:cubicBezTo>
                <a:cubicBezTo>
                  <a:pt x="6289743" y="2838217"/>
                  <a:pt x="6295158" y="2839019"/>
                  <a:pt x="6300491" y="2838632"/>
                </a:cubicBezTo>
                <a:close/>
                <a:moveTo>
                  <a:pt x="5367895" y="2838638"/>
                </a:moveTo>
                <a:cubicBezTo>
                  <a:pt x="5375370" y="2839587"/>
                  <a:pt x="5382788" y="2839185"/>
                  <a:pt x="5389688" y="2835157"/>
                </a:cubicBezTo>
                <a:cubicBezTo>
                  <a:pt x="5417979" y="2822499"/>
                  <a:pt x="5410159" y="2773019"/>
                  <a:pt x="5378878" y="2770717"/>
                </a:cubicBezTo>
                <a:cubicBezTo>
                  <a:pt x="5360937" y="2765424"/>
                  <a:pt x="5348747" y="2781994"/>
                  <a:pt x="5337016" y="2792121"/>
                </a:cubicBezTo>
                <a:cubicBezTo>
                  <a:pt x="5339776" y="2806159"/>
                  <a:pt x="5342536" y="2819968"/>
                  <a:pt x="5345757" y="2834006"/>
                </a:cubicBezTo>
                <a:cubicBezTo>
                  <a:pt x="5352887" y="2835387"/>
                  <a:pt x="5360420" y="2837689"/>
                  <a:pt x="5367895" y="2838638"/>
                </a:cubicBezTo>
                <a:close/>
                <a:moveTo>
                  <a:pt x="1669785" y="2838649"/>
                </a:moveTo>
                <a:cubicBezTo>
                  <a:pt x="1678519" y="2839279"/>
                  <a:pt x="1687591" y="2837047"/>
                  <a:pt x="1694805" y="2832471"/>
                </a:cubicBezTo>
                <a:cubicBezTo>
                  <a:pt x="1709456" y="2818284"/>
                  <a:pt x="1709682" y="2791053"/>
                  <a:pt x="1695030" y="2776866"/>
                </a:cubicBezTo>
                <a:cubicBezTo>
                  <a:pt x="1681280" y="2765424"/>
                  <a:pt x="1663474" y="2772747"/>
                  <a:pt x="1648146" y="2775264"/>
                </a:cubicBezTo>
                <a:cubicBezTo>
                  <a:pt x="1643187" y="2791968"/>
                  <a:pt x="1635072" y="2811876"/>
                  <a:pt x="1646793" y="2827666"/>
                </a:cubicBezTo>
                <a:cubicBezTo>
                  <a:pt x="1652654" y="2834530"/>
                  <a:pt x="1661050" y="2838020"/>
                  <a:pt x="1669785" y="2838649"/>
                </a:cubicBezTo>
                <a:close/>
                <a:moveTo>
                  <a:pt x="6509239" y="2838656"/>
                </a:moveTo>
                <a:cubicBezTo>
                  <a:pt x="6526093" y="2835236"/>
                  <a:pt x="6540496" y="2820270"/>
                  <a:pt x="6536197" y="2801573"/>
                </a:cubicBezTo>
                <a:cubicBezTo>
                  <a:pt x="6536655" y="2778474"/>
                  <a:pt x="6510973" y="2763836"/>
                  <a:pt x="6490565" y="2772527"/>
                </a:cubicBezTo>
                <a:cubicBezTo>
                  <a:pt x="6459379" y="2779160"/>
                  <a:pt x="6460755" y="2832678"/>
                  <a:pt x="6492170" y="2837938"/>
                </a:cubicBezTo>
                <a:cubicBezTo>
                  <a:pt x="6497731" y="2839653"/>
                  <a:pt x="6503621" y="2839796"/>
                  <a:pt x="6509239" y="2838656"/>
                </a:cubicBezTo>
                <a:close/>
                <a:moveTo>
                  <a:pt x="1267597" y="2838712"/>
                </a:moveTo>
                <a:cubicBezTo>
                  <a:pt x="1285177" y="2835854"/>
                  <a:pt x="1300565" y="2819612"/>
                  <a:pt x="1297125" y="2800712"/>
                </a:cubicBezTo>
                <a:cubicBezTo>
                  <a:pt x="1295750" y="2771237"/>
                  <a:pt x="1253801" y="2760662"/>
                  <a:pt x="1235461" y="2782262"/>
                </a:cubicBezTo>
                <a:cubicBezTo>
                  <a:pt x="1217581" y="2798012"/>
                  <a:pt x="1226290" y="2831537"/>
                  <a:pt x="1249904" y="2836712"/>
                </a:cubicBezTo>
                <a:cubicBezTo>
                  <a:pt x="1255635" y="2839131"/>
                  <a:pt x="1261738" y="2839665"/>
                  <a:pt x="1267597" y="2838712"/>
                </a:cubicBezTo>
                <a:close/>
                <a:moveTo>
                  <a:pt x="5073605" y="2838727"/>
                </a:moveTo>
                <a:cubicBezTo>
                  <a:pt x="5091881" y="2834084"/>
                  <a:pt x="5105558" y="2813443"/>
                  <a:pt x="5096983" y="2793965"/>
                </a:cubicBezTo>
                <a:cubicBezTo>
                  <a:pt x="5091266" y="2762249"/>
                  <a:pt x="5039586" y="2762709"/>
                  <a:pt x="5031812" y="2792816"/>
                </a:cubicBezTo>
                <a:cubicBezTo>
                  <a:pt x="5025866" y="2810972"/>
                  <a:pt x="5034327" y="2833725"/>
                  <a:pt x="5054450" y="2837402"/>
                </a:cubicBezTo>
                <a:cubicBezTo>
                  <a:pt x="5060910" y="2840045"/>
                  <a:pt x="5067513" y="2840275"/>
                  <a:pt x="5073605" y="2838727"/>
                </a:cubicBezTo>
                <a:close/>
                <a:moveTo>
                  <a:pt x="6920002" y="2838733"/>
                </a:moveTo>
                <a:cubicBezTo>
                  <a:pt x="6937004" y="2835829"/>
                  <a:pt x="6951671" y="2819584"/>
                  <a:pt x="6947407" y="2800896"/>
                </a:cubicBezTo>
                <a:cubicBezTo>
                  <a:pt x="6946725" y="2773921"/>
                  <a:pt x="6911023" y="2760662"/>
                  <a:pt x="6891239" y="2777121"/>
                </a:cubicBezTo>
                <a:cubicBezTo>
                  <a:pt x="6868954" y="2792666"/>
                  <a:pt x="6874867" y="2831757"/>
                  <a:pt x="6902837" y="2836786"/>
                </a:cubicBezTo>
                <a:cubicBezTo>
                  <a:pt x="6908408" y="2839186"/>
                  <a:pt x="6914335" y="2839701"/>
                  <a:pt x="6920002" y="2838733"/>
                </a:cubicBezTo>
                <a:close/>
                <a:moveTo>
                  <a:pt x="6195310" y="2838745"/>
                </a:moveTo>
                <a:cubicBezTo>
                  <a:pt x="6211779" y="2838149"/>
                  <a:pt x="6228152" y="2827065"/>
                  <a:pt x="6229175" y="2809330"/>
                </a:cubicBezTo>
                <a:cubicBezTo>
                  <a:pt x="6235542" y="2778863"/>
                  <a:pt x="6191427" y="2755899"/>
                  <a:pt x="6170506" y="2779773"/>
                </a:cubicBezTo>
                <a:cubicBezTo>
                  <a:pt x="6151404" y="2793642"/>
                  <a:pt x="6157771" y="2827747"/>
                  <a:pt x="6179374" y="2835704"/>
                </a:cubicBezTo>
                <a:cubicBezTo>
                  <a:pt x="6184320" y="2837978"/>
                  <a:pt x="6189821" y="2838944"/>
                  <a:pt x="6195310" y="2838745"/>
                </a:cubicBezTo>
                <a:close/>
                <a:moveTo>
                  <a:pt x="6712468" y="2838768"/>
                </a:moveTo>
                <a:cubicBezTo>
                  <a:pt x="6730019" y="2836262"/>
                  <a:pt x="6745242" y="2820405"/>
                  <a:pt x="6740820" y="2800529"/>
                </a:cubicBezTo>
                <a:cubicBezTo>
                  <a:pt x="6742634" y="2771954"/>
                  <a:pt x="6703627" y="2760662"/>
                  <a:pt x="6685031" y="2777485"/>
                </a:cubicBezTo>
                <a:cubicBezTo>
                  <a:pt x="6671423" y="2794537"/>
                  <a:pt x="6670516" y="2828643"/>
                  <a:pt x="6694782" y="2836478"/>
                </a:cubicBezTo>
                <a:cubicBezTo>
                  <a:pt x="6700509" y="2838955"/>
                  <a:pt x="6706618" y="2839603"/>
                  <a:pt x="6712468" y="2838768"/>
                </a:cubicBezTo>
                <a:close/>
                <a:moveTo>
                  <a:pt x="2190906" y="2838783"/>
                </a:moveTo>
                <a:cubicBezTo>
                  <a:pt x="2207001" y="2836988"/>
                  <a:pt x="2221887" y="2824391"/>
                  <a:pt x="2220867" y="2806505"/>
                </a:cubicBezTo>
                <a:cubicBezTo>
                  <a:pt x="2224034" y="2781511"/>
                  <a:pt x="2197345" y="2762249"/>
                  <a:pt x="2174958" y="2771192"/>
                </a:cubicBezTo>
                <a:cubicBezTo>
                  <a:pt x="2146239" y="2779906"/>
                  <a:pt x="2144654" y="2829436"/>
                  <a:pt x="2174958" y="2836773"/>
                </a:cubicBezTo>
                <a:cubicBezTo>
                  <a:pt x="2180044" y="2838780"/>
                  <a:pt x="2185543" y="2839382"/>
                  <a:pt x="2190906" y="2838783"/>
                </a:cubicBezTo>
                <a:close/>
                <a:moveTo>
                  <a:pt x="4243596" y="2838838"/>
                </a:moveTo>
                <a:cubicBezTo>
                  <a:pt x="4262890" y="2837531"/>
                  <a:pt x="4281609" y="2821117"/>
                  <a:pt x="4277686" y="2800203"/>
                </a:cubicBezTo>
                <a:cubicBezTo>
                  <a:pt x="4274502" y="2775518"/>
                  <a:pt x="4243347" y="2760661"/>
                  <a:pt x="4222652" y="2774832"/>
                </a:cubicBezTo>
                <a:cubicBezTo>
                  <a:pt x="4200366" y="2786489"/>
                  <a:pt x="4201958" y="2824660"/>
                  <a:pt x="4224927" y="2834717"/>
                </a:cubicBezTo>
                <a:cubicBezTo>
                  <a:pt x="4230669" y="2838031"/>
                  <a:pt x="4237164" y="2839274"/>
                  <a:pt x="4243596" y="2838838"/>
                </a:cubicBezTo>
                <a:close/>
                <a:moveTo>
                  <a:pt x="2293850" y="2838862"/>
                </a:moveTo>
                <a:cubicBezTo>
                  <a:pt x="2309075" y="2837167"/>
                  <a:pt x="2322679" y="2825016"/>
                  <a:pt x="2324040" y="2808645"/>
                </a:cubicBezTo>
                <a:cubicBezTo>
                  <a:pt x="2328800" y="2780676"/>
                  <a:pt x="2292755" y="2759074"/>
                  <a:pt x="2270079" y="2774991"/>
                </a:cubicBezTo>
                <a:cubicBezTo>
                  <a:pt x="2247850" y="2788862"/>
                  <a:pt x="2251933" y="2830246"/>
                  <a:pt x="2278470" y="2836841"/>
                </a:cubicBezTo>
                <a:cubicBezTo>
                  <a:pt x="2283517" y="2838830"/>
                  <a:pt x="2288773" y="2839427"/>
                  <a:pt x="2293850" y="2838862"/>
                </a:cubicBezTo>
                <a:close/>
                <a:moveTo>
                  <a:pt x="6086391" y="2838874"/>
                </a:moveTo>
                <a:cubicBezTo>
                  <a:pt x="6107340" y="2841193"/>
                  <a:pt x="6129736" y="2824965"/>
                  <a:pt x="6126647" y="2800968"/>
                </a:cubicBezTo>
                <a:cubicBezTo>
                  <a:pt x="6127105" y="2771044"/>
                  <a:pt x="6085458" y="2759074"/>
                  <a:pt x="6066694" y="2779331"/>
                </a:cubicBezTo>
                <a:cubicBezTo>
                  <a:pt x="6055939" y="2794293"/>
                  <a:pt x="6054566" y="2815470"/>
                  <a:pt x="6066923" y="2829972"/>
                </a:cubicBezTo>
                <a:cubicBezTo>
                  <a:pt x="6072587" y="2835266"/>
                  <a:pt x="6079409" y="2838100"/>
                  <a:pt x="6086391" y="2838874"/>
                </a:cubicBezTo>
                <a:close/>
                <a:moveTo>
                  <a:pt x="7322428" y="2838916"/>
                </a:moveTo>
                <a:cubicBezTo>
                  <a:pt x="7335879" y="2840235"/>
                  <a:pt x="7349926" y="2834904"/>
                  <a:pt x="7355386" y="2821833"/>
                </a:cubicBezTo>
                <a:cubicBezTo>
                  <a:pt x="7362666" y="2806699"/>
                  <a:pt x="7355614" y="2790189"/>
                  <a:pt x="7352201" y="2775284"/>
                </a:cubicBezTo>
                <a:cubicBezTo>
                  <a:pt x="7337642" y="2773221"/>
                  <a:pt x="7321945" y="2765424"/>
                  <a:pt x="7308068" y="2773679"/>
                </a:cubicBezTo>
                <a:cubicBezTo>
                  <a:pt x="7292371" y="2780788"/>
                  <a:pt x="7289641" y="2800966"/>
                  <a:pt x="7293053" y="2816101"/>
                </a:cubicBezTo>
                <a:cubicBezTo>
                  <a:pt x="7296125" y="2829630"/>
                  <a:pt x="7308978" y="2837598"/>
                  <a:pt x="7322428" y="2838916"/>
                </a:cubicBezTo>
                <a:close/>
                <a:moveTo>
                  <a:pt x="5174992" y="2838923"/>
                </a:moveTo>
                <a:cubicBezTo>
                  <a:pt x="5191773" y="2835369"/>
                  <a:pt x="5205240" y="2818561"/>
                  <a:pt x="5200436" y="2800068"/>
                </a:cubicBezTo>
                <a:cubicBezTo>
                  <a:pt x="5199064" y="2771032"/>
                  <a:pt x="5161549" y="2760662"/>
                  <a:pt x="5141420" y="2778637"/>
                </a:cubicBezTo>
                <a:cubicBezTo>
                  <a:pt x="5127466" y="2797303"/>
                  <a:pt x="5130440" y="2833943"/>
                  <a:pt x="5157661" y="2837630"/>
                </a:cubicBezTo>
                <a:cubicBezTo>
                  <a:pt x="5163437" y="2839820"/>
                  <a:pt x="5169398" y="2840108"/>
                  <a:pt x="5174992" y="2838923"/>
                </a:cubicBezTo>
                <a:close/>
                <a:moveTo>
                  <a:pt x="6818104" y="2838928"/>
                </a:moveTo>
                <a:cubicBezTo>
                  <a:pt x="6836521" y="2834382"/>
                  <a:pt x="6850605" y="2813993"/>
                  <a:pt x="6843184" y="2793605"/>
                </a:cubicBezTo>
                <a:cubicBezTo>
                  <a:pt x="6837561" y="2765038"/>
                  <a:pt x="6793032" y="2760661"/>
                  <a:pt x="6781562" y="2786694"/>
                </a:cubicBezTo>
                <a:cubicBezTo>
                  <a:pt x="6772116" y="2804663"/>
                  <a:pt x="6777739" y="2831848"/>
                  <a:pt x="6798879" y="2837607"/>
                </a:cubicBezTo>
                <a:cubicBezTo>
                  <a:pt x="6805345" y="2840199"/>
                  <a:pt x="6811965" y="2840444"/>
                  <a:pt x="6818104" y="2838928"/>
                </a:cubicBezTo>
                <a:close/>
                <a:moveTo>
                  <a:pt x="7741701" y="2838944"/>
                </a:moveTo>
                <a:cubicBezTo>
                  <a:pt x="7759221" y="2836039"/>
                  <a:pt x="7774614" y="2820094"/>
                  <a:pt x="7772206" y="2801604"/>
                </a:cubicBezTo>
                <a:cubicBezTo>
                  <a:pt x="7770371" y="2777177"/>
                  <a:pt x="7739415" y="2762249"/>
                  <a:pt x="7718778" y="2775141"/>
                </a:cubicBezTo>
                <a:cubicBezTo>
                  <a:pt x="7692866" y="2786224"/>
                  <a:pt x="7695388" y="2831233"/>
                  <a:pt x="7724052" y="2837114"/>
                </a:cubicBezTo>
                <a:cubicBezTo>
                  <a:pt x="7729785" y="2839432"/>
                  <a:pt x="7735861" y="2839913"/>
                  <a:pt x="7741701" y="2838944"/>
                </a:cubicBezTo>
                <a:close/>
                <a:moveTo>
                  <a:pt x="1161282" y="2838993"/>
                </a:moveTo>
                <a:cubicBezTo>
                  <a:pt x="1177727" y="2837882"/>
                  <a:pt x="1193590" y="2826451"/>
                  <a:pt x="1193935" y="2808678"/>
                </a:cubicBezTo>
                <a:cubicBezTo>
                  <a:pt x="1198533" y="2784520"/>
                  <a:pt x="1173473" y="2765424"/>
                  <a:pt x="1150945" y="2770026"/>
                </a:cubicBezTo>
                <a:cubicBezTo>
                  <a:pt x="1119683" y="2774167"/>
                  <a:pt x="1114397" y="2828694"/>
                  <a:pt x="1145198" y="2836517"/>
                </a:cubicBezTo>
                <a:cubicBezTo>
                  <a:pt x="1150255" y="2838587"/>
                  <a:pt x="1155800" y="2839364"/>
                  <a:pt x="1161282" y="2838993"/>
                </a:cubicBezTo>
                <a:close/>
                <a:moveTo>
                  <a:pt x="1470057" y="2839126"/>
                </a:moveTo>
                <a:cubicBezTo>
                  <a:pt x="1488682" y="2837758"/>
                  <a:pt x="1505354" y="2821643"/>
                  <a:pt x="1501943" y="2800784"/>
                </a:cubicBezTo>
                <a:cubicBezTo>
                  <a:pt x="1501261" y="2773655"/>
                  <a:pt x="1467373" y="2760661"/>
                  <a:pt x="1447131" y="2775935"/>
                </a:cubicBezTo>
                <a:cubicBezTo>
                  <a:pt x="1427119" y="2789386"/>
                  <a:pt x="1428710" y="2825177"/>
                  <a:pt x="1451454" y="2835208"/>
                </a:cubicBezTo>
                <a:cubicBezTo>
                  <a:pt x="1457423" y="2838399"/>
                  <a:pt x="1463848" y="2839582"/>
                  <a:pt x="1470057" y="2839126"/>
                </a:cubicBezTo>
                <a:close/>
                <a:moveTo>
                  <a:pt x="6404242" y="2839158"/>
                </a:moveTo>
                <a:cubicBezTo>
                  <a:pt x="6419763" y="2837272"/>
                  <a:pt x="6434263" y="2825206"/>
                  <a:pt x="6435113" y="2808487"/>
                </a:cubicBezTo>
                <a:cubicBezTo>
                  <a:pt x="6440329" y="2782057"/>
                  <a:pt x="6405858" y="2759074"/>
                  <a:pt x="6383859" y="2774702"/>
                </a:cubicBezTo>
                <a:cubicBezTo>
                  <a:pt x="6356191" y="2785504"/>
                  <a:pt x="6360500" y="2830780"/>
                  <a:pt x="6388849" y="2837445"/>
                </a:cubicBezTo>
                <a:cubicBezTo>
                  <a:pt x="6393781" y="2839283"/>
                  <a:pt x="6399068" y="2839786"/>
                  <a:pt x="6404242" y="2839158"/>
                </a:cubicBezTo>
                <a:close/>
                <a:moveTo>
                  <a:pt x="2499236" y="2839205"/>
                </a:moveTo>
                <a:cubicBezTo>
                  <a:pt x="2517597" y="2837175"/>
                  <a:pt x="2533613" y="2820335"/>
                  <a:pt x="2528894" y="2799649"/>
                </a:cubicBezTo>
                <a:cubicBezTo>
                  <a:pt x="2529343" y="2766596"/>
                  <a:pt x="2477641" y="2759074"/>
                  <a:pt x="2465727" y="2787568"/>
                </a:cubicBezTo>
                <a:cubicBezTo>
                  <a:pt x="2458984" y="2804208"/>
                  <a:pt x="2461457" y="2829510"/>
                  <a:pt x="2480783" y="2835893"/>
                </a:cubicBezTo>
                <a:cubicBezTo>
                  <a:pt x="2486739" y="2838913"/>
                  <a:pt x="2493118" y="2839882"/>
                  <a:pt x="2499236" y="2839205"/>
                </a:cubicBezTo>
                <a:close/>
                <a:moveTo>
                  <a:pt x="1880046" y="2839273"/>
                </a:moveTo>
                <a:cubicBezTo>
                  <a:pt x="1898930" y="2838042"/>
                  <a:pt x="1916508" y="2822237"/>
                  <a:pt x="1913093" y="2800991"/>
                </a:cubicBezTo>
                <a:cubicBezTo>
                  <a:pt x="1912637" y="2771281"/>
                  <a:pt x="1872149" y="2759074"/>
                  <a:pt x="1853496" y="2779572"/>
                </a:cubicBezTo>
                <a:cubicBezTo>
                  <a:pt x="1839852" y="2794772"/>
                  <a:pt x="1840307" y="2827476"/>
                  <a:pt x="1861460" y="2835307"/>
                </a:cubicBezTo>
                <a:cubicBezTo>
                  <a:pt x="1867317" y="2838474"/>
                  <a:pt x="1873758" y="2839683"/>
                  <a:pt x="1880046" y="2839273"/>
                </a:cubicBezTo>
                <a:close/>
                <a:moveTo>
                  <a:pt x="7637459" y="2839365"/>
                </a:moveTo>
                <a:cubicBezTo>
                  <a:pt x="7655737" y="2836760"/>
                  <a:pt x="7672234" y="2819440"/>
                  <a:pt x="7667484" y="2799125"/>
                </a:cubicBezTo>
                <a:cubicBezTo>
                  <a:pt x="7664091" y="2769492"/>
                  <a:pt x="7622475" y="2759074"/>
                  <a:pt x="7605738" y="2783151"/>
                </a:cubicBezTo>
                <a:cubicBezTo>
                  <a:pt x="7589679" y="2799820"/>
                  <a:pt x="7598726" y="2829222"/>
                  <a:pt x="7619308" y="2836630"/>
                </a:cubicBezTo>
                <a:cubicBezTo>
                  <a:pt x="7625076" y="2839466"/>
                  <a:pt x="7631366" y="2840233"/>
                  <a:pt x="7637459" y="2839365"/>
                </a:cubicBezTo>
                <a:close/>
                <a:moveTo>
                  <a:pt x="5891623" y="2839481"/>
                </a:moveTo>
                <a:cubicBezTo>
                  <a:pt x="5909466" y="2836761"/>
                  <a:pt x="5924656" y="2819531"/>
                  <a:pt x="5920686" y="2799839"/>
                </a:cubicBezTo>
                <a:cubicBezTo>
                  <a:pt x="5919075" y="2770359"/>
                  <a:pt x="5876959" y="2759074"/>
                  <a:pt x="5859238" y="2780954"/>
                </a:cubicBezTo>
                <a:cubicBezTo>
                  <a:pt x="5848191" y="2798457"/>
                  <a:pt x="5849572" y="2830931"/>
                  <a:pt x="5873507" y="2836919"/>
                </a:cubicBezTo>
                <a:cubicBezTo>
                  <a:pt x="5879433" y="2839683"/>
                  <a:pt x="5885676" y="2840388"/>
                  <a:pt x="5891623" y="2839481"/>
                </a:cubicBezTo>
                <a:close/>
                <a:moveTo>
                  <a:pt x="5577213" y="2839506"/>
                </a:moveTo>
                <a:cubicBezTo>
                  <a:pt x="5594567" y="2839538"/>
                  <a:pt x="5611921" y="2828027"/>
                  <a:pt x="5612774" y="2809099"/>
                </a:cubicBezTo>
                <a:cubicBezTo>
                  <a:pt x="5618004" y="2777723"/>
                  <a:pt x="5573204" y="2757487"/>
                  <a:pt x="5552737" y="2781361"/>
                </a:cubicBezTo>
                <a:cubicBezTo>
                  <a:pt x="5535454" y="2795230"/>
                  <a:pt x="5540002" y="2827288"/>
                  <a:pt x="5560469" y="2835474"/>
                </a:cubicBezTo>
                <a:cubicBezTo>
                  <a:pt x="5565643" y="2838202"/>
                  <a:pt x="5571428" y="2839495"/>
                  <a:pt x="5577213" y="2839506"/>
                </a:cubicBezTo>
                <a:close/>
                <a:moveTo>
                  <a:pt x="7533407" y="2839517"/>
                </a:moveTo>
                <a:cubicBezTo>
                  <a:pt x="7552957" y="2836652"/>
                  <a:pt x="7569885" y="2817049"/>
                  <a:pt x="7562892" y="2796025"/>
                </a:cubicBezTo>
                <a:cubicBezTo>
                  <a:pt x="7559481" y="2772129"/>
                  <a:pt x="7527189" y="2762249"/>
                  <a:pt x="7509223" y="2776265"/>
                </a:cubicBezTo>
                <a:cubicBezTo>
                  <a:pt x="7489666" y="2789822"/>
                  <a:pt x="7490803" y="2827504"/>
                  <a:pt x="7513772" y="2836235"/>
                </a:cubicBezTo>
                <a:cubicBezTo>
                  <a:pt x="7520082" y="2839567"/>
                  <a:pt x="7526890" y="2840472"/>
                  <a:pt x="7533407" y="2839517"/>
                </a:cubicBezTo>
                <a:close/>
                <a:moveTo>
                  <a:pt x="5683289" y="2839525"/>
                </a:moveTo>
                <a:cubicBezTo>
                  <a:pt x="5702197" y="2837668"/>
                  <a:pt x="5719819" y="2821431"/>
                  <a:pt x="5715703" y="2800530"/>
                </a:cubicBezTo>
                <a:cubicBezTo>
                  <a:pt x="5715017" y="2769438"/>
                  <a:pt x="5669054" y="2759074"/>
                  <a:pt x="5652361" y="2783717"/>
                </a:cubicBezTo>
                <a:cubicBezTo>
                  <a:pt x="5638641" y="2800530"/>
                  <a:pt x="5644815" y="2827476"/>
                  <a:pt x="5664710" y="2836228"/>
                </a:cubicBezTo>
                <a:cubicBezTo>
                  <a:pt x="5670541" y="2839165"/>
                  <a:pt x="5676987" y="2840144"/>
                  <a:pt x="5683289" y="2839525"/>
                </a:cubicBezTo>
                <a:close/>
                <a:moveTo>
                  <a:pt x="2087875" y="2839553"/>
                </a:moveTo>
                <a:cubicBezTo>
                  <a:pt x="2106047" y="2837296"/>
                  <a:pt x="2122764" y="2820714"/>
                  <a:pt x="2119010" y="2800746"/>
                </a:cubicBezTo>
                <a:cubicBezTo>
                  <a:pt x="2117417" y="2770187"/>
                  <a:pt x="2074902" y="2759074"/>
                  <a:pt x="2056931" y="2781994"/>
                </a:cubicBezTo>
                <a:cubicBezTo>
                  <a:pt x="2041467" y="2799125"/>
                  <a:pt x="2047607" y="2829685"/>
                  <a:pt x="2069893" y="2836630"/>
                </a:cubicBezTo>
                <a:cubicBezTo>
                  <a:pt x="2075583" y="2839466"/>
                  <a:pt x="2081817" y="2840305"/>
                  <a:pt x="2087875" y="2839553"/>
                </a:cubicBezTo>
                <a:close/>
                <a:moveTo>
                  <a:pt x="6605644" y="2839814"/>
                </a:moveTo>
                <a:cubicBezTo>
                  <a:pt x="6622668" y="2839510"/>
                  <a:pt x="6639629" y="2827895"/>
                  <a:pt x="6638780" y="2808479"/>
                </a:cubicBezTo>
                <a:cubicBezTo>
                  <a:pt x="6643529" y="2783284"/>
                  <a:pt x="6616619" y="2762249"/>
                  <a:pt x="6594231" y="2771726"/>
                </a:cubicBezTo>
                <a:cubicBezTo>
                  <a:pt x="6565737" y="2778661"/>
                  <a:pt x="6564154" y="2823966"/>
                  <a:pt x="6589256" y="2836217"/>
                </a:cubicBezTo>
                <a:cubicBezTo>
                  <a:pt x="6594287" y="2838759"/>
                  <a:pt x="6599969" y="2839915"/>
                  <a:pt x="6605644" y="2839814"/>
                </a:cubicBezTo>
                <a:close/>
                <a:moveTo>
                  <a:pt x="2403512" y="2941132"/>
                </a:moveTo>
                <a:cubicBezTo>
                  <a:pt x="2413288" y="2938235"/>
                  <a:pt x="2421572" y="2931351"/>
                  <a:pt x="2424291" y="2920452"/>
                </a:cubicBezTo>
                <a:cubicBezTo>
                  <a:pt x="2426108" y="2906684"/>
                  <a:pt x="2427239" y="2888786"/>
                  <a:pt x="2414317" y="2879837"/>
                </a:cubicBezTo>
                <a:cubicBezTo>
                  <a:pt x="2398448" y="2870199"/>
                  <a:pt x="2371901" y="2871805"/>
                  <a:pt x="2363060" y="2890392"/>
                </a:cubicBezTo>
                <a:cubicBezTo>
                  <a:pt x="2357391" y="2905995"/>
                  <a:pt x="2358530" y="2928024"/>
                  <a:pt x="2373712" y="2937891"/>
                </a:cubicBezTo>
                <a:cubicBezTo>
                  <a:pt x="2382441" y="2942939"/>
                  <a:pt x="2393715" y="2944029"/>
                  <a:pt x="2403512" y="2941132"/>
                </a:cubicBezTo>
                <a:close/>
                <a:moveTo>
                  <a:pt x="2594451" y="2941325"/>
                </a:moveTo>
                <a:cubicBezTo>
                  <a:pt x="2614851" y="2942601"/>
                  <a:pt x="2636624" y="2928313"/>
                  <a:pt x="2631349" y="2905351"/>
                </a:cubicBezTo>
                <a:cubicBezTo>
                  <a:pt x="2634299" y="2870426"/>
                  <a:pt x="2579191" y="2862262"/>
                  <a:pt x="2566945" y="2891971"/>
                </a:cubicBezTo>
                <a:cubicBezTo>
                  <a:pt x="2562183" y="2906259"/>
                  <a:pt x="2562410" y="2924855"/>
                  <a:pt x="2575562" y="2934607"/>
                </a:cubicBezTo>
                <a:cubicBezTo>
                  <a:pt x="2581005" y="2938746"/>
                  <a:pt x="2587652" y="2940900"/>
                  <a:pt x="2594451" y="2941325"/>
                </a:cubicBezTo>
                <a:close/>
                <a:moveTo>
                  <a:pt x="4455521" y="2941394"/>
                </a:moveTo>
                <a:cubicBezTo>
                  <a:pt x="4487686" y="2938892"/>
                  <a:pt x="4490879" y="2886341"/>
                  <a:pt x="4461908" y="2876104"/>
                </a:cubicBezTo>
                <a:cubicBezTo>
                  <a:pt x="4447765" y="2873374"/>
                  <a:pt x="4429744" y="2873374"/>
                  <a:pt x="4420391" y="2885886"/>
                </a:cubicBezTo>
                <a:cubicBezTo>
                  <a:pt x="4414004" y="2896806"/>
                  <a:pt x="4415372" y="2910228"/>
                  <a:pt x="4413091" y="2922512"/>
                </a:cubicBezTo>
                <a:cubicBezTo>
                  <a:pt x="4424497" y="2933660"/>
                  <a:pt x="4437728" y="2946399"/>
                  <a:pt x="4455521" y="2941394"/>
                </a:cubicBezTo>
                <a:close/>
                <a:moveTo>
                  <a:pt x="4957224" y="2941500"/>
                </a:moveTo>
                <a:cubicBezTo>
                  <a:pt x="4975386" y="2943178"/>
                  <a:pt x="4994744" y="2932195"/>
                  <a:pt x="4997159" y="2912877"/>
                </a:cubicBezTo>
                <a:cubicBezTo>
                  <a:pt x="5006816" y="2875725"/>
                  <a:pt x="4946341" y="2859086"/>
                  <a:pt x="4929785" y="2890312"/>
                </a:cubicBezTo>
                <a:cubicBezTo>
                  <a:pt x="4924266" y="2904900"/>
                  <a:pt x="4924726" y="2926781"/>
                  <a:pt x="4940132" y="2935443"/>
                </a:cubicBezTo>
                <a:cubicBezTo>
                  <a:pt x="4945249" y="2938975"/>
                  <a:pt x="4951170" y="2940941"/>
                  <a:pt x="4957224" y="2941500"/>
                </a:cubicBezTo>
                <a:close/>
                <a:moveTo>
                  <a:pt x="6292922" y="2941506"/>
                </a:moveTo>
                <a:cubicBezTo>
                  <a:pt x="6311151" y="2943136"/>
                  <a:pt x="6330413" y="2932009"/>
                  <a:pt x="6332481" y="2912057"/>
                </a:cubicBezTo>
                <a:cubicBezTo>
                  <a:pt x="6341904" y="2879314"/>
                  <a:pt x="6295939" y="2862261"/>
                  <a:pt x="6273646" y="2881588"/>
                </a:cubicBezTo>
                <a:cubicBezTo>
                  <a:pt x="6256179" y="2894321"/>
                  <a:pt x="6257788" y="2923880"/>
                  <a:pt x="6275714" y="2935477"/>
                </a:cubicBezTo>
                <a:cubicBezTo>
                  <a:pt x="6280885" y="2939001"/>
                  <a:pt x="6286846" y="2940962"/>
                  <a:pt x="6292922" y="2941506"/>
                </a:cubicBezTo>
                <a:close/>
                <a:moveTo>
                  <a:pt x="1668981" y="2941584"/>
                </a:moveTo>
                <a:cubicBezTo>
                  <a:pt x="1688462" y="2942642"/>
                  <a:pt x="1708717" y="2928536"/>
                  <a:pt x="1705799" y="2906480"/>
                </a:cubicBezTo>
                <a:cubicBezTo>
                  <a:pt x="1709690" y="2875476"/>
                  <a:pt x="1668037" y="2863849"/>
                  <a:pt x="1647897" y="2881403"/>
                </a:cubicBezTo>
                <a:cubicBezTo>
                  <a:pt x="1636225" y="2896677"/>
                  <a:pt x="1635081" y="2922210"/>
                  <a:pt x="1650643" y="2935204"/>
                </a:cubicBezTo>
                <a:cubicBezTo>
                  <a:pt x="1656079" y="2939194"/>
                  <a:pt x="1662487" y="2941231"/>
                  <a:pt x="1668981" y="2941584"/>
                </a:cubicBezTo>
                <a:close/>
                <a:moveTo>
                  <a:pt x="2184168" y="2941668"/>
                </a:moveTo>
                <a:cubicBezTo>
                  <a:pt x="2204402" y="2942310"/>
                  <a:pt x="2225278" y="2927707"/>
                  <a:pt x="2219461" y="2905149"/>
                </a:cubicBezTo>
                <a:cubicBezTo>
                  <a:pt x="2222654" y="2871705"/>
                  <a:pt x="2169274" y="2863849"/>
                  <a:pt x="2155584" y="2890784"/>
                </a:cubicBezTo>
                <a:cubicBezTo>
                  <a:pt x="2150107" y="2905373"/>
                  <a:pt x="2149424" y="2926921"/>
                  <a:pt x="2165162" y="2935675"/>
                </a:cubicBezTo>
                <a:cubicBezTo>
                  <a:pt x="2170754" y="2939546"/>
                  <a:pt x="2177426" y="2941454"/>
                  <a:pt x="2184168" y="2941668"/>
                </a:cubicBezTo>
                <a:close/>
                <a:moveTo>
                  <a:pt x="6912744" y="2941727"/>
                </a:moveTo>
                <a:cubicBezTo>
                  <a:pt x="6931801" y="2941578"/>
                  <a:pt x="6950605" y="2926227"/>
                  <a:pt x="6947907" y="2905025"/>
                </a:cubicBezTo>
                <a:cubicBezTo>
                  <a:pt x="6949705" y="2880373"/>
                  <a:pt x="6921148" y="2868612"/>
                  <a:pt x="6900911" y="2876076"/>
                </a:cubicBezTo>
                <a:cubicBezTo>
                  <a:pt x="6874828" y="2882408"/>
                  <a:pt x="6872129" y="2923796"/>
                  <a:pt x="6894390" y="2936461"/>
                </a:cubicBezTo>
                <a:cubicBezTo>
                  <a:pt x="6900012" y="2940136"/>
                  <a:pt x="6906392" y="2941776"/>
                  <a:pt x="6912744" y="2941727"/>
                </a:cubicBezTo>
                <a:close/>
                <a:moveTo>
                  <a:pt x="7943192" y="2941757"/>
                </a:moveTo>
                <a:cubicBezTo>
                  <a:pt x="7964076" y="2940201"/>
                  <a:pt x="7982443" y="2920802"/>
                  <a:pt x="7974872" y="2897951"/>
                </a:cubicBezTo>
                <a:cubicBezTo>
                  <a:pt x="7970284" y="2865436"/>
                  <a:pt x="7912932" y="2865436"/>
                  <a:pt x="7908803" y="2897724"/>
                </a:cubicBezTo>
                <a:cubicBezTo>
                  <a:pt x="7905591" y="2911594"/>
                  <a:pt x="7908114" y="2929557"/>
                  <a:pt x="7922338" y="2936833"/>
                </a:cubicBezTo>
                <a:cubicBezTo>
                  <a:pt x="7928991" y="2940812"/>
                  <a:pt x="7936231" y="2942275"/>
                  <a:pt x="7943192" y="2941757"/>
                </a:cubicBezTo>
                <a:close/>
                <a:moveTo>
                  <a:pt x="7112785" y="2941836"/>
                </a:moveTo>
                <a:cubicBezTo>
                  <a:pt x="7131299" y="2944897"/>
                  <a:pt x="7152700" y="2933926"/>
                  <a:pt x="7154053" y="2913516"/>
                </a:cubicBezTo>
                <a:cubicBezTo>
                  <a:pt x="7159467" y="2888796"/>
                  <a:pt x="7132173" y="2868612"/>
                  <a:pt x="7109841" y="2875642"/>
                </a:cubicBezTo>
                <a:cubicBezTo>
                  <a:pt x="7082773" y="2878591"/>
                  <a:pt x="7075329" y="2918505"/>
                  <a:pt x="7096082" y="2933926"/>
                </a:cubicBezTo>
                <a:cubicBezTo>
                  <a:pt x="7100762" y="2938235"/>
                  <a:pt x="7106613" y="2940815"/>
                  <a:pt x="7112785" y="2941836"/>
                </a:cubicBezTo>
                <a:close/>
                <a:moveTo>
                  <a:pt x="6191948" y="2941848"/>
                </a:moveTo>
                <a:cubicBezTo>
                  <a:pt x="6214125" y="2942383"/>
                  <a:pt x="6237432" y="2921644"/>
                  <a:pt x="6228816" y="2898333"/>
                </a:cubicBezTo>
                <a:cubicBezTo>
                  <a:pt x="6223991" y="2874337"/>
                  <a:pt x="6192971" y="2867024"/>
                  <a:pt x="6174130" y="2879136"/>
                </a:cubicBezTo>
                <a:cubicBezTo>
                  <a:pt x="6157127" y="2891249"/>
                  <a:pt x="6152991" y="2920730"/>
                  <a:pt x="6171373" y="2933528"/>
                </a:cubicBezTo>
                <a:cubicBezTo>
                  <a:pt x="6177289" y="2939127"/>
                  <a:pt x="6184556" y="2941669"/>
                  <a:pt x="6191948" y="2941848"/>
                </a:cubicBezTo>
                <a:close/>
                <a:moveTo>
                  <a:pt x="1779749" y="2941901"/>
                </a:moveTo>
                <a:cubicBezTo>
                  <a:pt x="1788175" y="2941138"/>
                  <a:pt x="1796148" y="2937577"/>
                  <a:pt x="1801351" y="2930568"/>
                </a:cubicBezTo>
                <a:cubicBezTo>
                  <a:pt x="1819220" y="2910445"/>
                  <a:pt x="1805875" y="2871330"/>
                  <a:pt x="1776243" y="2874947"/>
                </a:cubicBezTo>
                <a:cubicBezTo>
                  <a:pt x="1742540" y="2870199"/>
                  <a:pt x="1730325" y="2918811"/>
                  <a:pt x="1755433" y="2936446"/>
                </a:cubicBezTo>
                <a:cubicBezTo>
                  <a:pt x="1762445" y="2940629"/>
                  <a:pt x="1771323" y="2942664"/>
                  <a:pt x="1779749" y="2941901"/>
                </a:cubicBezTo>
                <a:close/>
                <a:moveTo>
                  <a:pt x="7525151" y="2941977"/>
                </a:moveTo>
                <a:cubicBezTo>
                  <a:pt x="7546236" y="2943678"/>
                  <a:pt x="7568938" y="2928540"/>
                  <a:pt x="7563865" y="2904217"/>
                </a:cubicBezTo>
                <a:cubicBezTo>
                  <a:pt x="7564316" y="2872467"/>
                  <a:pt x="7517192" y="2863849"/>
                  <a:pt x="7501409" y="2887888"/>
                </a:cubicBezTo>
                <a:cubicBezTo>
                  <a:pt x="7492841" y="2902403"/>
                  <a:pt x="7495998" y="2921226"/>
                  <a:pt x="7505693" y="2934379"/>
                </a:cubicBezTo>
                <a:cubicBezTo>
                  <a:pt x="7511274" y="2938972"/>
                  <a:pt x="7518122" y="2941410"/>
                  <a:pt x="7525151" y="2941977"/>
                </a:cubicBezTo>
                <a:close/>
                <a:moveTo>
                  <a:pt x="1268735" y="2941979"/>
                </a:moveTo>
                <a:cubicBezTo>
                  <a:pt x="1278264" y="2940353"/>
                  <a:pt x="1287022" y="2935448"/>
                  <a:pt x="1292286" y="2926779"/>
                </a:cubicBezTo>
                <a:cubicBezTo>
                  <a:pt x="1306483" y="2905333"/>
                  <a:pt x="1289769" y="2870199"/>
                  <a:pt x="1261838" y="2874990"/>
                </a:cubicBezTo>
                <a:cubicBezTo>
                  <a:pt x="1228869" y="2872481"/>
                  <a:pt x="1211242" y="2919934"/>
                  <a:pt x="1240548" y="2937502"/>
                </a:cubicBezTo>
                <a:cubicBezTo>
                  <a:pt x="1248904" y="2941950"/>
                  <a:pt x="1259205" y="2943604"/>
                  <a:pt x="1268735" y="2941979"/>
                </a:cubicBezTo>
                <a:close/>
                <a:moveTo>
                  <a:pt x="5576716" y="2942033"/>
                </a:moveTo>
                <a:cubicBezTo>
                  <a:pt x="5596703" y="2942065"/>
                  <a:pt x="5616915" y="2927259"/>
                  <a:pt x="5613646" y="2905494"/>
                </a:cubicBezTo>
                <a:cubicBezTo>
                  <a:pt x="5614564" y="2876923"/>
                  <a:pt x="5575803" y="2867024"/>
                  <a:pt x="5554931" y="2880522"/>
                </a:cubicBezTo>
                <a:cubicBezTo>
                  <a:pt x="5537041" y="2894020"/>
                  <a:pt x="5537500" y="2925516"/>
                  <a:pt x="5557683" y="2936764"/>
                </a:cubicBezTo>
                <a:cubicBezTo>
                  <a:pt x="5563417" y="2940364"/>
                  <a:pt x="5570054" y="2942023"/>
                  <a:pt x="5576716" y="2942033"/>
                </a:cubicBezTo>
                <a:close/>
                <a:moveTo>
                  <a:pt x="6086363" y="2942036"/>
                </a:moveTo>
                <a:cubicBezTo>
                  <a:pt x="6107209" y="2944337"/>
                  <a:pt x="6129687" y="2930129"/>
                  <a:pt x="6126445" y="2906378"/>
                </a:cubicBezTo>
                <a:cubicBezTo>
                  <a:pt x="6127355" y="2874937"/>
                  <a:pt x="6085499" y="2865436"/>
                  <a:pt x="6065481" y="2884211"/>
                </a:cubicBezTo>
                <a:cubicBezTo>
                  <a:pt x="6056154" y="2898914"/>
                  <a:pt x="6056382" y="2920176"/>
                  <a:pt x="6067073" y="2933975"/>
                </a:cubicBezTo>
                <a:cubicBezTo>
                  <a:pt x="6072646" y="2938668"/>
                  <a:pt x="6079414" y="2941269"/>
                  <a:pt x="6086363" y="2942036"/>
                </a:cubicBezTo>
                <a:close/>
                <a:moveTo>
                  <a:pt x="6396685" y="2942047"/>
                </a:moveTo>
                <a:cubicBezTo>
                  <a:pt x="6414793" y="2943510"/>
                  <a:pt x="6434352" y="2932950"/>
                  <a:pt x="6435727" y="2913612"/>
                </a:cubicBezTo>
                <a:cubicBezTo>
                  <a:pt x="6441917" y="2885792"/>
                  <a:pt x="6406841" y="2865436"/>
                  <a:pt x="6383456" y="2878328"/>
                </a:cubicBezTo>
                <a:cubicBezTo>
                  <a:pt x="6360530" y="2887828"/>
                  <a:pt x="6357779" y="2924695"/>
                  <a:pt x="6379788" y="2936456"/>
                </a:cubicBezTo>
                <a:cubicBezTo>
                  <a:pt x="6384775" y="2939735"/>
                  <a:pt x="6390649" y="2941559"/>
                  <a:pt x="6396685" y="2942047"/>
                </a:cubicBezTo>
                <a:close/>
                <a:moveTo>
                  <a:pt x="6808386" y="2942127"/>
                </a:moveTo>
                <a:cubicBezTo>
                  <a:pt x="6827867" y="2942918"/>
                  <a:pt x="6847412" y="2927102"/>
                  <a:pt x="6844698" y="2904875"/>
                </a:cubicBezTo>
                <a:cubicBezTo>
                  <a:pt x="6846055" y="2875467"/>
                  <a:pt x="6807842" y="2865436"/>
                  <a:pt x="6787944" y="2881394"/>
                </a:cubicBezTo>
                <a:cubicBezTo>
                  <a:pt x="6772116" y="2894844"/>
                  <a:pt x="6773699" y="2923113"/>
                  <a:pt x="6789753" y="2935423"/>
                </a:cubicBezTo>
                <a:cubicBezTo>
                  <a:pt x="6795406" y="2939755"/>
                  <a:pt x="6801893" y="2941863"/>
                  <a:pt x="6808386" y="2942127"/>
                </a:cubicBezTo>
                <a:close/>
                <a:moveTo>
                  <a:pt x="5473250" y="2942140"/>
                </a:moveTo>
                <a:cubicBezTo>
                  <a:pt x="5492437" y="2942372"/>
                  <a:pt x="5511023" y="2927984"/>
                  <a:pt x="5510517" y="2906380"/>
                </a:cubicBezTo>
                <a:cubicBezTo>
                  <a:pt x="5511641" y="2872400"/>
                  <a:pt x="5460167" y="2863849"/>
                  <a:pt x="5445332" y="2891078"/>
                </a:cubicBezTo>
                <a:cubicBezTo>
                  <a:pt x="5435441" y="2905705"/>
                  <a:pt x="5441735" y="2925958"/>
                  <a:pt x="5454547" y="2936760"/>
                </a:cubicBezTo>
                <a:cubicBezTo>
                  <a:pt x="5460391" y="2940360"/>
                  <a:pt x="5466854" y="2942062"/>
                  <a:pt x="5473250" y="2942140"/>
                </a:cubicBezTo>
                <a:close/>
                <a:moveTo>
                  <a:pt x="5990692" y="2942163"/>
                </a:moveTo>
                <a:cubicBezTo>
                  <a:pt x="5998318" y="2941817"/>
                  <a:pt x="6005915" y="2939514"/>
                  <a:pt x="6012591" y="2935598"/>
                </a:cubicBezTo>
                <a:cubicBezTo>
                  <a:pt x="6029166" y="2919472"/>
                  <a:pt x="6027094" y="2884457"/>
                  <a:pt x="6003843" y="2875703"/>
                </a:cubicBezTo>
                <a:cubicBezTo>
                  <a:pt x="5990030" y="2873169"/>
                  <a:pt x="5972304" y="2871787"/>
                  <a:pt x="5962635" y="2883996"/>
                </a:cubicBezTo>
                <a:cubicBezTo>
                  <a:pt x="5952966" y="2900122"/>
                  <a:pt x="5952966" y="2925001"/>
                  <a:pt x="5968621" y="2936980"/>
                </a:cubicBezTo>
                <a:cubicBezTo>
                  <a:pt x="5975412" y="2940896"/>
                  <a:pt x="5983066" y="2942508"/>
                  <a:pt x="5990692" y="2942163"/>
                </a:cubicBezTo>
                <a:close/>
                <a:moveTo>
                  <a:pt x="4855233" y="2942167"/>
                </a:moveTo>
                <a:cubicBezTo>
                  <a:pt x="4875686" y="2943546"/>
                  <a:pt x="4896591" y="2928416"/>
                  <a:pt x="4894526" y="2905336"/>
                </a:cubicBezTo>
                <a:cubicBezTo>
                  <a:pt x="4895673" y="2872967"/>
                  <a:pt x="4848415" y="2863849"/>
                  <a:pt x="4830522" y="2886188"/>
                </a:cubicBezTo>
                <a:cubicBezTo>
                  <a:pt x="4817904" y="2899865"/>
                  <a:pt x="4821575" y="2923800"/>
                  <a:pt x="4835798" y="2934969"/>
                </a:cubicBezTo>
                <a:cubicBezTo>
                  <a:pt x="4841648" y="2939414"/>
                  <a:pt x="4848416" y="2941708"/>
                  <a:pt x="4855233" y="2942167"/>
                </a:cubicBezTo>
                <a:close/>
                <a:moveTo>
                  <a:pt x="6504701" y="2942176"/>
                </a:moveTo>
                <a:cubicBezTo>
                  <a:pt x="6512421" y="2941977"/>
                  <a:pt x="6519941" y="2939823"/>
                  <a:pt x="6526256" y="2934834"/>
                </a:cubicBezTo>
                <a:cubicBezTo>
                  <a:pt x="6546691" y="2916464"/>
                  <a:pt x="6535670" y="2873375"/>
                  <a:pt x="6504902" y="2874962"/>
                </a:cubicBezTo>
                <a:cubicBezTo>
                  <a:pt x="6470000" y="2868612"/>
                  <a:pt x="6454616" y="2919866"/>
                  <a:pt x="6481940" y="2937782"/>
                </a:cubicBezTo>
                <a:cubicBezTo>
                  <a:pt x="6489058" y="2940617"/>
                  <a:pt x="6496980" y="2942374"/>
                  <a:pt x="6504701" y="2942176"/>
                </a:cubicBezTo>
                <a:close/>
                <a:moveTo>
                  <a:pt x="2697824" y="2942188"/>
                </a:moveTo>
                <a:cubicBezTo>
                  <a:pt x="2717396" y="2942422"/>
                  <a:pt x="2737252" y="2928140"/>
                  <a:pt x="2735880" y="2906823"/>
                </a:cubicBezTo>
                <a:cubicBezTo>
                  <a:pt x="2738395" y="2874991"/>
                  <a:pt x="2692646" y="2863849"/>
                  <a:pt x="2673891" y="2885223"/>
                </a:cubicBezTo>
                <a:cubicBezTo>
                  <a:pt x="2659019" y="2899093"/>
                  <a:pt x="2662451" y="2925923"/>
                  <a:pt x="2679148" y="2936837"/>
                </a:cubicBezTo>
                <a:cubicBezTo>
                  <a:pt x="2684809" y="2940418"/>
                  <a:pt x="2691302" y="2942110"/>
                  <a:pt x="2697824" y="2942188"/>
                </a:cubicBezTo>
                <a:close/>
                <a:moveTo>
                  <a:pt x="7638882" y="2942267"/>
                </a:moveTo>
                <a:cubicBezTo>
                  <a:pt x="7664589" y="2940201"/>
                  <a:pt x="7676991" y="2904157"/>
                  <a:pt x="7660530" y="2885102"/>
                </a:cubicBezTo>
                <a:cubicBezTo>
                  <a:pt x="7648804" y="2871786"/>
                  <a:pt x="7628284" y="2871786"/>
                  <a:pt x="7613852" y="2879362"/>
                </a:cubicBezTo>
                <a:cubicBezTo>
                  <a:pt x="7598292" y="2887627"/>
                  <a:pt x="7600547" y="2907371"/>
                  <a:pt x="7597616" y="2922293"/>
                </a:cubicBezTo>
                <a:cubicBezTo>
                  <a:pt x="7609116" y="2932395"/>
                  <a:pt x="7621970" y="2946399"/>
                  <a:pt x="7638882" y="2942267"/>
                </a:cubicBezTo>
                <a:close/>
                <a:moveTo>
                  <a:pt x="4651718" y="2942279"/>
                </a:moveTo>
                <a:cubicBezTo>
                  <a:pt x="4671410" y="2942204"/>
                  <a:pt x="4691071" y="2927502"/>
                  <a:pt x="4686806" y="2905214"/>
                </a:cubicBezTo>
                <a:cubicBezTo>
                  <a:pt x="4687488" y="2877096"/>
                  <a:pt x="4651551" y="2865437"/>
                  <a:pt x="4631308" y="2880068"/>
                </a:cubicBezTo>
                <a:cubicBezTo>
                  <a:pt x="4614704" y="2894012"/>
                  <a:pt x="4614704" y="2924873"/>
                  <a:pt x="4632900" y="2937218"/>
                </a:cubicBezTo>
                <a:cubicBezTo>
                  <a:pt x="4638587" y="2940704"/>
                  <a:pt x="4645154" y="2942304"/>
                  <a:pt x="4651718" y="2942279"/>
                </a:cubicBezTo>
                <a:close/>
                <a:moveTo>
                  <a:pt x="5779833" y="2942333"/>
                </a:moveTo>
                <a:cubicBezTo>
                  <a:pt x="5800212" y="2943779"/>
                  <a:pt x="5821260" y="2928867"/>
                  <a:pt x="5816668" y="2905214"/>
                </a:cubicBezTo>
                <a:cubicBezTo>
                  <a:pt x="5818709" y="2872762"/>
                  <a:pt x="5771538" y="2863849"/>
                  <a:pt x="5755209" y="2887160"/>
                </a:cubicBezTo>
                <a:cubicBezTo>
                  <a:pt x="5746818" y="2901786"/>
                  <a:pt x="5746591" y="2923954"/>
                  <a:pt x="5760652" y="2935152"/>
                </a:cubicBezTo>
                <a:cubicBezTo>
                  <a:pt x="5766322" y="2939551"/>
                  <a:pt x="5773040" y="2941851"/>
                  <a:pt x="5779833" y="2942333"/>
                </a:cubicBezTo>
                <a:close/>
                <a:moveTo>
                  <a:pt x="7322985" y="2942409"/>
                </a:moveTo>
                <a:cubicBezTo>
                  <a:pt x="7342657" y="2942813"/>
                  <a:pt x="7362815" y="2926952"/>
                  <a:pt x="7358499" y="2905351"/>
                </a:cubicBezTo>
                <a:cubicBezTo>
                  <a:pt x="7361491" y="2871560"/>
                  <a:pt x="7308543" y="2863849"/>
                  <a:pt x="7294039" y="2890383"/>
                </a:cubicBezTo>
                <a:cubicBezTo>
                  <a:pt x="7288054" y="2905578"/>
                  <a:pt x="7288975" y="2926669"/>
                  <a:pt x="7304399" y="2936194"/>
                </a:cubicBezTo>
                <a:cubicBezTo>
                  <a:pt x="7309924" y="2940333"/>
                  <a:pt x="7316427" y="2942274"/>
                  <a:pt x="7322985" y="2942409"/>
                </a:cubicBezTo>
                <a:close/>
                <a:moveTo>
                  <a:pt x="6702911" y="2942438"/>
                </a:moveTo>
                <a:cubicBezTo>
                  <a:pt x="6721418" y="2945118"/>
                  <a:pt x="6742716" y="2934357"/>
                  <a:pt x="6741690" y="2913437"/>
                </a:cubicBezTo>
                <a:cubicBezTo>
                  <a:pt x="6748304" y="2889202"/>
                  <a:pt x="6723671" y="2867024"/>
                  <a:pt x="6700406" y="2875484"/>
                </a:cubicBezTo>
                <a:cubicBezTo>
                  <a:pt x="6673035" y="2878913"/>
                  <a:pt x="6668929" y="2918239"/>
                  <a:pt x="6686264" y="2935158"/>
                </a:cubicBezTo>
                <a:cubicBezTo>
                  <a:pt x="6690883" y="2939159"/>
                  <a:pt x="6696742" y="2941545"/>
                  <a:pt x="6702911" y="2942438"/>
                </a:cubicBezTo>
                <a:close/>
                <a:moveTo>
                  <a:pt x="6609551" y="2942464"/>
                </a:moveTo>
                <a:cubicBezTo>
                  <a:pt x="6640793" y="2942005"/>
                  <a:pt x="6643529" y="2904850"/>
                  <a:pt x="6634864" y="2882143"/>
                </a:cubicBezTo>
                <a:cubicBezTo>
                  <a:pt x="6617761" y="2876180"/>
                  <a:pt x="6595413" y="2868611"/>
                  <a:pt x="6580591" y="2883519"/>
                </a:cubicBezTo>
                <a:cubicBezTo>
                  <a:pt x="6560979" y="2905767"/>
                  <a:pt x="6576258" y="2949574"/>
                  <a:pt x="6609551" y="2942464"/>
                </a:cubicBezTo>
                <a:close/>
                <a:moveTo>
                  <a:pt x="7430136" y="2942468"/>
                </a:moveTo>
                <a:cubicBezTo>
                  <a:pt x="7437563" y="2942092"/>
                  <a:pt x="7444877" y="2939603"/>
                  <a:pt x="7450887" y="2934857"/>
                </a:cubicBezTo>
                <a:cubicBezTo>
                  <a:pt x="7470617" y="2916105"/>
                  <a:pt x="7461772" y="2869571"/>
                  <a:pt x="7429569" y="2873738"/>
                </a:cubicBezTo>
                <a:cubicBezTo>
                  <a:pt x="7394870" y="2867024"/>
                  <a:pt x="7383304" y="2920272"/>
                  <a:pt x="7408704" y="2937404"/>
                </a:cubicBezTo>
                <a:cubicBezTo>
                  <a:pt x="7415168" y="2941108"/>
                  <a:pt x="7422708" y="2942844"/>
                  <a:pt x="7430136" y="2942468"/>
                </a:cubicBezTo>
                <a:close/>
                <a:moveTo>
                  <a:pt x="7732520" y="2942479"/>
                </a:moveTo>
                <a:cubicBezTo>
                  <a:pt x="7753062" y="2942857"/>
                  <a:pt x="7774276" y="2928822"/>
                  <a:pt x="7770855" y="2905330"/>
                </a:cubicBezTo>
                <a:cubicBezTo>
                  <a:pt x="7769486" y="2871475"/>
                  <a:pt x="7719300" y="2862262"/>
                  <a:pt x="7703788" y="2890130"/>
                </a:cubicBezTo>
                <a:cubicBezTo>
                  <a:pt x="7697629" y="2905561"/>
                  <a:pt x="7698541" y="2926519"/>
                  <a:pt x="7713141" y="2937113"/>
                </a:cubicBezTo>
                <a:cubicBezTo>
                  <a:pt x="7718901" y="2940625"/>
                  <a:pt x="7725673" y="2942353"/>
                  <a:pt x="7732520" y="2942479"/>
                </a:cubicBezTo>
                <a:close/>
                <a:moveTo>
                  <a:pt x="2078406" y="2942523"/>
                </a:moveTo>
                <a:cubicBezTo>
                  <a:pt x="2097012" y="2944902"/>
                  <a:pt x="2118068" y="2933876"/>
                  <a:pt x="2118578" y="2913029"/>
                </a:cubicBezTo>
                <a:cubicBezTo>
                  <a:pt x="2125608" y="2880869"/>
                  <a:pt x="2081855" y="2862262"/>
                  <a:pt x="2059850" y="2882018"/>
                </a:cubicBezTo>
                <a:cubicBezTo>
                  <a:pt x="2043062" y="2894882"/>
                  <a:pt x="2044877" y="2923367"/>
                  <a:pt x="2061439" y="2935541"/>
                </a:cubicBezTo>
                <a:cubicBezTo>
                  <a:pt x="2066250" y="2939447"/>
                  <a:pt x="2072194" y="2941729"/>
                  <a:pt x="2078406" y="2942523"/>
                </a:cubicBezTo>
                <a:close/>
                <a:moveTo>
                  <a:pt x="4546367" y="2942524"/>
                </a:moveTo>
                <a:cubicBezTo>
                  <a:pt x="4564103" y="2944122"/>
                  <a:pt x="4583089" y="2934205"/>
                  <a:pt x="4583603" y="2913848"/>
                </a:cubicBezTo>
                <a:cubicBezTo>
                  <a:pt x="4589304" y="2890418"/>
                  <a:pt x="4568322" y="2868611"/>
                  <a:pt x="4545060" y="2873483"/>
                </a:cubicBezTo>
                <a:cubicBezTo>
                  <a:pt x="4514271" y="2875107"/>
                  <a:pt x="4508341" y="2920112"/>
                  <a:pt x="4529779" y="2937047"/>
                </a:cubicBezTo>
                <a:cubicBezTo>
                  <a:pt x="4534683" y="2940179"/>
                  <a:pt x="4540456" y="2941991"/>
                  <a:pt x="4546367" y="2942524"/>
                </a:cubicBezTo>
                <a:close/>
                <a:moveTo>
                  <a:pt x="2490595" y="2942546"/>
                </a:moveTo>
                <a:cubicBezTo>
                  <a:pt x="2510908" y="2944191"/>
                  <a:pt x="2532366" y="2927782"/>
                  <a:pt x="2528634" y="2904230"/>
                </a:cubicBezTo>
                <a:cubicBezTo>
                  <a:pt x="2528181" y="2876752"/>
                  <a:pt x="2494933" y="2865437"/>
                  <a:pt x="2474808" y="2879753"/>
                </a:cubicBezTo>
                <a:cubicBezTo>
                  <a:pt x="2455821" y="2890837"/>
                  <a:pt x="2456949" y="2920163"/>
                  <a:pt x="2471646" y="2934479"/>
                </a:cubicBezTo>
                <a:cubicBezTo>
                  <a:pt x="2477183" y="2939443"/>
                  <a:pt x="2483823" y="2941998"/>
                  <a:pt x="2490595" y="2942546"/>
                </a:cubicBezTo>
                <a:close/>
                <a:moveTo>
                  <a:pt x="1878038" y="2942556"/>
                </a:moveTo>
                <a:cubicBezTo>
                  <a:pt x="1897670" y="2942244"/>
                  <a:pt x="1916641" y="2927553"/>
                  <a:pt x="1913604" y="2904978"/>
                </a:cubicBezTo>
                <a:cubicBezTo>
                  <a:pt x="1913154" y="2874419"/>
                  <a:pt x="1871790" y="2863849"/>
                  <a:pt x="1853133" y="2884529"/>
                </a:cubicBezTo>
                <a:cubicBezTo>
                  <a:pt x="1841445" y="2899923"/>
                  <a:pt x="1842569" y="2926347"/>
                  <a:pt x="1858977" y="2937835"/>
                </a:cubicBezTo>
                <a:cubicBezTo>
                  <a:pt x="1864880" y="2941167"/>
                  <a:pt x="1871497" y="2942661"/>
                  <a:pt x="1878038" y="2942556"/>
                </a:cubicBezTo>
                <a:close/>
                <a:moveTo>
                  <a:pt x="7838084" y="2942588"/>
                </a:moveTo>
                <a:cubicBezTo>
                  <a:pt x="7858080" y="2942469"/>
                  <a:pt x="7878491" y="2926102"/>
                  <a:pt x="7873388" y="2904049"/>
                </a:cubicBezTo>
                <a:cubicBezTo>
                  <a:pt x="7871801" y="2873727"/>
                  <a:pt x="7830072" y="2863849"/>
                  <a:pt x="7811249" y="2884294"/>
                </a:cubicBezTo>
                <a:cubicBezTo>
                  <a:pt x="7799229" y="2899915"/>
                  <a:pt x="7801043" y="2926791"/>
                  <a:pt x="7819186" y="2936899"/>
                </a:cubicBezTo>
                <a:cubicBezTo>
                  <a:pt x="7824799" y="2940861"/>
                  <a:pt x="7831418" y="2942627"/>
                  <a:pt x="7838084" y="2942588"/>
                </a:cubicBezTo>
                <a:close/>
                <a:moveTo>
                  <a:pt x="7222022" y="2942676"/>
                </a:moveTo>
                <a:cubicBezTo>
                  <a:pt x="7229609" y="2942849"/>
                  <a:pt x="7237281" y="2941118"/>
                  <a:pt x="7244038" y="2937423"/>
                </a:cubicBezTo>
                <a:cubicBezTo>
                  <a:pt x="7269004" y="2918719"/>
                  <a:pt x="7255261" y="2868612"/>
                  <a:pt x="7221134" y="2873692"/>
                </a:cubicBezTo>
                <a:cubicBezTo>
                  <a:pt x="7189068" y="2871845"/>
                  <a:pt x="7176929" y="2918258"/>
                  <a:pt x="7200520" y="2936499"/>
                </a:cubicBezTo>
                <a:cubicBezTo>
                  <a:pt x="7206933" y="2940425"/>
                  <a:pt x="7214435" y="2942503"/>
                  <a:pt x="7222022" y="2942676"/>
                </a:cubicBezTo>
                <a:close/>
                <a:moveTo>
                  <a:pt x="1155475" y="2942691"/>
                </a:moveTo>
                <a:cubicBezTo>
                  <a:pt x="1175981" y="2943930"/>
                  <a:pt x="1197349" y="2929270"/>
                  <a:pt x="1193767" y="2906020"/>
                </a:cubicBezTo>
                <a:cubicBezTo>
                  <a:pt x="1194676" y="2873879"/>
                  <a:pt x="1146680" y="2863849"/>
                  <a:pt x="1130533" y="2888240"/>
                </a:cubicBezTo>
                <a:cubicBezTo>
                  <a:pt x="1122344" y="2903056"/>
                  <a:pt x="1122572" y="2924256"/>
                  <a:pt x="1136218" y="2935881"/>
                </a:cubicBezTo>
                <a:cubicBezTo>
                  <a:pt x="1141904" y="2940098"/>
                  <a:pt x="1148642" y="2942278"/>
                  <a:pt x="1155475" y="2942691"/>
                </a:cubicBezTo>
                <a:close/>
                <a:moveTo>
                  <a:pt x="7017483" y="2942706"/>
                </a:moveTo>
                <a:cubicBezTo>
                  <a:pt x="7038564" y="2941065"/>
                  <a:pt x="7058584" y="2920769"/>
                  <a:pt x="7051211" y="2898141"/>
                </a:cubicBezTo>
                <a:cubicBezTo>
                  <a:pt x="7045723" y="2867280"/>
                  <a:pt x="6995652" y="2865437"/>
                  <a:pt x="6984221" y="2892614"/>
                </a:cubicBezTo>
                <a:cubicBezTo>
                  <a:pt x="6976904" y="2908275"/>
                  <a:pt x="6982163" y="2928312"/>
                  <a:pt x="6997024" y="2937524"/>
                </a:cubicBezTo>
                <a:cubicBezTo>
                  <a:pt x="7003312" y="2941727"/>
                  <a:pt x="7010456" y="2943253"/>
                  <a:pt x="7017483" y="2942706"/>
                </a:cubicBezTo>
                <a:close/>
                <a:moveTo>
                  <a:pt x="5883288" y="2942723"/>
                </a:moveTo>
                <a:cubicBezTo>
                  <a:pt x="5902492" y="2943580"/>
                  <a:pt x="5922275" y="2928756"/>
                  <a:pt x="5920044" y="2907505"/>
                </a:cubicBezTo>
                <a:cubicBezTo>
                  <a:pt x="5924392" y="2872315"/>
                  <a:pt x="5869462" y="2862261"/>
                  <a:pt x="5855501" y="2890824"/>
                </a:cubicBezTo>
                <a:cubicBezTo>
                  <a:pt x="5849779" y="2905906"/>
                  <a:pt x="5849779" y="2926700"/>
                  <a:pt x="5865114" y="2936297"/>
                </a:cubicBezTo>
                <a:cubicBezTo>
                  <a:pt x="5870549" y="2940410"/>
                  <a:pt x="5876886" y="2942438"/>
                  <a:pt x="5883288" y="2942723"/>
                </a:cubicBezTo>
                <a:close/>
                <a:moveTo>
                  <a:pt x="1461991" y="2942839"/>
                </a:moveTo>
                <a:cubicBezTo>
                  <a:pt x="1482423" y="2944976"/>
                  <a:pt x="1503957" y="2929545"/>
                  <a:pt x="1501092" y="2905779"/>
                </a:cubicBezTo>
                <a:cubicBezTo>
                  <a:pt x="1501990" y="2877511"/>
                  <a:pt x="1466476" y="2867024"/>
                  <a:pt x="1446022" y="2880474"/>
                </a:cubicBezTo>
                <a:cubicBezTo>
                  <a:pt x="1429837" y="2892785"/>
                  <a:pt x="1428715" y="2919913"/>
                  <a:pt x="1442875" y="2934504"/>
                </a:cubicBezTo>
                <a:cubicBezTo>
                  <a:pt x="1448493" y="2939462"/>
                  <a:pt x="1455180" y="2942126"/>
                  <a:pt x="1461991" y="2942839"/>
                </a:cubicBezTo>
                <a:close/>
                <a:moveTo>
                  <a:pt x="1364843" y="2942887"/>
                </a:moveTo>
                <a:cubicBezTo>
                  <a:pt x="1386076" y="2941789"/>
                  <a:pt x="1406897" y="2922407"/>
                  <a:pt x="1398584" y="2899665"/>
                </a:cubicBezTo>
                <a:cubicBezTo>
                  <a:pt x="1392704" y="2870031"/>
                  <a:pt x="1348156" y="2865437"/>
                  <a:pt x="1333454" y="2890017"/>
                </a:cubicBezTo>
                <a:cubicBezTo>
                  <a:pt x="1327121" y="2905637"/>
                  <a:pt x="1328478" y="2928150"/>
                  <a:pt x="1344537" y="2937338"/>
                </a:cubicBezTo>
                <a:cubicBezTo>
                  <a:pt x="1350644" y="2941588"/>
                  <a:pt x="1357767" y="2943253"/>
                  <a:pt x="1364843" y="2942887"/>
                </a:cubicBezTo>
                <a:close/>
                <a:moveTo>
                  <a:pt x="5168163" y="2942958"/>
                </a:moveTo>
                <a:cubicBezTo>
                  <a:pt x="5188643" y="2941263"/>
                  <a:pt x="5207386" y="2921310"/>
                  <a:pt x="5199494" y="2899312"/>
                </a:cubicBezTo>
                <a:cubicBezTo>
                  <a:pt x="5195605" y="2869980"/>
                  <a:pt x="5150771" y="2867024"/>
                  <a:pt x="5136817" y="2890444"/>
                </a:cubicBezTo>
                <a:cubicBezTo>
                  <a:pt x="5130641" y="2906360"/>
                  <a:pt x="5131327" y="2928643"/>
                  <a:pt x="5148026" y="2937966"/>
                </a:cubicBezTo>
                <a:cubicBezTo>
                  <a:pt x="5154316" y="2942059"/>
                  <a:pt x="5161336" y="2943522"/>
                  <a:pt x="5168163" y="2942958"/>
                </a:cubicBezTo>
                <a:close/>
                <a:moveTo>
                  <a:pt x="1565812" y="2942963"/>
                </a:moveTo>
                <a:cubicBezTo>
                  <a:pt x="1586246" y="2944534"/>
                  <a:pt x="1608315" y="2928633"/>
                  <a:pt x="1604209" y="2905551"/>
                </a:cubicBezTo>
                <a:cubicBezTo>
                  <a:pt x="1605349" y="2877739"/>
                  <a:pt x="1569765" y="2867024"/>
                  <a:pt x="1549692" y="2880702"/>
                </a:cubicBezTo>
                <a:cubicBezTo>
                  <a:pt x="1532127" y="2892329"/>
                  <a:pt x="1531899" y="2921281"/>
                  <a:pt x="1546954" y="2935188"/>
                </a:cubicBezTo>
                <a:cubicBezTo>
                  <a:pt x="1552372" y="2939975"/>
                  <a:pt x="1559002" y="2942440"/>
                  <a:pt x="1565812" y="2942963"/>
                </a:cubicBezTo>
                <a:close/>
                <a:moveTo>
                  <a:pt x="1976918" y="2942971"/>
                </a:moveTo>
                <a:cubicBezTo>
                  <a:pt x="1997281" y="2944610"/>
                  <a:pt x="2018626" y="2928798"/>
                  <a:pt x="2016755" y="2905659"/>
                </a:cubicBezTo>
                <a:cubicBezTo>
                  <a:pt x="2017208" y="2875264"/>
                  <a:pt x="1975933" y="2865437"/>
                  <a:pt x="1956431" y="2883948"/>
                </a:cubicBezTo>
                <a:cubicBezTo>
                  <a:pt x="1941469" y="2896518"/>
                  <a:pt x="1942149" y="2923256"/>
                  <a:pt x="1957793" y="2935140"/>
                </a:cubicBezTo>
                <a:cubicBezTo>
                  <a:pt x="1963462" y="2939939"/>
                  <a:pt x="1970133" y="2942425"/>
                  <a:pt x="1976918" y="2942971"/>
                </a:cubicBezTo>
                <a:close/>
                <a:moveTo>
                  <a:pt x="5064266" y="2943013"/>
                </a:moveTo>
                <a:cubicBezTo>
                  <a:pt x="5085516" y="2941861"/>
                  <a:pt x="5105534" y="2922521"/>
                  <a:pt x="5096887" y="2899435"/>
                </a:cubicBezTo>
                <a:cubicBezTo>
                  <a:pt x="5093198" y="2869802"/>
                  <a:pt x="5046850" y="2865437"/>
                  <a:pt x="5034167" y="2890476"/>
                </a:cubicBezTo>
                <a:cubicBezTo>
                  <a:pt x="5025866" y="2905408"/>
                  <a:pt x="5026097" y="2929298"/>
                  <a:pt x="5043621" y="2937568"/>
                </a:cubicBezTo>
                <a:cubicBezTo>
                  <a:pt x="5049962" y="2941760"/>
                  <a:pt x="5057183" y="2943397"/>
                  <a:pt x="5064266" y="2943013"/>
                </a:cubicBezTo>
                <a:close/>
                <a:moveTo>
                  <a:pt x="2687305" y="3034348"/>
                </a:moveTo>
                <a:cubicBezTo>
                  <a:pt x="2704474" y="3040062"/>
                  <a:pt x="2730460" y="3032748"/>
                  <a:pt x="2726979" y="3010350"/>
                </a:cubicBezTo>
                <a:cubicBezTo>
                  <a:pt x="2728372" y="2991152"/>
                  <a:pt x="2705634" y="2981324"/>
                  <a:pt x="2689624" y="2988409"/>
                </a:cubicBezTo>
                <a:cubicBezTo>
                  <a:pt x="2670136" y="2994809"/>
                  <a:pt x="2670600" y="3024749"/>
                  <a:pt x="2687305" y="3034348"/>
                </a:cubicBezTo>
                <a:close/>
                <a:moveTo>
                  <a:pt x="3013795" y="3034860"/>
                </a:moveTo>
                <a:cubicBezTo>
                  <a:pt x="3020570" y="3034149"/>
                  <a:pt x="3026637" y="3031303"/>
                  <a:pt x="3030152" y="3024133"/>
                </a:cubicBezTo>
                <a:cubicBezTo>
                  <a:pt x="3041491" y="3005694"/>
                  <a:pt x="3021534" y="2978149"/>
                  <a:pt x="3000670" y="2987482"/>
                </a:cubicBezTo>
                <a:cubicBezTo>
                  <a:pt x="2981620" y="2993173"/>
                  <a:pt x="2981166" y="3019808"/>
                  <a:pt x="2993186" y="3032783"/>
                </a:cubicBezTo>
                <a:cubicBezTo>
                  <a:pt x="2999536" y="3034149"/>
                  <a:pt x="3007020" y="3035572"/>
                  <a:pt x="3013795" y="3034860"/>
                </a:cubicBezTo>
                <a:close/>
                <a:moveTo>
                  <a:pt x="7852255" y="3041492"/>
                </a:moveTo>
                <a:cubicBezTo>
                  <a:pt x="7862660" y="3037894"/>
                  <a:pt x="7871176" y="3030024"/>
                  <a:pt x="7873207" y="3018107"/>
                </a:cubicBezTo>
                <a:cubicBezTo>
                  <a:pt x="7881779" y="2991349"/>
                  <a:pt x="7849068" y="2970212"/>
                  <a:pt x="7825381" y="2979881"/>
                </a:cubicBezTo>
                <a:cubicBezTo>
                  <a:pt x="7798536" y="2985278"/>
                  <a:pt x="7796054" y="3028001"/>
                  <a:pt x="7819967" y="3039244"/>
                </a:cubicBezTo>
                <a:cubicBezTo>
                  <a:pt x="7829554" y="3044415"/>
                  <a:pt x="7841849" y="3045090"/>
                  <a:pt x="7852255" y="3041492"/>
                </a:cubicBezTo>
                <a:close/>
                <a:moveTo>
                  <a:pt x="5797805" y="3041924"/>
                </a:moveTo>
                <a:cubicBezTo>
                  <a:pt x="5807772" y="3038150"/>
                  <a:pt x="5815769" y="3030487"/>
                  <a:pt x="5817391" y="3018935"/>
                </a:cubicBezTo>
                <a:cubicBezTo>
                  <a:pt x="5825967" y="2990799"/>
                  <a:pt x="5791663" y="2970212"/>
                  <a:pt x="5767326" y="2980048"/>
                </a:cubicBezTo>
                <a:cubicBezTo>
                  <a:pt x="5741829" y="2989656"/>
                  <a:pt x="5742293" y="3030601"/>
                  <a:pt x="5766398" y="3041581"/>
                </a:cubicBezTo>
                <a:cubicBezTo>
                  <a:pt x="5775901" y="3045584"/>
                  <a:pt x="5787839" y="3045698"/>
                  <a:pt x="5797805" y="3041924"/>
                </a:cubicBezTo>
                <a:close/>
                <a:moveTo>
                  <a:pt x="7441740" y="3042178"/>
                </a:moveTo>
                <a:cubicBezTo>
                  <a:pt x="7452459" y="3038157"/>
                  <a:pt x="7460872" y="3029537"/>
                  <a:pt x="7461218" y="3016693"/>
                </a:cubicBezTo>
                <a:cubicBezTo>
                  <a:pt x="7467442" y="2993783"/>
                  <a:pt x="7445774" y="2971799"/>
                  <a:pt x="7422722" y="2977353"/>
                </a:cubicBezTo>
                <a:cubicBezTo>
                  <a:pt x="7391372" y="2977353"/>
                  <a:pt x="7383304" y="3025950"/>
                  <a:pt x="7408430" y="3040066"/>
                </a:cubicBezTo>
                <a:cubicBezTo>
                  <a:pt x="7417997" y="3045620"/>
                  <a:pt x="7431021" y="3046199"/>
                  <a:pt x="7441740" y="3042178"/>
                </a:cubicBezTo>
                <a:close/>
                <a:moveTo>
                  <a:pt x="5689981" y="3042472"/>
                </a:moveTo>
                <a:cubicBezTo>
                  <a:pt x="5699019" y="3040686"/>
                  <a:pt x="5707173" y="3035980"/>
                  <a:pt x="5711849" y="3027589"/>
                </a:cubicBezTo>
                <a:cubicBezTo>
                  <a:pt x="5719604" y="3011714"/>
                  <a:pt x="5716183" y="2987221"/>
                  <a:pt x="5697936" y="2980417"/>
                </a:cubicBezTo>
                <a:cubicBezTo>
                  <a:pt x="5680601" y="2973387"/>
                  <a:pt x="5655055" y="2977016"/>
                  <a:pt x="5647756" y="2996292"/>
                </a:cubicBezTo>
                <a:cubicBezTo>
                  <a:pt x="5640229" y="3011941"/>
                  <a:pt x="5646844" y="3032805"/>
                  <a:pt x="5662810" y="3039835"/>
                </a:cubicBezTo>
                <a:cubicBezTo>
                  <a:pt x="5671021" y="3043124"/>
                  <a:pt x="5680943" y="3044258"/>
                  <a:pt x="5689981" y="3042472"/>
                </a:cubicBezTo>
                <a:close/>
                <a:moveTo>
                  <a:pt x="5179032" y="3042515"/>
                </a:moveTo>
                <a:cubicBezTo>
                  <a:pt x="5188756" y="3039744"/>
                  <a:pt x="5196863" y="3033221"/>
                  <a:pt x="5199358" y="3021906"/>
                </a:cubicBezTo>
                <a:cubicBezTo>
                  <a:pt x="5208429" y="2998354"/>
                  <a:pt x="5188019" y="2971799"/>
                  <a:pt x="5162845" y="2976879"/>
                </a:cubicBezTo>
                <a:cubicBezTo>
                  <a:pt x="5130869" y="2975955"/>
                  <a:pt x="5122704" y="3026755"/>
                  <a:pt x="5149011" y="3040610"/>
                </a:cubicBezTo>
                <a:cubicBezTo>
                  <a:pt x="5157969" y="3044305"/>
                  <a:pt x="5169309" y="3045286"/>
                  <a:pt x="5179032" y="3042515"/>
                </a:cubicBezTo>
                <a:close/>
                <a:moveTo>
                  <a:pt x="4456944" y="3042719"/>
                </a:moveTo>
                <a:cubicBezTo>
                  <a:pt x="4462135" y="3041550"/>
                  <a:pt x="4467138" y="3039098"/>
                  <a:pt x="4471661" y="3035072"/>
                </a:cubicBezTo>
                <a:cubicBezTo>
                  <a:pt x="4492467" y="3014888"/>
                  <a:pt x="4477315" y="2973386"/>
                  <a:pt x="4446332" y="2977015"/>
                </a:cubicBezTo>
                <a:cubicBezTo>
                  <a:pt x="4418289" y="2974974"/>
                  <a:pt x="4411504" y="3004456"/>
                  <a:pt x="4413087" y="3026454"/>
                </a:cubicBezTo>
                <a:cubicBezTo>
                  <a:pt x="4424112" y="3038190"/>
                  <a:pt x="4441371" y="3046227"/>
                  <a:pt x="4456944" y="3042719"/>
                </a:cubicBezTo>
                <a:close/>
                <a:moveTo>
                  <a:pt x="2277844" y="3042752"/>
                </a:moveTo>
                <a:cubicBezTo>
                  <a:pt x="2294980" y="3047999"/>
                  <a:pt x="2317598" y="3042067"/>
                  <a:pt x="2322394" y="3022675"/>
                </a:cubicBezTo>
                <a:cubicBezTo>
                  <a:pt x="2331990" y="2999405"/>
                  <a:pt x="2309828" y="2971799"/>
                  <a:pt x="2284699" y="2978187"/>
                </a:cubicBezTo>
                <a:cubicBezTo>
                  <a:pt x="2250180" y="2977731"/>
                  <a:pt x="2244693" y="3035908"/>
                  <a:pt x="2277844" y="3042752"/>
                </a:cubicBezTo>
                <a:close/>
                <a:moveTo>
                  <a:pt x="5381880" y="3042763"/>
                </a:moveTo>
                <a:cubicBezTo>
                  <a:pt x="5387211" y="3041759"/>
                  <a:pt x="5392398" y="3039469"/>
                  <a:pt x="5397181" y="3035568"/>
                </a:cubicBezTo>
                <a:cubicBezTo>
                  <a:pt x="5421154" y="3013629"/>
                  <a:pt x="5398333" y="2967036"/>
                  <a:pt x="5364678" y="2978119"/>
                </a:cubicBezTo>
                <a:cubicBezTo>
                  <a:pt x="5339552" y="2980154"/>
                  <a:pt x="5337938" y="3006843"/>
                  <a:pt x="5337016" y="3025842"/>
                </a:cubicBezTo>
                <a:cubicBezTo>
                  <a:pt x="5348600" y="3037208"/>
                  <a:pt x="5365888" y="3045774"/>
                  <a:pt x="5381880" y="3042763"/>
                </a:cubicBezTo>
                <a:close/>
                <a:moveTo>
                  <a:pt x="1369496" y="3043057"/>
                </a:moveTo>
                <a:cubicBezTo>
                  <a:pt x="1381381" y="3041479"/>
                  <a:pt x="1393066" y="3035391"/>
                  <a:pt x="1401504" y="3026823"/>
                </a:cubicBezTo>
                <a:cubicBezTo>
                  <a:pt x="1403327" y="3004501"/>
                  <a:pt x="1395347" y="2976092"/>
                  <a:pt x="1367530" y="2977670"/>
                </a:cubicBezTo>
                <a:cubicBezTo>
                  <a:pt x="1336974" y="2973386"/>
                  <a:pt x="1320782" y="3008785"/>
                  <a:pt x="1336290" y="3032234"/>
                </a:cubicBezTo>
                <a:cubicBezTo>
                  <a:pt x="1345526" y="3041704"/>
                  <a:pt x="1357610" y="3044635"/>
                  <a:pt x="1369496" y="3043057"/>
                </a:cubicBezTo>
                <a:close/>
                <a:moveTo>
                  <a:pt x="6904795" y="3043123"/>
                </a:moveTo>
                <a:cubicBezTo>
                  <a:pt x="6920667" y="3046128"/>
                  <a:pt x="6938244" y="3038002"/>
                  <a:pt x="6949904" y="3026541"/>
                </a:cubicBezTo>
                <a:cubicBezTo>
                  <a:pt x="6951504" y="3003960"/>
                  <a:pt x="6943731" y="2975449"/>
                  <a:pt x="6915608" y="2977045"/>
                </a:cubicBezTo>
                <a:cubicBezTo>
                  <a:pt x="6883371" y="2971799"/>
                  <a:pt x="6867366" y="3015592"/>
                  <a:pt x="6889773" y="3036120"/>
                </a:cubicBezTo>
                <a:cubicBezTo>
                  <a:pt x="6894403" y="3039884"/>
                  <a:pt x="6899504" y="3042122"/>
                  <a:pt x="6904795" y="3043123"/>
                </a:cubicBezTo>
                <a:close/>
                <a:moveTo>
                  <a:pt x="6605244" y="3043451"/>
                </a:moveTo>
                <a:cubicBezTo>
                  <a:pt x="6611453" y="3043394"/>
                  <a:pt x="6617691" y="3042192"/>
                  <a:pt x="6623643" y="3040018"/>
                </a:cubicBezTo>
                <a:cubicBezTo>
                  <a:pt x="6640354" y="3031321"/>
                  <a:pt x="6640125" y="3010035"/>
                  <a:pt x="6637149" y="2993785"/>
                </a:cubicBezTo>
                <a:cubicBezTo>
                  <a:pt x="6625017" y="2970211"/>
                  <a:pt x="6581751" y="2970211"/>
                  <a:pt x="6573739" y="2996761"/>
                </a:cubicBezTo>
                <a:cubicBezTo>
                  <a:pt x="6567329" y="3011637"/>
                  <a:pt x="6572137" y="3032236"/>
                  <a:pt x="6587016" y="3040018"/>
                </a:cubicBezTo>
                <a:cubicBezTo>
                  <a:pt x="6592854" y="3042421"/>
                  <a:pt x="6599035" y="3043508"/>
                  <a:pt x="6605244" y="3043451"/>
                </a:cubicBezTo>
                <a:close/>
                <a:moveTo>
                  <a:pt x="5584195" y="3043558"/>
                </a:moveTo>
                <a:cubicBezTo>
                  <a:pt x="5591768" y="3042546"/>
                  <a:pt x="5598898" y="3039226"/>
                  <a:pt x="5604170" y="3033126"/>
                </a:cubicBezTo>
                <a:cubicBezTo>
                  <a:pt x="5618004" y="3019445"/>
                  <a:pt x="5610294" y="2999380"/>
                  <a:pt x="5605758" y="2983647"/>
                </a:cubicBezTo>
                <a:cubicBezTo>
                  <a:pt x="5583760" y="2973842"/>
                  <a:pt x="5548154" y="2973386"/>
                  <a:pt x="5542258" y="3003028"/>
                </a:cubicBezTo>
                <a:cubicBezTo>
                  <a:pt x="5534774" y="3028851"/>
                  <a:pt x="5561478" y="3046593"/>
                  <a:pt x="5584195" y="3043558"/>
                </a:cubicBezTo>
                <a:close/>
                <a:moveTo>
                  <a:pt x="4860597" y="3043567"/>
                </a:moveTo>
                <a:cubicBezTo>
                  <a:pt x="4878697" y="3043441"/>
                  <a:pt x="4896324" y="3030533"/>
                  <a:pt x="4893456" y="3009780"/>
                </a:cubicBezTo>
                <a:cubicBezTo>
                  <a:pt x="4896605" y="2976485"/>
                  <a:pt x="4847802" y="2967036"/>
                  <a:pt x="4830485" y="2990883"/>
                </a:cubicBezTo>
                <a:cubicBezTo>
                  <a:pt x="4816316" y="3005731"/>
                  <a:pt x="4823963" y="3032727"/>
                  <a:pt x="4843079" y="3039251"/>
                </a:cubicBezTo>
                <a:cubicBezTo>
                  <a:pt x="4848477" y="3042232"/>
                  <a:pt x="4854563" y="3043610"/>
                  <a:pt x="4860597" y="3043567"/>
                </a:cubicBezTo>
                <a:close/>
                <a:moveTo>
                  <a:pt x="2905600" y="3043610"/>
                </a:moveTo>
                <a:cubicBezTo>
                  <a:pt x="2923815" y="3042828"/>
                  <a:pt x="2941869" y="3029294"/>
                  <a:pt x="2939645" y="3009669"/>
                </a:cubicBezTo>
                <a:cubicBezTo>
                  <a:pt x="2943067" y="2976510"/>
                  <a:pt x="2892641" y="2967036"/>
                  <a:pt x="2876440" y="2991623"/>
                </a:cubicBezTo>
                <a:cubicBezTo>
                  <a:pt x="2868454" y="3007413"/>
                  <a:pt x="2869595" y="3031775"/>
                  <a:pt x="2888077" y="3039896"/>
                </a:cubicBezTo>
                <a:cubicBezTo>
                  <a:pt x="2893440" y="3042715"/>
                  <a:pt x="2899529" y="3043871"/>
                  <a:pt x="2905600" y="3043610"/>
                </a:cubicBezTo>
                <a:close/>
                <a:moveTo>
                  <a:pt x="7537087" y="3043637"/>
                </a:moveTo>
                <a:cubicBezTo>
                  <a:pt x="7545565" y="3042579"/>
                  <a:pt x="7553412" y="3038975"/>
                  <a:pt x="7558453" y="3031538"/>
                </a:cubicBezTo>
                <a:cubicBezTo>
                  <a:pt x="7573804" y="3008427"/>
                  <a:pt x="7556849" y="2970212"/>
                  <a:pt x="7526146" y="2977306"/>
                </a:cubicBezTo>
                <a:cubicBezTo>
                  <a:pt x="7493611" y="2977992"/>
                  <a:pt x="7484904" y="3025818"/>
                  <a:pt x="7511941" y="3040463"/>
                </a:cubicBezTo>
                <a:cubicBezTo>
                  <a:pt x="7519502" y="3043208"/>
                  <a:pt x="7528609" y="3044696"/>
                  <a:pt x="7537087" y="3043637"/>
                </a:cubicBezTo>
                <a:close/>
                <a:moveTo>
                  <a:pt x="1676071" y="3043641"/>
                </a:moveTo>
                <a:cubicBezTo>
                  <a:pt x="1684363" y="3043165"/>
                  <a:pt x="1692455" y="3040254"/>
                  <a:pt x="1698496" y="3034767"/>
                </a:cubicBezTo>
                <a:cubicBezTo>
                  <a:pt x="1716049" y="3014612"/>
                  <a:pt x="1704651" y="2975198"/>
                  <a:pt x="1673648" y="2977661"/>
                </a:cubicBezTo>
                <a:cubicBezTo>
                  <a:pt x="1641279" y="2974974"/>
                  <a:pt x="1628741" y="3020211"/>
                  <a:pt x="1652449" y="3037902"/>
                </a:cubicBezTo>
                <a:cubicBezTo>
                  <a:pt x="1659287" y="3042157"/>
                  <a:pt x="1667779" y="3044117"/>
                  <a:pt x="1676071" y="3043641"/>
                </a:cubicBezTo>
                <a:close/>
                <a:moveTo>
                  <a:pt x="1984033" y="3043672"/>
                </a:moveTo>
                <a:cubicBezTo>
                  <a:pt x="2003992" y="3041695"/>
                  <a:pt x="2022009" y="3024396"/>
                  <a:pt x="2015977" y="3002911"/>
                </a:cubicBezTo>
                <a:cubicBezTo>
                  <a:pt x="2010457" y="2971782"/>
                  <a:pt x="1960346" y="2968624"/>
                  <a:pt x="1948387" y="2996369"/>
                </a:cubicBezTo>
                <a:cubicBezTo>
                  <a:pt x="1939893" y="3012385"/>
                  <a:pt x="1947009" y="3033363"/>
                  <a:pt x="1964253" y="3040130"/>
                </a:cubicBezTo>
                <a:cubicBezTo>
                  <a:pt x="1970514" y="3043288"/>
                  <a:pt x="1977379" y="3044331"/>
                  <a:pt x="1984033" y="3043672"/>
                </a:cubicBezTo>
                <a:close/>
                <a:moveTo>
                  <a:pt x="5473526" y="3043704"/>
                </a:moveTo>
                <a:cubicBezTo>
                  <a:pt x="5492238" y="3043737"/>
                  <a:pt x="5510856" y="3031170"/>
                  <a:pt x="5510519" y="3010139"/>
                </a:cubicBezTo>
                <a:cubicBezTo>
                  <a:pt x="5511642" y="2975488"/>
                  <a:pt x="5459075" y="2963861"/>
                  <a:pt x="5444473" y="2993725"/>
                </a:cubicBezTo>
                <a:cubicBezTo>
                  <a:pt x="5440204" y="3008999"/>
                  <a:pt x="5440654" y="3029745"/>
                  <a:pt x="5455480" y="3039320"/>
                </a:cubicBezTo>
                <a:cubicBezTo>
                  <a:pt x="5461040" y="3042283"/>
                  <a:pt x="5467288" y="3043694"/>
                  <a:pt x="5473526" y="3043704"/>
                </a:cubicBezTo>
                <a:close/>
                <a:moveTo>
                  <a:pt x="8044464" y="3043740"/>
                </a:moveTo>
                <a:cubicBezTo>
                  <a:pt x="8062969" y="3043099"/>
                  <a:pt x="8080828" y="3029808"/>
                  <a:pt x="8077902" y="3009450"/>
                </a:cubicBezTo>
                <a:cubicBezTo>
                  <a:pt x="8080427" y="2979167"/>
                  <a:pt x="8037966" y="2968624"/>
                  <a:pt x="8018227" y="2986570"/>
                </a:cubicBezTo>
                <a:cubicBezTo>
                  <a:pt x="8005604" y="3001824"/>
                  <a:pt x="8006063" y="3031434"/>
                  <a:pt x="8026490" y="3039958"/>
                </a:cubicBezTo>
                <a:cubicBezTo>
                  <a:pt x="8032056" y="3042762"/>
                  <a:pt x="8038296" y="3043954"/>
                  <a:pt x="8044464" y="3043740"/>
                </a:cubicBezTo>
                <a:close/>
                <a:moveTo>
                  <a:pt x="7120416" y="3043759"/>
                </a:moveTo>
                <a:cubicBezTo>
                  <a:pt x="7139030" y="3042956"/>
                  <a:pt x="7157197" y="3029465"/>
                  <a:pt x="7155150" y="3008997"/>
                </a:cubicBezTo>
                <a:cubicBezTo>
                  <a:pt x="7154467" y="2978548"/>
                  <a:pt x="7112392" y="2968624"/>
                  <a:pt x="7092150" y="2987119"/>
                </a:cubicBezTo>
                <a:cubicBezTo>
                  <a:pt x="7078504" y="3003133"/>
                  <a:pt x="7081461" y="3031777"/>
                  <a:pt x="7102385" y="3040122"/>
                </a:cubicBezTo>
                <a:cubicBezTo>
                  <a:pt x="7107957" y="3042885"/>
                  <a:pt x="7114211" y="3044027"/>
                  <a:pt x="7120416" y="3043759"/>
                </a:cubicBezTo>
                <a:close/>
                <a:moveTo>
                  <a:pt x="6709821" y="3043814"/>
                </a:moveTo>
                <a:cubicBezTo>
                  <a:pt x="6728092" y="3042910"/>
                  <a:pt x="6745474" y="3029346"/>
                  <a:pt x="6741743" y="3008765"/>
                </a:cubicBezTo>
                <a:cubicBezTo>
                  <a:pt x="6744004" y="2978602"/>
                  <a:pt x="6703306" y="2967036"/>
                  <a:pt x="6684088" y="2986086"/>
                </a:cubicBezTo>
                <a:cubicBezTo>
                  <a:pt x="6672104" y="3001961"/>
                  <a:pt x="6673235" y="3030310"/>
                  <a:pt x="6692001" y="3040288"/>
                </a:cubicBezTo>
                <a:cubicBezTo>
                  <a:pt x="6697541" y="3043010"/>
                  <a:pt x="6703730" y="3044115"/>
                  <a:pt x="6709821" y="3043814"/>
                </a:cubicBezTo>
                <a:close/>
                <a:moveTo>
                  <a:pt x="6808427" y="3043818"/>
                </a:moveTo>
                <a:cubicBezTo>
                  <a:pt x="6827826" y="3045035"/>
                  <a:pt x="6848292" y="3032005"/>
                  <a:pt x="6846220" y="3010347"/>
                </a:cubicBezTo>
                <a:cubicBezTo>
                  <a:pt x="6849904" y="2974474"/>
                  <a:pt x="6794405" y="2965449"/>
                  <a:pt x="6779667" y="2995005"/>
                </a:cubicBezTo>
                <a:cubicBezTo>
                  <a:pt x="6776443" y="3009670"/>
                  <a:pt x="6775291" y="3028621"/>
                  <a:pt x="6790260" y="3037646"/>
                </a:cubicBezTo>
                <a:cubicBezTo>
                  <a:pt x="6795614" y="3041425"/>
                  <a:pt x="6801961" y="3043413"/>
                  <a:pt x="6808427" y="3043818"/>
                </a:cubicBezTo>
                <a:close/>
                <a:moveTo>
                  <a:pt x="1152540" y="3043828"/>
                </a:moveTo>
                <a:cubicBezTo>
                  <a:pt x="1170261" y="3045944"/>
                  <a:pt x="1189993" y="3036546"/>
                  <a:pt x="1192885" y="3017837"/>
                </a:cubicBezTo>
                <a:cubicBezTo>
                  <a:pt x="1200143" y="2993117"/>
                  <a:pt x="1172926" y="2971799"/>
                  <a:pt x="1149794" y="2978149"/>
                </a:cubicBezTo>
                <a:cubicBezTo>
                  <a:pt x="1122130" y="2981551"/>
                  <a:pt x="1117594" y="3021465"/>
                  <a:pt x="1136189" y="3037794"/>
                </a:cubicBezTo>
                <a:cubicBezTo>
                  <a:pt x="1140950" y="3041139"/>
                  <a:pt x="1146633" y="3043123"/>
                  <a:pt x="1152540" y="3043828"/>
                </a:cubicBezTo>
                <a:close/>
                <a:moveTo>
                  <a:pt x="7732872" y="3043877"/>
                </a:moveTo>
                <a:cubicBezTo>
                  <a:pt x="7752619" y="3045060"/>
                  <a:pt x="7773429" y="3032014"/>
                  <a:pt x="7772227" y="3010015"/>
                </a:cubicBezTo>
                <a:cubicBezTo>
                  <a:pt x="7773143" y="2974544"/>
                  <a:pt x="7719597" y="2965449"/>
                  <a:pt x="7703579" y="2993871"/>
                </a:cubicBezTo>
                <a:cubicBezTo>
                  <a:pt x="7697629" y="3008651"/>
                  <a:pt x="7699002" y="3029115"/>
                  <a:pt x="7714334" y="3037755"/>
                </a:cubicBezTo>
                <a:cubicBezTo>
                  <a:pt x="7719826" y="3041507"/>
                  <a:pt x="7726290" y="3043482"/>
                  <a:pt x="7732872" y="3043877"/>
                </a:cubicBezTo>
                <a:close/>
                <a:moveTo>
                  <a:pt x="5269273" y="3043883"/>
                </a:moveTo>
                <a:cubicBezTo>
                  <a:pt x="5287321" y="3043670"/>
                  <a:pt x="5304701" y="3031049"/>
                  <a:pt x="5303005" y="3010242"/>
                </a:cubicBezTo>
                <a:cubicBezTo>
                  <a:pt x="5305040" y="2979088"/>
                  <a:pt x="5264571" y="2967036"/>
                  <a:pt x="5244224" y="2985683"/>
                </a:cubicBezTo>
                <a:cubicBezTo>
                  <a:pt x="5232693" y="3001374"/>
                  <a:pt x="5232241" y="3030481"/>
                  <a:pt x="5251684" y="3039804"/>
                </a:cubicBezTo>
                <a:cubicBezTo>
                  <a:pt x="5257167" y="3042647"/>
                  <a:pt x="5263257" y="3043954"/>
                  <a:pt x="5269273" y="3043883"/>
                </a:cubicBezTo>
                <a:close/>
                <a:moveTo>
                  <a:pt x="4548494" y="3043925"/>
                </a:moveTo>
                <a:cubicBezTo>
                  <a:pt x="4567357" y="3044626"/>
                  <a:pt x="4586474" y="3031104"/>
                  <a:pt x="4584100" y="3009673"/>
                </a:cubicBezTo>
                <a:cubicBezTo>
                  <a:pt x="4587717" y="2975201"/>
                  <a:pt x="4533913" y="2965449"/>
                  <a:pt x="4520801" y="2994251"/>
                </a:cubicBezTo>
                <a:cubicBezTo>
                  <a:pt x="4516279" y="3008765"/>
                  <a:pt x="4516279" y="3029176"/>
                  <a:pt x="4530522" y="3038248"/>
                </a:cubicBezTo>
                <a:cubicBezTo>
                  <a:pt x="4535948" y="3041876"/>
                  <a:pt x="4542207" y="3043691"/>
                  <a:pt x="4548494" y="3043925"/>
                </a:cubicBezTo>
                <a:close/>
                <a:moveTo>
                  <a:pt x="7016882" y="3043946"/>
                </a:moveTo>
                <a:cubicBezTo>
                  <a:pt x="7035929" y="3043337"/>
                  <a:pt x="7054231" y="3030256"/>
                  <a:pt x="7052849" y="3009224"/>
                </a:cubicBezTo>
                <a:cubicBezTo>
                  <a:pt x="7053080" y="2972289"/>
                  <a:pt x="6995066" y="2965449"/>
                  <a:pt x="6982175" y="2997596"/>
                </a:cubicBezTo>
                <a:cubicBezTo>
                  <a:pt x="6978491" y="3013099"/>
                  <a:pt x="6981714" y="3033391"/>
                  <a:pt x="6998289" y="3040231"/>
                </a:cubicBezTo>
                <a:cubicBezTo>
                  <a:pt x="7004102" y="3042966"/>
                  <a:pt x="7010534" y="3044149"/>
                  <a:pt x="7016882" y="3043946"/>
                </a:cubicBezTo>
                <a:close/>
                <a:moveTo>
                  <a:pt x="2184544" y="3043947"/>
                </a:moveTo>
                <a:cubicBezTo>
                  <a:pt x="2197775" y="3043787"/>
                  <a:pt x="2210247" y="3035087"/>
                  <a:pt x="2220424" y="3026387"/>
                </a:cubicBezTo>
                <a:cubicBezTo>
                  <a:pt x="2220876" y="3005007"/>
                  <a:pt x="2214996" y="2974074"/>
                  <a:pt x="2186720" y="2976803"/>
                </a:cubicBezTo>
                <a:cubicBezTo>
                  <a:pt x="2150990" y="2971799"/>
                  <a:pt x="2138325" y="3029572"/>
                  <a:pt x="2171119" y="3040944"/>
                </a:cubicBezTo>
                <a:cubicBezTo>
                  <a:pt x="2175639" y="3043105"/>
                  <a:pt x="2180134" y="3044000"/>
                  <a:pt x="2184544" y="3043947"/>
                </a:cubicBezTo>
                <a:close/>
                <a:moveTo>
                  <a:pt x="6397839" y="3043975"/>
                </a:moveTo>
                <a:cubicBezTo>
                  <a:pt x="6417444" y="3044852"/>
                  <a:pt x="6437824" y="3031555"/>
                  <a:pt x="6435760" y="3009663"/>
                </a:cubicBezTo>
                <a:cubicBezTo>
                  <a:pt x="6438741" y="2984351"/>
                  <a:pt x="6406868" y="2970212"/>
                  <a:pt x="6386001" y="2979790"/>
                </a:cubicBezTo>
                <a:cubicBezTo>
                  <a:pt x="6360548" y="2986175"/>
                  <a:pt x="6356191" y="3026310"/>
                  <a:pt x="6379351" y="3038168"/>
                </a:cubicBezTo>
                <a:cubicBezTo>
                  <a:pt x="6384855" y="3041816"/>
                  <a:pt x="6391304" y="3043683"/>
                  <a:pt x="6397839" y="3043975"/>
                </a:cubicBezTo>
                <a:close/>
                <a:moveTo>
                  <a:pt x="4752462" y="3044011"/>
                </a:moveTo>
                <a:cubicBezTo>
                  <a:pt x="4774030" y="3044834"/>
                  <a:pt x="4796486" y="3027090"/>
                  <a:pt x="4789381" y="3002804"/>
                </a:cubicBezTo>
                <a:cubicBezTo>
                  <a:pt x="4783968" y="2973387"/>
                  <a:pt x="4749460" y="2974299"/>
                  <a:pt x="4727807" y="2983421"/>
                </a:cubicBezTo>
                <a:cubicBezTo>
                  <a:pt x="4723747" y="3000524"/>
                  <a:pt x="4716304" y="3023328"/>
                  <a:pt x="4732318" y="3036554"/>
                </a:cubicBezTo>
                <a:cubicBezTo>
                  <a:pt x="4738182" y="3041400"/>
                  <a:pt x="4745273" y="3043737"/>
                  <a:pt x="4752462" y="3044011"/>
                </a:cubicBezTo>
                <a:close/>
                <a:moveTo>
                  <a:pt x="7323734" y="3044016"/>
                </a:moveTo>
                <a:cubicBezTo>
                  <a:pt x="7337009" y="3043868"/>
                  <a:pt x="7349450" y="3035311"/>
                  <a:pt x="7359711" y="3026880"/>
                </a:cubicBezTo>
                <a:cubicBezTo>
                  <a:pt x="7361079" y="3005073"/>
                  <a:pt x="7354239" y="2975621"/>
                  <a:pt x="7325964" y="2977644"/>
                </a:cubicBezTo>
                <a:cubicBezTo>
                  <a:pt x="7289482" y="2971799"/>
                  <a:pt x="7276941" y="3030028"/>
                  <a:pt x="7310231" y="3041044"/>
                </a:cubicBezTo>
                <a:cubicBezTo>
                  <a:pt x="7314791" y="3043180"/>
                  <a:pt x="7319309" y="3044065"/>
                  <a:pt x="7323734" y="3044016"/>
                </a:cubicBezTo>
                <a:close/>
                <a:moveTo>
                  <a:pt x="2495524" y="3044101"/>
                </a:moveTo>
                <a:cubicBezTo>
                  <a:pt x="2513843" y="3043295"/>
                  <a:pt x="2531237" y="3030144"/>
                  <a:pt x="2528857" y="3008999"/>
                </a:cubicBezTo>
                <a:cubicBezTo>
                  <a:pt x="2532032" y="2975534"/>
                  <a:pt x="2481903" y="2965449"/>
                  <a:pt x="2465578" y="2990433"/>
                </a:cubicBezTo>
                <a:cubicBezTo>
                  <a:pt x="2455828" y="3006707"/>
                  <a:pt x="2459913" y="3032150"/>
                  <a:pt x="2477598" y="3040630"/>
                </a:cubicBezTo>
                <a:cubicBezTo>
                  <a:pt x="2483205" y="3043266"/>
                  <a:pt x="2489419" y="3044369"/>
                  <a:pt x="2495524" y="3044101"/>
                </a:cubicBezTo>
                <a:close/>
                <a:moveTo>
                  <a:pt x="7633845" y="3044193"/>
                </a:moveTo>
                <a:cubicBezTo>
                  <a:pt x="7652103" y="3043342"/>
                  <a:pt x="7670070" y="3030364"/>
                  <a:pt x="7668355" y="3010014"/>
                </a:cubicBezTo>
                <a:cubicBezTo>
                  <a:pt x="7670185" y="2982421"/>
                  <a:pt x="7634963" y="2968624"/>
                  <a:pt x="7613465" y="2981501"/>
                </a:cubicBezTo>
                <a:cubicBezTo>
                  <a:pt x="7589679" y="2992078"/>
                  <a:pt x="7591737" y="3032319"/>
                  <a:pt x="7616209" y="3040827"/>
                </a:cubicBezTo>
                <a:cubicBezTo>
                  <a:pt x="7621641" y="3043413"/>
                  <a:pt x="7627759" y="3044477"/>
                  <a:pt x="7633845" y="3044193"/>
                </a:cubicBezTo>
                <a:close/>
                <a:moveTo>
                  <a:pt x="4347745" y="3044249"/>
                </a:moveTo>
                <a:cubicBezTo>
                  <a:pt x="4367452" y="3041862"/>
                  <a:pt x="4385092" y="3022721"/>
                  <a:pt x="4377289" y="3001117"/>
                </a:cubicBezTo>
                <a:cubicBezTo>
                  <a:pt x="4372540" y="2970237"/>
                  <a:pt x="4321882" y="2968624"/>
                  <a:pt x="4313062" y="2996969"/>
                </a:cubicBezTo>
                <a:cubicBezTo>
                  <a:pt x="4306729" y="3012639"/>
                  <a:pt x="4312609" y="3033609"/>
                  <a:pt x="4328214" y="3040523"/>
                </a:cubicBezTo>
                <a:cubicBezTo>
                  <a:pt x="4334377" y="3043979"/>
                  <a:pt x="4341175" y="3045045"/>
                  <a:pt x="4347745" y="3044249"/>
                </a:cubicBezTo>
                <a:close/>
                <a:moveTo>
                  <a:pt x="1878813" y="3044250"/>
                </a:moveTo>
                <a:cubicBezTo>
                  <a:pt x="1897430" y="3043475"/>
                  <a:pt x="1915507" y="3030547"/>
                  <a:pt x="1913804" y="3009346"/>
                </a:cubicBezTo>
                <a:cubicBezTo>
                  <a:pt x="1914712" y="2978090"/>
                  <a:pt x="1869351" y="2965449"/>
                  <a:pt x="1851435" y="2988202"/>
                </a:cubicBezTo>
                <a:cubicBezTo>
                  <a:pt x="1841454" y="3004290"/>
                  <a:pt x="1843044" y="3030720"/>
                  <a:pt x="1860733" y="3040832"/>
                </a:cubicBezTo>
                <a:cubicBezTo>
                  <a:pt x="1866345" y="3043417"/>
                  <a:pt x="1872611" y="3044509"/>
                  <a:pt x="1878813" y="3044250"/>
                </a:cubicBezTo>
                <a:close/>
                <a:moveTo>
                  <a:pt x="1770824" y="3044258"/>
                </a:moveTo>
                <a:cubicBezTo>
                  <a:pt x="1785657" y="3045940"/>
                  <a:pt x="1800714" y="3037657"/>
                  <a:pt x="1811293" y="3026786"/>
                </a:cubicBezTo>
                <a:cubicBezTo>
                  <a:pt x="1808790" y="3012982"/>
                  <a:pt x="1811293" y="2995727"/>
                  <a:pt x="1800600" y="2984913"/>
                </a:cubicBezTo>
                <a:cubicBezTo>
                  <a:pt x="1783539" y="2971799"/>
                  <a:pt x="1755784" y="2975250"/>
                  <a:pt x="1744864" y="2994346"/>
                </a:cubicBezTo>
                <a:cubicBezTo>
                  <a:pt x="1741679" y="3009761"/>
                  <a:pt x="1739859" y="3030698"/>
                  <a:pt x="1756239" y="3038980"/>
                </a:cubicBezTo>
                <a:cubicBezTo>
                  <a:pt x="1760959" y="3042029"/>
                  <a:pt x="1765879" y="3043697"/>
                  <a:pt x="1770824" y="3044258"/>
                </a:cubicBezTo>
                <a:close/>
                <a:moveTo>
                  <a:pt x="4657936" y="3044281"/>
                </a:moveTo>
                <a:cubicBezTo>
                  <a:pt x="4674930" y="3042266"/>
                  <a:pt x="4690036" y="3028128"/>
                  <a:pt x="4687432" y="3009335"/>
                </a:cubicBezTo>
                <a:cubicBezTo>
                  <a:pt x="4690441" y="2976232"/>
                  <a:pt x="4644370" y="2967036"/>
                  <a:pt x="4624692" y="2987726"/>
                </a:cubicBezTo>
                <a:cubicBezTo>
                  <a:pt x="4613116" y="3005427"/>
                  <a:pt x="4616589" y="3037611"/>
                  <a:pt x="4640898" y="3041979"/>
                </a:cubicBezTo>
                <a:cubicBezTo>
                  <a:pt x="4646396" y="3044277"/>
                  <a:pt x="4652271" y="3044953"/>
                  <a:pt x="4657936" y="3044281"/>
                </a:cubicBezTo>
                <a:close/>
                <a:moveTo>
                  <a:pt x="5882414" y="3044322"/>
                </a:moveTo>
                <a:cubicBezTo>
                  <a:pt x="5901531" y="3045171"/>
                  <a:pt x="5921832" y="3032405"/>
                  <a:pt x="5919615" y="3011370"/>
                </a:cubicBezTo>
                <a:cubicBezTo>
                  <a:pt x="5924391" y="2977894"/>
                  <a:pt x="5875714" y="2967037"/>
                  <a:pt x="5857517" y="2989882"/>
                </a:cubicBezTo>
                <a:cubicBezTo>
                  <a:pt x="5848191" y="3004810"/>
                  <a:pt x="5849329" y="3028108"/>
                  <a:pt x="5864569" y="3038739"/>
                </a:cubicBezTo>
                <a:cubicBezTo>
                  <a:pt x="5869800" y="3042244"/>
                  <a:pt x="5876041" y="3044040"/>
                  <a:pt x="5882414" y="3044322"/>
                </a:cubicBezTo>
                <a:close/>
                <a:moveTo>
                  <a:pt x="1470951" y="3044328"/>
                </a:moveTo>
                <a:cubicBezTo>
                  <a:pt x="1478243" y="3043981"/>
                  <a:pt x="1485365" y="3041898"/>
                  <a:pt x="1491355" y="3037383"/>
                </a:cubicBezTo>
                <a:cubicBezTo>
                  <a:pt x="1503336" y="3023955"/>
                  <a:pt x="1502884" y="3002425"/>
                  <a:pt x="1494295" y="2987377"/>
                </a:cubicBezTo>
                <a:cubicBezTo>
                  <a:pt x="1477112" y="2968624"/>
                  <a:pt x="1437773" y="2974875"/>
                  <a:pt x="1433928" y="3002656"/>
                </a:cubicBezTo>
                <a:cubicBezTo>
                  <a:pt x="1430313" y="3016779"/>
                  <a:pt x="1436190" y="3034142"/>
                  <a:pt x="1449527" y="3040856"/>
                </a:cubicBezTo>
                <a:cubicBezTo>
                  <a:pt x="1456198" y="3043287"/>
                  <a:pt x="1463660" y="3044676"/>
                  <a:pt x="1470951" y="3044328"/>
                </a:cubicBezTo>
                <a:close/>
                <a:moveTo>
                  <a:pt x="1567818" y="3044377"/>
                </a:moveTo>
                <a:cubicBezTo>
                  <a:pt x="1589888" y="3044548"/>
                  <a:pt x="1611605" y="3026329"/>
                  <a:pt x="1603055" y="3001293"/>
                </a:cubicBezTo>
                <a:cubicBezTo>
                  <a:pt x="1597583" y="2971799"/>
                  <a:pt x="1562014" y="2974771"/>
                  <a:pt x="1541265" y="2984145"/>
                </a:cubicBezTo>
                <a:cubicBezTo>
                  <a:pt x="1536478" y="3001522"/>
                  <a:pt x="1530321" y="3024157"/>
                  <a:pt x="1546738" y="3037646"/>
                </a:cubicBezTo>
                <a:cubicBezTo>
                  <a:pt x="1553066" y="3042219"/>
                  <a:pt x="1560461" y="3044320"/>
                  <a:pt x="1567818" y="3044377"/>
                </a:cubicBezTo>
                <a:close/>
                <a:moveTo>
                  <a:pt x="4964218" y="3044395"/>
                </a:moveTo>
                <a:cubicBezTo>
                  <a:pt x="4982260" y="3043302"/>
                  <a:pt x="4999723" y="3030314"/>
                  <a:pt x="4997491" y="3010255"/>
                </a:cubicBezTo>
                <a:cubicBezTo>
                  <a:pt x="4998864" y="2975965"/>
                  <a:pt x="4945319" y="2965449"/>
                  <a:pt x="4929529" y="2994024"/>
                </a:cubicBezTo>
                <a:cubicBezTo>
                  <a:pt x="4924266" y="3011398"/>
                  <a:pt x="4925868" y="3035401"/>
                  <a:pt x="4946691" y="3041344"/>
                </a:cubicBezTo>
                <a:cubicBezTo>
                  <a:pt x="4952126" y="3043802"/>
                  <a:pt x="4958204" y="3044759"/>
                  <a:pt x="4964218" y="3044395"/>
                </a:cubicBezTo>
                <a:close/>
                <a:moveTo>
                  <a:pt x="5061997" y="3044401"/>
                </a:moveTo>
                <a:cubicBezTo>
                  <a:pt x="5078808" y="3045190"/>
                  <a:pt x="5096036" y="3034913"/>
                  <a:pt x="5098423" y="3016833"/>
                </a:cubicBezTo>
                <a:cubicBezTo>
                  <a:pt x="5103654" y="2991589"/>
                  <a:pt x="5074999" y="2970211"/>
                  <a:pt x="5051802" y="2980218"/>
                </a:cubicBezTo>
                <a:cubicBezTo>
                  <a:pt x="5025420" y="2986131"/>
                  <a:pt x="5022691" y="3027977"/>
                  <a:pt x="5045889" y="3039803"/>
                </a:cubicBezTo>
                <a:cubicBezTo>
                  <a:pt x="5050835" y="3042646"/>
                  <a:pt x="5056393" y="3044138"/>
                  <a:pt x="5061997" y="3044401"/>
                </a:cubicBezTo>
                <a:close/>
                <a:moveTo>
                  <a:pt x="5989746" y="3044502"/>
                </a:moveTo>
                <a:cubicBezTo>
                  <a:pt x="6009327" y="3043277"/>
                  <a:pt x="6027213" y="3025875"/>
                  <a:pt x="6021349" y="3003703"/>
                </a:cubicBezTo>
                <a:cubicBezTo>
                  <a:pt x="6019338" y="2972994"/>
                  <a:pt x="5971532" y="2967036"/>
                  <a:pt x="5959692" y="2993849"/>
                </a:cubicBezTo>
                <a:cubicBezTo>
                  <a:pt x="5954554" y="3009203"/>
                  <a:pt x="5955448" y="3030516"/>
                  <a:pt x="5970415" y="3039912"/>
                </a:cubicBezTo>
                <a:cubicBezTo>
                  <a:pt x="5976503" y="3043521"/>
                  <a:pt x="5983218" y="3044910"/>
                  <a:pt x="5989746" y="3044502"/>
                </a:cubicBezTo>
                <a:close/>
                <a:moveTo>
                  <a:pt x="1260203" y="3044527"/>
                </a:moveTo>
                <a:cubicBezTo>
                  <a:pt x="1279912" y="3045174"/>
                  <a:pt x="1300647" y="3032240"/>
                  <a:pt x="1297397" y="3009992"/>
                </a:cubicBezTo>
                <a:cubicBezTo>
                  <a:pt x="1300590" y="2984239"/>
                  <a:pt x="1267757" y="2970212"/>
                  <a:pt x="1247464" y="2980100"/>
                </a:cubicBezTo>
                <a:cubicBezTo>
                  <a:pt x="1222379" y="2986538"/>
                  <a:pt x="1219189" y="3027928"/>
                  <a:pt x="1241764" y="3039195"/>
                </a:cubicBezTo>
                <a:cubicBezTo>
                  <a:pt x="1247179" y="3042587"/>
                  <a:pt x="1253634" y="3044312"/>
                  <a:pt x="1260203" y="3044527"/>
                </a:cubicBezTo>
                <a:close/>
                <a:moveTo>
                  <a:pt x="6296230" y="3044582"/>
                </a:moveTo>
                <a:cubicBezTo>
                  <a:pt x="6317846" y="3044336"/>
                  <a:pt x="6339303" y="3025991"/>
                  <a:pt x="6331501" y="3001988"/>
                </a:cubicBezTo>
                <a:cubicBezTo>
                  <a:pt x="6325394" y="2970669"/>
                  <a:pt x="6279483" y="2970212"/>
                  <a:pt x="6264782" y="2994901"/>
                </a:cubicBezTo>
                <a:cubicBezTo>
                  <a:pt x="6259354" y="3009760"/>
                  <a:pt x="6261164" y="3029191"/>
                  <a:pt x="6275638" y="3038335"/>
                </a:cubicBezTo>
                <a:cubicBezTo>
                  <a:pt x="6281801" y="3042735"/>
                  <a:pt x="6289024" y="3044664"/>
                  <a:pt x="6296230" y="3044582"/>
                </a:cubicBezTo>
                <a:close/>
                <a:moveTo>
                  <a:pt x="6501606" y="3044623"/>
                </a:moveTo>
                <a:cubicBezTo>
                  <a:pt x="6519873" y="3044505"/>
                  <a:pt x="6537918" y="3030991"/>
                  <a:pt x="6536059" y="3010697"/>
                </a:cubicBezTo>
                <a:cubicBezTo>
                  <a:pt x="6540341" y="2975454"/>
                  <a:pt x="6483995" y="2965449"/>
                  <a:pt x="6471373" y="2995690"/>
                </a:cubicBezTo>
                <a:cubicBezTo>
                  <a:pt x="6467316" y="3010925"/>
                  <a:pt x="6467992" y="3032298"/>
                  <a:pt x="6483995" y="3040029"/>
                </a:cubicBezTo>
                <a:cubicBezTo>
                  <a:pt x="6489404" y="3043212"/>
                  <a:pt x="6495518" y="3044662"/>
                  <a:pt x="6501606" y="3044623"/>
                </a:cubicBezTo>
                <a:close/>
                <a:moveTo>
                  <a:pt x="7218578" y="3044626"/>
                </a:moveTo>
                <a:cubicBezTo>
                  <a:pt x="7238032" y="3045750"/>
                  <a:pt x="7258678" y="3031610"/>
                  <a:pt x="7256274" y="3010013"/>
                </a:cubicBezTo>
                <a:cubicBezTo>
                  <a:pt x="7259021" y="2974819"/>
                  <a:pt x="7203394" y="2965449"/>
                  <a:pt x="7190346" y="2995844"/>
                </a:cubicBezTo>
                <a:cubicBezTo>
                  <a:pt x="7187599" y="3010013"/>
                  <a:pt x="7186454" y="3029210"/>
                  <a:pt x="7200418" y="3038123"/>
                </a:cubicBezTo>
                <a:cubicBezTo>
                  <a:pt x="7205740" y="3042180"/>
                  <a:pt x="7212093" y="3044251"/>
                  <a:pt x="7218578" y="3044626"/>
                </a:cubicBezTo>
                <a:close/>
                <a:moveTo>
                  <a:pt x="2392356" y="3044626"/>
                </a:moveTo>
                <a:cubicBezTo>
                  <a:pt x="2410890" y="3044305"/>
                  <a:pt x="2429050" y="3030420"/>
                  <a:pt x="2424930" y="3009334"/>
                </a:cubicBezTo>
                <a:cubicBezTo>
                  <a:pt x="2429965" y="2974363"/>
                  <a:pt x="2373419" y="2965449"/>
                  <a:pt x="2361295" y="2995392"/>
                </a:cubicBezTo>
                <a:cubicBezTo>
                  <a:pt x="2357399" y="3010706"/>
                  <a:pt x="2357861" y="3032648"/>
                  <a:pt x="2374562" y="3040191"/>
                </a:cubicBezTo>
                <a:cubicBezTo>
                  <a:pt x="2379996" y="3043334"/>
                  <a:pt x="2386201" y="3044734"/>
                  <a:pt x="2392356" y="3044626"/>
                </a:cubicBezTo>
                <a:close/>
                <a:moveTo>
                  <a:pt x="6195315" y="3044654"/>
                </a:moveTo>
                <a:cubicBezTo>
                  <a:pt x="6214110" y="3043861"/>
                  <a:pt x="6232650" y="3031307"/>
                  <a:pt x="6228738" y="3009238"/>
                </a:cubicBezTo>
                <a:cubicBezTo>
                  <a:pt x="6232594" y="2973558"/>
                  <a:pt x="6176350" y="2965449"/>
                  <a:pt x="6163650" y="2994874"/>
                </a:cubicBezTo>
                <a:cubicBezTo>
                  <a:pt x="6159341" y="3011324"/>
                  <a:pt x="6160248" y="3033102"/>
                  <a:pt x="6177257" y="3041443"/>
                </a:cubicBezTo>
                <a:cubicBezTo>
                  <a:pt x="6182757" y="3043876"/>
                  <a:pt x="6189050" y="3044918"/>
                  <a:pt x="6195315" y="3044654"/>
                </a:cubicBezTo>
                <a:close/>
                <a:moveTo>
                  <a:pt x="6091600" y="3044701"/>
                </a:moveTo>
                <a:cubicBezTo>
                  <a:pt x="6110027" y="3044519"/>
                  <a:pt x="6127814" y="3030934"/>
                  <a:pt x="6125767" y="3010020"/>
                </a:cubicBezTo>
                <a:cubicBezTo>
                  <a:pt x="6129179" y="2974363"/>
                  <a:pt x="6073899" y="2965449"/>
                  <a:pt x="6060704" y="2995163"/>
                </a:cubicBezTo>
                <a:cubicBezTo>
                  <a:pt x="6056382" y="3010477"/>
                  <a:pt x="6056154" y="3032877"/>
                  <a:pt x="6073671" y="3040191"/>
                </a:cubicBezTo>
                <a:cubicBezTo>
                  <a:pt x="6079245" y="3043334"/>
                  <a:pt x="6085458" y="3044762"/>
                  <a:pt x="6091600" y="3044701"/>
                </a:cubicBezTo>
                <a:close/>
                <a:moveTo>
                  <a:pt x="2594200" y="3044822"/>
                </a:moveTo>
                <a:cubicBezTo>
                  <a:pt x="2614041" y="3045867"/>
                  <a:pt x="2635550" y="3031808"/>
                  <a:pt x="2631788" y="3009727"/>
                </a:cubicBezTo>
                <a:cubicBezTo>
                  <a:pt x="2634980" y="2987187"/>
                  <a:pt x="2608754" y="2973386"/>
                  <a:pt x="2589595" y="2977756"/>
                </a:cubicBezTo>
                <a:cubicBezTo>
                  <a:pt x="2561773" y="2980976"/>
                  <a:pt x="2555844" y="3022608"/>
                  <a:pt x="2575912" y="3038479"/>
                </a:cubicBezTo>
                <a:cubicBezTo>
                  <a:pt x="2581157" y="3042446"/>
                  <a:pt x="2587585" y="3044473"/>
                  <a:pt x="2594200" y="3044822"/>
                </a:cubicBezTo>
                <a:close/>
                <a:moveTo>
                  <a:pt x="7942590" y="3044879"/>
                </a:moveTo>
                <a:cubicBezTo>
                  <a:pt x="7962455" y="3043103"/>
                  <a:pt x="7980132" y="3025476"/>
                  <a:pt x="7975155" y="3003301"/>
                </a:cubicBezTo>
                <a:cubicBezTo>
                  <a:pt x="7970350" y="2972349"/>
                  <a:pt x="7922067" y="2967036"/>
                  <a:pt x="7909710" y="2994524"/>
                </a:cubicBezTo>
                <a:cubicBezTo>
                  <a:pt x="7906277" y="3010924"/>
                  <a:pt x="7905591" y="3032174"/>
                  <a:pt x="7922753" y="3040952"/>
                </a:cubicBezTo>
                <a:cubicBezTo>
                  <a:pt x="7929103" y="3044301"/>
                  <a:pt x="7935968" y="3045471"/>
                  <a:pt x="7942590" y="3044879"/>
                </a:cubicBezTo>
                <a:close/>
                <a:moveTo>
                  <a:pt x="8553616" y="3143685"/>
                </a:moveTo>
                <a:cubicBezTo>
                  <a:pt x="8571912" y="3145657"/>
                  <a:pt x="8591246" y="3129362"/>
                  <a:pt x="8586045" y="3107920"/>
                </a:cubicBezTo>
                <a:cubicBezTo>
                  <a:pt x="8584927" y="3080475"/>
                  <a:pt x="8543772" y="3074986"/>
                  <a:pt x="8533035" y="3098314"/>
                </a:cubicBezTo>
                <a:cubicBezTo>
                  <a:pt x="8529457" y="3109979"/>
                  <a:pt x="8527891" y="3125531"/>
                  <a:pt x="8536614" y="3135137"/>
                </a:cubicBezTo>
                <a:cubicBezTo>
                  <a:pt x="8541535" y="3140340"/>
                  <a:pt x="8547518" y="3143027"/>
                  <a:pt x="8553616" y="3143685"/>
                </a:cubicBezTo>
                <a:close/>
                <a:moveTo>
                  <a:pt x="1248146" y="3144858"/>
                </a:moveTo>
                <a:cubicBezTo>
                  <a:pt x="1269401" y="3152774"/>
                  <a:pt x="1299024" y="3140787"/>
                  <a:pt x="1296535" y="3114776"/>
                </a:cubicBezTo>
                <a:cubicBezTo>
                  <a:pt x="1300155" y="3084016"/>
                  <a:pt x="1257643" y="3068636"/>
                  <a:pt x="1237066" y="3088766"/>
                </a:cubicBezTo>
                <a:cubicBezTo>
                  <a:pt x="1219200" y="3104825"/>
                  <a:pt x="1224850" y="3137168"/>
                  <a:pt x="1248146" y="3144858"/>
                </a:cubicBezTo>
                <a:close/>
                <a:moveTo>
                  <a:pt x="5767993" y="3145291"/>
                </a:moveTo>
                <a:cubicBezTo>
                  <a:pt x="5786713" y="3151187"/>
                  <a:pt x="5812425" y="3145971"/>
                  <a:pt x="5816034" y="3123066"/>
                </a:cubicBezTo>
                <a:cubicBezTo>
                  <a:pt x="5824379" y="3097666"/>
                  <a:pt x="5798667" y="3071812"/>
                  <a:pt x="5773631" y="3081564"/>
                </a:cubicBezTo>
                <a:cubicBezTo>
                  <a:pt x="5742957" y="3086100"/>
                  <a:pt x="5741829" y="3133951"/>
                  <a:pt x="5767993" y="3145291"/>
                </a:cubicBezTo>
                <a:close/>
                <a:moveTo>
                  <a:pt x="7337163" y="3145525"/>
                </a:moveTo>
                <a:cubicBezTo>
                  <a:pt x="7347509" y="3142312"/>
                  <a:pt x="7355910" y="3134693"/>
                  <a:pt x="7357488" y="3122298"/>
                </a:cubicBezTo>
                <a:cubicBezTo>
                  <a:pt x="7364254" y="3098417"/>
                  <a:pt x="7342378" y="3073399"/>
                  <a:pt x="7318022" y="3080222"/>
                </a:cubicBezTo>
                <a:cubicBezTo>
                  <a:pt x="7287576" y="3081814"/>
                  <a:pt x="7283291" y="3126846"/>
                  <a:pt x="7305167" y="3142312"/>
                </a:cubicBezTo>
                <a:cubicBezTo>
                  <a:pt x="7314526" y="3147543"/>
                  <a:pt x="7326817" y="3148737"/>
                  <a:pt x="7337163" y="3145525"/>
                </a:cubicBezTo>
                <a:close/>
                <a:moveTo>
                  <a:pt x="5897662" y="3145543"/>
                </a:moveTo>
                <a:cubicBezTo>
                  <a:pt x="5905985" y="3143289"/>
                  <a:pt x="5913308" y="3138444"/>
                  <a:pt x="5917541" y="3130218"/>
                </a:cubicBezTo>
                <a:cubicBezTo>
                  <a:pt x="5922804" y="3113542"/>
                  <a:pt x="5920287" y="3091006"/>
                  <a:pt x="5901981" y="3083344"/>
                </a:cubicBezTo>
                <a:cubicBezTo>
                  <a:pt x="5887107" y="3078612"/>
                  <a:pt x="5864911" y="3078161"/>
                  <a:pt x="5856902" y="3093936"/>
                </a:cubicBezTo>
                <a:cubicBezTo>
                  <a:pt x="5846604" y="3111289"/>
                  <a:pt x="5851638" y="3137430"/>
                  <a:pt x="5871775" y="3145317"/>
                </a:cubicBezTo>
                <a:cubicBezTo>
                  <a:pt x="5880013" y="3147458"/>
                  <a:pt x="5889338" y="3147796"/>
                  <a:pt x="5897662" y="3145543"/>
                </a:cubicBezTo>
                <a:close/>
                <a:moveTo>
                  <a:pt x="6719700" y="3145812"/>
                </a:moveTo>
                <a:cubicBezTo>
                  <a:pt x="6728687" y="3143834"/>
                  <a:pt x="6736511" y="3138747"/>
                  <a:pt x="6740139" y="3129252"/>
                </a:cubicBezTo>
                <a:cubicBezTo>
                  <a:pt x="6742861" y="3113652"/>
                  <a:pt x="6743541" y="3093530"/>
                  <a:pt x="6727893" y="3084035"/>
                </a:cubicBezTo>
                <a:cubicBezTo>
                  <a:pt x="6712018" y="3076574"/>
                  <a:pt x="6688659" y="3077705"/>
                  <a:pt x="6680268" y="3095339"/>
                </a:cubicBezTo>
                <a:cubicBezTo>
                  <a:pt x="6673918" y="3110939"/>
                  <a:pt x="6673691" y="3136260"/>
                  <a:pt x="6692288" y="3143721"/>
                </a:cubicBezTo>
                <a:cubicBezTo>
                  <a:pt x="6700565" y="3146660"/>
                  <a:pt x="6710714" y="3147790"/>
                  <a:pt x="6719700" y="3145812"/>
                </a:cubicBezTo>
                <a:close/>
                <a:moveTo>
                  <a:pt x="5280068" y="3145966"/>
                </a:moveTo>
                <a:cubicBezTo>
                  <a:pt x="5289216" y="3143878"/>
                  <a:pt x="5297139" y="3138730"/>
                  <a:pt x="5300445" y="3129005"/>
                </a:cubicBezTo>
                <a:cubicBezTo>
                  <a:pt x="5311616" y="3105664"/>
                  <a:pt x="5293149" y="3073399"/>
                  <a:pt x="5265334" y="3079349"/>
                </a:cubicBezTo>
                <a:cubicBezTo>
                  <a:pt x="5232959" y="3079578"/>
                  <a:pt x="5225891" y="3130378"/>
                  <a:pt x="5252338" y="3144565"/>
                </a:cubicBezTo>
                <a:cubicBezTo>
                  <a:pt x="5260546" y="3147082"/>
                  <a:pt x="5270920" y="3148054"/>
                  <a:pt x="5280068" y="3145966"/>
                </a:cubicBezTo>
                <a:close/>
                <a:moveTo>
                  <a:pt x="7542085" y="3146141"/>
                </a:moveTo>
                <a:cubicBezTo>
                  <a:pt x="7551578" y="3143590"/>
                  <a:pt x="7559593" y="3137580"/>
                  <a:pt x="7562208" y="3127148"/>
                </a:cubicBezTo>
                <a:cubicBezTo>
                  <a:pt x="7573804" y="3103562"/>
                  <a:pt x="7551521" y="3074987"/>
                  <a:pt x="7525827" y="3080203"/>
                </a:cubicBezTo>
                <a:cubicBezTo>
                  <a:pt x="7492858" y="3079750"/>
                  <a:pt x="7486491" y="3131003"/>
                  <a:pt x="7513094" y="3144384"/>
                </a:cubicBezTo>
                <a:cubicBezTo>
                  <a:pt x="7521620" y="3147785"/>
                  <a:pt x="7532592" y="3148692"/>
                  <a:pt x="7542085" y="3146141"/>
                </a:cubicBezTo>
                <a:close/>
                <a:moveTo>
                  <a:pt x="2405513" y="3146206"/>
                </a:moveTo>
                <a:cubicBezTo>
                  <a:pt x="2415688" y="3142965"/>
                  <a:pt x="2423689" y="3135564"/>
                  <a:pt x="2424032" y="3123173"/>
                </a:cubicBezTo>
                <a:cubicBezTo>
                  <a:pt x="2430431" y="3100686"/>
                  <a:pt x="2412594" y="3074986"/>
                  <a:pt x="2387879" y="3080264"/>
                </a:cubicBezTo>
                <a:cubicBezTo>
                  <a:pt x="2355888" y="3079346"/>
                  <a:pt x="2347883" y="3130975"/>
                  <a:pt x="2373943" y="3144284"/>
                </a:cubicBezTo>
                <a:cubicBezTo>
                  <a:pt x="2382973" y="3148529"/>
                  <a:pt x="2395328" y="3149447"/>
                  <a:pt x="2405513" y="3146206"/>
                </a:cubicBezTo>
                <a:close/>
                <a:moveTo>
                  <a:pt x="1581025" y="3146338"/>
                </a:moveTo>
                <a:cubicBezTo>
                  <a:pt x="1589883" y="3144029"/>
                  <a:pt x="1597615" y="3138602"/>
                  <a:pt x="1601309" y="3129482"/>
                </a:cubicBezTo>
                <a:cubicBezTo>
                  <a:pt x="1614465" y="3107314"/>
                  <a:pt x="1594153" y="3074987"/>
                  <a:pt x="1568301" y="3079143"/>
                </a:cubicBezTo>
                <a:cubicBezTo>
                  <a:pt x="1533445" y="3076834"/>
                  <a:pt x="1523983" y="3131329"/>
                  <a:pt x="1553990" y="3144491"/>
                </a:cubicBezTo>
                <a:cubicBezTo>
                  <a:pt x="1562184" y="3147839"/>
                  <a:pt x="1572164" y="3148647"/>
                  <a:pt x="1581025" y="3146338"/>
                </a:cubicBezTo>
                <a:close/>
                <a:moveTo>
                  <a:pt x="5996171" y="3146555"/>
                </a:moveTo>
                <a:cubicBezTo>
                  <a:pt x="6004884" y="3145541"/>
                  <a:pt x="6012949" y="3141820"/>
                  <a:pt x="6017912" y="3134042"/>
                </a:cubicBezTo>
                <a:cubicBezTo>
                  <a:pt x="6033929" y="3110818"/>
                  <a:pt x="6012724" y="3071811"/>
                  <a:pt x="5982945" y="3080605"/>
                </a:cubicBezTo>
                <a:cubicBezTo>
                  <a:pt x="5953167" y="3082183"/>
                  <a:pt x="5948204" y="3128405"/>
                  <a:pt x="5970538" y="3142835"/>
                </a:cubicBezTo>
                <a:cubicBezTo>
                  <a:pt x="5978095" y="3145879"/>
                  <a:pt x="5987457" y="3147570"/>
                  <a:pt x="5996171" y="3146555"/>
                </a:cubicBezTo>
                <a:close/>
                <a:moveTo>
                  <a:pt x="5172835" y="3146599"/>
                </a:moveTo>
                <a:cubicBezTo>
                  <a:pt x="5180811" y="3144984"/>
                  <a:pt x="5188844" y="3141694"/>
                  <a:pt x="5196303" y="3139617"/>
                </a:cubicBezTo>
                <a:cubicBezTo>
                  <a:pt x="5198828" y="3125075"/>
                  <a:pt x="5205254" y="3109379"/>
                  <a:pt x="5197451" y="3095530"/>
                </a:cubicBezTo>
                <a:cubicBezTo>
                  <a:pt x="5188499" y="3075217"/>
                  <a:pt x="5158662" y="3074986"/>
                  <a:pt x="5142596" y="3086758"/>
                </a:cubicBezTo>
                <a:cubicBezTo>
                  <a:pt x="5129054" y="3102223"/>
                  <a:pt x="5129743" y="3133154"/>
                  <a:pt x="5149711" y="3143541"/>
                </a:cubicBezTo>
                <a:cubicBezTo>
                  <a:pt x="5156941" y="3148158"/>
                  <a:pt x="5164859" y="3148215"/>
                  <a:pt x="5172835" y="3146599"/>
                </a:cubicBezTo>
                <a:close/>
                <a:moveTo>
                  <a:pt x="5074431" y="3146667"/>
                </a:moveTo>
                <a:cubicBezTo>
                  <a:pt x="5084313" y="3144477"/>
                  <a:pt x="5092735" y="3138677"/>
                  <a:pt x="5095371" y="3127987"/>
                </a:cubicBezTo>
                <a:cubicBezTo>
                  <a:pt x="5106829" y="3104787"/>
                  <a:pt x="5085058" y="3073399"/>
                  <a:pt x="5058475" y="3080678"/>
                </a:cubicBezTo>
                <a:cubicBezTo>
                  <a:pt x="5025933" y="3080905"/>
                  <a:pt x="5019516" y="3128897"/>
                  <a:pt x="5044725" y="3143681"/>
                </a:cubicBezTo>
                <a:cubicBezTo>
                  <a:pt x="5053204" y="3147434"/>
                  <a:pt x="5064548" y="3148856"/>
                  <a:pt x="5074431" y="3146667"/>
                </a:cubicBezTo>
                <a:close/>
                <a:moveTo>
                  <a:pt x="5372231" y="3146668"/>
                </a:moveTo>
                <a:cubicBezTo>
                  <a:pt x="5406532" y="3152774"/>
                  <a:pt x="5419566" y="3101893"/>
                  <a:pt x="5393269" y="3085158"/>
                </a:cubicBezTo>
                <a:cubicBezTo>
                  <a:pt x="5374061" y="3073399"/>
                  <a:pt x="5352108" y="3083349"/>
                  <a:pt x="5338388" y="3098048"/>
                </a:cubicBezTo>
                <a:cubicBezTo>
                  <a:pt x="5337016" y="3119305"/>
                  <a:pt x="5344334" y="3150513"/>
                  <a:pt x="5372231" y="3146668"/>
                </a:cubicBezTo>
                <a:close/>
                <a:moveTo>
                  <a:pt x="4965228" y="3146752"/>
                </a:moveTo>
                <a:cubicBezTo>
                  <a:pt x="4984287" y="3143588"/>
                  <a:pt x="5001646" y="3126829"/>
                  <a:pt x="4995660" y="3106479"/>
                </a:cubicBezTo>
                <a:cubicBezTo>
                  <a:pt x="4992011" y="3076837"/>
                  <a:pt x="4948228" y="3070224"/>
                  <a:pt x="4931581" y="3092570"/>
                </a:cubicBezTo>
                <a:cubicBezTo>
                  <a:pt x="4921091" y="3110127"/>
                  <a:pt x="4924968" y="3137945"/>
                  <a:pt x="4946404" y="3145013"/>
                </a:cubicBezTo>
                <a:cubicBezTo>
                  <a:pt x="4952333" y="3147350"/>
                  <a:pt x="4958875" y="3147807"/>
                  <a:pt x="4965228" y="3146752"/>
                </a:cubicBezTo>
                <a:close/>
                <a:moveTo>
                  <a:pt x="2194939" y="3146788"/>
                </a:moveTo>
                <a:cubicBezTo>
                  <a:pt x="2202806" y="3145697"/>
                  <a:pt x="2210016" y="3142369"/>
                  <a:pt x="2214707" y="3135139"/>
                </a:cubicBezTo>
                <a:cubicBezTo>
                  <a:pt x="2220888" y="3123205"/>
                  <a:pt x="2218826" y="3109204"/>
                  <a:pt x="2220888" y="3096580"/>
                </a:cubicBezTo>
                <a:cubicBezTo>
                  <a:pt x="2207385" y="3084646"/>
                  <a:pt x="2189759" y="3073399"/>
                  <a:pt x="2171225" y="3082350"/>
                </a:cubicBezTo>
                <a:cubicBezTo>
                  <a:pt x="2144681" y="3091072"/>
                  <a:pt x="2146284" y="3135139"/>
                  <a:pt x="2171225" y="3145009"/>
                </a:cubicBezTo>
                <a:cubicBezTo>
                  <a:pt x="2178547" y="3146730"/>
                  <a:pt x="2187072" y="3147878"/>
                  <a:pt x="2194939" y="3146788"/>
                </a:cubicBezTo>
                <a:close/>
                <a:moveTo>
                  <a:pt x="2086016" y="3146935"/>
                </a:moveTo>
                <a:cubicBezTo>
                  <a:pt x="2103396" y="3145364"/>
                  <a:pt x="2119343" y="3133051"/>
                  <a:pt x="2119514" y="3113555"/>
                </a:cubicBezTo>
                <a:cubicBezTo>
                  <a:pt x="2122453" y="3084825"/>
                  <a:pt x="2083578" y="3068636"/>
                  <a:pt x="2062528" y="3085737"/>
                </a:cubicBezTo>
                <a:cubicBezTo>
                  <a:pt x="2041495" y="3099418"/>
                  <a:pt x="2045792" y="3135445"/>
                  <a:pt x="2068633" y="3144794"/>
                </a:cubicBezTo>
                <a:cubicBezTo>
                  <a:pt x="2074236" y="3146789"/>
                  <a:pt x="2080206" y="3147458"/>
                  <a:pt x="2086016" y="3146935"/>
                </a:cubicBezTo>
                <a:close/>
                <a:moveTo>
                  <a:pt x="5577764" y="3146974"/>
                </a:moveTo>
                <a:cubicBezTo>
                  <a:pt x="5596346" y="3147346"/>
                  <a:pt x="5615342" y="3135312"/>
                  <a:pt x="5613476" y="3114221"/>
                </a:cubicBezTo>
                <a:cubicBezTo>
                  <a:pt x="5616416" y="3081337"/>
                  <a:pt x="5567796" y="3067049"/>
                  <a:pt x="5549705" y="3091996"/>
                </a:cubicBezTo>
                <a:cubicBezTo>
                  <a:pt x="5537041" y="3107644"/>
                  <a:pt x="5541790" y="3133271"/>
                  <a:pt x="5560107" y="3142342"/>
                </a:cubicBezTo>
                <a:cubicBezTo>
                  <a:pt x="5565422" y="3145347"/>
                  <a:pt x="5571570" y="3146850"/>
                  <a:pt x="5577764" y="3146974"/>
                </a:cubicBezTo>
                <a:close/>
                <a:moveTo>
                  <a:pt x="6403220" y="3147065"/>
                </a:moveTo>
                <a:cubicBezTo>
                  <a:pt x="6420182" y="3145163"/>
                  <a:pt x="6435531" y="3132703"/>
                  <a:pt x="6435531" y="3113994"/>
                </a:cubicBezTo>
                <a:cubicBezTo>
                  <a:pt x="6438741" y="3086099"/>
                  <a:pt x="6401364" y="3070224"/>
                  <a:pt x="6379810" y="3085192"/>
                </a:cubicBezTo>
                <a:cubicBezTo>
                  <a:pt x="6356191" y="3097892"/>
                  <a:pt x="6360319" y="3137806"/>
                  <a:pt x="6386230" y="3145290"/>
                </a:cubicBezTo>
                <a:cubicBezTo>
                  <a:pt x="6391734" y="3147161"/>
                  <a:pt x="6397567" y="3147700"/>
                  <a:pt x="6403220" y="3147065"/>
                </a:cubicBezTo>
                <a:close/>
                <a:moveTo>
                  <a:pt x="6299562" y="3147103"/>
                </a:moveTo>
                <a:cubicBezTo>
                  <a:pt x="6316299" y="3145485"/>
                  <a:pt x="6331647" y="3133430"/>
                  <a:pt x="6331984" y="3114649"/>
                </a:cubicBezTo>
                <a:cubicBezTo>
                  <a:pt x="6337142" y="3080810"/>
                  <a:pt x="6284886" y="3067049"/>
                  <a:pt x="6268290" y="3093895"/>
                </a:cubicBezTo>
                <a:cubicBezTo>
                  <a:pt x="6256179" y="3111265"/>
                  <a:pt x="6263356" y="3136757"/>
                  <a:pt x="6282868" y="3145104"/>
                </a:cubicBezTo>
                <a:cubicBezTo>
                  <a:pt x="6288250" y="3147021"/>
                  <a:pt x="6293983" y="3147642"/>
                  <a:pt x="6299562" y="3147103"/>
                </a:cubicBezTo>
                <a:close/>
                <a:moveTo>
                  <a:pt x="2296568" y="3147105"/>
                </a:moveTo>
                <a:cubicBezTo>
                  <a:pt x="2314213" y="3143557"/>
                  <a:pt x="2328868" y="3126922"/>
                  <a:pt x="2324240" y="3107713"/>
                </a:cubicBezTo>
                <a:cubicBezTo>
                  <a:pt x="2320812" y="3083703"/>
                  <a:pt x="2291102" y="3071812"/>
                  <a:pt x="2271210" y="3084160"/>
                </a:cubicBezTo>
                <a:cubicBezTo>
                  <a:pt x="2247879" y="3097652"/>
                  <a:pt x="2251539" y="3139270"/>
                  <a:pt x="2278528" y="3145901"/>
                </a:cubicBezTo>
                <a:cubicBezTo>
                  <a:pt x="2284472" y="3148016"/>
                  <a:pt x="2290684" y="3148288"/>
                  <a:pt x="2296568" y="3147105"/>
                </a:cubicBezTo>
                <a:close/>
                <a:moveTo>
                  <a:pt x="5682622" y="3147199"/>
                </a:moveTo>
                <a:cubicBezTo>
                  <a:pt x="5701805" y="3145543"/>
                  <a:pt x="5719791" y="3129174"/>
                  <a:pt x="5715588" y="3108249"/>
                </a:cubicBezTo>
                <a:cubicBezTo>
                  <a:pt x="5712002" y="3075624"/>
                  <a:pt x="5660231" y="3070224"/>
                  <a:pt x="5648577" y="3100149"/>
                </a:cubicBezTo>
                <a:cubicBezTo>
                  <a:pt x="5644991" y="3115674"/>
                  <a:pt x="5646336" y="3137274"/>
                  <a:pt x="5663817" y="3143574"/>
                </a:cubicBezTo>
                <a:cubicBezTo>
                  <a:pt x="5669700" y="3146668"/>
                  <a:pt x="5676228" y="3147751"/>
                  <a:pt x="5682622" y="3147199"/>
                </a:cubicBezTo>
                <a:close/>
                <a:moveTo>
                  <a:pt x="7634401" y="3147267"/>
                </a:moveTo>
                <a:cubicBezTo>
                  <a:pt x="7651914" y="3146537"/>
                  <a:pt x="7669172" y="3133720"/>
                  <a:pt x="7667476" y="3114432"/>
                </a:cubicBezTo>
                <a:cubicBezTo>
                  <a:pt x="7670642" y="3083301"/>
                  <a:pt x="7626768" y="3068637"/>
                  <a:pt x="7607093" y="3090068"/>
                </a:cubicBezTo>
                <a:cubicBezTo>
                  <a:pt x="7589679" y="3104957"/>
                  <a:pt x="7597368" y="3135412"/>
                  <a:pt x="7617496" y="3143759"/>
                </a:cubicBezTo>
                <a:cubicBezTo>
                  <a:pt x="7622697" y="3146410"/>
                  <a:pt x="7628563" y="3147510"/>
                  <a:pt x="7634401" y="3147267"/>
                </a:cubicBezTo>
                <a:close/>
                <a:moveTo>
                  <a:pt x="4862145" y="3147352"/>
                </a:moveTo>
                <a:cubicBezTo>
                  <a:pt x="4881946" y="3145459"/>
                  <a:pt x="4899743" y="3128878"/>
                  <a:pt x="4892848" y="3107221"/>
                </a:cubicBezTo>
                <a:cubicBezTo>
                  <a:pt x="4888941" y="3077217"/>
                  <a:pt x="4843666" y="3070224"/>
                  <a:pt x="4828037" y="3094362"/>
                </a:cubicBezTo>
                <a:cubicBezTo>
                  <a:pt x="4816316" y="3110831"/>
                  <a:pt x="4822751" y="3136999"/>
                  <a:pt x="4842516" y="3143993"/>
                </a:cubicBezTo>
                <a:cubicBezTo>
                  <a:pt x="4848722" y="3146982"/>
                  <a:pt x="4855545" y="3147983"/>
                  <a:pt x="4862145" y="3147352"/>
                </a:cubicBezTo>
                <a:close/>
                <a:moveTo>
                  <a:pt x="7119870" y="3147713"/>
                </a:moveTo>
                <a:cubicBezTo>
                  <a:pt x="7137964" y="3146885"/>
                  <a:pt x="7155085" y="3134424"/>
                  <a:pt x="7155085" y="3114487"/>
                </a:cubicBezTo>
                <a:cubicBezTo>
                  <a:pt x="7159466" y="3082174"/>
                  <a:pt x="7111273" y="3067049"/>
                  <a:pt x="7092365" y="3090653"/>
                </a:cubicBezTo>
                <a:cubicBezTo>
                  <a:pt x="7076916" y="3105779"/>
                  <a:pt x="7081989" y="3135800"/>
                  <a:pt x="7102050" y="3144508"/>
                </a:cubicBezTo>
                <a:cubicBezTo>
                  <a:pt x="7107699" y="3146971"/>
                  <a:pt x="7113839" y="3147988"/>
                  <a:pt x="7119870" y="3147713"/>
                </a:cubicBezTo>
                <a:close/>
                <a:moveTo>
                  <a:pt x="2706409" y="3147728"/>
                </a:moveTo>
                <a:cubicBezTo>
                  <a:pt x="2725264" y="3144685"/>
                  <a:pt x="2741297" y="3127182"/>
                  <a:pt x="2735655" y="3106039"/>
                </a:cubicBezTo>
                <a:cubicBezTo>
                  <a:pt x="2729954" y="3076232"/>
                  <a:pt x="2688229" y="3070224"/>
                  <a:pt x="2670670" y="3092637"/>
                </a:cubicBezTo>
                <a:cubicBezTo>
                  <a:pt x="2659042" y="3110429"/>
                  <a:pt x="2666336" y="3138850"/>
                  <a:pt x="2687311" y="3145551"/>
                </a:cubicBezTo>
                <a:cubicBezTo>
                  <a:pt x="2693529" y="3148151"/>
                  <a:pt x="2700125" y="3148743"/>
                  <a:pt x="2706409" y="3147728"/>
                </a:cubicBezTo>
                <a:close/>
                <a:moveTo>
                  <a:pt x="2597009" y="3147728"/>
                </a:moveTo>
                <a:cubicBezTo>
                  <a:pt x="2634352" y="3154362"/>
                  <a:pt x="2646341" y="3093973"/>
                  <a:pt x="2612914" y="3082536"/>
                </a:cubicBezTo>
                <a:cubicBezTo>
                  <a:pt x="2594010" y="3074987"/>
                  <a:pt x="2576264" y="3085509"/>
                  <a:pt x="2562664" y="3097404"/>
                </a:cubicBezTo>
                <a:cubicBezTo>
                  <a:pt x="2562204" y="3118678"/>
                  <a:pt x="2568196" y="3151388"/>
                  <a:pt x="2597009" y="3147728"/>
                </a:cubicBezTo>
                <a:close/>
                <a:moveTo>
                  <a:pt x="5480129" y="3147772"/>
                </a:moveTo>
                <a:cubicBezTo>
                  <a:pt x="5498871" y="3144745"/>
                  <a:pt x="5514647" y="3127336"/>
                  <a:pt x="5509374" y="3106307"/>
                </a:cubicBezTo>
                <a:cubicBezTo>
                  <a:pt x="5505519" y="3076200"/>
                  <a:pt x="5460842" y="3070224"/>
                  <a:pt x="5445647" y="3093666"/>
                </a:cubicBezTo>
                <a:cubicBezTo>
                  <a:pt x="5437029" y="3111823"/>
                  <a:pt x="5439751" y="3138253"/>
                  <a:pt x="5461069" y="3145607"/>
                </a:cubicBezTo>
                <a:cubicBezTo>
                  <a:pt x="5467305" y="3148192"/>
                  <a:pt x="5473882" y="3148781"/>
                  <a:pt x="5480129" y="3147772"/>
                </a:cubicBezTo>
                <a:close/>
                <a:moveTo>
                  <a:pt x="8046884" y="3147859"/>
                </a:moveTo>
                <a:cubicBezTo>
                  <a:pt x="8066154" y="3146053"/>
                  <a:pt x="8082944" y="3128186"/>
                  <a:pt x="8076838" y="3106472"/>
                </a:cubicBezTo>
                <a:cubicBezTo>
                  <a:pt x="8074577" y="3075923"/>
                  <a:pt x="8027543" y="3070224"/>
                  <a:pt x="8014427" y="3095301"/>
                </a:cubicBezTo>
                <a:cubicBezTo>
                  <a:pt x="8007191" y="3111487"/>
                  <a:pt x="8009226" y="3136336"/>
                  <a:pt x="8027543" y="3143859"/>
                </a:cubicBezTo>
                <a:cubicBezTo>
                  <a:pt x="8033761" y="3147278"/>
                  <a:pt x="8040460" y="3148461"/>
                  <a:pt x="8046884" y="3147859"/>
                </a:cubicBezTo>
                <a:close/>
                <a:moveTo>
                  <a:pt x="7839474" y="3147865"/>
                </a:moveTo>
                <a:cubicBezTo>
                  <a:pt x="7859890" y="3146234"/>
                  <a:pt x="7879887" y="3128567"/>
                  <a:pt x="7874210" y="3106624"/>
                </a:cubicBezTo>
                <a:cubicBezTo>
                  <a:pt x="7869623" y="3073449"/>
                  <a:pt x="7817788" y="3070224"/>
                  <a:pt x="7805632" y="3099943"/>
                </a:cubicBezTo>
                <a:cubicBezTo>
                  <a:pt x="7800816" y="3115148"/>
                  <a:pt x="7803339" y="3136803"/>
                  <a:pt x="7819853" y="3143714"/>
                </a:cubicBezTo>
                <a:cubicBezTo>
                  <a:pt x="7825816" y="3147170"/>
                  <a:pt x="7832668" y="3148408"/>
                  <a:pt x="7839474" y="3147865"/>
                </a:cubicBezTo>
                <a:close/>
                <a:moveTo>
                  <a:pt x="4758079" y="3147885"/>
                </a:moveTo>
                <a:cubicBezTo>
                  <a:pt x="4777680" y="3146439"/>
                  <a:pt x="4795608" y="3129084"/>
                  <a:pt x="4790633" y="3107488"/>
                </a:cubicBezTo>
                <a:cubicBezTo>
                  <a:pt x="4788574" y="3073665"/>
                  <a:pt x="4731159" y="3068637"/>
                  <a:pt x="4723610" y="3101318"/>
                </a:cubicBezTo>
                <a:cubicBezTo>
                  <a:pt x="4717891" y="3116629"/>
                  <a:pt x="4723839" y="3136055"/>
                  <a:pt x="4738707" y="3143597"/>
                </a:cubicBezTo>
                <a:cubicBezTo>
                  <a:pt x="4744826" y="3147082"/>
                  <a:pt x="4751546" y="3148367"/>
                  <a:pt x="4758079" y="3147885"/>
                </a:cubicBezTo>
                <a:close/>
                <a:moveTo>
                  <a:pt x="6608152" y="3147923"/>
                </a:moveTo>
                <a:cubicBezTo>
                  <a:pt x="6627440" y="3146197"/>
                  <a:pt x="6644731" y="3128546"/>
                  <a:pt x="6638813" y="3107059"/>
                </a:cubicBezTo>
                <a:cubicBezTo>
                  <a:pt x="6636558" y="3076591"/>
                  <a:pt x="6590336" y="3070224"/>
                  <a:pt x="6576357" y="3094554"/>
                </a:cubicBezTo>
                <a:cubicBezTo>
                  <a:pt x="6568916" y="3110470"/>
                  <a:pt x="6571171" y="3135936"/>
                  <a:pt x="6588983" y="3143894"/>
                </a:cubicBezTo>
                <a:cubicBezTo>
                  <a:pt x="6595071" y="3147305"/>
                  <a:pt x="6601722" y="3148499"/>
                  <a:pt x="6608152" y="3147923"/>
                </a:cubicBezTo>
                <a:close/>
                <a:moveTo>
                  <a:pt x="7740327" y="3147937"/>
                </a:moveTo>
                <a:cubicBezTo>
                  <a:pt x="7759821" y="3145190"/>
                  <a:pt x="7776689" y="3128255"/>
                  <a:pt x="7770980" y="3106537"/>
                </a:cubicBezTo>
                <a:cubicBezTo>
                  <a:pt x="7768212" y="3070224"/>
                  <a:pt x="7703165" y="3070224"/>
                  <a:pt x="7701089" y="3106537"/>
                </a:cubicBezTo>
                <a:cubicBezTo>
                  <a:pt x="7697629" y="3122854"/>
                  <a:pt x="7705241" y="3138942"/>
                  <a:pt x="7720695" y="3145607"/>
                </a:cubicBezTo>
                <a:cubicBezTo>
                  <a:pt x="7727038" y="3148192"/>
                  <a:pt x="7733828" y="3148853"/>
                  <a:pt x="7740327" y="3147937"/>
                </a:cubicBezTo>
                <a:close/>
                <a:moveTo>
                  <a:pt x="2495588" y="3147994"/>
                </a:moveTo>
                <a:cubicBezTo>
                  <a:pt x="2513265" y="3147362"/>
                  <a:pt x="2530015" y="3135448"/>
                  <a:pt x="2529337" y="3115048"/>
                </a:cubicBezTo>
                <a:cubicBezTo>
                  <a:pt x="2535218" y="3079620"/>
                  <a:pt x="2482294" y="3067049"/>
                  <a:pt x="2466015" y="3094706"/>
                </a:cubicBezTo>
                <a:cubicBezTo>
                  <a:pt x="2457425" y="3110477"/>
                  <a:pt x="2459913" y="3136762"/>
                  <a:pt x="2478228" y="3144762"/>
                </a:cubicBezTo>
                <a:cubicBezTo>
                  <a:pt x="2483705" y="3147162"/>
                  <a:pt x="2489704" y="3148205"/>
                  <a:pt x="2495588" y="3147994"/>
                </a:cubicBezTo>
                <a:close/>
                <a:moveTo>
                  <a:pt x="1365180" y="3147994"/>
                </a:moveTo>
                <a:cubicBezTo>
                  <a:pt x="1385311" y="3146651"/>
                  <a:pt x="1404869" y="3129513"/>
                  <a:pt x="1399938" y="3107514"/>
                </a:cubicBezTo>
                <a:cubicBezTo>
                  <a:pt x="1396763" y="3077500"/>
                  <a:pt x="1352092" y="3070224"/>
                  <a:pt x="1336217" y="3093871"/>
                </a:cubicBezTo>
                <a:cubicBezTo>
                  <a:pt x="1325557" y="3108878"/>
                  <a:pt x="1328051" y="3134572"/>
                  <a:pt x="1345743" y="3143667"/>
                </a:cubicBezTo>
                <a:cubicBezTo>
                  <a:pt x="1351696" y="3147135"/>
                  <a:pt x="1358469" y="3148442"/>
                  <a:pt x="1365180" y="3147994"/>
                </a:cubicBezTo>
                <a:close/>
                <a:moveTo>
                  <a:pt x="7238309" y="3148012"/>
                </a:moveTo>
                <a:cubicBezTo>
                  <a:pt x="7256732" y="3132909"/>
                  <a:pt x="7265829" y="3100416"/>
                  <a:pt x="7243313" y="3084855"/>
                </a:cubicBezTo>
                <a:cubicBezTo>
                  <a:pt x="7224208" y="3071812"/>
                  <a:pt x="7202829" y="3083025"/>
                  <a:pt x="7188273" y="3096526"/>
                </a:cubicBezTo>
                <a:cubicBezTo>
                  <a:pt x="7190775" y="3111857"/>
                  <a:pt x="7186454" y="3132223"/>
                  <a:pt x="7201692" y="3142063"/>
                </a:cubicBezTo>
                <a:cubicBezTo>
                  <a:pt x="7213064" y="3147326"/>
                  <a:pt x="7226028" y="3146181"/>
                  <a:pt x="7238309" y="3148012"/>
                </a:cubicBezTo>
                <a:close/>
                <a:moveTo>
                  <a:pt x="4533263" y="3148012"/>
                </a:moveTo>
                <a:cubicBezTo>
                  <a:pt x="4552697" y="3147557"/>
                  <a:pt x="4580362" y="3147102"/>
                  <a:pt x="4583105" y="3121858"/>
                </a:cubicBezTo>
                <a:cubicBezTo>
                  <a:pt x="4592479" y="3091838"/>
                  <a:pt x="4554526" y="3067049"/>
                  <a:pt x="4530062" y="3085698"/>
                </a:cubicBezTo>
                <a:cubicBezTo>
                  <a:pt x="4508341" y="3101163"/>
                  <a:pt x="4516344" y="3132320"/>
                  <a:pt x="4533263" y="3148012"/>
                </a:cubicBezTo>
                <a:close/>
                <a:moveTo>
                  <a:pt x="7017860" y="3148066"/>
                </a:moveTo>
                <a:cubicBezTo>
                  <a:pt x="7037515" y="3146773"/>
                  <a:pt x="7056274" y="3129829"/>
                  <a:pt x="7051499" y="3108099"/>
                </a:cubicBezTo>
                <a:cubicBezTo>
                  <a:pt x="7048998" y="3085565"/>
                  <a:pt x="7024895" y="3074987"/>
                  <a:pt x="7005112" y="3080506"/>
                </a:cubicBezTo>
                <a:cubicBezTo>
                  <a:pt x="6976689" y="3086024"/>
                  <a:pt x="6972141" y="3132013"/>
                  <a:pt x="6998745" y="3143740"/>
                </a:cubicBezTo>
                <a:cubicBezTo>
                  <a:pt x="7004657" y="3147189"/>
                  <a:pt x="7011308" y="3148497"/>
                  <a:pt x="7017860" y="3148066"/>
                </a:cubicBezTo>
                <a:close/>
                <a:moveTo>
                  <a:pt x="6912979" y="3148091"/>
                </a:moveTo>
                <a:cubicBezTo>
                  <a:pt x="6931624" y="3148416"/>
                  <a:pt x="6951001" y="3135687"/>
                  <a:pt x="6948117" y="3114385"/>
                </a:cubicBezTo>
                <a:cubicBezTo>
                  <a:pt x="6953092" y="3079980"/>
                  <a:pt x="6902213" y="3067049"/>
                  <a:pt x="6884802" y="3092680"/>
                </a:cubicBezTo>
                <a:cubicBezTo>
                  <a:pt x="6875304" y="3108382"/>
                  <a:pt x="6877113" y="3134705"/>
                  <a:pt x="6895430" y="3143249"/>
                </a:cubicBezTo>
                <a:cubicBezTo>
                  <a:pt x="6900631" y="3146424"/>
                  <a:pt x="6906764" y="3147983"/>
                  <a:pt x="6912979" y="3148091"/>
                </a:cubicBezTo>
                <a:close/>
                <a:moveTo>
                  <a:pt x="6501982" y="3148097"/>
                </a:moveTo>
                <a:cubicBezTo>
                  <a:pt x="6520225" y="3147859"/>
                  <a:pt x="6538180" y="3134473"/>
                  <a:pt x="6535792" y="3113572"/>
                </a:cubicBezTo>
                <a:cubicBezTo>
                  <a:pt x="6540341" y="3079716"/>
                  <a:pt x="6491209" y="3067049"/>
                  <a:pt x="6473695" y="3091923"/>
                </a:cubicBezTo>
                <a:cubicBezTo>
                  <a:pt x="6464141" y="3108044"/>
                  <a:pt x="6466416" y="3134530"/>
                  <a:pt x="6484385" y="3143743"/>
                </a:cubicBezTo>
                <a:cubicBezTo>
                  <a:pt x="6489788" y="3146794"/>
                  <a:pt x="6495901" y="3148176"/>
                  <a:pt x="6501982" y="3148097"/>
                </a:cubicBezTo>
                <a:close/>
                <a:moveTo>
                  <a:pt x="1163378" y="3148112"/>
                </a:moveTo>
                <a:cubicBezTo>
                  <a:pt x="1182971" y="3145348"/>
                  <a:pt x="1199839" y="3128631"/>
                  <a:pt x="1194129" y="3107029"/>
                </a:cubicBezTo>
                <a:cubicBezTo>
                  <a:pt x="1190671" y="3076854"/>
                  <a:pt x="1144305" y="3070224"/>
                  <a:pt x="1129315" y="3094456"/>
                </a:cubicBezTo>
                <a:cubicBezTo>
                  <a:pt x="1120781" y="3111829"/>
                  <a:pt x="1124932" y="3136747"/>
                  <a:pt x="1143613" y="3145891"/>
                </a:cubicBezTo>
                <a:cubicBezTo>
                  <a:pt x="1150013" y="3148405"/>
                  <a:pt x="1156846" y="3149034"/>
                  <a:pt x="1163378" y="3148112"/>
                </a:cubicBezTo>
                <a:close/>
                <a:moveTo>
                  <a:pt x="6812523" y="3148121"/>
                </a:moveTo>
                <a:cubicBezTo>
                  <a:pt x="6830272" y="3146774"/>
                  <a:pt x="6846830" y="3134089"/>
                  <a:pt x="6845114" y="3113585"/>
                </a:cubicBezTo>
                <a:cubicBezTo>
                  <a:pt x="6848317" y="3081843"/>
                  <a:pt x="6805305" y="3068637"/>
                  <a:pt x="6785172" y="3088099"/>
                </a:cubicBezTo>
                <a:cubicBezTo>
                  <a:pt x="6770529" y="3104781"/>
                  <a:pt x="6773275" y="3136754"/>
                  <a:pt x="6795010" y="3145558"/>
                </a:cubicBezTo>
                <a:cubicBezTo>
                  <a:pt x="6800558" y="3147759"/>
                  <a:pt x="6806606" y="3148570"/>
                  <a:pt x="6812523" y="3148121"/>
                </a:cubicBezTo>
                <a:close/>
                <a:moveTo>
                  <a:pt x="7942709" y="3148182"/>
                </a:moveTo>
                <a:cubicBezTo>
                  <a:pt x="7962361" y="3146764"/>
                  <a:pt x="7980023" y="3129745"/>
                  <a:pt x="7974720" y="3107569"/>
                </a:cubicBezTo>
                <a:cubicBezTo>
                  <a:pt x="7972439" y="3079147"/>
                  <a:pt x="7936173" y="3071812"/>
                  <a:pt x="7916329" y="3087169"/>
                </a:cubicBezTo>
                <a:cubicBezTo>
                  <a:pt x="7902416" y="3102526"/>
                  <a:pt x="7902644" y="3134387"/>
                  <a:pt x="7923172" y="3144014"/>
                </a:cubicBezTo>
                <a:cubicBezTo>
                  <a:pt x="7929388" y="3147394"/>
                  <a:pt x="7936159" y="3148655"/>
                  <a:pt x="7942709" y="3148182"/>
                </a:cubicBezTo>
                <a:close/>
                <a:moveTo>
                  <a:pt x="1466746" y="3148211"/>
                </a:moveTo>
                <a:cubicBezTo>
                  <a:pt x="1484596" y="3147763"/>
                  <a:pt x="1501633" y="3134462"/>
                  <a:pt x="1501460" y="3115021"/>
                </a:cubicBezTo>
                <a:cubicBezTo>
                  <a:pt x="1506521" y="3081597"/>
                  <a:pt x="1458436" y="3068636"/>
                  <a:pt x="1438880" y="3091374"/>
                </a:cubicBezTo>
                <a:cubicBezTo>
                  <a:pt x="1427149" y="3107290"/>
                  <a:pt x="1430139" y="3135030"/>
                  <a:pt x="1449235" y="3144125"/>
                </a:cubicBezTo>
                <a:cubicBezTo>
                  <a:pt x="1454756" y="3147081"/>
                  <a:pt x="1460796" y="3148360"/>
                  <a:pt x="1466746" y="3148211"/>
                </a:cubicBezTo>
                <a:close/>
                <a:moveTo>
                  <a:pt x="1690073" y="3148235"/>
                </a:moveTo>
                <a:cubicBezTo>
                  <a:pt x="1705812" y="3132997"/>
                  <a:pt x="1712884" y="3107071"/>
                  <a:pt x="1698057" y="3088877"/>
                </a:cubicBezTo>
                <a:cubicBezTo>
                  <a:pt x="1677756" y="3068636"/>
                  <a:pt x="1635101" y="3083419"/>
                  <a:pt x="1640347" y="3114803"/>
                </a:cubicBezTo>
                <a:cubicBezTo>
                  <a:pt x="1636926" y="3143686"/>
                  <a:pt x="1667947" y="3149599"/>
                  <a:pt x="1690073" y="3148235"/>
                </a:cubicBezTo>
                <a:close/>
                <a:moveTo>
                  <a:pt x="2803095" y="3148261"/>
                </a:moveTo>
                <a:cubicBezTo>
                  <a:pt x="2821125" y="3147940"/>
                  <a:pt x="2839931" y="3134858"/>
                  <a:pt x="2839419" y="3115362"/>
                </a:cubicBezTo>
                <a:cubicBezTo>
                  <a:pt x="2841466" y="3088228"/>
                  <a:pt x="2806896" y="3071811"/>
                  <a:pt x="2785198" y="3084808"/>
                </a:cubicBezTo>
                <a:cubicBezTo>
                  <a:pt x="2763365" y="3096893"/>
                  <a:pt x="2762227" y="3132919"/>
                  <a:pt x="2785880" y="3144092"/>
                </a:cubicBezTo>
                <a:cubicBezTo>
                  <a:pt x="2791055" y="3147056"/>
                  <a:pt x="2797040" y="3148368"/>
                  <a:pt x="2803095" y="3148261"/>
                </a:cubicBezTo>
                <a:close/>
                <a:moveTo>
                  <a:pt x="4652937" y="3148435"/>
                </a:moveTo>
                <a:cubicBezTo>
                  <a:pt x="4671341" y="3148262"/>
                  <a:pt x="4689938" y="3135394"/>
                  <a:pt x="4687037" y="3114493"/>
                </a:cubicBezTo>
                <a:cubicBezTo>
                  <a:pt x="4690904" y="3080637"/>
                  <a:pt x="4643361" y="3067049"/>
                  <a:pt x="4624935" y="3092383"/>
                </a:cubicBezTo>
                <a:cubicBezTo>
                  <a:pt x="4616291" y="3108966"/>
                  <a:pt x="4617201" y="3134761"/>
                  <a:pt x="4635399" y="3144203"/>
                </a:cubicBezTo>
                <a:cubicBezTo>
                  <a:pt x="4640688" y="3147140"/>
                  <a:pt x="4646802" y="3148493"/>
                  <a:pt x="4652937" y="3148435"/>
                </a:cubicBezTo>
                <a:close/>
                <a:moveTo>
                  <a:pt x="6093253" y="3148503"/>
                </a:moveTo>
                <a:cubicBezTo>
                  <a:pt x="6112904" y="3147157"/>
                  <a:pt x="6130752" y="3130660"/>
                  <a:pt x="6125947" y="3108608"/>
                </a:cubicBezTo>
                <a:cubicBezTo>
                  <a:pt x="6124574" y="3075069"/>
                  <a:pt x="6069655" y="3068637"/>
                  <a:pt x="6059587" y="3099649"/>
                </a:cubicBezTo>
                <a:cubicBezTo>
                  <a:pt x="6057298" y="3115269"/>
                  <a:pt x="6056154" y="3137552"/>
                  <a:pt x="6073774" y="3144443"/>
                </a:cubicBezTo>
                <a:cubicBezTo>
                  <a:pt x="6079953" y="3147717"/>
                  <a:pt x="6086703" y="3148951"/>
                  <a:pt x="6093253" y="3148503"/>
                </a:cubicBezTo>
                <a:close/>
                <a:moveTo>
                  <a:pt x="1983848" y="3148539"/>
                </a:moveTo>
                <a:cubicBezTo>
                  <a:pt x="2003684" y="3147149"/>
                  <a:pt x="2022182" y="3130691"/>
                  <a:pt x="2016636" y="3108975"/>
                </a:cubicBezTo>
                <a:cubicBezTo>
                  <a:pt x="2012941" y="3082528"/>
                  <a:pt x="1978278" y="3071812"/>
                  <a:pt x="1957950" y="3087316"/>
                </a:cubicBezTo>
                <a:cubicBezTo>
                  <a:pt x="1938306" y="3101451"/>
                  <a:pt x="1941084" y="3135422"/>
                  <a:pt x="1964416" y="3144542"/>
                </a:cubicBezTo>
                <a:cubicBezTo>
                  <a:pt x="1970478" y="3147790"/>
                  <a:pt x="1977237" y="3149002"/>
                  <a:pt x="1983848" y="3148539"/>
                </a:cubicBezTo>
                <a:close/>
                <a:moveTo>
                  <a:pt x="1760321" y="3149136"/>
                </a:moveTo>
                <a:cubicBezTo>
                  <a:pt x="1781884" y="3149599"/>
                  <a:pt x="1812623" y="3143341"/>
                  <a:pt x="1809870" y="3114831"/>
                </a:cubicBezTo>
                <a:cubicBezTo>
                  <a:pt x="1816063" y="3077514"/>
                  <a:pt x="1756421" y="3065461"/>
                  <a:pt x="1744493" y="3098606"/>
                </a:cubicBezTo>
                <a:cubicBezTo>
                  <a:pt x="1736694" y="3117845"/>
                  <a:pt x="1747016" y="3136156"/>
                  <a:pt x="1760321" y="3149136"/>
                </a:cubicBezTo>
                <a:close/>
                <a:moveTo>
                  <a:pt x="1864900" y="3149370"/>
                </a:moveTo>
                <a:cubicBezTo>
                  <a:pt x="1886507" y="3149599"/>
                  <a:pt x="1913802" y="3142032"/>
                  <a:pt x="1914030" y="3115433"/>
                </a:cubicBezTo>
                <a:cubicBezTo>
                  <a:pt x="1917673" y="3081495"/>
                  <a:pt x="1868994" y="3067049"/>
                  <a:pt x="1850117" y="3092731"/>
                </a:cubicBezTo>
                <a:cubicBezTo>
                  <a:pt x="1838290" y="3112910"/>
                  <a:pt x="1848073" y="3135841"/>
                  <a:pt x="1864900" y="3149370"/>
                </a:cubicBezTo>
                <a:close/>
                <a:moveTo>
                  <a:pt x="4359040" y="3149371"/>
                </a:moveTo>
                <a:cubicBezTo>
                  <a:pt x="4374178" y="3135687"/>
                  <a:pt x="4386104" y="3112653"/>
                  <a:pt x="4373260" y="3093495"/>
                </a:cubicBezTo>
                <a:cubicBezTo>
                  <a:pt x="4354453" y="3068636"/>
                  <a:pt x="4305141" y="3080267"/>
                  <a:pt x="4309040" y="3114933"/>
                </a:cubicBezTo>
                <a:cubicBezTo>
                  <a:pt x="4307435" y="3142757"/>
                  <a:pt x="4336793" y="3149599"/>
                  <a:pt x="4359040" y="3149371"/>
                </a:cubicBezTo>
                <a:close/>
                <a:moveTo>
                  <a:pt x="7412689" y="3149599"/>
                </a:moveTo>
                <a:cubicBezTo>
                  <a:pt x="7425923" y="3146861"/>
                  <a:pt x="7441896" y="3148458"/>
                  <a:pt x="7452848" y="3138647"/>
                </a:cubicBezTo>
                <a:cubicBezTo>
                  <a:pt x="7465854" y="3122446"/>
                  <a:pt x="7462203" y="3095065"/>
                  <a:pt x="7444862" y="3083429"/>
                </a:cubicBezTo>
                <a:cubicBezTo>
                  <a:pt x="7425695" y="3074986"/>
                  <a:pt x="7396033" y="3083429"/>
                  <a:pt x="7395576" y="3107387"/>
                </a:cubicBezTo>
                <a:cubicBezTo>
                  <a:pt x="7391241" y="3124728"/>
                  <a:pt x="7401052" y="3138419"/>
                  <a:pt x="7412689" y="3149599"/>
                </a:cubicBezTo>
                <a:close/>
                <a:moveTo>
                  <a:pt x="6208168" y="3149599"/>
                </a:moveTo>
                <a:cubicBezTo>
                  <a:pt x="6222535" y="3136851"/>
                  <a:pt x="6237129" y="3116686"/>
                  <a:pt x="6224359" y="3097447"/>
                </a:cubicBezTo>
                <a:cubicBezTo>
                  <a:pt x="6210221" y="3065461"/>
                  <a:pt x="6154579" y="3078905"/>
                  <a:pt x="6158684" y="3114368"/>
                </a:cubicBezTo>
                <a:cubicBezTo>
                  <a:pt x="6157544" y="3141950"/>
                  <a:pt x="6186505" y="3149599"/>
                  <a:pt x="6208168" y="3149599"/>
                </a:cubicBezTo>
                <a:close/>
                <a:moveTo>
                  <a:pt x="7545678" y="3249051"/>
                </a:moveTo>
                <a:cubicBezTo>
                  <a:pt x="7555512" y="3244947"/>
                  <a:pt x="7563322" y="3236854"/>
                  <a:pt x="7564691" y="3225177"/>
                </a:cubicBezTo>
                <a:cubicBezTo>
                  <a:pt x="7572216" y="3199047"/>
                  <a:pt x="7544851" y="3174999"/>
                  <a:pt x="7519995" y="3183786"/>
                </a:cubicBezTo>
                <a:cubicBezTo>
                  <a:pt x="7491034" y="3190954"/>
                  <a:pt x="7489666" y="3235813"/>
                  <a:pt x="7514522" y="3248994"/>
                </a:cubicBezTo>
                <a:cubicBezTo>
                  <a:pt x="7523986" y="3253271"/>
                  <a:pt x="7535844" y="3253156"/>
                  <a:pt x="7545678" y="3249051"/>
                </a:cubicBezTo>
                <a:close/>
                <a:moveTo>
                  <a:pt x="4348195" y="3249259"/>
                </a:moveTo>
                <a:cubicBezTo>
                  <a:pt x="4365799" y="3247127"/>
                  <a:pt x="4381451" y="3229007"/>
                  <a:pt x="4377015" y="3210246"/>
                </a:cubicBezTo>
                <a:cubicBezTo>
                  <a:pt x="4376788" y="3179547"/>
                  <a:pt x="4329248" y="3174999"/>
                  <a:pt x="4316055" y="3198876"/>
                </a:cubicBezTo>
                <a:cubicBezTo>
                  <a:pt x="4306729" y="3215022"/>
                  <a:pt x="4313326" y="3237762"/>
                  <a:pt x="4330613" y="3245493"/>
                </a:cubicBezTo>
                <a:cubicBezTo>
                  <a:pt x="4336243" y="3248904"/>
                  <a:pt x="4342327" y="3249970"/>
                  <a:pt x="4348195" y="3249259"/>
                </a:cubicBezTo>
                <a:close/>
                <a:moveTo>
                  <a:pt x="6510274" y="3249772"/>
                </a:moveTo>
                <a:cubicBezTo>
                  <a:pt x="6517157" y="3248898"/>
                  <a:pt x="6523909" y="3246826"/>
                  <a:pt x="6529652" y="3243780"/>
                </a:cubicBezTo>
                <a:cubicBezTo>
                  <a:pt x="6533063" y="3227989"/>
                  <a:pt x="6540341" y="3209265"/>
                  <a:pt x="6529424" y="3194827"/>
                </a:cubicBezTo>
                <a:cubicBezTo>
                  <a:pt x="6510775" y="3170237"/>
                  <a:pt x="6460966" y="3186029"/>
                  <a:pt x="6468472" y="3219191"/>
                </a:cubicBezTo>
                <a:cubicBezTo>
                  <a:pt x="6467789" y="3244231"/>
                  <a:pt x="6489623" y="3252395"/>
                  <a:pt x="6510274" y="3249772"/>
                </a:cubicBezTo>
                <a:close/>
                <a:moveTo>
                  <a:pt x="2695748" y="3250534"/>
                </a:moveTo>
                <a:cubicBezTo>
                  <a:pt x="2723697" y="3255962"/>
                  <a:pt x="2747950" y="3221357"/>
                  <a:pt x="2731318" y="3197835"/>
                </a:cubicBezTo>
                <a:cubicBezTo>
                  <a:pt x="2716540" y="3171824"/>
                  <a:pt x="2667106" y="3180193"/>
                  <a:pt x="2665258" y="3211179"/>
                </a:cubicBezTo>
                <a:cubicBezTo>
                  <a:pt x="2660639" y="3230630"/>
                  <a:pt x="2676573" y="3248046"/>
                  <a:pt x="2695748" y="3250534"/>
                </a:cubicBezTo>
                <a:close/>
                <a:moveTo>
                  <a:pt x="6709763" y="3250548"/>
                </a:moveTo>
                <a:cubicBezTo>
                  <a:pt x="6719164" y="3250576"/>
                  <a:pt x="6728137" y="3247684"/>
                  <a:pt x="6734995" y="3239407"/>
                </a:cubicBezTo>
                <a:cubicBezTo>
                  <a:pt x="6754654" y="3214687"/>
                  <a:pt x="6731794" y="3173412"/>
                  <a:pt x="6698647" y="3183617"/>
                </a:cubicBezTo>
                <a:cubicBezTo>
                  <a:pt x="6668929" y="3188380"/>
                  <a:pt x="6675101" y="3223532"/>
                  <a:pt x="6681959" y="3244169"/>
                </a:cubicBezTo>
                <a:cubicBezTo>
                  <a:pt x="6690532" y="3247571"/>
                  <a:pt x="6700362" y="3250519"/>
                  <a:pt x="6709763" y="3250548"/>
                </a:cubicBezTo>
                <a:close/>
                <a:moveTo>
                  <a:pt x="7123194" y="3250606"/>
                </a:moveTo>
                <a:cubicBezTo>
                  <a:pt x="7143677" y="3247294"/>
                  <a:pt x="7162617" y="3227087"/>
                  <a:pt x="7153018" y="3206499"/>
                </a:cubicBezTo>
                <a:cubicBezTo>
                  <a:pt x="7147305" y="3180399"/>
                  <a:pt x="7107997" y="3174999"/>
                  <a:pt x="7092228" y="3195024"/>
                </a:cubicBezTo>
                <a:cubicBezTo>
                  <a:pt x="7076916" y="3210099"/>
                  <a:pt x="7083772" y="3239349"/>
                  <a:pt x="7103197" y="3247674"/>
                </a:cubicBezTo>
                <a:cubicBezTo>
                  <a:pt x="7109368" y="3250937"/>
                  <a:pt x="7116366" y="3251710"/>
                  <a:pt x="7123194" y="3250606"/>
                </a:cubicBezTo>
                <a:close/>
                <a:moveTo>
                  <a:pt x="1986149" y="3250669"/>
                </a:moveTo>
                <a:cubicBezTo>
                  <a:pt x="2007174" y="3246607"/>
                  <a:pt x="2024654" y="3221472"/>
                  <a:pt x="2012206" y="3201162"/>
                </a:cubicBezTo>
                <a:cubicBezTo>
                  <a:pt x="2000158" y="3171824"/>
                  <a:pt x="1947855" y="3179497"/>
                  <a:pt x="1945584" y="3211317"/>
                </a:cubicBezTo>
                <a:cubicBezTo>
                  <a:pt x="1941499" y="3226212"/>
                  <a:pt x="1951947" y="3240429"/>
                  <a:pt x="1964911" y="3246748"/>
                </a:cubicBezTo>
                <a:cubicBezTo>
                  <a:pt x="1971731" y="3251036"/>
                  <a:pt x="1979128" y="3252023"/>
                  <a:pt x="1986149" y="3250669"/>
                </a:cubicBezTo>
                <a:close/>
                <a:moveTo>
                  <a:pt x="5683563" y="3250702"/>
                </a:moveTo>
                <a:cubicBezTo>
                  <a:pt x="5702928" y="3248237"/>
                  <a:pt x="5721222" y="3231309"/>
                  <a:pt x="5716551" y="3210909"/>
                </a:cubicBezTo>
                <a:cubicBezTo>
                  <a:pt x="5714245" y="3178910"/>
                  <a:pt x="5664652" y="3171824"/>
                  <a:pt x="5649659" y="3198109"/>
                </a:cubicBezTo>
                <a:cubicBezTo>
                  <a:pt x="5641816" y="3215023"/>
                  <a:pt x="5645738" y="3239937"/>
                  <a:pt x="5664652" y="3247937"/>
                </a:cubicBezTo>
                <a:cubicBezTo>
                  <a:pt x="5670534" y="3250737"/>
                  <a:pt x="5677108" y="3251523"/>
                  <a:pt x="5683563" y="3250702"/>
                </a:cubicBezTo>
                <a:close/>
                <a:moveTo>
                  <a:pt x="6805092" y="3250716"/>
                </a:moveTo>
                <a:cubicBezTo>
                  <a:pt x="6828184" y="3255962"/>
                  <a:pt x="6849904" y="3234522"/>
                  <a:pt x="6845103" y="3211257"/>
                </a:cubicBezTo>
                <a:cubicBezTo>
                  <a:pt x="6844646" y="3187992"/>
                  <a:pt x="6814923" y="3176587"/>
                  <a:pt x="6795946" y="3186167"/>
                </a:cubicBezTo>
                <a:cubicBezTo>
                  <a:pt x="6765766" y="3196431"/>
                  <a:pt x="6773311" y="3248435"/>
                  <a:pt x="6805092" y="3250716"/>
                </a:cubicBezTo>
                <a:close/>
                <a:moveTo>
                  <a:pt x="5175651" y="3250799"/>
                </a:moveTo>
                <a:cubicBezTo>
                  <a:pt x="5193631" y="3245648"/>
                  <a:pt x="5206061" y="3223504"/>
                  <a:pt x="5198958" y="3204182"/>
                </a:cubicBezTo>
                <a:cubicBezTo>
                  <a:pt x="5191742" y="3174999"/>
                  <a:pt x="5143261" y="3175227"/>
                  <a:pt x="5135143" y="3203726"/>
                </a:cubicBezTo>
                <a:cubicBezTo>
                  <a:pt x="5129054" y="3220826"/>
                  <a:pt x="5136496" y="3245905"/>
                  <a:pt x="5156339" y="3249553"/>
                </a:cubicBezTo>
                <a:cubicBezTo>
                  <a:pt x="5163048" y="3252345"/>
                  <a:pt x="5169658" y="3252516"/>
                  <a:pt x="5175651" y="3250799"/>
                </a:cubicBezTo>
                <a:close/>
                <a:moveTo>
                  <a:pt x="6394579" y="3250931"/>
                </a:moveTo>
                <a:cubicBezTo>
                  <a:pt x="6419264" y="3255962"/>
                  <a:pt x="6445092" y="3227831"/>
                  <a:pt x="6432978" y="3204045"/>
                </a:cubicBezTo>
                <a:cubicBezTo>
                  <a:pt x="6424293" y="3174999"/>
                  <a:pt x="6376065" y="3174999"/>
                  <a:pt x="6367379" y="3203816"/>
                </a:cubicBezTo>
                <a:cubicBezTo>
                  <a:pt x="6357779" y="3224172"/>
                  <a:pt x="6373779" y="3247271"/>
                  <a:pt x="6394579" y="3250931"/>
                </a:cubicBezTo>
                <a:close/>
                <a:moveTo>
                  <a:pt x="4955009" y="3250963"/>
                </a:moveTo>
                <a:cubicBezTo>
                  <a:pt x="4974913" y="3254374"/>
                  <a:pt x="4995495" y="3239821"/>
                  <a:pt x="4996852" y="3219127"/>
                </a:cubicBezTo>
                <a:cubicBezTo>
                  <a:pt x="5002054" y="3187973"/>
                  <a:pt x="4955462" y="3170236"/>
                  <a:pt x="4935558" y="3192749"/>
                </a:cubicBezTo>
                <a:cubicBezTo>
                  <a:pt x="4917916" y="3211623"/>
                  <a:pt x="4928094" y="3247780"/>
                  <a:pt x="4955009" y="3250963"/>
                </a:cubicBezTo>
                <a:close/>
                <a:moveTo>
                  <a:pt x="1887071" y="3250996"/>
                </a:moveTo>
                <a:cubicBezTo>
                  <a:pt x="1906580" y="3245939"/>
                  <a:pt x="1921024" y="3224039"/>
                  <a:pt x="1911974" y="3203811"/>
                </a:cubicBezTo>
                <a:cubicBezTo>
                  <a:pt x="1903620" y="3176154"/>
                  <a:pt x="1853328" y="3173411"/>
                  <a:pt x="1846607" y="3203582"/>
                </a:cubicBezTo>
                <a:cubicBezTo>
                  <a:pt x="1839889" y="3220953"/>
                  <a:pt x="1848004" y="3243810"/>
                  <a:pt x="1866544" y="3249753"/>
                </a:cubicBezTo>
                <a:cubicBezTo>
                  <a:pt x="1873497" y="3252496"/>
                  <a:pt x="1880560" y="3252681"/>
                  <a:pt x="1887071" y="3250996"/>
                </a:cubicBezTo>
                <a:close/>
                <a:moveTo>
                  <a:pt x="5364669" y="3251083"/>
                </a:moveTo>
                <a:cubicBezTo>
                  <a:pt x="5400849" y="3262312"/>
                  <a:pt x="5422741" y="3208458"/>
                  <a:pt x="5393936" y="3188291"/>
                </a:cubicBezTo>
                <a:cubicBezTo>
                  <a:pt x="5373887" y="3174999"/>
                  <a:pt x="5351304" y="3186687"/>
                  <a:pt x="5337016" y="3202041"/>
                </a:cubicBezTo>
                <a:cubicBezTo>
                  <a:pt x="5338629" y="3221062"/>
                  <a:pt x="5340473" y="3247875"/>
                  <a:pt x="5364669" y="3251083"/>
                </a:cubicBezTo>
                <a:close/>
                <a:moveTo>
                  <a:pt x="6196342" y="3251141"/>
                </a:moveTo>
                <a:cubicBezTo>
                  <a:pt x="6215113" y="3248362"/>
                  <a:pt x="6232472" y="3231601"/>
                  <a:pt x="6228025" y="3211249"/>
                </a:cubicBezTo>
                <a:cubicBezTo>
                  <a:pt x="6227797" y="3185937"/>
                  <a:pt x="6195416" y="3176587"/>
                  <a:pt x="6176032" y="3186393"/>
                </a:cubicBezTo>
                <a:cubicBezTo>
                  <a:pt x="6151404" y="3197795"/>
                  <a:pt x="6153001" y="3239070"/>
                  <a:pt x="6177857" y="3248875"/>
                </a:cubicBezTo>
                <a:cubicBezTo>
                  <a:pt x="6183672" y="3251441"/>
                  <a:pt x="6190085" y="3252068"/>
                  <a:pt x="6196342" y="3251141"/>
                </a:cubicBezTo>
                <a:close/>
                <a:moveTo>
                  <a:pt x="2809391" y="3251151"/>
                </a:moveTo>
                <a:cubicBezTo>
                  <a:pt x="2826910" y="3247881"/>
                  <a:pt x="2841750" y="3230698"/>
                  <a:pt x="2837838" y="3211719"/>
                </a:cubicBezTo>
                <a:cubicBezTo>
                  <a:pt x="2836024" y="3179119"/>
                  <a:pt x="2783784" y="3171824"/>
                  <a:pt x="2771538" y="3201004"/>
                </a:cubicBezTo>
                <a:cubicBezTo>
                  <a:pt x="2760651" y="3219014"/>
                  <a:pt x="2772444" y="3243407"/>
                  <a:pt x="2791720" y="3249334"/>
                </a:cubicBezTo>
                <a:cubicBezTo>
                  <a:pt x="2797558" y="3251785"/>
                  <a:pt x="2803551" y="3252241"/>
                  <a:pt x="2809391" y="3251151"/>
                </a:cubicBezTo>
                <a:close/>
                <a:moveTo>
                  <a:pt x="7742204" y="3251207"/>
                </a:moveTo>
                <a:cubicBezTo>
                  <a:pt x="7761655" y="3246653"/>
                  <a:pt x="7777386" y="3223679"/>
                  <a:pt x="7769007" y="3203791"/>
                </a:cubicBezTo>
                <a:cubicBezTo>
                  <a:pt x="7761256" y="3179330"/>
                  <a:pt x="7725689" y="3176587"/>
                  <a:pt x="7708817" y="3192589"/>
                </a:cubicBezTo>
                <a:cubicBezTo>
                  <a:pt x="7694454" y="3209963"/>
                  <a:pt x="7699242" y="3241281"/>
                  <a:pt x="7722269" y="3248825"/>
                </a:cubicBezTo>
                <a:cubicBezTo>
                  <a:pt x="7728824" y="3252196"/>
                  <a:pt x="7735720" y="3252725"/>
                  <a:pt x="7742204" y="3251207"/>
                </a:cubicBezTo>
                <a:close/>
                <a:moveTo>
                  <a:pt x="7014863" y="3251229"/>
                </a:moveTo>
                <a:cubicBezTo>
                  <a:pt x="7030658" y="3251605"/>
                  <a:pt x="7046774" y="3241659"/>
                  <a:pt x="7050355" y="3225540"/>
                </a:cubicBezTo>
                <a:cubicBezTo>
                  <a:pt x="7061042" y="3199018"/>
                  <a:pt x="7028982" y="3173411"/>
                  <a:pt x="7004425" y="3184157"/>
                </a:cubicBezTo>
                <a:cubicBezTo>
                  <a:pt x="6975094" y="3189873"/>
                  <a:pt x="6973729" y="3236286"/>
                  <a:pt x="6999650" y="3247261"/>
                </a:cubicBezTo>
                <a:cubicBezTo>
                  <a:pt x="7004368" y="3249833"/>
                  <a:pt x="7009598" y="3251104"/>
                  <a:pt x="7014863" y="3251229"/>
                </a:cubicBezTo>
                <a:close/>
                <a:moveTo>
                  <a:pt x="7433900" y="3251231"/>
                </a:moveTo>
                <a:cubicBezTo>
                  <a:pt x="7450866" y="3247621"/>
                  <a:pt x="7464397" y="3230090"/>
                  <a:pt x="7460027" y="3211012"/>
                </a:cubicBezTo>
                <a:cubicBezTo>
                  <a:pt x="7458458" y="3180762"/>
                  <a:pt x="7413859" y="3171824"/>
                  <a:pt x="7398619" y="3196116"/>
                </a:cubicBezTo>
                <a:cubicBezTo>
                  <a:pt x="7389654" y="3214679"/>
                  <a:pt x="7394360" y="3243783"/>
                  <a:pt x="7416324" y="3249741"/>
                </a:cubicBezTo>
                <a:cubicBezTo>
                  <a:pt x="7422207" y="3252090"/>
                  <a:pt x="7428244" y="3252434"/>
                  <a:pt x="7433900" y="3251231"/>
                </a:cubicBezTo>
                <a:close/>
                <a:moveTo>
                  <a:pt x="5788627" y="3251311"/>
                </a:moveTo>
                <a:cubicBezTo>
                  <a:pt x="5808485" y="3247678"/>
                  <a:pt x="5824557" y="3225833"/>
                  <a:pt x="5815567" y="3204630"/>
                </a:cubicBezTo>
                <a:cubicBezTo>
                  <a:pt x="5809686" y="3178411"/>
                  <a:pt x="5773724" y="3176587"/>
                  <a:pt x="5756987" y="3192775"/>
                </a:cubicBezTo>
                <a:cubicBezTo>
                  <a:pt x="5743416" y="3209190"/>
                  <a:pt x="5747940" y="3239513"/>
                  <a:pt x="5768296" y="3248177"/>
                </a:cubicBezTo>
                <a:cubicBezTo>
                  <a:pt x="5774968" y="3251710"/>
                  <a:pt x="5782008" y="3252523"/>
                  <a:pt x="5788627" y="3251311"/>
                </a:cubicBezTo>
                <a:close/>
                <a:moveTo>
                  <a:pt x="1059532" y="3251322"/>
                </a:moveTo>
                <a:cubicBezTo>
                  <a:pt x="1078106" y="3249345"/>
                  <a:pt x="1094090" y="3231789"/>
                  <a:pt x="1090178" y="3211314"/>
                </a:cubicBezTo>
                <a:cubicBezTo>
                  <a:pt x="1089952" y="3181533"/>
                  <a:pt x="1045958" y="3173411"/>
                  <a:pt x="1029404" y="3194393"/>
                </a:cubicBezTo>
                <a:cubicBezTo>
                  <a:pt x="1017611" y="3211089"/>
                  <a:pt x="1021919" y="3237711"/>
                  <a:pt x="1040741" y="3247638"/>
                </a:cubicBezTo>
                <a:cubicBezTo>
                  <a:pt x="1046866" y="3250910"/>
                  <a:pt x="1053342" y="3251981"/>
                  <a:pt x="1059532" y="3251322"/>
                </a:cubicBezTo>
                <a:close/>
                <a:moveTo>
                  <a:pt x="8047698" y="3251350"/>
                </a:moveTo>
                <a:cubicBezTo>
                  <a:pt x="8066371" y="3248897"/>
                  <a:pt x="8082070" y="3230839"/>
                  <a:pt x="8078102" y="3210878"/>
                </a:cubicBezTo>
                <a:cubicBezTo>
                  <a:pt x="8078102" y="3188549"/>
                  <a:pt x="8052111" y="3178174"/>
                  <a:pt x="8033020" y="3184941"/>
                </a:cubicBezTo>
                <a:cubicBezTo>
                  <a:pt x="8004039" y="3191030"/>
                  <a:pt x="8002429" y="3237493"/>
                  <a:pt x="8028650" y="3248094"/>
                </a:cubicBezTo>
                <a:cubicBezTo>
                  <a:pt x="8034918" y="3251251"/>
                  <a:pt x="8041473" y="3252167"/>
                  <a:pt x="8047698" y="3251350"/>
                </a:cubicBezTo>
                <a:close/>
                <a:moveTo>
                  <a:pt x="5062663" y="3251490"/>
                </a:moveTo>
                <a:cubicBezTo>
                  <a:pt x="5080382" y="3252319"/>
                  <a:pt x="5098131" y="3238669"/>
                  <a:pt x="5097794" y="3218769"/>
                </a:cubicBezTo>
                <a:cubicBezTo>
                  <a:pt x="5102066" y="3193596"/>
                  <a:pt x="5073060" y="3174999"/>
                  <a:pt x="5051248" y="3185204"/>
                </a:cubicBezTo>
                <a:cubicBezTo>
                  <a:pt x="5024940" y="3191554"/>
                  <a:pt x="5022691" y="3233737"/>
                  <a:pt x="5045627" y="3245529"/>
                </a:cubicBezTo>
                <a:cubicBezTo>
                  <a:pt x="5050855" y="3249328"/>
                  <a:pt x="5056757" y="3251213"/>
                  <a:pt x="5062663" y="3251490"/>
                </a:cubicBezTo>
                <a:close/>
                <a:moveTo>
                  <a:pt x="2397516" y="3251515"/>
                </a:moveTo>
                <a:cubicBezTo>
                  <a:pt x="2412780" y="3249197"/>
                  <a:pt x="2426303" y="3236043"/>
                  <a:pt x="2424773" y="3219138"/>
                </a:cubicBezTo>
                <a:cubicBezTo>
                  <a:pt x="2430439" y="3194067"/>
                  <a:pt x="2403228" y="3176586"/>
                  <a:pt x="2381446" y="3184176"/>
                </a:cubicBezTo>
                <a:cubicBezTo>
                  <a:pt x="2351058" y="3190387"/>
                  <a:pt x="2352869" y="3243979"/>
                  <a:pt x="2382124" y="3249959"/>
                </a:cubicBezTo>
                <a:cubicBezTo>
                  <a:pt x="2387108" y="3251856"/>
                  <a:pt x="2392384" y="3252288"/>
                  <a:pt x="2397516" y="3251515"/>
                </a:cubicBezTo>
                <a:close/>
                <a:moveTo>
                  <a:pt x="2088417" y="3251553"/>
                </a:moveTo>
                <a:cubicBezTo>
                  <a:pt x="2107066" y="3249095"/>
                  <a:pt x="2124091" y="3231310"/>
                  <a:pt x="2119448" y="3211473"/>
                </a:cubicBezTo>
                <a:cubicBezTo>
                  <a:pt x="2117842" y="3187759"/>
                  <a:pt x="2087823" y="3176586"/>
                  <a:pt x="2067868" y="3186391"/>
                </a:cubicBezTo>
                <a:cubicBezTo>
                  <a:pt x="2041504" y="3195739"/>
                  <a:pt x="2043569" y="3239747"/>
                  <a:pt x="2069932" y="3248411"/>
                </a:cubicBezTo>
                <a:cubicBezTo>
                  <a:pt x="2075783" y="3251489"/>
                  <a:pt x="2082197" y="3252373"/>
                  <a:pt x="2088417" y="3251553"/>
                </a:cubicBezTo>
                <a:close/>
                <a:moveTo>
                  <a:pt x="1163108" y="3251564"/>
                </a:moveTo>
                <a:cubicBezTo>
                  <a:pt x="1181834" y="3249274"/>
                  <a:pt x="1198561" y="3231717"/>
                  <a:pt x="1193744" y="3211870"/>
                </a:cubicBezTo>
                <a:cubicBezTo>
                  <a:pt x="1193057" y="3187669"/>
                  <a:pt x="1161181" y="3176586"/>
                  <a:pt x="1141922" y="3187216"/>
                </a:cubicBezTo>
                <a:cubicBezTo>
                  <a:pt x="1117617" y="3198525"/>
                  <a:pt x="1120370" y="3238559"/>
                  <a:pt x="1144443" y="3248284"/>
                </a:cubicBezTo>
                <a:cubicBezTo>
                  <a:pt x="1150405" y="3251394"/>
                  <a:pt x="1156867" y="3252327"/>
                  <a:pt x="1163108" y="3251564"/>
                </a:cubicBezTo>
                <a:close/>
                <a:moveTo>
                  <a:pt x="1372384" y="3251565"/>
                </a:moveTo>
                <a:cubicBezTo>
                  <a:pt x="1390181" y="3248266"/>
                  <a:pt x="1405104" y="3229470"/>
                  <a:pt x="1400839" y="3210023"/>
                </a:cubicBezTo>
                <a:cubicBezTo>
                  <a:pt x="1395836" y="3180853"/>
                  <a:pt x="1351959" y="3171824"/>
                  <a:pt x="1336041" y="3196827"/>
                </a:cubicBezTo>
                <a:cubicBezTo>
                  <a:pt x="1320805" y="3215117"/>
                  <a:pt x="1333993" y="3242435"/>
                  <a:pt x="1354232" y="3249149"/>
                </a:cubicBezTo>
                <a:cubicBezTo>
                  <a:pt x="1360200" y="3252042"/>
                  <a:pt x="1366451" y="3252665"/>
                  <a:pt x="1372384" y="3251565"/>
                </a:cubicBezTo>
                <a:close/>
                <a:moveTo>
                  <a:pt x="7226085" y="3251567"/>
                </a:moveTo>
                <a:cubicBezTo>
                  <a:pt x="7244141" y="3249059"/>
                  <a:pt x="7259606" y="3231242"/>
                  <a:pt x="7255224" y="3211511"/>
                </a:cubicBezTo>
                <a:cubicBezTo>
                  <a:pt x="7254774" y="3177040"/>
                  <a:pt x="7199938" y="3173411"/>
                  <a:pt x="7190050" y="3203574"/>
                </a:cubicBezTo>
                <a:cubicBezTo>
                  <a:pt x="7186454" y="3220129"/>
                  <a:pt x="7189376" y="3242354"/>
                  <a:pt x="7207804" y="3248478"/>
                </a:cubicBezTo>
                <a:cubicBezTo>
                  <a:pt x="7213759" y="3251539"/>
                  <a:pt x="7220066" y="3252404"/>
                  <a:pt x="7226085" y="3251567"/>
                </a:cubicBezTo>
                <a:close/>
                <a:moveTo>
                  <a:pt x="5990105" y="3251585"/>
                </a:moveTo>
                <a:cubicBezTo>
                  <a:pt x="6009576" y="3250672"/>
                  <a:pt x="6027575" y="3232588"/>
                  <a:pt x="6022798" y="3210768"/>
                </a:cubicBezTo>
                <a:cubicBezTo>
                  <a:pt x="6020751" y="3179842"/>
                  <a:pt x="5973890" y="3171824"/>
                  <a:pt x="5960014" y="3197940"/>
                </a:cubicBezTo>
                <a:cubicBezTo>
                  <a:pt x="5954554" y="3213746"/>
                  <a:pt x="5954782" y="3236884"/>
                  <a:pt x="5970933" y="3246276"/>
                </a:cubicBezTo>
                <a:cubicBezTo>
                  <a:pt x="5976961" y="3250285"/>
                  <a:pt x="5983615" y="3251889"/>
                  <a:pt x="5990105" y="3251585"/>
                </a:cubicBezTo>
                <a:close/>
                <a:moveTo>
                  <a:pt x="6289927" y="3251603"/>
                </a:moveTo>
                <a:cubicBezTo>
                  <a:pt x="6315232" y="3257549"/>
                  <a:pt x="6341904" y="3228960"/>
                  <a:pt x="6330050" y="3204031"/>
                </a:cubicBezTo>
                <a:cubicBezTo>
                  <a:pt x="6320475" y="3177958"/>
                  <a:pt x="6280580" y="3176586"/>
                  <a:pt x="6265990" y="3198542"/>
                </a:cubicBezTo>
                <a:cubicBezTo>
                  <a:pt x="6254591" y="3218669"/>
                  <a:pt x="6265534" y="3249087"/>
                  <a:pt x="6289927" y="3251603"/>
                </a:cubicBezTo>
                <a:close/>
                <a:moveTo>
                  <a:pt x="1775826" y="3251611"/>
                </a:moveTo>
                <a:cubicBezTo>
                  <a:pt x="1795587" y="3250946"/>
                  <a:pt x="1814269" y="3233223"/>
                  <a:pt x="1808858" y="3211448"/>
                </a:cubicBezTo>
                <a:cubicBezTo>
                  <a:pt x="1807957" y="3180389"/>
                  <a:pt x="1761294" y="3173412"/>
                  <a:pt x="1746190" y="3197944"/>
                </a:cubicBezTo>
                <a:cubicBezTo>
                  <a:pt x="1739878" y="3213248"/>
                  <a:pt x="1741005" y="3236430"/>
                  <a:pt x="1756559" y="3246108"/>
                </a:cubicBezTo>
                <a:cubicBezTo>
                  <a:pt x="1762534" y="3250159"/>
                  <a:pt x="1769240" y="3251833"/>
                  <a:pt x="1775826" y="3251611"/>
                </a:cubicBezTo>
                <a:close/>
                <a:moveTo>
                  <a:pt x="5879881" y="3251612"/>
                </a:moveTo>
                <a:cubicBezTo>
                  <a:pt x="5905973" y="3259137"/>
                  <a:pt x="5927566" y="3229036"/>
                  <a:pt x="5917894" y="3204864"/>
                </a:cubicBezTo>
                <a:cubicBezTo>
                  <a:pt x="5911146" y="3180464"/>
                  <a:pt x="5876732" y="3176587"/>
                  <a:pt x="5860537" y="3193690"/>
                </a:cubicBezTo>
                <a:cubicBezTo>
                  <a:pt x="5845016" y="3212389"/>
                  <a:pt x="5852889" y="3249560"/>
                  <a:pt x="5879881" y="3251612"/>
                </a:cubicBezTo>
                <a:close/>
                <a:moveTo>
                  <a:pt x="2601403" y="3251648"/>
                </a:moveTo>
                <a:cubicBezTo>
                  <a:pt x="2619048" y="3248813"/>
                  <a:pt x="2634271" y="3230818"/>
                  <a:pt x="2631375" y="3212055"/>
                </a:cubicBezTo>
                <a:cubicBezTo>
                  <a:pt x="2632512" y="3190677"/>
                  <a:pt x="2607570" y="3179761"/>
                  <a:pt x="2589650" y="3183855"/>
                </a:cubicBezTo>
                <a:cubicBezTo>
                  <a:pt x="2557679" y="3187039"/>
                  <a:pt x="2555865" y="3238209"/>
                  <a:pt x="2583529" y="3248898"/>
                </a:cubicBezTo>
                <a:cubicBezTo>
                  <a:pt x="2589367" y="3251855"/>
                  <a:pt x="2595519" y="3252594"/>
                  <a:pt x="2601403" y="3251648"/>
                </a:cubicBezTo>
                <a:close/>
                <a:moveTo>
                  <a:pt x="4859500" y="3251650"/>
                </a:moveTo>
                <a:cubicBezTo>
                  <a:pt x="4876613" y="3250576"/>
                  <a:pt x="4893118" y="3236969"/>
                  <a:pt x="4892947" y="3218769"/>
                </a:cubicBezTo>
                <a:cubicBezTo>
                  <a:pt x="4897279" y="3192008"/>
                  <a:pt x="4863073" y="3174999"/>
                  <a:pt x="4841410" y="3186565"/>
                </a:cubicBezTo>
                <a:cubicBezTo>
                  <a:pt x="4814729" y="3196544"/>
                  <a:pt x="4817010" y="3238726"/>
                  <a:pt x="4842778" y="3248251"/>
                </a:cubicBezTo>
                <a:cubicBezTo>
                  <a:pt x="4848023" y="3250973"/>
                  <a:pt x="4853795" y="3252007"/>
                  <a:pt x="4859500" y="3251650"/>
                </a:cubicBezTo>
                <a:close/>
                <a:moveTo>
                  <a:pt x="5584436" y="3251666"/>
                </a:moveTo>
                <a:cubicBezTo>
                  <a:pt x="5601988" y="3248093"/>
                  <a:pt x="5616700" y="3231072"/>
                  <a:pt x="5612788" y="3211323"/>
                </a:cubicBezTo>
                <a:cubicBezTo>
                  <a:pt x="5610747" y="3178754"/>
                  <a:pt x="5558133" y="3171824"/>
                  <a:pt x="5546340" y="3201159"/>
                </a:cubicBezTo>
                <a:cubicBezTo>
                  <a:pt x="5535454" y="3219407"/>
                  <a:pt x="5547247" y="3244585"/>
                  <a:pt x="5566524" y="3250360"/>
                </a:cubicBezTo>
                <a:cubicBezTo>
                  <a:pt x="5572420" y="3252554"/>
                  <a:pt x="5578586" y="3252857"/>
                  <a:pt x="5584436" y="3251666"/>
                </a:cubicBezTo>
                <a:close/>
                <a:moveTo>
                  <a:pt x="7636481" y="3251679"/>
                </a:moveTo>
                <a:cubicBezTo>
                  <a:pt x="7654661" y="3249483"/>
                  <a:pt x="7671155" y="3232214"/>
                  <a:pt x="7667932" y="3212503"/>
                </a:cubicBezTo>
                <a:cubicBezTo>
                  <a:pt x="7667706" y="3176852"/>
                  <a:pt x="7609136" y="3171824"/>
                  <a:pt x="7600317" y="3204733"/>
                </a:cubicBezTo>
                <a:cubicBezTo>
                  <a:pt x="7592854" y="3221416"/>
                  <a:pt x="7602352" y="3241527"/>
                  <a:pt x="7618408" y="3248383"/>
                </a:cubicBezTo>
                <a:cubicBezTo>
                  <a:pt x="7624175" y="3251468"/>
                  <a:pt x="7630422" y="3252411"/>
                  <a:pt x="7636481" y="3251679"/>
                </a:cubicBezTo>
                <a:close/>
                <a:moveTo>
                  <a:pt x="2499150" y="3251681"/>
                </a:moveTo>
                <a:cubicBezTo>
                  <a:pt x="2517764" y="3249426"/>
                  <a:pt x="2533753" y="3231946"/>
                  <a:pt x="2529330" y="3211259"/>
                </a:cubicBezTo>
                <a:cubicBezTo>
                  <a:pt x="2527289" y="3180030"/>
                  <a:pt x="2479424" y="3171824"/>
                  <a:pt x="2465599" y="3198722"/>
                </a:cubicBezTo>
                <a:cubicBezTo>
                  <a:pt x="2459022" y="3215362"/>
                  <a:pt x="2460611" y="3241348"/>
                  <a:pt x="2480334" y="3248415"/>
                </a:cubicBezTo>
                <a:cubicBezTo>
                  <a:pt x="2486459" y="3251492"/>
                  <a:pt x="2492952" y="3252432"/>
                  <a:pt x="2499150" y="3251681"/>
                </a:cubicBezTo>
                <a:close/>
                <a:moveTo>
                  <a:pt x="1469520" y="3251756"/>
                </a:moveTo>
                <a:cubicBezTo>
                  <a:pt x="1488368" y="3249924"/>
                  <a:pt x="1504897" y="3232953"/>
                  <a:pt x="1499993" y="3211353"/>
                </a:cubicBezTo>
                <a:cubicBezTo>
                  <a:pt x="1499317" y="3180954"/>
                  <a:pt x="1456473" y="3173411"/>
                  <a:pt x="1439336" y="3194211"/>
                </a:cubicBezTo>
                <a:cubicBezTo>
                  <a:pt x="1427161" y="3210896"/>
                  <a:pt x="1431893" y="3238324"/>
                  <a:pt x="1450610" y="3248153"/>
                </a:cubicBezTo>
                <a:cubicBezTo>
                  <a:pt x="1456698" y="3251296"/>
                  <a:pt x="1463237" y="3252367"/>
                  <a:pt x="1469520" y="3251756"/>
                </a:cubicBezTo>
                <a:close/>
                <a:moveTo>
                  <a:pt x="1255810" y="3251757"/>
                </a:moveTo>
                <a:cubicBezTo>
                  <a:pt x="1283547" y="3257549"/>
                  <a:pt x="1308103" y="3221869"/>
                  <a:pt x="1292186" y="3197542"/>
                </a:cubicBezTo>
                <a:cubicBezTo>
                  <a:pt x="1276726" y="3171824"/>
                  <a:pt x="1229662" y="3179470"/>
                  <a:pt x="1226475" y="3211211"/>
                </a:cubicBezTo>
                <a:cubicBezTo>
                  <a:pt x="1222384" y="3230210"/>
                  <a:pt x="1238076" y="3248282"/>
                  <a:pt x="1255810" y="3251757"/>
                </a:cubicBezTo>
                <a:close/>
                <a:moveTo>
                  <a:pt x="6907273" y="3251768"/>
                </a:moveTo>
                <a:cubicBezTo>
                  <a:pt x="6935778" y="3257549"/>
                  <a:pt x="6949916" y="3226102"/>
                  <a:pt x="6949688" y="3202053"/>
                </a:cubicBezTo>
                <a:cubicBezTo>
                  <a:pt x="6935550" y="3186561"/>
                  <a:pt x="6913202" y="3174999"/>
                  <a:pt x="6893363" y="3187023"/>
                </a:cubicBezTo>
                <a:cubicBezTo>
                  <a:pt x="6867366" y="3203209"/>
                  <a:pt x="6876488" y="3248300"/>
                  <a:pt x="6907273" y="3251768"/>
                </a:cubicBezTo>
                <a:close/>
                <a:moveTo>
                  <a:pt x="4759613" y="3251795"/>
                </a:moveTo>
                <a:cubicBezTo>
                  <a:pt x="4778306" y="3249024"/>
                  <a:pt x="4794650" y="3231110"/>
                  <a:pt x="4791561" y="3211004"/>
                </a:cubicBezTo>
                <a:cubicBezTo>
                  <a:pt x="4788816" y="3180073"/>
                  <a:pt x="4738711" y="3171824"/>
                  <a:pt x="4725441" y="3199090"/>
                </a:cubicBezTo>
                <a:cubicBezTo>
                  <a:pt x="4717891" y="3216274"/>
                  <a:pt x="4721094" y="3241707"/>
                  <a:pt x="4740770" y="3249039"/>
                </a:cubicBezTo>
                <a:cubicBezTo>
                  <a:pt x="4746890" y="3251960"/>
                  <a:pt x="4753382" y="3252719"/>
                  <a:pt x="4759613" y="3251795"/>
                </a:cubicBezTo>
                <a:close/>
                <a:moveTo>
                  <a:pt x="5271046" y="3251836"/>
                </a:moveTo>
                <a:cubicBezTo>
                  <a:pt x="5287674" y="3250867"/>
                  <a:pt x="5303243" y="3237651"/>
                  <a:pt x="5303414" y="3219575"/>
                </a:cubicBezTo>
                <a:cubicBezTo>
                  <a:pt x="5310029" y="3186607"/>
                  <a:pt x="5261896" y="3170237"/>
                  <a:pt x="5242735" y="3194565"/>
                </a:cubicBezTo>
                <a:cubicBezTo>
                  <a:pt x="5232241" y="3211845"/>
                  <a:pt x="5235435" y="3238674"/>
                  <a:pt x="5254597" y="3248451"/>
                </a:cubicBezTo>
                <a:cubicBezTo>
                  <a:pt x="5259843" y="3251122"/>
                  <a:pt x="5265504" y="3252160"/>
                  <a:pt x="5271046" y="3251836"/>
                </a:cubicBezTo>
                <a:close/>
                <a:moveTo>
                  <a:pt x="2186459" y="3251892"/>
                </a:moveTo>
                <a:cubicBezTo>
                  <a:pt x="2214055" y="3253022"/>
                  <a:pt x="2220896" y="3224076"/>
                  <a:pt x="2220896" y="3202367"/>
                </a:cubicBezTo>
                <a:cubicBezTo>
                  <a:pt x="2207898" y="3189703"/>
                  <a:pt x="2189881" y="3176587"/>
                  <a:pt x="2171187" y="3186763"/>
                </a:cubicBezTo>
                <a:cubicBezTo>
                  <a:pt x="2136754" y="3196940"/>
                  <a:pt x="2150661" y="3255962"/>
                  <a:pt x="2186459" y="3251892"/>
                </a:cubicBezTo>
                <a:close/>
                <a:moveTo>
                  <a:pt x="1675094" y="3251900"/>
                </a:moveTo>
                <a:cubicBezTo>
                  <a:pt x="1691911" y="3250601"/>
                  <a:pt x="1708048" y="3237022"/>
                  <a:pt x="1706664" y="3218804"/>
                </a:cubicBezTo>
                <a:cubicBezTo>
                  <a:pt x="1712893" y="3186491"/>
                  <a:pt x="1666286" y="3171824"/>
                  <a:pt x="1646675" y="3193366"/>
                </a:cubicBezTo>
                <a:cubicBezTo>
                  <a:pt x="1633524" y="3210095"/>
                  <a:pt x="1637907" y="3240116"/>
                  <a:pt x="1658673" y="3248825"/>
                </a:cubicBezTo>
                <a:cubicBezTo>
                  <a:pt x="1663806" y="3251403"/>
                  <a:pt x="1669488" y="3252334"/>
                  <a:pt x="1675094" y="3251900"/>
                </a:cubicBezTo>
                <a:close/>
                <a:moveTo>
                  <a:pt x="1571686" y="3251919"/>
                </a:moveTo>
                <a:cubicBezTo>
                  <a:pt x="1588845" y="3251218"/>
                  <a:pt x="1604799" y="3238327"/>
                  <a:pt x="1604626" y="3219357"/>
                </a:cubicBezTo>
                <a:cubicBezTo>
                  <a:pt x="1609712" y="3194983"/>
                  <a:pt x="1581736" y="3176587"/>
                  <a:pt x="1559770" y="3183485"/>
                </a:cubicBezTo>
                <a:cubicBezTo>
                  <a:pt x="1529710" y="3189004"/>
                  <a:pt x="1527166" y="3237982"/>
                  <a:pt x="1554683" y="3248330"/>
                </a:cubicBezTo>
                <a:cubicBezTo>
                  <a:pt x="1560117" y="3251031"/>
                  <a:pt x="1565970" y="3252152"/>
                  <a:pt x="1571686" y="3251919"/>
                </a:cubicBezTo>
                <a:close/>
                <a:moveTo>
                  <a:pt x="4659116" y="3251975"/>
                </a:moveTo>
                <a:cubicBezTo>
                  <a:pt x="4676722" y="3248683"/>
                  <a:pt x="4690997" y="3230515"/>
                  <a:pt x="4686512" y="3211706"/>
                </a:cubicBezTo>
                <a:cubicBezTo>
                  <a:pt x="4685822" y="3182751"/>
                  <a:pt x="4646491" y="3174999"/>
                  <a:pt x="4627170" y="3191643"/>
                </a:cubicBezTo>
                <a:cubicBezTo>
                  <a:pt x="4611529" y="3209198"/>
                  <a:pt x="4616589" y="3242941"/>
                  <a:pt x="4640970" y="3249781"/>
                </a:cubicBezTo>
                <a:cubicBezTo>
                  <a:pt x="4647008" y="3252516"/>
                  <a:pt x="4653247" y="3253072"/>
                  <a:pt x="4659116" y="3251975"/>
                </a:cubicBezTo>
                <a:close/>
                <a:moveTo>
                  <a:pt x="4245936" y="3251983"/>
                </a:moveTo>
                <a:cubicBezTo>
                  <a:pt x="4267128" y="3249063"/>
                  <a:pt x="4285993" y="3226893"/>
                  <a:pt x="4276172" y="3205236"/>
                </a:cubicBezTo>
                <a:cubicBezTo>
                  <a:pt x="4268362" y="3181816"/>
                  <a:pt x="4235053" y="3176586"/>
                  <a:pt x="4217825" y="3192275"/>
                </a:cubicBezTo>
                <a:cubicBezTo>
                  <a:pt x="4200366" y="3206373"/>
                  <a:pt x="4204042" y="3238660"/>
                  <a:pt x="4224946" y="3247755"/>
                </a:cubicBezTo>
                <a:cubicBezTo>
                  <a:pt x="4231550" y="3251791"/>
                  <a:pt x="4238872" y="3252957"/>
                  <a:pt x="4245936" y="3251983"/>
                </a:cubicBezTo>
                <a:close/>
                <a:moveTo>
                  <a:pt x="5472350" y="3252035"/>
                </a:moveTo>
                <a:cubicBezTo>
                  <a:pt x="5490244" y="3252544"/>
                  <a:pt x="5508138" y="3239256"/>
                  <a:pt x="5509694" y="3219866"/>
                </a:cubicBezTo>
                <a:cubicBezTo>
                  <a:pt x="5517992" y="3186856"/>
                  <a:pt x="5469354" y="3170236"/>
                  <a:pt x="5448607" y="3191704"/>
                </a:cubicBezTo>
                <a:cubicBezTo>
                  <a:pt x="5433854" y="3206247"/>
                  <a:pt x="5436620" y="3236025"/>
                  <a:pt x="5455062" y="3246643"/>
                </a:cubicBezTo>
                <a:cubicBezTo>
                  <a:pt x="5460421" y="3250163"/>
                  <a:pt x="5466386" y="3251866"/>
                  <a:pt x="5472350" y="3252035"/>
                </a:cubicBezTo>
                <a:close/>
                <a:moveTo>
                  <a:pt x="6095165" y="3252041"/>
                </a:moveTo>
                <a:cubicBezTo>
                  <a:pt x="6130350" y="3252502"/>
                  <a:pt x="6137116" y="3192299"/>
                  <a:pt x="6102608" y="3184687"/>
                </a:cubicBezTo>
                <a:cubicBezTo>
                  <a:pt x="6080279" y="3174999"/>
                  <a:pt x="6062460" y="3193914"/>
                  <a:pt x="6054566" y="3213289"/>
                </a:cubicBezTo>
                <a:cubicBezTo>
                  <a:pt x="6059528" y="3233126"/>
                  <a:pt x="6071031" y="3255962"/>
                  <a:pt x="6095165" y="3252041"/>
                </a:cubicBezTo>
                <a:close/>
                <a:moveTo>
                  <a:pt x="7842583" y="3252201"/>
                </a:moveTo>
                <a:cubicBezTo>
                  <a:pt x="7859430" y="3250178"/>
                  <a:pt x="7874778" y="3236111"/>
                  <a:pt x="7875126" y="3218279"/>
                </a:cubicBezTo>
                <a:cubicBezTo>
                  <a:pt x="7878604" y="3184808"/>
                  <a:pt x="7825039" y="3168649"/>
                  <a:pt x="7808808" y="3197735"/>
                </a:cubicBezTo>
                <a:cubicBezTo>
                  <a:pt x="7796054" y="3215740"/>
                  <a:pt x="7805097" y="3242517"/>
                  <a:pt x="7825735" y="3249904"/>
                </a:cubicBezTo>
                <a:cubicBezTo>
                  <a:pt x="7831184" y="3252212"/>
                  <a:pt x="7836967" y="3252876"/>
                  <a:pt x="7842583" y="3252201"/>
                </a:cubicBezTo>
                <a:close/>
                <a:moveTo>
                  <a:pt x="6610301" y="3252311"/>
                </a:moveTo>
                <a:cubicBezTo>
                  <a:pt x="6630959" y="3249118"/>
                  <a:pt x="6648227" y="3225036"/>
                  <a:pt x="6638505" y="3203783"/>
                </a:cubicBezTo>
                <a:cubicBezTo>
                  <a:pt x="6630546" y="3178872"/>
                  <a:pt x="6593480" y="3176587"/>
                  <a:pt x="6578699" y="3196013"/>
                </a:cubicBezTo>
                <a:cubicBezTo>
                  <a:pt x="6567329" y="3212010"/>
                  <a:pt x="6571195" y="3238749"/>
                  <a:pt x="6589387" y="3247661"/>
                </a:cubicBezTo>
                <a:cubicBezTo>
                  <a:pt x="6596152" y="3252118"/>
                  <a:pt x="6603415" y="3253375"/>
                  <a:pt x="6610301" y="3252311"/>
                </a:cubicBezTo>
                <a:close/>
                <a:moveTo>
                  <a:pt x="8558426" y="3252386"/>
                </a:moveTo>
                <a:cubicBezTo>
                  <a:pt x="8574441" y="3252041"/>
                  <a:pt x="8590294" y="3240579"/>
                  <a:pt x="8593059" y="3224204"/>
                </a:cubicBezTo>
                <a:cubicBezTo>
                  <a:pt x="8602504" y="3195705"/>
                  <a:pt x="8564492" y="3173412"/>
                  <a:pt x="8540993" y="3186512"/>
                </a:cubicBezTo>
                <a:cubicBezTo>
                  <a:pt x="8515191" y="3196854"/>
                  <a:pt x="8517956" y="3238683"/>
                  <a:pt x="8542836" y="3248795"/>
                </a:cubicBezTo>
                <a:cubicBezTo>
                  <a:pt x="8547732" y="3251380"/>
                  <a:pt x="8553088" y="3252501"/>
                  <a:pt x="8558426" y="3252386"/>
                </a:cubicBezTo>
                <a:close/>
                <a:moveTo>
                  <a:pt x="7325434" y="3252503"/>
                </a:moveTo>
                <a:cubicBezTo>
                  <a:pt x="7345201" y="3251904"/>
                  <a:pt x="7364136" y="3233357"/>
                  <a:pt x="7359018" y="3211475"/>
                </a:cubicBezTo>
                <a:cubicBezTo>
                  <a:pt x="7358791" y="3180249"/>
                  <a:pt x="7311936" y="3173411"/>
                  <a:pt x="7296925" y="3197572"/>
                </a:cubicBezTo>
                <a:cubicBezTo>
                  <a:pt x="7288054" y="3213299"/>
                  <a:pt x="7290101" y="3236320"/>
                  <a:pt x="7306250" y="3246576"/>
                </a:cubicBezTo>
                <a:cubicBezTo>
                  <a:pt x="7312164" y="3250907"/>
                  <a:pt x="7318845" y="3252702"/>
                  <a:pt x="7325434" y="3252503"/>
                </a:cubicBezTo>
                <a:close/>
                <a:moveTo>
                  <a:pt x="7941023" y="3252562"/>
                </a:moveTo>
                <a:cubicBezTo>
                  <a:pt x="7958897" y="3252498"/>
                  <a:pt x="7976252" y="3239130"/>
                  <a:pt x="7975560" y="3219593"/>
                </a:cubicBezTo>
                <a:cubicBezTo>
                  <a:pt x="7981792" y="3185774"/>
                  <a:pt x="7929395" y="3170236"/>
                  <a:pt x="7912083" y="3197428"/>
                </a:cubicBezTo>
                <a:cubicBezTo>
                  <a:pt x="7904004" y="3213195"/>
                  <a:pt x="7904466" y="3239930"/>
                  <a:pt x="7923624" y="3247928"/>
                </a:cubicBezTo>
                <a:cubicBezTo>
                  <a:pt x="7929048" y="3251127"/>
                  <a:pt x="7935064" y="3252584"/>
                  <a:pt x="7941023" y="3252562"/>
                </a:cubicBezTo>
                <a:close/>
                <a:moveTo>
                  <a:pt x="854592" y="3346254"/>
                </a:moveTo>
                <a:cubicBezTo>
                  <a:pt x="868702" y="3344428"/>
                  <a:pt x="881666" y="3331418"/>
                  <a:pt x="878617" y="3315684"/>
                </a:cubicBezTo>
                <a:cubicBezTo>
                  <a:pt x="878617" y="3288482"/>
                  <a:pt x="834099" y="3282949"/>
                  <a:pt x="827094" y="3308768"/>
                </a:cubicBezTo>
                <a:cubicBezTo>
                  <a:pt x="820766" y="3321217"/>
                  <a:pt x="826641" y="3340351"/>
                  <a:pt x="840653" y="3344039"/>
                </a:cubicBezTo>
                <a:cubicBezTo>
                  <a:pt x="845058" y="3346229"/>
                  <a:pt x="849889" y="3346863"/>
                  <a:pt x="854592" y="3346254"/>
                </a:cubicBezTo>
                <a:close/>
                <a:moveTo>
                  <a:pt x="1996346" y="3350992"/>
                </a:moveTo>
                <a:cubicBezTo>
                  <a:pt x="2005747" y="3347212"/>
                  <a:pt x="2013522" y="3339822"/>
                  <a:pt x="2016036" y="3329590"/>
                </a:cubicBezTo>
                <a:cubicBezTo>
                  <a:pt x="2025636" y="3302077"/>
                  <a:pt x="1992264" y="3271836"/>
                  <a:pt x="1966198" y="3287070"/>
                </a:cubicBezTo>
                <a:cubicBezTo>
                  <a:pt x="1939922" y="3298439"/>
                  <a:pt x="1940150" y="3339822"/>
                  <a:pt x="1966883" y="3350736"/>
                </a:cubicBezTo>
                <a:cubicBezTo>
                  <a:pt x="1975909" y="3354943"/>
                  <a:pt x="1986951" y="3354772"/>
                  <a:pt x="1996346" y="3350992"/>
                </a:cubicBezTo>
                <a:close/>
                <a:moveTo>
                  <a:pt x="5282976" y="3351665"/>
                </a:moveTo>
                <a:cubicBezTo>
                  <a:pt x="5291966" y="3348150"/>
                  <a:pt x="5299400" y="3341233"/>
                  <a:pt x="5301936" y="3331481"/>
                </a:cubicBezTo>
                <a:cubicBezTo>
                  <a:pt x="5311617" y="3306761"/>
                  <a:pt x="5286261" y="3275011"/>
                  <a:pt x="5259521" y="3284990"/>
                </a:cubicBezTo>
                <a:cubicBezTo>
                  <a:pt x="5230245" y="3292474"/>
                  <a:pt x="5227479" y="3340326"/>
                  <a:pt x="5254680" y="3351438"/>
                </a:cubicBezTo>
                <a:cubicBezTo>
                  <a:pt x="5263440" y="3355294"/>
                  <a:pt x="5273986" y="3355180"/>
                  <a:pt x="5282976" y="3351665"/>
                </a:cubicBezTo>
                <a:close/>
                <a:moveTo>
                  <a:pt x="7543778" y="3352217"/>
                </a:moveTo>
                <a:cubicBezTo>
                  <a:pt x="7553175" y="3348924"/>
                  <a:pt x="7560968" y="3342050"/>
                  <a:pt x="7563260" y="3331652"/>
                </a:cubicBezTo>
                <a:cubicBezTo>
                  <a:pt x="7573804" y="3306466"/>
                  <a:pt x="7547215" y="3273424"/>
                  <a:pt x="7520398" y="3284515"/>
                </a:cubicBezTo>
                <a:cubicBezTo>
                  <a:pt x="7490830" y="3291216"/>
                  <a:pt x="7488079" y="3338815"/>
                  <a:pt x="7514668" y="3351293"/>
                </a:cubicBezTo>
                <a:cubicBezTo>
                  <a:pt x="7523378" y="3355221"/>
                  <a:pt x="7534380" y="3355510"/>
                  <a:pt x="7543778" y="3352217"/>
                </a:cubicBezTo>
                <a:close/>
                <a:moveTo>
                  <a:pt x="4666506" y="3352687"/>
                </a:moveTo>
                <a:cubicBezTo>
                  <a:pt x="4676228" y="3349164"/>
                  <a:pt x="4684187" y="3341601"/>
                  <a:pt x="4686120" y="3330487"/>
                </a:cubicBezTo>
                <a:cubicBezTo>
                  <a:pt x="4694079" y="3305049"/>
                  <a:pt x="4667927" y="3273424"/>
                  <a:pt x="4641320" y="3285570"/>
                </a:cubicBezTo>
                <a:cubicBezTo>
                  <a:pt x="4613576" y="3293591"/>
                  <a:pt x="4611529" y="3338049"/>
                  <a:pt x="4636317" y="3350654"/>
                </a:cubicBezTo>
                <a:cubicBezTo>
                  <a:pt x="4645300" y="3355695"/>
                  <a:pt x="4656784" y="3356211"/>
                  <a:pt x="4666506" y="3352687"/>
                </a:cubicBezTo>
                <a:close/>
                <a:moveTo>
                  <a:pt x="2709727" y="3352926"/>
                </a:moveTo>
                <a:cubicBezTo>
                  <a:pt x="2730016" y="3346756"/>
                  <a:pt x="2744782" y="3321950"/>
                  <a:pt x="2730488" y="3302712"/>
                </a:cubicBezTo>
                <a:cubicBezTo>
                  <a:pt x="2719240" y="3278412"/>
                  <a:pt x="2681809" y="3278187"/>
                  <a:pt x="2669644" y="3301812"/>
                </a:cubicBezTo>
                <a:cubicBezTo>
                  <a:pt x="2657474" y="3320037"/>
                  <a:pt x="2668265" y="3345012"/>
                  <a:pt x="2688468" y="3351987"/>
                </a:cubicBezTo>
                <a:cubicBezTo>
                  <a:pt x="2695586" y="3354968"/>
                  <a:pt x="2702963" y="3354982"/>
                  <a:pt x="2709727" y="3352926"/>
                </a:cubicBezTo>
                <a:close/>
                <a:moveTo>
                  <a:pt x="6618384" y="3353036"/>
                </a:moveTo>
                <a:cubicBezTo>
                  <a:pt x="6627597" y="3349530"/>
                  <a:pt x="6635138" y="3342231"/>
                  <a:pt x="6637179" y="3331542"/>
                </a:cubicBezTo>
                <a:cubicBezTo>
                  <a:pt x="6648291" y="3306254"/>
                  <a:pt x="6621757" y="3276599"/>
                  <a:pt x="6595677" y="3284415"/>
                </a:cubicBezTo>
                <a:cubicBezTo>
                  <a:pt x="6567329" y="3292691"/>
                  <a:pt x="6562566" y="3338438"/>
                  <a:pt x="6589554" y="3351772"/>
                </a:cubicBezTo>
                <a:cubicBezTo>
                  <a:pt x="6598285" y="3356254"/>
                  <a:pt x="6609171" y="3356542"/>
                  <a:pt x="6618384" y="3353036"/>
                </a:cubicBezTo>
                <a:close/>
                <a:moveTo>
                  <a:pt x="7950951" y="3353048"/>
                </a:moveTo>
                <a:cubicBezTo>
                  <a:pt x="7968623" y="3348242"/>
                  <a:pt x="7981253" y="3327480"/>
                  <a:pt x="7974873" y="3308893"/>
                </a:cubicBezTo>
                <a:cubicBezTo>
                  <a:pt x="7970965" y="3282973"/>
                  <a:pt x="7931655" y="3273424"/>
                  <a:pt x="7916253" y="3294797"/>
                </a:cubicBezTo>
                <a:cubicBezTo>
                  <a:pt x="7899241" y="3312986"/>
                  <a:pt x="7907517" y="3345726"/>
                  <a:pt x="7932115" y="3351865"/>
                </a:cubicBezTo>
                <a:cubicBezTo>
                  <a:pt x="7938609" y="3354480"/>
                  <a:pt x="7945060" y="3354651"/>
                  <a:pt x="7950951" y="3353048"/>
                </a:cubicBezTo>
                <a:close/>
                <a:moveTo>
                  <a:pt x="1066495" y="3353548"/>
                </a:moveTo>
                <a:cubicBezTo>
                  <a:pt x="1074943" y="3351739"/>
                  <a:pt x="1082480" y="3347047"/>
                  <a:pt x="1086333" y="3338794"/>
                </a:cubicBezTo>
                <a:cubicBezTo>
                  <a:pt x="1098581" y="3316407"/>
                  <a:pt x="1082253" y="3279774"/>
                  <a:pt x="1053906" y="3284071"/>
                </a:cubicBezTo>
                <a:cubicBezTo>
                  <a:pt x="1019663" y="3284071"/>
                  <a:pt x="1011273" y="3337437"/>
                  <a:pt x="1041208" y="3351004"/>
                </a:cubicBezTo>
                <a:cubicBezTo>
                  <a:pt x="1048691" y="3354283"/>
                  <a:pt x="1058045" y="3355357"/>
                  <a:pt x="1066495" y="3353548"/>
                </a:cubicBezTo>
                <a:close/>
                <a:moveTo>
                  <a:pt x="5072859" y="3353585"/>
                </a:moveTo>
                <a:cubicBezTo>
                  <a:pt x="5091045" y="3348710"/>
                  <a:pt x="5104519" y="3328439"/>
                  <a:pt x="5097587" y="3309068"/>
                </a:cubicBezTo>
                <a:cubicBezTo>
                  <a:pt x="5094583" y="3284611"/>
                  <a:pt x="5059230" y="3275011"/>
                  <a:pt x="5042362" y="3291468"/>
                </a:cubicBezTo>
                <a:cubicBezTo>
                  <a:pt x="5021104" y="3307011"/>
                  <a:pt x="5026881" y="3346553"/>
                  <a:pt x="5053684" y="3352724"/>
                </a:cubicBezTo>
                <a:cubicBezTo>
                  <a:pt x="5060212" y="3355124"/>
                  <a:pt x="5066797" y="3355210"/>
                  <a:pt x="5072859" y="3353585"/>
                </a:cubicBezTo>
                <a:close/>
                <a:moveTo>
                  <a:pt x="5482968" y="3353689"/>
                </a:moveTo>
                <a:cubicBezTo>
                  <a:pt x="5501520" y="3348491"/>
                  <a:pt x="5515861" y="3327956"/>
                  <a:pt x="5509468" y="3308709"/>
                </a:cubicBezTo>
                <a:cubicBezTo>
                  <a:pt x="5503248" y="3282360"/>
                  <a:pt x="5464314" y="3273424"/>
                  <a:pt x="5448418" y="3295878"/>
                </a:cubicBezTo>
                <a:cubicBezTo>
                  <a:pt x="5430679" y="3314208"/>
                  <a:pt x="5440816" y="3344682"/>
                  <a:pt x="5463623" y="3353159"/>
                </a:cubicBezTo>
                <a:cubicBezTo>
                  <a:pt x="5470131" y="3355450"/>
                  <a:pt x="5476783" y="3355422"/>
                  <a:pt x="5482968" y="3353689"/>
                </a:cubicBezTo>
                <a:close/>
                <a:moveTo>
                  <a:pt x="7843160" y="3353861"/>
                </a:moveTo>
                <a:cubicBezTo>
                  <a:pt x="7858533" y="3351661"/>
                  <a:pt x="7872444" y="3339688"/>
                  <a:pt x="7873632" y="3323273"/>
                </a:cubicBezTo>
                <a:cubicBezTo>
                  <a:pt x="7880191" y="3293715"/>
                  <a:pt x="7838346" y="3270249"/>
                  <a:pt x="7816632" y="3291684"/>
                </a:cubicBezTo>
                <a:cubicBezTo>
                  <a:pt x="7794466" y="3307479"/>
                  <a:pt x="7801930" y="3344934"/>
                  <a:pt x="7827716" y="3352606"/>
                </a:cubicBezTo>
                <a:cubicBezTo>
                  <a:pt x="7832749" y="3354241"/>
                  <a:pt x="7838035" y="3354594"/>
                  <a:pt x="7843160" y="3353861"/>
                </a:cubicBezTo>
                <a:close/>
                <a:moveTo>
                  <a:pt x="8647582" y="3353879"/>
                </a:moveTo>
                <a:cubicBezTo>
                  <a:pt x="8668047" y="3360737"/>
                  <a:pt x="8694261" y="3347936"/>
                  <a:pt x="8694491" y="3324618"/>
                </a:cubicBezTo>
                <a:cubicBezTo>
                  <a:pt x="8700929" y="3298101"/>
                  <a:pt x="8670116" y="3275012"/>
                  <a:pt x="8646432" y="3286899"/>
                </a:cubicBezTo>
                <a:cubicBezTo>
                  <a:pt x="8619529" y="3298558"/>
                  <a:pt x="8618379" y="3344049"/>
                  <a:pt x="8647582" y="3353879"/>
                </a:cubicBezTo>
                <a:close/>
                <a:moveTo>
                  <a:pt x="7224216" y="3353898"/>
                </a:moveTo>
                <a:cubicBezTo>
                  <a:pt x="7240148" y="3352744"/>
                  <a:pt x="7255413" y="3340049"/>
                  <a:pt x="7255413" y="3323122"/>
                </a:cubicBezTo>
                <a:cubicBezTo>
                  <a:pt x="7261066" y="3297361"/>
                  <a:pt x="7231442" y="3273424"/>
                  <a:pt x="7208375" y="3285735"/>
                </a:cubicBezTo>
                <a:cubicBezTo>
                  <a:pt x="7182143" y="3296449"/>
                  <a:pt x="7181691" y="3341360"/>
                  <a:pt x="7208602" y="3350934"/>
                </a:cubicBezTo>
                <a:cubicBezTo>
                  <a:pt x="7213521" y="3353385"/>
                  <a:pt x="7218905" y="3354283"/>
                  <a:pt x="7224216" y="3353898"/>
                </a:cubicBezTo>
                <a:close/>
                <a:moveTo>
                  <a:pt x="2088501" y="3353933"/>
                </a:moveTo>
                <a:cubicBezTo>
                  <a:pt x="2106350" y="3351212"/>
                  <a:pt x="2122761" y="3334203"/>
                  <a:pt x="2118869" y="3315152"/>
                </a:cubicBezTo>
                <a:cubicBezTo>
                  <a:pt x="2117968" y="3288392"/>
                  <a:pt x="2078964" y="3271836"/>
                  <a:pt x="2061142" y="3293608"/>
                </a:cubicBezTo>
                <a:cubicBezTo>
                  <a:pt x="2041511" y="3309483"/>
                  <a:pt x="2047827" y="3342367"/>
                  <a:pt x="2070838" y="3351438"/>
                </a:cubicBezTo>
                <a:cubicBezTo>
                  <a:pt x="2076419" y="3354160"/>
                  <a:pt x="2082552" y="3354840"/>
                  <a:pt x="2088501" y="3353933"/>
                </a:cubicBezTo>
                <a:close/>
                <a:moveTo>
                  <a:pt x="1273096" y="3353960"/>
                </a:moveTo>
                <a:cubicBezTo>
                  <a:pt x="1294049" y="3346794"/>
                  <a:pt x="1306967" y="3315931"/>
                  <a:pt x="1289240" y="3296820"/>
                </a:cubicBezTo>
                <a:cubicBezTo>
                  <a:pt x="1273482" y="3275011"/>
                  <a:pt x="1235668" y="3281439"/>
                  <a:pt x="1229140" y="3308298"/>
                </a:cubicBezTo>
                <a:cubicBezTo>
                  <a:pt x="1220811" y="3325975"/>
                  <a:pt x="1233644" y="3346177"/>
                  <a:pt x="1250300" y="3351916"/>
                </a:cubicBezTo>
                <a:cubicBezTo>
                  <a:pt x="1258234" y="3356105"/>
                  <a:pt x="1266111" y="3356349"/>
                  <a:pt x="1273096" y="3353960"/>
                </a:cubicBezTo>
                <a:close/>
                <a:moveTo>
                  <a:pt x="7743181" y="3354004"/>
                </a:moveTo>
                <a:cubicBezTo>
                  <a:pt x="7762178" y="3349536"/>
                  <a:pt x="7777571" y="3328166"/>
                  <a:pt x="7769747" y="3307962"/>
                </a:cubicBezTo>
                <a:cubicBezTo>
                  <a:pt x="7763850" y="3282174"/>
                  <a:pt x="7724390" y="3273424"/>
                  <a:pt x="7709422" y="3295989"/>
                </a:cubicBezTo>
                <a:cubicBezTo>
                  <a:pt x="7691279" y="3313027"/>
                  <a:pt x="7701258" y="3345032"/>
                  <a:pt x="7723709" y="3352169"/>
                </a:cubicBezTo>
                <a:cubicBezTo>
                  <a:pt x="7730116" y="3355105"/>
                  <a:pt x="7736848" y="3355494"/>
                  <a:pt x="7743181" y="3354004"/>
                </a:cubicBezTo>
                <a:close/>
                <a:moveTo>
                  <a:pt x="1469716" y="3354170"/>
                </a:moveTo>
                <a:cubicBezTo>
                  <a:pt x="1488236" y="3352911"/>
                  <a:pt x="1504850" y="3335818"/>
                  <a:pt x="1499777" y="3315170"/>
                </a:cubicBezTo>
                <a:cubicBezTo>
                  <a:pt x="1502257" y="3288317"/>
                  <a:pt x="1465051" y="3273424"/>
                  <a:pt x="1446560" y="3291025"/>
                </a:cubicBezTo>
                <a:cubicBezTo>
                  <a:pt x="1427170" y="3304790"/>
                  <a:pt x="1429198" y="3339767"/>
                  <a:pt x="1451294" y="3349696"/>
                </a:cubicBezTo>
                <a:cubicBezTo>
                  <a:pt x="1457158" y="3353250"/>
                  <a:pt x="1463545" y="3354590"/>
                  <a:pt x="1469716" y="3354170"/>
                </a:cubicBezTo>
                <a:close/>
                <a:moveTo>
                  <a:pt x="6194856" y="3354205"/>
                </a:moveTo>
                <a:cubicBezTo>
                  <a:pt x="6199721" y="3354237"/>
                  <a:pt x="6204694" y="3352944"/>
                  <a:pt x="6209667" y="3349817"/>
                </a:cubicBezTo>
                <a:cubicBezTo>
                  <a:pt x="6240304" y="3337083"/>
                  <a:pt x="6232073" y="3286600"/>
                  <a:pt x="6199150" y="3283416"/>
                </a:cubicBezTo>
                <a:cubicBezTo>
                  <a:pt x="6170799" y="3278186"/>
                  <a:pt x="6156166" y="3308203"/>
                  <a:pt x="6156852" y="3331853"/>
                </a:cubicBezTo>
                <a:cubicBezTo>
                  <a:pt x="6166626" y="3342086"/>
                  <a:pt x="6180259" y="3354109"/>
                  <a:pt x="6194856" y="3354205"/>
                </a:cubicBezTo>
                <a:close/>
                <a:moveTo>
                  <a:pt x="1357175" y="3354238"/>
                </a:moveTo>
                <a:cubicBezTo>
                  <a:pt x="1361921" y="3355394"/>
                  <a:pt x="1367136" y="3355309"/>
                  <a:pt x="1372877" y="3353499"/>
                </a:cubicBezTo>
                <a:cubicBezTo>
                  <a:pt x="1407667" y="3347619"/>
                  <a:pt x="1408122" y="3291301"/>
                  <a:pt x="1373105" y="3285646"/>
                </a:cubicBezTo>
                <a:cubicBezTo>
                  <a:pt x="1347639" y="3276599"/>
                  <a:pt x="1332629" y="3303740"/>
                  <a:pt x="1325578" y="3323418"/>
                </a:cubicBezTo>
                <a:cubicBezTo>
                  <a:pt x="1332912" y="3336140"/>
                  <a:pt x="1342933" y="3350771"/>
                  <a:pt x="1357175" y="3354238"/>
                </a:cubicBezTo>
                <a:close/>
                <a:moveTo>
                  <a:pt x="7018873" y="3354284"/>
                </a:moveTo>
                <a:cubicBezTo>
                  <a:pt x="7037328" y="3352757"/>
                  <a:pt x="7054124" y="3335578"/>
                  <a:pt x="7052423" y="3315727"/>
                </a:cubicBezTo>
                <a:cubicBezTo>
                  <a:pt x="7050836" y="3289486"/>
                  <a:pt x="7015230" y="3273424"/>
                  <a:pt x="6995500" y="3291748"/>
                </a:cubicBezTo>
                <a:cubicBezTo>
                  <a:pt x="6975316" y="3304869"/>
                  <a:pt x="6977131" y="3341290"/>
                  <a:pt x="7000489" y="3350113"/>
                </a:cubicBezTo>
                <a:cubicBezTo>
                  <a:pt x="7006386" y="3353562"/>
                  <a:pt x="7012721" y="3354793"/>
                  <a:pt x="7018873" y="3354284"/>
                </a:cubicBezTo>
                <a:close/>
                <a:moveTo>
                  <a:pt x="1161048" y="3354311"/>
                </a:moveTo>
                <a:cubicBezTo>
                  <a:pt x="1177369" y="3353320"/>
                  <a:pt x="1193240" y="3341298"/>
                  <a:pt x="1193756" y="3323905"/>
                </a:cubicBezTo>
                <a:cubicBezTo>
                  <a:pt x="1200179" y="3296168"/>
                  <a:pt x="1162331" y="3270249"/>
                  <a:pt x="1139857" y="3290257"/>
                </a:cubicBezTo>
                <a:cubicBezTo>
                  <a:pt x="1119216" y="3304807"/>
                  <a:pt x="1120364" y="3341639"/>
                  <a:pt x="1145130" y="3351416"/>
                </a:cubicBezTo>
                <a:cubicBezTo>
                  <a:pt x="1150118" y="3353746"/>
                  <a:pt x="1155608" y="3354641"/>
                  <a:pt x="1161048" y="3354311"/>
                </a:cubicBezTo>
                <a:close/>
                <a:moveTo>
                  <a:pt x="6405675" y="3354442"/>
                </a:moveTo>
                <a:cubicBezTo>
                  <a:pt x="6422882" y="3351215"/>
                  <a:pt x="6437893" y="3334291"/>
                  <a:pt x="6435349" y="3315814"/>
                </a:cubicBezTo>
                <a:cubicBezTo>
                  <a:pt x="6434218" y="3288875"/>
                  <a:pt x="6398258" y="3271836"/>
                  <a:pt x="6378129" y="3290947"/>
                </a:cubicBezTo>
                <a:cubicBezTo>
                  <a:pt x="6356191" y="3306604"/>
                  <a:pt x="6362976" y="3344825"/>
                  <a:pt x="6388307" y="3352654"/>
                </a:cubicBezTo>
                <a:cubicBezTo>
                  <a:pt x="6393961" y="3355071"/>
                  <a:pt x="6399940" y="3355517"/>
                  <a:pt x="6405675" y="3354442"/>
                </a:cubicBezTo>
                <a:close/>
                <a:moveTo>
                  <a:pt x="6710128" y="3354468"/>
                </a:moveTo>
                <a:cubicBezTo>
                  <a:pt x="6726188" y="3353429"/>
                  <a:pt x="6741869" y="3341512"/>
                  <a:pt x="6740858" y="3323870"/>
                </a:cubicBezTo>
                <a:cubicBezTo>
                  <a:pt x="6745129" y="3301026"/>
                  <a:pt x="6722647" y="3276599"/>
                  <a:pt x="6699715" y="3285420"/>
                </a:cubicBezTo>
                <a:cubicBezTo>
                  <a:pt x="6670714" y="3292432"/>
                  <a:pt x="6667341" y="3340381"/>
                  <a:pt x="6694545" y="3351690"/>
                </a:cubicBezTo>
                <a:cubicBezTo>
                  <a:pt x="6699378" y="3353952"/>
                  <a:pt x="6704774" y="3354814"/>
                  <a:pt x="6710128" y="3354468"/>
                </a:cubicBezTo>
                <a:close/>
                <a:moveTo>
                  <a:pt x="6813650" y="3354488"/>
                </a:moveTo>
                <a:cubicBezTo>
                  <a:pt x="6829522" y="3353007"/>
                  <a:pt x="6843895" y="3340558"/>
                  <a:pt x="6844235" y="3322994"/>
                </a:cubicBezTo>
                <a:cubicBezTo>
                  <a:pt x="6849904" y="3296165"/>
                  <a:pt x="6816113" y="3271837"/>
                  <a:pt x="6793207" y="3288207"/>
                </a:cubicBezTo>
                <a:cubicBezTo>
                  <a:pt x="6768941" y="3301167"/>
                  <a:pt x="6771889" y="3343230"/>
                  <a:pt x="6797743" y="3352097"/>
                </a:cubicBezTo>
                <a:cubicBezTo>
                  <a:pt x="6802903" y="3354257"/>
                  <a:pt x="6808360" y="3354982"/>
                  <a:pt x="6813650" y="3354488"/>
                </a:cubicBezTo>
                <a:close/>
                <a:moveTo>
                  <a:pt x="5375114" y="3354519"/>
                </a:moveTo>
                <a:cubicBezTo>
                  <a:pt x="5391002" y="3353694"/>
                  <a:pt x="5406440" y="3342166"/>
                  <a:pt x="5406611" y="3324852"/>
                </a:cubicBezTo>
                <a:cubicBezTo>
                  <a:pt x="5411629" y="3299252"/>
                  <a:pt x="5382662" y="3273424"/>
                  <a:pt x="5358484" y="3285995"/>
                </a:cubicBezTo>
                <a:cubicBezTo>
                  <a:pt x="5332254" y="3296967"/>
                  <a:pt x="5332254" y="3341995"/>
                  <a:pt x="5359625" y="3351594"/>
                </a:cubicBezTo>
                <a:cubicBezTo>
                  <a:pt x="5364472" y="3353880"/>
                  <a:pt x="5369818" y="3354794"/>
                  <a:pt x="5375114" y="3354519"/>
                </a:cubicBezTo>
                <a:close/>
                <a:moveTo>
                  <a:pt x="8558892" y="3354583"/>
                </a:moveTo>
                <a:cubicBezTo>
                  <a:pt x="8574042" y="3354197"/>
                  <a:pt x="8588771" y="3343659"/>
                  <a:pt x="8593264" y="3328751"/>
                </a:cubicBezTo>
                <a:cubicBezTo>
                  <a:pt x="8604092" y="3299735"/>
                  <a:pt x="8561933" y="3268662"/>
                  <a:pt x="8537974" y="3290139"/>
                </a:cubicBezTo>
                <a:cubicBezTo>
                  <a:pt x="8516779" y="3304761"/>
                  <a:pt x="8517701" y="3342688"/>
                  <a:pt x="8543964" y="3351370"/>
                </a:cubicBezTo>
                <a:cubicBezTo>
                  <a:pt x="8548744" y="3353711"/>
                  <a:pt x="8553841" y="3354711"/>
                  <a:pt x="8558892" y="3354583"/>
                </a:cubicBezTo>
                <a:close/>
                <a:moveTo>
                  <a:pt x="1779651" y="3354646"/>
                </a:moveTo>
                <a:cubicBezTo>
                  <a:pt x="1795218" y="3352789"/>
                  <a:pt x="1809492" y="3340176"/>
                  <a:pt x="1809664" y="3323416"/>
                </a:cubicBezTo>
                <a:cubicBezTo>
                  <a:pt x="1814494" y="3297844"/>
                  <a:pt x="1785745" y="3273424"/>
                  <a:pt x="1761596" y="3285404"/>
                </a:cubicBezTo>
                <a:cubicBezTo>
                  <a:pt x="1733537" y="3296231"/>
                  <a:pt x="1734917" y="3343689"/>
                  <a:pt x="1764126" y="3352674"/>
                </a:cubicBezTo>
                <a:cubicBezTo>
                  <a:pt x="1769128" y="3354690"/>
                  <a:pt x="1774461" y="3355266"/>
                  <a:pt x="1779651" y="3354646"/>
                </a:cubicBezTo>
                <a:close/>
                <a:moveTo>
                  <a:pt x="1878736" y="3354754"/>
                </a:moveTo>
                <a:cubicBezTo>
                  <a:pt x="1895900" y="3354475"/>
                  <a:pt x="1913201" y="3341756"/>
                  <a:pt x="1913547" y="3323366"/>
                </a:cubicBezTo>
                <a:cubicBezTo>
                  <a:pt x="1917692" y="3298845"/>
                  <a:pt x="1891228" y="3275011"/>
                  <a:pt x="1867544" y="3285095"/>
                </a:cubicBezTo>
                <a:cubicBezTo>
                  <a:pt x="1839714" y="3293574"/>
                  <a:pt x="1836718" y="3337116"/>
                  <a:pt x="1862254" y="3350637"/>
                </a:cubicBezTo>
                <a:cubicBezTo>
                  <a:pt x="1867312" y="3353558"/>
                  <a:pt x="1873019" y="3354848"/>
                  <a:pt x="1878736" y="3354754"/>
                </a:cubicBezTo>
                <a:close/>
                <a:moveTo>
                  <a:pt x="1675221" y="3354792"/>
                </a:moveTo>
                <a:cubicBezTo>
                  <a:pt x="1691062" y="3353377"/>
                  <a:pt x="1705687" y="3341414"/>
                  <a:pt x="1705857" y="3323921"/>
                </a:cubicBezTo>
                <a:cubicBezTo>
                  <a:pt x="1711315" y="3300139"/>
                  <a:pt x="1688574" y="3278187"/>
                  <a:pt x="1665379" y="3283675"/>
                </a:cubicBezTo>
                <a:cubicBezTo>
                  <a:pt x="1634224" y="3289849"/>
                  <a:pt x="1630358" y="3341071"/>
                  <a:pt x="1659466" y="3352505"/>
                </a:cubicBezTo>
                <a:cubicBezTo>
                  <a:pt x="1664526" y="3354563"/>
                  <a:pt x="1669940" y="3355263"/>
                  <a:pt x="1675221" y="3354792"/>
                </a:cubicBezTo>
                <a:close/>
                <a:moveTo>
                  <a:pt x="5681714" y="3354806"/>
                </a:moveTo>
                <a:cubicBezTo>
                  <a:pt x="5698524" y="3354313"/>
                  <a:pt x="5715270" y="3341419"/>
                  <a:pt x="5715778" y="3323255"/>
                </a:cubicBezTo>
                <a:cubicBezTo>
                  <a:pt x="5721191" y="3294467"/>
                  <a:pt x="5681946" y="3270249"/>
                  <a:pt x="5659843" y="3291040"/>
                </a:cubicBezTo>
                <a:cubicBezTo>
                  <a:pt x="5638641" y="3305206"/>
                  <a:pt x="5642701" y="3340619"/>
                  <a:pt x="5665481" y="3350900"/>
                </a:cubicBezTo>
                <a:cubicBezTo>
                  <a:pt x="5670500" y="3353756"/>
                  <a:pt x="5676110" y="3354970"/>
                  <a:pt x="5681714" y="3354806"/>
                </a:cubicBezTo>
                <a:close/>
                <a:moveTo>
                  <a:pt x="5889254" y="3354812"/>
                </a:moveTo>
                <a:cubicBezTo>
                  <a:pt x="5905079" y="3353366"/>
                  <a:pt x="5919615" y="3341460"/>
                  <a:pt x="5920475" y="3324451"/>
                </a:cubicBezTo>
                <a:cubicBezTo>
                  <a:pt x="5925979" y="3299959"/>
                  <a:pt x="5897998" y="3275012"/>
                  <a:pt x="5874145" y="3286351"/>
                </a:cubicBezTo>
                <a:cubicBezTo>
                  <a:pt x="5845016" y="3294516"/>
                  <a:pt x="5845016" y="3343275"/>
                  <a:pt x="5873457" y="3352573"/>
                </a:cubicBezTo>
                <a:cubicBezTo>
                  <a:pt x="5878560" y="3354614"/>
                  <a:pt x="5883978" y="3355294"/>
                  <a:pt x="5889254" y="3354812"/>
                </a:cubicBezTo>
                <a:close/>
                <a:moveTo>
                  <a:pt x="7124560" y="3354813"/>
                </a:moveTo>
                <a:cubicBezTo>
                  <a:pt x="7144262" y="3351371"/>
                  <a:pt x="7161522" y="3330223"/>
                  <a:pt x="7153399" y="3309333"/>
                </a:cubicBezTo>
                <a:cubicBezTo>
                  <a:pt x="7147533" y="3284473"/>
                  <a:pt x="7111661" y="3273424"/>
                  <a:pt x="7095191" y="3293911"/>
                </a:cubicBezTo>
                <a:cubicBezTo>
                  <a:pt x="7076916" y="3310024"/>
                  <a:pt x="7083684" y="3342020"/>
                  <a:pt x="7104892" y="3351688"/>
                </a:cubicBezTo>
                <a:cubicBezTo>
                  <a:pt x="7111153" y="3355141"/>
                  <a:pt x="7117992" y="3355961"/>
                  <a:pt x="7124560" y="3354813"/>
                </a:cubicBezTo>
                <a:close/>
                <a:moveTo>
                  <a:pt x="7427333" y="3354854"/>
                </a:moveTo>
                <a:cubicBezTo>
                  <a:pt x="7444670" y="3354673"/>
                  <a:pt x="7461618" y="3342149"/>
                  <a:pt x="7461446" y="3323341"/>
                </a:cubicBezTo>
                <a:cubicBezTo>
                  <a:pt x="7467441" y="3298720"/>
                  <a:pt x="7440001" y="3275011"/>
                  <a:pt x="7416251" y="3285270"/>
                </a:cubicBezTo>
                <a:cubicBezTo>
                  <a:pt x="7388811" y="3294161"/>
                  <a:pt x="7384891" y="3337931"/>
                  <a:pt x="7410486" y="3350698"/>
                </a:cubicBezTo>
                <a:cubicBezTo>
                  <a:pt x="7415732" y="3353604"/>
                  <a:pt x="7421554" y="3354915"/>
                  <a:pt x="7427333" y="3354854"/>
                </a:cubicBezTo>
                <a:close/>
                <a:moveTo>
                  <a:pt x="2602755" y="3354900"/>
                </a:moveTo>
                <a:cubicBezTo>
                  <a:pt x="2619922" y="3351672"/>
                  <a:pt x="2634336" y="3335262"/>
                  <a:pt x="2631607" y="3316262"/>
                </a:cubicBezTo>
                <a:cubicBezTo>
                  <a:pt x="2633656" y="3290237"/>
                  <a:pt x="2597946" y="3273424"/>
                  <a:pt x="2578613" y="3289546"/>
                </a:cubicBezTo>
                <a:cubicBezTo>
                  <a:pt x="2557464" y="3304286"/>
                  <a:pt x="2559506" y="3344590"/>
                  <a:pt x="2585208" y="3353342"/>
                </a:cubicBezTo>
                <a:cubicBezTo>
                  <a:pt x="2591008" y="3355588"/>
                  <a:pt x="2597035" y="3355976"/>
                  <a:pt x="2602755" y="3354900"/>
                </a:cubicBezTo>
                <a:close/>
                <a:moveTo>
                  <a:pt x="7330831" y="3354950"/>
                </a:moveTo>
                <a:cubicBezTo>
                  <a:pt x="7347713" y="3351333"/>
                  <a:pt x="7361532" y="3334521"/>
                  <a:pt x="7358130" y="3315755"/>
                </a:cubicBezTo>
                <a:cubicBezTo>
                  <a:pt x="7359491" y="3291427"/>
                  <a:pt x="7331596" y="3276599"/>
                  <a:pt x="7311186" y="3285635"/>
                </a:cubicBezTo>
                <a:cubicBezTo>
                  <a:pt x="7283291" y="3296524"/>
                  <a:pt x="7285105" y="3344252"/>
                  <a:pt x="7313453" y="3353752"/>
                </a:cubicBezTo>
                <a:cubicBezTo>
                  <a:pt x="7319236" y="3355895"/>
                  <a:pt x="7325204" y="3356155"/>
                  <a:pt x="7330831" y="3354950"/>
                </a:cubicBezTo>
                <a:close/>
                <a:moveTo>
                  <a:pt x="2496256" y="3355002"/>
                </a:moveTo>
                <a:cubicBezTo>
                  <a:pt x="2512724" y="3354267"/>
                  <a:pt x="2528331" y="3341349"/>
                  <a:pt x="2528669" y="3323445"/>
                </a:cubicBezTo>
                <a:cubicBezTo>
                  <a:pt x="2532064" y="3298207"/>
                  <a:pt x="2502200" y="3273424"/>
                  <a:pt x="2479139" y="3287521"/>
                </a:cubicBezTo>
                <a:cubicBezTo>
                  <a:pt x="2454722" y="3299799"/>
                  <a:pt x="2454271" y="3341179"/>
                  <a:pt x="2480044" y="3351411"/>
                </a:cubicBezTo>
                <a:cubicBezTo>
                  <a:pt x="2485187" y="3354139"/>
                  <a:pt x="2490771" y="3355247"/>
                  <a:pt x="2496256" y="3355002"/>
                </a:cubicBezTo>
                <a:close/>
                <a:moveTo>
                  <a:pt x="953147" y="3355026"/>
                </a:moveTo>
                <a:cubicBezTo>
                  <a:pt x="969721" y="3354972"/>
                  <a:pt x="986296" y="3342890"/>
                  <a:pt x="986127" y="3324489"/>
                </a:cubicBezTo>
                <a:cubicBezTo>
                  <a:pt x="990637" y="3302246"/>
                  <a:pt x="971469" y="3279774"/>
                  <a:pt x="948693" y="3283672"/>
                </a:cubicBezTo>
                <a:cubicBezTo>
                  <a:pt x="917347" y="3285736"/>
                  <a:pt x="909681" y="3337330"/>
                  <a:pt x="937192" y="3350859"/>
                </a:cubicBezTo>
                <a:cubicBezTo>
                  <a:pt x="942097" y="3353725"/>
                  <a:pt x="947622" y="3355044"/>
                  <a:pt x="953147" y="3355026"/>
                </a:cubicBezTo>
                <a:close/>
                <a:moveTo>
                  <a:pt x="4860110" y="3355057"/>
                </a:moveTo>
                <a:cubicBezTo>
                  <a:pt x="4876227" y="3353543"/>
                  <a:pt x="4891192" y="3339831"/>
                  <a:pt x="4892727" y="3322875"/>
                </a:cubicBezTo>
                <a:cubicBezTo>
                  <a:pt x="4898867" y="3292423"/>
                  <a:pt x="4854524" y="3268661"/>
                  <a:pt x="4834513" y="3293346"/>
                </a:cubicBezTo>
                <a:cubicBezTo>
                  <a:pt x="4814729" y="3309033"/>
                  <a:pt x="4821551" y="3343176"/>
                  <a:pt x="4844064" y="3352173"/>
                </a:cubicBezTo>
                <a:cubicBezTo>
                  <a:pt x="4849237" y="3354711"/>
                  <a:pt x="4854737" y="3355562"/>
                  <a:pt x="4860110" y="3355057"/>
                </a:cubicBezTo>
                <a:close/>
                <a:moveTo>
                  <a:pt x="5988066" y="3355086"/>
                </a:moveTo>
                <a:cubicBezTo>
                  <a:pt x="6005064" y="3355043"/>
                  <a:pt x="6022125" y="3342947"/>
                  <a:pt x="6021285" y="3323797"/>
                </a:cubicBezTo>
                <a:cubicBezTo>
                  <a:pt x="6025991" y="3300088"/>
                  <a:pt x="6001114" y="3275011"/>
                  <a:pt x="5978254" y="3286182"/>
                </a:cubicBezTo>
                <a:cubicBezTo>
                  <a:pt x="5951584" y="3293933"/>
                  <a:pt x="5949791" y="3336791"/>
                  <a:pt x="5971755" y="3350926"/>
                </a:cubicBezTo>
                <a:cubicBezTo>
                  <a:pt x="5976741" y="3353775"/>
                  <a:pt x="5982400" y="3355100"/>
                  <a:pt x="5988066" y="3355086"/>
                </a:cubicBezTo>
                <a:close/>
                <a:moveTo>
                  <a:pt x="7637535" y="3355135"/>
                </a:moveTo>
                <a:cubicBezTo>
                  <a:pt x="7655532" y="3352386"/>
                  <a:pt x="7671265" y="3334818"/>
                  <a:pt x="7668374" y="3315575"/>
                </a:cubicBezTo>
                <a:cubicBezTo>
                  <a:pt x="7666333" y="3290147"/>
                  <a:pt x="7633675" y="3273424"/>
                  <a:pt x="7613265" y="3290376"/>
                </a:cubicBezTo>
                <a:cubicBezTo>
                  <a:pt x="7589679" y="3304121"/>
                  <a:pt x="7594668" y="3343295"/>
                  <a:pt x="7619388" y="3352458"/>
                </a:cubicBezTo>
                <a:cubicBezTo>
                  <a:pt x="7625284" y="3355321"/>
                  <a:pt x="7631535" y="3356052"/>
                  <a:pt x="7637535" y="3355135"/>
                </a:cubicBezTo>
                <a:close/>
                <a:moveTo>
                  <a:pt x="6502856" y="3355177"/>
                </a:moveTo>
                <a:cubicBezTo>
                  <a:pt x="6519694" y="3354971"/>
                  <a:pt x="6536564" y="3342812"/>
                  <a:pt x="6536057" y="3323879"/>
                </a:cubicBezTo>
                <a:cubicBezTo>
                  <a:pt x="6540341" y="3299329"/>
                  <a:pt x="6515311" y="3275011"/>
                  <a:pt x="6491859" y="3284970"/>
                </a:cubicBezTo>
                <a:cubicBezTo>
                  <a:pt x="6464349" y="3294002"/>
                  <a:pt x="6460966" y="3338006"/>
                  <a:pt x="6486673" y="3351207"/>
                </a:cubicBezTo>
                <a:cubicBezTo>
                  <a:pt x="6491634" y="3353986"/>
                  <a:pt x="6497243" y="3355246"/>
                  <a:pt x="6502856" y="3355177"/>
                </a:cubicBezTo>
                <a:close/>
                <a:moveTo>
                  <a:pt x="1573465" y="3355222"/>
                </a:moveTo>
                <a:cubicBezTo>
                  <a:pt x="1591876" y="3352720"/>
                  <a:pt x="1608294" y="3335433"/>
                  <a:pt x="1604007" y="3315157"/>
                </a:cubicBezTo>
                <a:cubicBezTo>
                  <a:pt x="1603550" y="3293206"/>
                  <a:pt x="1580459" y="3278187"/>
                  <a:pt x="1560112" y="3283733"/>
                </a:cubicBezTo>
                <a:cubicBezTo>
                  <a:pt x="1532220" y="3292975"/>
                  <a:pt x="1525591" y="3340575"/>
                  <a:pt x="1555083" y="3352359"/>
                </a:cubicBezTo>
                <a:cubicBezTo>
                  <a:pt x="1560969" y="3355247"/>
                  <a:pt x="1567328" y="3356056"/>
                  <a:pt x="1573465" y="3355222"/>
                </a:cubicBezTo>
                <a:close/>
                <a:moveTo>
                  <a:pt x="5785777" y="3355238"/>
                </a:moveTo>
                <a:cubicBezTo>
                  <a:pt x="5801684" y="3354259"/>
                  <a:pt x="5816433" y="3341429"/>
                  <a:pt x="5817290" y="3324208"/>
                </a:cubicBezTo>
                <a:cubicBezTo>
                  <a:pt x="5824379" y="3295736"/>
                  <a:pt x="5785963" y="3270249"/>
                  <a:pt x="5763782" y="3290455"/>
                </a:cubicBezTo>
                <a:cubicBezTo>
                  <a:pt x="5741829" y="3304462"/>
                  <a:pt x="5745259" y="3343266"/>
                  <a:pt x="5769956" y="3351992"/>
                </a:cubicBezTo>
                <a:cubicBezTo>
                  <a:pt x="5775044" y="3354575"/>
                  <a:pt x="5780474" y="3355565"/>
                  <a:pt x="5785777" y="3355238"/>
                </a:cubicBezTo>
                <a:close/>
                <a:moveTo>
                  <a:pt x="5166802" y="3355248"/>
                </a:moveTo>
                <a:cubicBezTo>
                  <a:pt x="5183720" y="3354598"/>
                  <a:pt x="5199967" y="3341990"/>
                  <a:pt x="5200478" y="3323274"/>
                </a:cubicBezTo>
                <a:cubicBezTo>
                  <a:pt x="5205254" y="3298088"/>
                  <a:pt x="5178646" y="3276599"/>
                  <a:pt x="5155448" y="3284224"/>
                </a:cubicBezTo>
                <a:cubicBezTo>
                  <a:pt x="5128157" y="3293698"/>
                  <a:pt x="5124291" y="3338524"/>
                  <a:pt x="5150218" y="3351695"/>
                </a:cubicBezTo>
                <a:cubicBezTo>
                  <a:pt x="5155448" y="3354352"/>
                  <a:pt x="5161163" y="3355464"/>
                  <a:pt x="5166802" y="3355248"/>
                </a:cubicBezTo>
                <a:close/>
                <a:moveTo>
                  <a:pt x="6910273" y="3355288"/>
                </a:moveTo>
                <a:cubicBezTo>
                  <a:pt x="6915643" y="3355971"/>
                  <a:pt x="6921330" y="3355123"/>
                  <a:pt x="6927217" y="3352194"/>
                </a:cubicBezTo>
                <a:cubicBezTo>
                  <a:pt x="6957854" y="3341624"/>
                  <a:pt x="6954196" y="3290156"/>
                  <a:pt x="6921958" y="3284411"/>
                </a:cubicBezTo>
                <a:cubicBezTo>
                  <a:pt x="6896123" y="3276599"/>
                  <a:pt x="6881490" y="3302793"/>
                  <a:pt x="6873716" y="3322783"/>
                </a:cubicBezTo>
                <a:cubicBezTo>
                  <a:pt x="6880918" y="3337431"/>
                  <a:pt x="6894165" y="3353242"/>
                  <a:pt x="6910273" y="3355288"/>
                </a:cubicBezTo>
                <a:close/>
                <a:moveTo>
                  <a:pt x="6095735" y="3355290"/>
                </a:moveTo>
                <a:cubicBezTo>
                  <a:pt x="6115784" y="3352850"/>
                  <a:pt x="6132581" y="3331451"/>
                  <a:pt x="6123736" y="3309796"/>
                </a:cubicBezTo>
                <a:cubicBezTo>
                  <a:pt x="6118067" y="3283197"/>
                  <a:pt x="6082007" y="3275012"/>
                  <a:pt x="6064772" y="3295473"/>
                </a:cubicBezTo>
                <a:cubicBezTo>
                  <a:pt x="6054566" y="3311842"/>
                  <a:pt x="6054793" y="3342534"/>
                  <a:pt x="6075431" y="3350718"/>
                </a:cubicBezTo>
                <a:cubicBezTo>
                  <a:pt x="6082007" y="3354810"/>
                  <a:pt x="6089052" y="3356103"/>
                  <a:pt x="6095735" y="3355290"/>
                </a:cubicBezTo>
                <a:close/>
                <a:moveTo>
                  <a:pt x="8045336" y="3355307"/>
                </a:moveTo>
                <a:cubicBezTo>
                  <a:pt x="8062049" y="3354284"/>
                  <a:pt x="8078088" y="3341309"/>
                  <a:pt x="8077916" y="3322848"/>
                </a:cubicBezTo>
                <a:cubicBezTo>
                  <a:pt x="8081804" y="3298929"/>
                  <a:pt x="8057332" y="3275011"/>
                  <a:pt x="8034233" y="3284300"/>
                </a:cubicBezTo>
                <a:cubicBezTo>
                  <a:pt x="8004500" y="3291498"/>
                  <a:pt x="8000841" y="3340960"/>
                  <a:pt x="8028972" y="3352107"/>
                </a:cubicBezTo>
                <a:cubicBezTo>
                  <a:pt x="8034118" y="3354661"/>
                  <a:pt x="8039764" y="3355648"/>
                  <a:pt x="8045336" y="3355307"/>
                </a:cubicBezTo>
                <a:close/>
                <a:moveTo>
                  <a:pt x="6300710" y="3355312"/>
                </a:moveTo>
                <a:cubicBezTo>
                  <a:pt x="6316306" y="3353704"/>
                  <a:pt x="6330338" y="3340278"/>
                  <a:pt x="6332379" y="3323872"/>
                </a:cubicBezTo>
                <a:cubicBezTo>
                  <a:pt x="6338729" y="3295091"/>
                  <a:pt x="6300856" y="3271836"/>
                  <a:pt x="6278404" y="3289565"/>
                </a:cubicBezTo>
                <a:cubicBezTo>
                  <a:pt x="6254591" y="3302920"/>
                  <a:pt x="6257539" y="3345746"/>
                  <a:pt x="6284981" y="3352654"/>
                </a:cubicBezTo>
                <a:cubicBezTo>
                  <a:pt x="6290140" y="3355071"/>
                  <a:pt x="6295512" y="3355848"/>
                  <a:pt x="6300710" y="3355312"/>
                </a:cubicBezTo>
                <a:close/>
                <a:moveTo>
                  <a:pt x="5576961" y="3355525"/>
                </a:moveTo>
                <a:cubicBezTo>
                  <a:pt x="5594207" y="3355407"/>
                  <a:pt x="5610545" y="3341920"/>
                  <a:pt x="5613138" y="3324052"/>
                </a:cubicBezTo>
                <a:cubicBezTo>
                  <a:pt x="5619592" y="3296562"/>
                  <a:pt x="5583171" y="3273424"/>
                  <a:pt x="5560119" y="3288773"/>
                </a:cubicBezTo>
                <a:cubicBezTo>
                  <a:pt x="5536376" y="3300227"/>
                  <a:pt x="5535454" y="3339858"/>
                  <a:pt x="5559889" y="3350854"/>
                </a:cubicBezTo>
                <a:cubicBezTo>
                  <a:pt x="5565363" y="3354119"/>
                  <a:pt x="5571213" y="3355565"/>
                  <a:pt x="5576961" y="3355525"/>
                </a:cubicBezTo>
                <a:close/>
                <a:moveTo>
                  <a:pt x="4662254" y="3455888"/>
                </a:moveTo>
                <a:cubicBezTo>
                  <a:pt x="4671891" y="3453869"/>
                  <a:pt x="4680317" y="3448354"/>
                  <a:pt x="4683664" y="3438688"/>
                </a:cubicBezTo>
                <a:cubicBezTo>
                  <a:pt x="4695667" y="3417991"/>
                  <a:pt x="4681817" y="3386378"/>
                  <a:pt x="4655732" y="3386605"/>
                </a:cubicBezTo>
                <a:cubicBezTo>
                  <a:pt x="4620645" y="3381374"/>
                  <a:pt x="4605179" y="3434821"/>
                  <a:pt x="4633572" y="3452107"/>
                </a:cubicBezTo>
                <a:cubicBezTo>
                  <a:pt x="4641767" y="3456428"/>
                  <a:pt x="4652616" y="3457906"/>
                  <a:pt x="4662254" y="3455888"/>
                </a:cubicBezTo>
                <a:close/>
                <a:moveTo>
                  <a:pt x="7008291" y="3456141"/>
                </a:moveTo>
                <a:cubicBezTo>
                  <a:pt x="7033664" y="3465512"/>
                  <a:pt x="7062629" y="3431455"/>
                  <a:pt x="7048034" y="3407227"/>
                </a:cubicBezTo>
                <a:cubicBezTo>
                  <a:pt x="7039726" y="3386428"/>
                  <a:pt x="7011210" y="3378199"/>
                  <a:pt x="6994595" y="3394199"/>
                </a:cubicBezTo>
                <a:cubicBezTo>
                  <a:pt x="6972141" y="3410427"/>
                  <a:pt x="6981123" y="3451341"/>
                  <a:pt x="7008291" y="3456141"/>
                </a:cubicBezTo>
                <a:close/>
                <a:moveTo>
                  <a:pt x="8447341" y="3456214"/>
                </a:moveTo>
                <a:cubicBezTo>
                  <a:pt x="8474236" y="3465512"/>
                  <a:pt x="8500904" y="3432628"/>
                  <a:pt x="8488140" y="3407681"/>
                </a:cubicBezTo>
                <a:cubicBezTo>
                  <a:pt x="8478795" y="3385230"/>
                  <a:pt x="8445289" y="3378199"/>
                  <a:pt x="8430018" y="3398610"/>
                </a:cubicBezTo>
                <a:cubicBezTo>
                  <a:pt x="8410416" y="3416073"/>
                  <a:pt x="8421129" y="3452132"/>
                  <a:pt x="8447341" y="3456214"/>
                </a:cubicBezTo>
                <a:close/>
                <a:moveTo>
                  <a:pt x="6598077" y="3456234"/>
                </a:moveTo>
                <a:cubicBezTo>
                  <a:pt x="6622276" y="3463924"/>
                  <a:pt x="6645117" y="3437008"/>
                  <a:pt x="6639237" y="3413711"/>
                </a:cubicBezTo>
                <a:cubicBezTo>
                  <a:pt x="6636071" y="3388830"/>
                  <a:pt x="6602148" y="3378199"/>
                  <a:pt x="6583830" y="3394032"/>
                </a:cubicBezTo>
                <a:cubicBezTo>
                  <a:pt x="6564154" y="3411449"/>
                  <a:pt x="6569582" y="3451936"/>
                  <a:pt x="6598077" y="3456234"/>
                </a:cubicBezTo>
                <a:close/>
                <a:moveTo>
                  <a:pt x="5688827" y="3456370"/>
                </a:moveTo>
                <a:cubicBezTo>
                  <a:pt x="5704221" y="3452393"/>
                  <a:pt x="5717343" y="3437246"/>
                  <a:pt x="5715324" y="3420706"/>
                </a:cubicBezTo>
                <a:cubicBezTo>
                  <a:pt x="5716222" y="3391902"/>
                  <a:pt x="5674274" y="3375024"/>
                  <a:pt x="5655879" y="3398203"/>
                </a:cubicBezTo>
                <a:cubicBezTo>
                  <a:pt x="5635466" y="3416205"/>
                  <a:pt x="5648028" y="3450635"/>
                  <a:pt x="5673152" y="3456261"/>
                </a:cubicBezTo>
                <a:cubicBezTo>
                  <a:pt x="5678312" y="3457780"/>
                  <a:pt x="5683695" y="3457696"/>
                  <a:pt x="5688827" y="3456370"/>
                </a:cubicBezTo>
                <a:close/>
                <a:moveTo>
                  <a:pt x="7952755" y="3456390"/>
                </a:moveTo>
                <a:cubicBezTo>
                  <a:pt x="7970543" y="3449887"/>
                  <a:pt x="7982172" y="3425163"/>
                  <a:pt x="7973792" y="3406994"/>
                </a:cubicBezTo>
                <a:cubicBezTo>
                  <a:pt x="7966267" y="3380713"/>
                  <a:pt x="7923624" y="3378199"/>
                  <a:pt x="7911994" y="3402195"/>
                </a:cubicBezTo>
                <a:cubicBezTo>
                  <a:pt x="7902416" y="3421621"/>
                  <a:pt x="7910169" y="3451330"/>
                  <a:pt x="7933429" y="3455901"/>
                </a:cubicBezTo>
                <a:cubicBezTo>
                  <a:pt x="7940213" y="3458700"/>
                  <a:pt x="7946826" y="3458558"/>
                  <a:pt x="7952755" y="3456390"/>
                </a:cubicBezTo>
                <a:close/>
                <a:moveTo>
                  <a:pt x="5157660" y="3456714"/>
                </a:moveTo>
                <a:cubicBezTo>
                  <a:pt x="5184639" y="3465512"/>
                  <a:pt x="5210017" y="3431899"/>
                  <a:pt x="5197900" y="3407986"/>
                </a:cubicBezTo>
                <a:cubicBezTo>
                  <a:pt x="5190126" y="3383397"/>
                  <a:pt x="5147828" y="3379787"/>
                  <a:pt x="5137082" y="3403474"/>
                </a:cubicBezTo>
                <a:cubicBezTo>
                  <a:pt x="5125879" y="3422650"/>
                  <a:pt x="5134339" y="3451751"/>
                  <a:pt x="5157660" y="3456714"/>
                </a:cubicBezTo>
                <a:close/>
                <a:moveTo>
                  <a:pt x="7331404" y="3456917"/>
                </a:moveTo>
                <a:cubicBezTo>
                  <a:pt x="7340993" y="3455487"/>
                  <a:pt x="7349459" y="3450454"/>
                  <a:pt x="7353606" y="3440158"/>
                </a:cubicBezTo>
                <a:cubicBezTo>
                  <a:pt x="7367429" y="3419110"/>
                  <a:pt x="7352685" y="3384563"/>
                  <a:pt x="7325500" y="3387079"/>
                </a:cubicBezTo>
                <a:cubicBezTo>
                  <a:pt x="7290483" y="3382961"/>
                  <a:pt x="7280116" y="3431922"/>
                  <a:pt x="7302463" y="3452055"/>
                </a:cubicBezTo>
                <a:cubicBezTo>
                  <a:pt x="7311102" y="3456173"/>
                  <a:pt x="7321815" y="3458347"/>
                  <a:pt x="7331404" y="3456917"/>
                </a:cubicBezTo>
                <a:close/>
                <a:moveTo>
                  <a:pt x="5893056" y="3456927"/>
                </a:moveTo>
                <a:cubicBezTo>
                  <a:pt x="5913520" y="3451757"/>
                  <a:pt x="5928531" y="3427017"/>
                  <a:pt x="5917135" y="3406211"/>
                </a:cubicBezTo>
                <a:cubicBezTo>
                  <a:pt x="5909651" y="3386137"/>
                  <a:pt x="5886518" y="3388167"/>
                  <a:pt x="5869282" y="3386588"/>
                </a:cubicBezTo>
                <a:cubicBezTo>
                  <a:pt x="5849325" y="3404406"/>
                  <a:pt x="5845016" y="3440494"/>
                  <a:pt x="5871550" y="3454703"/>
                </a:cubicBezTo>
                <a:cubicBezTo>
                  <a:pt x="5878808" y="3458199"/>
                  <a:pt x="5886235" y="3458650"/>
                  <a:pt x="5893056" y="3456927"/>
                </a:cubicBezTo>
                <a:close/>
                <a:moveTo>
                  <a:pt x="5485445" y="3456931"/>
                </a:moveTo>
                <a:cubicBezTo>
                  <a:pt x="5505632" y="3449457"/>
                  <a:pt x="5518899" y="3420073"/>
                  <a:pt x="5502571" y="3401740"/>
                </a:cubicBezTo>
                <a:cubicBezTo>
                  <a:pt x="5488510" y="3376611"/>
                  <a:pt x="5446101" y="3384835"/>
                  <a:pt x="5440885" y="3412706"/>
                </a:cubicBezTo>
                <a:cubicBezTo>
                  <a:pt x="5433854" y="3430981"/>
                  <a:pt x="5447235" y="3449257"/>
                  <a:pt x="5463790" y="3455882"/>
                </a:cubicBezTo>
                <a:cubicBezTo>
                  <a:pt x="5471217" y="3459480"/>
                  <a:pt x="5478716" y="3459423"/>
                  <a:pt x="5485445" y="3456931"/>
                </a:cubicBezTo>
                <a:close/>
                <a:moveTo>
                  <a:pt x="239990" y="3456985"/>
                </a:moveTo>
                <a:cubicBezTo>
                  <a:pt x="250043" y="3455845"/>
                  <a:pt x="259228" y="3451054"/>
                  <a:pt x="263504" y="3441587"/>
                </a:cubicBezTo>
                <a:cubicBezTo>
                  <a:pt x="276214" y="3419460"/>
                  <a:pt x="262579" y="3382961"/>
                  <a:pt x="233231" y="3386383"/>
                </a:cubicBezTo>
                <a:cubicBezTo>
                  <a:pt x="200185" y="3384786"/>
                  <a:pt x="190480" y="3430638"/>
                  <a:pt x="211277" y="3450484"/>
                </a:cubicBezTo>
                <a:cubicBezTo>
                  <a:pt x="219019" y="3455616"/>
                  <a:pt x="229938" y="3458126"/>
                  <a:pt x="239990" y="3456985"/>
                </a:cubicBezTo>
                <a:close/>
                <a:moveTo>
                  <a:pt x="1578950" y="3456986"/>
                </a:moveTo>
                <a:cubicBezTo>
                  <a:pt x="1589776" y="3454692"/>
                  <a:pt x="1599280" y="3447754"/>
                  <a:pt x="1602317" y="3436172"/>
                </a:cubicBezTo>
                <a:cubicBezTo>
                  <a:pt x="1611314" y="3413466"/>
                  <a:pt x="1592644" y="3382961"/>
                  <a:pt x="1567449" y="3387090"/>
                </a:cubicBezTo>
                <a:cubicBezTo>
                  <a:pt x="1536631" y="3386631"/>
                  <a:pt x="1527181" y="3430897"/>
                  <a:pt x="1547653" y="3449933"/>
                </a:cubicBezTo>
                <a:cubicBezTo>
                  <a:pt x="1555976" y="3456929"/>
                  <a:pt x="1568124" y="3459280"/>
                  <a:pt x="1578950" y="3456986"/>
                </a:cubicBezTo>
                <a:close/>
                <a:moveTo>
                  <a:pt x="5368952" y="3457034"/>
                </a:moveTo>
                <a:cubicBezTo>
                  <a:pt x="5388900" y="3457806"/>
                  <a:pt x="5408911" y="3442618"/>
                  <a:pt x="5405519" y="3419942"/>
                </a:cubicBezTo>
                <a:cubicBezTo>
                  <a:pt x="5408232" y="3392414"/>
                  <a:pt x="5372507" y="3378199"/>
                  <a:pt x="5352609" y="3393091"/>
                </a:cubicBezTo>
                <a:cubicBezTo>
                  <a:pt x="5334520" y="3406178"/>
                  <a:pt x="5333841" y="3435736"/>
                  <a:pt x="5349895" y="3450628"/>
                </a:cubicBezTo>
                <a:cubicBezTo>
                  <a:pt x="5355661" y="3454746"/>
                  <a:pt x="5362303" y="3456776"/>
                  <a:pt x="5368952" y="3457034"/>
                </a:cubicBezTo>
                <a:close/>
                <a:moveTo>
                  <a:pt x="8052145" y="3457073"/>
                </a:moveTo>
                <a:cubicBezTo>
                  <a:pt x="8063204" y="3454827"/>
                  <a:pt x="8072894" y="3447891"/>
                  <a:pt x="8075630" y="3436178"/>
                </a:cubicBezTo>
                <a:cubicBezTo>
                  <a:pt x="8084979" y="3413891"/>
                  <a:pt x="8067650" y="3382961"/>
                  <a:pt x="8041428" y="3388192"/>
                </a:cubicBezTo>
                <a:cubicBezTo>
                  <a:pt x="8010418" y="3387055"/>
                  <a:pt x="8000841" y="3431175"/>
                  <a:pt x="8020450" y="3449824"/>
                </a:cubicBezTo>
                <a:cubicBezTo>
                  <a:pt x="8028659" y="3456874"/>
                  <a:pt x="8041086" y="3459319"/>
                  <a:pt x="8052145" y="3457073"/>
                </a:cubicBezTo>
                <a:close/>
                <a:moveTo>
                  <a:pt x="6082872" y="3457099"/>
                </a:moveTo>
                <a:cubicBezTo>
                  <a:pt x="6110005" y="3465512"/>
                  <a:pt x="6135529" y="3432086"/>
                  <a:pt x="6123802" y="3407528"/>
                </a:cubicBezTo>
                <a:cubicBezTo>
                  <a:pt x="6116444" y="3380242"/>
                  <a:pt x="6071605" y="3379787"/>
                  <a:pt x="6061257" y="3405254"/>
                </a:cubicBezTo>
                <a:cubicBezTo>
                  <a:pt x="6052979" y="3424810"/>
                  <a:pt x="6060108" y="3451414"/>
                  <a:pt x="6082872" y="3457099"/>
                </a:cubicBezTo>
                <a:close/>
                <a:moveTo>
                  <a:pt x="6511532" y="3457251"/>
                </a:moveTo>
                <a:cubicBezTo>
                  <a:pt x="6528536" y="3451934"/>
                  <a:pt x="6540328" y="3431824"/>
                  <a:pt x="6535525" y="3413262"/>
                </a:cubicBezTo>
                <a:cubicBezTo>
                  <a:pt x="6532781" y="3384616"/>
                  <a:pt x="6491156" y="3378199"/>
                  <a:pt x="6474689" y="3398366"/>
                </a:cubicBezTo>
                <a:cubicBezTo>
                  <a:pt x="6460966" y="3418074"/>
                  <a:pt x="6469200" y="3450158"/>
                  <a:pt x="6493214" y="3457033"/>
                </a:cubicBezTo>
                <a:cubicBezTo>
                  <a:pt x="6499618" y="3459153"/>
                  <a:pt x="6505865" y="3459024"/>
                  <a:pt x="6511532" y="3457251"/>
                </a:cubicBezTo>
                <a:close/>
                <a:moveTo>
                  <a:pt x="6817881" y="3457333"/>
                </a:moveTo>
                <a:cubicBezTo>
                  <a:pt x="6835960" y="3452870"/>
                  <a:pt x="6849581" y="3431844"/>
                  <a:pt x="6843846" y="3412721"/>
                </a:cubicBezTo>
                <a:cubicBezTo>
                  <a:pt x="6840472" y="3384291"/>
                  <a:pt x="6798417" y="3378199"/>
                  <a:pt x="6784023" y="3400763"/>
                </a:cubicBezTo>
                <a:cubicBezTo>
                  <a:pt x="6770529" y="3418362"/>
                  <a:pt x="6777726" y="3448146"/>
                  <a:pt x="6798866" y="3455592"/>
                </a:cubicBezTo>
                <a:cubicBezTo>
                  <a:pt x="6805332" y="3458469"/>
                  <a:pt x="6811854" y="3458821"/>
                  <a:pt x="6817881" y="3457333"/>
                </a:cubicBezTo>
                <a:close/>
                <a:moveTo>
                  <a:pt x="8664911" y="3457461"/>
                </a:moveTo>
                <a:cubicBezTo>
                  <a:pt x="8686163" y="3453507"/>
                  <a:pt x="8703129" y="3426845"/>
                  <a:pt x="8690681" y="3405414"/>
                </a:cubicBezTo>
                <a:cubicBezTo>
                  <a:pt x="8682951" y="3386364"/>
                  <a:pt x="8660442" y="3387725"/>
                  <a:pt x="8643617" y="3386137"/>
                </a:cubicBezTo>
                <a:cubicBezTo>
                  <a:pt x="8623836" y="3403373"/>
                  <a:pt x="8618379" y="3437391"/>
                  <a:pt x="8643162" y="3452812"/>
                </a:cubicBezTo>
                <a:cubicBezTo>
                  <a:pt x="8650267" y="3457575"/>
                  <a:pt x="8657827" y="3458779"/>
                  <a:pt x="8664911" y="3457461"/>
                </a:cubicBezTo>
                <a:close/>
                <a:moveTo>
                  <a:pt x="6398266" y="3457467"/>
                </a:moveTo>
                <a:cubicBezTo>
                  <a:pt x="6418216" y="3457990"/>
                  <a:pt x="6439068" y="3441112"/>
                  <a:pt x="6435285" y="3419235"/>
                </a:cubicBezTo>
                <a:cubicBezTo>
                  <a:pt x="6434826" y="3389381"/>
                  <a:pt x="6389882" y="3375024"/>
                  <a:pt x="6372225" y="3399408"/>
                </a:cubicBezTo>
                <a:cubicBezTo>
                  <a:pt x="6357779" y="3414677"/>
                  <a:pt x="6363741" y="3439289"/>
                  <a:pt x="6379563" y="3450684"/>
                </a:cubicBezTo>
                <a:cubicBezTo>
                  <a:pt x="6385067" y="3455185"/>
                  <a:pt x="6391616" y="3457293"/>
                  <a:pt x="6398266" y="3457467"/>
                </a:cubicBezTo>
                <a:close/>
                <a:moveTo>
                  <a:pt x="2493959" y="3457529"/>
                </a:moveTo>
                <a:cubicBezTo>
                  <a:pt x="2515893" y="3457710"/>
                  <a:pt x="2537217" y="3436056"/>
                  <a:pt x="2528862" y="3411845"/>
                </a:cubicBezTo>
                <a:cubicBezTo>
                  <a:pt x="2524772" y="3383201"/>
                  <a:pt x="2481324" y="3378199"/>
                  <a:pt x="2467682" y="3401842"/>
                </a:cubicBezTo>
                <a:cubicBezTo>
                  <a:pt x="2457449" y="3415937"/>
                  <a:pt x="2460406" y="3437307"/>
                  <a:pt x="2472907" y="3449356"/>
                </a:cubicBezTo>
                <a:cubicBezTo>
                  <a:pt x="2479278" y="3454982"/>
                  <a:pt x="2486654" y="3457469"/>
                  <a:pt x="2493959" y="3457529"/>
                </a:cubicBezTo>
                <a:close/>
                <a:moveTo>
                  <a:pt x="849296" y="3457652"/>
                </a:moveTo>
                <a:cubicBezTo>
                  <a:pt x="868304" y="3457800"/>
                  <a:pt x="887977" y="3440878"/>
                  <a:pt x="884754" y="3420401"/>
                </a:cubicBezTo>
                <a:cubicBezTo>
                  <a:pt x="885433" y="3397161"/>
                  <a:pt x="858296" y="3379787"/>
                  <a:pt x="837265" y="3389489"/>
                </a:cubicBezTo>
                <a:cubicBezTo>
                  <a:pt x="812614" y="3399417"/>
                  <a:pt x="811257" y="3436421"/>
                  <a:pt x="831385" y="3451313"/>
                </a:cubicBezTo>
                <a:cubicBezTo>
                  <a:pt x="836699" y="3455657"/>
                  <a:pt x="842960" y="3457603"/>
                  <a:pt x="849296" y="3457652"/>
                </a:cubicBezTo>
                <a:close/>
                <a:moveTo>
                  <a:pt x="7433123" y="3457653"/>
                </a:moveTo>
                <a:cubicBezTo>
                  <a:pt x="7441891" y="3456793"/>
                  <a:pt x="7450085" y="3453066"/>
                  <a:pt x="7455013" y="3445382"/>
                </a:cubicBezTo>
                <a:cubicBezTo>
                  <a:pt x="7472204" y="3422676"/>
                  <a:pt x="7453867" y="3379786"/>
                  <a:pt x="7422236" y="3386896"/>
                </a:cubicBezTo>
                <a:cubicBezTo>
                  <a:pt x="7391063" y="3389878"/>
                  <a:pt x="7386479" y="3435749"/>
                  <a:pt x="7407796" y="3452722"/>
                </a:cubicBezTo>
                <a:cubicBezTo>
                  <a:pt x="7415016" y="3456506"/>
                  <a:pt x="7424356" y="3458513"/>
                  <a:pt x="7433123" y="3457653"/>
                </a:cubicBezTo>
                <a:close/>
                <a:moveTo>
                  <a:pt x="334586" y="3457723"/>
                </a:moveTo>
                <a:cubicBezTo>
                  <a:pt x="353833" y="3458460"/>
                  <a:pt x="373730" y="3442307"/>
                  <a:pt x="370967" y="3421282"/>
                </a:cubicBezTo>
                <a:cubicBezTo>
                  <a:pt x="373959" y="3394389"/>
                  <a:pt x="338744" y="3376612"/>
                  <a:pt x="317799" y="3392794"/>
                </a:cubicBezTo>
                <a:cubicBezTo>
                  <a:pt x="298004" y="3405101"/>
                  <a:pt x="296854" y="3437919"/>
                  <a:pt x="316418" y="3450910"/>
                </a:cubicBezTo>
                <a:cubicBezTo>
                  <a:pt x="321826" y="3455354"/>
                  <a:pt x="328171" y="3457477"/>
                  <a:pt x="334586" y="3457723"/>
                </a:cubicBezTo>
                <a:close/>
                <a:moveTo>
                  <a:pt x="5264183" y="3457743"/>
                </a:moveTo>
                <a:cubicBezTo>
                  <a:pt x="5270831" y="3459167"/>
                  <a:pt x="5278023" y="3458121"/>
                  <a:pt x="5285015" y="3453541"/>
                </a:cubicBezTo>
                <a:cubicBezTo>
                  <a:pt x="5310029" y="3438386"/>
                  <a:pt x="5306618" y="3402423"/>
                  <a:pt x="5284106" y="3386137"/>
                </a:cubicBezTo>
                <a:cubicBezTo>
                  <a:pt x="5267733" y="3388399"/>
                  <a:pt x="5243856" y="3386589"/>
                  <a:pt x="5239080" y="3406946"/>
                </a:cubicBezTo>
                <a:cubicBezTo>
                  <a:pt x="5229189" y="3426964"/>
                  <a:pt x="5244240" y="3453470"/>
                  <a:pt x="5264183" y="3457743"/>
                </a:cubicBezTo>
                <a:close/>
                <a:moveTo>
                  <a:pt x="1259392" y="3457773"/>
                </a:moveTo>
                <a:cubicBezTo>
                  <a:pt x="1278949" y="3458228"/>
                  <a:pt x="1299378" y="3439862"/>
                  <a:pt x="1296969" y="3419719"/>
                </a:cubicBezTo>
                <a:cubicBezTo>
                  <a:pt x="1297427" y="3391507"/>
                  <a:pt x="1257288" y="3376611"/>
                  <a:pt x="1238022" y="3396924"/>
                </a:cubicBezTo>
                <a:cubicBezTo>
                  <a:pt x="1220814" y="3410917"/>
                  <a:pt x="1222190" y="3438451"/>
                  <a:pt x="1241003" y="3450413"/>
                </a:cubicBezTo>
                <a:cubicBezTo>
                  <a:pt x="1246450" y="3455378"/>
                  <a:pt x="1252873" y="3457621"/>
                  <a:pt x="1259392" y="3457773"/>
                </a:cubicBezTo>
                <a:close/>
                <a:moveTo>
                  <a:pt x="6290653" y="3457832"/>
                </a:moveTo>
                <a:cubicBezTo>
                  <a:pt x="6306820" y="3460493"/>
                  <a:pt x="6324173" y="3451666"/>
                  <a:pt x="6330498" y="3435051"/>
                </a:cubicBezTo>
                <a:cubicBezTo>
                  <a:pt x="6343491" y="3407359"/>
                  <a:pt x="6309071" y="3373437"/>
                  <a:pt x="6282401" y="3389129"/>
                </a:cubicBezTo>
                <a:cubicBezTo>
                  <a:pt x="6258466" y="3399514"/>
                  <a:pt x="6254591" y="3435513"/>
                  <a:pt x="6275335" y="3451205"/>
                </a:cubicBezTo>
                <a:cubicBezTo>
                  <a:pt x="6280008" y="3454781"/>
                  <a:pt x="6285265" y="3456945"/>
                  <a:pt x="6290653" y="3457832"/>
                </a:cubicBezTo>
                <a:close/>
                <a:moveTo>
                  <a:pt x="5997852" y="3457841"/>
                </a:moveTo>
                <a:cubicBezTo>
                  <a:pt x="6014962" y="3452960"/>
                  <a:pt x="6027301" y="3432139"/>
                  <a:pt x="6021704" y="3413652"/>
                </a:cubicBezTo>
                <a:cubicBezTo>
                  <a:pt x="6019443" y="3393378"/>
                  <a:pt x="5994792" y="3379786"/>
                  <a:pt x="5976700" y="3388540"/>
                </a:cubicBezTo>
                <a:cubicBezTo>
                  <a:pt x="5948204" y="3398677"/>
                  <a:pt x="5950692" y="3449360"/>
                  <a:pt x="5979640" y="3456732"/>
                </a:cubicBezTo>
                <a:cubicBezTo>
                  <a:pt x="5985916" y="3459324"/>
                  <a:pt x="5992149" y="3459468"/>
                  <a:pt x="5997852" y="3457841"/>
                </a:cubicBezTo>
                <a:close/>
                <a:moveTo>
                  <a:pt x="2696801" y="3457884"/>
                </a:moveTo>
                <a:cubicBezTo>
                  <a:pt x="2714333" y="3458840"/>
                  <a:pt x="2732147" y="3447586"/>
                  <a:pt x="2735040" y="3428859"/>
                </a:cubicBezTo>
                <a:cubicBezTo>
                  <a:pt x="2743204" y="3399307"/>
                  <a:pt x="2705331" y="3375024"/>
                  <a:pt x="2681743" y="3392664"/>
                </a:cubicBezTo>
                <a:cubicBezTo>
                  <a:pt x="2660654" y="3405721"/>
                  <a:pt x="2660654" y="3438022"/>
                  <a:pt x="2679927" y="3452683"/>
                </a:cubicBezTo>
                <a:cubicBezTo>
                  <a:pt x="2685148" y="3455890"/>
                  <a:pt x="2690958" y="3457566"/>
                  <a:pt x="2696801" y="3457884"/>
                </a:cubicBezTo>
                <a:close/>
                <a:moveTo>
                  <a:pt x="1884543" y="3457918"/>
                </a:moveTo>
                <a:cubicBezTo>
                  <a:pt x="1898707" y="3454655"/>
                  <a:pt x="1908942" y="3438921"/>
                  <a:pt x="1916113" y="3426505"/>
                </a:cubicBezTo>
                <a:cubicBezTo>
                  <a:pt x="1910875" y="3409042"/>
                  <a:pt x="1904275" y="3387044"/>
                  <a:pt x="1881764" y="3387044"/>
                </a:cubicBezTo>
                <a:cubicBezTo>
                  <a:pt x="1841520" y="3379787"/>
                  <a:pt x="1830381" y="3448276"/>
                  <a:pt x="1869036" y="3456441"/>
                </a:cubicBezTo>
                <a:cubicBezTo>
                  <a:pt x="1874666" y="3458708"/>
                  <a:pt x="1879816" y="3459006"/>
                  <a:pt x="1884543" y="3457918"/>
                </a:cubicBezTo>
                <a:close/>
                <a:moveTo>
                  <a:pt x="8144464" y="3457958"/>
                </a:moveTo>
                <a:cubicBezTo>
                  <a:pt x="8148734" y="3458480"/>
                  <a:pt x="8153242" y="3457954"/>
                  <a:pt x="8158004" y="3455964"/>
                </a:cubicBezTo>
                <a:cubicBezTo>
                  <a:pt x="8192929" y="3446412"/>
                  <a:pt x="8184538" y="3382961"/>
                  <a:pt x="8146211" y="3386372"/>
                </a:cubicBezTo>
                <a:cubicBezTo>
                  <a:pt x="8118543" y="3384781"/>
                  <a:pt x="8111966" y="3414801"/>
                  <a:pt x="8111966" y="3436178"/>
                </a:cubicBezTo>
                <a:cubicBezTo>
                  <a:pt x="8120981" y="3445389"/>
                  <a:pt x="8131654" y="3456391"/>
                  <a:pt x="8144464" y="3457958"/>
                </a:cubicBezTo>
                <a:close/>
                <a:moveTo>
                  <a:pt x="7732923" y="3457987"/>
                </a:moveTo>
                <a:cubicBezTo>
                  <a:pt x="7752823" y="3458514"/>
                  <a:pt x="7772978" y="3442287"/>
                  <a:pt x="7770427" y="3420249"/>
                </a:cubicBezTo>
                <a:cubicBezTo>
                  <a:pt x="7770427" y="3394308"/>
                  <a:pt x="7736863" y="3375024"/>
                  <a:pt x="7716225" y="3392242"/>
                </a:cubicBezTo>
                <a:cubicBezTo>
                  <a:pt x="7695815" y="3404638"/>
                  <a:pt x="7694454" y="3437696"/>
                  <a:pt x="7713958" y="3451470"/>
                </a:cubicBezTo>
                <a:cubicBezTo>
                  <a:pt x="7719684" y="3455774"/>
                  <a:pt x="7726289" y="3457811"/>
                  <a:pt x="7732923" y="3457987"/>
                </a:cubicBezTo>
                <a:close/>
                <a:moveTo>
                  <a:pt x="5064118" y="3458028"/>
                </a:moveTo>
                <a:cubicBezTo>
                  <a:pt x="5085228" y="3457220"/>
                  <a:pt x="5105659" y="3435236"/>
                  <a:pt x="5097383" y="3413124"/>
                </a:cubicBezTo>
                <a:cubicBezTo>
                  <a:pt x="5093475" y="3388178"/>
                  <a:pt x="5059222" y="3378199"/>
                  <a:pt x="5040601" y="3394301"/>
                </a:cubicBezTo>
                <a:cubicBezTo>
                  <a:pt x="5024279" y="3408815"/>
                  <a:pt x="5025888" y="3438071"/>
                  <a:pt x="5043819" y="3450998"/>
                </a:cubicBezTo>
                <a:cubicBezTo>
                  <a:pt x="5049969" y="3456214"/>
                  <a:pt x="5057081" y="3458297"/>
                  <a:pt x="5064118" y="3458028"/>
                </a:cubicBezTo>
                <a:close/>
                <a:moveTo>
                  <a:pt x="6908534" y="3458032"/>
                </a:moveTo>
                <a:cubicBezTo>
                  <a:pt x="6923948" y="3459475"/>
                  <a:pt x="6939201" y="3448060"/>
                  <a:pt x="6949916" y="3436773"/>
                </a:cubicBezTo>
                <a:cubicBezTo>
                  <a:pt x="6949916" y="3415339"/>
                  <a:pt x="6941620" y="3386837"/>
                  <a:pt x="6915119" y="3386837"/>
                </a:cubicBezTo>
                <a:cubicBezTo>
                  <a:pt x="6879861" y="3382961"/>
                  <a:pt x="6864191" y="3433809"/>
                  <a:pt x="6893227" y="3451822"/>
                </a:cubicBezTo>
                <a:cubicBezTo>
                  <a:pt x="6898239" y="3455641"/>
                  <a:pt x="6903396" y="3457551"/>
                  <a:pt x="6908534" y="3458032"/>
                </a:cubicBezTo>
                <a:close/>
                <a:moveTo>
                  <a:pt x="7627203" y="3458036"/>
                </a:moveTo>
                <a:cubicBezTo>
                  <a:pt x="7644904" y="3460582"/>
                  <a:pt x="7664275" y="3447436"/>
                  <a:pt x="7667189" y="3428361"/>
                </a:cubicBezTo>
                <a:cubicBezTo>
                  <a:pt x="7673817" y="3403845"/>
                  <a:pt x="7647303" y="3379787"/>
                  <a:pt x="7623532" y="3388036"/>
                </a:cubicBezTo>
                <a:cubicBezTo>
                  <a:pt x="7596561" y="3394451"/>
                  <a:pt x="7586504" y="3433631"/>
                  <a:pt x="7610732" y="3449899"/>
                </a:cubicBezTo>
                <a:cubicBezTo>
                  <a:pt x="7615589" y="3454596"/>
                  <a:pt x="7621304" y="3457188"/>
                  <a:pt x="7627203" y="3458036"/>
                </a:cubicBezTo>
                <a:close/>
                <a:moveTo>
                  <a:pt x="1057352" y="3458054"/>
                </a:moveTo>
                <a:cubicBezTo>
                  <a:pt x="1076223" y="3457206"/>
                  <a:pt x="1094163" y="3441442"/>
                  <a:pt x="1090421" y="3420137"/>
                </a:cubicBezTo>
                <a:cubicBezTo>
                  <a:pt x="1093143" y="3394709"/>
                  <a:pt x="1060942" y="3376611"/>
                  <a:pt x="1040759" y="3391272"/>
                </a:cubicBezTo>
                <a:cubicBezTo>
                  <a:pt x="1017627" y="3402956"/>
                  <a:pt x="1017854" y="3439838"/>
                  <a:pt x="1038945" y="3453583"/>
                </a:cubicBezTo>
                <a:cubicBezTo>
                  <a:pt x="1044670" y="3456962"/>
                  <a:pt x="1051062" y="3458337"/>
                  <a:pt x="1057352" y="3458054"/>
                </a:cubicBezTo>
                <a:close/>
                <a:moveTo>
                  <a:pt x="6200414" y="3458077"/>
                </a:moveTo>
                <a:cubicBezTo>
                  <a:pt x="6205713" y="3457517"/>
                  <a:pt x="6211026" y="3455533"/>
                  <a:pt x="6216181" y="3451678"/>
                </a:cubicBezTo>
                <a:cubicBezTo>
                  <a:pt x="6246654" y="3431494"/>
                  <a:pt x="6221222" y="3376611"/>
                  <a:pt x="6186166" y="3388404"/>
                </a:cubicBezTo>
                <a:cubicBezTo>
                  <a:pt x="6162566" y="3392033"/>
                  <a:pt x="6159358" y="3417886"/>
                  <a:pt x="6157754" y="3436710"/>
                </a:cubicBezTo>
                <a:cubicBezTo>
                  <a:pt x="6168752" y="3448616"/>
                  <a:pt x="6184519" y="3459757"/>
                  <a:pt x="6200414" y="3458077"/>
                </a:cubicBezTo>
                <a:close/>
                <a:moveTo>
                  <a:pt x="1364955" y="3458094"/>
                </a:moveTo>
                <a:cubicBezTo>
                  <a:pt x="1384245" y="3458115"/>
                  <a:pt x="1403922" y="3439621"/>
                  <a:pt x="1400836" y="3419601"/>
                </a:cubicBezTo>
                <a:cubicBezTo>
                  <a:pt x="1399464" y="3397884"/>
                  <a:pt x="1373857" y="3379786"/>
                  <a:pt x="1352823" y="3389514"/>
                </a:cubicBezTo>
                <a:cubicBezTo>
                  <a:pt x="1326067" y="3396979"/>
                  <a:pt x="1322408" y="3438603"/>
                  <a:pt x="1346648" y="3451272"/>
                </a:cubicBezTo>
                <a:cubicBezTo>
                  <a:pt x="1352136" y="3456022"/>
                  <a:pt x="1358524" y="3458086"/>
                  <a:pt x="1364955" y="3458094"/>
                </a:cubicBezTo>
                <a:close/>
                <a:moveTo>
                  <a:pt x="5789528" y="3458126"/>
                </a:moveTo>
                <a:cubicBezTo>
                  <a:pt x="5808691" y="3454193"/>
                  <a:pt x="5823647" y="3432708"/>
                  <a:pt x="5816691" y="3412757"/>
                </a:cubicBezTo>
                <a:cubicBezTo>
                  <a:pt x="5812285" y="3381837"/>
                  <a:pt x="5760576" y="3378199"/>
                  <a:pt x="5751300" y="3407528"/>
                </a:cubicBezTo>
                <a:cubicBezTo>
                  <a:pt x="5743416" y="3425035"/>
                  <a:pt x="5751764" y="3447316"/>
                  <a:pt x="5769619" y="3455500"/>
                </a:cubicBezTo>
                <a:cubicBezTo>
                  <a:pt x="5776285" y="3458797"/>
                  <a:pt x="5783140" y="3459436"/>
                  <a:pt x="5789528" y="3458126"/>
                </a:cubicBezTo>
                <a:close/>
                <a:moveTo>
                  <a:pt x="1776792" y="3458143"/>
                </a:moveTo>
                <a:cubicBezTo>
                  <a:pt x="1797502" y="3456976"/>
                  <a:pt x="1816866" y="3436619"/>
                  <a:pt x="1809685" y="3413798"/>
                </a:cubicBezTo>
                <a:cubicBezTo>
                  <a:pt x="1806949" y="3388672"/>
                  <a:pt x="1780504" y="3386136"/>
                  <a:pt x="1760898" y="3386136"/>
                </a:cubicBezTo>
                <a:cubicBezTo>
                  <a:pt x="1742433" y="3402272"/>
                  <a:pt x="1733542" y="3435927"/>
                  <a:pt x="1756567" y="3452294"/>
                </a:cubicBezTo>
                <a:cubicBezTo>
                  <a:pt x="1762836" y="3456789"/>
                  <a:pt x="1769889" y="3458532"/>
                  <a:pt x="1776792" y="3458143"/>
                </a:cubicBezTo>
                <a:close/>
                <a:moveTo>
                  <a:pt x="1669902" y="3458196"/>
                </a:moveTo>
                <a:cubicBezTo>
                  <a:pt x="1689285" y="3459146"/>
                  <a:pt x="1708827" y="3443647"/>
                  <a:pt x="1706114" y="3421026"/>
                </a:cubicBezTo>
                <a:cubicBezTo>
                  <a:pt x="1708827" y="3392244"/>
                  <a:pt x="1673784" y="3378199"/>
                  <a:pt x="1652759" y="3392475"/>
                </a:cubicBezTo>
                <a:cubicBezTo>
                  <a:pt x="1635124" y="3406290"/>
                  <a:pt x="1636707" y="3435992"/>
                  <a:pt x="1651402" y="3451418"/>
                </a:cubicBezTo>
                <a:cubicBezTo>
                  <a:pt x="1656998" y="3455736"/>
                  <a:pt x="1663441" y="3457880"/>
                  <a:pt x="1669902" y="3458196"/>
                </a:cubicBezTo>
                <a:close/>
                <a:moveTo>
                  <a:pt x="5577598" y="3458237"/>
                </a:moveTo>
                <a:cubicBezTo>
                  <a:pt x="5596501" y="3458311"/>
                  <a:pt x="5615789" y="3440112"/>
                  <a:pt x="5613907" y="3420381"/>
                </a:cubicBezTo>
                <a:cubicBezTo>
                  <a:pt x="5613451" y="3393394"/>
                  <a:pt x="5575816" y="3375024"/>
                  <a:pt x="5555288" y="3394754"/>
                </a:cubicBezTo>
                <a:cubicBezTo>
                  <a:pt x="5537041" y="3409496"/>
                  <a:pt x="5540006" y="3439431"/>
                  <a:pt x="5559622" y="3451451"/>
                </a:cubicBezTo>
                <a:cubicBezTo>
                  <a:pt x="5565039" y="3456157"/>
                  <a:pt x="5571298" y="3458212"/>
                  <a:pt x="5577598" y="3458237"/>
                </a:cubicBezTo>
                <a:close/>
                <a:moveTo>
                  <a:pt x="4852497" y="3458274"/>
                </a:moveTo>
                <a:cubicBezTo>
                  <a:pt x="4869988" y="3460931"/>
                  <a:pt x="4889430" y="3448290"/>
                  <a:pt x="4892499" y="3429608"/>
                </a:cubicBezTo>
                <a:cubicBezTo>
                  <a:pt x="4898866" y="3405154"/>
                  <a:pt x="4872944" y="3379787"/>
                  <a:pt x="4848841" y="3388014"/>
                </a:cubicBezTo>
                <a:cubicBezTo>
                  <a:pt x="4820645" y="3392814"/>
                  <a:pt x="4813141" y="3434178"/>
                  <a:pt x="4836335" y="3450176"/>
                </a:cubicBezTo>
                <a:cubicBezTo>
                  <a:pt x="4841053" y="3454804"/>
                  <a:pt x="4846667" y="3457389"/>
                  <a:pt x="4852497" y="3458274"/>
                </a:cubicBezTo>
                <a:close/>
                <a:moveTo>
                  <a:pt x="6713150" y="3458404"/>
                </a:moveTo>
                <a:cubicBezTo>
                  <a:pt x="6731754" y="3454812"/>
                  <a:pt x="6746252" y="3432130"/>
                  <a:pt x="6740093" y="3412518"/>
                </a:cubicBezTo>
                <a:cubicBezTo>
                  <a:pt x="6738725" y="3388642"/>
                  <a:pt x="6709757" y="3384549"/>
                  <a:pt x="6691282" y="3389779"/>
                </a:cubicBezTo>
                <a:cubicBezTo>
                  <a:pt x="6668929" y="3403195"/>
                  <a:pt x="6669842" y="3443670"/>
                  <a:pt x="6693791" y="3454812"/>
                </a:cubicBezTo>
                <a:cubicBezTo>
                  <a:pt x="6700291" y="3458677"/>
                  <a:pt x="6706949" y="3459601"/>
                  <a:pt x="6713150" y="3458404"/>
                </a:cubicBezTo>
                <a:close/>
                <a:moveTo>
                  <a:pt x="7839741" y="3458542"/>
                </a:moveTo>
                <a:cubicBezTo>
                  <a:pt x="7861237" y="3457215"/>
                  <a:pt x="7882154" y="3435201"/>
                  <a:pt x="7873753" y="3412930"/>
                </a:cubicBezTo>
                <a:cubicBezTo>
                  <a:pt x="7866895" y="3390546"/>
                  <a:pt x="7834433" y="3376612"/>
                  <a:pt x="7817060" y="3396256"/>
                </a:cubicBezTo>
                <a:cubicBezTo>
                  <a:pt x="7799686" y="3409961"/>
                  <a:pt x="7799229" y="3440112"/>
                  <a:pt x="7819117" y="3452218"/>
                </a:cubicBezTo>
                <a:cubicBezTo>
                  <a:pt x="7825347" y="3457129"/>
                  <a:pt x="7832576" y="3458985"/>
                  <a:pt x="7839741" y="3458542"/>
                </a:cubicBezTo>
                <a:close/>
                <a:moveTo>
                  <a:pt x="956596" y="3458587"/>
                </a:moveTo>
                <a:cubicBezTo>
                  <a:pt x="977289" y="3455675"/>
                  <a:pt x="993852" y="3429736"/>
                  <a:pt x="984436" y="3408134"/>
                </a:cubicBezTo>
                <a:cubicBezTo>
                  <a:pt x="977710" y="3381374"/>
                  <a:pt x="933765" y="3379786"/>
                  <a:pt x="924573" y="3405640"/>
                </a:cubicBezTo>
                <a:cubicBezTo>
                  <a:pt x="917623" y="3420835"/>
                  <a:pt x="920538" y="3443513"/>
                  <a:pt x="935335" y="3452812"/>
                </a:cubicBezTo>
                <a:cubicBezTo>
                  <a:pt x="942341" y="3457971"/>
                  <a:pt x="949698" y="3459558"/>
                  <a:pt x="956596" y="3458587"/>
                </a:cubicBezTo>
                <a:close/>
                <a:moveTo>
                  <a:pt x="7223461" y="3458828"/>
                </a:moveTo>
                <a:cubicBezTo>
                  <a:pt x="7228165" y="3458807"/>
                  <a:pt x="7233012" y="3457441"/>
                  <a:pt x="7237931" y="3454222"/>
                </a:cubicBezTo>
                <a:cubicBezTo>
                  <a:pt x="7264242" y="3439736"/>
                  <a:pt x="7257150" y="3403405"/>
                  <a:pt x="7237931" y="3385929"/>
                </a:cubicBezTo>
                <a:cubicBezTo>
                  <a:pt x="7224204" y="3388688"/>
                  <a:pt x="7207274" y="3384549"/>
                  <a:pt x="7196978" y="3396046"/>
                </a:cubicBezTo>
                <a:cubicBezTo>
                  <a:pt x="7186454" y="3406854"/>
                  <a:pt x="7189199" y="3422950"/>
                  <a:pt x="7186912" y="3436517"/>
                </a:cubicBezTo>
                <a:cubicBezTo>
                  <a:pt x="7196521" y="3446864"/>
                  <a:pt x="7209347" y="3458893"/>
                  <a:pt x="7223461" y="3458828"/>
                </a:cubicBezTo>
                <a:close/>
                <a:moveTo>
                  <a:pt x="1150701" y="3458902"/>
                </a:moveTo>
                <a:cubicBezTo>
                  <a:pt x="1166892" y="3460749"/>
                  <a:pt x="1185593" y="3452667"/>
                  <a:pt x="1190611" y="3435811"/>
                </a:cubicBezTo>
                <a:cubicBezTo>
                  <a:pt x="1200189" y="3416876"/>
                  <a:pt x="1185365" y="3399558"/>
                  <a:pt x="1173962" y="3386165"/>
                </a:cubicBezTo>
                <a:cubicBezTo>
                  <a:pt x="1158910" y="3388936"/>
                  <a:pt x="1137478" y="3384549"/>
                  <a:pt x="1129726" y="3401867"/>
                </a:cubicBezTo>
                <a:cubicBezTo>
                  <a:pt x="1117640" y="3422418"/>
                  <a:pt x="1128130" y="3451513"/>
                  <a:pt x="1150701" y="3458902"/>
                </a:cubicBezTo>
                <a:close/>
                <a:moveTo>
                  <a:pt x="7533992" y="3462337"/>
                </a:moveTo>
                <a:cubicBezTo>
                  <a:pt x="7551055" y="3451822"/>
                  <a:pt x="7569041" y="3436277"/>
                  <a:pt x="7564890" y="3413874"/>
                </a:cubicBezTo>
                <a:cubicBezTo>
                  <a:pt x="7562585" y="3380956"/>
                  <a:pt x="7508627" y="3376612"/>
                  <a:pt x="7498943" y="3407473"/>
                </a:cubicBezTo>
                <a:cubicBezTo>
                  <a:pt x="7486491" y="3433534"/>
                  <a:pt x="7509088" y="3457308"/>
                  <a:pt x="7533992" y="3462337"/>
                </a:cubicBezTo>
                <a:close/>
                <a:moveTo>
                  <a:pt x="7122954" y="3462337"/>
                </a:moveTo>
                <a:cubicBezTo>
                  <a:pt x="7135427" y="3453184"/>
                  <a:pt x="7153570" y="3445175"/>
                  <a:pt x="7154931" y="3427326"/>
                </a:cubicBezTo>
                <a:cubicBezTo>
                  <a:pt x="7157879" y="3409935"/>
                  <a:pt x="7142684" y="3398265"/>
                  <a:pt x="7132706" y="3386595"/>
                </a:cubicBezTo>
                <a:cubicBezTo>
                  <a:pt x="7111161" y="3386137"/>
                  <a:pt x="7084627" y="3395061"/>
                  <a:pt x="7084400" y="3420919"/>
                </a:cubicBezTo>
                <a:cubicBezTo>
                  <a:pt x="7081679" y="3444717"/>
                  <a:pt x="7104584" y="3455472"/>
                  <a:pt x="7122954" y="3462337"/>
                </a:cubicBezTo>
                <a:close/>
                <a:moveTo>
                  <a:pt x="4753808" y="3462337"/>
                </a:moveTo>
                <a:cubicBezTo>
                  <a:pt x="4776662" y="3455654"/>
                  <a:pt x="4802029" y="3433762"/>
                  <a:pt x="4787174" y="3407952"/>
                </a:cubicBezTo>
                <a:cubicBezTo>
                  <a:pt x="4776890" y="3376612"/>
                  <a:pt x="4727298" y="3381451"/>
                  <a:pt x="4721585" y="3413022"/>
                </a:cubicBezTo>
                <a:cubicBezTo>
                  <a:pt x="4713129" y="3436988"/>
                  <a:pt x="4736897" y="3451737"/>
                  <a:pt x="4753808" y="3462337"/>
                </a:cubicBezTo>
                <a:close/>
                <a:moveTo>
                  <a:pt x="2389631" y="3462337"/>
                </a:moveTo>
                <a:cubicBezTo>
                  <a:pt x="2407695" y="3455516"/>
                  <a:pt x="2429108" y="3444147"/>
                  <a:pt x="2424828" y="3420727"/>
                </a:cubicBezTo>
                <a:cubicBezTo>
                  <a:pt x="2430462" y="3381845"/>
                  <a:pt x="2364409" y="3375024"/>
                  <a:pt x="2360808" y="3413224"/>
                </a:cubicBezTo>
                <a:cubicBezTo>
                  <a:pt x="2354265" y="3435961"/>
                  <a:pt x="2371840" y="3452560"/>
                  <a:pt x="2389631" y="3462337"/>
                </a:cubicBezTo>
                <a:close/>
                <a:moveTo>
                  <a:pt x="1465007" y="3462337"/>
                </a:moveTo>
                <a:cubicBezTo>
                  <a:pt x="1478386" y="3455225"/>
                  <a:pt x="1497300" y="3450637"/>
                  <a:pt x="1500529" y="3432973"/>
                </a:cubicBezTo>
                <a:cubicBezTo>
                  <a:pt x="1508139" y="3410262"/>
                  <a:pt x="1488768" y="3382962"/>
                  <a:pt x="1463854" y="3386633"/>
                </a:cubicBezTo>
                <a:cubicBezTo>
                  <a:pt x="1442406" y="3388927"/>
                  <a:pt x="1427182" y="3412097"/>
                  <a:pt x="1433866" y="3432514"/>
                </a:cubicBezTo>
                <a:cubicBezTo>
                  <a:pt x="1438019" y="3447655"/>
                  <a:pt x="1453474" y="3453849"/>
                  <a:pt x="1465007" y="3462337"/>
                </a:cubicBezTo>
                <a:close/>
                <a:moveTo>
                  <a:pt x="1361476" y="3554609"/>
                </a:moveTo>
                <a:cubicBezTo>
                  <a:pt x="1378645" y="3555596"/>
                  <a:pt x="1396208" y="3544093"/>
                  <a:pt x="1393767" y="3524349"/>
                </a:cubicBezTo>
                <a:cubicBezTo>
                  <a:pt x="1395627" y="3499397"/>
                  <a:pt x="1362856" y="3489324"/>
                  <a:pt x="1344727" y="3503059"/>
                </a:cubicBezTo>
                <a:cubicBezTo>
                  <a:pt x="1333102" y="3515650"/>
                  <a:pt x="1331941" y="3537168"/>
                  <a:pt x="1345192" y="3549301"/>
                </a:cubicBezTo>
                <a:cubicBezTo>
                  <a:pt x="1350073" y="3552563"/>
                  <a:pt x="1355753" y="3554280"/>
                  <a:pt x="1361476" y="3554609"/>
                </a:cubicBezTo>
                <a:close/>
                <a:moveTo>
                  <a:pt x="8877893" y="3555971"/>
                </a:moveTo>
                <a:cubicBezTo>
                  <a:pt x="8887464" y="3553519"/>
                  <a:pt x="8895521" y="3547530"/>
                  <a:pt x="8897921" y="3536807"/>
                </a:cubicBezTo>
                <a:cubicBezTo>
                  <a:pt x="8908892" y="3513536"/>
                  <a:pt x="8888092" y="3484562"/>
                  <a:pt x="8862036" y="3490038"/>
                </a:cubicBezTo>
                <a:cubicBezTo>
                  <a:pt x="8830036" y="3488669"/>
                  <a:pt x="8821579" y="3542054"/>
                  <a:pt x="8848779" y="3553918"/>
                </a:cubicBezTo>
                <a:cubicBezTo>
                  <a:pt x="8857236" y="3557340"/>
                  <a:pt x="8868321" y="3558424"/>
                  <a:pt x="8877893" y="3555971"/>
                </a:cubicBezTo>
                <a:close/>
                <a:moveTo>
                  <a:pt x="246128" y="3556040"/>
                </a:moveTo>
                <a:cubicBezTo>
                  <a:pt x="254742" y="3554024"/>
                  <a:pt x="262134" y="3549322"/>
                  <a:pt x="265091" y="3540364"/>
                </a:cubicBezTo>
                <a:cubicBezTo>
                  <a:pt x="274642" y="3518193"/>
                  <a:pt x="259860" y="3487737"/>
                  <a:pt x="232568" y="3490872"/>
                </a:cubicBezTo>
                <a:cubicBezTo>
                  <a:pt x="197090" y="3489305"/>
                  <a:pt x="190495" y="3542379"/>
                  <a:pt x="219833" y="3555592"/>
                </a:cubicBezTo>
                <a:cubicBezTo>
                  <a:pt x="227679" y="3557384"/>
                  <a:pt x="237514" y="3558055"/>
                  <a:pt x="246128" y="3556040"/>
                </a:cubicBezTo>
                <a:close/>
                <a:moveTo>
                  <a:pt x="8026952" y="3556367"/>
                </a:moveTo>
                <a:cubicBezTo>
                  <a:pt x="8046289" y="3562349"/>
                  <a:pt x="8074397" y="3557518"/>
                  <a:pt x="8077320" y="3532900"/>
                </a:cubicBezTo>
                <a:cubicBezTo>
                  <a:pt x="8083391" y="3507592"/>
                  <a:pt x="8058657" y="3482974"/>
                  <a:pt x="8034147" y="3491947"/>
                </a:cubicBezTo>
                <a:cubicBezTo>
                  <a:pt x="8005590" y="3497929"/>
                  <a:pt x="8004016" y="3542793"/>
                  <a:pt x="8026952" y="3556367"/>
                </a:cubicBezTo>
                <a:close/>
                <a:moveTo>
                  <a:pt x="4767762" y="3556487"/>
                </a:moveTo>
                <a:cubicBezTo>
                  <a:pt x="4777425" y="3554049"/>
                  <a:pt x="4785553" y="3548139"/>
                  <a:pt x="4788168" y="3537122"/>
                </a:cubicBezTo>
                <a:cubicBezTo>
                  <a:pt x="4798854" y="3514170"/>
                  <a:pt x="4777709" y="3484562"/>
                  <a:pt x="4752472" y="3489841"/>
                </a:cubicBezTo>
                <a:cubicBezTo>
                  <a:pt x="4719504" y="3489612"/>
                  <a:pt x="4709954" y="3540565"/>
                  <a:pt x="4738148" y="3555024"/>
                </a:cubicBezTo>
                <a:cubicBezTo>
                  <a:pt x="4746901" y="3557893"/>
                  <a:pt x="4758099" y="3558926"/>
                  <a:pt x="4767762" y="3556487"/>
                </a:cubicBezTo>
                <a:close/>
                <a:moveTo>
                  <a:pt x="5981323" y="3556615"/>
                </a:moveTo>
                <a:cubicBezTo>
                  <a:pt x="5989251" y="3557695"/>
                  <a:pt x="5997807" y="3556785"/>
                  <a:pt x="6005449" y="3555534"/>
                </a:cubicBezTo>
                <a:cubicBezTo>
                  <a:pt x="6023473" y="3544387"/>
                  <a:pt x="6027579" y="3517316"/>
                  <a:pt x="6015488" y="3500709"/>
                </a:cubicBezTo>
                <a:cubicBezTo>
                  <a:pt x="6003624" y="3486149"/>
                  <a:pt x="5983776" y="3491836"/>
                  <a:pt x="5967577" y="3491836"/>
                </a:cubicBezTo>
                <a:cubicBezTo>
                  <a:pt x="5959821" y="3508443"/>
                  <a:pt x="5951379" y="3527780"/>
                  <a:pt x="5960961" y="3545752"/>
                </a:cubicBezTo>
                <a:cubicBezTo>
                  <a:pt x="5966094" y="3552463"/>
                  <a:pt x="5973395" y="3555534"/>
                  <a:pt x="5981323" y="3556615"/>
                </a:cubicBezTo>
                <a:close/>
                <a:moveTo>
                  <a:pt x="7952167" y="3556777"/>
                </a:moveTo>
                <a:cubicBezTo>
                  <a:pt x="7961607" y="3553902"/>
                  <a:pt x="7969771" y="3547363"/>
                  <a:pt x="7973173" y="3537779"/>
                </a:cubicBezTo>
                <a:cubicBezTo>
                  <a:pt x="7981791" y="3515230"/>
                  <a:pt x="7963875" y="3484562"/>
                  <a:pt x="7937341" y="3490651"/>
                </a:cubicBezTo>
                <a:cubicBezTo>
                  <a:pt x="7904911" y="3489523"/>
                  <a:pt x="7896066" y="3540485"/>
                  <a:pt x="7923507" y="3553790"/>
                </a:cubicBezTo>
                <a:cubicBezTo>
                  <a:pt x="7932011" y="3558863"/>
                  <a:pt x="7942727" y="3559653"/>
                  <a:pt x="7952167" y="3556777"/>
                </a:cubicBezTo>
                <a:close/>
                <a:moveTo>
                  <a:pt x="5075030" y="3557133"/>
                </a:moveTo>
                <a:cubicBezTo>
                  <a:pt x="5084820" y="3554638"/>
                  <a:pt x="5093123" y="3548402"/>
                  <a:pt x="5095816" y="3537403"/>
                </a:cubicBezTo>
                <a:cubicBezTo>
                  <a:pt x="5105241" y="3513817"/>
                  <a:pt x="5083698" y="3484561"/>
                  <a:pt x="5058115" y="3491365"/>
                </a:cubicBezTo>
                <a:cubicBezTo>
                  <a:pt x="5027819" y="3493179"/>
                  <a:pt x="5019516" y="3540578"/>
                  <a:pt x="5045324" y="3554412"/>
                </a:cubicBezTo>
                <a:cubicBezTo>
                  <a:pt x="5053964" y="3558380"/>
                  <a:pt x="5065240" y="3559628"/>
                  <a:pt x="5075030" y="3557133"/>
                </a:cubicBezTo>
                <a:close/>
                <a:moveTo>
                  <a:pt x="7438711" y="3557286"/>
                </a:moveTo>
                <a:cubicBezTo>
                  <a:pt x="7448455" y="3554869"/>
                  <a:pt x="7456798" y="3548771"/>
                  <a:pt x="7459656" y="3537954"/>
                </a:cubicBezTo>
                <a:cubicBezTo>
                  <a:pt x="7469029" y="3514480"/>
                  <a:pt x="7449827" y="3484561"/>
                  <a:pt x="7423080" y="3490545"/>
                </a:cubicBezTo>
                <a:cubicBezTo>
                  <a:pt x="7392219" y="3491926"/>
                  <a:pt x="7383304" y="3539795"/>
                  <a:pt x="7409364" y="3554524"/>
                </a:cubicBezTo>
                <a:cubicBezTo>
                  <a:pt x="7417822" y="3558437"/>
                  <a:pt x="7428967" y="3559702"/>
                  <a:pt x="7438711" y="3557286"/>
                </a:cubicBezTo>
                <a:close/>
                <a:moveTo>
                  <a:pt x="760260" y="3557328"/>
                </a:moveTo>
                <a:cubicBezTo>
                  <a:pt x="771233" y="3553993"/>
                  <a:pt x="780300" y="3546078"/>
                  <a:pt x="781917" y="3533867"/>
                </a:cubicBezTo>
                <a:cubicBezTo>
                  <a:pt x="787462" y="3513063"/>
                  <a:pt x="771291" y="3488642"/>
                  <a:pt x="747959" y="3491129"/>
                </a:cubicBezTo>
                <a:cubicBezTo>
                  <a:pt x="714462" y="3487737"/>
                  <a:pt x="700139" y="3536128"/>
                  <a:pt x="727168" y="3553314"/>
                </a:cubicBezTo>
                <a:cubicBezTo>
                  <a:pt x="736408" y="3559420"/>
                  <a:pt x="749287" y="3560663"/>
                  <a:pt x="760260" y="3557328"/>
                </a:cubicBezTo>
                <a:close/>
                <a:moveTo>
                  <a:pt x="1476147" y="3557435"/>
                </a:moveTo>
                <a:cubicBezTo>
                  <a:pt x="1485083" y="3555985"/>
                  <a:pt x="1493000" y="3551550"/>
                  <a:pt x="1496845" y="3542338"/>
                </a:cubicBezTo>
                <a:cubicBezTo>
                  <a:pt x="1509737" y="3519364"/>
                  <a:pt x="1491417" y="3484562"/>
                  <a:pt x="1463139" y="3490704"/>
                </a:cubicBezTo>
                <a:cubicBezTo>
                  <a:pt x="1430566" y="3490249"/>
                  <a:pt x="1420845" y="3541200"/>
                  <a:pt x="1449340" y="3554621"/>
                </a:cubicBezTo>
                <a:cubicBezTo>
                  <a:pt x="1457257" y="3557350"/>
                  <a:pt x="1467211" y="3558885"/>
                  <a:pt x="1476147" y="3557435"/>
                </a:cubicBezTo>
                <a:close/>
                <a:moveTo>
                  <a:pt x="6308708" y="3557516"/>
                </a:moveTo>
                <a:cubicBezTo>
                  <a:pt x="6319736" y="3554117"/>
                  <a:pt x="6328864" y="3546052"/>
                  <a:pt x="6330792" y="3533262"/>
                </a:cubicBezTo>
                <a:cubicBezTo>
                  <a:pt x="6338729" y="3505378"/>
                  <a:pt x="6305618" y="3479799"/>
                  <a:pt x="6281125" y="3493856"/>
                </a:cubicBezTo>
                <a:cubicBezTo>
                  <a:pt x="6257313" y="3503304"/>
                  <a:pt x="6254591" y="3539484"/>
                  <a:pt x="6275229" y="3553772"/>
                </a:cubicBezTo>
                <a:cubicBezTo>
                  <a:pt x="6284754" y="3559648"/>
                  <a:pt x="6297681" y="3560915"/>
                  <a:pt x="6308708" y="3557516"/>
                </a:cubicBezTo>
                <a:close/>
                <a:moveTo>
                  <a:pt x="451075" y="3557546"/>
                </a:moveTo>
                <a:cubicBezTo>
                  <a:pt x="461008" y="3555158"/>
                  <a:pt x="469474" y="3549117"/>
                  <a:pt x="472468" y="3538185"/>
                </a:cubicBezTo>
                <a:cubicBezTo>
                  <a:pt x="484215" y="3514020"/>
                  <a:pt x="460720" y="3484562"/>
                  <a:pt x="434462" y="3490776"/>
                </a:cubicBezTo>
                <a:cubicBezTo>
                  <a:pt x="403596" y="3492157"/>
                  <a:pt x="395305" y="3540487"/>
                  <a:pt x="420873" y="3554986"/>
                </a:cubicBezTo>
                <a:cubicBezTo>
                  <a:pt x="429740" y="3558668"/>
                  <a:pt x="441142" y="3559934"/>
                  <a:pt x="451075" y="3557546"/>
                </a:cubicBezTo>
                <a:close/>
                <a:moveTo>
                  <a:pt x="7231794" y="3557775"/>
                </a:moveTo>
                <a:cubicBezTo>
                  <a:pt x="7236760" y="3556653"/>
                  <a:pt x="7241485" y="3554151"/>
                  <a:pt x="7245691" y="3549831"/>
                </a:cubicBezTo>
                <a:cubicBezTo>
                  <a:pt x="7270591" y="3527776"/>
                  <a:pt x="7246364" y="3479799"/>
                  <a:pt x="7213389" y="3491395"/>
                </a:cubicBezTo>
                <a:cubicBezTo>
                  <a:pt x="7188714" y="3495033"/>
                  <a:pt x="7189163" y="3523228"/>
                  <a:pt x="7188041" y="3542555"/>
                </a:cubicBezTo>
                <a:cubicBezTo>
                  <a:pt x="7199817" y="3552105"/>
                  <a:pt x="7216894" y="3561143"/>
                  <a:pt x="7231794" y="3557775"/>
                </a:cubicBezTo>
                <a:close/>
                <a:moveTo>
                  <a:pt x="954849" y="3557881"/>
                </a:moveTo>
                <a:cubicBezTo>
                  <a:pt x="974781" y="3556481"/>
                  <a:pt x="993136" y="3539687"/>
                  <a:pt x="986275" y="3517803"/>
                </a:cubicBezTo>
                <a:cubicBezTo>
                  <a:pt x="984903" y="3488399"/>
                  <a:pt x="942130" y="3481387"/>
                  <a:pt x="925891" y="3502649"/>
                </a:cubicBezTo>
                <a:cubicBezTo>
                  <a:pt x="917199" y="3518482"/>
                  <a:pt x="916055" y="3544946"/>
                  <a:pt x="935269" y="3553767"/>
                </a:cubicBezTo>
                <a:cubicBezTo>
                  <a:pt x="941386" y="3557103"/>
                  <a:pt x="948205" y="3558347"/>
                  <a:pt x="954849" y="3557881"/>
                </a:cubicBezTo>
                <a:close/>
                <a:moveTo>
                  <a:pt x="6710137" y="3558155"/>
                </a:moveTo>
                <a:cubicBezTo>
                  <a:pt x="6728242" y="3556983"/>
                  <a:pt x="6745505" y="3545068"/>
                  <a:pt x="6741871" y="3524250"/>
                </a:cubicBezTo>
                <a:cubicBezTo>
                  <a:pt x="6745563" y="3500850"/>
                  <a:pt x="6719950" y="3484562"/>
                  <a:pt x="6699184" y="3490986"/>
                </a:cubicBezTo>
                <a:cubicBezTo>
                  <a:pt x="6669879" y="3496950"/>
                  <a:pt x="6667341" y="3543061"/>
                  <a:pt x="6692492" y="3555678"/>
                </a:cubicBezTo>
                <a:cubicBezTo>
                  <a:pt x="6697972" y="3557743"/>
                  <a:pt x="6704101" y="3558546"/>
                  <a:pt x="6710137" y="3558155"/>
                </a:cubicBezTo>
                <a:close/>
                <a:moveTo>
                  <a:pt x="8549494" y="3558175"/>
                </a:moveTo>
                <a:cubicBezTo>
                  <a:pt x="8582488" y="3570287"/>
                  <a:pt x="8610441" y="3521152"/>
                  <a:pt x="8582030" y="3499898"/>
                </a:cubicBezTo>
                <a:cubicBezTo>
                  <a:pt x="8563012" y="3481387"/>
                  <a:pt x="8536434" y="3494185"/>
                  <a:pt x="8521541" y="3511097"/>
                </a:cubicBezTo>
                <a:cubicBezTo>
                  <a:pt x="8522228" y="3530065"/>
                  <a:pt x="8524290" y="3557261"/>
                  <a:pt x="8549494" y="3558175"/>
                </a:cubicBezTo>
                <a:close/>
                <a:moveTo>
                  <a:pt x="8163233" y="3558275"/>
                </a:moveTo>
                <a:cubicBezTo>
                  <a:pt x="8176500" y="3543656"/>
                  <a:pt x="8188166" y="3522741"/>
                  <a:pt x="8175127" y="3504074"/>
                </a:cubicBezTo>
                <a:cubicBezTo>
                  <a:pt x="8157971" y="3478211"/>
                  <a:pt x="8109935" y="3492605"/>
                  <a:pt x="8113366" y="3524540"/>
                </a:cubicBezTo>
                <a:cubicBezTo>
                  <a:pt x="8108791" y="3553777"/>
                  <a:pt x="8141502" y="3559174"/>
                  <a:pt x="8163233" y="3558275"/>
                </a:cubicBezTo>
                <a:close/>
                <a:moveTo>
                  <a:pt x="5175947" y="3558312"/>
                </a:moveTo>
                <a:cubicBezTo>
                  <a:pt x="5184854" y="3556606"/>
                  <a:pt x="5192816" y="3551773"/>
                  <a:pt x="5197169" y="3543016"/>
                </a:cubicBezTo>
                <a:cubicBezTo>
                  <a:pt x="5211604" y="3519816"/>
                  <a:pt x="5191670" y="3484561"/>
                  <a:pt x="5162801" y="3490930"/>
                </a:cubicBezTo>
                <a:cubicBezTo>
                  <a:pt x="5130265" y="3490475"/>
                  <a:pt x="5122704" y="3541196"/>
                  <a:pt x="5149053" y="3554843"/>
                </a:cubicBezTo>
                <a:cubicBezTo>
                  <a:pt x="5157187" y="3558596"/>
                  <a:pt x="5167040" y="3560018"/>
                  <a:pt x="5175947" y="3558312"/>
                </a:cubicBezTo>
                <a:close/>
                <a:moveTo>
                  <a:pt x="5577019" y="3558366"/>
                </a:moveTo>
                <a:cubicBezTo>
                  <a:pt x="5595507" y="3558547"/>
                  <a:pt x="5614377" y="3544653"/>
                  <a:pt x="5613020" y="3524473"/>
                </a:cubicBezTo>
                <a:cubicBezTo>
                  <a:pt x="5613246" y="3500303"/>
                  <a:pt x="5587012" y="3482974"/>
                  <a:pt x="5565075" y="3491867"/>
                </a:cubicBezTo>
                <a:cubicBezTo>
                  <a:pt x="5538389" y="3499619"/>
                  <a:pt x="5533866" y="3541346"/>
                  <a:pt x="5559422" y="3553203"/>
                </a:cubicBezTo>
                <a:cubicBezTo>
                  <a:pt x="5564736" y="3556680"/>
                  <a:pt x="5570857" y="3558305"/>
                  <a:pt x="5577019" y="3558366"/>
                </a:cubicBezTo>
                <a:close/>
                <a:moveTo>
                  <a:pt x="8244238" y="3558381"/>
                </a:moveTo>
                <a:cubicBezTo>
                  <a:pt x="8258577" y="3559810"/>
                  <a:pt x="8273367" y="3551196"/>
                  <a:pt x="8284545" y="3542327"/>
                </a:cubicBezTo>
                <a:cubicBezTo>
                  <a:pt x="8285004" y="3520267"/>
                  <a:pt x="8280647" y="3487290"/>
                  <a:pt x="8250379" y="3490474"/>
                </a:cubicBezTo>
                <a:cubicBezTo>
                  <a:pt x="8216212" y="3484561"/>
                  <a:pt x="8202454" y="3537551"/>
                  <a:pt x="8230200" y="3553243"/>
                </a:cubicBezTo>
                <a:cubicBezTo>
                  <a:pt x="8234729" y="3556313"/>
                  <a:pt x="8239458" y="3557905"/>
                  <a:pt x="8244238" y="3558381"/>
                </a:cubicBezTo>
                <a:close/>
                <a:moveTo>
                  <a:pt x="5368146" y="3558409"/>
                </a:moveTo>
                <a:cubicBezTo>
                  <a:pt x="5379968" y="3559968"/>
                  <a:pt x="5391934" y="3556567"/>
                  <a:pt x="5400143" y="3546021"/>
                </a:cubicBezTo>
                <a:cubicBezTo>
                  <a:pt x="5419566" y="3521301"/>
                  <a:pt x="5395287" y="3481387"/>
                  <a:pt x="5362914" y="3491592"/>
                </a:cubicBezTo>
                <a:cubicBezTo>
                  <a:pt x="5337941" y="3494541"/>
                  <a:pt x="5338635" y="3522435"/>
                  <a:pt x="5337016" y="3541032"/>
                </a:cubicBezTo>
                <a:cubicBezTo>
                  <a:pt x="5344647" y="3550330"/>
                  <a:pt x="5356324" y="3556850"/>
                  <a:pt x="5368146" y="3558409"/>
                </a:cubicBezTo>
                <a:close/>
                <a:moveTo>
                  <a:pt x="7738859" y="3558486"/>
                </a:moveTo>
                <a:cubicBezTo>
                  <a:pt x="7756377" y="3556915"/>
                  <a:pt x="7773039" y="3543060"/>
                  <a:pt x="7770671" y="3523560"/>
                </a:cubicBezTo>
                <a:cubicBezTo>
                  <a:pt x="7772250" y="3501666"/>
                  <a:pt x="7747891" y="3484561"/>
                  <a:pt x="7727818" y="3490719"/>
                </a:cubicBezTo>
                <a:cubicBezTo>
                  <a:pt x="7696692" y="3494596"/>
                  <a:pt x="7691279" y="3546595"/>
                  <a:pt x="7721728" y="3555717"/>
                </a:cubicBezTo>
                <a:cubicBezTo>
                  <a:pt x="7727085" y="3558169"/>
                  <a:pt x="7733019" y="3559010"/>
                  <a:pt x="7738859" y="3558486"/>
                </a:cubicBezTo>
                <a:close/>
                <a:moveTo>
                  <a:pt x="5493711" y="3558508"/>
                </a:moveTo>
                <a:cubicBezTo>
                  <a:pt x="5502428" y="3546785"/>
                  <a:pt x="5514816" y="3533709"/>
                  <a:pt x="5509540" y="3517702"/>
                </a:cubicBezTo>
                <a:cubicBezTo>
                  <a:pt x="5504264" y="3494933"/>
                  <a:pt x="5475358" y="3484562"/>
                  <a:pt x="5455170" y="3495158"/>
                </a:cubicBezTo>
                <a:cubicBezTo>
                  <a:pt x="5438653" y="3506205"/>
                  <a:pt x="5435441" y="3530327"/>
                  <a:pt x="5445994" y="3546334"/>
                </a:cubicBezTo>
                <a:cubicBezTo>
                  <a:pt x="5457235" y="3560762"/>
                  <a:pt x="5477652" y="3555802"/>
                  <a:pt x="5493711" y="3558508"/>
                </a:cubicBezTo>
                <a:close/>
                <a:moveTo>
                  <a:pt x="330354" y="3558562"/>
                </a:moveTo>
                <a:cubicBezTo>
                  <a:pt x="344452" y="3560507"/>
                  <a:pt x="359249" y="3552598"/>
                  <a:pt x="369225" y="3542393"/>
                </a:cubicBezTo>
                <a:cubicBezTo>
                  <a:pt x="369902" y="3530600"/>
                  <a:pt x="369902" y="3519034"/>
                  <a:pt x="369225" y="3507241"/>
                </a:cubicBezTo>
                <a:cubicBezTo>
                  <a:pt x="357952" y="3497716"/>
                  <a:pt x="344875" y="3486150"/>
                  <a:pt x="328867" y="3491139"/>
                </a:cubicBezTo>
                <a:cubicBezTo>
                  <a:pt x="300909" y="3495448"/>
                  <a:pt x="293693" y="3537857"/>
                  <a:pt x="316691" y="3553052"/>
                </a:cubicBezTo>
                <a:cubicBezTo>
                  <a:pt x="321031" y="3556170"/>
                  <a:pt x="325653" y="3557914"/>
                  <a:pt x="330354" y="3558562"/>
                </a:cubicBezTo>
                <a:close/>
                <a:moveTo>
                  <a:pt x="4652838" y="3558564"/>
                </a:moveTo>
                <a:cubicBezTo>
                  <a:pt x="4671253" y="3558702"/>
                  <a:pt x="4689990" y="3545005"/>
                  <a:pt x="4687246" y="3524821"/>
                </a:cubicBezTo>
                <a:cubicBezTo>
                  <a:pt x="4689761" y="3503789"/>
                  <a:pt x="4669409" y="3486149"/>
                  <a:pt x="4648829" y="3490446"/>
                </a:cubicBezTo>
                <a:cubicBezTo>
                  <a:pt x="4617272" y="3490446"/>
                  <a:pt x="4608354" y="3540200"/>
                  <a:pt x="4635337" y="3553543"/>
                </a:cubicBezTo>
                <a:cubicBezTo>
                  <a:pt x="4640597" y="3556935"/>
                  <a:pt x="4646700" y="3558518"/>
                  <a:pt x="4652838" y="3558564"/>
                </a:cubicBezTo>
                <a:close/>
                <a:moveTo>
                  <a:pt x="2497106" y="3558619"/>
                </a:moveTo>
                <a:cubicBezTo>
                  <a:pt x="2516559" y="3556376"/>
                  <a:pt x="2533601" y="3537527"/>
                  <a:pt x="2528622" y="3516499"/>
                </a:cubicBezTo>
                <a:cubicBezTo>
                  <a:pt x="2526330" y="3484586"/>
                  <a:pt x="2472779" y="3479799"/>
                  <a:pt x="2463629" y="3509432"/>
                </a:cubicBezTo>
                <a:cubicBezTo>
                  <a:pt x="2459051" y="3525161"/>
                  <a:pt x="2459968" y="3547044"/>
                  <a:pt x="2477586" y="3554794"/>
                </a:cubicBezTo>
                <a:cubicBezTo>
                  <a:pt x="2483870" y="3558270"/>
                  <a:pt x="2490626" y="3559367"/>
                  <a:pt x="2497106" y="3558619"/>
                </a:cubicBezTo>
                <a:close/>
                <a:moveTo>
                  <a:pt x="542851" y="3558643"/>
                </a:moveTo>
                <a:cubicBezTo>
                  <a:pt x="561471" y="3558472"/>
                  <a:pt x="580254" y="3544489"/>
                  <a:pt x="577825" y="3524367"/>
                </a:cubicBezTo>
                <a:cubicBezTo>
                  <a:pt x="581063" y="3492536"/>
                  <a:pt x="533637" y="3478212"/>
                  <a:pt x="514898" y="3502086"/>
                </a:cubicBezTo>
                <a:cubicBezTo>
                  <a:pt x="500092" y="3517546"/>
                  <a:pt x="503793" y="3545967"/>
                  <a:pt x="525077" y="3553925"/>
                </a:cubicBezTo>
                <a:cubicBezTo>
                  <a:pt x="530456" y="3557222"/>
                  <a:pt x="536644" y="3558699"/>
                  <a:pt x="542851" y="3558643"/>
                </a:cubicBezTo>
                <a:close/>
                <a:moveTo>
                  <a:pt x="2392213" y="3558643"/>
                </a:moveTo>
                <a:cubicBezTo>
                  <a:pt x="2409844" y="3558192"/>
                  <a:pt x="2426275" y="3545817"/>
                  <a:pt x="2424419" y="3525192"/>
                </a:cubicBezTo>
                <a:cubicBezTo>
                  <a:pt x="2430472" y="3491504"/>
                  <a:pt x="2382508" y="3478212"/>
                  <a:pt x="2365047" y="3502962"/>
                </a:cubicBezTo>
                <a:cubicBezTo>
                  <a:pt x="2357654" y="3519233"/>
                  <a:pt x="2355859" y="3546275"/>
                  <a:pt x="2374897" y="3554983"/>
                </a:cubicBezTo>
                <a:cubicBezTo>
                  <a:pt x="2380383" y="3557619"/>
                  <a:pt x="2386368" y="3558793"/>
                  <a:pt x="2392213" y="3558643"/>
                </a:cubicBezTo>
                <a:close/>
                <a:moveTo>
                  <a:pt x="1057733" y="3558810"/>
                </a:moveTo>
                <a:cubicBezTo>
                  <a:pt x="1075814" y="3558021"/>
                  <a:pt x="1093450" y="3545401"/>
                  <a:pt x="1090228" y="3524595"/>
                </a:cubicBezTo>
                <a:cubicBezTo>
                  <a:pt x="1095430" y="3495035"/>
                  <a:pt x="1054730" y="3479800"/>
                  <a:pt x="1034834" y="3497991"/>
                </a:cubicBezTo>
                <a:cubicBezTo>
                  <a:pt x="1017647" y="3512317"/>
                  <a:pt x="1019003" y="3545515"/>
                  <a:pt x="1040257" y="3555520"/>
                </a:cubicBezTo>
                <a:cubicBezTo>
                  <a:pt x="1045629" y="3558021"/>
                  <a:pt x="1051704" y="3559073"/>
                  <a:pt x="1057733" y="3558810"/>
                </a:cubicBezTo>
                <a:close/>
                <a:moveTo>
                  <a:pt x="1166159" y="3558829"/>
                </a:moveTo>
                <a:cubicBezTo>
                  <a:pt x="1181206" y="3555603"/>
                  <a:pt x="1192289" y="3540634"/>
                  <a:pt x="1197026" y="3525149"/>
                </a:cubicBezTo>
                <a:cubicBezTo>
                  <a:pt x="1190259" y="3507485"/>
                  <a:pt x="1179431" y="3486150"/>
                  <a:pt x="1156870" y="3490279"/>
                </a:cubicBezTo>
                <a:cubicBezTo>
                  <a:pt x="1120109" y="3488444"/>
                  <a:pt x="1112892" y="3553137"/>
                  <a:pt x="1149879" y="3557725"/>
                </a:cubicBezTo>
                <a:cubicBezTo>
                  <a:pt x="1155686" y="3559675"/>
                  <a:pt x="1161143" y="3559905"/>
                  <a:pt x="1166159" y="3558829"/>
                </a:cubicBezTo>
                <a:close/>
                <a:moveTo>
                  <a:pt x="5679647" y="3558835"/>
                </a:moveTo>
                <a:cubicBezTo>
                  <a:pt x="5696278" y="3559296"/>
                  <a:pt x="5713194" y="3548667"/>
                  <a:pt x="5714885" y="3530325"/>
                </a:cubicBezTo>
                <a:cubicBezTo>
                  <a:pt x="5722779" y="3500154"/>
                  <a:pt x="5680377" y="3478211"/>
                  <a:pt x="5658499" y="3496954"/>
                </a:cubicBezTo>
                <a:cubicBezTo>
                  <a:pt x="5640229" y="3511811"/>
                  <a:pt x="5640906" y="3544724"/>
                  <a:pt x="5663686" y="3554553"/>
                </a:cubicBezTo>
                <a:cubicBezTo>
                  <a:pt x="5668592" y="3557296"/>
                  <a:pt x="5674104" y="3558681"/>
                  <a:pt x="5679647" y="3558835"/>
                </a:cubicBezTo>
                <a:close/>
                <a:moveTo>
                  <a:pt x="6912078" y="3558880"/>
                </a:moveTo>
                <a:cubicBezTo>
                  <a:pt x="6930960" y="3559125"/>
                  <a:pt x="6950647" y="3545908"/>
                  <a:pt x="6948073" y="3525273"/>
                </a:cubicBezTo>
                <a:cubicBezTo>
                  <a:pt x="6951047" y="3498214"/>
                  <a:pt x="6915820" y="3481387"/>
                  <a:pt x="6894546" y="3495940"/>
                </a:cubicBezTo>
                <a:cubicBezTo>
                  <a:pt x="6872129" y="3506854"/>
                  <a:pt x="6872587" y="3542554"/>
                  <a:pt x="6894318" y="3553924"/>
                </a:cubicBezTo>
                <a:cubicBezTo>
                  <a:pt x="6899579" y="3557221"/>
                  <a:pt x="6905784" y="3558798"/>
                  <a:pt x="6912078" y="3558880"/>
                </a:cubicBezTo>
                <a:close/>
                <a:moveTo>
                  <a:pt x="1878395" y="3558884"/>
                </a:moveTo>
                <a:cubicBezTo>
                  <a:pt x="1896861" y="3558799"/>
                  <a:pt x="1915210" y="3545227"/>
                  <a:pt x="1913844" y="3525039"/>
                </a:cubicBezTo>
                <a:cubicBezTo>
                  <a:pt x="1916122" y="3495181"/>
                  <a:pt x="1876536" y="3479799"/>
                  <a:pt x="1855153" y="3498347"/>
                </a:cubicBezTo>
                <a:cubicBezTo>
                  <a:pt x="1841504" y="3513277"/>
                  <a:pt x="1839917" y="3544492"/>
                  <a:pt x="1860612" y="3554219"/>
                </a:cubicBezTo>
                <a:cubicBezTo>
                  <a:pt x="1866071" y="3557442"/>
                  <a:pt x="1872242" y="3558912"/>
                  <a:pt x="1878395" y="3558884"/>
                </a:cubicBezTo>
                <a:close/>
                <a:moveTo>
                  <a:pt x="8748031" y="3558933"/>
                </a:moveTo>
                <a:cubicBezTo>
                  <a:pt x="8769737" y="3560762"/>
                  <a:pt x="8800941" y="3553216"/>
                  <a:pt x="8795740" y="3524175"/>
                </a:cubicBezTo>
                <a:cubicBezTo>
                  <a:pt x="8800263" y="3491018"/>
                  <a:pt x="8751875" y="3478212"/>
                  <a:pt x="8735368" y="3504052"/>
                </a:cubicBezTo>
                <a:cubicBezTo>
                  <a:pt x="8724741" y="3523260"/>
                  <a:pt x="8733107" y="3545213"/>
                  <a:pt x="8748031" y="3558933"/>
                </a:cubicBezTo>
                <a:close/>
                <a:moveTo>
                  <a:pt x="5270730" y="3558935"/>
                </a:moveTo>
                <a:cubicBezTo>
                  <a:pt x="5288108" y="3558067"/>
                  <a:pt x="5304107" y="3545599"/>
                  <a:pt x="5303422" y="3525442"/>
                </a:cubicBezTo>
                <a:cubicBezTo>
                  <a:pt x="5308441" y="3494859"/>
                  <a:pt x="5269429" y="3479799"/>
                  <a:pt x="5247983" y="3496944"/>
                </a:cubicBezTo>
                <a:cubicBezTo>
                  <a:pt x="5232241" y="3512236"/>
                  <a:pt x="5232241" y="3545599"/>
                  <a:pt x="5253459" y="3555793"/>
                </a:cubicBezTo>
                <a:cubicBezTo>
                  <a:pt x="5258991" y="3558226"/>
                  <a:pt x="5264937" y="3559225"/>
                  <a:pt x="5270730" y="3558935"/>
                </a:cubicBezTo>
                <a:close/>
                <a:moveTo>
                  <a:pt x="6605535" y="3558941"/>
                </a:moveTo>
                <a:cubicBezTo>
                  <a:pt x="6623373" y="3558490"/>
                  <a:pt x="6640638" y="3546500"/>
                  <a:pt x="6638767" y="3525871"/>
                </a:cubicBezTo>
                <a:cubicBezTo>
                  <a:pt x="6643529" y="3495385"/>
                  <a:pt x="6603161" y="3479799"/>
                  <a:pt x="6582750" y="3498365"/>
                </a:cubicBezTo>
                <a:cubicBezTo>
                  <a:pt x="6565741" y="3513035"/>
                  <a:pt x="6567556" y="3545354"/>
                  <a:pt x="6588193" y="3555439"/>
                </a:cubicBezTo>
                <a:cubicBezTo>
                  <a:pt x="6593579" y="3557960"/>
                  <a:pt x="6599589" y="3559092"/>
                  <a:pt x="6605535" y="3558941"/>
                </a:cubicBezTo>
                <a:close/>
                <a:moveTo>
                  <a:pt x="1689997" y="3558945"/>
                </a:moveTo>
                <a:cubicBezTo>
                  <a:pt x="1706863" y="3541460"/>
                  <a:pt x="1714509" y="3503958"/>
                  <a:pt x="1687523" y="3492684"/>
                </a:cubicBezTo>
                <a:cubicBezTo>
                  <a:pt x="1662112" y="3479800"/>
                  <a:pt x="1633553" y="3505338"/>
                  <a:pt x="1640973" y="3533177"/>
                </a:cubicBezTo>
                <a:cubicBezTo>
                  <a:pt x="1642098" y="3559175"/>
                  <a:pt x="1671782" y="3557335"/>
                  <a:pt x="1689997" y="3558945"/>
                </a:cubicBezTo>
                <a:close/>
                <a:moveTo>
                  <a:pt x="6503213" y="3558976"/>
                </a:moveTo>
                <a:cubicBezTo>
                  <a:pt x="6522750" y="3558083"/>
                  <a:pt x="6540609" y="3541371"/>
                  <a:pt x="6536650" y="3519940"/>
                </a:cubicBezTo>
                <a:cubicBezTo>
                  <a:pt x="6536191" y="3486149"/>
                  <a:pt x="6481336" y="3479799"/>
                  <a:pt x="6470779" y="3510188"/>
                </a:cubicBezTo>
                <a:cubicBezTo>
                  <a:pt x="6465729" y="3525156"/>
                  <a:pt x="6466647" y="3547608"/>
                  <a:pt x="6483861" y="3554185"/>
                </a:cubicBezTo>
                <a:cubicBezTo>
                  <a:pt x="6490001" y="3557813"/>
                  <a:pt x="6496700" y="3559273"/>
                  <a:pt x="6503213" y="3558976"/>
                </a:cubicBezTo>
                <a:close/>
                <a:moveTo>
                  <a:pt x="7835340" y="3558981"/>
                </a:moveTo>
                <a:cubicBezTo>
                  <a:pt x="7852544" y="3559967"/>
                  <a:pt x="7870068" y="3550153"/>
                  <a:pt x="7873138" y="3531467"/>
                </a:cubicBezTo>
                <a:cubicBezTo>
                  <a:pt x="7881779" y="3502439"/>
                  <a:pt x="7841984" y="3478211"/>
                  <a:pt x="7819017" y="3496268"/>
                </a:cubicBezTo>
                <a:cubicBezTo>
                  <a:pt x="7797641" y="3507468"/>
                  <a:pt x="7798096" y="3542896"/>
                  <a:pt x="7818789" y="3554324"/>
                </a:cubicBezTo>
                <a:cubicBezTo>
                  <a:pt x="7823906" y="3557124"/>
                  <a:pt x="7829605" y="3558653"/>
                  <a:pt x="7835340" y="3558981"/>
                </a:cubicBezTo>
                <a:close/>
                <a:moveTo>
                  <a:pt x="856114" y="3559080"/>
                </a:moveTo>
                <a:cubicBezTo>
                  <a:pt x="874744" y="3556193"/>
                  <a:pt x="890187" y="3537283"/>
                  <a:pt x="884010" y="3517486"/>
                </a:cubicBezTo>
                <a:cubicBezTo>
                  <a:pt x="880808" y="3485674"/>
                  <a:pt x="829783" y="3481387"/>
                  <a:pt x="818571" y="3510040"/>
                </a:cubicBezTo>
                <a:cubicBezTo>
                  <a:pt x="814452" y="3527413"/>
                  <a:pt x="817426" y="3549748"/>
                  <a:pt x="837105" y="3556066"/>
                </a:cubicBezTo>
                <a:cubicBezTo>
                  <a:pt x="843339" y="3559224"/>
                  <a:pt x="849904" y="3560042"/>
                  <a:pt x="856114" y="3559080"/>
                </a:cubicBezTo>
                <a:close/>
                <a:moveTo>
                  <a:pt x="7119615" y="3559121"/>
                </a:moveTo>
                <a:cubicBezTo>
                  <a:pt x="7135978" y="3559217"/>
                  <a:pt x="7152438" y="3548628"/>
                  <a:pt x="7154661" y="3531279"/>
                </a:cubicBezTo>
                <a:cubicBezTo>
                  <a:pt x="7162642" y="3503838"/>
                  <a:pt x="7126387" y="3481386"/>
                  <a:pt x="7102902" y="3494313"/>
                </a:cubicBezTo>
                <a:cubicBezTo>
                  <a:pt x="7078504" y="3505426"/>
                  <a:pt x="7078732" y="3544887"/>
                  <a:pt x="7103814" y="3555319"/>
                </a:cubicBezTo>
                <a:cubicBezTo>
                  <a:pt x="7108716" y="3557870"/>
                  <a:pt x="7114160" y="3559089"/>
                  <a:pt x="7119615" y="3559121"/>
                </a:cubicBezTo>
                <a:close/>
                <a:moveTo>
                  <a:pt x="7649354" y="3559174"/>
                </a:moveTo>
                <a:cubicBezTo>
                  <a:pt x="7658134" y="3548515"/>
                  <a:pt x="7665297" y="3536949"/>
                  <a:pt x="7672229" y="3525156"/>
                </a:cubicBezTo>
                <a:cubicBezTo>
                  <a:pt x="7664604" y="3511322"/>
                  <a:pt x="7658596" y="3492499"/>
                  <a:pt x="7639649" y="3491138"/>
                </a:cubicBezTo>
                <a:cubicBezTo>
                  <a:pt x="7612845" y="3484561"/>
                  <a:pt x="7586504" y="3514951"/>
                  <a:pt x="7600599" y="3539217"/>
                </a:cubicBezTo>
                <a:cubicBezTo>
                  <a:pt x="7608455" y="3558721"/>
                  <a:pt x="7631793" y="3556906"/>
                  <a:pt x="7649354" y="3559174"/>
                </a:cubicBezTo>
                <a:close/>
                <a:moveTo>
                  <a:pt x="1775662" y="3559206"/>
                </a:moveTo>
                <a:cubicBezTo>
                  <a:pt x="1796283" y="3558373"/>
                  <a:pt x="1815457" y="3539847"/>
                  <a:pt x="1808766" y="3517397"/>
                </a:cubicBezTo>
                <a:cubicBezTo>
                  <a:pt x="1806020" y="3485888"/>
                  <a:pt x="1754547" y="3481387"/>
                  <a:pt x="1744253" y="3510195"/>
                </a:cubicBezTo>
                <a:cubicBezTo>
                  <a:pt x="1739906" y="3525049"/>
                  <a:pt x="1739906" y="3545080"/>
                  <a:pt x="1755462" y="3553632"/>
                </a:cubicBezTo>
                <a:cubicBezTo>
                  <a:pt x="1761753" y="3557796"/>
                  <a:pt x="1768788" y="3559484"/>
                  <a:pt x="1775662" y="3559206"/>
                </a:cubicBezTo>
                <a:close/>
                <a:moveTo>
                  <a:pt x="132742" y="3559213"/>
                </a:moveTo>
                <a:cubicBezTo>
                  <a:pt x="151030" y="3558948"/>
                  <a:pt x="168774" y="3545510"/>
                  <a:pt x="165533" y="3524930"/>
                </a:cubicBezTo>
                <a:cubicBezTo>
                  <a:pt x="169400" y="3493406"/>
                  <a:pt x="124357" y="3479799"/>
                  <a:pt x="105475" y="3501797"/>
                </a:cubicBezTo>
                <a:cubicBezTo>
                  <a:pt x="93646" y="3517673"/>
                  <a:pt x="94783" y="3546475"/>
                  <a:pt x="115030" y="3554866"/>
                </a:cubicBezTo>
                <a:cubicBezTo>
                  <a:pt x="120489" y="3557927"/>
                  <a:pt x="126645" y="3559302"/>
                  <a:pt x="132742" y="3559213"/>
                </a:cubicBezTo>
                <a:close/>
                <a:moveTo>
                  <a:pt x="8970389" y="3559216"/>
                </a:moveTo>
                <a:cubicBezTo>
                  <a:pt x="8988018" y="3557993"/>
                  <a:pt x="9005107" y="3545442"/>
                  <a:pt x="9003241" y="3525361"/>
                </a:cubicBezTo>
                <a:cubicBezTo>
                  <a:pt x="9005503" y="3504125"/>
                  <a:pt x="8986506" y="3487736"/>
                  <a:pt x="8966378" y="3490044"/>
                </a:cubicBezTo>
                <a:cubicBezTo>
                  <a:pt x="8932681" y="3488659"/>
                  <a:pt x="8924766" y="3543134"/>
                  <a:pt x="8953261" y="3556522"/>
                </a:cubicBezTo>
                <a:cubicBezTo>
                  <a:pt x="8958576" y="3558772"/>
                  <a:pt x="8964512" y="3559624"/>
                  <a:pt x="8970389" y="3559216"/>
                </a:cubicBezTo>
                <a:close/>
                <a:moveTo>
                  <a:pt x="8455042" y="3559247"/>
                </a:moveTo>
                <a:cubicBezTo>
                  <a:pt x="8473560" y="3559119"/>
                  <a:pt x="8492175" y="3545911"/>
                  <a:pt x="8489800" y="3525393"/>
                </a:cubicBezTo>
                <a:cubicBezTo>
                  <a:pt x="8492514" y="3495985"/>
                  <a:pt x="8452713" y="3479799"/>
                  <a:pt x="8432361" y="3498721"/>
                </a:cubicBezTo>
                <a:cubicBezTo>
                  <a:pt x="8413591" y="3512627"/>
                  <a:pt x="8415400" y="3544999"/>
                  <a:pt x="8437336" y="3554802"/>
                </a:cubicBezTo>
                <a:cubicBezTo>
                  <a:pt x="8442707" y="3557879"/>
                  <a:pt x="8448869" y="3559290"/>
                  <a:pt x="8455042" y="3559247"/>
                </a:cubicBezTo>
                <a:close/>
                <a:moveTo>
                  <a:pt x="8353649" y="3559260"/>
                </a:moveTo>
                <a:cubicBezTo>
                  <a:pt x="8373605" y="3558115"/>
                  <a:pt x="8392665" y="3539411"/>
                  <a:pt x="8387036" y="3518035"/>
                </a:cubicBezTo>
                <a:cubicBezTo>
                  <a:pt x="8382488" y="3491796"/>
                  <a:pt x="8348149" y="3482974"/>
                  <a:pt x="8328365" y="3498356"/>
                </a:cubicBezTo>
                <a:cubicBezTo>
                  <a:pt x="8311991" y="3513285"/>
                  <a:pt x="8312673" y="3543822"/>
                  <a:pt x="8334277" y="3554001"/>
                </a:cubicBezTo>
                <a:cubicBezTo>
                  <a:pt x="8340246" y="3558072"/>
                  <a:pt x="8346998" y="3559642"/>
                  <a:pt x="8353649" y="3559260"/>
                </a:cubicBezTo>
                <a:close/>
                <a:moveTo>
                  <a:pt x="7530874" y="3559288"/>
                </a:moveTo>
                <a:cubicBezTo>
                  <a:pt x="7548841" y="3558905"/>
                  <a:pt x="7566775" y="3545511"/>
                  <a:pt x="7564740" y="3525610"/>
                </a:cubicBezTo>
                <a:cubicBezTo>
                  <a:pt x="7567454" y="3498849"/>
                  <a:pt x="7536248" y="3482974"/>
                  <a:pt x="7514088" y="3494540"/>
                </a:cubicBezTo>
                <a:cubicBezTo>
                  <a:pt x="7492380" y="3506333"/>
                  <a:pt x="7489666" y="3544207"/>
                  <a:pt x="7513636" y="3555092"/>
                </a:cubicBezTo>
                <a:cubicBezTo>
                  <a:pt x="7518893" y="3558097"/>
                  <a:pt x="7524885" y="3559415"/>
                  <a:pt x="7530874" y="3559288"/>
                </a:cubicBezTo>
                <a:close/>
                <a:moveTo>
                  <a:pt x="4860646" y="3559336"/>
                </a:moveTo>
                <a:cubicBezTo>
                  <a:pt x="4878460" y="3558649"/>
                  <a:pt x="4895858" y="3544944"/>
                  <a:pt x="4894323" y="3525182"/>
                </a:cubicBezTo>
                <a:cubicBezTo>
                  <a:pt x="4897279" y="3494251"/>
                  <a:pt x="4852932" y="3478212"/>
                  <a:pt x="4833828" y="3500895"/>
                </a:cubicBezTo>
                <a:cubicBezTo>
                  <a:pt x="4816316" y="3516018"/>
                  <a:pt x="4821547" y="3547637"/>
                  <a:pt x="4843380" y="3555427"/>
                </a:cubicBezTo>
                <a:cubicBezTo>
                  <a:pt x="4848724" y="3558348"/>
                  <a:pt x="4854708" y="3559565"/>
                  <a:pt x="4860646" y="3559336"/>
                </a:cubicBezTo>
                <a:close/>
                <a:moveTo>
                  <a:pt x="5882972" y="3559382"/>
                </a:moveTo>
                <a:cubicBezTo>
                  <a:pt x="5901872" y="3560711"/>
                  <a:pt x="5922013" y="3547379"/>
                  <a:pt x="5919638" y="3525944"/>
                </a:cubicBezTo>
                <a:cubicBezTo>
                  <a:pt x="5922126" y="3503081"/>
                  <a:pt x="5899512" y="3484561"/>
                  <a:pt x="5877802" y="3490963"/>
                </a:cubicBezTo>
                <a:cubicBezTo>
                  <a:pt x="5850213" y="3495078"/>
                  <a:pt x="5843429" y="3537605"/>
                  <a:pt x="5865365" y="3552923"/>
                </a:cubicBezTo>
                <a:cubicBezTo>
                  <a:pt x="5870509" y="3556867"/>
                  <a:pt x="5876672" y="3558939"/>
                  <a:pt x="5882972" y="3559382"/>
                </a:cubicBezTo>
                <a:close/>
                <a:moveTo>
                  <a:pt x="6403878" y="3559476"/>
                </a:moveTo>
                <a:cubicBezTo>
                  <a:pt x="6420889" y="3557870"/>
                  <a:pt x="6436584" y="3543413"/>
                  <a:pt x="6436242" y="3525383"/>
                </a:cubicBezTo>
                <a:cubicBezTo>
                  <a:pt x="6437154" y="3496355"/>
                  <a:pt x="6396554" y="3479799"/>
                  <a:pt x="6375798" y="3499756"/>
                </a:cubicBezTo>
                <a:cubicBezTo>
                  <a:pt x="6357779" y="3516085"/>
                  <a:pt x="6363481" y="3548516"/>
                  <a:pt x="6386975" y="3556453"/>
                </a:cubicBezTo>
                <a:cubicBezTo>
                  <a:pt x="6392392" y="3559118"/>
                  <a:pt x="6398208" y="3560011"/>
                  <a:pt x="6403878" y="3559476"/>
                </a:cubicBezTo>
                <a:close/>
                <a:moveTo>
                  <a:pt x="6815337" y="3559494"/>
                </a:moveTo>
                <a:cubicBezTo>
                  <a:pt x="6834398" y="3556780"/>
                  <a:pt x="6850811" y="3538427"/>
                  <a:pt x="6844008" y="3517230"/>
                </a:cubicBezTo>
                <a:cubicBezTo>
                  <a:pt x="6841286" y="3489888"/>
                  <a:pt x="6803640" y="3481386"/>
                  <a:pt x="6786177" y="3499538"/>
                </a:cubicBezTo>
                <a:cubicBezTo>
                  <a:pt x="6770529" y="3515852"/>
                  <a:pt x="6774385" y="3547790"/>
                  <a:pt x="6796156" y="3556521"/>
                </a:cubicBezTo>
                <a:cubicBezTo>
                  <a:pt x="6802336" y="3559566"/>
                  <a:pt x="6808984" y="3560399"/>
                  <a:pt x="6815337" y="3559494"/>
                </a:cubicBezTo>
                <a:close/>
                <a:moveTo>
                  <a:pt x="6193625" y="3559503"/>
                </a:moveTo>
                <a:cubicBezTo>
                  <a:pt x="6215939" y="3558819"/>
                  <a:pt x="6238094" y="3536598"/>
                  <a:pt x="6226698" y="3512838"/>
                </a:cubicBezTo>
                <a:cubicBezTo>
                  <a:pt x="6215585" y="3481387"/>
                  <a:pt x="6174310" y="3487769"/>
                  <a:pt x="6157754" y="3511015"/>
                </a:cubicBezTo>
                <a:cubicBezTo>
                  <a:pt x="6160249" y="3525373"/>
                  <a:pt x="6158435" y="3543606"/>
                  <a:pt x="6172495" y="3552267"/>
                </a:cubicBezTo>
                <a:cubicBezTo>
                  <a:pt x="6178732" y="3557565"/>
                  <a:pt x="6186187" y="3559731"/>
                  <a:pt x="6193625" y="3559503"/>
                </a:cubicBezTo>
                <a:close/>
                <a:moveTo>
                  <a:pt x="648085" y="3559512"/>
                </a:moveTo>
                <a:cubicBezTo>
                  <a:pt x="667878" y="3557342"/>
                  <a:pt x="686962" y="3539768"/>
                  <a:pt x="680773" y="3518971"/>
                </a:cubicBezTo>
                <a:cubicBezTo>
                  <a:pt x="677106" y="3493304"/>
                  <a:pt x="643407" y="3481387"/>
                  <a:pt x="623693" y="3497658"/>
                </a:cubicBezTo>
                <a:cubicBezTo>
                  <a:pt x="603291" y="3510950"/>
                  <a:pt x="606271" y="3546700"/>
                  <a:pt x="628966" y="3556096"/>
                </a:cubicBezTo>
                <a:cubicBezTo>
                  <a:pt x="634811" y="3559247"/>
                  <a:pt x="641488" y="3560235"/>
                  <a:pt x="648085" y="3559512"/>
                </a:cubicBezTo>
                <a:close/>
                <a:moveTo>
                  <a:pt x="7309329" y="3559603"/>
                </a:moveTo>
                <a:cubicBezTo>
                  <a:pt x="7330781" y="3560762"/>
                  <a:pt x="7362613" y="3553577"/>
                  <a:pt x="7358922" y="3525067"/>
                </a:cubicBezTo>
                <a:cubicBezTo>
                  <a:pt x="7365842" y="3487750"/>
                  <a:pt x="7306100" y="3476624"/>
                  <a:pt x="7293875" y="3509074"/>
                </a:cubicBezTo>
                <a:cubicBezTo>
                  <a:pt x="7284879" y="3528080"/>
                  <a:pt x="7296182" y="3546391"/>
                  <a:pt x="7309329" y="3559603"/>
                </a:cubicBezTo>
                <a:close/>
                <a:moveTo>
                  <a:pt x="1264944" y="3559650"/>
                </a:moveTo>
                <a:cubicBezTo>
                  <a:pt x="1282626" y="3558586"/>
                  <a:pt x="1299568" y="3544821"/>
                  <a:pt x="1297675" y="3525193"/>
                </a:cubicBezTo>
                <a:cubicBezTo>
                  <a:pt x="1299969" y="3496706"/>
                  <a:pt x="1263508" y="3479799"/>
                  <a:pt x="1241723" y="3495779"/>
                </a:cubicBezTo>
                <a:cubicBezTo>
                  <a:pt x="1219246" y="3509212"/>
                  <a:pt x="1221767" y="3548353"/>
                  <a:pt x="1247685" y="3556227"/>
                </a:cubicBezTo>
                <a:cubicBezTo>
                  <a:pt x="1253074" y="3558948"/>
                  <a:pt x="1259051" y="3560005"/>
                  <a:pt x="1264944" y="3559650"/>
                </a:cubicBezTo>
                <a:close/>
                <a:moveTo>
                  <a:pt x="7017585" y="3559693"/>
                </a:moveTo>
                <a:cubicBezTo>
                  <a:pt x="7036442" y="3559747"/>
                  <a:pt x="7055299" y="3545267"/>
                  <a:pt x="7052358" y="3524470"/>
                </a:cubicBezTo>
                <a:cubicBezTo>
                  <a:pt x="7053972" y="3497199"/>
                  <a:pt x="7019603" y="3481386"/>
                  <a:pt x="6997921" y="3495595"/>
                </a:cubicBezTo>
                <a:cubicBezTo>
                  <a:pt x="6975316" y="3506824"/>
                  <a:pt x="6975316" y="3545095"/>
                  <a:pt x="6999536" y="3554491"/>
                </a:cubicBezTo>
                <a:cubicBezTo>
                  <a:pt x="7005014" y="3558043"/>
                  <a:pt x="7011300" y="3559676"/>
                  <a:pt x="7017585" y="3559693"/>
                </a:cubicBezTo>
                <a:close/>
                <a:moveTo>
                  <a:pt x="3214100" y="3559739"/>
                </a:moveTo>
                <a:cubicBezTo>
                  <a:pt x="3233985" y="3558973"/>
                  <a:pt x="3253775" y="3541268"/>
                  <a:pt x="3247685" y="3519158"/>
                </a:cubicBezTo>
                <a:cubicBezTo>
                  <a:pt x="3245881" y="3491060"/>
                  <a:pt x="3209121" y="3481387"/>
                  <a:pt x="3190402" y="3498891"/>
                </a:cubicBezTo>
                <a:cubicBezTo>
                  <a:pt x="3174841" y="3513631"/>
                  <a:pt x="3177548" y="3542650"/>
                  <a:pt x="3195138" y="3554396"/>
                </a:cubicBezTo>
                <a:cubicBezTo>
                  <a:pt x="3200833" y="3558368"/>
                  <a:pt x="3207472" y="3559995"/>
                  <a:pt x="3214100" y="3559739"/>
                </a:cubicBezTo>
                <a:close/>
                <a:moveTo>
                  <a:pt x="5798551" y="3559836"/>
                </a:moveTo>
                <a:cubicBezTo>
                  <a:pt x="5824379" y="3542936"/>
                  <a:pt x="5823694" y="3494318"/>
                  <a:pt x="5788951" y="3490383"/>
                </a:cubicBezTo>
                <a:cubicBezTo>
                  <a:pt x="5759237" y="3482974"/>
                  <a:pt x="5737066" y="3520711"/>
                  <a:pt x="5753752" y="3544788"/>
                </a:cubicBezTo>
                <a:cubicBezTo>
                  <a:pt x="5762894" y="3560762"/>
                  <a:pt x="5783237" y="3556826"/>
                  <a:pt x="5798551" y="3559836"/>
                </a:cubicBezTo>
                <a:close/>
                <a:moveTo>
                  <a:pt x="6093142" y="3559962"/>
                </a:moveTo>
                <a:cubicBezTo>
                  <a:pt x="6112263" y="3558348"/>
                  <a:pt x="6129366" y="3539970"/>
                  <a:pt x="6125163" y="3518771"/>
                </a:cubicBezTo>
                <a:cubicBezTo>
                  <a:pt x="6123146" y="3489593"/>
                  <a:pt x="6080564" y="3481387"/>
                  <a:pt x="6064876" y="3503270"/>
                </a:cubicBezTo>
                <a:cubicBezTo>
                  <a:pt x="6054566" y="3519227"/>
                  <a:pt x="6055239" y="3546353"/>
                  <a:pt x="6074064" y="3555470"/>
                </a:cubicBezTo>
                <a:cubicBezTo>
                  <a:pt x="6080171" y="3559174"/>
                  <a:pt x="6086769" y="3560499"/>
                  <a:pt x="6093142" y="3559962"/>
                </a:cubicBezTo>
                <a:close/>
                <a:moveTo>
                  <a:pt x="1573495" y="3560039"/>
                </a:moveTo>
                <a:cubicBezTo>
                  <a:pt x="1593359" y="3558019"/>
                  <a:pt x="1610733" y="3539169"/>
                  <a:pt x="1604180" y="3517626"/>
                </a:cubicBezTo>
                <a:cubicBezTo>
                  <a:pt x="1601422" y="3491637"/>
                  <a:pt x="1566472" y="3482974"/>
                  <a:pt x="1547849" y="3497792"/>
                </a:cubicBezTo>
                <a:cubicBezTo>
                  <a:pt x="1530374" y="3512838"/>
                  <a:pt x="1531753" y="3545666"/>
                  <a:pt x="1553596" y="3555925"/>
                </a:cubicBezTo>
                <a:cubicBezTo>
                  <a:pt x="1559977" y="3559515"/>
                  <a:pt x="1566875" y="3560712"/>
                  <a:pt x="1573495" y="3560039"/>
                </a:cubicBezTo>
                <a:close/>
                <a:moveTo>
                  <a:pt x="7030766" y="3658893"/>
                </a:moveTo>
                <a:cubicBezTo>
                  <a:pt x="7040858" y="3655005"/>
                  <a:pt x="7049022" y="3647002"/>
                  <a:pt x="7051063" y="3635111"/>
                </a:cubicBezTo>
                <a:cubicBezTo>
                  <a:pt x="7057867" y="3609272"/>
                  <a:pt x="7029292" y="3584575"/>
                  <a:pt x="7004799" y="3594865"/>
                </a:cubicBezTo>
                <a:cubicBezTo>
                  <a:pt x="6975770" y="3601268"/>
                  <a:pt x="6973729" y="3644944"/>
                  <a:pt x="6998902" y="3657978"/>
                </a:cubicBezTo>
                <a:cubicBezTo>
                  <a:pt x="7008654" y="3662552"/>
                  <a:pt x="7020674" y="3662780"/>
                  <a:pt x="7030766" y="3658893"/>
                </a:cubicBezTo>
                <a:close/>
                <a:moveTo>
                  <a:pt x="661617" y="3659972"/>
                </a:moveTo>
                <a:cubicBezTo>
                  <a:pt x="671499" y="3655930"/>
                  <a:pt x="679483" y="3647964"/>
                  <a:pt x="681437" y="3636845"/>
                </a:cubicBezTo>
                <a:cubicBezTo>
                  <a:pt x="690630" y="3607729"/>
                  <a:pt x="652482" y="3584574"/>
                  <a:pt x="627894" y="3597871"/>
                </a:cubicBezTo>
                <a:cubicBezTo>
                  <a:pt x="603306" y="3608876"/>
                  <a:pt x="605143" y="3650371"/>
                  <a:pt x="630421" y="3659542"/>
                </a:cubicBezTo>
                <a:cubicBezTo>
                  <a:pt x="639959" y="3664127"/>
                  <a:pt x="651735" y="3664012"/>
                  <a:pt x="661617" y="3659972"/>
                </a:cubicBezTo>
                <a:close/>
                <a:moveTo>
                  <a:pt x="1892756" y="3660194"/>
                </a:moveTo>
                <a:cubicBezTo>
                  <a:pt x="1902788" y="3656369"/>
                  <a:pt x="1910937" y="3648315"/>
                  <a:pt x="1912749" y="3636494"/>
                </a:cubicBezTo>
                <a:cubicBezTo>
                  <a:pt x="1920904" y="3610070"/>
                  <a:pt x="1892386" y="3584574"/>
                  <a:pt x="1867513" y="3595236"/>
                </a:cubicBezTo>
                <a:cubicBezTo>
                  <a:pt x="1840823" y="3601494"/>
                  <a:pt x="1836750" y="3647156"/>
                  <a:pt x="1861405" y="3658513"/>
                </a:cubicBezTo>
                <a:cubicBezTo>
                  <a:pt x="1870790" y="3663612"/>
                  <a:pt x="1882716" y="3664018"/>
                  <a:pt x="1892756" y="3660194"/>
                </a:cubicBezTo>
                <a:close/>
                <a:moveTo>
                  <a:pt x="7521845" y="3660576"/>
                </a:moveTo>
                <a:cubicBezTo>
                  <a:pt x="7542938" y="3663093"/>
                  <a:pt x="7565876" y="3654380"/>
                  <a:pt x="7564519" y="3629680"/>
                </a:cubicBezTo>
                <a:cubicBezTo>
                  <a:pt x="7569042" y="3599003"/>
                  <a:pt x="7528339" y="3582987"/>
                  <a:pt x="7507083" y="3602386"/>
                </a:cubicBezTo>
                <a:cubicBezTo>
                  <a:pt x="7491254" y="3615469"/>
                  <a:pt x="7498942" y="3637575"/>
                  <a:pt x="7502334" y="3654493"/>
                </a:cubicBezTo>
                <a:cubicBezTo>
                  <a:pt x="7507987" y="3657651"/>
                  <a:pt x="7514813" y="3659737"/>
                  <a:pt x="7521845" y="3660576"/>
                </a:cubicBezTo>
                <a:close/>
                <a:moveTo>
                  <a:pt x="1155378" y="3660588"/>
                </a:moveTo>
                <a:cubicBezTo>
                  <a:pt x="1163213" y="3661761"/>
                  <a:pt x="1171049" y="3661532"/>
                  <a:pt x="1178485" y="3657528"/>
                </a:cubicBezTo>
                <a:cubicBezTo>
                  <a:pt x="1199531" y="3645858"/>
                  <a:pt x="1200218" y="3611762"/>
                  <a:pt x="1180543" y="3598490"/>
                </a:cubicBezTo>
                <a:cubicBezTo>
                  <a:pt x="1164529" y="3589337"/>
                  <a:pt x="1139827" y="3591854"/>
                  <a:pt x="1129992" y="3609016"/>
                </a:cubicBezTo>
                <a:cubicBezTo>
                  <a:pt x="1120844" y="3623204"/>
                  <a:pt x="1129078" y="3640366"/>
                  <a:pt x="1132280" y="3655240"/>
                </a:cubicBezTo>
                <a:cubicBezTo>
                  <a:pt x="1139712" y="3656841"/>
                  <a:pt x="1147545" y="3659416"/>
                  <a:pt x="1155378" y="3660588"/>
                </a:cubicBezTo>
                <a:close/>
                <a:moveTo>
                  <a:pt x="2590431" y="3660775"/>
                </a:moveTo>
                <a:cubicBezTo>
                  <a:pt x="2613755" y="3667125"/>
                  <a:pt x="2638455" y="3645580"/>
                  <a:pt x="2631820" y="3621541"/>
                </a:cubicBezTo>
                <a:cubicBezTo>
                  <a:pt x="2630224" y="3592966"/>
                  <a:pt x="2588834" y="3584575"/>
                  <a:pt x="2571684" y="3604532"/>
                </a:cubicBezTo>
                <a:cubicBezTo>
                  <a:pt x="2555906" y="3622675"/>
                  <a:pt x="2563456" y="3658280"/>
                  <a:pt x="2590431" y="3660775"/>
                </a:cubicBezTo>
                <a:close/>
                <a:moveTo>
                  <a:pt x="3931764" y="3661202"/>
                </a:moveTo>
                <a:cubicBezTo>
                  <a:pt x="3940634" y="3662065"/>
                  <a:pt x="3949303" y="3660799"/>
                  <a:pt x="3956651" y="3654475"/>
                </a:cubicBezTo>
                <a:cubicBezTo>
                  <a:pt x="3968592" y="3645044"/>
                  <a:pt x="3967674" y="3628023"/>
                  <a:pt x="3965837" y="3614223"/>
                </a:cubicBezTo>
                <a:cubicBezTo>
                  <a:pt x="3958029" y="3588232"/>
                  <a:pt x="3916924" y="3586162"/>
                  <a:pt x="3903375" y="3608243"/>
                </a:cubicBezTo>
                <a:cubicBezTo>
                  <a:pt x="3895567" y="3623424"/>
                  <a:pt x="3901767" y="3640214"/>
                  <a:pt x="3905671" y="3655165"/>
                </a:cubicBezTo>
                <a:cubicBezTo>
                  <a:pt x="3913824" y="3657350"/>
                  <a:pt x="3922894" y="3660340"/>
                  <a:pt x="3931764" y="3661202"/>
                </a:cubicBezTo>
                <a:close/>
                <a:moveTo>
                  <a:pt x="859516" y="3661218"/>
                </a:moveTo>
                <a:cubicBezTo>
                  <a:pt x="866467" y="3660548"/>
                  <a:pt x="873282" y="3658700"/>
                  <a:pt x="879043" y="3655891"/>
                </a:cubicBezTo>
                <a:cubicBezTo>
                  <a:pt x="883376" y="3639385"/>
                  <a:pt x="890676" y="3619210"/>
                  <a:pt x="878358" y="3604308"/>
                </a:cubicBezTo>
                <a:cubicBezTo>
                  <a:pt x="858966" y="3582987"/>
                  <a:pt x="812881" y="3596743"/>
                  <a:pt x="818128" y="3629526"/>
                </a:cubicBezTo>
                <a:cubicBezTo>
                  <a:pt x="816588" y="3654630"/>
                  <a:pt x="838662" y="3663228"/>
                  <a:pt x="859516" y="3661218"/>
                </a:cubicBezTo>
                <a:close/>
                <a:moveTo>
                  <a:pt x="7636298" y="3661508"/>
                </a:moveTo>
                <a:cubicBezTo>
                  <a:pt x="7655112" y="3659262"/>
                  <a:pt x="7672168" y="3642179"/>
                  <a:pt x="7667222" y="3621932"/>
                </a:cubicBezTo>
                <a:cubicBezTo>
                  <a:pt x="7665630" y="3595386"/>
                  <a:pt x="7628562" y="3586162"/>
                  <a:pt x="7609915" y="3601910"/>
                </a:cubicBezTo>
                <a:cubicBezTo>
                  <a:pt x="7591267" y="3616083"/>
                  <a:pt x="7594906" y="3650277"/>
                  <a:pt x="7617647" y="3658377"/>
                </a:cubicBezTo>
                <a:cubicBezTo>
                  <a:pt x="7623560" y="3661358"/>
                  <a:pt x="7630026" y="3662257"/>
                  <a:pt x="7636298" y="3661508"/>
                </a:cubicBezTo>
                <a:close/>
                <a:moveTo>
                  <a:pt x="5786784" y="3661538"/>
                </a:moveTo>
                <a:cubicBezTo>
                  <a:pt x="5805743" y="3659215"/>
                  <a:pt x="5822309" y="3641990"/>
                  <a:pt x="5816097" y="3621184"/>
                </a:cubicBezTo>
                <a:cubicBezTo>
                  <a:pt x="5817017" y="3587304"/>
                  <a:pt x="5758579" y="3584575"/>
                  <a:pt x="5750296" y="3614590"/>
                </a:cubicBezTo>
                <a:cubicBezTo>
                  <a:pt x="5745004" y="3630962"/>
                  <a:pt x="5749376" y="3652564"/>
                  <a:pt x="5767781" y="3658476"/>
                </a:cubicBezTo>
                <a:cubicBezTo>
                  <a:pt x="5773878" y="3661432"/>
                  <a:pt x="5780464" y="3662313"/>
                  <a:pt x="5786784" y="3661538"/>
                </a:cubicBezTo>
                <a:close/>
                <a:moveTo>
                  <a:pt x="8972319" y="3661586"/>
                </a:moveTo>
                <a:cubicBezTo>
                  <a:pt x="8991390" y="3659785"/>
                  <a:pt x="9008468" y="3643163"/>
                  <a:pt x="9002396" y="3621454"/>
                </a:cubicBezTo>
                <a:cubicBezTo>
                  <a:pt x="9002171" y="3594996"/>
                  <a:pt x="8970685" y="3590925"/>
                  <a:pt x="8951119" y="3597031"/>
                </a:cubicBezTo>
                <a:cubicBezTo>
                  <a:pt x="8931103" y="3610147"/>
                  <a:pt x="8929529" y="3648591"/>
                  <a:pt x="8953368" y="3658088"/>
                </a:cubicBezTo>
                <a:cubicBezTo>
                  <a:pt x="8959384" y="3661141"/>
                  <a:pt x="8965962" y="3662187"/>
                  <a:pt x="8972319" y="3661586"/>
                </a:cubicBezTo>
                <a:close/>
                <a:moveTo>
                  <a:pt x="6507387" y="3661590"/>
                </a:moveTo>
                <a:cubicBezTo>
                  <a:pt x="6515208" y="3660936"/>
                  <a:pt x="6522716" y="3658036"/>
                  <a:pt x="6528517" y="3652350"/>
                </a:cubicBezTo>
                <a:cubicBezTo>
                  <a:pt x="6538755" y="3639385"/>
                  <a:pt x="6538755" y="3619142"/>
                  <a:pt x="6529655" y="3605495"/>
                </a:cubicBezTo>
                <a:cubicBezTo>
                  <a:pt x="6514639" y="3586162"/>
                  <a:pt x="6478920" y="3590711"/>
                  <a:pt x="6470275" y="3614139"/>
                </a:cubicBezTo>
                <a:cubicBezTo>
                  <a:pt x="6467317" y="3629150"/>
                  <a:pt x="6467545" y="3650758"/>
                  <a:pt x="6484380" y="3657354"/>
                </a:cubicBezTo>
                <a:cubicBezTo>
                  <a:pt x="6491433" y="3660652"/>
                  <a:pt x="6499567" y="3662244"/>
                  <a:pt x="6507387" y="3661590"/>
                </a:cubicBezTo>
                <a:close/>
                <a:moveTo>
                  <a:pt x="6194974" y="3661600"/>
                </a:moveTo>
                <a:cubicBezTo>
                  <a:pt x="6212459" y="3661186"/>
                  <a:pt x="6230040" y="3648812"/>
                  <a:pt x="6228664" y="3629932"/>
                </a:cubicBezTo>
                <a:cubicBezTo>
                  <a:pt x="6235542" y="3599089"/>
                  <a:pt x="6192671" y="3582987"/>
                  <a:pt x="6171808" y="3601810"/>
                </a:cubicBezTo>
                <a:cubicBezTo>
                  <a:pt x="6151404" y="3614964"/>
                  <a:pt x="6155760" y="3649435"/>
                  <a:pt x="6178228" y="3657826"/>
                </a:cubicBezTo>
                <a:cubicBezTo>
                  <a:pt x="6183329" y="3660547"/>
                  <a:pt x="6189146" y="3661738"/>
                  <a:pt x="6194974" y="3661600"/>
                </a:cubicBezTo>
                <a:close/>
                <a:moveTo>
                  <a:pt x="3105228" y="3661651"/>
                </a:moveTo>
                <a:cubicBezTo>
                  <a:pt x="3128823" y="3667125"/>
                  <a:pt x="3151030" y="3645000"/>
                  <a:pt x="3144785" y="3621735"/>
                </a:cubicBezTo>
                <a:cubicBezTo>
                  <a:pt x="3144785" y="3594593"/>
                  <a:pt x="3109623" y="3587750"/>
                  <a:pt x="3089961" y="3599155"/>
                </a:cubicBezTo>
                <a:cubicBezTo>
                  <a:pt x="3070067" y="3616946"/>
                  <a:pt x="3075388" y="3658002"/>
                  <a:pt x="3105228" y="3661651"/>
                </a:cubicBezTo>
                <a:close/>
                <a:moveTo>
                  <a:pt x="6808507" y="3661673"/>
                </a:moveTo>
                <a:cubicBezTo>
                  <a:pt x="6827621" y="3662358"/>
                  <a:pt x="6847711" y="3649161"/>
                  <a:pt x="6845979" y="3628249"/>
                </a:cubicBezTo>
                <a:cubicBezTo>
                  <a:pt x="6849904" y="3593512"/>
                  <a:pt x="6797950" y="3581400"/>
                  <a:pt x="6781093" y="3608139"/>
                </a:cubicBezTo>
                <a:cubicBezTo>
                  <a:pt x="6773704" y="3623451"/>
                  <a:pt x="6773935" y="3646761"/>
                  <a:pt x="6790561" y="3656131"/>
                </a:cubicBezTo>
                <a:cubicBezTo>
                  <a:pt x="6795872" y="3659673"/>
                  <a:pt x="6802135" y="3661444"/>
                  <a:pt x="6808507" y="3661673"/>
                </a:cubicBezTo>
                <a:close/>
                <a:moveTo>
                  <a:pt x="1266521" y="3661691"/>
                </a:moveTo>
                <a:cubicBezTo>
                  <a:pt x="1284980" y="3658728"/>
                  <a:pt x="1300540" y="3641054"/>
                  <a:pt x="1296755" y="3621482"/>
                </a:cubicBezTo>
                <a:cubicBezTo>
                  <a:pt x="1294693" y="3593811"/>
                  <a:pt x="1254352" y="3586162"/>
                  <a:pt x="1236014" y="3603710"/>
                </a:cubicBezTo>
                <a:cubicBezTo>
                  <a:pt x="1217675" y="3619007"/>
                  <a:pt x="1224089" y="3652527"/>
                  <a:pt x="1247705" y="3659277"/>
                </a:cubicBezTo>
                <a:cubicBezTo>
                  <a:pt x="1253894" y="3662032"/>
                  <a:pt x="1260368" y="3662679"/>
                  <a:pt x="1266521" y="3661691"/>
                </a:cubicBezTo>
                <a:close/>
                <a:moveTo>
                  <a:pt x="5265107" y="3661706"/>
                </a:moveTo>
                <a:cubicBezTo>
                  <a:pt x="5272729" y="3663111"/>
                  <a:pt x="5280350" y="3662997"/>
                  <a:pt x="5287517" y="3658868"/>
                </a:cubicBezTo>
                <a:cubicBezTo>
                  <a:pt x="5302988" y="3651070"/>
                  <a:pt x="5306855" y="3630428"/>
                  <a:pt x="5301850" y="3615061"/>
                </a:cubicBezTo>
                <a:cubicBezTo>
                  <a:pt x="5294797" y="3586162"/>
                  <a:pt x="5243380" y="3586850"/>
                  <a:pt x="5238830" y="3616896"/>
                </a:cubicBezTo>
                <a:cubicBezTo>
                  <a:pt x="5235417" y="3629740"/>
                  <a:pt x="5240877" y="3642584"/>
                  <a:pt x="5242698" y="3655428"/>
                </a:cubicBezTo>
                <a:cubicBezTo>
                  <a:pt x="5249864" y="3657377"/>
                  <a:pt x="5257486" y="3660301"/>
                  <a:pt x="5265107" y="3661706"/>
                </a:cubicBezTo>
                <a:close/>
                <a:moveTo>
                  <a:pt x="2186938" y="3661708"/>
                </a:moveTo>
                <a:cubicBezTo>
                  <a:pt x="2207354" y="3660987"/>
                  <a:pt x="2226701" y="3643725"/>
                  <a:pt x="2220180" y="3620992"/>
                </a:cubicBezTo>
                <a:cubicBezTo>
                  <a:pt x="2217664" y="3587741"/>
                  <a:pt x="2164806" y="3584574"/>
                  <a:pt x="2153826" y="3614206"/>
                </a:cubicBezTo>
                <a:cubicBezTo>
                  <a:pt x="2151084" y="3628909"/>
                  <a:pt x="2151084" y="3649041"/>
                  <a:pt x="2167095" y="3656505"/>
                </a:cubicBezTo>
                <a:cubicBezTo>
                  <a:pt x="2173218" y="3660351"/>
                  <a:pt x="2180134" y="3661948"/>
                  <a:pt x="2186938" y="3661708"/>
                </a:cubicBezTo>
                <a:close/>
                <a:moveTo>
                  <a:pt x="6608032" y="3661788"/>
                </a:moveTo>
                <a:cubicBezTo>
                  <a:pt x="6618435" y="3661529"/>
                  <a:pt x="6627928" y="3657565"/>
                  <a:pt x="6633726" y="3646419"/>
                </a:cubicBezTo>
                <a:cubicBezTo>
                  <a:pt x="6653054" y="3620679"/>
                  <a:pt x="6624403" y="3582987"/>
                  <a:pt x="6594616" y="3595398"/>
                </a:cubicBezTo>
                <a:cubicBezTo>
                  <a:pt x="6567329" y="3601143"/>
                  <a:pt x="6569603" y="3634238"/>
                  <a:pt x="6576880" y="3654922"/>
                </a:cubicBezTo>
                <a:cubicBezTo>
                  <a:pt x="6586316" y="3658600"/>
                  <a:pt x="6597629" y="3662047"/>
                  <a:pt x="6608032" y="3661788"/>
                </a:cubicBezTo>
                <a:close/>
                <a:moveTo>
                  <a:pt x="8455408" y="3661840"/>
                </a:moveTo>
                <a:cubicBezTo>
                  <a:pt x="8472967" y="3661218"/>
                  <a:pt x="8489726" y="3648858"/>
                  <a:pt x="8490238" y="3629792"/>
                </a:cubicBezTo>
                <a:cubicBezTo>
                  <a:pt x="8492967" y="3602572"/>
                  <a:pt x="8459534" y="3584574"/>
                  <a:pt x="8436790" y="3598522"/>
                </a:cubicBezTo>
                <a:cubicBezTo>
                  <a:pt x="8413592" y="3609771"/>
                  <a:pt x="8413592" y="3648915"/>
                  <a:pt x="8438155" y="3658363"/>
                </a:cubicBezTo>
                <a:cubicBezTo>
                  <a:pt x="8443613" y="3660950"/>
                  <a:pt x="8449555" y="3662047"/>
                  <a:pt x="8455408" y="3661840"/>
                </a:cubicBezTo>
                <a:close/>
                <a:moveTo>
                  <a:pt x="4867560" y="3661846"/>
                </a:moveTo>
                <a:cubicBezTo>
                  <a:pt x="4883900" y="3657409"/>
                  <a:pt x="4896316" y="3640304"/>
                  <a:pt x="4893425" y="3622299"/>
                </a:cubicBezTo>
                <a:cubicBezTo>
                  <a:pt x="4891837" y="3593262"/>
                  <a:pt x="4849655" y="3584574"/>
                  <a:pt x="4832192" y="3604923"/>
                </a:cubicBezTo>
                <a:cubicBezTo>
                  <a:pt x="4813142" y="3622070"/>
                  <a:pt x="4824708" y="3658880"/>
                  <a:pt x="4850335" y="3661624"/>
                </a:cubicBezTo>
                <a:cubicBezTo>
                  <a:pt x="4856232" y="3663396"/>
                  <a:pt x="4862114" y="3663325"/>
                  <a:pt x="4867560" y="3661846"/>
                </a:cubicBezTo>
                <a:close/>
                <a:moveTo>
                  <a:pt x="6290093" y="3661872"/>
                </a:moveTo>
                <a:cubicBezTo>
                  <a:pt x="6316916" y="3668712"/>
                  <a:pt x="6341905" y="3639757"/>
                  <a:pt x="6330672" y="3614450"/>
                </a:cubicBezTo>
                <a:cubicBezTo>
                  <a:pt x="6320126" y="3582987"/>
                  <a:pt x="6266479" y="3590055"/>
                  <a:pt x="6261894" y="3621974"/>
                </a:cubicBezTo>
                <a:cubicBezTo>
                  <a:pt x="6257767" y="3640441"/>
                  <a:pt x="6270835" y="3659820"/>
                  <a:pt x="6290093" y="3661872"/>
                </a:cubicBezTo>
                <a:close/>
                <a:moveTo>
                  <a:pt x="7231906" y="3661895"/>
                </a:moveTo>
                <a:cubicBezTo>
                  <a:pt x="7247931" y="3657306"/>
                  <a:pt x="7259702" y="3640112"/>
                  <a:pt x="7255608" y="3622402"/>
                </a:cubicBezTo>
                <a:cubicBezTo>
                  <a:pt x="7254926" y="3585262"/>
                  <a:pt x="7189416" y="3584574"/>
                  <a:pt x="7189189" y="3621943"/>
                </a:cubicBezTo>
                <a:cubicBezTo>
                  <a:pt x="7184867" y="3640284"/>
                  <a:pt x="7195785" y="3659542"/>
                  <a:pt x="7214892" y="3661834"/>
                </a:cubicBezTo>
                <a:cubicBezTo>
                  <a:pt x="7220749" y="3663553"/>
                  <a:pt x="7226564" y="3663424"/>
                  <a:pt x="7231906" y="3661895"/>
                </a:cubicBezTo>
                <a:close/>
                <a:moveTo>
                  <a:pt x="6405475" y="3661927"/>
                </a:moveTo>
                <a:cubicBezTo>
                  <a:pt x="6424470" y="3659068"/>
                  <a:pt x="6441489" y="3641706"/>
                  <a:pt x="6435442" y="3621249"/>
                </a:cubicBezTo>
                <a:cubicBezTo>
                  <a:pt x="6431756" y="3593514"/>
                  <a:pt x="6393283" y="3584575"/>
                  <a:pt x="6374392" y="3603141"/>
                </a:cubicBezTo>
                <a:cubicBezTo>
                  <a:pt x="6356192" y="3618728"/>
                  <a:pt x="6363795" y="3652650"/>
                  <a:pt x="6386602" y="3659527"/>
                </a:cubicBezTo>
                <a:cubicBezTo>
                  <a:pt x="6392592" y="3662220"/>
                  <a:pt x="6399143" y="3662879"/>
                  <a:pt x="6405475" y="3661927"/>
                </a:cubicBezTo>
                <a:close/>
                <a:moveTo>
                  <a:pt x="2498316" y="3661938"/>
                </a:moveTo>
                <a:cubicBezTo>
                  <a:pt x="2517381" y="3659989"/>
                  <a:pt x="2535020" y="3641777"/>
                  <a:pt x="2529501" y="3621381"/>
                </a:cubicBezTo>
                <a:cubicBezTo>
                  <a:pt x="2527430" y="3590300"/>
                  <a:pt x="2478669" y="3582987"/>
                  <a:pt x="2465572" y="3609497"/>
                </a:cubicBezTo>
                <a:cubicBezTo>
                  <a:pt x="2454304" y="3625951"/>
                  <a:pt x="2462352" y="3649033"/>
                  <a:pt x="2479593" y="3657946"/>
                </a:cubicBezTo>
                <a:cubicBezTo>
                  <a:pt x="2485454" y="3661431"/>
                  <a:pt x="2491965" y="3662588"/>
                  <a:pt x="2498316" y="3661938"/>
                </a:cubicBezTo>
                <a:close/>
                <a:moveTo>
                  <a:pt x="9075138" y="3661943"/>
                </a:moveTo>
                <a:cubicBezTo>
                  <a:pt x="9093633" y="3659057"/>
                  <a:pt x="9109538" y="3641744"/>
                  <a:pt x="9106638" y="3621738"/>
                </a:cubicBezTo>
                <a:cubicBezTo>
                  <a:pt x="9104819" y="3592327"/>
                  <a:pt x="9063203" y="3584575"/>
                  <a:pt x="9045465" y="3604638"/>
                </a:cubicBezTo>
                <a:cubicBezTo>
                  <a:pt x="9027954" y="3619458"/>
                  <a:pt x="9035004" y="3651832"/>
                  <a:pt x="9056380" y="3659584"/>
                </a:cubicBezTo>
                <a:cubicBezTo>
                  <a:pt x="9062520" y="3662263"/>
                  <a:pt x="9068973" y="3662904"/>
                  <a:pt x="9075138" y="3661943"/>
                </a:cubicBezTo>
                <a:close/>
                <a:moveTo>
                  <a:pt x="7434327" y="3661953"/>
                </a:moveTo>
                <a:cubicBezTo>
                  <a:pt x="7451964" y="3658612"/>
                  <a:pt x="7465741" y="3640737"/>
                  <a:pt x="7460638" y="3620800"/>
                </a:cubicBezTo>
                <a:cubicBezTo>
                  <a:pt x="7460185" y="3586883"/>
                  <a:pt x="7404622" y="3582987"/>
                  <a:pt x="7396231" y="3614154"/>
                </a:cubicBezTo>
                <a:cubicBezTo>
                  <a:pt x="7389654" y="3631112"/>
                  <a:pt x="7397138" y="3655175"/>
                  <a:pt x="7415961" y="3659987"/>
                </a:cubicBezTo>
                <a:cubicBezTo>
                  <a:pt x="7422141" y="3662565"/>
                  <a:pt x="7428449" y="3663067"/>
                  <a:pt x="7434327" y="3661953"/>
                </a:cubicBezTo>
                <a:close/>
                <a:moveTo>
                  <a:pt x="1059480" y="3661975"/>
                </a:moveTo>
                <a:cubicBezTo>
                  <a:pt x="1077980" y="3660100"/>
                  <a:pt x="1094136" y="3642055"/>
                  <a:pt x="1090214" y="3621824"/>
                </a:cubicBezTo>
                <a:cubicBezTo>
                  <a:pt x="1089532" y="3597135"/>
                  <a:pt x="1058376" y="3586162"/>
                  <a:pt x="1038818" y="3597364"/>
                </a:cubicBezTo>
                <a:cubicBezTo>
                  <a:pt x="1016076" y="3609251"/>
                  <a:pt x="1018123" y="3647427"/>
                  <a:pt x="1040864" y="3657942"/>
                </a:cubicBezTo>
                <a:cubicBezTo>
                  <a:pt x="1046892" y="3661428"/>
                  <a:pt x="1053316" y="3662600"/>
                  <a:pt x="1059480" y="3661975"/>
                </a:cubicBezTo>
                <a:close/>
                <a:moveTo>
                  <a:pt x="7944029" y="3661995"/>
                </a:moveTo>
                <a:cubicBezTo>
                  <a:pt x="7964599" y="3659747"/>
                  <a:pt x="7982075" y="3638923"/>
                  <a:pt x="7973401" y="3616699"/>
                </a:cubicBezTo>
                <a:cubicBezTo>
                  <a:pt x="7967051" y="3586162"/>
                  <a:pt x="7914210" y="3586162"/>
                  <a:pt x="7908540" y="3617151"/>
                </a:cubicBezTo>
                <a:cubicBezTo>
                  <a:pt x="7905592" y="3631628"/>
                  <a:pt x="7908087" y="3650629"/>
                  <a:pt x="7923281" y="3657415"/>
                </a:cubicBezTo>
                <a:cubicBezTo>
                  <a:pt x="7929971" y="3661430"/>
                  <a:pt x="7937172" y="3662745"/>
                  <a:pt x="7944029" y="3661995"/>
                </a:cubicBezTo>
                <a:close/>
                <a:moveTo>
                  <a:pt x="8139543" y="3662011"/>
                </a:moveTo>
                <a:cubicBezTo>
                  <a:pt x="8163059" y="3668712"/>
                  <a:pt x="8184992" y="3646299"/>
                  <a:pt x="8180018" y="3622268"/>
                </a:cubicBezTo>
                <a:cubicBezTo>
                  <a:pt x="8180244" y="3587377"/>
                  <a:pt x="8123037" y="3582987"/>
                  <a:pt x="8114897" y="3614643"/>
                </a:cubicBezTo>
                <a:cubicBezTo>
                  <a:pt x="8108792" y="3634052"/>
                  <a:pt x="8117384" y="3659701"/>
                  <a:pt x="8139543" y="3662011"/>
                </a:cubicBezTo>
                <a:close/>
                <a:moveTo>
                  <a:pt x="8769123" y="3662047"/>
                </a:moveTo>
                <a:cubicBezTo>
                  <a:pt x="8786877" y="3658843"/>
                  <a:pt x="8800824" y="3641272"/>
                  <a:pt x="8795706" y="3621387"/>
                </a:cubicBezTo>
                <a:cubicBezTo>
                  <a:pt x="8795933" y="3587558"/>
                  <a:pt x="8738836" y="3582987"/>
                  <a:pt x="8731557" y="3614758"/>
                </a:cubicBezTo>
                <a:cubicBezTo>
                  <a:pt x="8727917" y="3631672"/>
                  <a:pt x="8731329" y="3654986"/>
                  <a:pt x="8750665" y="3660015"/>
                </a:cubicBezTo>
                <a:cubicBezTo>
                  <a:pt x="8756864" y="3662586"/>
                  <a:pt x="8763205" y="3663114"/>
                  <a:pt x="8769123" y="3662047"/>
                </a:cubicBezTo>
                <a:close/>
                <a:moveTo>
                  <a:pt x="752281" y="3662103"/>
                </a:moveTo>
                <a:cubicBezTo>
                  <a:pt x="771471" y="3659484"/>
                  <a:pt x="788509" y="3642599"/>
                  <a:pt x="782076" y="3621738"/>
                </a:cubicBezTo>
                <a:cubicBezTo>
                  <a:pt x="779990" y="3593239"/>
                  <a:pt x="739887" y="3584575"/>
                  <a:pt x="721573" y="3603498"/>
                </a:cubicBezTo>
                <a:cubicBezTo>
                  <a:pt x="706505" y="3620370"/>
                  <a:pt x="710678" y="3651149"/>
                  <a:pt x="733164" y="3659584"/>
                </a:cubicBezTo>
                <a:cubicBezTo>
                  <a:pt x="739249" y="3662263"/>
                  <a:pt x="745885" y="3662976"/>
                  <a:pt x="752281" y="3662103"/>
                </a:cubicBezTo>
                <a:close/>
                <a:moveTo>
                  <a:pt x="5988213" y="3662237"/>
                </a:moveTo>
                <a:cubicBezTo>
                  <a:pt x="6007108" y="3662044"/>
                  <a:pt x="6025386" y="3648417"/>
                  <a:pt x="6023653" y="3627336"/>
                </a:cubicBezTo>
                <a:cubicBezTo>
                  <a:pt x="6027580" y="3592827"/>
                  <a:pt x="5976760" y="3581400"/>
                  <a:pt x="5959435" y="3607453"/>
                </a:cubicBezTo>
                <a:cubicBezTo>
                  <a:pt x="5952967" y="3624136"/>
                  <a:pt x="5954353" y="3646532"/>
                  <a:pt x="5969830" y="3657731"/>
                </a:cubicBezTo>
                <a:cubicBezTo>
                  <a:pt x="5975547" y="3660873"/>
                  <a:pt x="5981914" y="3662301"/>
                  <a:pt x="5988213" y="3662237"/>
                </a:cubicBezTo>
                <a:close/>
                <a:moveTo>
                  <a:pt x="446213" y="3662238"/>
                </a:moveTo>
                <a:cubicBezTo>
                  <a:pt x="464322" y="3658909"/>
                  <a:pt x="479328" y="3641457"/>
                  <a:pt x="474153" y="3621807"/>
                </a:cubicBezTo>
                <a:cubicBezTo>
                  <a:pt x="471624" y="3593998"/>
                  <a:pt x="433679" y="3584575"/>
                  <a:pt x="414821" y="3602502"/>
                </a:cubicBezTo>
                <a:cubicBezTo>
                  <a:pt x="398494" y="3619049"/>
                  <a:pt x="402633" y="3655361"/>
                  <a:pt x="427700" y="3660418"/>
                </a:cubicBezTo>
                <a:cubicBezTo>
                  <a:pt x="433794" y="3662888"/>
                  <a:pt x="440175" y="3663348"/>
                  <a:pt x="446213" y="3662238"/>
                </a:cubicBezTo>
                <a:close/>
                <a:moveTo>
                  <a:pt x="5576880" y="3662253"/>
                </a:moveTo>
                <a:cubicBezTo>
                  <a:pt x="5595147" y="3662242"/>
                  <a:pt x="5613219" y="3649095"/>
                  <a:pt x="5613393" y="3629586"/>
                </a:cubicBezTo>
                <a:cubicBezTo>
                  <a:pt x="5618004" y="3601087"/>
                  <a:pt x="5580188" y="3584575"/>
                  <a:pt x="5558282" y="3599503"/>
                </a:cubicBezTo>
                <a:cubicBezTo>
                  <a:pt x="5535454" y="3610813"/>
                  <a:pt x="5536377" y="3647229"/>
                  <a:pt x="5559205" y="3657633"/>
                </a:cubicBezTo>
                <a:cubicBezTo>
                  <a:pt x="5564681" y="3660800"/>
                  <a:pt x="5570792" y="3662256"/>
                  <a:pt x="5576880" y="3662253"/>
                </a:cubicBezTo>
                <a:close/>
                <a:moveTo>
                  <a:pt x="8659916" y="3662286"/>
                </a:moveTo>
                <a:cubicBezTo>
                  <a:pt x="8680575" y="3661883"/>
                  <a:pt x="8700396" y="3643731"/>
                  <a:pt x="8694033" y="3621000"/>
                </a:cubicBezTo>
                <a:cubicBezTo>
                  <a:pt x="8691510" y="3595214"/>
                  <a:pt x="8658490" y="3587750"/>
                  <a:pt x="8638770" y="3599738"/>
                </a:cubicBezTo>
                <a:cubicBezTo>
                  <a:pt x="8621801" y="3613083"/>
                  <a:pt x="8619967" y="3644523"/>
                  <a:pt x="8639917" y="3656285"/>
                </a:cubicBezTo>
                <a:cubicBezTo>
                  <a:pt x="8646051" y="3660582"/>
                  <a:pt x="8653030" y="3662420"/>
                  <a:pt x="8659916" y="3662286"/>
                </a:cubicBezTo>
                <a:close/>
                <a:moveTo>
                  <a:pt x="3220164" y="3662321"/>
                </a:moveTo>
                <a:cubicBezTo>
                  <a:pt x="3237999" y="3659167"/>
                  <a:pt x="3252796" y="3642013"/>
                  <a:pt x="3248532" y="3622137"/>
                </a:cubicBezTo>
                <a:cubicBezTo>
                  <a:pt x="3246485" y="3594023"/>
                  <a:pt x="3208505" y="3584575"/>
                  <a:pt x="3189856" y="3602319"/>
                </a:cubicBezTo>
                <a:cubicBezTo>
                  <a:pt x="3173254" y="3618681"/>
                  <a:pt x="3179167" y="3653247"/>
                  <a:pt x="3201910" y="3660391"/>
                </a:cubicBezTo>
                <a:cubicBezTo>
                  <a:pt x="3207937" y="3662868"/>
                  <a:pt x="3214219" y="3663372"/>
                  <a:pt x="3220164" y="3662321"/>
                </a:cubicBezTo>
                <a:close/>
                <a:moveTo>
                  <a:pt x="7330472" y="3662370"/>
                </a:moveTo>
                <a:cubicBezTo>
                  <a:pt x="7348417" y="3658684"/>
                  <a:pt x="7362877" y="3640982"/>
                  <a:pt x="7358746" y="3621608"/>
                </a:cubicBezTo>
                <a:cubicBezTo>
                  <a:pt x="7358516" y="3584575"/>
                  <a:pt x="7292185" y="3585718"/>
                  <a:pt x="7291956" y="3622066"/>
                </a:cubicBezTo>
                <a:cubicBezTo>
                  <a:pt x="7288054" y="3638067"/>
                  <a:pt x="7297694" y="3654069"/>
                  <a:pt x="7311924" y="3660927"/>
                </a:cubicBezTo>
                <a:cubicBezTo>
                  <a:pt x="7318121" y="3663271"/>
                  <a:pt x="7324490" y="3663599"/>
                  <a:pt x="7330472" y="3662370"/>
                </a:cubicBezTo>
                <a:close/>
                <a:moveTo>
                  <a:pt x="7735496" y="3662374"/>
                </a:moveTo>
                <a:cubicBezTo>
                  <a:pt x="7756250" y="3662074"/>
                  <a:pt x="7776716" y="3644157"/>
                  <a:pt x="7771088" y="3621354"/>
                </a:cubicBezTo>
                <a:cubicBezTo>
                  <a:pt x="7768814" y="3598494"/>
                  <a:pt x="7741298" y="3587750"/>
                  <a:pt x="7721969" y="3595980"/>
                </a:cubicBezTo>
                <a:cubicBezTo>
                  <a:pt x="7697183" y="3603752"/>
                  <a:pt x="7694454" y="3643071"/>
                  <a:pt x="7715602" y="3656330"/>
                </a:cubicBezTo>
                <a:cubicBezTo>
                  <a:pt x="7721628" y="3660616"/>
                  <a:pt x="7728578" y="3662474"/>
                  <a:pt x="7735496" y="3662374"/>
                </a:cubicBezTo>
                <a:close/>
                <a:moveTo>
                  <a:pt x="238182" y="3662374"/>
                </a:moveTo>
                <a:cubicBezTo>
                  <a:pt x="256735" y="3660209"/>
                  <a:pt x="272896" y="3642239"/>
                  <a:pt x="267622" y="3621555"/>
                </a:cubicBezTo>
                <a:cubicBezTo>
                  <a:pt x="267168" y="3593746"/>
                  <a:pt x="231786" y="3586162"/>
                  <a:pt x="212733" y="3599492"/>
                </a:cubicBezTo>
                <a:cubicBezTo>
                  <a:pt x="195268" y="3614431"/>
                  <a:pt x="197991" y="3649364"/>
                  <a:pt x="219538" y="3658787"/>
                </a:cubicBezTo>
                <a:cubicBezTo>
                  <a:pt x="225548" y="3662062"/>
                  <a:pt x="231998" y="3663096"/>
                  <a:pt x="238182" y="3662374"/>
                </a:cubicBezTo>
                <a:close/>
                <a:moveTo>
                  <a:pt x="5072143" y="3662383"/>
                </a:moveTo>
                <a:cubicBezTo>
                  <a:pt x="5090570" y="3658123"/>
                  <a:pt x="5104379" y="3637587"/>
                  <a:pt x="5097026" y="3617699"/>
                </a:cubicBezTo>
                <a:cubicBezTo>
                  <a:pt x="5092921" y="3593718"/>
                  <a:pt x="5063963" y="3589337"/>
                  <a:pt x="5045494" y="3598099"/>
                </a:cubicBezTo>
                <a:cubicBezTo>
                  <a:pt x="5022692" y="3611243"/>
                  <a:pt x="5025200" y="3655285"/>
                  <a:pt x="5052790" y="3660588"/>
                </a:cubicBezTo>
                <a:cubicBezTo>
                  <a:pt x="5059346" y="3663413"/>
                  <a:pt x="5066001" y="3663802"/>
                  <a:pt x="5072143" y="3662383"/>
                </a:cubicBezTo>
                <a:close/>
                <a:moveTo>
                  <a:pt x="7844895" y="3662419"/>
                </a:moveTo>
                <a:cubicBezTo>
                  <a:pt x="7863053" y="3658851"/>
                  <a:pt x="7878521" y="3641356"/>
                  <a:pt x="7873509" y="3621927"/>
                </a:cubicBezTo>
                <a:cubicBezTo>
                  <a:pt x="7870513" y="3597625"/>
                  <a:pt x="7838482" y="3586162"/>
                  <a:pt x="7818664" y="3599001"/>
                </a:cubicBezTo>
                <a:cubicBezTo>
                  <a:pt x="7794467" y="3612527"/>
                  <a:pt x="7800459" y="3652876"/>
                  <a:pt x="7826499" y="3660900"/>
                </a:cubicBezTo>
                <a:cubicBezTo>
                  <a:pt x="7832491" y="3663250"/>
                  <a:pt x="7838842" y="3663608"/>
                  <a:pt x="7844895" y="3662419"/>
                </a:cubicBezTo>
                <a:close/>
                <a:moveTo>
                  <a:pt x="960899" y="3662442"/>
                </a:moveTo>
                <a:cubicBezTo>
                  <a:pt x="977851" y="3659011"/>
                  <a:pt x="990900" y="3641773"/>
                  <a:pt x="986807" y="3622717"/>
                </a:cubicBezTo>
                <a:cubicBezTo>
                  <a:pt x="986124" y="3591765"/>
                  <a:pt x="940863" y="3582987"/>
                  <a:pt x="925397" y="3607241"/>
                </a:cubicBezTo>
                <a:cubicBezTo>
                  <a:pt x="916072" y="3625489"/>
                  <a:pt x="919484" y="3656671"/>
                  <a:pt x="943138" y="3660829"/>
                </a:cubicBezTo>
                <a:cubicBezTo>
                  <a:pt x="949165" y="3663197"/>
                  <a:pt x="955249" y="3663587"/>
                  <a:pt x="960899" y="3662442"/>
                </a:cubicBezTo>
                <a:close/>
                <a:moveTo>
                  <a:pt x="5890643" y="3662477"/>
                </a:moveTo>
                <a:cubicBezTo>
                  <a:pt x="5909165" y="3659125"/>
                  <a:pt x="5924484" y="3639918"/>
                  <a:pt x="5919997" y="3620324"/>
                </a:cubicBezTo>
                <a:cubicBezTo>
                  <a:pt x="5917005" y="3588241"/>
                  <a:pt x="5863842" y="3584574"/>
                  <a:pt x="5854406" y="3614137"/>
                </a:cubicBezTo>
                <a:cubicBezTo>
                  <a:pt x="5848192" y="3630866"/>
                  <a:pt x="5854176" y="3652866"/>
                  <a:pt x="5871667" y="3659970"/>
                </a:cubicBezTo>
                <a:cubicBezTo>
                  <a:pt x="5877938" y="3662949"/>
                  <a:pt x="5884468" y="3663593"/>
                  <a:pt x="5890643" y="3662477"/>
                </a:cubicBezTo>
                <a:close/>
                <a:moveTo>
                  <a:pt x="4960054" y="3662493"/>
                </a:moveTo>
                <a:cubicBezTo>
                  <a:pt x="4978820" y="3662900"/>
                  <a:pt x="4997326" y="3648455"/>
                  <a:pt x="4998879" y="3628224"/>
                </a:cubicBezTo>
                <a:cubicBezTo>
                  <a:pt x="4997269" y="3603536"/>
                  <a:pt x="4969430" y="3586162"/>
                  <a:pt x="4946653" y="3596449"/>
                </a:cubicBezTo>
                <a:cubicBezTo>
                  <a:pt x="4921115" y="3604679"/>
                  <a:pt x="4919504" y="3643998"/>
                  <a:pt x="4941821" y="3656799"/>
                </a:cubicBezTo>
                <a:cubicBezTo>
                  <a:pt x="4947515" y="3660571"/>
                  <a:pt x="4953799" y="3662357"/>
                  <a:pt x="4960054" y="3662493"/>
                </a:cubicBezTo>
                <a:close/>
                <a:moveTo>
                  <a:pt x="5371540" y="3662512"/>
                </a:moveTo>
                <a:cubicBezTo>
                  <a:pt x="5392263" y="3662285"/>
                  <a:pt x="5412632" y="3644574"/>
                  <a:pt x="5406114" y="3621305"/>
                </a:cubicBezTo>
                <a:cubicBezTo>
                  <a:pt x="5404971" y="3593726"/>
                  <a:pt x="5369292" y="3587750"/>
                  <a:pt x="5349852" y="3599471"/>
                </a:cubicBezTo>
                <a:cubicBezTo>
                  <a:pt x="5334757" y="3613720"/>
                  <a:pt x="5333842" y="3644057"/>
                  <a:pt x="5351682" y="3656468"/>
                </a:cubicBezTo>
                <a:cubicBezTo>
                  <a:pt x="5357685" y="3660719"/>
                  <a:pt x="5364632" y="3662587"/>
                  <a:pt x="5371540" y="3662512"/>
                </a:cubicBezTo>
                <a:close/>
                <a:moveTo>
                  <a:pt x="8357806" y="3662548"/>
                </a:moveTo>
                <a:cubicBezTo>
                  <a:pt x="8375333" y="3658735"/>
                  <a:pt x="8390173" y="3641149"/>
                  <a:pt x="8386591" y="3622137"/>
                </a:cubicBezTo>
                <a:cubicBezTo>
                  <a:pt x="8384771" y="3586880"/>
                  <a:pt x="8325866" y="3584575"/>
                  <a:pt x="8318588" y="3617989"/>
                </a:cubicBezTo>
                <a:cubicBezTo>
                  <a:pt x="8311992" y="3635733"/>
                  <a:pt x="8323136" y="3655090"/>
                  <a:pt x="8339967" y="3661312"/>
                </a:cubicBezTo>
                <a:cubicBezTo>
                  <a:pt x="8345823" y="3663559"/>
                  <a:pt x="8351964" y="3663819"/>
                  <a:pt x="8357806" y="3662548"/>
                </a:cubicBezTo>
                <a:close/>
                <a:moveTo>
                  <a:pt x="5478602" y="3662549"/>
                </a:moveTo>
                <a:cubicBezTo>
                  <a:pt x="5495404" y="3660743"/>
                  <a:pt x="5511182" y="3647845"/>
                  <a:pt x="5509818" y="3629271"/>
                </a:cubicBezTo>
                <a:cubicBezTo>
                  <a:pt x="5513229" y="3603131"/>
                  <a:pt x="5482753" y="3586162"/>
                  <a:pt x="5460919" y="3596710"/>
                </a:cubicBezTo>
                <a:cubicBezTo>
                  <a:pt x="5433854" y="3606341"/>
                  <a:pt x="5435219" y="3651284"/>
                  <a:pt x="5462056" y="3660457"/>
                </a:cubicBezTo>
                <a:cubicBezTo>
                  <a:pt x="5467287" y="3662521"/>
                  <a:pt x="5473002" y="3663151"/>
                  <a:pt x="5478602" y="3662549"/>
                </a:cubicBezTo>
                <a:close/>
                <a:moveTo>
                  <a:pt x="1573520" y="3662551"/>
                </a:moveTo>
                <a:cubicBezTo>
                  <a:pt x="1592105" y="3660344"/>
                  <a:pt x="1608122" y="3642516"/>
                  <a:pt x="1603219" y="3621602"/>
                </a:cubicBezTo>
                <a:cubicBezTo>
                  <a:pt x="1601416" y="3588231"/>
                  <a:pt x="1547996" y="3584574"/>
                  <a:pt x="1538304" y="3614517"/>
                </a:cubicBezTo>
                <a:cubicBezTo>
                  <a:pt x="1535150" y="3630516"/>
                  <a:pt x="1536727" y="3653144"/>
                  <a:pt x="1554759" y="3659087"/>
                </a:cubicBezTo>
                <a:cubicBezTo>
                  <a:pt x="1560844" y="3662287"/>
                  <a:pt x="1567325" y="3663287"/>
                  <a:pt x="1573520" y="3662551"/>
                </a:cubicBezTo>
                <a:close/>
                <a:moveTo>
                  <a:pt x="8252688" y="3662581"/>
                </a:moveTo>
                <a:cubicBezTo>
                  <a:pt x="8269865" y="3661087"/>
                  <a:pt x="8286464" y="3648533"/>
                  <a:pt x="8283375" y="3629271"/>
                </a:cubicBezTo>
                <a:cubicBezTo>
                  <a:pt x="8288179" y="3603360"/>
                  <a:pt x="8257527" y="3586162"/>
                  <a:pt x="8236025" y="3596710"/>
                </a:cubicBezTo>
                <a:cubicBezTo>
                  <a:pt x="8208804" y="3605424"/>
                  <a:pt x="8209033" y="3651514"/>
                  <a:pt x="8236025" y="3660228"/>
                </a:cubicBezTo>
                <a:cubicBezTo>
                  <a:pt x="8241172" y="3662348"/>
                  <a:pt x="8246962" y="3663080"/>
                  <a:pt x="8252688" y="3662581"/>
                </a:cubicBezTo>
                <a:close/>
                <a:moveTo>
                  <a:pt x="1780757" y="3662613"/>
                </a:moveTo>
                <a:cubicBezTo>
                  <a:pt x="1798574" y="3659580"/>
                  <a:pt x="1813160" y="3640968"/>
                  <a:pt x="1809066" y="3621449"/>
                </a:cubicBezTo>
                <a:cubicBezTo>
                  <a:pt x="1807246" y="3588054"/>
                  <a:pt x="1751973" y="3582987"/>
                  <a:pt x="1743330" y="3614770"/>
                </a:cubicBezTo>
                <a:cubicBezTo>
                  <a:pt x="1739918" y="3632043"/>
                  <a:pt x="1743558" y="3653922"/>
                  <a:pt x="1762437" y="3659911"/>
                </a:cubicBezTo>
                <a:cubicBezTo>
                  <a:pt x="1768521" y="3662905"/>
                  <a:pt x="1774819" y="3663624"/>
                  <a:pt x="1780757" y="3662613"/>
                </a:cubicBezTo>
                <a:close/>
                <a:moveTo>
                  <a:pt x="5681293" y="3662660"/>
                </a:moveTo>
                <a:cubicBezTo>
                  <a:pt x="5699050" y="3662262"/>
                  <a:pt x="5716549" y="3649171"/>
                  <a:pt x="5716377" y="3629879"/>
                </a:cubicBezTo>
                <a:cubicBezTo>
                  <a:pt x="5721192" y="3597956"/>
                  <a:pt x="5671433" y="3579812"/>
                  <a:pt x="5652859" y="3605075"/>
                </a:cubicBezTo>
                <a:cubicBezTo>
                  <a:pt x="5638642" y="3621381"/>
                  <a:pt x="5644146" y="3649400"/>
                  <a:pt x="5664095" y="3658587"/>
                </a:cubicBezTo>
                <a:cubicBezTo>
                  <a:pt x="5669427" y="3661515"/>
                  <a:pt x="5675374" y="3662793"/>
                  <a:pt x="5681293" y="3662660"/>
                </a:cubicBezTo>
                <a:close/>
                <a:moveTo>
                  <a:pt x="6712228" y="3662673"/>
                </a:moveTo>
                <a:cubicBezTo>
                  <a:pt x="6730542" y="3660340"/>
                  <a:pt x="6746440" y="3642543"/>
                  <a:pt x="6740844" y="3621881"/>
                </a:cubicBezTo>
                <a:cubicBezTo>
                  <a:pt x="6741974" y="3587386"/>
                  <a:pt x="6685223" y="3582987"/>
                  <a:pt x="6677536" y="3614241"/>
                </a:cubicBezTo>
                <a:cubicBezTo>
                  <a:pt x="6673692" y="3630678"/>
                  <a:pt x="6675727" y="3653366"/>
                  <a:pt x="6693815" y="3659385"/>
                </a:cubicBezTo>
                <a:cubicBezTo>
                  <a:pt x="6699750" y="3662511"/>
                  <a:pt x="6706124" y="3663451"/>
                  <a:pt x="6712228" y="3662673"/>
                </a:cubicBezTo>
                <a:close/>
                <a:moveTo>
                  <a:pt x="7124557" y="3662696"/>
                </a:moveTo>
                <a:cubicBezTo>
                  <a:pt x="7144799" y="3659469"/>
                  <a:pt x="7162796" y="3638481"/>
                  <a:pt x="7153733" y="3617622"/>
                </a:cubicBezTo>
                <a:cubicBezTo>
                  <a:pt x="7145526" y="3590494"/>
                  <a:pt x="7102891" y="3586162"/>
                  <a:pt x="7088528" y="3610327"/>
                </a:cubicBezTo>
                <a:cubicBezTo>
                  <a:pt x="7080092" y="3627425"/>
                  <a:pt x="7085108" y="3652502"/>
                  <a:pt x="7104487" y="3659341"/>
                </a:cubicBezTo>
                <a:cubicBezTo>
                  <a:pt x="7110814" y="3662874"/>
                  <a:pt x="7117810" y="3663772"/>
                  <a:pt x="7124557" y="3662696"/>
                </a:cubicBezTo>
                <a:close/>
                <a:moveTo>
                  <a:pt x="3318052" y="3662728"/>
                </a:moveTo>
                <a:cubicBezTo>
                  <a:pt x="3336272" y="3662586"/>
                  <a:pt x="3354908" y="3649730"/>
                  <a:pt x="3352178" y="3629161"/>
                </a:cubicBezTo>
                <a:cubicBezTo>
                  <a:pt x="3355817" y="3604291"/>
                  <a:pt x="3327615" y="3586162"/>
                  <a:pt x="3306009" y="3595227"/>
                </a:cubicBezTo>
                <a:cubicBezTo>
                  <a:pt x="3279171" y="3600805"/>
                  <a:pt x="3276442" y="3647754"/>
                  <a:pt x="3300778" y="3658446"/>
                </a:cubicBezTo>
                <a:cubicBezTo>
                  <a:pt x="3305952" y="3661409"/>
                  <a:pt x="3311979" y="3662775"/>
                  <a:pt x="3318052" y="3662728"/>
                </a:cubicBezTo>
                <a:close/>
                <a:moveTo>
                  <a:pt x="540510" y="3662749"/>
                </a:moveTo>
                <a:cubicBezTo>
                  <a:pt x="559982" y="3663046"/>
                  <a:pt x="578377" y="3644641"/>
                  <a:pt x="581078" y="3623946"/>
                </a:cubicBezTo>
                <a:cubicBezTo>
                  <a:pt x="572077" y="3608114"/>
                  <a:pt x="559250" y="3590924"/>
                  <a:pt x="538548" y="3595674"/>
                </a:cubicBezTo>
                <a:cubicBezTo>
                  <a:pt x="507944" y="3593864"/>
                  <a:pt x="495343" y="3640231"/>
                  <a:pt x="521221" y="3655611"/>
                </a:cubicBezTo>
                <a:cubicBezTo>
                  <a:pt x="527409" y="3660474"/>
                  <a:pt x="534019" y="3662650"/>
                  <a:pt x="540510" y="3662749"/>
                </a:cubicBezTo>
                <a:close/>
                <a:moveTo>
                  <a:pt x="6914411" y="3662783"/>
                </a:moveTo>
                <a:cubicBezTo>
                  <a:pt x="6934727" y="3661986"/>
                  <a:pt x="6954360" y="3644064"/>
                  <a:pt x="6948639" y="3622006"/>
                </a:cubicBezTo>
                <a:cubicBezTo>
                  <a:pt x="6948177" y="3593515"/>
                  <a:pt x="6907264" y="3586162"/>
                  <a:pt x="6889465" y="3603625"/>
                </a:cubicBezTo>
                <a:cubicBezTo>
                  <a:pt x="6872129" y="3617181"/>
                  <a:pt x="6875596" y="3647281"/>
                  <a:pt x="6894782" y="3657391"/>
                </a:cubicBezTo>
                <a:cubicBezTo>
                  <a:pt x="6900792" y="3661412"/>
                  <a:pt x="6907639" y="3663049"/>
                  <a:pt x="6914411" y="3662783"/>
                </a:cubicBezTo>
                <a:close/>
                <a:moveTo>
                  <a:pt x="8046366" y="3662792"/>
                </a:moveTo>
                <a:cubicBezTo>
                  <a:pt x="8065150" y="3660746"/>
                  <a:pt x="8081861" y="3643434"/>
                  <a:pt x="8077269" y="3622524"/>
                </a:cubicBezTo>
                <a:cubicBezTo>
                  <a:pt x="8075908" y="3591443"/>
                  <a:pt x="8028283" y="3582987"/>
                  <a:pt x="8013996" y="3609040"/>
                </a:cubicBezTo>
                <a:cubicBezTo>
                  <a:pt x="8007192" y="3625495"/>
                  <a:pt x="8008553" y="3651547"/>
                  <a:pt x="8027603" y="3659318"/>
                </a:cubicBezTo>
                <a:cubicBezTo>
                  <a:pt x="8033613" y="3662460"/>
                  <a:pt x="8040104" y="3663474"/>
                  <a:pt x="8046366" y="3662792"/>
                </a:cubicBezTo>
                <a:close/>
                <a:moveTo>
                  <a:pt x="2088459" y="3662799"/>
                </a:moveTo>
                <a:cubicBezTo>
                  <a:pt x="2107281" y="3660644"/>
                  <a:pt x="2124132" y="3643196"/>
                  <a:pt x="2119501" y="3622242"/>
                </a:cubicBezTo>
                <a:cubicBezTo>
                  <a:pt x="2117671" y="3588298"/>
                  <a:pt x="2062346" y="3582987"/>
                  <a:pt x="2051364" y="3613929"/>
                </a:cubicBezTo>
                <a:cubicBezTo>
                  <a:pt x="2043132" y="3631247"/>
                  <a:pt x="2052737" y="3652029"/>
                  <a:pt x="2069659" y="3659418"/>
                </a:cubicBezTo>
                <a:cubicBezTo>
                  <a:pt x="2075668" y="3662535"/>
                  <a:pt x="2082182" y="3663516"/>
                  <a:pt x="2088459" y="3662799"/>
                </a:cubicBezTo>
                <a:close/>
                <a:moveTo>
                  <a:pt x="4757834" y="3662836"/>
                </a:moveTo>
                <a:cubicBezTo>
                  <a:pt x="4776581" y="3661223"/>
                  <a:pt x="4793232" y="3642587"/>
                  <a:pt x="4790650" y="3622415"/>
                </a:cubicBezTo>
                <a:cubicBezTo>
                  <a:pt x="4789274" y="3590958"/>
                  <a:pt x="4737185" y="3584575"/>
                  <a:pt x="4725483" y="3611929"/>
                </a:cubicBezTo>
                <a:cubicBezTo>
                  <a:pt x="4716304" y="3627657"/>
                  <a:pt x="4721582" y="3650680"/>
                  <a:pt x="4739021" y="3658202"/>
                </a:cubicBezTo>
                <a:cubicBezTo>
                  <a:pt x="4745102" y="3662021"/>
                  <a:pt x="4751584" y="3663374"/>
                  <a:pt x="4757834" y="3662836"/>
                </a:cubicBezTo>
                <a:close/>
                <a:moveTo>
                  <a:pt x="1468867" y="3662879"/>
                </a:moveTo>
                <a:cubicBezTo>
                  <a:pt x="1488205" y="3661300"/>
                  <a:pt x="1506438" y="3644668"/>
                  <a:pt x="1501266" y="3623524"/>
                </a:cubicBezTo>
                <a:cubicBezTo>
                  <a:pt x="1500577" y="3597852"/>
                  <a:pt x="1468386" y="3586162"/>
                  <a:pt x="1448381" y="3598540"/>
                </a:cubicBezTo>
                <a:cubicBezTo>
                  <a:pt x="1425619" y="3610000"/>
                  <a:pt x="1426767" y="3648508"/>
                  <a:pt x="1449989" y="3659051"/>
                </a:cubicBezTo>
                <a:cubicBezTo>
                  <a:pt x="1455852" y="3662260"/>
                  <a:pt x="1462420" y="3663406"/>
                  <a:pt x="1468867" y="3662879"/>
                </a:cubicBezTo>
                <a:close/>
                <a:moveTo>
                  <a:pt x="1985248" y="3662882"/>
                </a:moveTo>
                <a:cubicBezTo>
                  <a:pt x="2005315" y="3659824"/>
                  <a:pt x="2022905" y="3639197"/>
                  <a:pt x="2014619" y="3617667"/>
                </a:cubicBezTo>
                <a:cubicBezTo>
                  <a:pt x="2006724" y="3582987"/>
                  <a:pt x="1950337" y="3588729"/>
                  <a:pt x="1946050" y="3622490"/>
                </a:cubicBezTo>
                <a:cubicBezTo>
                  <a:pt x="1943126" y="3637418"/>
                  <a:pt x="1951462" y="3653494"/>
                  <a:pt x="1965221" y="3659465"/>
                </a:cubicBezTo>
                <a:cubicBezTo>
                  <a:pt x="1971593" y="3662968"/>
                  <a:pt x="1978554" y="3663901"/>
                  <a:pt x="1985248" y="3662882"/>
                </a:cubicBezTo>
                <a:close/>
                <a:moveTo>
                  <a:pt x="6092558" y="3662982"/>
                </a:moveTo>
                <a:cubicBezTo>
                  <a:pt x="6111800" y="3661424"/>
                  <a:pt x="6129341" y="3644928"/>
                  <a:pt x="6125063" y="3623627"/>
                </a:cubicBezTo>
                <a:cubicBezTo>
                  <a:pt x="6125063" y="3588991"/>
                  <a:pt x="6067107" y="3582987"/>
                  <a:pt x="6058892" y="3615083"/>
                </a:cubicBezTo>
                <a:cubicBezTo>
                  <a:pt x="6056154" y="3631016"/>
                  <a:pt x="6056839" y="3651336"/>
                  <a:pt x="6073495" y="3659187"/>
                </a:cubicBezTo>
                <a:cubicBezTo>
                  <a:pt x="6079542" y="3662362"/>
                  <a:pt x="6086145" y="3663502"/>
                  <a:pt x="6092558" y="3662982"/>
                </a:cubicBezTo>
                <a:close/>
                <a:moveTo>
                  <a:pt x="1366660" y="3662985"/>
                </a:moveTo>
                <a:cubicBezTo>
                  <a:pt x="1393996" y="3663905"/>
                  <a:pt x="1401807" y="3634924"/>
                  <a:pt x="1401119" y="3612843"/>
                </a:cubicBezTo>
                <a:cubicBezTo>
                  <a:pt x="1385956" y="3599733"/>
                  <a:pt x="1364821" y="3586162"/>
                  <a:pt x="1345064" y="3599043"/>
                </a:cubicBezTo>
                <a:cubicBezTo>
                  <a:pt x="1314501" y="3615373"/>
                  <a:pt x="1332196" y="3667125"/>
                  <a:pt x="1366660" y="3662985"/>
                </a:cubicBezTo>
                <a:close/>
                <a:moveTo>
                  <a:pt x="8868232" y="3662995"/>
                </a:moveTo>
                <a:cubicBezTo>
                  <a:pt x="8887289" y="3661649"/>
                  <a:pt x="8904247" y="3643440"/>
                  <a:pt x="8899838" y="3622410"/>
                </a:cubicBezTo>
                <a:cubicBezTo>
                  <a:pt x="8898481" y="3592545"/>
                  <a:pt x="8854163" y="3586162"/>
                  <a:pt x="8838109" y="3606680"/>
                </a:cubicBezTo>
                <a:cubicBezTo>
                  <a:pt x="8830874" y="3623321"/>
                  <a:pt x="8829517" y="3649994"/>
                  <a:pt x="8849189" y="3658201"/>
                </a:cubicBezTo>
                <a:cubicBezTo>
                  <a:pt x="8855294" y="3662019"/>
                  <a:pt x="8861880" y="3663444"/>
                  <a:pt x="8868232" y="3662995"/>
                </a:cubicBezTo>
                <a:close/>
                <a:moveTo>
                  <a:pt x="8559073" y="3663020"/>
                </a:moveTo>
                <a:cubicBezTo>
                  <a:pt x="8576518" y="3662031"/>
                  <a:pt x="8593510" y="3648695"/>
                  <a:pt x="8593165" y="3629754"/>
                </a:cubicBezTo>
                <a:cubicBezTo>
                  <a:pt x="8596155" y="3602184"/>
                  <a:pt x="8562804" y="3584575"/>
                  <a:pt x="8540263" y="3597318"/>
                </a:cubicBezTo>
                <a:cubicBezTo>
                  <a:pt x="8515192" y="3608207"/>
                  <a:pt x="8517032" y="3649679"/>
                  <a:pt x="8542103" y="3659642"/>
                </a:cubicBezTo>
                <a:cubicBezTo>
                  <a:pt x="8547393" y="3662307"/>
                  <a:pt x="8553258" y="3663349"/>
                  <a:pt x="8559073" y="3663020"/>
                </a:cubicBezTo>
                <a:close/>
                <a:moveTo>
                  <a:pt x="342696" y="3663049"/>
                </a:moveTo>
                <a:cubicBezTo>
                  <a:pt x="360861" y="3659913"/>
                  <a:pt x="375961" y="3641694"/>
                  <a:pt x="370282" y="3621929"/>
                </a:cubicBezTo>
                <a:cubicBezTo>
                  <a:pt x="369594" y="3588470"/>
                  <a:pt x="313611" y="3584574"/>
                  <a:pt x="304894" y="3615283"/>
                </a:cubicBezTo>
                <a:cubicBezTo>
                  <a:pt x="298469" y="3632699"/>
                  <a:pt x="306040" y="3654012"/>
                  <a:pt x="324166" y="3660657"/>
                </a:cubicBezTo>
                <a:cubicBezTo>
                  <a:pt x="330245" y="3663465"/>
                  <a:pt x="336641" y="3664095"/>
                  <a:pt x="342696" y="3663049"/>
                </a:cubicBezTo>
                <a:close/>
                <a:moveTo>
                  <a:pt x="1669403" y="3663053"/>
                </a:moveTo>
                <a:cubicBezTo>
                  <a:pt x="1688168" y="3664235"/>
                  <a:pt x="1707749" y="3651426"/>
                  <a:pt x="1706705" y="3630620"/>
                </a:cubicBezTo>
                <a:cubicBezTo>
                  <a:pt x="1711346" y="3607236"/>
                  <a:pt x="1686979" y="3587749"/>
                  <a:pt x="1664700" y="3595085"/>
                </a:cubicBezTo>
                <a:cubicBezTo>
                  <a:pt x="1634996" y="3597837"/>
                  <a:pt x="1631978" y="3640708"/>
                  <a:pt x="1651704" y="3656985"/>
                </a:cubicBezTo>
                <a:cubicBezTo>
                  <a:pt x="1656984" y="3660711"/>
                  <a:pt x="1663148" y="3662659"/>
                  <a:pt x="1669403" y="3663053"/>
                </a:cubicBezTo>
                <a:close/>
                <a:moveTo>
                  <a:pt x="5169479" y="3663365"/>
                </a:moveTo>
                <a:cubicBezTo>
                  <a:pt x="5189706" y="3660721"/>
                  <a:pt x="5207134" y="3639190"/>
                  <a:pt x="5198483" y="3617530"/>
                </a:cubicBezTo>
                <a:cubicBezTo>
                  <a:pt x="5193734" y="3592317"/>
                  <a:pt x="5159811" y="3589337"/>
                  <a:pt x="5142397" y="3601944"/>
                </a:cubicBezTo>
                <a:cubicBezTo>
                  <a:pt x="5129054" y="3617759"/>
                  <a:pt x="5129054" y="3648702"/>
                  <a:pt x="5149182" y="3659017"/>
                </a:cubicBezTo>
                <a:cubicBezTo>
                  <a:pt x="5155684" y="3663028"/>
                  <a:pt x="5162737" y="3664246"/>
                  <a:pt x="5169479" y="3663365"/>
                </a:cubicBezTo>
                <a:close/>
                <a:moveTo>
                  <a:pt x="3002167" y="3755022"/>
                </a:moveTo>
                <a:cubicBezTo>
                  <a:pt x="3018387" y="3758701"/>
                  <a:pt x="3039216" y="3745027"/>
                  <a:pt x="3032387" y="3725234"/>
                </a:cubicBezTo>
                <a:cubicBezTo>
                  <a:pt x="3031021" y="3705787"/>
                  <a:pt x="3006891" y="3700462"/>
                  <a:pt x="2992549" y="3709259"/>
                </a:cubicBezTo>
                <a:cubicBezTo>
                  <a:pt x="2985492" y="3719677"/>
                  <a:pt x="2981167" y="3733800"/>
                  <a:pt x="2988679" y="3745143"/>
                </a:cubicBezTo>
                <a:cubicBezTo>
                  <a:pt x="2991866" y="3750642"/>
                  <a:pt x="2996761" y="3753796"/>
                  <a:pt x="3002167" y="3755022"/>
                </a:cubicBezTo>
                <a:close/>
                <a:moveTo>
                  <a:pt x="3099621" y="3761693"/>
                </a:moveTo>
                <a:cubicBezTo>
                  <a:pt x="3111760" y="3764857"/>
                  <a:pt x="3126811" y="3763032"/>
                  <a:pt x="3137882" y="3758928"/>
                </a:cubicBezTo>
                <a:cubicBezTo>
                  <a:pt x="3142265" y="3742965"/>
                  <a:pt x="3151030" y="3722897"/>
                  <a:pt x="3137882" y="3708303"/>
                </a:cubicBezTo>
                <a:cubicBezTo>
                  <a:pt x="3118276" y="3684587"/>
                  <a:pt x="3070067" y="3700778"/>
                  <a:pt x="3078832" y="3734527"/>
                </a:cubicBezTo>
                <a:cubicBezTo>
                  <a:pt x="3078256" y="3750376"/>
                  <a:pt x="3087483" y="3758528"/>
                  <a:pt x="3099621" y="3761693"/>
                </a:cubicBezTo>
                <a:close/>
                <a:moveTo>
                  <a:pt x="4949440" y="3761903"/>
                </a:moveTo>
                <a:cubicBezTo>
                  <a:pt x="4969624" y="3768725"/>
                  <a:pt x="4995251" y="3756901"/>
                  <a:pt x="4997065" y="3733935"/>
                </a:cubicBezTo>
                <a:cubicBezTo>
                  <a:pt x="5002054" y="3700054"/>
                  <a:pt x="4946945" y="3683000"/>
                  <a:pt x="4930844" y="3712333"/>
                </a:cubicBezTo>
                <a:cubicBezTo>
                  <a:pt x="4919504" y="3730069"/>
                  <a:pt x="4927895" y="3757355"/>
                  <a:pt x="4949440" y="3761903"/>
                </a:cubicBezTo>
                <a:close/>
                <a:moveTo>
                  <a:pt x="1563746" y="3761968"/>
                </a:moveTo>
                <a:cubicBezTo>
                  <a:pt x="1581902" y="3764953"/>
                  <a:pt x="1602631" y="3755017"/>
                  <a:pt x="1601614" y="3733695"/>
                </a:cubicBezTo>
                <a:cubicBezTo>
                  <a:pt x="1606587" y="3709814"/>
                  <a:pt x="1581943" y="3690937"/>
                  <a:pt x="1560012" y="3699125"/>
                </a:cubicBezTo>
                <a:cubicBezTo>
                  <a:pt x="1535594" y="3703901"/>
                  <a:pt x="1530392" y="3738926"/>
                  <a:pt x="1547351" y="3754619"/>
                </a:cubicBezTo>
                <a:cubicBezTo>
                  <a:pt x="1551929" y="3758542"/>
                  <a:pt x="1557695" y="3760973"/>
                  <a:pt x="1563746" y="3761968"/>
                </a:cubicBezTo>
                <a:close/>
                <a:moveTo>
                  <a:pt x="1474917" y="3762395"/>
                </a:moveTo>
                <a:cubicBezTo>
                  <a:pt x="1486573" y="3760342"/>
                  <a:pt x="1496803" y="3753441"/>
                  <a:pt x="1499076" y="3741123"/>
                </a:cubicBezTo>
                <a:cubicBezTo>
                  <a:pt x="1508170" y="3719223"/>
                  <a:pt x="1487937" y="3690937"/>
                  <a:pt x="1463604" y="3697324"/>
                </a:cubicBezTo>
                <a:cubicBezTo>
                  <a:pt x="1434722" y="3695728"/>
                  <a:pt x="1422453" y="3736561"/>
                  <a:pt x="1442231" y="3754582"/>
                </a:cubicBezTo>
                <a:cubicBezTo>
                  <a:pt x="1450187" y="3761653"/>
                  <a:pt x="1463263" y="3764447"/>
                  <a:pt x="1474917" y="3762395"/>
                </a:cubicBezTo>
                <a:close/>
                <a:moveTo>
                  <a:pt x="6292916" y="3762487"/>
                </a:moveTo>
                <a:cubicBezTo>
                  <a:pt x="6312070" y="3763953"/>
                  <a:pt x="6332887" y="3748680"/>
                  <a:pt x="6329645" y="3727587"/>
                </a:cubicBezTo>
                <a:cubicBezTo>
                  <a:pt x="6330555" y="3697212"/>
                  <a:pt x="6280503" y="3687762"/>
                  <a:pt x="6268444" y="3714087"/>
                </a:cubicBezTo>
                <a:cubicBezTo>
                  <a:pt x="6262984" y="3727362"/>
                  <a:pt x="6262529" y="3745362"/>
                  <a:pt x="6275270" y="3755037"/>
                </a:cubicBezTo>
                <a:cubicBezTo>
                  <a:pt x="6280332" y="3759650"/>
                  <a:pt x="6286532" y="3761998"/>
                  <a:pt x="6292916" y="3762487"/>
                </a:cubicBezTo>
                <a:close/>
                <a:moveTo>
                  <a:pt x="1989734" y="3762788"/>
                </a:moveTo>
                <a:cubicBezTo>
                  <a:pt x="2001016" y="3760697"/>
                  <a:pt x="2010819" y="3753913"/>
                  <a:pt x="2013885" y="3741588"/>
                </a:cubicBezTo>
                <a:cubicBezTo>
                  <a:pt x="2025676" y="3715356"/>
                  <a:pt x="1995512" y="3689350"/>
                  <a:pt x="1970106" y="3699074"/>
                </a:cubicBezTo>
                <a:cubicBezTo>
                  <a:pt x="1944264" y="3703370"/>
                  <a:pt x="1936788" y="3740457"/>
                  <a:pt x="1956729" y="3755835"/>
                </a:cubicBezTo>
                <a:cubicBezTo>
                  <a:pt x="1965689" y="3762280"/>
                  <a:pt x="1978444" y="3764880"/>
                  <a:pt x="1989734" y="3762788"/>
                </a:cubicBezTo>
                <a:close/>
                <a:moveTo>
                  <a:pt x="9266935" y="3762793"/>
                </a:moveTo>
                <a:cubicBezTo>
                  <a:pt x="9286773" y="3768725"/>
                  <a:pt x="9312539" y="3757546"/>
                  <a:pt x="9312083" y="3734275"/>
                </a:cubicBezTo>
                <a:cubicBezTo>
                  <a:pt x="9318467" y="3708267"/>
                  <a:pt x="9285405" y="3692525"/>
                  <a:pt x="9264199" y="3699598"/>
                </a:cubicBezTo>
                <a:cubicBezTo>
                  <a:pt x="9234329" y="3706898"/>
                  <a:pt x="9235697" y="3759143"/>
                  <a:pt x="9266935" y="3762793"/>
                </a:cubicBezTo>
                <a:close/>
                <a:moveTo>
                  <a:pt x="7216891" y="3762800"/>
                </a:moveTo>
                <a:cubicBezTo>
                  <a:pt x="7235644" y="3764517"/>
                  <a:pt x="7256514" y="3754087"/>
                  <a:pt x="7255830" y="3733227"/>
                </a:cubicBezTo>
                <a:cubicBezTo>
                  <a:pt x="7259479" y="3709484"/>
                  <a:pt x="7235073" y="3692524"/>
                  <a:pt x="7213177" y="3698177"/>
                </a:cubicBezTo>
                <a:cubicBezTo>
                  <a:pt x="7185122" y="3701343"/>
                  <a:pt x="7180104" y="3741368"/>
                  <a:pt x="7199720" y="3756970"/>
                </a:cubicBezTo>
                <a:cubicBezTo>
                  <a:pt x="7204624" y="3760305"/>
                  <a:pt x="7210640" y="3762228"/>
                  <a:pt x="7216891" y="3762800"/>
                </a:cubicBezTo>
                <a:close/>
                <a:moveTo>
                  <a:pt x="7845861" y="3762860"/>
                </a:moveTo>
                <a:cubicBezTo>
                  <a:pt x="7863338" y="3759597"/>
                  <a:pt x="7878816" y="3745139"/>
                  <a:pt x="7874689" y="3726089"/>
                </a:cubicBezTo>
                <a:cubicBezTo>
                  <a:pt x="7871478" y="3695246"/>
                  <a:pt x="7825617" y="3687762"/>
                  <a:pt x="7808190" y="3711121"/>
                </a:cubicBezTo>
                <a:cubicBezTo>
                  <a:pt x="7797642" y="3729491"/>
                  <a:pt x="7805209" y="3758292"/>
                  <a:pt x="7828369" y="3762148"/>
                </a:cubicBezTo>
                <a:cubicBezTo>
                  <a:pt x="7833987" y="3763792"/>
                  <a:pt x="7840035" y="3763948"/>
                  <a:pt x="7845861" y="3762860"/>
                </a:cubicBezTo>
                <a:close/>
                <a:moveTo>
                  <a:pt x="5897636" y="3762971"/>
                </a:moveTo>
                <a:cubicBezTo>
                  <a:pt x="5908295" y="3760324"/>
                  <a:pt x="5917153" y="3753421"/>
                  <a:pt x="5919096" y="3741108"/>
                </a:cubicBezTo>
                <a:cubicBezTo>
                  <a:pt x="5929154" y="3716023"/>
                  <a:pt x="5903551" y="3690937"/>
                  <a:pt x="5878862" y="3698302"/>
                </a:cubicBezTo>
                <a:cubicBezTo>
                  <a:pt x="5849830" y="3700373"/>
                  <a:pt x="5843429" y="3743640"/>
                  <a:pt x="5865375" y="3759289"/>
                </a:cubicBezTo>
                <a:cubicBezTo>
                  <a:pt x="5874519" y="3764007"/>
                  <a:pt x="5886978" y="3765618"/>
                  <a:pt x="5897636" y="3762971"/>
                </a:cubicBezTo>
                <a:close/>
                <a:moveTo>
                  <a:pt x="7526869" y="3763042"/>
                </a:moveTo>
                <a:cubicBezTo>
                  <a:pt x="7534428" y="3763803"/>
                  <a:pt x="7542213" y="3762619"/>
                  <a:pt x="7549209" y="3759689"/>
                </a:cubicBezTo>
                <a:cubicBezTo>
                  <a:pt x="7573805" y="3744812"/>
                  <a:pt x="7566810" y="3698150"/>
                  <a:pt x="7535218" y="3697925"/>
                </a:cubicBezTo>
                <a:cubicBezTo>
                  <a:pt x="7503626" y="3690937"/>
                  <a:pt x="7483317" y="3733315"/>
                  <a:pt x="7505883" y="3754730"/>
                </a:cubicBezTo>
                <a:cubicBezTo>
                  <a:pt x="7511976" y="3759576"/>
                  <a:pt x="7519309" y="3762281"/>
                  <a:pt x="7526869" y="3763042"/>
                </a:cubicBezTo>
                <a:close/>
                <a:moveTo>
                  <a:pt x="5279069" y="3763050"/>
                </a:moveTo>
                <a:cubicBezTo>
                  <a:pt x="5290361" y="3760854"/>
                  <a:pt x="5299967" y="3754010"/>
                  <a:pt x="5302254" y="3741347"/>
                </a:cubicBezTo>
                <a:cubicBezTo>
                  <a:pt x="5310030" y="3718989"/>
                  <a:pt x="5292648" y="3692525"/>
                  <a:pt x="5267490" y="3697544"/>
                </a:cubicBezTo>
                <a:cubicBezTo>
                  <a:pt x="5236157" y="3696404"/>
                  <a:pt x="5229067" y="3736785"/>
                  <a:pt x="5245763" y="3756862"/>
                </a:cubicBezTo>
                <a:cubicBezTo>
                  <a:pt x="5254797" y="3762793"/>
                  <a:pt x="5267776" y="3765246"/>
                  <a:pt x="5279069" y="3763050"/>
                </a:cubicBezTo>
                <a:close/>
                <a:moveTo>
                  <a:pt x="6707938" y="3763091"/>
                </a:moveTo>
                <a:cubicBezTo>
                  <a:pt x="6716120" y="3763176"/>
                  <a:pt x="6724417" y="3761028"/>
                  <a:pt x="6731169" y="3756959"/>
                </a:cubicBezTo>
                <a:cubicBezTo>
                  <a:pt x="6745130" y="3746785"/>
                  <a:pt x="6743528" y="3726212"/>
                  <a:pt x="6738722" y="3711516"/>
                </a:cubicBezTo>
                <a:cubicBezTo>
                  <a:pt x="6726591" y="3692525"/>
                  <a:pt x="6702102" y="3698629"/>
                  <a:pt x="6683563" y="3701568"/>
                </a:cubicBezTo>
                <a:cubicBezTo>
                  <a:pt x="6677383" y="3718751"/>
                  <a:pt x="6670517" y="3740907"/>
                  <a:pt x="6685394" y="3755828"/>
                </a:cubicBezTo>
                <a:cubicBezTo>
                  <a:pt x="6691688" y="3760689"/>
                  <a:pt x="6699756" y="3763006"/>
                  <a:pt x="6707938" y="3763091"/>
                </a:cubicBezTo>
                <a:close/>
                <a:moveTo>
                  <a:pt x="6497649" y="3763139"/>
                </a:moveTo>
                <a:cubicBezTo>
                  <a:pt x="6505305" y="3763713"/>
                  <a:pt x="6513306" y="3762565"/>
                  <a:pt x="6520674" y="3760958"/>
                </a:cubicBezTo>
                <a:cubicBezTo>
                  <a:pt x="6546692" y="3745347"/>
                  <a:pt x="6539785" y="3695988"/>
                  <a:pt x="6505708" y="3697365"/>
                </a:cubicBezTo>
                <a:cubicBezTo>
                  <a:pt x="6473243" y="3690937"/>
                  <a:pt x="6456204" y="3733180"/>
                  <a:pt x="6476696" y="3754989"/>
                </a:cubicBezTo>
                <a:cubicBezTo>
                  <a:pt x="6482683" y="3760270"/>
                  <a:pt x="6489993" y="3762565"/>
                  <a:pt x="6497649" y="3763139"/>
                </a:cubicBezTo>
                <a:close/>
                <a:moveTo>
                  <a:pt x="1765376" y="3763217"/>
                </a:moveTo>
                <a:cubicBezTo>
                  <a:pt x="1785270" y="3768725"/>
                  <a:pt x="1812250" y="3758626"/>
                  <a:pt x="1810193" y="3734068"/>
                </a:cubicBezTo>
                <a:cubicBezTo>
                  <a:pt x="1814536" y="3711116"/>
                  <a:pt x="1791672" y="3692525"/>
                  <a:pt x="1769721" y="3698033"/>
                </a:cubicBezTo>
                <a:cubicBezTo>
                  <a:pt x="1735424" y="3698722"/>
                  <a:pt x="1731994" y="3757938"/>
                  <a:pt x="1765376" y="3763217"/>
                </a:cubicBezTo>
                <a:close/>
                <a:moveTo>
                  <a:pt x="650348" y="3763283"/>
                </a:moveTo>
                <a:cubicBezTo>
                  <a:pt x="670073" y="3760313"/>
                  <a:pt x="688126" y="3742466"/>
                  <a:pt x="680580" y="3721828"/>
                </a:cubicBezTo>
                <a:cubicBezTo>
                  <a:pt x="673718" y="3690929"/>
                  <a:pt x="622032" y="3689350"/>
                  <a:pt x="611970" y="3718446"/>
                </a:cubicBezTo>
                <a:cubicBezTo>
                  <a:pt x="608083" y="3734459"/>
                  <a:pt x="612427" y="3756337"/>
                  <a:pt x="630952" y="3760848"/>
                </a:cubicBezTo>
                <a:cubicBezTo>
                  <a:pt x="637011" y="3763611"/>
                  <a:pt x="643774" y="3764273"/>
                  <a:pt x="650348" y="3763283"/>
                </a:cubicBezTo>
                <a:close/>
                <a:moveTo>
                  <a:pt x="6099916" y="3763284"/>
                </a:moveTo>
                <a:cubicBezTo>
                  <a:pt x="6116401" y="3759852"/>
                  <a:pt x="6129563" y="3743819"/>
                  <a:pt x="6125950" y="3725742"/>
                </a:cubicBezTo>
                <a:cubicBezTo>
                  <a:pt x="6126179" y="3691404"/>
                  <a:pt x="6068598" y="3686174"/>
                  <a:pt x="6059651" y="3718010"/>
                </a:cubicBezTo>
                <a:cubicBezTo>
                  <a:pt x="6051392" y="3735747"/>
                  <a:pt x="6062863" y="3758942"/>
                  <a:pt x="6082821" y="3762125"/>
                </a:cubicBezTo>
                <a:cubicBezTo>
                  <a:pt x="6088556" y="3764172"/>
                  <a:pt x="6094421" y="3764428"/>
                  <a:pt x="6099916" y="3763284"/>
                </a:cubicBezTo>
                <a:close/>
                <a:moveTo>
                  <a:pt x="535059" y="3763309"/>
                </a:moveTo>
                <a:cubicBezTo>
                  <a:pt x="554962" y="3766217"/>
                  <a:pt x="577568" y="3755768"/>
                  <a:pt x="577396" y="3733771"/>
                </a:cubicBezTo>
                <a:cubicBezTo>
                  <a:pt x="584259" y="3697447"/>
                  <a:pt x="526608" y="3684587"/>
                  <a:pt x="510594" y="3714142"/>
                </a:cubicBezTo>
                <a:cubicBezTo>
                  <a:pt x="504875" y="3727228"/>
                  <a:pt x="505102" y="3746180"/>
                  <a:pt x="517000" y="3755881"/>
                </a:cubicBezTo>
                <a:cubicBezTo>
                  <a:pt x="522090" y="3759886"/>
                  <a:pt x="528424" y="3762340"/>
                  <a:pt x="535059" y="3763309"/>
                </a:cubicBezTo>
                <a:close/>
                <a:moveTo>
                  <a:pt x="8567605" y="3763316"/>
                </a:moveTo>
                <a:cubicBezTo>
                  <a:pt x="8578576" y="3761030"/>
                  <a:pt x="8587956" y="3754261"/>
                  <a:pt x="8590912" y="3741649"/>
                </a:cubicBezTo>
                <a:cubicBezTo>
                  <a:pt x="8600917" y="3715963"/>
                  <a:pt x="8574313" y="3689350"/>
                  <a:pt x="8548845" y="3698144"/>
                </a:cubicBezTo>
                <a:cubicBezTo>
                  <a:pt x="8521104" y="3701615"/>
                  <a:pt x="8515192" y="3741418"/>
                  <a:pt x="8534747" y="3758080"/>
                </a:cubicBezTo>
                <a:cubicBezTo>
                  <a:pt x="8544070" y="3763402"/>
                  <a:pt x="8556633" y="3765601"/>
                  <a:pt x="8567605" y="3763316"/>
                </a:cubicBezTo>
                <a:close/>
                <a:moveTo>
                  <a:pt x="343990" y="3763331"/>
                </a:moveTo>
                <a:cubicBezTo>
                  <a:pt x="361711" y="3760523"/>
                  <a:pt x="376383" y="3745048"/>
                  <a:pt x="371935" y="3724813"/>
                </a:cubicBezTo>
                <a:cubicBezTo>
                  <a:pt x="371250" y="3690746"/>
                  <a:pt x="313073" y="3686174"/>
                  <a:pt x="305772" y="3718411"/>
                </a:cubicBezTo>
                <a:cubicBezTo>
                  <a:pt x="300067" y="3734873"/>
                  <a:pt x="306685" y="3758194"/>
                  <a:pt x="325849" y="3761624"/>
                </a:cubicBezTo>
                <a:cubicBezTo>
                  <a:pt x="331837" y="3763796"/>
                  <a:pt x="338083" y="3764267"/>
                  <a:pt x="343990" y="3763331"/>
                </a:cubicBezTo>
                <a:close/>
                <a:moveTo>
                  <a:pt x="1267363" y="3763368"/>
                </a:moveTo>
                <a:cubicBezTo>
                  <a:pt x="1284651" y="3760621"/>
                  <a:pt x="1299318" y="3745401"/>
                  <a:pt x="1296588" y="3726077"/>
                </a:cubicBezTo>
                <a:cubicBezTo>
                  <a:pt x="1296815" y="3690962"/>
                  <a:pt x="1236789" y="3686174"/>
                  <a:pt x="1228144" y="3719008"/>
                </a:cubicBezTo>
                <a:cubicBezTo>
                  <a:pt x="1219276" y="3736338"/>
                  <a:pt x="1232468" y="3756631"/>
                  <a:pt x="1249749" y="3761647"/>
                </a:cubicBezTo>
                <a:cubicBezTo>
                  <a:pt x="1255547" y="3763813"/>
                  <a:pt x="1261600" y="3764283"/>
                  <a:pt x="1267363" y="3763368"/>
                </a:cubicBezTo>
                <a:close/>
                <a:moveTo>
                  <a:pt x="2504649" y="3763376"/>
                </a:moveTo>
                <a:cubicBezTo>
                  <a:pt x="2515825" y="3761402"/>
                  <a:pt x="2525413" y="3754881"/>
                  <a:pt x="2527795" y="3742638"/>
                </a:cubicBezTo>
                <a:cubicBezTo>
                  <a:pt x="2536866" y="3719984"/>
                  <a:pt x="2518269" y="3692525"/>
                  <a:pt x="2493312" y="3697559"/>
                </a:cubicBezTo>
                <a:cubicBezTo>
                  <a:pt x="2462702" y="3696186"/>
                  <a:pt x="2451141" y="3737833"/>
                  <a:pt x="2471994" y="3756826"/>
                </a:cubicBezTo>
                <a:cubicBezTo>
                  <a:pt x="2480724" y="3762775"/>
                  <a:pt x="2493484" y="3765350"/>
                  <a:pt x="2504649" y="3763376"/>
                </a:cubicBezTo>
                <a:close/>
                <a:moveTo>
                  <a:pt x="7933803" y="3763385"/>
                </a:moveTo>
                <a:cubicBezTo>
                  <a:pt x="7952897" y="3766356"/>
                  <a:pt x="7974323" y="3756053"/>
                  <a:pt x="7974827" y="3733821"/>
                </a:cubicBezTo>
                <a:cubicBezTo>
                  <a:pt x="7980205" y="3701671"/>
                  <a:pt x="7938081" y="3687762"/>
                  <a:pt x="7916123" y="3705775"/>
                </a:cubicBezTo>
                <a:cubicBezTo>
                  <a:pt x="7905592" y="3719912"/>
                  <a:pt x="7906040" y="3741802"/>
                  <a:pt x="7916347" y="3755939"/>
                </a:cubicBezTo>
                <a:cubicBezTo>
                  <a:pt x="7921333" y="3759929"/>
                  <a:pt x="7927438" y="3762394"/>
                  <a:pt x="7933803" y="3763385"/>
                </a:cubicBezTo>
                <a:close/>
                <a:moveTo>
                  <a:pt x="8449009" y="3763399"/>
                </a:moveTo>
                <a:cubicBezTo>
                  <a:pt x="8468863" y="3766495"/>
                  <a:pt x="8491245" y="3756303"/>
                  <a:pt x="8491072" y="3733597"/>
                </a:cubicBezTo>
                <a:cubicBezTo>
                  <a:pt x="8496142" y="3707680"/>
                  <a:pt x="8466415" y="3690937"/>
                  <a:pt x="8444062" y="3698506"/>
                </a:cubicBezTo>
                <a:cubicBezTo>
                  <a:pt x="8417791" y="3702405"/>
                  <a:pt x="8410417" y="3740937"/>
                  <a:pt x="8430926" y="3755845"/>
                </a:cubicBezTo>
                <a:cubicBezTo>
                  <a:pt x="8436053" y="3759859"/>
                  <a:pt x="8442391" y="3762367"/>
                  <a:pt x="8449009" y="3763399"/>
                </a:cubicBezTo>
                <a:close/>
                <a:moveTo>
                  <a:pt x="7418310" y="3763406"/>
                </a:moveTo>
                <a:cubicBezTo>
                  <a:pt x="7437872" y="3768725"/>
                  <a:pt x="7463120" y="3757163"/>
                  <a:pt x="7461528" y="3733809"/>
                </a:cubicBezTo>
                <a:cubicBezTo>
                  <a:pt x="7467442" y="3700742"/>
                  <a:pt x="7423997" y="3686175"/>
                  <a:pt x="7402388" y="3706061"/>
                </a:cubicBezTo>
                <a:cubicBezTo>
                  <a:pt x="7391242" y="3724328"/>
                  <a:pt x="7393062" y="3759245"/>
                  <a:pt x="7418310" y="3763406"/>
                </a:cubicBezTo>
                <a:close/>
                <a:moveTo>
                  <a:pt x="5674294" y="3763432"/>
                </a:moveTo>
                <a:cubicBezTo>
                  <a:pt x="5693944" y="3765916"/>
                  <a:pt x="5716019" y="3755128"/>
                  <a:pt x="5716363" y="3733467"/>
                </a:cubicBezTo>
                <a:cubicBezTo>
                  <a:pt x="5721192" y="3705724"/>
                  <a:pt x="5683711" y="3689350"/>
                  <a:pt x="5661867" y="3701858"/>
                </a:cubicBezTo>
                <a:cubicBezTo>
                  <a:pt x="5641632" y="3711409"/>
                  <a:pt x="5638642" y="3742791"/>
                  <a:pt x="5656348" y="3756436"/>
                </a:cubicBezTo>
                <a:cubicBezTo>
                  <a:pt x="5661464" y="3760302"/>
                  <a:pt x="5667745" y="3762604"/>
                  <a:pt x="5674294" y="3763432"/>
                </a:cubicBezTo>
                <a:close/>
                <a:moveTo>
                  <a:pt x="1163736" y="3763443"/>
                </a:moveTo>
                <a:cubicBezTo>
                  <a:pt x="1182302" y="3761045"/>
                  <a:pt x="1198786" y="3746206"/>
                  <a:pt x="1194448" y="3725739"/>
                </a:cubicBezTo>
                <a:cubicBezTo>
                  <a:pt x="1191904" y="3696858"/>
                  <a:pt x="1150264" y="3687762"/>
                  <a:pt x="1131993" y="3707546"/>
                </a:cubicBezTo>
                <a:cubicBezTo>
                  <a:pt x="1119272" y="3724147"/>
                  <a:pt x="1123667" y="3754166"/>
                  <a:pt x="1145175" y="3761443"/>
                </a:cubicBezTo>
                <a:cubicBezTo>
                  <a:pt x="1151130" y="3763660"/>
                  <a:pt x="1157549" y="3764243"/>
                  <a:pt x="1163736" y="3763443"/>
                </a:cubicBezTo>
                <a:close/>
                <a:moveTo>
                  <a:pt x="7734049" y="3763445"/>
                </a:moveTo>
                <a:cubicBezTo>
                  <a:pt x="7755289" y="3763879"/>
                  <a:pt x="7776982" y="3750135"/>
                  <a:pt x="7772152" y="3726114"/>
                </a:cubicBezTo>
                <a:cubicBezTo>
                  <a:pt x="7768932" y="3693635"/>
                  <a:pt x="7721780" y="3689350"/>
                  <a:pt x="7704069" y="3712581"/>
                </a:cubicBezTo>
                <a:cubicBezTo>
                  <a:pt x="7697629" y="3727693"/>
                  <a:pt x="7698779" y="3748669"/>
                  <a:pt x="7713960" y="3758142"/>
                </a:cubicBezTo>
                <a:cubicBezTo>
                  <a:pt x="7719940" y="3761581"/>
                  <a:pt x="7726970" y="3763301"/>
                  <a:pt x="7734049" y="3763445"/>
                </a:cubicBezTo>
                <a:close/>
                <a:moveTo>
                  <a:pt x="449152" y="3763481"/>
                </a:moveTo>
                <a:cubicBezTo>
                  <a:pt x="467107" y="3758714"/>
                  <a:pt x="480471" y="3738999"/>
                  <a:pt x="473918" y="3719673"/>
                </a:cubicBezTo>
                <a:cubicBezTo>
                  <a:pt x="468630" y="3696206"/>
                  <a:pt x="437592" y="3692525"/>
                  <a:pt x="418968" y="3701728"/>
                </a:cubicBezTo>
                <a:cubicBezTo>
                  <a:pt x="398507" y="3717603"/>
                  <a:pt x="402644" y="3757405"/>
                  <a:pt x="430234" y="3762697"/>
                </a:cubicBezTo>
                <a:cubicBezTo>
                  <a:pt x="436672" y="3764997"/>
                  <a:pt x="443167" y="3765070"/>
                  <a:pt x="449152" y="3763481"/>
                </a:cubicBezTo>
                <a:close/>
                <a:moveTo>
                  <a:pt x="7024624" y="3763481"/>
                </a:moveTo>
                <a:cubicBezTo>
                  <a:pt x="7041214" y="3760437"/>
                  <a:pt x="7055211" y="3745048"/>
                  <a:pt x="7052007" y="3726185"/>
                </a:cubicBezTo>
                <a:cubicBezTo>
                  <a:pt x="7050658" y="3690290"/>
                  <a:pt x="6991745" y="3686174"/>
                  <a:pt x="6982975" y="3719555"/>
                </a:cubicBezTo>
                <a:cubicBezTo>
                  <a:pt x="6976904" y="3737846"/>
                  <a:pt x="6988597" y="3758880"/>
                  <a:pt x="7007710" y="3762081"/>
                </a:cubicBezTo>
                <a:cubicBezTo>
                  <a:pt x="7013275" y="3764138"/>
                  <a:pt x="7019093" y="3764496"/>
                  <a:pt x="7024624" y="3763481"/>
                </a:cubicBezTo>
                <a:close/>
                <a:moveTo>
                  <a:pt x="947452" y="3763484"/>
                </a:moveTo>
                <a:cubicBezTo>
                  <a:pt x="968881" y="3765726"/>
                  <a:pt x="991979" y="3750201"/>
                  <a:pt x="986333" y="3725665"/>
                </a:cubicBezTo>
                <a:cubicBezTo>
                  <a:pt x="985648" y="3694982"/>
                  <a:pt x="940023" y="3687762"/>
                  <a:pt x="924284" y="3711000"/>
                </a:cubicBezTo>
                <a:cubicBezTo>
                  <a:pt x="917669" y="3724988"/>
                  <a:pt x="918352" y="3742361"/>
                  <a:pt x="927705" y="3754995"/>
                </a:cubicBezTo>
                <a:cubicBezTo>
                  <a:pt x="933351" y="3760015"/>
                  <a:pt x="940308" y="3762737"/>
                  <a:pt x="947452" y="3763484"/>
                </a:cubicBezTo>
                <a:close/>
                <a:moveTo>
                  <a:pt x="5996121" y="3763484"/>
                </a:moveTo>
                <a:cubicBezTo>
                  <a:pt x="6012726" y="3760540"/>
                  <a:pt x="6026333" y="3745356"/>
                  <a:pt x="6022591" y="3727018"/>
                </a:cubicBezTo>
                <a:cubicBezTo>
                  <a:pt x="6024178" y="3695164"/>
                  <a:pt x="5974058" y="3687762"/>
                  <a:pt x="5960224" y="3713334"/>
                </a:cubicBezTo>
                <a:cubicBezTo>
                  <a:pt x="5952967" y="3730831"/>
                  <a:pt x="5956369" y="3758423"/>
                  <a:pt x="5979048" y="3762012"/>
                </a:cubicBezTo>
                <a:cubicBezTo>
                  <a:pt x="5984718" y="3764087"/>
                  <a:pt x="5990586" y="3764466"/>
                  <a:pt x="5996121" y="3763484"/>
                </a:cubicBezTo>
                <a:close/>
                <a:moveTo>
                  <a:pt x="8343890" y="3763506"/>
                </a:moveTo>
                <a:cubicBezTo>
                  <a:pt x="8363895" y="3766999"/>
                  <a:pt x="8387181" y="3757441"/>
                  <a:pt x="8387695" y="3734638"/>
                </a:cubicBezTo>
                <a:cubicBezTo>
                  <a:pt x="8392955" y="3702177"/>
                  <a:pt x="8348585" y="3686175"/>
                  <a:pt x="8327087" y="3706977"/>
                </a:cubicBezTo>
                <a:cubicBezTo>
                  <a:pt x="8311992" y="3718865"/>
                  <a:pt x="8314050" y="3742410"/>
                  <a:pt x="8325943" y="3755669"/>
                </a:cubicBezTo>
                <a:cubicBezTo>
                  <a:pt x="8330917" y="3759727"/>
                  <a:pt x="8337221" y="3762342"/>
                  <a:pt x="8343890" y="3763506"/>
                </a:cubicBezTo>
                <a:close/>
                <a:moveTo>
                  <a:pt x="3325284" y="3763507"/>
                </a:moveTo>
                <a:cubicBezTo>
                  <a:pt x="3342162" y="3760388"/>
                  <a:pt x="3355966" y="3744994"/>
                  <a:pt x="3351652" y="3726556"/>
                </a:cubicBezTo>
                <a:cubicBezTo>
                  <a:pt x="3351422" y="3696107"/>
                  <a:pt x="3303337" y="3687762"/>
                  <a:pt x="3288152" y="3711895"/>
                </a:cubicBezTo>
                <a:cubicBezTo>
                  <a:pt x="3278029" y="3729488"/>
                  <a:pt x="3283551" y="3760162"/>
                  <a:pt x="3307939" y="3762192"/>
                </a:cubicBezTo>
                <a:cubicBezTo>
                  <a:pt x="3313691" y="3764222"/>
                  <a:pt x="3319658" y="3764546"/>
                  <a:pt x="3325284" y="3763507"/>
                </a:cubicBezTo>
                <a:close/>
                <a:moveTo>
                  <a:pt x="5481444" y="3763516"/>
                </a:moveTo>
                <a:cubicBezTo>
                  <a:pt x="5498640" y="3760282"/>
                  <a:pt x="5513521" y="3744635"/>
                  <a:pt x="5509631" y="3725377"/>
                </a:cubicBezTo>
                <a:cubicBezTo>
                  <a:pt x="5506926" y="3694427"/>
                  <a:pt x="5459802" y="3686174"/>
                  <a:pt x="5445597" y="3712310"/>
                </a:cubicBezTo>
                <a:cubicBezTo>
                  <a:pt x="5437029" y="3729733"/>
                  <a:pt x="5441764" y="3758849"/>
                  <a:pt x="5464086" y="3762288"/>
                </a:cubicBezTo>
                <a:cubicBezTo>
                  <a:pt x="5469723" y="3764294"/>
                  <a:pt x="5475712" y="3764595"/>
                  <a:pt x="5481444" y="3763516"/>
                </a:cubicBezTo>
                <a:close/>
                <a:moveTo>
                  <a:pt x="8861139" y="3763521"/>
                </a:moveTo>
                <a:cubicBezTo>
                  <a:pt x="8882570" y="3765827"/>
                  <a:pt x="8905599" y="3750431"/>
                  <a:pt x="8900481" y="3725900"/>
                </a:cubicBezTo>
                <a:cubicBezTo>
                  <a:pt x="8899572" y="3699734"/>
                  <a:pt x="8867501" y="3690937"/>
                  <a:pt x="8847031" y="3702215"/>
                </a:cubicBezTo>
                <a:cubicBezTo>
                  <a:pt x="8830199" y="3713945"/>
                  <a:pt x="8829517" y="3739435"/>
                  <a:pt x="8841344" y="3754999"/>
                </a:cubicBezTo>
                <a:cubicBezTo>
                  <a:pt x="8847030" y="3760018"/>
                  <a:pt x="8853996" y="3762753"/>
                  <a:pt x="8861139" y="3763521"/>
                </a:cubicBezTo>
                <a:close/>
                <a:moveTo>
                  <a:pt x="9180757" y="3763539"/>
                </a:moveTo>
                <a:cubicBezTo>
                  <a:pt x="9198418" y="3760581"/>
                  <a:pt x="9214026" y="3745276"/>
                  <a:pt x="9210263" y="3725728"/>
                </a:cubicBezTo>
                <a:cubicBezTo>
                  <a:pt x="9209350" y="3690518"/>
                  <a:pt x="9149597" y="3686174"/>
                  <a:pt x="9140931" y="3718183"/>
                </a:cubicBezTo>
                <a:cubicBezTo>
                  <a:pt x="9134317" y="3735788"/>
                  <a:pt x="9143440" y="3758423"/>
                  <a:pt x="9163053" y="3762081"/>
                </a:cubicBezTo>
                <a:cubicBezTo>
                  <a:pt x="9168755" y="3764138"/>
                  <a:pt x="9174870" y="3764525"/>
                  <a:pt x="9180757" y="3763539"/>
                </a:cubicBezTo>
                <a:close/>
                <a:moveTo>
                  <a:pt x="9077002" y="3763564"/>
                </a:moveTo>
                <a:cubicBezTo>
                  <a:pt x="9095085" y="3761037"/>
                  <a:pt x="9110949" y="3746237"/>
                  <a:pt x="9107519" y="3726109"/>
                </a:cubicBezTo>
                <a:cubicBezTo>
                  <a:pt x="9105003" y="3696791"/>
                  <a:pt x="9063385" y="3689349"/>
                  <a:pt x="9044177" y="3707616"/>
                </a:cubicBezTo>
                <a:cubicBezTo>
                  <a:pt x="9029542" y="3724305"/>
                  <a:pt x="9035259" y="3756330"/>
                  <a:pt x="9058812" y="3761742"/>
                </a:cubicBezTo>
                <a:cubicBezTo>
                  <a:pt x="9064700" y="3763884"/>
                  <a:pt x="9070974" y="3764406"/>
                  <a:pt x="9077002" y="3763564"/>
                </a:cubicBezTo>
                <a:close/>
                <a:moveTo>
                  <a:pt x="2088277" y="3763567"/>
                </a:moveTo>
                <a:cubicBezTo>
                  <a:pt x="2106816" y="3761304"/>
                  <a:pt x="2124095" y="3746799"/>
                  <a:pt x="2119303" y="3726330"/>
                </a:cubicBezTo>
                <a:cubicBezTo>
                  <a:pt x="2119079" y="3691596"/>
                  <a:pt x="2060246" y="3687762"/>
                  <a:pt x="2050665" y="3718887"/>
                </a:cubicBezTo>
                <a:cubicBezTo>
                  <a:pt x="2044733" y="3734675"/>
                  <a:pt x="2052031" y="3757230"/>
                  <a:pt x="2070050" y="3761516"/>
                </a:cubicBezTo>
                <a:cubicBezTo>
                  <a:pt x="2075758" y="3763714"/>
                  <a:pt x="2082099" y="3764321"/>
                  <a:pt x="2088277" y="3763567"/>
                </a:cubicBezTo>
                <a:close/>
                <a:moveTo>
                  <a:pt x="5159122" y="3763601"/>
                </a:moveTo>
                <a:cubicBezTo>
                  <a:pt x="5178673" y="3767127"/>
                  <a:pt x="5201538" y="3755765"/>
                  <a:pt x="5201366" y="3733469"/>
                </a:cubicBezTo>
                <a:cubicBezTo>
                  <a:pt x="5205255" y="3708087"/>
                  <a:pt x="5177801" y="3690937"/>
                  <a:pt x="5155151" y="3699169"/>
                </a:cubicBezTo>
                <a:cubicBezTo>
                  <a:pt x="5130441" y="3703285"/>
                  <a:pt x="5127467" y="3739187"/>
                  <a:pt x="5141652" y="3754964"/>
                </a:cubicBezTo>
                <a:cubicBezTo>
                  <a:pt x="5146457" y="3759595"/>
                  <a:pt x="5152605" y="3762425"/>
                  <a:pt x="5159122" y="3763601"/>
                </a:cubicBezTo>
                <a:close/>
                <a:moveTo>
                  <a:pt x="7113573" y="3763670"/>
                </a:moveTo>
                <a:cubicBezTo>
                  <a:pt x="7133347" y="3766236"/>
                  <a:pt x="7155674" y="3755799"/>
                  <a:pt x="7156019" y="3733719"/>
                </a:cubicBezTo>
                <a:cubicBezTo>
                  <a:pt x="7159467" y="3707957"/>
                  <a:pt x="7131881" y="3690937"/>
                  <a:pt x="7109122" y="3698297"/>
                </a:cubicBezTo>
                <a:cubicBezTo>
                  <a:pt x="7082915" y="3702667"/>
                  <a:pt x="7075329" y="3740849"/>
                  <a:pt x="7095559" y="3756719"/>
                </a:cubicBezTo>
                <a:cubicBezTo>
                  <a:pt x="7100674" y="3760515"/>
                  <a:pt x="7106982" y="3762815"/>
                  <a:pt x="7113573" y="3763670"/>
                </a:cubicBezTo>
                <a:close/>
                <a:moveTo>
                  <a:pt x="1049699" y="3763685"/>
                </a:moveTo>
                <a:cubicBezTo>
                  <a:pt x="1068869" y="3766515"/>
                  <a:pt x="1090804" y="3756467"/>
                  <a:pt x="1089784" y="3734589"/>
                </a:cubicBezTo>
                <a:cubicBezTo>
                  <a:pt x="1093866" y="3713333"/>
                  <a:pt x="1073914" y="3694112"/>
                  <a:pt x="1052593" y="3698182"/>
                </a:cubicBezTo>
                <a:cubicBezTo>
                  <a:pt x="1022888" y="3697278"/>
                  <a:pt x="1012909" y="3738433"/>
                  <a:pt x="1032412" y="3756523"/>
                </a:cubicBezTo>
                <a:cubicBezTo>
                  <a:pt x="1037229" y="3760367"/>
                  <a:pt x="1043310" y="3762742"/>
                  <a:pt x="1049699" y="3763685"/>
                </a:cubicBezTo>
                <a:close/>
                <a:moveTo>
                  <a:pt x="3221425" y="3763692"/>
                </a:moveTo>
                <a:cubicBezTo>
                  <a:pt x="3238616" y="3760721"/>
                  <a:pt x="3252894" y="3745629"/>
                  <a:pt x="3248926" y="3726305"/>
                </a:cubicBezTo>
                <a:cubicBezTo>
                  <a:pt x="3248926" y="3691874"/>
                  <a:pt x="3189797" y="3686174"/>
                  <a:pt x="3181974" y="3718324"/>
                </a:cubicBezTo>
                <a:cubicBezTo>
                  <a:pt x="3174842" y="3735654"/>
                  <a:pt x="3184045" y="3759139"/>
                  <a:pt x="3203831" y="3762331"/>
                </a:cubicBezTo>
                <a:cubicBezTo>
                  <a:pt x="3209641" y="3764326"/>
                  <a:pt x="3215695" y="3764683"/>
                  <a:pt x="3221425" y="3763692"/>
                </a:cubicBezTo>
                <a:close/>
                <a:moveTo>
                  <a:pt x="8972648" y="3763787"/>
                </a:moveTo>
                <a:cubicBezTo>
                  <a:pt x="8990805" y="3761911"/>
                  <a:pt x="9007431" y="3746178"/>
                  <a:pt x="9003009" y="3725944"/>
                </a:cubicBezTo>
                <a:cubicBezTo>
                  <a:pt x="9003009" y="3695078"/>
                  <a:pt x="8958558" y="3687762"/>
                  <a:pt x="8942003" y="3709025"/>
                </a:cubicBezTo>
                <a:cubicBezTo>
                  <a:pt x="8931117" y="3725944"/>
                  <a:pt x="8934065" y="3752923"/>
                  <a:pt x="8954703" y="3760697"/>
                </a:cubicBezTo>
                <a:cubicBezTo>
                  <a:pt x="8960373" y="3763497"/>
                  <a:pt x="8966595" y="3764412"/>
                  <a:pt x="8972648" y="3763787"/>
                </a:cubicBezTo>
                <a:close/>
                <a:moveTo>
                  <a:pt x="1361448" y="3763803"/>
                </a:moveTo>
                <a:cubicBezTo>
                  <a:pt x="1380096" y="3765594"/>
                  <a:pt x="1400140" y="3756416"/>
                  <a:pt x="1399126" y="3734627"/>
                </a:cubicBezTo>
                <a:cubicBezTo>
                  <a:pt x="1404989" y="3708093"/>
                  <a:pt x="1374092" y="3690937"/>
                  <a:pt x="1351991" y="3699629"/>
                </a:cubicBezTo>
                <a:cubicBezTo>
                  <a:pt x="1326273" y="3705576"/>
                  <a:pt x="1320860" y="3745607"/>
                  <a:pt x="1344095" y="3758417"/>
                </a:cubicBezTo>
                <a:cubicBezTo>
                  <a:pt x="1349172" y="3761391"/>
                  <a:pt x="1355232" y="3763207"/>
                  <a:pt x="1361448" y="3763803"/>
                </a:cubicBezTo>
                <a:close/>
                <a:moveTo>
                  <a:pt x="5377202" y="3763816"/>
                </a:moveTo>
                <a:cubicBezTo>
                  <a:pt x="5395059" y="3761395"/>
                  <a:pt x="5410369" y="3745064"/>
                  <a:pt x="5406584" y="3725278"/>
                </a:cubicBezTo>
                <a:cubicBezTo>
                  <a:pt x="5408190" y="3700034"/>
                  <a:pt x="5375621" y="3690937"/>
                  <a:pt x="5356585" y="3700716"/>
                </a:cubicBezTo>
                <a:cubicBezTo>
                  <a:pt x="5330667" y="3709813"/>
                  <a:pt x="5333420" y="3753706"/>
                  <a:pt x="5359108" y="3761211"/>
                </a:cubicBezTo>
                <a:cubicBezTo>
                  <a:pt x="5365014" y="3763883"/>
                  <a:pt x="5371249" y="3764622"/>
                  <a:pt x="5377202" y="3763816"/>
                </a:cubicBezTo>
                <a:close/>
                <a:moveTo>
                  <a:pt x="5071408" y="3763820"/>
                </a:moveTo>
                <a:cubicBezTo>
                  <a:pt x="5087795" y="3760547"/>
                  <a:pt x="5101271" y="3745410"/>
                  <a:pt x="5098883" y="3727331"/>
                </a:cubicBezTo>
                <a:cubicBezTo>
                  <a:pt x="5097518" y="3696176"/>
                  <a:pt x="5051573" y="3687762"/>
                  <a:pt x="5034969" y="3710958"/>
                </a:cubicBezTo>
                <a:cubicBezTo>
                  <a:pt x="5024279" y="3729378"/>
                  <a:pt x="5031330" y="3758714"/>
                  <a:pt x="5054530" y="3762807"/>
                </a:cubicBezTo>
                <a:cubicBezTo>
                  <a:pt x="5060160" y="3764683"/>
                  <a:pt x="5065945" y="3764911"/>
                  <a:pt x="5071408" y="3763820"/>
                </a:cubicBezTo>
                <a:close/>
                <a:moveTo>
                  <a:pt x="2706495" y="3763852"/>
                </a:moveTo>
                <a:cubicBezTo>
                  <a:pt x="2723301" y="3761396"/>
                  <a:pt x="2737800" y="3747236"/>
                  <a:pt x="2735747" y="3728356"/>
                </a:cubicBezTo>
                <a:cubicBezTo>
                  <a:pt x="2736204" y="3692297"/>
                  <a:pt x="2676209" y="3686174"/>
                  <a:pt x="2666863" y="3719512"/>
                </a:cubicBezTo>
                <a:cubicBezTo>
                  <a:pt x="2659110" y="3737201"/>
                  <a:pt x="2670286" y="3758746"/>
                  <a:pt x="2689446" y="3762147"/>
                </a:cubicBezTo>
                <a:cubicBezTo>
                  <a:pt x="2695033" y="3764189"/>
                  <a:pt x="2700891" y="3764670"/>
                  <a:pt x="2706495" y="3763852"/>
                </a:cubicBezTo>
                <a:close/>
                <a:moveTo>
                  <a:pt x="857483" y="3763870"/>
                </a:moveTo>
                <a:cubicBezTo>
                  <a:pt x="874630" y="3760405"/>
                  <a:pt x="889305" y="3745012"/>
                  <a:pt x="885150" y="3726421"/>
                </a:cubicBezTo>
                <a:cubicBezTo>
                  <a:pt x="886073" y="3688671"/>
                  <a:pt x="815178" y="3687762"/>
                  <a:pt x="817257" y="3726194"/>
                </a:cubicBezTo>
                <a:cubicBezTo>
                  <a:pt x="814485" y="3742340"/>
                  <a:pt x="822336" y="3760306"/>
                  <a:pt x="840120" y="3763035"/>
                </a:cubicBezTo>
                <a:cubicBezTo>
                  <a:pt x="845777" y="3764854"/>
                  <a:pt x="851767" y="3765024"/>
                  <a:pt x="857483" y="3763870"/>
                </a:cubicBezTo>
                <a:close/>
                <a:moveTo>
                  <a:pt x="3421239" y="3763895"/>
                </a:moveTo>
                <a:cubicBezTo>
                  <a:pt x="3430361" y="3763694"/>
                  <a:pt x="3439482" y="3760710"/>
                  <a:pt x="3446824" y="3755202"/>
                </a:cubicBezTo>
                <a:cubicBezTo>
                  <a:pt x="3460592" y="3738218"/>
                  <a:pt x="3457609" y="3704249"/>
                  <a:pt x="3433516" y="3698740"/>
                </a:cubicBezTo>
                <a:cubicBezTo>
                  <a:pt x="3413782" y="3690937"/>
                  <a:pt x="3397260" y="3705167"/>
                  <a:pt x="3382804" y="3716414"/>
                </a:cubicBezTo>
                <a:cubicBezTo>
                  <a:pt x="3386476" y="3729496"/>
                  <a:pt x="3383722" y="3746480"/>
                  <a:pt x="3395654" y="3755890"/>
                </a:cubicBezTo>
                <a:cubicBezTo>
                  <a:pt x="3402997" y="3761513"/>
                  <a:pt x="3412118" y="3764095"/>
                  <a:pt x="3421239" y="3763895"/>
                </a:cubicBezTo>
                <a:close/>
                <a:moveTo>
                  <a:pt x="8256088" y="3763933"/>
                </a:moveTo>
                <a:cubicBezTo>
                  <a:pt x="8273448" y="3761086"/>
                  <a:pt x="8288114" y="3746372"/>
                  <a:pt x="8283154" y="3726414"/>
                </a:cubicBezTo>
                <a:cubicBezTo>
                  <a:pt x="8285434" y="3701622"/>
                  <a:pt x="8254421" y="3692524"/>
                  <a:pt x="8235494" y="3700484"/>
                </a:cubicBezTo>
                <a:cubicBezTo>
                  <a:pt x="8207217" y="3708900"/>
                  <a:pt x="8209953" y="3756437"/>
                  <a:pt x="8238458" y="3762579"/>
                </a:cubicBezTo>
                <a:cubicBezTo>
                  <a:pt x="8244216" y="3764512"/>
                  <a:pt x="8250302" y="3764882"/>
                  <a:pt x="8256088" y="3763933"/>
                </a:cubicBezTo>
                <a:close/>
                <a:moveTo>
                  <a:pt x="1875675" y="3763980"/>
                </a:moveTo>
                <a:cubicBezTo>
                  <a:pt x="1899186" y="3767137"/>
                  <a:pt x="1920918" y="3742110"/>
                  <a:pt x="1911405" y="3719788"/>
                </a:cubicBezTo>
                <a:cubicBezTo>
                  <a:pt x="1903480" y="3691829"/>
                  <a:pt x="1854866" y="3689349"/>
                  <a:pt x="1846952" y="3718210"/>
                </a:cubicBezTo>
                <a:cubicBezTo>
                  <a:pt x="1839942" y="3738728"/>
                  <a:pt x="1851698" y="3764882"/>
                  <a:pt x="1875675" y="3763980"/>
                </a:cubicBezTo>
                <a:close/>
                <a:moveTo>
                  <a:pt x="4862612" y="3763983"/>
                </a:moveTo>
                <a:cubicBezTo>
                  <a:pt x="4880931" y="3761610"/>
                  <a:pt x="4897341" y="3745450"/>
                  <a:pt x="4892761" y="3724928"/>
                </a:cubicBezTo>
                <a:cubicBezTo>
                  <a:pt x="4890273" y="3690498"/>
                  <a:pt x="4833735" y="3687762"/>
                  <a:pt x="4824463" y="3719228"/>
                </a:cubicBezTo>
                <a:cubicBezTo>
                  <a:pt x="4817904" y="3735873"/>
                  <a:pt x="4827629" y="3755483"/>
                  <a:pt x="4844364" y="3761411"/>
                </a:cubicBezTo>
                <a:cubicBezTo>
                  <a:pt x="4850188" y="3764033"/>
                  <a:pt x="4856506" y="3764774"/>
                  <a:pt x="4862612" y="3763983"/>
                </a:cubicBezTo>
                <a:close/>
                <a:moveTo>
                  <a:pt x="8665757" y="3763991"/>
                </a:moveTo>
                <a:cubicBezTo>
                  <a:pt x="8682523" y="3761575"/>
                  <a:pt x="8697068" y="3747679"/>
                  <a:pt x="8695008" y="3729037"/>
                </a:cubicBezTo>
                <a:cubicBezTo>
                  <a:pt x="8696610" y="3698024"/>
                  <a:pt x="8653590" y="3687762"/>
                  <a:pt x="8634368" y="3707145"/>
                </a:cubicBezTo>
                <a:cubicBezTo>
                  <a:pt x="8621554" y="3724476"/>
                  <a:pt x="8624529" y="3756858"/>
                  <a:pt x="8648785" y="3762331"/>
                </a:cubicBezTo>
                <a:cubicBezTo>
                  <a:pt x="8654334" y="3764326"/>
                  <a:pt x="8660169" y="3764796"/>
                  <a:pt x="8665757" y="3763991"/>
                </a:cubicBezTo>
                <a:close/>
                <a:moveTo>
                  <a:pt x="7330764" y="3764001"/>
                </a:moveTo>
                <a:cubicBezTo>
                  <a:pt x="7347959" y="3760761"/>
                  <a:pt x="7362715" y="3745752"/>
                  <a:pt x="7358096" y="3726649"/>
                </a:cubicBezTo>
                <a:cubicBezTo>
                  <a:pt x="7358324" y="3694357"/>
                  <a:pt x="7308594" y="3687762"/>
                  <a:pt x="7294451" y="3713232"/>
                </a:cubicBezTo>
                <a:cubicBezTo>
                  <a:pt x="7286467" y="3731197"/>
                  <a:pt x="7290573" y="3758942"/>
                  <a:pt x="7313385" y="3763035"/>
                </a:cubicBezTo>
                <a:cubicBezTo>
                  <a:pt x="7319031" y="3764854"/>
                  <a:pt x="7325033" y="3765081"/>
                  <a:pt x="7330764" y="3764001"/>
                </a:cubicBezTo>
                <a:close/>
                <a:moveTo>
                  <a:pt x="8038147" y="3764079"/>
                </a:moveTo>
                <a:cubicBezTo>
                  <a:pt x="8057329" y="3766609"/>
                  <a:pt x="8078474" y="3756618"/>
                  <a:pt x="8078131" y="3734301"/>
                </a:cubicBezTo>
                <a:cubicBezTo>
                  <a:pt x="8083392" y="3708467"/>
                  <a:pt x="8056171" y="3690937"/>
                  <a:pt x="8033525" y="3698780"/>
                </a:cubicBezTo>
                <a:cubicBezTo>
                  <a:pt x="8007677" y="3703854"/>
                  <a:pt x="8004017" y="3740530"/>
                  <a:pt x="8020487" y="3757368"/>
                </a:cubicBezTo>
                <a:cubicBezTo>
                  <a:pt x="8025576" y="3761001"/>
                  <a:pt x="8031753" y="3763236"/>
                  <a:pt x="8038147" y="3764079"/>
                </a:cubicBezTo>
                <a:close/>
                <a:moveTo>
                  <a:pt x="6598107" y="3764138"/>
                </a:moveTo>
                <a:cubicBezTo>
                  <a:pt x="6617348" y="3767880"/>
                  <a:pt x="6639539" y="3757428"/>
                  <a:pt x="6638512" y="3734717"/>
                </a:cubicBezTo>
                <a:cubicBezTo>
                  <a:pt x="6643529" y="3712694"/>
                  <a:pt x="6623462" y="3694112"/>
                  <a:pt x="6602254" y="3697782"/>
                </a:cubicBezTo>
                <a:cubicBezTo>
                  <a:pt x="6572837" y="3695718"/>
                  <a:pt x="6560979" y="3737699"/>
                  <a:pt x="6580819" y="3755593"/>
                </a:cubicBezTo>
                <a:cubicBezTo>
                  <a:pt x="6585607" y="3760066"/>
                  <a:pt x="6591693" y="3762891"/>
                  <a:pt x="6598107" y="3764138"/>
                </a:cubicBezTo>
                <a:close/>
                <a:moveTo>
                  <a:pt x="752847" y="3764154"/>
                </a:moveTo>
                <a:cubicBezTo>
                  <a:pt x="770705" y="3761736"/>
                  <a:pt x="785888" y="3745835"/>
                  <a:pt x="781071" y="3725989"/>
                </a:cubicBezTo>
                <a:cubicBezTo>
                  <a:pt x="780383" y="3696361"/>
                  <a:pt x="739324" y="3689350"/>
                  <a:pt x="721203" y="3708800"/>
                </a:cubicBezTo>
                <a:cubicBezTo>
                  <a:pt x="706518" y="3724179"/>
                  <a:pt x="711797" y="3756747"/>
                  <a:pt x="734735" y="3761723"/>
                </a:cubicBezTo>
                <a:cubicBezTo>
                  <a:pt x="740643" y="3764267"/>
                  <a:pt x="746894" y="3764960"/>
                  <a:pt x="752847" y="3764154"/>
                </a:cubicBezTo>
                <a:close/>
                <a:moveTo>
                  <a:pt x="6909749" y="3764201"/>
                </a:moveTo>
                <a:cubicBezTo>
                  <a:pt x="6927656" y="3765735"/>
                  <a:pt x="6946793" y="3754899"/>
                  <a:pt x="6948139" y="3734533"/>
                </a:cubicBezTo>
                <a:cubicBezTo>
                  <a:pt x="6951504" y="3711092"/>
                  <a:pt x="6929297" y="3692525"/>
                  <a:pt x="6907986" y="3697167"/>
                </a:cubicBezTo>
                <a:cubicBezTo>
                  <a:pt x="6878600" y="3697631"/>
                  <a:pt x="6868954" y="3743585"/>
                  <a:pt x="6892957" y="3758439"/>
                </a:cubicBezTo>
                <a:cubicBezTo>
                  <a:pt x="6897948" y="3761804"/>
                  <a:pt x="6903780" y="3763690"/>
                  <a:pt x="6909749" y="3764201"/>
                </a:cubicBezTo>
                <a:close/>
                <a:moveTo>
                  <a:pt x="5786990" y="3764256"/>
                </a:moveTo>
                <a:cubicBezTo>
                  <a:pt x="5804744" y="3762165"/>
                  <a:pt x="5820401" y="3746856"/>
                  <a:pt x="5817993" y="3727301"/>
                </a:cubicBezTo>
                <a:cubicBezTo>
                  <a:pt x="5816616" y="3701915"/>
                  <a:pt x="5787252" y="3690937"/>
                  <a:pt x="5766376" y="3700543"/>
                </a:cubicBezTo>
                <a:cubicBezTo>
                  <a:pt x="5741829" y="3711063"/>
                  <a:pt x="5743665" y="3753146"/>
                  <a:pt x="5769129" y="3761608"/>
                </a:cubicBezTo>
                <a:cubicBezTo>
                  <a:pt x="5774921" y="3764181"/>
                  <a:pt x="5781072" y="3764953"/>
                  <a:pt x="5786990" y="3764256"/>
                </a:cubicBezTo>
                <a:close/>
                <a:moveTo>
                  <a:pt x="8767762" y="3764292"/>
                </a:moveTo>
                <a:cubicBezTo>
                  <a:pt x="8780987" y="3762933"/>
                  <a:pt x="8793103" y="3755122"/>
                  <a:pt x="8795264" y="3740659"/>
                </a:cubicBezTo>
                <a:cubicBezTo>
                  <a:pt x="8797767" y="3727006"/>
                  <a:pt x="8792306" y="3713815"/>
                  <a:pt x="8788666" y="3701087"/>
                </a:cubicBezTo>
                <a:cubicBezTo>
                  <a:pt x="8771829" y="3699236"/>
                  <a:pt x="8752035" y="3692525"/>
                  <a:pt x="8737928" y="3705947"/>
                </a:cubicBezTo>
                <a:cubicBezTo>
                  <a:pt x="8727917" y="3717518"/>
                  <a:pt x="8729282" y="3735337"/>
                  <a:pt x="8733605" y="3749221"/>
                </a:cubicBezTo>
                <a:cubicBezTo>
                  <a:pt x="8740204" y="3760560"/>
                  <a:pt x="8754538" y="3765652"/>
                  <a:pt x="8767762" y="3764292"/>
                </a:cubicBezTo>
                <a:close/>
                <a:moveTo>
                  <a:pt x="6404208" y="3764292"/>
                </a:moveTo>
                <a:cubicBezTo>
                  <a:pt x="6420371" y="3763255"/>
                  <a:pt x="6435631" y="3751665"/>
                  <a:pt x="6435287" y="3734046"/>
                </a:cubicBezTo>
                <a:cubicBezTo>
                  <a:pt x="6440330" y="3707587"/>
                  <a:pt x="6408463" y="3690937"/>
                  <a:pt x="6385996" y="3700060"/>
                </a:cubicBezTo>
                <a:cubicBezTo>
                  <a:pt x="6356192" y="3707131"/>
                  <a:pt x="6357568" y="3757083"/>
                  <a:pt x="6388288" y="3761645"/>
                </a:cubicBezTo>
                <a:cubicBezTo>
                  <a:pt x="6393332" y="3763811"/>
                  <a:pt x="6398820" y="3764638"/>
                  <a:pt x="6404208" y="3764292"/>
                </a:cubicBezTo>
                <a:close/>
                <a:moveTo>
                  <a:pt x="6816249" y="3764324"/>
                </a:moveTo>
                <a:cubicBezTo>
                  <a:pt x="6833522" y="3761905"/>
                  <a:pt x="6848612" y="3746263"/>
                  <a:pt x="6844734" y="3726733"/>
                </a:cubicBezTo>
                <a:cubicBezTo>
                  <a:pt x="6845184" y="3693779"/>
                  <a:pt x="6795723" y="3686175"/>
                  <a:pt x="6782009" y="3712906"/>
                </a:cubicBezTo>
                <a:cubicBezTo>
                  <a:pt x="6772117" y="3730189"/>
                  <a:pt x="6778862" y="3756460"/>
                  <a:pt x="6798871" y="3761991"/>
                </a:cubicBezTo>
                <a:cubicBezTo>
                  <a:pt x="6804491" y="3764468"/>
                  <a:pt x="6810491" y="3765131"/>
                  <a:pt x="6816249" y="3764324"/>
                </a:cubicBezTo>
                <a:close/>
                <a:moveTo>
                  <a:pt x="1676796" y="3764345"/>
                </a:moveTo>
                <a:cubicBezTo>
                  <a:pt x="1693419" y="3762820"/>
                  <a:pt x="1708906" y="3750581"/>
                  <a:pt x="1707002" y="3732328"/>
                </a:cubicBezTo>
                <a:cubicBezTo>
                  <a:pt x="1709771" y="3709355"/>
                  <a:pt x="1686699" y="3692524"/>
                  <a:pt x="1664781" y="3698210"/>
                </a:cubicBezTo>
                <a:cubicBezTo>
                  <a:pt x="1633404" y="3701850"/>
                  <a:pt x="1630404" y="3754845"/>
                  <a:pt x="1660397" y="3762124"/>
                </a:cubicBezTo>
                <a:cubicBezTo>
                  <a:pt x="1665588" y="3764170"/>
                  <a:pt x="1671256" y="3764853"/>
                  <a:pt x="1676796" y="3764345"/>
                </a:cubicBezTo>
                <a:close/>
                <a:moveTo>
                  <a:pt x="6199186" y="3764356"/>
                </a:moveTo>
                <a:cubicBezTo>
                  <a:pt x="6218505" y="3761183"/>
                  <a:pt x="6235186" y="3742450"/>
                  <a:pt x="6229354" y="3722044"/>
                </a:cubicBezTo>
                <a:cubicBezTo>
                  <a:pt x="6222493" y="3693007"/>
                  <a:pt x="6178123" y="3689349"/>
                  <a:pt x="6163943" y="3713813"/>
                </a:cubicBezTo>
                <a:cubicBezTo>
                  <a:pt x="6156167" y="3730275"/>
                  <a:pt x="6160970" y="3755425"/>
                  <a:pt x="6179724" y="3761827"/>
                </a:cubicBezTo>
                <a:cubicBezTo>
                  <a:pt x="6186014" y="3764742"/>
                  <a:pt x="6192746" y="3765413"/>
                  <a:pt x="6199186" y="3764356"/>
                </a:cubicBezTo>
                <a:close/>
                <a:moveTo>
                  <a:pt x="2191922" y="3764406"/>
                </a:moveTo>
                <a:cubicBezTo>
                  <a:pt x="2209216" y="3761387"/>
                  <a:pt x="2224278" y="3745140"/>
                  <a:pt x="2219976" y="3726026"/>
                </a:cubicBezTo>
                <a:cubicBezTo>
                  <a:pt x="2221583" y="3686175"/>
                  <a:pt x="2151352" y="3688028"/>
                  <a:pt x="2152492" y="3726721"/>
                </a:cubicBezTo>
                <a:cubicBezTo>
                  <a:pt x="2149507" y="3742012"/>
                  <a:pt x="2159376" y="3758925"/>
                  <a:pt x="2174526" y="3762632"/>
                </a:cubicBezTo>
                <a:cubicBezTo>
                  <a:pt x="2180146" y="3764949"/>
                  <a:pt x="2186161" y="3765413"/>
                  <a:pt x="2191922" y="3764406"/>
                </a:cubicBezTo>
                <a:close/>
                <a:moveTo>
                  <a:pt x="8151060" y="3764426"/>
                </a:moveTo>
                <a:cubicBezTo>
                  <a:pt x="8169112" y="3762195"/>
                  <a:pt x="8184982" y="3746772"/>
                  <a:pt x="8180191" y="3726149"/>
                </a:cubicBezTo>
                <a:cubicBezTo>
                  <a:pt x="8180875" y="3690796"/>
                  <a:pt x="8122927" y="3686175"/>
                  <a:pt x="8114257" y="3718293"/>
                </a:cubicBezTo>
                <a:cubicBezTo>
                  <a:pt x="8110379" y="3734468"/>
                  <a:pt x="8113801" y="3758498"/>
                  <a:pt x="8132965" y="3761964"/>
                </a:cubicBezTo>
                <a:cubicBezTo>
                  <a:pt x="8138783" y="3764448"/>
                  <a:pt x="8145042" y="3765170"/>
                  <a:pt x="8151060" y="3764426"/>
                </a:cubicBezTo>
                <a:close/>
                <a:moveTo>
                  <a:pt x="2602480" y="3764522"/>
                </a:moveTo>
                <a:cubicBezTo>
                  <a:pt x="2620543" y="3762053"/>
                  <a:pt x="2636879" y="3746536"/>
                  <a:pt x="2632099" y="3726530"/>
                </a:cubicBezTo>
                <a:cubicBezTo>
                  <a:pt x="2631418" y="3692331"/>
                  <a:pt x="2572732" y="3686175"/>
                  <a:pt x="2565912" y="3719690"/>
                </a:cubicBezTo>
                <a:cubicBezTo>
                  <a:pt x="2562274" y="3735421"/>
                  <a:pt x="2565912" y="3758676"/>
                  <a:pt x="2584560" y="3762324"/>
                </a:cubicBezTo>
                <a:cubicBezTo>
                  <a:pt x="2590242" y="3764718"/>
                  <a:pt x="2596456" y="3765345"/>
                  <a:pt x="2602480" y="3764522"/>
                </a:cubicBezTo>
                <a:close/>
                <a:moveTo>
                  <a:pt x="238803" y="3764576"/>
                </a:moveTo>
                <a:cubicBezTo>
                  <a:pt x="257026" y="3762048"/>
                  <a:pt x="272873" y="3746493"/>
                  <a:pt x="267487" y="3726272"/>
                </a:cubicBezTo>
                <a:cubicBezTo>
                  <a:pt x="268415" y="3690784"/>
                  <a:pt x="208909" y="3686175"/>
                  <a:pt x="202193" y="3719359"/>
                </a:cubicBezTo>
                <a:cubicBezTo>
                  <a:pt x="196869" y="3735260"/>
                  <a:pt x="202657" y="3757613"/>
                  <a:pt x="220485" y="3762452"/>
                </a:cubicBezTo>
                <a:cubicBezTo>
                  <a:pt x="226389" y="3764814"/>
                  <a:pt x="232727" y="3765419"/>
                  <a:pt x="238803" y="3764576"/>
                </a:cubicBezTo>
                <a:close/>
                <a:moveTo>
                  <a:pt x="7637238" y="3764629"/>
                </a:moveTo>
                <a:cubicBezTo>
                  <a:pt x="7655049" y="3762173"/>
                  <a:pt x="7670989" y="3746785"/>
                  <a:pt x="7667268" y="3726612"/>
                </a:cubicBezTo>
                <a:cubicBezTo>
                  <a:pt x="7666141" y="3693509"/>
                  <a:pt x="7616080" y="3687762"/>
                  <a:pt x="7601197" y="3713739"/>
                </a:cubicBezTo>
                <a:cubicBezTo>
                  <a:pt x="7592854" y="3730980"/>
                  <a:pt x="7598717" y="3758337"/>
                  <a:pt x="7619463" y="3762474"/>
                </a:cubicBezTo>
                <a:cubicBezTo>
                  <a:pt x="7625157" y="3764831"/>
                  <a:pt x="7631301" y="3765448"/>
                  <a:pt x="7637238" y="3764629"/>
                </a:cubicBezTo>
                <a:close/>
                <a:moveTo>
                  <a:pt x="9393149" y="3765550"/>
                </a:moveTo>
                <a:cubicBezTo>
                  <a:pt x="9397043" y="3761200"/>
                  <a:pt x="9404832" y="3752502"/>
                  <a:pt x="9408955" y="3748381"/>
                </a:cubicBezTo>
                <a:lnTo>
                  <a:pt x="9408955" y="3706718"/>
                </a:lnTo>
                <a:cubicBezTo>
                  <a:pt x="9386735" y="3694127"/>
                  <a:pt x="9346877" y="3692525"/>
                  <a:pt x="9345961" y="3726634"/>
                </a:cubicBezTo>
                <a:cubicBezTo>
                  <a:pt x="9340692" y="3755248"/>
                  <a:pt x="9370700" y="3763719"/>
                  <a:pt x="9393149" y="3765550"/>
                </a:cubicBezTo>
                <a:close/>
                <a:moveTo>
                  <a:pt x="5995634" y="3856168"/>
                </a:moveTo>
                <a:cubicBezTo>
                  <a:pt x="6012504" y="3849408"/>
                  <a:pt x="6020163" y="3819389"/>
                  <a:pt x="5997913" y="3811787"/>
                </a:cubicBezTo>
                <a:cubicBezTo>
                  <a:pt x="5972126" y="3798887"/>
                  <a:pt x="5954554" y="3839200"/>
                  <a:pt x="5976462" y="3853483"/>
                </a:cubicBezTo>
                <a:cubicBezTo>
                  <a:pt x="5983365" y="3858090"/>
                  <a:pt x="5990011" y="3858421"/>
                  <a:pt x="5995634" y="3856168"/>
                </a:cubicBezTo>
                <a:close/>
                <a:moveTo>
                  <a:pt x="17142" y="3862217"/>
                </a:moveTo>
                <a:cubicBezTo>
                  <a:pt x="33139" y="3868737"/>
                  <a:pt x="46852" y="3855698"/>
                  <a:pt x="60336" y="3849179"/>
                </a:cubicBezTo>
                <a:cubicBezTo>
                  <a:pt x="54850" y="3834277"/>
                  <a:pt x="57134" y="3810762"/>
                  <a:pt x="38851" y="3804940"/>
                </a:cubicBezTo>
                <a:cubicBezTo>
                  <a:pt x="23083" y="3798887"/>
                  <a:pt x="10055" y="3810762"/>
                  <a:pt x="0" y="3821239"/>
                </a:cubicBezTo>
                <a:lnTo>
                  <a:pt x="0" y="3839400"/>
                </a:lnTo>
                <a:cubicBezTo>
                  <a:pt x="4802" y="3847549"/>
                  <a:pt x="7315" y="3858958"/>
                  <a:pt x="17142" y="3862217"/>
                </a:cubicBezTo>
                <a:close/>
                <a:moveTo>
                  <a:pt x="3225605" y="3865635"/>
                </a:moveTo>
                <a:cubicBezTo>
                  <a:pt x="3236201" y="3862889"/>
                  <a:pt x="3245118" y="3856107"/>
                  <a:pt x="3247202" y="3844787"/>
                </a:cubicBezTo>
                <a:cubicBezTo>
                  <a:pt x="3257392" y="3821249"/>
                  <a:pt x="3233538" y="3794124"/>
                  <a:pt x="3207830" y="3800849"/>
                </a:cubicBezTo>
                <a:cubicBezTo>
                  <a:pt x="3176796" y="3801522"/>
                  <a:pt x="3170079" y="3848149"/>
                  <a:pt x="3193934" y="3862273"/>
                </a:cubicBezTo>
                <a:cubicBezTo>
                  <a:pt x="3202735" y="3867092"/>
                  <a:pt x="3215010" y="3868381"/>
                  <a:pt x="3225605" y="3865635"/>
                </a:cubicBezTo>
                <a:close/>
                <a:moveTo>
                  <a:pt x="1683302" y="3866310"/>
                </a:moveTo>
                <a:cubicBezTo>
                  <a:pt x="1694048" y="3864121"/>
                  <a:pt x="1703186" y="3857581"/>
                  <a:pt x="1705370" y="3845754"/>
                </a:cubicBezTo>
                <a:cubicBezTo>
                  <a:pt x="1712955" y="3824372"/>
                  <a:pt x="1698243" y="3796167"/>
                  <a:pt x="1672960" y="3799579"/>
                </a:cubicBezTo>
                <a:cubicBezTo>
                  <a:pt x="1640549" y="3795712"/>
                  <a:pt x="1628825" y="3842797"/>
                  <a:pt x="1651583" y="3860766"/>
                </a:cubicBezTo>
                <a:cubicBezTo>
                  <a:pt x="1660201" y="3866339"/>
                  <a:pt x="1672557" y="3868500"/>
                  <a:pt x="1683302" y="3866310"/>
                </a:cubicBezTo>
                <a:close/>
                <a:moveTo>
                  <a:pt x="2504482" y="3866312"/>
                </a:moveTo>
                <a:cubicBezTo>
                  <a:pt x="2515496" y="3864184"/>
                  <a:pt x="2525001" y="3857688"/>
                  <a:pt x="2527743" y="3845927"/>
                </a:cubicBezTo>
                <a:cubicBezTo>
                  <a:pt x="2535296" y="3827559"/>
                  <a:pt x="2522260" y="3810759"/>
                  <a:pt x="2508977" y="3798887"/>
                </a:cubicBezTo>
                <a:cubicBezTo>
                  <a:pt x="2496159" y="3801799"/>
                  <a:pt x="2481288" y="3800007"/>
                  <a:pt x="2470315" y="3808071"/>
                </a:cubicBezTo>
                <a:cubicBezTo>
                  <a:pt x="2457500" y="3822407"/>
                  <a:pt x="2457730" y="3847496"/>
                  <a:pt x="2472138" y="3860488"/>
                </a:cubicBezTo>
                <a:cubicBezTo>
                  <a:pt x="2480945" y="3866200"/>
                  <a:pt x="2493472" y="3868440"/>
                  <a:pt x="2504482" y="3866312"/>
                </a:cubicBezTo>
                <a:close/>
                <a:moveTo>
                  <a:pt x="7538483" y="3866659"/>
                </a:moveTo>
                <a:cubicBezTo>
                  <a:pt x="7549708" y="3864285"/>
                  <a:pt x="7559517" y="3857219"/>
                  <a:pt x="7562692" y="3845234"/>
                </a:cubicBezTo>
                <a:cubicBezTo>
                  <a:pt x="7572217" y="3822395"/>
                  <a:pt x="7551806" y="3795712"/>
                  <a:pt x="7527086" y="3800460"/>
                </a:cubicBezTo>
                <a:cubicBezTo>
                  <a:pt x="7495790" y="3798878"/>
                  <a:pt x="7488079" y="3840259"/>
                  <a:pt x="7505768" y="3859932"/>
                </a:cubicBezTo>
                <a:cubicBezTo>
                  <a:pt x="7514613" y="3866716"/>
                  <a:pt x="7527257" y="3869034"/>
                  <a:pt x="7538483" y="3866659"/>
                </a:cubicBezTo>
                <a:close/>
                <a:moveTo>
                  <a:pt x="640666" y="3866672"/>
                </a:moveTo>
                <a:cubicBezTo>
                  <a:pt x="653297" y="3868467"/>
                  <a:pt x="666155" y="3864591"/>
                  <a:pt x="674613" y="3852508"/>
                </a:cubicBezTo>
                <a:cubicBezTo>
                  <a:pt x="695414" y="3827657"/>
                  <a:pt x="665242" y="3790950"/>
                  <a:pt x="635980" y="3800298"/>
                </a:cubicBezTo>
                <a:cubicBezTo>
                  <a:pt x="612663" y="3802806"/>
                  <a:pt x="610377" y="3828568"/>
                  <a:pt x="608092" y="3846808"/>
                </a:cubicBezTo>
                <a:cubicBezTo>
                  <a:pt x="615634" y="3857409"/>
                  <a:pt x="628037" y="3864876"/>
                  <a:pt x="640666" y="3866672"/>
                </a:cubicBezTo>
                <a:close/>
                <a:moveTo>
                  <a:pt x="3415580" y="3866776"/>
                </a:moveTo>
                <a:cubicBezTo>
                  <a:pt x="3428010" y="3869062"/>
                  <a:pt x="3440526" y="3865919"/>
                  <a:pt x="3448870" y="3853576"/>
                </a:cubicBezTo>
                <a:cubicBezTo>
                  <a:pt x="3468529" y="3828434"/>
                  <a:pt x="3440411" y="3790949"/>
                  <a:pt x="3410465" y="3800320"/>
                </a:cubicBezTo>
                <a:cubicBezTo>
                  <a:pt x="3386005" y="3801692"/>
                  <a:pt x="3383947" y="3828662"/>
                  <a:pt x="3382804" y="3847405"/>
                </a:cubicBezTo>
                <a:cubicBezTo>
                  <a:pt x="3390805" y="3856776"/>
                  <a:pt x="3403150" y="3864490"/>
                  <a:pt x="3415580" y="3866776"/>
                </a:cubicBezTo>
                <a:close/>
                <a:moveTo>
                  <a:pt x="5074424" y="3866790"/>
                </a:moveTo>
                <a:cubicBezTo>
                  <a:pt x="5084376" y="3864004"/>
                  <a:pt x="5092802" y="3857125"/>
                  <a:pt x="5095742" y="3845980"/>
                </a:cubicBezTo>
                <a:cubicBezTo>
                  <a:pt x="5105242" y="3822554"/>
                  <a:pt x="5082850" y="3794125"/>
                  <a:pt x="5057517" y="3800948"/>
                </a:cubicBezTo>
                <a:cubicBezTo>
                  <a:pt x="5026529" y="3800948"/>
                  <a:pt x="5019517" y="3849164"/>
                  <a:pt x="5043945" y="3863038"/>
                </a:cubicBezTo>
                <a:cubicBezTo>
                  <a:pt x="5052993" y="3868269"/>
                  <a:pt x="5064472" y="3869576"/>
                  <a:pt x="5074424" y="3866790"/>
                </a:cubicBezTo>
                <a:close/>
                <a:moveTo>
                  <a:pt x="1154203" y="3866924"/>
                </a:moveTo>
                <a:cubicBezTo>
                  <a:pt x="1172490" y="3868918"/>
                  <a:pt x="1192621" y="3858087"/>
                  <a:pt x="1193468" y="3837789"/>
                </a:cubicBezTo>
                <a:cubicBezTo>
                  <a:pt x="1198655" y="3813682"/>
                  <a:pt x="1173845" y="3794124"/>
                  <a:pt x="1151517" y="3800037"/>
                </a:cubicBezTo>
                <a:cubicBezTo>
                  <a:pt x="1122882" y="3802539"/>
                  <a:pt x="1117695" y="3844157"/>
                  <a:pt x="1137313" y="3860532"/>
                </a:cubicBezTo>
                <a:cubicBezTo>
                  <a:pt x="1142216" y="3864170"/>
                  <a:pt x="1148108" y="3866260"/>
                  <a:pt x="1154203" y="3866924"/>
                </a:cubicBezTo>
                <a:close/>
                <a:moveTo>
                  <a:pt x="1991077" y="3866987"/>
                </a:moveTo>
                <a:cubicBezTo>
                  <a:pt x="1996802" y="3865964"/>
                  <a:pt x="2002284" y="3863626"/>
                  <a:pt x="2006971" y="3859806"/>
                </a:cubicBezTo>
                <a:cubicBezTo>
                  <a:pt x="2020468" y="3844982"/>
                  <a:pt x="2020927" y="3818299"/>
                  <a:pt x="2003312" y="3806440"/>
                </a:cubicBezTo>
                <a:cubicBezTo>
                  <a:pt x="1988674" y="3794124"/>
                  <a:pt x="1968990" y="3803018"/>
                  <a:pt x="1952741" y="3805983"/>
                </a:cubicBezTo>
                <a:cubicBezTo>
                  <a:pt x="1949544" y="3818755"/>
                  <a:pt x="1943149" y="3831754"/>
                  <a:pt x="1947026" y="3845210"/>
                </a:cubicBezTo>
                <a:cubicBezTo>
                  <a:pt x="1954410" y="3861289"/>
                  <a:pt x="1973880" y="3870055"/>
                  <a:pt x="1991077" y="3866987"/>
                </a:cubicBezTo>
                <a:close/>
                <a:moveTo>
                  <a:pt x="6292127" y="3866997"/>
                </a:moveTo>
                <a:cubicBezTo>
                  <a:pt x="6310524" y="3869250"/>
                  <a:pt x="6330748" y="3858844"/>
                  <a:pt x="6332116" y="3838541"/>
                </a:cubicBezTo>
                <a:cubicBezTo>
                  <a:pt x="6338729" y="3809665"/>
                  <a:pt x="6301331" y="3789362"/>
                  <a:pt x="6278071" y="3804702"/>
                </a:cubicBezTo>
                <a:cubicBezTo>
                  <a:pt x="6257319" y="3815080"/>
                  <a:pt x="6256179" y="3847565"/>
                  <a:pt x="6275106" y="3860423"/>
                </a:cubicBezTo>
                <a:cubicBezTo>
                  <a:pt x="6280066" y="3864089"/>
                  <a:pt x="6285995" y="3866246"/>
                  <a:pt x="6292127" y="3866997"/>
                </a:cubicBezTo>
                <a:close/>
                <a:moveTo>
                  <a:pt x="6086267" y="3867007"/>
                </a:moveTo>
                <a:cubicBezTo>
                  <a:pt x="6107081" y="3869571"/>
                  <a:pt x="6129687" y="3854954"/>
                  <a:pt x="6126445" y="3830849"/>
                </a:cubicBezTo>
                <a:cubicBezTo>
                  <a:pt x="6127583" y="3799163"/>
                  <a:pt x="6085044" y="3789362"/>
                  <a:pt x="6065253" y="3808966"/>
                </a:cubicBezTo>
                <a:cubicBezTo>
                  <a:pt x="6056154" y="3823554"/>
                  <a:pt x="6056609" y="3844753"/>
                  <a:pt x="6067073" y="3858430"/>
                </a:cubicBezTo>
                <a:cubicBezTo>
                  <a:pt x="6072590" y="3863388"/>
                  <a:pt x="6079329" y="3866152"/>
                  <a:pt x="6086267" y="3867007"/>
                </a:cubicBezTo>
                <a:close/>
                <a:moveTo>
                  <a:pt x="7114401" y="3867015"/>
                </a:moveTo>
                <a:cubicBezTo>
                  <a:pt x="7133366" y="3868796"/>
                  <a:pt x="7153835" y="3857727"/>
                  <a:pt x="7155369" y="3836861"/>
                </a:cubicBezTo>
                <a:cubicBezTo>
                  <a:pt x="7161055" y="3807909"/>
                  <a:pt x="7121938" y="3789362"/>
                  <a:pt x="7099423" y="3805421"/>
                </a:cubicBezTo>
                <a:cubicBezTo>
                  <a:pt x="7080319" y="3817409"/>
                  <a:pt x="7080092" y="3846587"/>
                  <a:pt x="7096694" y="3860837"/>
                </a:cubicBezTo>
                <a:cubicBezTo>
                  <a:pt x="7101925" y="3864399"/>
                  <a:pt x="7108079" y="3866421"/>
                  <a:pt x="7114401" y="3867015"/>
                </a:cubicBezTo>
                <a:close/>
                <a:moveTo>
                  <a:pt x="442816" y="3867056"/>
                </a:moveTo>
                <a:cubicBezTo>
                  <a:pt x="450520" y="3866380"/>
                  <a:pt x="458138" y="3863788"/>
                  <a:pt x="464718" y="3859956"/>
                </a:cubicBezTo>
                <a:cubicBezTo>
                  <a:pt x="478106" y="3846882"/>
                  <a:pt x="479491" y="3822988"/>
                  <a:pt x="466796" y="3809012"/>
                </a:cubicBezTo>
                <a:cubicBezTo>
                  <a:pt x="450405" y="3795712"/>
                  <a:pt x="422010" y="3797064"/>
                  <a:pt x="410235" y="3815549"/>
                </a:cubicBezTo>
                <a:cubicBezTo>
                  <a:pt x="401693" y="3830200"/>
                  <a:pt x="404695" y="3853644"/>
                  <a:pt x="420394" y="3862661"/>
                </a:cubicBezTo>
                <a:cubicBezTo>
                  <a:pt x="427318" y="3866493"/>
                  <a:pt x="435110" y="3867732"/>
                  <a:pt x="442816" y="3867056"/>
                </a:cubicBezTo>
                <a:close/>
                <a:moveTo>
                  <a:pt x="9068491" y="3867075"/>
                </a:moveTo>
                <a:cubicBezTo>
                  <a:pt x="9088568" y="3868503"/>
                  <a:pt x="9109479" y="3852765"/>
                  <a:pt x="9106400" y="3830428"/>
                </a:cubicBezTo>
                <a:cubicBezTo>
                  <a:pt x="9105031" y="3799967"/>
                  <a:pt x="9061015" y="3789362"/>
                  <a:pt x="9043226" y="3811926"/>
                </a:cubicBezTo>
                <a:cubicBezTo>
                  <a:pt x="9029542" y="3825463"/>
                  <a:pt x="9034331" y="3849381"/>
                  <a:pt x="9049612" y="3859534"/>
                </a:cubicBezTo>
                <a:cubicBezTo>
                  <a:pt x="9055199" y="3864216"/>
                  <a:pt x="9061799" y="3866600"/>
                  <a:pt x="9068491" y="3867075"/>
                </a:cubicBezTo>
                <a:close/>
                <a:moveTo>
                  <a:pt x="7629460" y="3867078"/>
                </a:moveTo>
                <a:cubicBezTo>
                  <a:pt x="7649940" y="3868446"/>
                  <a:pt x="7671092" y="3852503"/>
                  <a:pt x="7667680" y="3829253"/>
                </a:cubicBezTo>
                <a:cubicBezTo>
                  <a:pt x="7667908" y="3797568"/>
                  <a:pt x="7621966" y="3789362"/>
                  <a:pt x="7604453" y="3811473"/>
                </a:cubicBezTo>
                <a:cubicBezTo>
                  <a:pt x="7592854" y="3825378"/>
                  <a:pt x="7596493" y="3848401"/>
                  <a:pt x="7610139" y="3859570"/>
                </a:cubicBezTo>
                <a:cubicBezTo>
                  <a:pt x="7615882" y="3864243"/>
                  <a:pt x="7622634" y="3866622"/>
                  <a:pt x="7629460" y="3867078"/>
                </a:cubicBezTo>
                <a:close/>
                <a:moveTo>
                  <a:pt x="537415" y="3867097"/>
                </a:moveTo>
                <a:cubicBezTo>
                  <a:pt x="558655" y="3869212"/>
                  <a:pt x="581543" y="3854185"/>
                  <a:pt x="578100" y="3830444"/>
                </a:cubicBezTo>
                <a:cubicBezTo>
                  <a:pt x="578330" y="3796995"/>
                  <a:pt x="524644" y="3789362"/>
                  <a:pt x="510880" y="3817648"/>
                </a:cubicBezTo>
                <a:cubicBezTo>
                  <a:pt x="503307" y="3831343"/>
                  <a:pt x="507895" y="3847955"/>
                  <a:pt x="517761" y="3858955"/>
                </a:cubicBezTo>
                <a:cubicBezTo>
                  <a:pt x="523438" y="3863782"/>
                  <a:pt x="530337" y="3866392"/>
                  <a:pt x="537415" y="3867097"/>
                </a:cubicBezTo>
                <a:close/>
                <a:moveTo>
                  <a:pt x="8259793" y="3867142"/>
                </a:moveTo>
                <a:cubicBezTo>
                  <a:pt x="8269900" y="3864605"/>
                  <a:pt x="8278715" y="3858104"/>
                  <a:pt x="8282084" y="3847498"/>
                </a:cubicBezTo>
                <a:cubicBezTo>
                  <a:pt x="8283207" y="3834497"/>
                  <a:pt x="8285004" y="3818074"/>
                  <a:pt x="8273999" y="3808494"/>
                </a:cubicBezTo>
                <a:cubicBezTo>
                  <a:pt x="8256705" y="3794125"/>
                  <a:pt x="8223015" y="3798459"/>
                  <a:pt x="8217625" y="3823092"/>
                </a:cubicBezTo>
                <a:cubicBezTo>
                  <a:pt x="8215154" y="3837006"/>
                  <a:pt x="8216951" y="3854797"/>
                  <a:pt x="8229753" y="3863008"/>
                </a:cubicBezTo>
                <a:cubicBezTo>
                  <a:pt x="8238288" y="3868254"/>
                  <a:pt x="8249686" y="3869679"/>
                  <a:pt x="8259793" y="3867142"/>
                </a:cubicBezTo>
                <a:close/>
                <a:moveTo>
                  <a:pt x="4958307" y="3867163"/>
                </a:moveTo>
                <a:cubicBezTo>
                  <a:pt x="4977641" y="3867683"/>
                  <a:pt x="4997292" y="3853093"/>
                  <a:pt x="4997292" y="3831886"/>
                </a:cubicBezTo>
                <a:cubicBezTo>
                  <a:pt x="4995489" y="3799085"/>
                  <a:pt x="4945228" y="3787775"/>
                  <a:pt x="4929902" y="3816277"/>
                </a:cubicBezTo>
                <a:cubicBezTo>
                  <a:pt x="4924718" y="3831207"/>
                  <a:pt x="4924267" y="3852470"/>
                  <a:pt x="4939819" y="3861293"/>
                </a:cubicBezTo>
                <a:cubicBezTo>
                  <a:pt x="4945453" y="3865138"/>
                  <a:pt x="4951863" y="3866990"/>
                  <a:pt x="4958307" y="3867163"/>
                </a:cubicBezTo>
                <a:close/>
                <a:moveTo>
                  <a:pt x="6605214" y="3867177"/>
                </a:moveTo>
                <a:cubicBezTo>
                  <a:pt x="6624551" y="3866996"/>
                  <a:pt x="6643473" y="3851434"/>
                  <a:pt x="6638540" y="3829603"/>
                </a:cubicBezTo>
                <a:cubicBezTo>
                  <a:pt x="6639221" y="3804589"/>
                  <a:pt x="6609965" y="3792537"/>
                  <a:pt x="6589782" y="3802315"/>
                </a:cubicBezTo>
                <a:cubicBezTo>
                  <a:pt x="6565742" y="3811183"/>
                  <a:pt x="6565969" y="3849614"/>
                  <a:pt x="6586607" y="3861894"/>
                </a:cubicBezTo>
                <a:cubicBezTo>
                  <a:pt x="6592276" y="3865589"/>
                  <a:pt x="6598768" y="3867238"/>
                  <a:pt x="6605214" y="3867177"/>
                </a:cubicBezTo>
                <a:close/>
                <a:moveTo>
                  <a:pt x="8654845" y="3867179"/>
                </a:moveTo>
                <a:cubicBezTo>
                  <a:pt x="8673049" y="3869023"/>
                  <a:pt x="8693382" y="3858466"/>
                  <a:pt x="8694757" y="3839130"/>
                </a:cubicBezTo>
                <a:cubicBezTo>
                  <a:pt x="8699342" y="3818552"/>
                  <a:pt x="8682377" y="3796616"/>
                  <a:pt x="8660139" y="3800234"/>
                </a:cubicBezTo>
                <a:cubicBezTo>
                  <a:pt x="8626896" y="3795712"/>
                  <a:pt x="8615204" y="3842975"/>
                  <a:pt x="8638130" y="3861066"/>
                </a:cubicBezTo>
                <a:cubicBezTo>
                  <a:pt x="8642945" y="3864571"/>
                  <a:pt x="8648776" y="3866564"/>
                  <a:pt x="8654845" y="3867179"/>
                </a:cubicBezTo>
                <a:close/>
                <a:moveTo>
                  <a:pt x="6702704" y="3867189"/>
                </a:moveTo>
                <a:cubicBezTo>
                  <a:pt x="6721211" y="3869157"/>
                  <a:pt x="6741584" y="3858550"/>
                  <a:pt x="6741241" y="3837680"/>
                </a:cubicBezTo>
                <a:cubicBezTo>
                  <a:pt x="6745129" y="3817609"/>
                  <a:pt x="6728431" y="3795712"/>
                  <a:pt x="6706700" y="3799590"/>
                </a:cubicBezTo>
                <a:cubicBezTo>
                  <a:pt x="6675590" y="3797993"/>
                  <a:pt x="6665754" y="3841786"/>
                  <a:pt x="6685655" y="3860945"/>
                </a:cubicBezTo>
                <a:cubicBezTo>
                  <a:pt x="6690573" y="3864481"/>
                  <a:pt x="6696535" y="3866533"/>
                  <a:pt x="6702704" y="3867189"/>
                </a:cubicBezTo>
                <a:close/>
                <a:moveTo>
                  <a:pt x="8972702" y="3867238"/>
                </a:moveTo>
                <a:cubicBezTo>
                  <a:pt x="8982508" y="3866269"/>
                  <a:pt x="8991944" y="3861765"/>
                  <a:pt x="8998197" y="3853898"/>
                </a:cubicBezTo>
                <a:cubicBezTo>
                  <a:pt x="9016842" y="3823573"/>
                  <a:pt x="8985919" y="3787774"/>
                  <a:pt x="8953404" y="3801683"/>
                </a:cubicBezTo>
                <a:cubicBezTo>
                  <a:pt x="8932712" y="3811944"/>
                  <a:pt x="8929529" y="3843410"/>
                  <a:pt x="8944991" y="3859371"/>
                </a:cubicBezTo>
                <a:cubicBezTo>
                  <a:pt x="8952722" y="3865641"/>
                  <a:pt x="8962897" y="3868207"/>
                  <a:pt x="8972702" y="3867238"/>
                </a:cubicBezTo>
                <a:close/>
                <a:moveTo>
                  <a:pt x="7322620" y="3867301"/>
                </a:moveTo>
                <a:cubicBezTo>
                  <a:pt x="7331453" y="3867668"/>
                  <a:pt x="7340628" y="3865351"/>
                  <a:pt x="7347581" y="3861055"/>
                </a:cubicBezTo>
                <a:cubicBezTo>
                  <a:pt x="7370604" y="3842740"/>
                  <a:pt x="7357611" y="3795712"/>
                  <a:pt x="7325242" y="3800234"/>
                </a:cubicBezTo>
                <a:cubicBezTo>
                  <a:pt x="7294241" y="3796390"/>
                  <a:pt x="7281704" y="3836862"/>
                  <a:pt x="7299712" y="3857437"/>
                </a:cubicBezTo>
                <a:cubicBezTo>
                  <a:pt x="7305296" y="3863881"/>
                  <a:pt x="7313787" y="3866933"/>
                  <a:pt x="7322620" y="3867301"/>
                </a:cubicBezTo>
                <a:close/>
                <a:moveTo>
                  <a:pt x="7949590" y="3867403"/>
                </a:moveTo>
                <a:cubicBezTo>
                  <a:pt x="7961256" y="3865332"/>
                  <a:pt x="7971281" y="3858315"/>
                  <a:pt x="7973470" y="3845431"/>
                </a:cubicBezTo>
                <a:cubicBezTo>
                  <a:pt x="7983379" y="3821964"/>
                  <a:pt x="7962409" y="3794125"/>
                  <a:pt x="7936829" y="3800107"/>
                </a:cubicBezTo>
                <a:cubicBezTo>
                  <a:pt x="7906872" y="3800337"/>
                  <a:pt x="7897654" y="3839909"/>
                  <a:pt x="7915859" y="3859696"/>
                </a:cubicBezTo>
                <a:cubicBezTo>
                  <a:pt x="7924616" y="3866597"/>
                  <a:pt x="7937924" y="3869474"/>
                  <a:pt x="7949590" y="3867403"/>
                </a:cubicBezTo>
                <a:close/>
                <a:moveTo>
                  <a:pt x="6913057" y="3867405"/>
                </a:moveTo>
                <a:cubicBezTo>
                  <a:pt x="6932723" y="3867542"/>
                  <a:pt x="6953092" y="3852699"/>
                  <a:pt x="6948329" y="3830985"/>
                </a:cubicBezTo>
                <a:cubicBezTo>
                  <a:pt x="6950144" y="3802712"/>
                  <a:pt x="6911590" y="3790950"/>
                  <a:pt x="6891860" y="3807009"/>
                </a:cubicBezTo>
                <a:cubicBezTo>
                  <a:pt x="6872129" y="3819450"/>
                  <a:pt x="6875985" y="3850437"/>
                  <a:pt x="6894581" y="3861973"/>
                </a:cubicBezTo>
                <a:cubicBezTo>
                  <a:pt x="6900024" y="3865648"/>
                  <a:pt x="6906502" y="3867359"/>
                  <a:pt x="6913057" y="3867405"/>
                </a:cubicBezTo>
                <a:close/>
                <a:moveTo>
                  <a:pt x="9172255" y="3867454"/>
                </a:moveTo>
                <a:cubicBezTo>
                  <a:pt x="9192396" y="3867401"/>
                  <a:pt x="9212666" y="3852303"/>
                  <a:pt x="9209587" y="3830080"/>
                </a:cubicBezTo>
                <a:cubicBezTo>
                  <a:pt x="9209131" y="3802937"/>
                  <a:pt x="9172640" y="3790950"/>
                  <a:pt x="9152571" y="3806105"/>
                </a:cubicBezTo>
                <a:cubicBezTo>
                  <a:pt x="9132729" y="3818545"/>
                  <a:pt x="9135694" y="3848854"/>
                  <a:pt x="9153027" y="3862199"/>
                </a:cubicBezTo>
                <a:cubicBezTo>
                  <a:pt x="9158842" y="3865818"/>
                  <a:pt x="9165542" y="3867472"/>
                  <a:pt x="9172255" y="3867454"/>
                </a:cubicBezTo>
                <a:close/>
                <a:moveTo>
                  <a:pt x="7837288" y="3867456"/>
                </a:moveTo>
                <a:cubicBezTo>
                  <a:pt x="7856724" y="3867765"/>
                  <a:pt x="7876002" y="3853141"/>
                  <a:pt x="7872958" y="3830972"/>
                </a:cubicBezTo>
                <a:cubicBezTo>
                  <a:pt x="7875439" y="3800276"/>
                  <a:pt x="7831021" y="3789362"/>
                  <a:pt x="7813208" y="3810281"/>
                </a:cubicBezTo>
                <a:cubicBezTo>
                  <a:pt x="7799229" y="3823468"/>
                  <a:pt x="7801258" y="3852346"/>
                  <a:pt x="7818620" y="3861895"/>
                </a:cubicBezTo>
                <a:cubicBezTo>
                  <a:pt x="7824313" y="3865590"/>
                  <a:pt x="7830809" y="3867352"/>
                  <a:pt x="7837288" y="3867456"/>
                </a:cubicBezTo>
                <a:close/>
                <a:moveTo>
                  <a:pt x="1363193" y="3867468"/>
                </a:moveTo>
                <a:cubicBezTo>
                  <a:pt x="1382421" y="3867308"/>
                  <a:pt x="1401489" y="3852342"/>
                  <a:pt x="1401833" y="3831875"/>
                </a:cubicBezTo>
                <a:cubicBezTo>
                  <a:pt x="1400235" y="3808225"/>
                  <a:pt x="1374013" y="3794125"/>
                  <a:pt x="1352578" y="3801174"/>
                </a:cubicBezTo>
                <a:cubicBezTo>
                  <a:pt x="1326350" y="3808225"/>
                  <a:pt x="1320876" y="3848931"/>
                  <a:pt x="1344597" y="3862348"/>
                </a:cubicBezTo>
                <a:cubicBezTo>
                  <a:pt x="1350355" y="3865930"/>
                  <a:pt x="1356783" y="3867522"/>
                  <a:pt x="1363193" y="3867468"/>
                </a:cubicBezTo>
                <a:close/>
                <a:moveTo>
                  <a:pt x="6501187" y="3867505"/>
                </a:moveTo>
                <a:cubicBezTo>
                  <a:pt x="6520407" y="3867462"/>
                  <a:pt x="6539215" y="3852507"/>
                  <a:pt x="6535834" y="3830740"/>
                </a:cubicBezTo>
                <a:cubicBezTo>
                  <a:pt x="6537637" y="3797373"/>
                  <a:pt x="6487144" y="3787775"/>
                  <a:pt x="6472943" y="3814970"/>
                </a:cubicBezTo>
                <a:cubicBezTo>
                  <a:pt x="6465729" y="3830054"/>
                  <a:pt x="6467758" y="3852450"/>
                  <a:pt x="6482636" y="3862277"/>
                </a:cubicBezTo>
                <a:cubicBezTo>
                  <a:pt x="6488328" y="3865877"/>
                  <a:pt x="6494780" y="3867519"/>
                  <a:pt x="6501187" y="3867505"/>
                </a:cubicBezTo>
                <a:close/>
                <a:moveTo>
                  <a:pt x="8351417" y="3867529"/>
                </a:moveTo>
                <a:cubicBezTo>
                  <a:pt x="8371345" y="3867359"/>
                  <a:pt x="8391629" y="3852304"/>
                  <a:pt x="8387650" y="3830761"/>
                </a:cubicBezTo>
                <a:cubicBezTo>
                  <a:pt x="8386496" y="3805882"/>
                  <a:pt x="8355587" y="3792537"/>
                  <a:pt x="8334366" y="3803619"/>
                </a:cubicBezTo>
                <a:cubicBezTo>
                  <a:pt x="8311992" y="3814250"/>
                  <a:pt x="8312223" y="3849986"/>
                  <a:pt x="8332521" y="3862426"/>
                </a:cubicBezTo>
                <a:cubicBezTo>
                  <a:pt x="8338172" y="3865988"/>
                  <a:pt x="8344775" y="3867585"/>
                  <a:pt x="8351417" y="3867529"/>
                </a:cubicBezTo>
                <a:close/>
                <a:moveTo>
                  <a:pt x="6807996" y="3867532"/>
                </a:moveTo>
                <a:cubicBezTo>
                  <a:pt x="6828157" y="3868269"/>
                  <a:pt x="6848642" y="3854165"/>
                  <a:pt x="6844855" y="3831085"/>
                </a:cubicBezTo>
                <a:cubicBezTo>
                  <a:pt x="6847150" y="3797121"/>
                  <a:pt x="6793443" y="3787775"/>
                  <a:pt x="6779672" y="3816041"/>
                </a:cubicBezTo>
                <a:cubicBezTo>
                  <a:pt x="6773704" y="3830629"/>
                  <a:pt x="6775081" y="3851601"/>
                  <a:pt x="6788852" y="3861630"/>
                </a:cubicBezTo>
                <a:cubicBezTo>
                  <a:pt x="6794590" y="3865392"/>
                  <a:pt x="6801275" y="3867286"/>
                  <a:pt x="6807996" y="3867532"/>
                </a:cubicBezTo>
                <a:close/>
                <a:moveTo>
                  <a:pt x="2187163" y="3867541"/>
                </a:moveTo>
                <a:cubicBezTo>
                  <a:pt x="2216196" y="3869841"/>
                  <a:pt x="2220964" y="3837861"/>
                  <a:pt x="2220278" y="3815774"/>
                </a:cubicBezTo>
                <a:cubicBezTo>
                  <a:pt x="2205539" y="3800820"/>
                  <a:pt x="2181489" y="3792537"/>
                  <a:pt x="2163123" y="3806341"/>
                </a:cubicBezTo>
                <a:cubicBezTo>
                  <a:pt x="2139993" y="3825897"/>
                  <a:pt x="2154280" y="3871912"/>
                  <a:pt x="2187163" y="3867541"/>
                </a:cubicBezTo>
                <a:close/>
                <a:moveTo>
                  <a:pt x="3727413" y="3867543"/>
                </a:moveTo>
                <a:cubicBezTo>
                  <a:pt x="3746699" y="3867448"/>
                  <a:pt x="3765664" y="3852522"/>
                  <a:pt x="3761716" y="3831091"/>
                </a:cubicBezTo>
                <a:cubicBezTo>
                  <a:pt x="3764233" y="3797980"/>
                  <a:pt x="3711374" y="3787775"/>
                  <a:pt x="3697873" y="3815896"/>
                </a:cubicBezTo>
                <a:cubicBezTo>
                  <a:pt x="3690779" y="3831091"/>
                  <a:pt x="3692381" y="3853996"/>
                  <a:pt x="3708857" y="3862388"/>
                </a:cubicBezTo>
                <a:cubicBezTo>
                  <a:pt x="3714520" y="3865959"/>
                  <a:pt x="3720985" y="3867575"/>
                  <a:pt x="3727413" y="3867543"/>
                </a:cubicBezTo>
                <a:close/>
                <a:moveTo>
                  <a:pt x="7425561" y="3867549"/>
                </a:moveTo>
                <a:cubicBezTo>
                  <a:pt x="7445169" y="3867528"/>
                  <a:pt x="7464489" y="3852567"/>
                  <a:pt x="7460395" y="3830169"/>
                </a:cubicBezTo>
                <a:cubicBezTo>
                  <a:pt x="7461532" y="3800304"/>
                  <a:pt x="7419679" y="3789362"/>
                  <a:pt x="7401482" y="3809423"/>
                </a:cubicBezTo>
                <a:cubicBezTo>
                  <a:pt x="7389654" y="3824469"/>
                  <a:pt x="7390336" y="3850686"/>
                  <a:pt x="7406714" y="3862313"/>
                </a:cubicBezTo>
                <a:cubicBezTo>
                  <a:pt x="7412457" y="3865903"/>
                  <a:pt x="7419025" y="3867556"/>
                  <a:pt x="7425561" y="3867549"/>
                </a:cubicBezTo>
                <a:close/>
                <a:moveTo>
                  <a:pt x="848682" y="3867579"/>
                </a:moveTo>
                <a:cubicBezTo>
                  <a:pt x="868488" y="3867927"/>
                  <a:pt x="887972" y="3853496"/>
                  <a:pt x="884540" y="3831218"/>
                </a:cubicBezTo>
                <a:cubicBezTo>
                  <a:pt x="886600" y="3797913"/>
                  <a:pt x="835327" y="3789362"/>
                  <a:pt x="819763" y="3815466"/>
                </a:cubicBezTo>
                <a:cubicBezTo>
                  <a:pt x="815183" y="3831218"/>
                  <a:pt x="814499" y="3851471"/>
                  <a:pt x="829605" y="3862048"/>
                </a:cubicBezTo>
                <a:cubicBezTo>
                  <a:pt x="835443" y="3865705"/>
                  <a:pt x="842081" y="3867463"/>
                  <a:pt x="848682" y="3867579"/>
                </a:cubicBezTo>
                <a:close/>
                <a:moveTo>
                  <a:pt x="8865672" y="3867582"/>
                </a:moveTo>
                <a:cubicBezTo>
                  <a:pt x="8884678" y="3867306"/>
                  <a:pt x="8903332" y="3852295"/>
                  <a:pt x="8900936" y="3831544"/>
                </a:cubicBezTo>
                <a:cubicBezTo>
                  <a:pt x="8902989" y="3800701"/>
                  <a:pt x="8859408" y="3789362"/>
                  <a:pt x="8841154" y="3810226"/>
                </a:cubicBezTo>
                <a:cubicBezTo>
                  <a:pt x="8829517" y="3825421"/>
                  <a:pt x="8830430" y="3851728"/>
                  <a:pt x="8847315" y="3862614"/>
                </a:cubicBezTo>
                <a:cubicBezTo>
                  <a:pt x="8852962" y="3866129"/>
                  <a:pt x="8859337" y="3867674"/>
                  <a:pt x="8865672" y="3867582"/>
                </a:cubicBezTo>
                <a:close/>
                <a:moveTo>
                  <a:pt x="952749" y="3867638"/>
                </a:moveTo>
                <a:cubicBezTo>
                  <a:pt x="972334" y="3867703"/>
                  <a:pt x="991135" y="3853032"/>
                  <a:pt x="987661" y="3831091"/>
                </a:cubicBezTo>
                <a:cubicBezTo>
                  <a:pt x="989283" y="3800475"/>
                  <a:pt x="946671" y="3789362"/>
                  <a:pt x="927448" y="3809773"/>
                </a:cubicBezTo>
                <a:cubicBezTo>
                  <a:pt x="916796" y="3825194"/>
                  <a:pt x="916100" y="3851275"/>
                  <a:pt x="933702" y="3862387"/>
                </a:cubicBezTo>
                <a:cubicBezTo>
                  <a:pt x="939607" y="3865959"/>
                  <a:pt x="946222" y="3867617"/>
                  <a:pt x="952749" y="3867638"/>
                </a:cubicBezTo>
                <a:close/>
                <a:moveTo>
                  <a:pt x="2594874" y="3867642"/>
                </a:moveTo>
                <a:cubicBezTo>
                  <a:pt x="2614950" y="3868433"/>
                  <a:pt x="2635640" y="3852620"/>
                  <a:pt x="2631883" y="3830396"/>
                </a:cubicBezTo>
                <a:cubicBezTo>
                  <a:pt x="2635528" y="3796891"/>
                  <a:pt x="2579338" y="3787774"/>
                  <a:pt x="2567515" y="3816949"/>
                </a:cubicBezTo>
                <a:cubicBezTo>
                  <a:pt x="2562279" y="3831309"/>
                  <a:pt x="2563190" y="3850455"/>
                  <a:pt x="2575926" y="3860939"/>
                </a:cubicBezTo>
                <a:cubicBezTo>
                  <a:pt x="2581548" y="3865270"/>
                  <a:pt x="2588179" y="3867378"/>
                  <a:pt x="2594874" y="3867642"/>
                </a:cubicBezTo>
                <a:close/>
                <a:moveTo>
                  <a:pt x="124764" y="3867650"/>
                </a:moveTo>
                <a:cubicBezTo>
                  <a:pt x="143795" y="3871023"/>
                  <a:pt x="165714" y="3860644"/>
                  <a:pt x="165714" y="3838846"/>
                </a:cubicBezTo>
                <a:cubicBezTo>
                  <a:pt x="171476" y="3816933"/>
                  <a:pt x="150726" y="3795712"/>
                  <a:pt x="128825" y="3799864"/>
                </a:cubicBezTo>
                <a:cubicBezTo>
                  <a:pt x="98393" y="3798249"/>
                  <a:pt x="87326" y="3841153"/>
                  <a:pt x="107615" y="3859606"/>
                </a:cubicBezTo>
                <a:cubicBezTo>
                  <a:pt x="112397" y="3863873"/>
                  <a:pt x="118421" y="3866526"/>
                  <a:pt x="124764" y="3867650"/>
                </a:cubicBezTo>
                <a:close/>
                <a:moveTo>
                  <a:pt x="3520690" y="3867670"/>
                </a:moveTo>
                <a:cubicBezTo>
                  <a:pt x="3540755" y="3868503"/>
                  <a:pt x="3561396" y="3852731"/>
                  <a:pt x="3559008" y="3830165"/>
                </a:cubicBezTo>
                <a:cubicBezTo>
                  <a:pt x="3557416" y="3799392"/>
                  <a:pt x="3513745" y="3789362"/>
                  <a:pt x="3495094" y="3810789"/>
                </a:cubicBezTo>
                <a:cubicBezTo>
                  <a:pt x="3484404" y="3825833"/>
                  <a:pt x="3484632" y="3850452"/>
                  <a:pt x="3501690" y="3860938"/>
                </a:cubicBezTo>
                <a:cubicBezTo>
                  <a:pt x="3507377" y="3865269"/>
                  <a:pt x="3514001" y="3867391"/>
                  <a:pt x="3520690" y="3867670"/>
                </a:cubicBezTo>
                <a:close/>
                <a:moveTo>
                  <a:pt x="746018" y="3867677"/>
                </a:moveTo>
                <a:cubicBezTo>
                  <a:pt x="765163" y="3868289"/>
                  <a:pt x="783770" y="3852379"/>
                  <a:pt x="782091" y="3830774"/>
                </a:cubicBezTo>
                <a:cubicBezTo>
                  <a:pt x="783434" y="3797014"/>
                  <a:pt x="731012" y="3789362"/>
                  <a:pt x="717124" y="3816820"/>
                </a:cubicBezTo>
                <a:cubicBezTo>
                  <a:pt x="711298" y="3831674"/>
                  <a:pt x="712867" y="3851930"/>
                  <a:pt x="727427" y="3861157"/>
                </a:cubicBezTo>
                <a:cubicBezTo>
                  <a:pt x="733196" y="3865433"/>
                  <a:pt x="739638" y="3867473"/>
                  <a:pt x="746018" y="3867677"/>
                </a:cubicBezTo>
                <a:close/>
                <a:moveTo>
                  <a:pt x="3316141" y="3867687"/>
                </a:moveTo>
                <a:cubicBezTo>
                  <a:pt x="3334878" y="3867493"/>
                  <a:pt x="3353331" y="3852669"/>
                  <a:pt x="3351308" y="3831529"/>
                </a:cubicBezTo>
                <a:cubicBezTo>
                  <a:pt x="3354229" y="3800132"/>
                  <a:pt x="3309515" y="3789362"/>
                  <a:pt x="3290641" y="3809071"/>
                </a:cubicBezTo>
                <a:cubicBezTo>
                  <a:pt x="3281654" y="3825800"/>
                  <a:pt x="3281204" y="3850779"/>
                  <a:pt x="3298056" y="3862696"/>
                </a:cubicBezTo>
                <a:cubicBezTo>
                  <a:pt x="3303618" y="3866191"/>
                  <a:pt x="3309895" y="3867751"/>
                  <a:pt x="3316141" y="3867687"/>
                </a:cubicBezTo>
                <a:close/>
                <a:moveTo>
                  <a:pt x="3625934" y="3867725"/>
                </a:moveTo>
                <a:cubicBezTo>
                  <a:pt x="3633529" y="3867725"/>
                  <a:pt x="3641008" y="3865803"/>
                  <a:pt x="3647222" y="3861282"/>
                </a:cubicBezTo>
                <a:cubicBezTo>
                  <a:pt x="3663332" y="3846812"/>
                  <a:pt x="3663792" y="3817195"/>
                  <a:pt x="3645151" y="3804760"/>
                </a:cubicBezTo>
                <a:cubicBezTo>
                  <a:pt x="3628581" y="3797300"/>
                  <a:pt x="3603955" y="3798656"/>
                  <a:pt x="3593829" y="3815613"/>
                </a:cubicBezTo>
                <a:cubicBezTo>
                  <a:pt x="3586004" y="3831438"/>
                  <a:pt x="3589687" y="3851786"/>
                  <a:pt x="3603955" y="3862638"/>
                </a:cubicBezTo>
                <a:cubicBezTo>
                  <a:pt x="3610630" y="3865803"/>
                  <a:pt x="3618339" y="3867725"/>
                  <a:pt x="3625934" y="3867725"/>
                </a:cubicBezTo>
                <a:close/>
                <a:moveTo>
                  <a:pt x="8037414" y="3867891"/>
                </a:moveTo>
                <a:cubicBezTo>
                  <a:pt x="8056201" y="3871257"/>
                  <a:pt x="8078439" y="3861180"/>
                  <a:pt x="8076546" y="3839395"/>
                </a:cubicBezTo>
                <a:cubicBezTo>
                  <a:pt x="8080217" y="3819269"/>
                  <a:pt x="8063929" y="3795712"/>
                  <a:pt x="8041677" y="3800515"/>
                </a:cubicBezTo>
                <a:cubicBezTo>
                  <a:pt x="8011395" y="3799142"/>
                  <a:pt x="8000842" y="3841454"/>
                  <a:pt x="8020800" y="3859979"/>
                </a:cubicBezTo>
                <a:cubicBezTo>
                  <a:pt x="8025274" y="3864153"/>
                  <a:pt x="8031152" y="3866769"/>
                  <a:pt x="8037414" y="3867891"/>
                </a:cubicBezTo>
                <a:close/>
                <a:moveTo>
                  <a:pt x="8764616" y="3867923"/>
                </a:moveTo>
                <a:cubicBezTo>
                  <a:pt x="8772080" y="3867866"/>
                  <a:pt x="8779516" y="3865864"/>
                  <a:pt x="8785825" y="3861402"/>
                </a:cubicBezTo>
                <a:cubicBezTo>
                  <a:pt x="8796640" y="3850191"/>
                  <a:pt x="8797767" y="3832117"/>
                  <a:pt x="8792585" y="3817704"/>
                </a:cubicBezTo>
                <a:cubicBezTo>
                  <a:pt x="8782670" y="3794367"/>
                  <a:pt x="8744816" y="3792537"/>
                  <a:pt x="8734001" y="3816102"/>
                </a:cubicBezTo>
                <a:cubicBezTo>
                  <a:pt x="8727917" y="3831431"/>
                  <a:pt x="8729044" y="3852479"/>
                  <a:pt x="8743239" y="3862775"/>
                </a:cubicBezTo>
                <a:cubicBezTo>
                  <a:pt x="8749660" y="3866092"/>
                  <a:pt x="8757152" y="3867980"/>
                  <a:pt x="8764616" y="3867923"/>
                </a:cubicBezTo>
                <a:close/>
                <a:moveTo>
                  <a:pt x="5165895" y="3867935"/>
                </a:moveTo>
                <a:cubicBezTo>
                  <a:pt x="5185420" y="3867967"/>
                  <a:pt x="5204325" y="3853717"/>
                  <a:pt x="5201537" y="3832342"/>
                </a:cubicBezTo>
                <a:cubicBezTo>
                  <a:pt x="5203396" y="3800902"/>
                  <a:pt x="5159952" y="3790950"/>
                  <a:pt x="5139509" y="3809723"/>
                </a:cubicBezTo>
                <a:cubicBezTo>
                  <a:pt x="5129054" y="3825783"/>
                  <a:pt x="5129984" y="3851342"/>
                  <a:pt x="5146943" y="3862877"/>
                </a:cubicBezTo>
                <a:cubicBezTo>
                  <a:pt x="5152809" y="3866327"/>
                  <a:pt x="5159386" y="3867924"/>
                  <a:pt x="5165895" y="3867935"/>
                </a:cubicBezTo>
                <a:close/>
                <a:moveTo>
                  <a:pt x="8553841" y="3867975"/>
                </a:moveTo>
                <a:cubicBezTo>
                  <a:pt x="8574581" y="3869389"/>
                  <a:pt x="8596438" y="3854602"/>
                  <a:pt x="8592526" y="3830941"/>
                </a:cubicBezTo>
                <a:cubicBezTo>
                  <a:pt x="8593887" y="3802824"/>
                  <a:pt x="8557828" y="3792537"/>
                  <a:pt x="8537644" y="3805339"/>
                </a:cubicBezTo>
                <a:cubicBezTo>
                  <a:pt x="8518367" y="3816083"/>
                  <a:pt x="8519047" y="3847172"/>
                  <a:pt x="8534469" y="3860888"/>
                </a:cubicBezTo>
                <a:cubicBezTo>
                  <a:pt x="8540139" y="3865232"/>
                  <a:pt x="8546928" y="3867503"/>
                  <a:pt x="8553841" y="3867975"/>
                </a:cubicBezTo>
                <a:close/>
                <a:moveTo>
                  <a:pt x="3108279" y="3867997"/>
                </a:moveTo>
                <a:cubicBezTo>
                  <a:pt x="3128994" y="3868555"/>
                  <a:pt x="3149417" y="3854679"/>
                  <a:pt x="3144581" y="3830621"/>
                </a:cubicBezTo>
                <a:cubicBezTo>
                  <a:pt x="3147114" y="3796482"/>
                  <a:pt x="3093918" y="3787775"/>
                  <a:pt x="3081252" y="3816415"/>
                </a:cubicBezTo>
                <a:cubicBezTo>
                  <a:pt x="3076416" y="3831537"/>
                  <a:pt x="3077107" y="3850097"/>
                  <a:pt x="3088391" y="3862469"/>
                </a:cubicBezTo>
                <a:cubicBezTo>
                  <a:pt x="3094436" y="3866021"/>
                  <a:pt x="3101374" y="3867810"/>
                  <a:pt x="3108279" y="3867997"/>
                </a:cubicBezTo>
                <a:close/>
                <a:moveTo>
                  <a:pt x="1876388" y="3868014"/>
                </a:moveTo>
                <a:cubicBezTo>
                  <a:pt x="1894249" y="3868992"/>
                  <a:pt x="1913016" y="3858361"/>
                  <a:pt x="1913872" y="3838801"/>
                </a:cubicBezTo>
                <a:cubicBezTo>
                  <a:pt x="1919337" y="3816349"/>
                  <a:pt x="1896579" y="3797299"/>
                  <a:pt x="1874982" y="3800474"/>
                </a:cubicBezTo>
                <a:cubicBezTo>
                  <a:pt x="1843598" y="3799794"/>
                  <a:pt x="1835184" y="3847872"/>
                  <a:pt x="1859516" y="3863067"/>
                </a:cubicBezTo>
                <a:cubicBezTo>
                  <a:pt x="1864576" y="3866072"/>
                  <a:pt x="1870434" y="3867688"/>
                  <a:pt x="1876388" y="3868014"/>
                </a:cubicBezTo>
                <a:close/>
                <a:moveTo>
                  <a:pt x="8144216" y="3868036"/>
                </a:moveTo>
                <a:cubicBezTo>
                  <a:pt x="8163958" y="3868832"/>
                  <a:pt x="8183764" y="3853436"/>
                  <a:pt x="8180079" y="3830532"/>
                </a:cubicBezTo>
                <a:cubicBezTo>
                  <a:pt x="8181642" y="3797053"/>
                  <a:pt x="8129386" y="3789362"/>
                  <a:pt x="8117327" y="3817412"/>
                </a:cubicBezTo>
                <a:cubicBezTo>
                  <a:pt x="8111967" y="3831889"/>
                  <a:pt x="8112637" y="3851569"/>
                  <a:pt x="8125366" y="3861522"/>
                </a:cubicBezTo>
                <a:cubicBezTo>
                  <a:pt x="8131061" y="3865707"/>
                  <a:pt x="8137635" y="3867772"/>
                  <a:pt x="8144216" y="3868036"/>
                </a:cubicBezTo>
                <a:close/>
                <a:moveTo>
                  <a:pt x="1259984" y="3868104"/>
                </a:moveTo>
                <a:cubicBezTo>
                  <a:pt x="1279530" y="3868660"/>
                  <a:pt x="1299271" y="3853187"/>
                  <a:pt x="1296369" y="3831304"/>
                </a:cubicBezTo>
                <a:cubicBezTo>
                  <a:pt x="1296598" y="3800759"/>
                  <a:pt x="1252715" y="3789362"/>
                  <a:pt x="1234298" y="3810789"/>
                </a:cubicBezTo>
                <a:cubicBezTo>
                  <a:pt x="1219285" y="3825150"/>
                  <a:pt x="1224285" y="3851592"/>
                  <a:pt x="1241346" y="3861850"/>
                </a:cubicBezTo>
                <a:cubicBezTo>
                  <a:pt x="1246973" y="3865953"/>
                  <a:pt x="1253468" y="3867919"/>
                  <a:pt x="1259984" y="3868104"/>
                </a:cubicBezTo>
                <a:close/>
                <a:moveTo>
                  <a:pt x="335083" y="3868113"/>
                </a:moveTo>
                <a:cubicBezTo>
                  <a:pt x="354821" y="3868768"/>
                  <a:pt x="374875" y="3853345"/>
                  <a:pt x="370637" y="3830833"/>
                </a:cubicBezTo>
                <a:cubicBezTo>
                  <a:pt x="371994" y="3799673"/>
                  <a:pt x="328349" y="3789362"/>
                  <a:pt x="310709" y="3811129"/>
                </a:cubicBezTo>
                <a:cubicBezTo>
                  <a:pt x="300306" y="3826021"/>
                  <a:pt x="300080" y="3851225"/>
                  <a:pt x="316363" y="3861765"/>
                </a:cubicBezTo>
                <a:cubicBezTo>
                  <a:pt x="321960" y="3865889"/>
                  <a:pt x="328504" y="3867894"/>
                  <a:pt x="335083" y="3868113"/>
                </a:cubicBezTo>
                <a:close/>
                <a:moveTo>
                  <a:pt x="5263355" y="3868117"/>
                </a:moveTo>
                <a:cubicBezTo>
                  <a:pt x="5281852" y="3870969"/>
                  <a:pt x="5303283" y="3860596"/>
                  <a:pt x="5302773" y="3839332"/>
                </a:cubicBezTo>
                <a:cubicBezTo>
                  <a:pt x="5308442" y="3814436"/>
                  <a:pt x="5282815" y="3792537"/>
                  <a:pt x="5259910" y="3800836"/>
                </a:cubicBezTo>
                <a:cubicBezTo>
                  <a:pt x="5234510" y="3805907"/>
                  <a:pt x="5229067" y="3844172"/>
                  <a:pt x="5246757" y="3860770"/>
                </a:cubicBezTo>
                <a:cubicBezTo>
                  <a:pt x="5251349" y="3864746"/>
                  <a:pt x="5257189" y="3867166"/>
                  <a:pt x="5263355" y="3868117"/>
                </a:cubicBezTo>
                <a:close/>
                <a:moveTo>
                  <a:pt x="8449098" y="3868180"/>
                </a:moveTo>
                <a:cubicBezTo>
                  <a:pt x="8469551" y="3870402"/>
                  <a:pt x="8492173" y="3854942"/>
                  <a:pt x="8489792" y="3831751"/>
                </a:cubicBezTo>
                <a:cubicBezTo>
                  <a:pt x="8492060" y="3796479"/>
                  <a:pt x="8435817" y="3787775"/>
                  <a:pt x="8423117" y="3818009"/>
                </a:cubicBezTo>
                <a:cubicBezTo>
                  <a:pt x="8415179" y="3831293"/>
                  <a:pt x="8419488" y="3849387"/>
                  <a:pt x="8430374" y="3859694"/>
                </a:cubicBezTo>
                <a:cubicBezTo>
                  <a:pt x="8435703" y="3864733"/>
                  <a:pt x="8442280" y="3867439"/>
                  <a:pt x="8449098" y="3868180"/>
                </a:cubicBezTo>
                <a:close/>
                <a:moveTo>
                  <a:pt x="7219683" y="3868181"/>
                </a:moveTo>
                <a:cubicBezTo>
                  <a:pt x="7239630" y="3869276"/>
                  <a:pt x="7259767" y="3854392"/>
                  <a:pt x="7255867" y="3831091"/>
                </a:cubicBezTo>
                <a:cubicBezTo>
                  <a:pt x="7256997" y="3797299"/>
                  <a:pt x="7205446" y="3789362"/>
                  <a:pt x="7191880" y="3817030"/>
                </a:cubicBezTo>
                <a:cubicBezTo>
                  <a:pt x="7187358" y="3831771"/>
                  <a:pt x="7186454" y="3851501"/>
                  <a:pt x="7200698" y="3861480"/>
                </a:cubicBezTo>
                <a:cubicBezTo>
                  <a:pt x="7206407" y="3865675"/>
                  <a:pt x="7213035" y="3867815"/>
                  <a:pt x="7219683" y="3868181"/>
                </a:cubicBezTo>
                <a:close/>
                <a:moveTo>
                  <a:pt x="1468729" y="3868186"/>
                </a:moveTo>
                <a:cubicBezTo>
                  <a:pt x="1489011" y="3866621"/>
                  <a:pt x="1507486" y="3846479"/>
                  <a:pt x="1500628" y="3824537"/>
                </a:cubicBezTo>
                <a:cubicBezTo>
                  <a:pt x="1497198" y="3797566"/>
                  <a:pt x="1459240" y="3792537"/>
                  <a:pt x="1441408" y="3808536"/>
                </a:cubicBezTo>
                <a:cubicBezTo>
                  <a:pt x="1427229" y="3823851"/>
                  <a:pt x="1429741" y="3852422"/>
                  <a:pt x="1448721" y="3862936"/>
                </a:cubicBezTo>
                <a:cubicBezTo>
                  <a:pt x="1455008" y="3867164"/>
                  <a:pt x="1461969" y="3868707"/>
                  <a:pt x="1468729" y="3868186"/>
                </a:cubicBezTo>
                <a:close/>
                <a:moveTo>
                  <a:pt x="230344" y="3868213"/>
                </a:moveTo>
                <a:cubicBezTo>
                  <a:pt x="250687" y="3869361"/>
                  <a:pt x="271505" y="3854563"/>
                  <a:pt x="266756" y="3831090"/>
                </a:cubicBezTo>
                <a:cubicBezTo>
                  <a:pt x="268339" y="3801834"/>
                  <a:pt x="228765" y="3790949"/>
                  <a:pt x="209993" y="3808638"/>
                </a:cubicBezTo>
                <a:cubicBezTo>
                  <a:pt x="196877" y="3823380"/>
                  <a:pt x="198008" y="3847419"/>
                  <a:pt x="211125" y="3861480"/>
                </a:cubicBezTo>
                <a:cubicBezTo>
                  <a:pt x="216835" y="3865675"/>
                  <a:pt x="223563" y="3867829"/>
                  <a:pt x="230344" y="3868213"/>
                </a:cubicBezTo>
                <a:close/>
                <a:moveTo>
                  <a:pt x="1054302" y="3868221"/>
                </a:moveTo>
                <a:cubicBezTo>
                  <a:pt x="1071743" y="3869235"/>
                  <a:pt x="1090042" y="3858924"/>
                  <a:pt x="1090214" y="3839425"/>
                </a:cubicBezTo>
                <a:cubicBezTo>
                  <a:pt x="1095472" y="3817569"/>
                  <a:pt x="1075584" y="3795712"/>
                  <a:pt x="1053634" y="3800083"/>
                </a:cubicBezTo>
                <a:cubicBezTo>
                  <a:pt x="1020714" y="3798243"/>
                  <a:pt x="1011340" y="3848398"/>
                  <a:pt x="1037860" y="3863353"/>
                </a:cubicBezTo>
                <a:cubicBezTo>
                  <a:pt x="1042777" y="3866286"/>
                  <a:pt x="1048492" y="3867883"/>
                  <a:pt x="1054302" y="3868221"/>
                </a:cubicBezTo>
                <a:close/>
                <a:moveTo>
                  <a:pt x="5369095" y="3868229"/>
                </a:moveTo>
                <a:cubicBezTo>
                  <a:pt x="5389147" y="3869391"/>
                  <a:pt x="5410217" y="3854664"/>
                  <a:pt x="5405978" y="3831410"/>
                </a:cubicBezTo>
                <a:cubicBezTo>
                  <a:pt x="5408465" y="3796731"/>
                  <a:pt x="5354653" y="3787774"/>
                  <a:pt x="5341765" y="3816712"/>
                </a:cubicBezTo>
                <a:cubicBezTo>
                  <a:pt x="5337017" y="3831640"/>
                  <a:pt x="5337243" y="3850932"/>
                  <a:pt x="5350357" y="3861497"/>
                </a:cubicBezTo>
                <a:cubicBezTo>
                  <a:pt x="5355840" y="3865688"/>
                  <a:pt x="5362411" y="3867841"/>
                  <a:pt x="5369095" y="3868229"/>
                </a:cubicBezTo>
                <a:close/>
                <a:moveTo>
                  <a:pt x="2081208" y="3868277"/>
                </a:moveTo>
                <a:cubicBezTo>
                  <a:pt x="2101714" y="3868696"/>
                  <a:pt x="2123071" y="3853230"/>
                  <a:pt x="2119945" y="3831062"/>
                </a:cubicBezTo>
                <a:cubicBezTo>
                  <a:pt x="2118791" y="3800589"/>
                  <a:pt x="2073908" y="3789362"/>
                  <a:pt x="2055621" y="3811816"/>
                </a:cubicBezTo>
                <a:cubicBezTo>
                  <a:pt x="2045435" y="3826709"/>
                  <a:pt x="2044743" y="3851684"/>
                  <a:pt x="2061877" y="3862223"/>
                </a:cubicBezTo>
                <a:cubicBezTo>
                  <a:pt x="2067597" y="3866233"/>
                  <a:pt x="2074357" y="3868138"/>
                  <a:pt x="2081208" y="3868277"/>
                </a:cubicBezTo>
                <a:close/>
                <a:moveTo>
                  <a:pt x="7011157" y="3868389"/>
                </a:moveTo>
                <a:cubicBezTo>
                  <a:pt x="7032094" y="3870171"/>
                  <a:pt x="7054122" y="3854365"/>
                  <a:pt x="7052411" y="3830826"/>
                </a:cubicBezTo>
                <a:cubicBezTo>
                  <a:pt x="7051726" y="3798984"/>
                  <a:pt x="7004050" y="3789362"/>
                  <a:pt x="6986941" y="3813416"/>
                </a:cubicBezTo>
                <a:cubicBezTo>
                  <a:pt x="6976904" y="3827390"/>
                  <a:pt x="6981010" y="3847778"/>
                  <a:pt x="6991504" y="3860378"/>
                </a:cubicBezTo>
                <a:cubicBezTo>
                  <a:pt x="6997321" y="3865246"/>
                  <a:pt x="7004178" y="3867794"/>
                  <a:pt x="7011157" y="3868389"/>
                </a:cubicBezTo>
                <a:close/>
                <a:moveTo>
                  <a:pt x="7733049" y="3868473"/>
                </a:moveTo>
                <a:cubicBezTo>
                  <a:pt x="7752547" y="3869291"/>
                  <a:pt x="7772014" y="3854606"/>
                  <a:pt x="7771329" y="3832559"/>
                </a:cubicBezTo>
                <a:cubicBezTo>
                  <a:pt x="7772014" y="3797190"/>
                  <a:pt x="7719534" y="3787774"/>
                  <a:pt x="7703790" y="3816023"/>
                </a:cubicBezTo>
                <a:cubicBezTo>
                  <a:pt x="7697629" y="3831180"/>
                  <a:pt x="7698314" y="3853228"/>
                  <a:pt x="7714286" y="3862185"/>
                </a:cubicBezTo>
                <a:cubicBezTo>
                  <a:pt x="7720047" y="3866205"/>
                  <a:pt x="7726550" y="3868199"/>
                  <a:pt x="7733049" y="3868473"/>
                </a:cubicBezTo>
                <a:close/>
                <a:moveTo>
                  <a:pt x="6823742" y="3968998"/>
                </a:moveTo>
                <a:cubicBezTo>
                  <a:pt x="6834870" y="3965539"/>
                  <a:pt x="6843830" y="3957364"/>
                  <a:pt x="6844986" y="3943987"/>
                </a:cubicBezTo>
                <a:cubicBezTo>
                  <a:pt x="6853079" y="3916546"/>
                  <a:pt x="6820938" y="3894137"/>
                  <a:pt x="6796196" y="3905342"/>
                </a:cubicBezTo>
                <a:cubicBezTo>
                  <a:pt x="6770529" y="3913574"/>
                  <a:pt x="6770992" y="3950390"/>
                  <a:pt x="6789490" y="3965711"/>
                </a:cubicBezTo>
                <a:cubicBezTo>
                  <a:pt x="6799318" y="3971199"/>
                  <a:pt x="6812614" y="3972456"/>
                  <a:pt x="6823742" y="3968998"/>
                </a:cubicBezTo>
                <a:close/>
                <a:moveTo>
                  <a:pt x="7543901" y="3969107"/>
                </a:moveTo>
                <a:cubicBezTo>
                  <a:pt x="7553736" y="3966111"/>
                  <a:pt x="7561752" y="3959270"/>
                  <a:pt x="7563571" y="3947737"/>
                </a:cubicBezTo>
                <a:cubicBezTo>
                  <a:pt x="7573804" y="3921957"/>
                  <a:pt x="7546516" y="3895725"/>
                  <a:pt x="7520592" y="3904771"/>
                </a:cubicBezTo>
                <a:cubicBezTo>
                  <a:pt x="7491258" y="3910198"/>
                  <a:pt x="7489666" y="3954069"/>
                  <a:pt x="7513316" y="3967411"/>
                </a:cubicBezTo>
                <a:cubicBezTo>
                  <a:pt x="7522412" y="3971256"/>
                  <a:pt x="7534066" y="3972104"/>
                  <a:pt x="7543901" y="3969107"/>
                </a:cubicBezTo>
                <a:close/>
                <a:moveTo>
                  <a:pt x="6716225" y="3970676"/>
                </a:moveTo>
                <a:cubicBezTo>
                  <a:pt x="6726696" y="3968614"/>
                  <a:pt x="6736017" y="3962167"/>
                  <a:pt x="6739274" y="3950900"/>
                </a:cubicBezTo>
                <a:cubicBezTo>
                  <a:pt x="6743541" y="3933941"/>
                  <a:pt x="6740397" y="3910941"/>
                  <a:pt x="6722429" y="3904204"/>
                </a:cubicBezTo>
                <a:cubicBezTo>
                  <a:pt x="6708279" y="3900487"/>
                  <a:pt x="6688739" y="3900487"/>
                  <a:pt x="6680654" y="3915123"/>
                </a:cubicBezTo>
                <a:cubicBezTo>
                  <a:pt x="6673691" y="3930688"/>
                  <a:pt x="6674814" y="3951132"/>
                  <a:pt x="6686269" y="3964142"/>
                </a:cubicBezTo>
                <a:cubicBezTo>
                  <a:pt x="6694130" y="3970414"/>
                  <a:pt x="6705753" y="3972738"/>
                  <a:pt x="6716225" y="3970676"/>
                </a:cubicBezTo>
                <a:close/>
                <a:moveTo>
                  <a:pt x="7625712" y="3970808"/>
                </a:moveTo>
                <a:cubicBezTo>
                  <a:pt x="7636599" y="3973136"/>
                  <a:pt x="7648060" y="3970894"/>
                  <a:pt x="7657458" y="3961926"/>
                </a:cubicBezTo>
                <a:cubicBezTo>
                  <a:pt x="7681754" y="3941921"/>
                  <a:pt x="7663417" y="3897312"/>
                  <a:pt x="7631328" y="3902830"/>
                </a:cubicBezTo>
                <a:cubicBezTo>
                  <a:pt x="7603135" y="3900531"/>
                  <a:pt x="7596029" y="3930424"/>
                  <a:pt x="7597404" y="3952269"/>
                </a:cubicBezTo>
                <a:cubicBezTo>
                  <a:pt x="7604510" y="3961581"/>
                  <a:pt x="7614824" y="3968479"/>
                  <a:pt x="7625712" y="3970808"/>
                </a:cubicBezTo>
                <a:close/>
                <a:moveTo>
                  <a:pt x="1362930" y="3970809"/>
                </a:moveTo>
                <a:cubicBezTo>
                  <a:pt x="1381807" y="3970937"/>
                  <a:pt x="1400976" y="3956612"/>
                  <a:pt x="1400462" y="3936660"/>
                </a:cubicBezTo>
                <a:cubicBezTo>
                  <a:pt x="1401833" y="3907329"/>
                  <a:pt x="1361811" y="3892549"/>
                  <a:pt x="1340769" y="3910512"/>
                </a:cubicBezTo>
                <a:cubicBezTo>
                  <a:pt x="1322467" y="3923472"/>
                  <a:pt x="1326126" y="3954851"/>
                  <a:pt x="1344886" y="3965537"/>
                </a:cubicBezTo>
                <a:cubicBezTo>
                  <a:pt x="1350377" y="3969118"/>
                  <a:pt x="1356636" y="3970767"/>
                  <a:pt x="1362930" y="3970809"/>
                </a:cubicBezTo>
                <a:close/>
                <a:moveTo>
                  <a:pt x="7218559" y="3970842"/>
                </a:moveTo>
                <a:cubicBezTo>
                  <a:pt x="7238898" y="3971391"/>
                  <a:pt x="7259690" y="3957178"/>
                  <a:pt x="7255557" y="3933919"/>
                </a:cubicBezTo>
                <a:cubicBezTo>
                  <a:pt x="7257623" y="3897854"/>
                  <a:pt x="7202524" y="3890962"/>
                  <a:pt x="7189668" y="3920825"/>
                </a:cubicBezTo>
                <a:cubicBezTo>
                  <a:pt x="7186454" y="3935986"/>
                  <a:pt x="7186454" y="3954593"/>
                  <a:pt x="7199310" y="3965160"/>
                </a:cubicBezTo>
                <a:cubicBezTo>
                  <a:pt x="7205049" y="3968835"/>
                  <a:pt x="7211779" y="3970659"/>
                  <a:pt x="7218559" y="3970842"/>
                </a:cubicBezTo>
                <a:close/>
                <a:moveTo>
                  <a:pt x="3413207" y="3970848"/>
                </a:moveTo>
                <a:cubicBezTo>
                  <a:pt x="3431342" y="3973480"/>
                  <a:pt x="3451265" y="3962522"/>
                  <a:pt x="3454557" y="3943250"/>
                </a:cubicBezTo>
                <a:cubicBezTo>
                  <a:pt x="3462179" y="3918009"/>
                  <a:pt x="3434692" y="3895724"/>
                  <a:pt x="3410438" y="3903683"/>
                </a:cubicBezTo>
                <a:cubicBezTo>
                  <a:pt x="3382027" y="3906867"/>
                  <a:pt x="3374866" y="3947799"/>
                  <a:pt x="3396348" y="3963489"/>
                </a:cubicBezTo>
                <a:cubicBezTo>
                  <a:pt x="3401315" y="3967582"/>
                  <a:pt x="3407161" y="3969970"/>
                  <a:pt x="3413207" y="3970848"/>
                </a:cubicBezTo>
                <a:close/>
                <a:moveTo>
                  <a:pt x="8044689" y="3970863"/>
                </a:moveTo>
                <a:cubicBezTo>
                  <a:pt x="8062995" y="3970349"/>
                  <a:pt x="8080216" y="3955180"/>
                  <a:pt x="8078175" y="3934612"/>
                </a:cubicBezTo>
                <a:cubicBezTo>
                  <a:pt x="8081804" y="3900560"/>
                  <a:pt x="8032364" y="3890962"/>
                  <a:pt x="8015809" y="3916100"/>
                </a:cubicBezTo>
                <a:cubicBezTo>
                  <a:pt x="8007191" y="3932326"/>
                  <a:pt x="8009686" y="3956551"/>
                  <a:pt x="8026695" y="3966150"/>
                </a:cubicBezTo>
                <a:cubicBezTo>
                  <a:pt x="8032365" y="3969578"/>
                  <a:pt x="8038587" y="3971035"/>
                  <a:pt x="8044689" y="3970863"/>
                </a:cubicBezTo>
                <a:close/>
                <a:moveTo>
                  <a:pt x="8248358" y="3971054"/>
                </a:moveTo>
                <a:cubicBezTo>
                  <a:pt x="8267605" y="3971445"/>
                  <a:pt x="8286982" y="3957530"/>
                  <a:pt x="8283389" y="3935876"/>
                </a:cubicBezTo>
                <a:cubicBezTo>
                  <a:pt x="8286354" y="3908807"/>
                  <a:pt x="8251224" y="3895724"/>
                  <a:pt x="8230693" y="3907905"/>
                </a:cubicBezTo>
                <a:cubicBezTo>
                  <a:pt x="8210391" y="3919183"/>
                  <a:pt x="8210847" y="3953470"/>
                  <a:pt x="8230009" y="3965651"/>
                </a:cubicBezTo>
                <a:cubicBezTo>
                  <a:pt x="8235541" y="3969203"/>
                  <a:pt x="8241942" y="3970924"/>
                  <a:pt x="8248358" y="3971054"/>
                </a:cubicBezTo>
                <a:close/>
                <a:moveTo>
                  <a:pt x="5165854" y="3971095"/>
                </a:moveTo>
                <a:cubicBezTo>
                  <a:pt x="5184529" y="3970720"/>
                  <a:pt x="5202241" y="3955980"/>
                  <a:pt x="5200701" y="3935069"/>
                </a:cubicBezTo>
                <a:cubicBezTo>
                  <a:pt x="5203667" y="3903302"/>
                  <a:pt x="5157804" y="3890962"/>
                  <a:pt x="5139550" y="3914044"/>
                </a:cubicBezTo>
                <a:cubicBezTo>
                  <a:pt x="5129511" y="3929356"/>
                  <a:pt x="5129054" y="3957009"/>
                  <a:pt x="5147536" y="3966379"/>
                </a:cubicBezTo>
                <a:cubicBezTo>
                  <a:pt x="5153298" y="3969749"/>
                  <a:pt x="5159629" y="3971220"/>
                  <a:pt x="5165854" y="3971095"/>
                </a:cubicBezTo>
                <a:close/>
                <a:moveTo>
                  <a:pt x="2184735" y="3971114"/>
                </a:moveTo>
                <a:cubicBezTo>
                  <a:pt x="2203937" y="3971347"/>
                  <a:pt x="2222955" y="3957304"/>
                  <a:pt x="2219377" y="3935650"/>
                </a:cubicBezTo>
                <a:cubicBezTo>
                  <a:pt x="2221644" y="3911514"/>
                  <a:pt x="2193064" y="3895724"/>
                  <a:pt x="2172197" y="3906100"/>
                </a:cubicBezTo>
                <a:cubicBezTo>
                  <a:pt x="2146347" y="3913093"/>
                  <a:pt x="2146347" y="3952116"/>
                  <a:pt x="2166301" y="3965877"/>
                </a:cubicBezTo>
                <a:cubicBezTo>
                  <a:pt x="2171912" y="3969373"/>
                  <a:pt x="2178333" y="3971036"/>
                  <a:pt x="2184735" y="3971114"/>
                </a:cubicBezTo>
                <a:close/>
                <a:moveTo>
                  <a:pt x="3834105" y="3971139"/>
                </a:moveTo>
                <a:cubicBezTo>
                  <a:pt x="3853710" y="3969458"/>
                  <a:pt x="3870997" y="3949026"/>
                  <a:pt x="3863962" y="3928212"/>
                </a:cubicBezTo>
                <a:cubicBezTo>
                  <a:pt x="3861216" y="3900462"/>
                  <a:pt x="3821865" y="3895724"/>
                  <a:pt x="3804477" y="3912645"/>
                </a:cubicBezTo>
                <a:cubicBezTo>
                  <a:pt x="3795783" y="3929115"/>
                  <a:pt x="3795554" y="3955963"/>
                  <a:pt x="3814544" y="3965890"/>
                </a:cubicBezTo>
                <a:cubicBezTo>
                  <a:pt x="3820778" y="3970177"/>
                  <a:pt x="3827571" y="3971699"/>
                  <a:pt x="3834105" y="3971139"/>
                </a:cubicBezTo>
                <a:close/>
                <a:moveTo>
                  <a:pt x="3526414" y="3971269"/>
                </a:moveTo>
                <a:cubicBezTo>
                  <a:pt x="3545954" y="3968961"/>
                  <a:pt x="3563337" y="3947933"/>
                  <a:pt x="3557247" y="3927417"/>
                </a:cubicBezTo>
                <a:cubicBezTo>
                  <a:pt x="3551156" y="3900519"/>
                  <a:pt x="3511230" y="3894137"/>
                  <a:pt x="3495215" y="3915336"/>
                </a:cubicBezTo>
                <a:cubicBezTo>
                  <a:pt x="3481229" y="3931064"/>
                  <a:pt x="3487771" y="3958646"/>
                  <a:pt x="3506944" y="3966625"/>
                </a:cubicBezTo>
                <a:cubicBezTo>
                  <a:pt x="3513148" y="3970728"/>
                  <a:pt x="3519901" y="3972038"/>
                  <a:pt x="3526414" y="3971269"/>
                </a:cubicBezTo>
                <a:close/>
                <a:moveTo>
                  <a:pt x="2488895" y="3971360"/>
                </a:moveTo>
                <a:cubicBezTo>
                  <a:pt x="2506808" y="3974112"/>
                  <a:pt x="2527235" y="3963797"/>
                  <a:pt x="2528757" y="3943341"/>
                </a:cubicBezTo>
                <a:cubicBezTo>
                  <a:pt x="2535297" y="3917914"/>
                  <a:pt x="2510038" y="3895724"/>
                  <a:pt x="2486130" y="3902889"/>
                </a:cubicBezTo>
                <a:cubicBezTo>
                  <a:pt x="2459526" y="3908206"/>
                  <a:pt x="2455917" y="3946345"/>
                  <a:pt x="2472599" y="3964144"/>
                </a:cubicBezTo>
                <a:cubicBezTo>
                  <a:pt x="2477225" y="3968073"/>
                  <a:pt x="2482911" y="3970443"/>
                  <a:pt x="2488895" y="3971360"/>
                </a:cubicBezTo>
                <a:close/>
                <a:moveTo>
                  <a:pt x="2395677" y="3971417"/>
                </a:moveTo>
                <a:cubicBezTo>
                  <a:pt x="2402962" y="3970496"/>
                  <a:pt x="2410088" y="3967618"/>
                  <a:pt x="2416141" y="3963589"/>
                </a:cubicBezTo>
                <a:cubicBezTo>
                  <a:pt x="2427775" y="3946784"/>
                  <a:pt x="2430508" y="3915936"/>
                  <a:pt x="2408605" y="3906267"/>
                </a:cubicBezTo>
                <a:cubicBezTo>
                  <a:pt x="2393057" y="3898900"/>
                  <a:pt x="2369583" y="3902814"/>
                  <a:pt x="2361839" y="3919849"/>
                </a:cubicBezTo>
                <a:cubicBezTo>
                  <a:pt x="2355888" y="3935964"/>
                  <a:pt x="2358873" y="3957604"/>
                  <a:pt x="2374375" y="3967503"/>
                </a:cubicBezTo>
                <a:cubicBezTo>
                  <a:pt x="2380986" y="3971301"/>
                  <a:pt x="2388389" y="3972337"/>
                  <a:pt x="2395677" y="3971417"/>
                </a:cubicBezTo>
                <a:close/>
                <a:moveTo>
                  <a:pt x="3108772" y="3971427"/>
                </a:moveTo>
                <a:cubicBezTo>
                  <a:pt x="3112487" y="3971954"/>
                  <a:pt x="3116392" y="3971555"/>
                  <a:pt x="3120494" y="3969844"/>
                </a:cubicBezTo>
                <a:cubicBezTo>
                  <a:pt x="3149260" y="3964142"/>
                  <a:pt x="3154204" y="3915787"/>
                  <a:pt x="3126786" y="3905295"/>
                </a:cubicBezTo>
                <a:cubicBezTo>
                  <a:pt x="3110156" y="3897312"/>
                  <a:pt x="3092851" y="3905979"/>
                  <a:pt x="3080265" y="3917155"/>
                </a:cubicBezTo>
                <a:cubicBezTo>
                  <a:pt x="3079591" y="3928788"/>
                  <a:pt x="3079591" y="3940421"/>
                  <a:pt x="3080265" y="3952053"/>
                </a:cubicBezTo>
                <a:cubicBezTo>
                  <a:pt x="3088188" y="3959922"/>
                  <a:pt x="3097627" y="3969844"/>
                  <a:pt x="3108772" y="3971427"/>
                </a:cubicBezTo>
                <a:close/>
                <a:moveTo>
                  <a:pt x="7322982" y="3971469"/>
                </a:moveTo>
                <a:cubicBezTo>
                  <a:pt x="7341452" y="3971832"/>
                  <a:pt x="7359575" y="3956487"/>
                  <a:pt x="7357721" y="3935627"/>
                </a:cubicBezTo>
                <a:cubicBezTo>
                  <a:pt x="7362666" y="3907359"/>
                  <a:pt x="7326027" y="3894137"/>
                  <a:pt x="7306247" y="3908271"/>
                </a:cubicBezTo>
                <a:cubicBezTo>
                  <a:pt x="7286916" y="3920126"/>
                  <a:pt x="7286466" y="3953182"/>
                  <a:pt x="7305123" y="3965492"/>
                </a:cubicBezTo>
                <a:cubicBezTo>
                  <a:pt x="7310630" y="3969482"/>
                  <a:pt x="7316825" y="3971348"/>
                  <a:pt x="7322982" y="3971469"/>
                </a:cubicBezTo>
                <a:close/>
                <a:moveTo>
                  <a:pt x="3727765" y="3971522"/>
                </a:moveTo>
                <a:cubicBezTo>
                  <a:pt x="3746499" y="3970867"/>
                  <a:pt x="3764378" y="3956258"/>
                  <a:pt x="3761335" y="3934945"/>
                </a:cubicBezTo>
                <a:cubicBezTo>
                  <a:pt x="3763589" y="3902403"/>
                  <a:pt x="3720083" y="3892549"/>
                  <a:pt x="3700698" y="3913633"/>
                </a:cubicBezTo>
                <a:cubicBezTo>
                  <a:pt x="3690779" y="3930133"/>
                  <a:pt x="3692357" y="3956029"/>
                  <a:pt x="3709489" y="3967257"/>
                </a:cubicBezTo>
                <a:cubicBezTo>
                  <a:pt x="3715181" y="3970408"/>
                  <a:pt x="3721520" y="3971741"/>
                  <a:pt x="3727765" y="3971522"/>
                </a:cubicBezTo>
                <a:close/>
                <a:moveTo>
                  <a:pt x="2286600" y="3971605"/>
                </a:moveTo>
                <a:cubicBezTo>
                  <a:pt x="2303688" y="3972831"/>
                  <a:pt x="2321794" y="3963151"/>
                  <a:pt x="2323670" y="3944388"/>
                </a:cubicBezTo>
                <a:cubicBezTo>
                  <a:pt x="2330486" y="3920964"/>
                  <a:pt x="2307081" y="3897312"/>
                  <a:pt x="2283675" y="3903680"/>
                </a:cubicBezTo>
                <a:cubicBezTo>
                  <a:pt x="2253427" y="3906182"/>
                  <a:pt x="2246372" y="3951439"/>
                  <a:pt x="2270485" y="3966676"/>
                </a:cubicBezTo>
                <a:cubicBezTo>
                  <a:pt x="2275323" y="3969576"/>
                  <a:pt x="2280909" y="3971196"/>
                  <a:pt x="2286600" y="3971605"/>
                </a:cubicBezTo>
                <a:close/>
                <a:moveTo>
                  <a:pt x="7017780" y="3971624"/>
                </a:moveTo>
                <a:cubicBezTo>
                  <a:pt x="7038192" y="3970045"/>
                  <a:pt x="7057294" y="3950238"/>
                  <a:pt x="7050813" y="3928522"/>
                </a:cubicBezTo>
                <a:cubicBezTo>
                  <a:pt x="7045810" y="3901605"/>
                  <a:pt x="7007834" y="3895724"/>
                  <a:pt x="6989642" y="3912689"/>
                </a:cubicBezTo>
                <a:cubicBezTo>
                  <a:pt x="6975316" y="3928522"/>
                  <a:pt x="6979409" y="3955441"/>
                  <a:pt x="6997829" y="3966524"/>
                </a:cubicBezTo>
                <a:cubicBezTo>
                  <a:pt x="7004026" y="3970653"/>
                  <a:pt x="7010975" y="3972151"/>
                  <a:pt x="7017780" y="3971624"/>
                </a:cubicBezTo>
                <a:close/>
                <a:moveTo>
                  <a:pt x="6504140" y="3971637"/>
                </a:moveTo>
                <a:cubicBezTo>
                  <a:pt x="6524485" y="3970432"/>
                  <a:pt x="6542931" y="3951035"/>
                  <a:pt x="6536410" y="3928697"/>
                </a:cubicBezTo>
                <a:cubicBezTo>
                  <a:pt x="6533894" y="3894137"/>
                  <a:pt x="6474637" y="3894137"/>
                  <a:pt x="6470062" y="3926877"/>
                </a:cubicBezTo>
                <a:cubicBezTo>
                  <a:pt x="6467316" y="3941202"/>
                  <a:pt x="6470519" y="3958254"/>
                  <a:pt x="6484018" y="3966212"/>
                </a:cubicBezTo>
                <a:cubicBezTo>
                  <a:pt x="6490367" y="3970418"/>
                  <a:pt x="6497359" y="3972038"/>
                  <a:pt x="6504140" y="3971637"/>
                </a:cubicBezTo>
                <a:close/>
                <a:moveTo>
                  <a:pt x="7427036" y="3971665"/>
                </a:moveTo>
                <a:cubicBezTo>
                  <a:pt x="7445657" y="3971524"/>
                  <a:pt x="7463411" y="3955769"/>
                  <a:pt x="7461529" y="3934821"/>
                </a:cubicBezTo>
                <a:cubicBezTo>
                  <a:pt x="7464267" y="3902965"/>
                  <a:pt x="7418176" y="3890962"/>
                  <a:pt x="7400150" y="3913353"/>
                </a:cubicBezTo>
                <a:cubicBezTo>
                  <a:pt x="7389654" y="3929743"/>
                  <a:pt x="7392392" y="3954904"/>
                  <a:pt x="7408821" y="3966215"/>
                </a:cubicBezTo>
                <a:cubicBezTo>
                  <a:pt x="7414525" y="3970024"/>
                  <a:pt x="7420829" y="3971711"/>
                  <a:pt x="7427036" y="3971665"/>
                </a:cubicBezTo>
                <a:close/>
                <a:moveTo>
                  <a:pt x="8144067" y="3971739"/>
                </a:moveTo>
                <a:cubicBezTo>
                  <a:pt x="8163786" y="3972630"/>
                  <a:pt x="8183857" y="3958026"/>
                  <a:pt x="8180455" y="3935175"/>
                </a:cubicBezTo>
                <a:cubicBezTo>
                  <a:pt x="8181589" y="3900583"/>
                  <a:pt x="8127841" y="3890962"/>
                  <a:pt x="8115141" y="3921888"/>
                </a:cubicBezTo>
                <a:cubicBezTo>
                  <a:pt x="8111966" y="3936550"/>
                  <a:pt x="8111966" y="3955563"/>
                  <a:pt x="8125346" y="3965414"/>
                </a:cubicBezTo>
                <a:cubicBezTo>
                  <a:pt x="8130959" y="3969423"/>
                  <a:pt x="8137493" y="3971442"/>
                  <a:pt x="8144067" y="3971739"/>
                </a:cubicBezTo>
                <a:close/>
                <a:moveTo>
                  <a:pt x="8351721" y="3971794"/>
                </a:moveTo>
                <a:cubicBezTo>
                  <a:pt x="8370618" y="3971350"/>
                  <a:pt x="8388807" y="3955423"/>
                  <a:pt x="8387949" y="3934821"/>
                </a:cubicBezTo>
                <a:cubicBezTo>
                  <a:pt x="8389779" y="3902735"/>
                  <a:pt x="8343564" y="3890962"/>
                  <a:pt x="8324803" y="3913122"/>
                </a:cubicBezTo>
                <a:cubicBezTo>
                  <a:pt x="8311991" y="3929050"/>
                  <a:pt x="8315194" y="3956058"/>
                  <a:pt x="8333268" y="3966677"/>
                </a:cubicBezTo>
                <a:cubicBezTo>
                  <a:pt x="8339045" y="3970370"/>
                  <a:pt x="8345423" y="3971942"/>
                  <a:pt x="8351721" y="3971794"/>
                </a:cubicBezTo>
                <a:close/>
                <a:moveTo>
                  <a:pt x="6195295" y="3971804"/>
                </a:moveTo>
                <a:cubicBezTo>
                  <a:pt x="6213738" y="3971123"/>
                  <a:pt x="6232406" y="3955027"/>
                  <a:pt x="6229137" y="3935297"/>
                </a:cubicBezTo>
                <a:cubicBezTo>
                  <a:pt x="6233954" y="3899067"/>
                  <a:pt x="6174079" y="3889375"/>
                  <a:pt x="6162838" y="3921682"/>
                </a:cubicBezTo>
                <a:cubicBezTo>
                  <a:pt x="6154579" y="3938297"/>
                  <a:pt x="6161232" y="3958835"/>
                  <a:pt x="6177749" y="3966912"/>
                </a:cubicBezTo>
                <a:cubicBezTo>
                  <a:pt x="6183026" y="3970546"/>
                  <a:pt x="6189148" y="3972032"/>
                  <a:pt x="6195295" y="3971804"/>
                </a:cubicBezTo>
                <a:close/>
                <a:moveTo>
                  <a:pt x="1466898" y="3971817"/>
                </a:moveTo>
                <a:cubicBezTo>
                  <a:pt x="1485585" y="3971892"/>
                  <a:pt x="1503665" y="3956518"/>
                  <a:pt x="1499620" y="3934927"/>
                </a:cubicBezTo>
                <a:cubicBezTo>
                  <a:pt x="1505015" y="3904987"/>
                  <a:pt x="1464549" y="3892550"/>
                  <a:pt x="1445443" y="3909363"/>
                </a:cubicBezTo>
                <a:cubicBezTo>
                  <a:pt x="1427230" y="3922721"/>
                  <a:pt x="1429477" y="3954964"/>
                  <a:pt x="1448813" y="3966249"/>
                </a:cubicBezTo>
                <a:cubicBezTo>
                  <a:pt x="1454374" y="3970049"/>
                  <a:pt x="1460670" y="3971791"/>
                  <a:pt x="1466898" y="3971817"/>
                </a:cubicBezTo>
                <a:close/>
                <a:moveTo>
                  <a:pt x="1873743" y="3971827"/>
                </a:moveTo>
                <a:cubicBezTo>
                  <a:pt x="1899593" y="3976687"/>
                  <a:pt x="1911617" y="3948455"/>
                  <a:pt x="1916160" y="3927627"/>
                </a:cubicBezTo>
                <a:cubicBezTo>
                  <a:pt x="1905261" y="3910503"/>
                  <a:pt x="1886898" y="3897312"/>
                  <a:pt x="1866028" y="3903560"/>
                </a:cubicBezTo>
                <a:cubicBezTo>
                  <a:pt x="1833600" y="3913048"/>
                  <a:pt x="1839956" y="3969745"/>
                  <a:pt x="1873743" y="3971827"/>
                </a:cubicBezTo>
                <a:close/>
                <a:moveTo>
                  <a:pt x="6607349" y="3971852"/>
                </a:moveTo>
                <a:cubicBezTo>
                  <a:pt x="6627189" y="3970173"/>
                  <a:pt x="6644885" y="3950532"/>
                  <a:pt x="6639427" y="3928824"/>
                </a:cubicBezTo>
                <a:cubicBezTo>
                  <a:pt x="6636243" y="3903555"/>
                  <a:pt x="6602357" y="3894137"/>
                  <a:pt x="6584390" y="3909528"/>
                </a:cubicBezTo>
                <a:cubicBezTo>
                  <a:pt x="6565741" y="3923311"/>
                  <a:pt x="6568470" y="3955241"/>
                  <a:pt x="6587574" y="3966957"/>
                </a:cubicBezTo>
                <a:cubicBezTo>
                  <a:pt x="6593885" y="3970977"/>
                  <a:pt x="6600736" y="3972413"/>
                  <a:pt x="6607349" y="3971852"/>
                </a:cubicBezTo>
                <a:close/>
                <a:moveTo>
                  <a:pt x="5881055" y="3971858"/>
                </a:moveTo>
                <a:cubicBezTo>
                  <a:pt x="5898932" y="3973662"/>
                  <a:pt x="5918199" y="3962884"/>
                  <a:pt x="5919751" y="3943240"/>
                </a:cubicBezTo>
                <a:cubicBezTo>
                  <a:pt x="5927567" y="3918439"/>
                  <a:pt x="5902050" y="3895724"/>
                  <a:pt x="5878142" y="3902909"/>
                </a:cubicBezTo>
                <a:cubicBezTo>
                  <a:pt x="5849176" y="3906850"/>
                  <a:pt x="5843429" y="3948803"/>
                  <a:pt x="5864349" y="3965723"/>
                </a:cubicBezTo>
                <a:cubicBezTo>
                  <a:pt x="5869291" y="3969257"/>
                  <a:pt x="5875096" y="3971257"/>
                  <a:pt x="5881055" y="3971858"/>
                </a:cubicBezTo>
                <a:close/>
                <a:moveTo>
                  <a:pt x="7121769" y="3971874"/>
                </a:moveTo>
                <a:cubicBezTo>
                  <a:pt x="7141909" y="3970101"/>
                  <a:pt x="7160401" y="3950440"/>
                  <a:pt x="7153676" y="3929241"/>
                </a:cubicBezTo>
                <a:cubicBezTo>
                  <a:pt x="7149079" y="3897784"/>
                  <a:pt x="7097814" y="3894137"/>
                  <a:pt x="7086780" y="3922859"/>
                </a:cubicBezTo>
                <a:cubicBezTo>
                  <a:pt x="7078504" y="3938587"/>
                  <a:pt x="7085860" y="3959558"/>
                  <a:pt x="7101952" y="3967080"/>
                </a:cubicBezTo>
                <a:cubicBezTo>
                  <a:pt x="7108159" y="3971069"/>
                  <a:pt x="7115056" y="3972466"/>
                  <a:pt x="7121769" y="3971874"/>
                </a:cubicBezTo>
                <a:close/>
                <a:moveTo>
                  <a:pt x="7940244" y="3971930"/>
                </a:moveTo>
                <a:cubicBezTo>
                  <a:pt x="7958501" y="3971791"/>
                  <a:pt x="7976250" y="3956491"/>
                  <a:pt x="7975235" y="3936320"/>
                </a:cubicBezTo>
                <a:cubicBezTo>
                  <a:pt x="7978616" y="3901447"/>
                  <a:pt x="7925425" y="3890962"/>
                  <a:pt x="7910775" y="3919681"/>
                </a:cubicBezTo>
                <a:cubicBezTo>
                  <a:pt x="7906718" y="3935864"/>
                  <a:pt x="7905591" y="3957745"/>
                  <a:pt x="7922495" y="3966634"/>
                </a:cubicBezTo>
                <a:cubicBezTo>
                  <a:pt x="7928017" y="3970338"/>
                  <a:pt x="7934159" y="3971976"/>
                  <a:pt x="7940244" y="3971930"/>
                </a:cubicBezTo>
                <a:close/>
                <a:moveTo>
                  <a:pt x="7735435" y="3971954"/>
                </a:moveTo>
                <a:cubicBezTo>
                  <a:pt x="7756579" y="3971361"/>
                  <a:pt x="7777628" y="3951036"/>
                  <a:pt x="7769974" y="3928127"/>
                </a:cubicBezTo>
                <a:cubicBezTo>
                  <a:pt x="7764531" y="3897582"/>
                  <a:pt x="7717813" y="3894137"/>
                  <a:pt x="7704205" y="3919630"/>
                </a:cubicBezTo>
                <a:cubicBezTo>
                  <a:pt x="7699216" y="3935477"/>
                  <a:pt x="7699443" y="3955917"/>
                  <a:pt x="7715318" y="3965333"/>
                </a:cubicBezTo>
                <a:cubicBezTo>
                  <a:pt x="7721328" y="3970156"/>
                  <a:pt x="7728386" y="3972151"/>
                  <a:pt x="7735435" y="3971954"/>
                </a:cubicBezTo>
                <a:close/>
                <a:moveTo>
                  <a:pt x="9173326" y="3971975"/>
                </a:moveTo>
                <a:cubicBezTo>
                  <a:pt x="9192721" y="3973327"/>
                  <a:pt x="9212950" y="3957702"/>
                  <a:pt x="9210726" y="3935716"/>
                </a:cubicBezTo>
                <a:cubicBezTo>
                  <a:pt x="9213691" y="3905476"/>
                  <a:pt x="9171266" y="3892549"/>
                  <a:pt x="9151651" y="3910785"/>
                </a:cubicBezTo>
                <a:cubicBezTo>
                  <a:pt x="9134316" y="3924174"/>
                  <a:pt x="9136597" y="3953490"/>
                  <a:pt x="9155072" y="3964570"/>
                </a:cubicBezTo>
                <a:cubicBezTo>
                  <a:pt x="9160489" y="3969187"/>
                  <a:pt x="9166862" y="3971524"/>
                  <a:pt x="9173326" y="3971975"/>
                </a:cubicBezTo>
                <a:close/>
                <a:moveTo>
                  <a:pt x="1572583" y="3972021"/>
                </a:moveTo>
                <a:cubicBezTo>
                  <a:pt x="1592842" y="3969555"/>
                  <a:pt x="1610503" y="3949096"/>
                  <a:pt x="1603147" y="3927216"/>
                </a:cubicBezTo>
                <a:cubicBezTo>
                  <a:pt x="1597445" y="3896664"/>
                  <a:pt x="1550007" y="3894137"/>
                  <a:pt x="1538375" y="3921473"/>
                </a:cubicBezTo>
                <a:cubicBezTo>
                  <a:pt x="1533584" y="3937553"/>
                  <a:pt x="1535640" y="3959836"/>
                  <a:pt x="1552287" y="3967876"/>
                </a:cubicBezTo>
                <a:cubicBezTo>
                  <a:pt x="1558788" y="3971666"/>
                  <a:pt x="1565830" y="3972843"/>
                  <a:pt x="1572583" y="3972021"/>
                </a:cubicBezTo>
                <a:close/>
                <a:moveTo>
                  <a:pt x="3316902" y="3972040"/>
                </a:moveTo>
                <a:cubicBezTo>
                  <a:pt x="3335130" y="3971270"/>
                  <a:pt x="3352595" y="3955308"/>
                  <a:pt x="3351747" y="3935181"/>
                </a:cubicBezTo>
                <a:cubicBezTo>
                  <a:pt x="3355816" y="3900017"/>
                  <a:pt x="3298165" y="3889375"/>
                  <a:pt x="3286635" y="3920375"/>
                </a:cubicBezTo>
                <a:cubicBezTo>
                  <a:pt x="3283243" y="3936338"/>
                  <a:pt x="3282791" y="3958084"/>
                  <a:pt x="3299069" y="3967338"/>
                </a:cubicBezTo>
                <a:cubicBezTo>
                  <a:pt x="3304665" y="3970866"/>
                  <a:pt x="3310826" y="3972297"/>
                  <a:pt x="3316902" y="3972040"/>
                </a:cubicBezTo>
                <a:close/>
                <a:moveTo>
                  <a:pt x="3623137" y="3972063"/>
                </a:moveTo>
                <a:cubicBezTo>
                  <a:pt x="3642282" y="3972181"/>
                  <a:pt x="3661235" y="3957228"/>
                  <a:pt x="3659010" y="3935977"/>
                </a:cubicBezTo>
                <a:cubicBezTo>
                  <a:pt x="3662204" y="3901016"/>
                  <a:pt x="3608355" y="3890962"/>
                  <a:pt x="3593752" y="3919982"/>
                </a:cubicBezTo>
                <a:cubicBezTo>
                  <a:pt x="3587591" y="3935292"/>
                  <a:pt x="3589417" y="3957229"/>
                  <a:pt x="3604704" y="3966597"/>
                </a:cubicBezTo>
                <a:cubicBezTo>
                  <a:pt x="3610352" y="3970310"/>
                  <a:pt x="3616755" y="3972024"/>
                  <a:pt x="3623137" y="3972063"/>
                </a:cubicBezTo>
                <a:close/>
                <a:moveTo>
                  <a:pt x="6296018" y="3972120"/>
                </a:moveTo>
                <a:cubicBezTo>
                  <a:pt x="6317764" y="3972088"/>
                  <a:pt x="6339477" y="3950622"/>
                  <a:pt x="6332196" y="3927486"/>
                </a:cubicBezTo>
                <a:cubicBezTo>
                  <a:pt x="6326417" y="3899380"/>
                  <a:pt x="6285273" y="3895724"/>
                  <a:pt x="6267937" y="3915147"/>
                </a:cubicBezTo>
                <a:cubicBezTo>
                  <a:pt x="6257766" y="3930457"/>
                  <a:pt x="6258922" y="3953536"/>
                  <a:pt x="6275334" y="3964275"/>
                </a:cubicBezTo>
                <a:cubicBezTo>
                  <a:pt x="6281517" y="3969759"/>
                  <a:pt x="6288769" y="3972130"/>
                  <a:pt x="6296018" y="3972120"/>
                </a:cubicBezTo>
                <a:close/>
                <a:moveTo>
                  <a:pt x="8560423" y="3972131"/>
                </a:moveTo>
                <a:cubicBezTo>
                  <a:pt x="8578941" y="3971626"/>
                  <a:pt x="8596655" y="3956075"/>
                  <a:pt x="8593395" y="3935625"/>
                </a:cubicBezTo>
                <a:cubicBezTo>
                  <a:pt x="8596369" y="3901944"/>
                  <a:pt x="8547646" y="3892550"/>
                  <a:pt x="8529575" y="3915462"/>
                </a:cubicBezTo>
                <a:cubicBezTo>
                  <a:pt x="8518366" y="3932417"/>
                  <a:pt x="8522941" y="3958537"/>
                  <a:pt x="8542384" y="3967244"/>
                </a:cubicBezTo>
                <a:cubicBezTo>
                  <a:pt x="8547988" y="3970795"/>
                  <a:pt x="8554251" y="3972299"/>
                  <a:pt x="8560423" y="3972131"/>
                </a:cubicBezTo>
                <a:close/>
                <a:moveTo>
                  <a:pt x="6400819" y="3972180"/>
                </a:moveTo>
                <a:cubicBezTo>
                  <a:pt x="6421846" y="3971242"/>
                  <a:pt x="6442427" y="3950778"/>
                  <a:pt x="6434433" y="3927983"/>
                </a:cubicBezTo>
                <a:cubicBezTo>
                  <a:pt x="6428310" y="3898511"/>
                  <a:pt x="6383179" y="3894137"/>
                  <a:pt x="6369572" y="3919925"/>
                </a:cubicBezTo>
                <a:cubicBezTo>
                  <a:pt x="6360954" y="3935582"/>
                  <a:pt x="6365944" y="3956304"/>
                  <a:pt x="6380685" y="3965974"/>
                </a:cubicBezTo>
                <a:cubicBezTo>
                  <a:pt x="6386751" y="3970637"/>
                  <a:pt x="6393810" y="3972494"/>
                  <a:pt x="6400819" y="3972180"/>
                </a:cubicBezTo>
                <a:close/>
                <a:moveTo>
                  <a:pt x="7837961" y="3972311"/>
                </a:moveTo>
                <a:cubicBezTo>
                  <a:pt x="7856353" y="3972429"/>
                  <a:pt x="7874745" y="3956021"/>
                  <a:pt x="7875429" y="3936624"/>
                </a:cubicBezTo>
                <a:cubicBezTo>
                  <a:pt x="7875201" y="3909839"/>
                  <a:pt x="7841440" y="3894137"/>
                  <a:pt x="7819768" y="3907068"/>
                </a:cubicBezTo>
                <a:cubicBezTo>
                  <a:pt x="7797641" y="3918382"/>
                  <a:pt x="7799010" y="3954635"/>
                  <a:pt x="7820225" y="3966181"/>
                </a:cubicBezTo>
                <a:cubicBezTo>
                  <a:pt x="7825700" y="3970395"/>
                  <a:pt x="7831830" y="3972271"/>
                  <a:pt x="7837961" y="3972311"/>
                </a:cubicBezTo>
                <a:close/>
                <a:moveTo>
                  <a:pt x="6912773" y="3972313"/>
                </a:moveTo>
                <a:cubicBezTo>
                  <a:pt x="6931091" y="3972484"/>
                  <a:pt x="6949821" y="3956077"/>
                  <a:pt x="6948130" y="3936200"/>
                </a:cubicBezTo>
                <a:cubicBezTo>
                  <a:pt x="6953091" y="3897359"/>
                  <a:pt x="6885668" y="3890962"/>
                  <a:pt x="6880707" y="3928431"/>
                </a:cubicBezTo>
                <a:cubicBezTo>
                  <a:pt x="6873716" y="3942826"/>
                  <a:pt x="6883187" y="3958133"/>
                  <a:pt x="6895364" y="3966130"/>
                </a:cubicBezTo>
                <a:cubicBezTo>
                  <a:pt x="6900607" y="3970357"/>
                  <a:pt x="6906667" y="3972255"/>
                  <a:pt x="6912773" y="3972313"/>
                </a:cubicBezTo>
                <a:close/>
                <a:moveTo>
                  <a:pt x="3215462" y="3972576"/>
                </a:moveTo>
                <a:cubicBezTo>
                  <a:pt x="3246922" y="3971428"/>
                  <a:pt x="3254217" y="3933567"/>
                  <a:pt x="3241907" y="3909703"/>
                </a:cubicBezTo>
                <a:cubicBezTo>
                  <a:pt x="3225493" y="3905802"/>
                  <a:pt x="3205203" y="3897312"/>
                  <a:pt x="3190385" y="3910391"/>
                </a:cubicBezTo>
                <a:cubicBezTo>
                  <a:pt x="3166904" y="3930584"/>
                  <a:pt x="3183546" y="3975100"/>
                  <a:pt x="3215462" y="3972576"/>
                </a:cubicBezTo>
                <a:close/>
                <a:moveTo>
                  <a:pt x="6400364" y="4062334"/>
                </a:moveTo>
                <a:cubicBezTo>
                  <a:pt x="6412550" y="4061298"/>
                  <a:pt x="6423486" y="4047806"/>
                  <a:pt x="6420581" y="4034826"/>
                </a:cubicBezTo>
                <a:cubicBezTo>
                  <a:pt x="6418530" y="4015470"/>
                  <a:pt x="6390051" y="4014787"/>
                  <a:pt x="6379570" y="4027312"/>
                </a:cubicBezTo>
                <a:cubicBezTo>
                  <a:pt x="6376836" y="4038014"/>
                  <a:pt x="6375241" y="4054182"/>
                  <a:pt x="6388228" y="4058736"/>
                </a:cubicBezTo>
                <a:cubicBezTo>
                  <a:pt x="6392101" y="4061639"/>
                  <a:pt x="6396302" y="4062678"/>
                  <a:pt x="6400364" y="4062334"/>
                </a:cubicBezTo>
                <a:close/>
                <a:moveTo>
                  <a:pt x="2406932" y="4072486"/>
                </a:moveTo>
                <a:cubicBezTo>
                  <a:pt x="2417001" y="4068485"/>
                  <a:pt x="2424792" y="4060081"/>
                  <a:pt x="2425024" y="4047848"/>
                </a:cubicBezTo>
                <a:cubicBezTo>
                  <a:pt x="2428920" y="4027038"/>
                  <a:pt x="2413096" y="3998912"/>
                  <a:pt x="2388758" y="4004400"/>
                </a:cubicBezTo>
                <a:cubicBezTo>
                  <a:pt x="2356679" y="4005315"/>
                  <a:pt x="2347952" y="4057680"/>
                  <a:pt x="2375247" y="4070714"/>
                </a:cubicBezTo>
                <a:cubicBezTo>
                  <a:pt x="2384513" y="4076088"/>
                  <a:pt x="2396878" y="4076488"/>
                  <a:pt x="2406932" y="4072486"/>
                </a:cubicBezTo>
                <a:close/>
                <a:moveTo>
                  <a:pt x="1993693" y="4072494"/>
                </a:moveTo>
                <a:cubicBezTo>
                  <a:pt x="2003074" y="4069387"/>
                  <a:pt x="2011028" y="4062547"/>
                  <a:pt x="2013870" y="4052516"/>
                </a:cubicBezTo>
                <a:cubicBezTo>
                  <a:pt x="2025693" y="4026981"/>
                  <a:pt x="1997500" y="3994150"/>
                  <a:pt x="1970438" y="4005549"/>
                </a:cubicBezTo>
                <a:cubicBezTo>
                  <a:pt x="1941576" y="4013301"/>
                  <a:pt x="1936804" y="4057760"/>
                  <a:pt x="1964985" y="4070071"/>
                </a:cubicBezTo>
                <a:cubicBezTo>
                  <a:pt x="1973509" y="4074973"/>
                  <a:pt x="1984311" y="4075600"/>
                  <a:pt x="1993693" y="4072494"/>
                </a:cubicBezTo>
                <a:close/>
                <a:moveTo>
                  <a:pt x="5894760" y="4072788"/>
                </a:moveTo>
                <a:cubicBezTo>
                  <a:pt x="5904644" y="4070293"/>
                  <a:pt x="5913385" y="4063773"/>
                  <a:pt x="5917270" y="4053794"/>
                </a:cubicBezTo>
                <a:cubicBezTo>
                  <a:pt x="5929154" y="4032476"/>
                  <a:pt x="5912700" y="4000727"/>
                  <a:pt x="5886875" y="4002994"/>
                </a:cubicBezTo>
                <a:cubicBezTo>
                  <a:pt x="5853281" y="4000500"/>
                  <a:pt x="5840254" y="4049259"/>
                  <a:pt x="5865393" y="4067628"/>
                </a:cubicBezTo>
                <a:cubicBezTo>
                  <a:pt x="5873849" y="4073752"/>
                  <a:pt x="5884876" y="4075283"/>
                  <a:pt x="5894760" y="4072788"/>
                </a:cubicBezTo>
                <a:close/>
                <a:moveTo>
                  <a:pt x="6616076" y="4072811"/>
                </a:moveTo>
                <a:cubicBezTo>
                  <a:pt x="6625048" y="4070202"/>
                  <a:pt x="6632754" y="4064296"/>
                  <a:pt x="6635679" y="4054663"/>
                </a:cubicBezTo>
                <a:cubicBezTo>
                  <a:pt x="6646704" y="4031498"/>
                  <a:pt x="6629604" y="3997324"/>
                  <a:pt x="6601704" y="4003058"/>
                </a:cubicBezTo>
                <a:cubicBezTo>
                  <a:pt x="6568629" y="4004434"/>
                  <a:pt x="6560979" y="4056039"/>
                  <a:pt x="6588879" y="4071177"/>
                </a:cubicBezTo>
                <a:cubicBezTo>
                  <a:pt x="6596867" y="4074732"/>
                  <a:pt x="6607104" y="4075420"/>
                  <a:pt x="6616076" y="4072811"/>
                </a:cubicBezTo>
                <a:close/>
                <a:moveTo>
                  <a:pt x="3224593" y="4073043"/>
                </a:moveTo>
                <a:cubicBezTo>
                  <a:pt x="3234310" y="4070614"/>
                  <a:pt x="3242916" y="4064211"/>
                  <a:pt x="3246678" y="4054264"/>
                </a:cubicBezTo>
                <a:cubicBezTo>
                  <a:pt x="3257392" y="4030711"/>
                  <a:pt x="3236191" y="3997325"/>
                  <a:pt x="3209290" y="4002813"/>
                </a:cubicBezTo>
                <a:cubicBezTo>
                  <a:pt x="3178514" y="4005785"/>
                  <a:pt x="3170079" y="4052663"/>
                  <a:pt x="3195840" y="4067984"/>
                </a:cubicBezTo>
                <a:cubicBezTo>
                  <a:pt x="3204047" y="4073930"/>
                  <a:pt x="3214876" y="4075473"/>
                  <a:pt x="3224593" y="4073043"/>
                </a:cubicBezTo>
                <a:close/>
                <a:moveTo>
                  <a:pt x="7439366" y="4073232"/>
                </a:moveTo>
                <a:cubicBezTo>
                  <a:pt x="7449042" y="4070296"/>
                  <a:pt x="7457129" y="4063568"/>
                  <a:pt x="7459555" y="4052963"/>
                </a:cubicBezTo>
                <a:cubicBezTo>
                  <a:pt x="7469029" y="4029929"/>
                  <a:pt x="7449851" y="3998912"/>
                  <a:pt x="7423278" y="4003929"/>
                </a:cubicBezTo>
                <a:cubicBezTo>
                  <a:pt x="7390005" y="4005982"/>
                  <a:pt x="7383304" y="4055244"/>
                  <a:pt x="7409645" y="4070752"/>
                </a:cubicBezTo>
                <a:cubicBezTo>
                  <a:pt x="7418426" y="4075314"/>
                  <a:pt x="7429690" y="4076168"/>
                  <a:pt x="7439366" y="4073232"/>
                </a:cubicBezTo>
                <a:close/>
                <a:moveTo>
                  <a:pt x="3735441" y="4073341"/>
                </a:moveTo>
                <a:cubicBezTo>
                  <a:pt x="3744331" y="4071426"/>
                  <a:pt x="3752366" y="4066280"/>
                  <a:pt x="3756925" y="4057703"/>
                </a:cubicBezTo>
                <a:cubicBezTo>
                  <a:pt x="3771741" y="4034604"/>
                  <a:pt x="3753049" y="3997324"/>
                  <a:pt x="3723872" y="4003042"/>
                </a:cubicBezTo>
                <a:cubicBezTo>
                  <a:pt x="3691275" y="4004871"/>
                  <a:pt x="3682841" y="4053815"/>
                  <a:pt x="3708827" y="4069596"/>
                </a:cubicBezTo>
                <a:cubicBezTo>
                  <a:pt x="3716806" y="4073941"/>
                  <a:pt x="3726550" y="4075256"/>
                  <a:pt x="3735441" y="4073341"/>
                </a:cubicBezTo>
                <a:close/>
                <a:moveTo>
                  <a:pt x="1782635" y="4073524"/>
                </a:moveTo>
                <a:cubicBezTo>
                  <a:pt x="1791703" y="4072107"/>
                  <a:pt x="1800151" y="4067401"/>
                  <a:pt x="1804799" y="4059464"/>
                </a:cubicBezTo>
                <a:cubicBezTo>
                  <a:pt x="1820901" y="4035651"/>
                  <a:pt x="1798677" y="3995737"/>
                  <a:pt x="1768742" y="4003675"/>
                </a:cubicBezTo>
                <a:cubicBezTo>
                  <a:pt x="1739034" y="4007983"/>
                  <a:pt x="1733593" y="4052433"/>
                  <a:pt x="1756723" y="4067855"/>
                </a:cubicBezTo>
                <a:cubicBezTo>
                  <a:pt x="1763866" y="4073071"/>
                  <a:pt x="1773562" y="4074942"/>
                  <a:pt x="1782635" y="4073524"/>
                </a:cubicBezTo>
                <a:close/>
                <a:moveTo>
                  <a:pt x="6291105" y="4073619"/>
                </a:moveTo>
                <a:cubicBezTo>
                  <a:pt x="6308290" y="4075623"/>
                  <a:pt x="6326761" y="4065571"/>
                  <a:pt x="6330704" y="4047757"/>
                </a:cubicBezTo>
                <a:cubicBezTo>
                  <a:pt x="6341904" y="4019933"/>
                  <a:pt x="6305105" y="3992562"/>
                  <a:pt x="6280648" y="4007265"/>
                </a:cubicBezTo>
                <a:cubicBezTo>
                  <a:pt x="6257563" y="4017671"/>
                  <a:pt x="6254591" y="4052960"/>
                  <a:pt x="6274934" y="4067437"/>
                </a:cubicBezTo>
                <a:cubicBezTo>
                  <a:pt x="6279791" y="4070943"/>
                  <a:pt x="6285377" y="4072950"/>
                  <a:pt x="6291105" y="4073619"/>
                </a:cubicBezTo>
                <a:close/>
                <a:moveTo>
                  <a:pt x="1568176" y="4073931"/>
                </a:moveTo>
                <a:cubicBezTo>
                  <a:pt x="1583994" y="4073835"/>
                  <a:pt x="1599682" y="4063730"/>
                  <a:pt x="1602931" y="4047359"/>
                </a:cubicBezTo>
                <a:cubicBezTo>
                  <a:pt x="1611368" y="4022118"/>
                  <a:pt x="1585376" y="3994150"/>
                  <a:pt x="1559613" y="4004382"/>
                </a:cubicBezTo>
                <a:cubicBezTo>
                  <a:pt x="1531798" y="4013250"/>
                  <a:pt x="1527237" y="4056227"/>
                  <a:pt x="1552772" y="4070552"/>
                </a:cubicBezTo>
                <a:cubicBezTo>
                  <a:pt x="1557617" y="4072883"/>
                  <a:pt x="1562903" y="4073963"/>
                  <a:pt x="1568176" y="4073931"/>
                </a:cubicBezTo>
                <a:close/>
                <a:moveTo>
                  <a:pt x="6819225" y="4074045"/>
                </a:moveTo>
                <a:cubicBezTo>
                  <a:pt x="6829144" y="4071987"/>
                  <a:pt x="6837955" y="4065928"/>
                  <a:pt x="6841707" y="4055640"/>
                </a:cubicBezTo>
                <a:cubicBezTo>
                  <a:pt x="6854667" y="4031404"/>
                  <a:pt x="6830338" y="3995737"/>
                  <a:pt x="6802825" y="4004882"/>
                </a:cubicBezTo>
                <a:cubicBezTo>
                  <a:pt x="6774403" y="4009455"/>
                  <a:pt x="6767354" y="4052896"/>
                  <a:pt x="6790092" y="4068443"/>
                </a:cubicBezTo>
                <a:cubicBezTo>
                  <a:pt x="6798278" y="4074159"/>
                  <a:pt x="6809306" y="4076102"/>
                  <a:pt x="6819225" y="4074045"/>
                </a:cubicBezTo>
                <a:close/>
                <a:moveTo>
                  <a:pt x="3117200" y="4074237"/>
                </a:moveTo>
                <a:cubicBezTo>
                  <a:pt x="3126353" y="4073097"/>
                  <a:pt x="3134880" y="4068705"/>
                  <a:pt x="3139883" y="4060720"/>
                </a:cubicBezTo>
                <a:cubicBezTo>
                  <a:pt x="3152617" y="4038134"/>
                  <a:pt x="3140565" y="4002315"/>
                  <a:pt x="3111458" y="4002771"/>
                </a:cubicBezTo>
                <a:cubicBezTo>
                  <a:pt x="3078030" y="4002087"/>
                  <a:pt x="3068479" y="4049541"/>
                  <a:pt x="3090764" y="4068248"/>
                </a:cubicBezTo>
                <a:cubicBezTo>
                  <a:pt x="3098269" y="4073267"/>
                  <a:pt x="3108047" y="4075378"/>
                  <a:pt x="3117200" y="4074237"/>
                </a:cubicBezTo>
                <a:close/>
                <a:moveTo>
                  <a:pt x="2087417" y="4074254"/>
                </a:moveTo>
                <a:cubicBezTo>
                  <a:pt x="2106737" y="4071707"/>
                  <a:pt x="2123927" y="4052183"/>
                  <a:pt x="2118614" y="4031893"/>
                </a:cubicBezTo>
                <a:cubicBezTo>
                  <a:pt x="2114501" y="4005066"/>
                  <a:pt x="2075419" y="3992562"/>
                  <a:pt x="2058496" y="4015524"/>
                </a:cubicBezTo>
                <a:cubicBezTo>
                  <a:pt x="2041569" y="4030983"/>
                  <a:pt x="2046369" y="4061675"/>
                  <a:pt x="2068096" y="4070542"/>
                </a:cubicBezTo>
                <a:cubicBezTo>
                  <a:pt x="2074271" y="4074065"/>
                  <a:pt x="2080973" y="4075103"/>
                  <a:pt x="2087417" y="4074254"/>
                </a:cubicBezTo>
                <a:close/>
                <a:moveTo>
                  <a:pt x="7120066" y="4074330"/>
                </a:moveTo>
                <a:cubicBezTo>
                  <a:pt x="7137723" y="4073661"/>
                  <a:pt x="7154647" y="4058900"/>
                  <a:pt x="7154477" y="4040067"/>
                </a:cubicBezTo>
                <a:cubicBezTo>
                  <a:pt x="7157879" y="4011109"/>
                  <a:pt x="7116831" y="3990975"/>
                  <a:pt x="7096420" y="4012241"/>
                </a:cubicBezTo>
                <a:cubicBezTo>
                  <a:pt x="7076916" y="4026719"/>
                  <a:pt x="7080998" y="4059748"/>
                  <a:pt x="7102770" y="4069928"/>
                </a:cubicBezTo>
                <a:cubicBezTo>
                  <a:pt x="7108213" y="4073209"/>
                  <a:pt x="7114180" y="4074552"/>
                  <a:pt x="7120066" y="4074330"/>
                </a:cubicBezTo>
                <a:close/>
                <a:moveTo>
                  <a:pt x="3011344" y="4074437"/>
                </a:moveTo>
                <a:cubicBezTo>
                  <a:pt x="3030404" y="4071806"/>
                  <a:pt x="3047620" y="4052387"/>
                  <a:pt x="3042192" y="4031939"/>
                </a:cubicBezTo>
                <a:cubicBezTo>
                  <a:pt x="3041062" y="4008339"/>
                  <a:pt x="3012340" y="3995737"/>
                  <a:pt x="2992891" y="4006506"/>
                </a:cubicBezTo>
                <a:cubicBezTo>
                  <a:pt x="2968919" y="4018191"/>
                  <a:pt x="2968466" y="4058517"/>
                  <a:pt x="2992439" y="4070889"/>
                </a:cubicBezTo>
                <a:cubicBezTo>
                  <a:pt x="2998432" y="4074326"/>
                  <a:pt x="3004990" y="4075315"/>
                  <a:pt x="3011344" y="4074437"/>
                </a:cubicBezTo>
                <a:close/>
                <a:moveTo>
                  <a:pt x="7530607" y="4074498"/>
                </a:moveTo>
                <a:cubicBezTo>
                  <a:pt x="7548833" y="4073699"/>
                  <a:pt x="7566476" y="4060780"/>
                  <a:pt x="7563543" y="4040212"/>
                </a:cubicBezTo>
                <a:cubicBezTo>
                  <a:pt x="7567454" y="4016707"/>
                  <a:pt x="7541686" y="3995737"/>
                  <a:pt x="7519599" y="4004724"/>
                </a:cubicBezTo>
                <a:cubicBezTo>
                  <a:pt x="7490840" y="4012329"/>
                  <a:pt x="7488079" y="4056805"/>
                  <a:pt x="7512927" y="4071092"/>
                </a:cubicBezTo>
                <a:cubicBezTo>
                  <a:pt x="7518391" y="4073684"/>
                  <a:pt x="7524531" y="4074765"/>
                  <a:pt x="7530607" y="4074498"/>
                </a:cubicBezTo>
                <a:close/>
                <a:moveTo>
                  <a:pt x="7322938" y="4074545"/>
                </a:moveTo>
                <a:cubicBezTo>
                  <a:pt x="7341666" y="4075272"/>
                  <a:pt x="7361233" y="4060340"/>
                  <a:pt x="7358997" y="4040093"/>
                </a:cubicBezTo>
                <a:cubicBezTo>
                  <a:pt x="7362667" y="4018272"/>
                  <a:pt x="7339502" y="4000499"/>
                  <a:pt x="7318401" y="4004548"/>
                </a:cubicBezTo>
                <a:cubicBezTo>
                  <a:pt x="7289502" y="4008823"/>
                  <a:pt x="7281704" y="4052467"/>
                  <a:pt x="7305328" y="4068214"/>
                </a:cubicBezTo>
                <a:cubicBezTo>
                  <a:pt x="7310546" y="4072320"/>
                  <a:pt x="7316695" y="4074303"/>
                  <a:pt x="7322938" y="4074545"/>
                </a:cubicBezTo>
                <a:close/>
                <a:moveTo>
                  <a:pt x="7020436" y="4074572"/>
                </a:moveTo>
                <a:cubicBezTo>
                  <a:pt x="7041198" y="4071588"/>
                  <a:pt x="7059567" y="4049676"/>
                  <a:pt x="7050383" y="4028019"/>
                </a:cubicBezTo>
                <a:cubicBezTo>
                  <a:pt x="7043806" y="4006874"/>
                  <a:pt x="7017272" y="3997325"/>
                  <a:pt x="6998448" y="4008920"/>
                </a:cubicBezTo>
                <a:cubicBezTo>
                  <a:pt x="6975316" y="4020516"/>
                  <a:pt x="6975770" y="4059623"/>
                  <a:pt x="6999809" y="4070537"/>
                </a:cubicBezTo>
                <a:cubicBezTo>
                  <a:pt x="7006329" y="4074459"/>
                  <a:pt x="7013516" y="4075567"/>
                  <a:pt x="7020436" y="4074572"/>
                </a:cubicBezTo>
                <a:close/>
                <a:moveTo>
                  <a:pt x="1264407" y="4074604"/>
                </a:moveTo>
                <a:cubicBezTo>
                  <a:pt x="1281399" y="4073103"/>
                  <a:pt x="1297394" y="4057773"/>
                  <a:pt x="1297049" y="4039982"/>
                </a:cubicBezTo>
                <a:cubicBezTo>
                  <a:pt x="1298652" y="4015799"/>
                  <a:pt x="1270064" y="3994150"/>
                  <a:pt x="1247880" y="4006357"/>
                </a:cubicBezTo>
                <a:cubicBezTo>
                  <a:pt x="1219289" y="4015799"/>
                  <a:pt x="1219289" y="4061170"/>
                  <a:pt x="1247652" y="4071074"/>
                </a:cubicBezTo>
                <a:cubicBezTo>
                  <a:pt x="1252968" y="4074068"/>
                  <a:pt x="1258743" y="4075104"/>
                  <a:pt x="1264407" y="4074604"/>
                </a:cubicBezTo>
                <a:close/>
                <a:moveTo>
                  <a:pt x="3623430" y="4074687"/>
                </a:moveTo>
                <a:cubicBezTo>
                  <a:pt x="3641672" y="4075027"/>
                  <a:pt x="3659724" y="4059803"/>
                  <a:pt x="3658371" y="4039733"/>
                </a:cubicBezTo>
                <a:cubicBezTo>
                  <a:pt x="3662204" y="4015013"/>
                  <a:pt x="3633344" y="3995737"/>
                  <a:pt x="3611473" y="4006396"/>
                </a:cubicBezTo>
                <a:cubicBezTo>
                  <a:pt x="3586896" y="4016148"/>
                  <a:pt x="3584416" y="4054475"/>
                  <a:pt x="3605836" y="4068762"/>
                </a:cubicBezTo>
                <a:cubicBezTo>
                  <a:pt x="3611248" y="4072730"/>
                  <a:pt x="3617349" y="4074573"/>
                  <a:pt x="3623430" y="4074687"/>
                </a:cubicBezTo>
                <a:close/>
                <a:moveTo>
                  <a:pt x="7737429" y="4074698"/>
                </a:moveTo>
                <a:cubicBezTo>
                  <a:pt x="7754871" y="4073348"/>
                  <a:pt x="7771161" y="4058234"/>
                  <a:pt x="7771331" y="4039751"/>
                </a:cubicBezTo>
                <a:cubicBezTo>
                  <a:pt x="7772241" y="4014417"/>
                  <a:pt x="7743129" y="3994150"/>
                  <a:pt x="7720386" y="4006357"/>
                </a:cubicBezTo>
                <a:cubicBezTo>
                  <a:pt x="7692866" y="4016030"/>
                  <a:pt x="7693093" y="4061170"/>
                  <a:pt x="7720158" y="4071074"/>
                </a:cubicBezTo>
                <a:cubicBezTo>
                  <a:pt x="7725673" y="4074068"/>
                  <a:pt x="7731615" y="4075147"/>
                  <a:pt x="7737429" y="4074698"/>
                </a:cubicBezTo>
                <a:close/>
                <a:moveTo>
                  <a:pt x="3525969" y="4074739"/>
                </a:moveTo>
                <a:cubicBezTo>
                  <a:pt x="3545131" y="4071959"/>
                  <a:pt x="3562236" y="4052791"/>
                  <a:pt x="3557606" y="4032715"/>
                </a:cubicBezTo>
                <a:cubicBezTo>
                  <a:pt x="3553491" y="4008023"/>
                  <a:pt x="3520338" y="3992562"/>
                  <a:pt x="3501133" y="4010100"/>
                </a:cubicBezTo>
                <a:cubicBezTo>
                  <a:pt x="3479641" y="4024408"/>
                  <a:pt x="3482842" y="4061791"/>
                  <a:pt x="3506849" y="4071483"/>
                </a:cubicBezTo>
                <a:cubicBezTo>
                  <a:pt x="3512965" y="4074772"/>
                  <a:pt x="3519581" y="4075666"/>
                  <a:pt x="3525969" y="4074739"/>
                </a:cubicBezTo>
                <a:close/>
                <a:moveTo>
                  <a:pt x="6912273" y="4074799"/>
                </a:moveTo>
                <a:cubicBezTo>
                  <a:pt x="6930773" y="4074038"/>
                  <a:pt x="6949370" y="4059685"/>
                  <a:pt x="6948506" y="4040319"/>
                </a:cubicBezTo>
                <a:cubicBezTo>
                  <a:pt x="6951504" y="4013813"/>
                  <a:pt x="6916905" y="3992562"/>
                  <a:pt x="6894530" y="4009242"/>
                </a:cubicBezTo>
                <a:cubicBezTo>
                  <a:pt x="6870541" y="4021353"/>
                  <a:pt x="6872387" y="4057457"/>
                  <a:pt x="6894530" y="4070711"/>
                </a:cubicBezTo>
                <a:cubicBezTo>
                  <a:pt x="6899951" y="4073796"/>
                  <a:pt x="6906107" y="4075052"/>
                  <a:pt x="6912273" y="4074799"/>
                </a:cubicBezTo>
                <a:close/>
                <a:moveTo>
                  <a:pt x="7223266" y="4074861"/>
                </a:moveTo>
                <a:cubicBezTo>
                  <a:pt x="7240331" y="4073932"/>
                  <a:pt x="7256114" y="4059571"/>
                  <a:pt x="7255601" y="4041108"/>
                </a:cubicBezTo>
                <a:cubicBezTo>
                  <a:pt x="7259479" y="4015121"/>
                  <a:pt x="7228455" y="3994150"/>
                  <a:pt x="7206100" y="4007827"/>
                </a:cubicBezTo>
                <a:cubicBezTo>
                  <a:pt x="7182147" y="4019452"/>
                  <a:pt x="7181691" y="4060255"/>
                  <a:pt x="7206328" y="4070969"/>
                </a:cubicBezTo>
                <a:cubicBezTo>
                  <a:pt x="7211746" y="4073989"/>
                  <a:pt x="7217577" y="4075171"/>
                  <a:pt x="7223266" y="4074861"/>
                </a:cubicBezTo>
                <a:close/>
                <a:moveTo>
                  <a:pt x="1364512" y="4074871"/>
                </a:moveTo>
                <a:cubicBezTo>
                  <a:pt x="1383025" y="4074259"/>
                  <a:pt x="1401384" y="4060084"/>
                  <a:pt x="1400025" y="4039982"/>
                </a:cubicBezTo>
                <a:cubicBezTo>
                  <a:pt x="1401833" y="4012950"/>
                  <a:pt x="1367695" y="3992562"/>
                  <a:pt x="1345991" y="4009056"/>
                </a:cubicBezTo>
                <a:cubicBezTo>
                  <a:pt x="1325185" y="4023259"/>
                  <a:pt x="1324053" y="4057621"/>
                  <a:pt x="1346668" y="4070679"/>
                </a:cubicBezTo>
                <a:cubicBezTo>
                  <a:pt x="1352153" y="4073772"/>
                  <a:pt x="1358341" y="4075075"/>
                  <a:pt x="1364512" y="4074871"/>
                </a:cubicBezTo>
                <a:close/>
                <a:moveTo>
                  <a:pt x="3422803" y="4074978"/>
                </a:moveTo>
                <a:cubicBezTo>
                  <a:pt x="3441853" y="4072739"/>
                  <a:pt x="3459117" y="4054527"/>
                  <a:pt x="3454695" y="4034131"/>
                </a:cubicBezTo>
                <a:cubicBezTo>
                  <a:pt x="3451293" y="4010820"/>
                  <a:pt x="3422718" y="3995737"/>
                  <a:pt x="3402534" y="4008992"/>
                </a:cubicBezTo>
                <a:cubicBezTo>
                  <a:pt x="3379175" y="4021561"/>
                  <a:pt x="3378041" y="4061098"/>
                  <a:pt x="3403895" y="4071382"/>
                </a:cubicBezTo>
                <a:cubicBezTo>
                  <a:pt x="3409905" y="4074695"/>
                  <a:pt x="3416453" y="4075724"/>
                  <a:pt x="3422803" y="4074978"/>
                </a:cubicBezTo>
                <a:close/>
                <a:moveTo>
                  <a:pt x="1158847" y="4075008"/>
                </a:moveTo>
                <a:cubicBezTo>
                  <a:pt x="1174206" y="4074901"/>
                  <a:pt x="1189471" y="4064156"/>
                  <a:pt x="1192036" y="4047997"/>
                </a:cubicBezTo>
                <a:cubicBezTo>
                  <a:pt x="1200245" y="4023701"/>
                  <a:pt x="1174020" y="3995737"/>
                  <a:pt x="1149168" y="4004676"/>
                </a:cubicBezTo>
                <a:cubicBezTo>
                  <a:pt x="1119758" y="4011782"/>
                  <a:pt x="1116111" y="4059229"/>
                  <a:pt x="1143925" y="4071377"/>
                </a:cubicBezTo>
                <a:cubicBezTo>
                  <a:pt x="1148598" y="4073898"/>
                  <a:pt x="1153727" y="4075044"/>
                  <a:pt x="1158847" y="4075008"/>
                </a:cubicBezTo>
                <a:close/>
                <a:moveTo>
                  <a:pt x="3315480" y="4075055"/>
                </a:moveTo>
                <a:cubicBezTo>
                  <a:pt x="3332079" y="4074948"/>
                  <a:pt x="3348679" y="4064129"/>
                  <a:pt x="3351626" y="4047024"/>
                </a:cubicBezTo>
                <a:cubicBezTo>
                  <a:pt x="3357404" y="4024673"/>
                  <a:pt x="3336832" y="4000499"/>
                  <a:pt x="3313255" y="4003692"/>
                </a:cubicBezTo>
                <a:cubicBezTo>
                  <a:pt x="3279507" y="4004604"/>
                  <a:pt x="3273266" y="4056147"/>
                  <a:pt x="3299386" y="4071427"/>
                </a:cubicBezTo>
                <a:cubicBezTo>
                  <a:pt x="3304414" y="4073935"/>
                  <a:pt x="3309947" y="4075090"/>
                  <a:pt x="3315480" y="4075055"/>
                </a:cubicBezTo>
                <a:close/>
                <a:moveTo>
                  <a:pt x="6709828" y="4075060"/>
                </a:moveTo>
                <a:cubicBezTo>
                  <a:pt x="6727199" y="4074234"/>
                  <a:pt x="6743995" y="4060133"/>
                  <a:pt x="6741274" y="4040759"/>
                </a:cubicBezTo>
                <a:cubicBezTo>
                  <a:pt x="6745129" y="4017899"/>
                  <a:pt x="6721090" y="3997325"/>
                  <a:pt x="6699318" y="4004411"/>
                </a:cubicBezTo>
                <a:cubicBezTo>
                  <a:pt x="6670289" y="4010355"/>
                  <a:pt x="6667341" y="4059275"/>
                  <a:pt x="6692968" y="4071163"/>
                </a:cubicBezTo>
                <a:cubicBezTo>
                  <a:pt x="6698184" y="4074134"/>
                  <a:pt x="6704038" y="4075334"/>
                  <a:pt x="6709828" y="4075060"/>
                </a:cubicBezTo>
                <a:close/>
                <a:moveTo>
                  <a:pt x="2189845" y="4075101"/>
                </a:moveTo>
                <a:cubicBezTo>
                  <a:pt x="2207219" y="4073776"/>
                  <a:pt x="2223336" y="4059117"/>
                  <a:pt x="2220266" y="4039971"/>
                </a:cubicBezTo>
                <a:cubicBezTo>
                  <a:pt x="2225731" y="4011708"/>
                  <a:pt x="2187737" y="3992562"/>
                  <a:pt x="2166813" y="4010340"/>
                </a:cubicBezTo>
                <a:cubicBezTo>
                  <a:pt x="2146347" y="4025384"/>
                  <a:pt x="2149301" y="4061169"/>
                  <a:pt x="2172725" y="4071654"/>
                </a:cubicBezTo>
                <a:cubicBezTo>
                  <a:pt x="2178127" y="4074502"/>
                  <a:pt x="2184052" y="4075543"/>
                  <a:pt x="2189845" y="4075101"/>
                </a:cubicBezTo>
                <a:close/>
                <a:moveTo>
                  <a:pt x="1352758" y="4174950"/>
                </a:moveTo>
                <a:cubicBezTo>
                  <a:pt x="1371463" y="4181475"/>
                  <a:pt x="1394556" y="4171125"/>
                  <a:pt x="1399639" y="4151775"/>
                </a:cubicBezTo>
                <a:cubicBezTo>
                  <a:pt x="1408184" y="4125000"/>
                  <a:pt x="1374927" y="4095750"/>
                  <a:pt x="1348832" y="4110600"/>
                </a:cubicBezTo>
                <a:cubicBezTo>
                  <a:pt x="1320880" y="4121625"/>
                  <a:pt x="1324344" y="4166175"/>
                  <a:pt x="1352758" y="4174950"/>
                </a:cubicBezTo>
                <a:close/>
                <a:moveTo>
                  <a:pt x="2920079" y="4175431"/>
                </a:moveTo>
                <a:cubicBezTo>
                  <a:pt x="2929710" y="4171859"/>
                  <a:pt x="2937426" y="4164314"/>
                  <a:pt x="2938912" y="4152882"/>
                </a:cubicBezTo>
                <a:cubicBezTo>
                  <a:pt x="2947829" y="4127732"/>
                  <a:pt x="2923137" y="4098924"/>
                  <a:pt x="2897072" y="4107841"/>
                </a:cubicBezTo>
                <a:cubicBezTo>
                  <a:pt x="2867578" y="4114471"/>
                  <a:pt x="2863691" y="4161113"/>
                  <a:pt x="2889756" y="4174145"/>
                </a:cubicBezTo>
                <a:cubicBezTo>
                  <a:pt x="2898901" y="4178603"/>
                  <a:pt x="2910447" y="4179003"/>
                  <a:pt x="2920079" y="4175431"/>
                </a:cubicBezTo>
                <a:close/>
                <a:moveTo>
                  <a:pt x="2277002" y="4175706"/>
                </a:moveTo>
                <a:cubicBezTo>
                  <a:pt x="2296040" y="4183062"/>
                  <a:pt x="2318022" y="4171798"/>
                  <a:pt x="2322781" y="4151797"/>
                </a:cubicBezTo>
                <a:cubicBezTo>
                  <a:pt x="2330484" y="4126740"/>
                  <a:pt x="2304877" y="4098924"/>
                  <a:pt x="2279724" y="4107659"/>
                </a:cubicBezTo>
                <a:cubicBezTo>
                  <a:pt x="2248189" y="4113636"/>
                  <a:pt x="2247960" y="4166050"/>
                  <a:pt x="2277002" y="4175706"/>
                </a:cubicBezTo>
                <a:close/>
                <a:moveTo>
                  <a:pt x="7026742" y="4176236"/>
                </a:moveTo>
                <a:cubicBezTo>
                  <a:pt x="7035945" y="4173409"/>
                  <a:pt x="7044037" y="4167069"/>
                  <a:pt x="7048253" y="4157701"/>
                </a:cubicBezTo>
                <a:cubicBezTo>
                  <a:pt x="7065804" y="4128685"/>
                  <a:pt x="7024321" y="4090987"/>
                  <a:pt x="6997425" y="4112007"/>
                </a:cubicBezTo>
                <a:cubicBezTo>
                  <a:pt x="6975316" y="4125258"/>
                  <a:pt x="6975772" y="4161357"/>
                  <a:pt x="6998565" y="4173694"/>
                </a:cubicBezTo>
                <a:cubicBezTo>
                  <a:pt x="7007226" y="4178378"/>
                  <a:pt x="7017540" y="4179064"/>
                  <a:pt x="7026742" y="4176236"/>
                </a:cubicBezTo>
                <a:close/>
                <a:moveTo>
                  <a:pt x="3223383" y="4176333"/>
                </a:moveTo>
                <a:cubicBezTo>
                  <a:pt x="3243379" y="4169625"/>
                  <a:pt x="3256623" y="4143432"/>
                  <a:pt x="3244793" y="4123871"/>
                </a:cubicBezTo>
                <a:cubicBezTo>
                  <a:pt x="3233134" y="4098925"/>
                  <a:pt x="3189243" y="4102100"/>
                  <a:pt x="3182842" y="4129314"/>
                </a:cubicBezTo>
                <a:cubicBezTo>
                  <a:pt x="3174841" y="4146777"/>
                  <a:pt x="3184442" y="4168548"/>
                  <a:pt x="3201816" y="4175578"/>
                </a:cubicBezTo>
                <a:cubicBezTo>
                  <a:pt x="3209303" y="4178640"/>
                  <a:pt x="3216718" y="4178569"/>
                  <a:pt x="3223383" y="4176333"/>
                </a:cubicBezTo>
                <a:close/>
                <a:moveTo>
                  <a:pt x="3018929" y="4176688"/>
                </a:moveTo>
                <a:cubicBezTo>
                  <a:pt x="3027327" y="4174481"/>
                  <a:pt x="3034735" y="4169321"/>
                  <a:pt x="3038580" y="4160837"/>
                </a:cubicBezTo>
                <a:cubicBezTo>
                  <a:pt x="3052604" y="4136301"/>
                  <a:pt x="3029532" y="4098925"/>
                  <a:pt x="3001031" y="4107409"/>
                </a:cubicBezTo>
                <a:cubicBezTo>
                  <a:pt x="2969589" y="4111766"/>
                  <a:pt x="2965291" y="4162672"/>
                  <a:pt x="2993340" y="4174825"/>
                </a:cubicBezTo>
                <a:cubicBezTo>
                  <a:pt x="3001144" y="4178150"/>
                  <a:pt x="3010531" y="4178895"/>
                  <a:pt x="3018929" y="4176688"/>
                </a:cubicBezTo>
                <a:close/>
                <a:moveTo>
                  <a:pt x="3524170" y="4176896"/>
                </a:moveTo>
                <a:cubicBezTo>
                  <a:pt x="3541046" y="4176033"/>
                  <a:pt x="3557250" y="4162477"/>
                  <a:pt x="3558103" y="4145132"/>
                </a:cubicBezTo>
                <a:cubicBezTo>
                  <a:pt x="3560604" y="4116840"/>
                  <a:pt x="3521260" y="4094162"/>
                  <a:pt x="3499655" y="4115717"/>
                </a:cubicBezTo>
                <a:cubicBezTo>
                  <a:pt x="3479641" y="4130537"/>
                  <a:pt x="3485099" y="4163768"/>
                  <a:pt x="3507614" y="4173199"/>
                </a:cubicBezTo>
                <a:cubicBezTo>
                  <a:pt x="3512845" y="4176061"/>
                  <a:pt x="3518545" y="4177184"/>
                  <a:pt x="3524170" y="4176896"/>
                </a:cubicBezTo>
                <a:close/>
                <a:moveTo>
                  <a:pt x="1779428" y="4176964"/>
                </a:moveTo>
                <a:cubicBezTo>
                  <a:pt x="1796224" y="4175124"/>
                  <a:pt x="1811273" y="4162309"/>
                  <a:pt x="1810411" y="4144038"/>
                </a:cubicBezTo>
                <a:cubicBezTo>
                  <a:pt x="1814549" y="4120353"/>
                  <a:pt x="1787412" y="4098924"/>
                  <a:pt x="1765102" y="4108623"/>
                </a:cubicBezTo>
                <a:cubicBezTo>
                  <a:pt x="1735203" y="4116519"/>
                  <a:pt x="1733596" y="4165016"/>
                  <a:pt x="1762572" y="4174942"/>
                </a:cubicBezTo>
                <a:cubicBezTo>
                  <a:pt x="1768033" y="4176971"/>
                  <a:pt x="1773828" y="4177578"/>
                  <a:pt x="1779428" y="4176964"/>
                </a:cubicBezTo>
                <a:close/>
                <a:moveTo>
                  <a:pt x="2086667" y="4176967"/>
                </a:moveTo>
                <a:cubicBezTo>
                  <a:pt x="2103629" y="4175888"/>
                  <a:pt x="2120149" y="4162083"/>
                  <a:pt x="2119982" y="4144303"/>
                </a:cubicBezTo>
                <a:cubicBezTo>
                  <a:pt x="2124116" y="4116721"/>
                  <a:pt x="2088719" y="4095750"/>
                  <a:pt x="2065936" y="4111022"/>
                </a:cubicBezTo>
                <a:cubicBezTo>
                  <a:pt x="2041569" y="4124244"/>
                  <a:pt x="2044330" y="4163451"/>
                  <a:pt x="2070088" y="4173480"/>
                </a:cubicBezTo>
                <a:cubicBezTo>
                  <a:pt x="2075271" y="4176273"/>
                  <a:pt x="2080995" y="4177327"/>
                  <a:pt x="2086667" y="4176967"/>
                </a:cubicBezTo>
                <a:close/>
                <a:moveTo>
                  <a:pt x="2194030" y="4176998"/>
                </a:moveTo>
                <a:cubicBezTo>
                  <a:pt x="2213503" y="4172113"/>
                  <a:pt x="2227729" y="4148974"/>
                  <a:pt x="2219452" y="4128406"/>
                </a:cubicBezTo>
                <a:cubicBezTo>
                  <a:pt x="2211403" y="4098925"/>
                  <a:pt x="2161499" y="4099153"/>
                  <a:pt x="2154602" y="4129091"/>
                </a:cubicBezTo>
                <a:cubicBezTo>
                  <a:pt x="2147935" y="4146460"/>
                  <a:pt x="2156440" y="4167028"/>
                  <a:pt x="2173457" y="4175027"/>
                </a:cubicBezTo>
                <a:cubicBezTo>
                  <a:pt x="2180468" y="4178226"/>
                  <a:pt x="2187538" y="4178626"/>
                  <a:pt x="2194030" y="4176998"/>
                </a:cubicBezTo>
                <a:close/>
                <a:moveTo>
                  <a:pt x="8148384" y="4177135"/>
                </a:moveTo>
                <a:cubicBezTo>
                  <a:pt x="8164920" y="4175951"/>
                  <a:pt x="8179760" y="4162203"/>
                  <a:pt x="8179760" y="4144269"/>
                </a:cubicBezTo>
                <a:cubicBezTo>
                  <a:pt x="8184991" y="4119003"/>
                  <a:pt x="8156107" y="4098925"/>
                  <a:pt x="8133591" y="4109076"/>
                </a:cubicBezTo>
                <a:cubicBezTo>
                  <a:pt x="8106071" y="4118325"/>
                  <a:pt x="8105616" y="4162767"/>
                  <a:pt x="8131771" y="4173822"/>
                </a:cubicBezTo>
                <a:cubicBezTo>
                  <a:pt x="8137173" y="4176528"/>
                  <a:pt x="8142873" y="4177529"/>
                  <a:pt x="8148384" y="4177135"/>
                </a:cubicBezTo>
                <a:close/>
                <a:moveTo>
                  <a:pt x="3105709" y="4177306"/>
                </a:moveTo>
                <a:cubicBezTo>
                  <a:pt x="3112417" y="4177994"/>
                  <a:pt x="3119576" y="4177019"/>
                  <a:pt x="3126002" y="4175986"/>
                </a:cubicBezTo>
                <a:cubicBezTo>
                  <a:pt x="3149225" y="4163824"/>
                  <a:pt x="3151029" y="4125045"/>
                  <a:pt x="3129158" y="4111048"/>
                </a:cubicBezTo>
                <a:cubicBezTo>
                  <a:pt x="3116081" y="4102099"/>
                  <a:pt x="3100749" y="4109212"/>
                  <a:pt x="3086995" y="4111507"/>
                </a:cubicBezTo>
                <a:cubicBezTo>
                  <a:pt x="3081133" y="4129405"/>
                  <a:pt x="3073241" y="4152810"/>
                  <a:pt x="3088122" y="4168643"/>
                </a:cubicBezTo>
                <a:cubicBezTo>
                  <a:pt x="3092745" y="4174265"/>
                  <a:pt x="3099001" y="4176617"/>
                  <a:pt x="3105709" y="4177306"/>
                </a:cubicBezTo>
                <a:close/>
                <a:moveTo>
                  <a:pt x="1571652" y="4177477"/>
                </a:moveTo>
                <a:cubicBezTo>
                  <a:pt x="1588601" y="4176524"/>
                  <a:pt x="1604719" y="4163456"/>
                  <a:pt x="1605232" y="4145118"/>
                </a:cubicBezTo>
                <a:cubicBezTo>
                  <a:pt x="1609780" y="4117698"/>
                  <a:pt x="1574303" y="4094162"/>
                  <a:pt x="1552015" y="4111757"/>
                </a:cubicBezTo>
                <a:cubicBezTo>
                  <a:pt x="1530411" y="4126381"/>
                  <a:pt x="1532913" y="4161114"/>
                  <a:pt x="1554974" y="4174139"/>
                </a:cubicBezTo>
                <a:cubicBezTo>
                  <a:pt x="1560261" y="4176767"/>
                  <a:pt x="1566003" y="4177795"/>
                  <a:pt x="1571652" y="4177477"/>
                </a:cubicBezTo>
                <a:close/>
                <a:moveTo>
                  <a:pt x="3832911" y="4177556"/>
                </a:moveTo>
                <a:cubicBezTo>
                  <a:pt x="3851787" y="4175859"/>
                  <a:pt x="3868512" y="4157482"/>
                  <a:pt x="3863550" y="4136528"/>
                </a:cubicBezTo>
                <a:cubicBezTo>
                  <a:pt x="3864463" y="4105154"/>
                  <a:pt x="3816096" y="4094162"/>
                  <a:pt x="3802179" y="4120956"/>
                </a:cubicBezTo>
                <a:cubicBezTo>
                  <a:pt x="3793966" y="4137902"/>
                  <a:pt x="3796476" y="4163322"/>
                  <a:pt x="3814043" y="4173169"/>
                </a:cubicBezTo>
                <a:cubicBezTo>
                  <a:pt x="3820089" y="4176833"/>
                  <a:pt x="3826619" y="4178121"/>
                  <a:pt x="3832911" y="4177556"/>
                </a:cubicBezTo>
                <a:close/>
                <a:moveTo>
                  <a:pt x="3939056" y="4177782"/>
                </a:moveTo>
                <a:cubicBezTo>
                  <a:pt x="3959226" y="4173691"/>
                  <a:pt x="3975088" y="4150475"/>
                  <a:pt x="3966000" y="4129456"/>
                </a:cubicBezTo>
                <a:cubicBezTo>
                  <a:pt x="3960741" y="4104877"/>
                  <a:pt x="3927131" y="4100512"/>
                  <a:pt x="3909984" y="4114754"/>
                </a:cubicBezTo>
                <a:cubicBezTo>
                  <a:pt x="3893979" y="4131753"/>
                  <a:pt x="3896494" y="4163684"/>
                  <a:pt x="3918215" y="4174710"/>
                </a:cubicBezTo>
                <a:cubicBezTo>
                  <a:pt x="3925131" y="4178386"/>
                  <a:pt x="3932333" y="4179146"/>
                  <a:pt x="3939056" y="4177782"/>
                </a:cubicBezTo>
                <a:close/>
                <a:moveTo>
                  <a:pt x="1672677" y="4177811"/>
                </a:moveTo>
                <a:cubicBezTo>
                  <a:pt x="1700585" y="4179887"/>
                  <a:pt x="1708196" y="4149670"/>
                  <a:pt x="1707042" y="4127526"/>
                </a:cubicBezTo>
                <a:cubicBezTo>
                  <a:pt x="1695281" y="4114840"/>
                  <a:pt x="1678905" y="4098924"/>
                  <a:pt x="1659993" y="4108842"/>
                </a:cubicBezTo>
                <a:cubicBezTo>
                  <a:pt x="1627242" y="4120837"/>
                  <a:pt x="1636006" y="4179426"/>
                  <a:pt x="1672677" y="4177811"/>
                </a:cubicBezTo>
                <a:close/>
                <a:moveTo>
                  <a:pt x="7322506" y="4177918"/>
                </a:moveTo>
                <a:cubicBezTo>
                  <a:pt x="7340919" y="4178166"/>
                  <a:pt x="7359140" y="4164811"/>
                  <a:pt x="7358113" y="4143959"/>
                </a:cubicBezTo>
                <a:cubicBezTo>
                  <a:pt x="7361079" y="4119374"/>
                  <a:pt x="7335530" y="4098924"/>
                  <a:pt x="7312718" y="4107885"/>
                </a:cubicBezTo>
                <a:cubicBezTo>
                  <a:pt x="7286713" y="4116616"/>
                  <a:pt x="7283291" y="4157516"/>
                  <a:pt x="7304734" y="4172910"/>
                </a:cubicBezTo>
                <a:cubicBezTo>
                  <a:pt x="7310209" y="4176242"/>
                  <a:pt x="7316368" y="4177836"/>
                  <a:pt x="7322506" y="4177918"/>
                </a:cubicBezTo>
                <a:close/>
                <a:moveTo>
                  <a:pt x="1879956" y="4177959"/>
                </a:moveTo>
                <a:cubicBezTo>
                  <a:pt x="1899340" y="4176425"/>
                  <a:pt x="1917599" y="4156731"/>
                  <a:pt x="1912379" y="4135758"/>
                </a:cubicBezTo>
                <a:cubicBezTo>
                  <a:pt x="1910134" y="4110750"/>
                  <a:pt x="1877396" y="4097337"/>
                  <a:pt x="1858337" y="4113251"/>
                </a:cubicBezTo>
                <a:cubicBezTo>
                  <a:pt x="1839956" y="4127801"/>
                  <a:pt x="1842420" y="4159402"/>
                  <a:pt x="1861027" y="4172816"/>
                </a:cubicBezTo>
                <a:cubicBezTo>
                  <a:pt x="1866918" y="4176965"/>
                  <a:pt x="1873500" y="4178471"/>
                  <a:pt x="1879956" y="4177959"/>
                </a:cubicBezTo>
                <a:close/>
                <a:moveTo>
                  <a:pt x="7118356" y="4178160"/>
                </a:moveTo>
                <a:cubicBezTo>
                  <a:pt x="7134344" y="4178548"/>
                  <a:pt x="7150978" y="4168340"/>
                  <a:pt x="7153908" y="4151801"/>
                </a:cubicBezTo>
                <a:cubicBezTo>
                  <a:pt x="7162641" y="4125383"/>
                  <a:pt x="7129316" y="4095750"/>
                  <a:pt x="7104265" y="4110222"/>
                </a:cubicBezTo>
                <a:cubicBezTo>
                  <a:pt x="7076916" y="4120789"/>
                  <a:pt x="7078065" y="4161449"/>
                  <a:pt x="7103116" y="4174083"/>
                </a:cubicBezTo>
                <a:cubicBezTo>
                  <a:pt x="7107770" y="4176724"/>
                  <a:pt x="7113027" y="4178031"/>
                  <a:pt x="7118356" y="4178160"/>
                </a:cubicBezTo>
                <a:close/>
                <a:moveTo>
                  <a:pt x="3624233" y="4178195"/>
                </a:moveTo>
                <a:cubicBezTo>
                  <a:pt x="3642306" y="4178173"/>
                  <a:pt x="3660062" y="4164869"/>
                  <a:pt x="3659048" y="4144308"/>
                </a:cubicBezTo>
                <a:cubicBezTo>
                  <a:pt x="3662204" y="4120118"/>
                  <a:pt x="3637402" y="4098924"/>
                  <a:pt x="3615081" y="4107908"/>
                </a:cubicBezTo>
                <a:cubicBezTo>
                  <a:pt x="3587122" y="4115281"/>
                  <a:pt x="3584416" y="4158131"/>
                  <a:pt x="3606738" y="4173566"/>
                </a:cubicBezTo>
                <a:cubicBezTo>
                  <a:pt x="3612150" y="4176734"/>
                  <a:pt x="3618209" y="4178203"/>
                  <a:pt x="3624233" y="4178195"/>
                </a:cubicBezTo>
                <a:close/>
                <a:moveTo>
                  <a:pt x="8364152" y="4178300"/>
                </a:moveTo>
                <a:cubicBezTo>
                  <a:pt x="8375265" y="4167404"/>
                  <a:pt x="8389779" y="4155117"/>
                  <a:pt x="8387058" y="4137267"/>
                </a:cubicBezTo>
                <a:cubicBezTo>
                  <a:pt x="8386150" y="4117562"/>
                  <a:pt x="8365966" y="4106202"/>
                  <a:pt x="8348731" y="4105275"/>
                </a:cubicBezTo>
                <a:cubicBezTo>
                  <a:pt x="8329227" y="4110143"/>
                  <a:pt x="8311991" y="4130312"/>
                  <a:pt x="8316754" y="4151640"/>
                </a:cubicBezTo>
                <a:cubicBezTo>
                  <a:pt x="8321970" y="4162072"/>
                  <a:pt x="8330588" y="4169722"/>
                  <a:pt x="8338525" y="4177836"/>
                </a:cubicBezTo>
                <a:cubicBezTo>
                  <a:pt x="8344875" y="4178068"/>
                  <a:pt x="8357802" y="4178300"/>
                  <a:pt x="8364152" y="4178300"/>
                </a:cubicBezTo>
                <a:close/>
                <a:moveTo>
                  <a:pt x="6824716" y="4178300"/>
                </a:moveTo>
                <a:cubicBezTo>
                  <a:pt x="6839349" y="4162340"/>
                  <a:pt x="6854667" y="4136806"/>
                  <a:pt x="6837748" y="4116970"/>
                </a:cubicBezTo>
                <a:cubicBezTo>
                  <a:pt x="6816714" y="4092575"/>
                  <a:pt x="6770529" y="4110814"/>
                  <a:pt x="6776474" y="4144101"/>
                </a:cubicBezTo>
                <a:cubicBezTo>
                  <a:pt x="6776702" y="4169180"/>
                  <a:pt x="6803681" y="4178300"/>
                  <a:pt x="6824716" y="4178300"/>
                </a:cubicBezTo>
                <a:close/>
                <a:moveTo>
                  <a:pt x="5975560" y="4178300"/>
                </a:moveTo>
                <a:cubicBezTo>
                  <a:pt x="5993958" y="4177400"/>
                  <a:pt x="6018863" y="4174251"/>
                  <a:pt x="6021331" y="4151083"/>
                </a:cubicBezTo>
                <a:cubicBezTo>
                  <a:pt x="6030754" y="4122966"/>
                  <a:pt x="5998894" y="4095750"/>
                  <a:pt x="5973092" y="4110820"/>
                </a:cubicBezTo>
                <a:cubicBezTo>
                  <a:pt x="5946616" y="4125441"/>
                  <a:pt x="5956264" y="4161880"/>
                  <a:pt x="5975560" y="4178300"/>
                </a:cubicBezTo>
                <a:close/>
                <a:moveTo>
                  <a:pt x="3740729" y="4178300"/>
                </a:moveTo>
                <a:cubicBezTo>
                  <a:pt x="3773329" y="4161899"/>
                  <a:pt x="3766718" y="4103687"/>
                  <a:pt x="3726823" y="4106228"/>
                </a:cubicBezTo>
                <a:cubicBezTo>
                  <a:pt x="3688524" y="4107845"/>
                  <a:pt x="3686016" y="4160282"/>
                  <a:pt x="3714513" y="4178069"/>
                </a:cubicBezTo>
                <a:cubicBezTo>
                  <a:pt x="3721124" y="4178069"/>
                  <a:pt x="3734118" y="4178300"/>
                  <a:pt x="3740729" y="4178300"/>
                </a:cubicBezTo>
                <a:close/>
                <a:moveTo>
                  <a:pt x="3316969" y="4178383"/>
                </a:moveTo>
                <a:cubicBezTo>
                  <a:pt x="3334542" y="4178007"/>
                  <a:pt x="3352018" y="4162677"/>
                  <a:pt x="3351508" y="4143729"/>
                </a:cubicBezTo>
                <a:cubicBezTo>
                  <a:pt x="3354229" y="4118925"/>
                  <a:pt x="3325201" y="4097337"/>
                  <a:pt x="3302749" y="4108590"/>
                </a:cubicBezTo>
                <a:cubicBezTo>
                  <a:pt x="3278710" y="4120074"/>
                  <a:pt x="3278029" y="4159347"/>
                  <a:pt x="3300027" y="4173356"/>
                </a:cubicBezTo>
                <a:cubicBezTo>
                  <a:pt x="3305243" y="4176973"/>
                  <a:pt x="3311112" y="4178509"/>
                  <a:pt x="3316969" y="4178383"/>
                </a:cubicBezTo>
                <a:close/>
                <a:moveTo>
                  <a:pt x="7221638" y="4178591"/>
                </a:moveTo>
                <a:cubicBezTo>
                  <a:pt x="7241415" y="4178645"/>
                  <a:pt x="7260907" y="4159576"/>
                  <a:pt x="7255664" y="4137294"/>
                </a:cubicBezTo>
                <a:cubicBezTo>
                  <a:pt x="7254311" y="4107127"/>
                  <a:pt x="7219133" y="4102100"/>
                  <a:pt x="7197034" y="4111698"/>
                </a:cubicBezTo>
                <a:cubicBezTo>
                  <a:pt x="7189142" y="4130895"/>
                  <a:pt x="7183279" y="4157405"/>
                  <a:pt x="7202672" y="4171574"/>
                </a:cubicBezTo>
                <a:cubicBezTo>
                  <a:pt x="7208422" y="4176431"/>
                  <a:pt x="7215046" y="4178573"/>
                  <a:pt x="7221638" y="4178591"/>
                </a:cubicBezTo>
                <a:close/>
                <a:moveTo>
                  <a:pt x="3432552" y="4178977"/>
                </a:moveTo>
                <a:cubicBezTo>
                  <a:pt x="3444765" y="4165788"/>
                  <a:pt x="3462179" y="4148960"/>
                  <a:pt x="3452002" y="4129404"/>
                </a:cubicBezTo>
                <a:cubicBezTo>
                  <a:pt x="3442277" y="4095749"/>
                  <a:pt x="3386188" y="4101206"/>
                  <a:pt x="3385057" y="4137136"/>
                </a:cubicBezTo>
                <a:cubicBezTo>
                  <a:pt x="3379629" y="4165333"/>
                  <a:pt x="3409031" y="4179887"/>
                  <a:pt x="3432552" y="4178977"/>
                </a:cubicBezTo>
                <a:close/>
                <a:moveTo>
                  <a:pt x="6898918" y="4179202"/>
                </a:moveTo>
                <a:cubicBezTo>
                  <a:pt x="6921144" y="4179887"/>
                  <a:pt x="6948925" y="4170761"/>
                  <a:pt x="6948694" y="4144525"/>
                </a:cubicBezTo>
                <a:cubicBezTo>
                  <a:pt x="6953092" y="4120341"/>
                  <a:pt x="6929247" y="4109162"/>
                  <a:pt x="6910031" y="4103687"/>
                </a:cubicBezTo>
                <a:cubicBezTo>
                  <a:pt x="6897066" y="4112812"/>
                  <a:pt x="6879471" y="4120569"/>
                  <a:pt x="6877619" y="4138137"/>
                </a:cubicBezTo>
                <a:cubicBezTo>
                  <a:pt x="6875304" y="4154791"/>
                  <a:pt x="6889889" y="4166883"/>
                  <a:pt x="6898918" y="4179202"/>
                </a:cubicBezTo>
                <a:close/>
                <a:moveTo>
                  <a:pt x="7208967" y="4270148"/>
                </a:moveTo>
                <a:cubicBezTo>
                  <a:pt x="7224898" y="4276725"/>
                  <a:pt x="7249477" y="4270375"/>
                  <a:pt x="7249021" y="4249738"/>
                </a:cubicBezTo>
                <a:cubicBezTo>
                  <a:pt x="7256304" y="4222977"/>
                  <a:pt x="7216250" y="4210050"/>
                  <a:pt x="7200774" y="4228646"/>
                </a:cubicBezTo>
                <a:cubicBezTo>
                  <a:pt x="7191216" y="4240893"/>
                  <a:pt x="7194402" y="4264025"/>
                  <a:pt x="7208967" y="4270148"/>
                </a:cubicBezTo>
                <a:close/>
                <a:moveTo>
                  <a:pt x="3739680" y="4276910"/>
                </a:moveTo>
                <a:cubicBezTo>
                  <a:pt x="3749971" y="4274164"/>
                  <a:pt x="3758475" y="4267271"/>
                  <a:pt x="3760403" y="4255502"/>
                </a:cubicBezTo>
                <a:cubicBezTo>
                  <a:pt x="3768567" y="4231963"/>
                  <a:pt x="3747703" y="4205287"/>
                  <a:pt x="3722076" y="4211339"/>
                </a:cubicBezTo>
                <a:cubicBezTo>
                  <a:pt x="3691913" y="4213133"/>
                  <a:pt x="3684429" y="4258416"/>
                  <a:pt x="3708242" y="4273436"/>
                </a:cubicBezTo>
                <a:cubicBezTo>
                  <a:pt x="3717313" y="4278255"/>
                  <a:pt x="3729390" y="4279656"/>
                  <a:pt x="3739680" y="4276910"/>
                </a:cubicBezTo>
                <a:close/>
                <a:moveTo>
                  <a:pt x="2300527" y="4277247"/>
                </a:moveTo>
                <a:cubicBezTo>
                  <a:pt x="2310837" y="4274602"/>
                  <a:pt x="2319436" y="4267836"/>
                  <a:pt x="2321599" y="4256008"/>
                </a:cubicBezTo>
                <a:cubicBezTo>
                  <a:pt x="2330484" y="4232581"/>
                  <a:pt x="2308615" y="4205287"/>
                  <a:pt x="2283324" y="4210973"/>
                </a:cubicBezTo>
                <a:cubicBezTo>
                  <a:pt x="2252769" y="4212110"/>
                  <a:pt x="2244784" y="4258510"/>
                  <a:pt x="2269185" y="4273750"/>
                </a:cubicBezTo>
                <a:cubicBezTo>
                  <a:pt x="2278198" y="4278412"/>
                  <a:pt x="2290218" y="4279891"/>
                  <a:pt x="2300527" y="4277247"/>
                </a:cubicBezTo>
                <a:close/>
                <a:moveTo>
                  <a:pt x="3224826" y="4277349"/>
                </a:moveTo>
                <a:cubicBezTo>
                  <a:pt x="3235285" y="4274684"/>
                  <a:pt x="3244063" y="4267994"/>
                  <a:pt x="3246229" y="4256314"/>
                </a:cubicBezTo>
                <a:cubicBezTo>
                  <a:pt x="3255804" y="4232275"/>
                  <a:pt x="3232321" y="4206875"/>
                  <a:pt x="3207470" y="4210957"/>
                </a:cubicBezTo>
                <a:cubicBezTo>
                  <a:pt x="3176919" y="4212544"/>
                  <a:pt x="3170079" y="4258809"/>
                  <a:pt x="3193334" y="4274230"/>
                </a:cubicBezTo>
                <a:cubicBezTo>
                  <a:pt x="3202226" y="4278653"/>
                  <a:pt x="3214367" y="4280013"/>
                  <a:pt x="3224826" y="4277349"/>
                </a:cubicBezTo>
                <a:close/>
                <a:moveTo>
                  <a:pt x="2697312" y="4277786"/>
                </a:moveTo>
                <a:cubicBezTo>
                  <a:pt x="2715222" y="4278919"/>
                  <a:pt x="2733681" y="4268701"/>
                  <a:pt x="2735551" y="4248863"/>
                </a:cubicBezTo>
                <a:cubicBezTo>
                  <a:pt x="2741672" y="4220361"/>
                  <a:pt x="2707427" y="4200524"/>
                  <a:pt x="2684071" y="4213749"/>
                </a:cubicBezTo>
                <a:cubicBezTo>
                  <a:pt x="2660936" y="4223554"/>
                  <a:pt x="2659122" y="4260036"/>
                  <a:pt x="2680209" y="4272805"/>
                </a:cubicBezTo>
                <a:cubicBezTo>
                  <a:pt x="2685433" y="4275769"/>
                  <a:pt x="2691339" y="4277408"/>
                  <a:pt x="2697312" y="4277786"/>
                </a:cubicBezTo>
                <a:close/>
                <a:moveTo>
                  <a:pt x="2899395" y="4277830"/>
                </a:moveTo>
                <a:cubicBezTo>
                  <a:pt x="2918118" y="4280892"/>
                  <a:pt x="2939750" y="4270942"/>
                  <a:pt x="2939244" y="4249511"/>
                </a:cubicBezTo>
                <a:cubicBezTo>
                  <a:pt x="2943067" y="4228193"/>
                  <a:pt x="2924851" y="4206875"/>
                  <a:pt x="2903036" y="4210730"/>
                </a:cubicBezTo>
                <a:cubicBezTo>
                  <a:pt x="2872899" y="4209596"/>
                  <a:pt x="2862104" y="4252232"/>
                  <a:pt x="2882570" y="4270375"/>
                </a:cubicBezTo>
                <a:cubicBezTo>
                  <a:pt x="2887236" y="4274343"/>
                  <a:pt x="2893154" y="4276810"/>
                  <a:pt x="2899395" y="4277830"/>
                </a:cubicBezTo>
                <a:close/>
                <a:moveTo>
                  <a:pt x="3417048" y="4277876"/>
                </a:moveTo>
                <a:cubicBezTo>
                  <a:pt x="3448534" y="4284662"/>
                  <a:pt x="3468529" y="4242141"/>
                  <a:pt x="3445777" y="4221332"/>
                </a:cubicBezTo>
                <a:cubicBezTo>
                  <a:pt x="3426931" y="4200524"/>
                  <a:pt x="3396824" y="4213868"/>
                  <a:pt x="3382804" y="4232641"/>
                </a:cubicBezTo>
                <a:cubicBezTo>
                  <a:pt x="3383724" y="4252771"/>
                  <a:pt x="3390618" y="4280591"/>
                  <a:pt x="3417048" y="4277876"/>
                </a:cubicBezTo>
                <a:close/>
                <a:moveTo>
                  <a:pt x="3632631" y="4277940"/>
                </a:moveTo>
                <a:cubicBezTo>
                  <a:pt x="3642273" y="4276191"/>
                  <a:pt x="3651080" y="4270913"/>
                  <a:pt x="3655685" y="4261964"/>
                </a:cubicBezTo>
                <a:cubicBezTo>
                  <a:pt x="3666967" y="4240624"/>
                  <a:pt x="3653152" y="4206664"/>
                  <a:pt x="3625753" y="4209876"/>
                </a:cubicBezTo>
                <a:cubicBezTo>
                  <a:pt x="3592136" y="4205287"/>
                  <a:pt x="3576479" y="4255769"/>
                  <a:pt x="3604570" y="4272749"/>
                </a:cubicBezTo>
                <a:cubicBezTo>
                  <a:pt x="3612513" y="4277912"/>
                  <a:pt x="3622990" y="4279690"/>
                  <a:pt x="3632631" y="4277940"/>
                </a:cubicBezTo>
                <a:close/>
                <a:moveTo>
                  <a:pt x="3823476" y="4278103"/>
                </a:moveTo>
                <a:cubicBezTo>
                  <a:pt x="3842558" y="4280906"/>
                  <a:pt x="3864336" y="4271014"/>
                  <a:pt x="3864163" y="4249866"/>
                </a:cubicBezTo>
                <a:cubicBezTo>
                  <a:pt x="3870166" y="4223487"/>
                  <a:pt x="3838532" y="4202112"/>
                  <a:pt x="3815210" y="4213709"/>
                </a:cubicBezTo>
                <a:cubicBezTo>
                  <a:pt x="3793966" y="4223942"/>
                  <a:pt x="3793966" y="4254187"/>
                  <a:pt x="3806204" y="4271014"/>
                </a:cubicBezTo>
                <a:cubicBezTo>
                  <a:pt x="3811053" y="4274823"/>
                  <a:pt x="3817115" y="4277168"/>
                  <a:pt x="3823476" y="4278103"/>
                </a:cubicBezTo>
                <a:close/>
                <a:moveTo>
                  <a:pt x="1872449" y="4278188"/>
                </a:moveTo>
                <a:cubicBezTo>
                  <a:pt x="1893451" y="4280665"/>
                  <a:pt x="1916683" y="4265953"/>
                  <a:pt x="1913475" y="4241800"/>
                </a:cubicBezTo>
                <a:cubicBezTo>
                  <a:pt x="1912800" y="4212091"/>
                  <a:pt x="1873018" y="4200525"/>
                  <a:pt x="1853686" y="4220482"/>
                </a:cubicBezTo>
                <a:cubicBezTo>
                  <a:pt x="1843127" y="4234543"/>
                  <a:pt x="1843127" y="4255180"/>
                  <a:pt x="1853235" y="4269694"/>
                </a:cubicBezTo>
                <a:cubicBezTo>
                  <a:pt x="1858687" y="4274627"/>
                  <a:pt x="1865446" y="4277363"/>
                  <a:pt x="1872449" y="4278188"/>
                </a:cubicBezTo>
                <a:close/>
                <a:moveTo>
                  <a:pt x="4853681" y="4278265"/>
                </a:moveTo>
                <a:cubicBezTo>
                  <a:pt x="4872256" y="4280463"/>
                  <a:pt x="4892891" y="4269994"/>
                  <a:pt x="4893229" y="4248797"/>
                </a:cubicBezTo>
                <a:cubicBezTo>
                  <a:pt x="4898867" y="4219386"/>
                  <a:pt x="4862783" y="4198937"/>
                  <a:pt x="4839780" y="4214791"/>
                </a:cubicBezTo>
                <a:cubicBezTo>
                  <a:pt x="4819257" y="4225820"/>
                  <a:pt x="4817904" y="4258218"/>
                  <a:pt x="4836623" y="4271774"/>
                </a:cubicBezTo>
                <a:cubicBezTo>
                  <a:pt x="4841528" y="4275393"/>
                  <a:pt x="4847490" y="4277533"/>
                  <a:pt x="4853681" y="4278265"/>
                </a:cubicBezTo>
                <a:close/>
                <a:moveTo>
                  <a:pt x="3004886" y="4278291"/>
                </a:moveTo>
                <a:cubicBezTo>
                  <a:pt x="3024887" y="4279694"/>
                  <a:pt x="3045237" y="4265894"/>
                  <a:pt x="3042184" y="4242580"/>
                </a:cubicBezTo>
                <a:cubicBezTo>
                  <a:pt x="3043541" y="4212410"/>
                  <a:pt x="3004876" y="4200524"/>
                  <a:pt x="2984525" y="4217667"/>
                </a:cubicBezTo>
                <a:cubicBezTo>
                  <a:pt x="2971637" y="4232295"/>
                  <a:pt x="2970054" y="4258580"/>
                  <a:pt x="2985882" y="4271608"/>
                </a:cubicBezTo>
                <a:cubicBezTo>
                  <a:pt x="2991592" y="4275666"/>
                  <a:pt x="2998220" y="4277823"/>
                  <a:pt x="3004886" y="4278291"/>
                </a:cubicBezTo>
                <a:close/>
                <a:moveTo>
                  <a:pt x="2078327" y="4278348"/>
                </a:moveTo>
                <a:cubicBezTo>
                  <a:pt x="2096898" y="4280228"/>
                  <a:pt x="2117292" y="4269595"/>
                  <a:pt x="2118839" y="4249367"/>
                </a:cubicBezTo>
                <a:cubicBezTo>
                  <a:pt x="2124116" y="4222858"/>
                  <a:pt x="2093156" y="4202112"/>
                  <a:pt x="2070010" y="4212946"/>
                </a:cubicBezTo>
                <a:cubicBezTo>
                  <a:pt x="2045929" y="4220092"/>
                  <a:pt x="2041569" y="4257666"/>
                  <a:pt x="2061074" y="4272188"/>
                </a:cubicBezTo>
                <a:cubicBezTo>
                  <a:pt x="2066105" y="4275704"/>
                  <a:pt x="2072116" y="4277721"/>
                  <a:pt x="2078327" y="4278348"/>
                </a:cubicBezTo>
                <a:close/>
                <a:moveTo>
                  <a:pt x="2184192" y="4278576"/>
                </a:moveTo>
                <a:cubicBezTo>
                  <a:pt x="2204551" y="4279223"/>
                  <a:pt x="2225329" y="4264750"/>
                  <a:pt x="2219354" y="4240975"/>
                </a:cubicBezTo>
                <a:cubicBezTo>
                  <a:pt x="2221175" y="4206977"/>
                  <a:pt x="2169774" y="4198937"/>
                  <a:pt x="2155661" y="4226503"/>
                </a:cubicBezTo>
                <a:cubicBezTo>
                  <a:pt x="2149522" y="4241894"/>
                  <a:pt x="2150200" y="4262568"/>
                  <a:pt x="2164982" y="4272676"/>
                </a:cubicBezTo>
                <a:cubicBezTo>
                  <a:pt x="2170679" y="4276466"/>
                  <a:pt x="2177410" y="4278361"/>
                  <a:pt x="2184192" y="4278576"/>
                </a:cubicBezTo>
                <a:close/>
                <a:moveTo>
                  <a:pt x="2594153" y="4278577"/>
                </a:moveTo>
                <a:cubicBezTo>
                  <a:pt x="2614683" y="4279458"/>
                  <a:pt x="2635819" y="4265321"/>
                  <a:pt x="2632581" y="4241774"/>
                </a:cubicBezTo>
                <a:cubicBezTo>
                  <a:pt x="2632359" y="4212899"/>
                  <a:pt x="2594937" y="4200524"/>
                  <a:pt x="2574982" y="4217711"/>
                </a:cubicBezTo>
                <a:cubicBezTo>
                  <a:pt x="2560699" y="4232149"/>
                  <a:pt x="2560921" y="4258045"/>
                  <a:pt x="2574754" y="4272483"/>
                </a:cubicBezTo>
                <a:cubicBezTo>
                  <a:pt x="2580542" y="4276321"/>
                  <a:pt x="2587314" y="4278284"/>
                  <a:pt x="2594153" y="4278577"/>
                </a:cubicBezTo>
                <a:close/>
                <a:moveTo>
                  <a:pt x="3518090" y="4278677"/>
                </a:moveTo>
                <a:cubicBezTo>
                  <a:pt x="3536605" y="4280860"/>
                  <a:pt x="3557071" y="4270916"/>
                  <a:pt x="3558094" y="4249817"/>
                </a:cubicBezTo>
                <a:cubicBezTo>
                  <a:pt x="3563779" y="4222608"/>
                  <a:pt x="3532171" y="4203700"/>
                  <a:pt x="3508976" y="4212001"/>
                </a:cubicBezTo>
                <a:cubicBezTo>
                  <a:pt x="3483734" y="4218919"/>
                  <a:pt x="3479641" y="4258349"/>
                  <a:pt x="3501017" y="4272415"/>
                </a:cubicBezTo>
                <a:cubicBezTo>
                  <a:pt x="3505963" y="4275873"/>
                  <a:pt x="3511918" y="4277948"/>
                  <a:pt x="3518090" y="4278677"/>
                </a:cubicBezTo>
                <a:close/>
                <a:moveTo>
                  <a:pt x="2799102" y="4278694"/>
                </a:moveTo>
                <a:cubicBezTo>
                  <a:pt x="2814419" y="4279928"/>
                  <a:pt x="2829891" y="4268277"/>
                  <a:pt x="2841237" y="4257901"/>
                </a:cubicBezTo>
                <a:cubicBezTo>
                  <a:pt x="2841466" y="4234315"/>
                  <a:pt x="2827255" y="4205287"/>
                  <a:pt x="2799049" y="4210957"/>
                </a:cubicBezTo>
                <a:cubicBezTo>
                  <a:pt x="2767880" y="4211410"/>
                  <a:pt x="2755959" y="4257901"/>
                  <a:pt x="2783695" y="4272642"/>
                </a:cubicBezTo>
                <a:cubicBezTo>
                  <a:pt x="2788736" y="4276441"/>
                  <a:pt x="2793923" y="4278284"/>
                  <a:pt x="2799102" y="4278694"/>
                </a:cubicBezTo>
                <a:close/>
                <a:moveTo>
                  <a:pt x="3108538" y="4278698"/>
                </a:moveTo>
                <a:cubicBezTo>
                  <a:pt x="3128514" y="4279120"/>
                  <a:pt x="3148141" y="4264573"/>
                  <a:pt x="3144241" y="4241193"/>
                </a:cubicBezTo>
                <a:cubicBezTo>
                  <a:pt x="3146276" y="4210021"/>
                  <a:pt x="3101964" y="4198937"/>
                  <a:pt x="3085460" y="4221797"/>
                </a:cubicBezTo>
                <a:cubicBezTo>
                  <a:pt x="3076416" y="4237268"/>
                  <a:pt x="3076416" y="4259897"/>
                  <a:pt x="3089303" y="4273059"/>
                </a:cubicBezTo>
                <a:cubicBezTo>
                  <a:pt x="3095181" y="4276753"/>
                  <a:pt x="3101879" y="4278557"/>
                  <a:pt x="3108538" y="4278698"/>
                </a:cubicBezTo>
                <a:close/>
                <a:moveTo>
                  <a:pt x="7113505" y="4278752"/>
                </a:moveTo>
                <a:cubicBezTo>
                  <a:pt x="7132131" y="4281768"/>
                  <a:pt x="7153395" y="4271067"/>
                  <a:pt x="7155109" y="4250773"/>
                </a:cubicBezTo>
                <a:cubicBezTo>
                  <a:pt x="7161054" y="4223714"/>
                  <a:pt x="7129502" y="4202112"/>
                  <a:pt x="7105495" y="4213936"/>
                </a:cubicBezTo>
                <a:cubicBezTo>
                  <a:pt x="7082632" y="4221667"/>
                  <a:pt x="7076916" y="4256685"/>
                  <a:pt x="7096579" y="4271010"/>
                </a:cubicBezTo>
                <a:cubicBezTo>
                  <a:pt x="7101380" y="4275217"/>
                  <a:pt x="7107296" y="4277747"/>
                  <a:pt x="7113505" y="4278752"/>
                </a:cubicBezTo>
                <a:close/>
                <a:moveTo>
                  <a:pt x="1257877" y="4278798"/>
                </a:moveTo>
                <a:cubicBezTo>
                  <a:pt x="1275952" y="4280424"/>
                  <a:pt x="1295687" y="4270092"/>
                  <a:pt x="1296369" y="4250191"/>
                </a:cubicBezTo>
                <a:cubicBezTo>
                  <a:pt x="1301827" y="4224338"/>
                  <a:pt x="1272953" y="4203700"/>
                  <a:pt x="1249537" y="4213225"/>
                </a:cubicBezTo>
                <a:cubicBezTo>
                  <a:pt x="1223613" y="4219575"/>
                  <a:pt x="1216117" y="4260396"/>
                  <a:pt x="1241126" y="4273096"/>
                </a:cubicBezTo>
                <a:cubicBezTo>
                  <a:pt x="1246014" y="4276385"/>
                  <a:pt x="1251854" y="4278256"/>
                  <a:pt x="1257877" y="4278798"/>
                </a:cubicBezTo>
                <a:close/>
                <a:moveTo>
                  <a:pt x="3928628" y="4278890"/>
                </a:moveTo>
                <a:cubicBezTo>
                  <a:pt x="3947370" y="4280788"/>
                  <a:pt x="3968512" y="4270752"/>
                  <a:pt x="3968512" y="4249651"/>
                </a:cubicBezTo>
                <a:cubicBezTo>
                  <a:pt x="3973354" y="4225403"/>
                  <a:pt x="3948681" y="4206875"/>
                  <a:pt x="3925853" y="4210992"/>
                </a:cubicBezTo>
                <a:cubicBezTo>
                  <a:pt x="3897030" y="4213509"/>
                  <a:pt x="3890804" y="4256742"/>
                  <a:pt x="3911557" y="4272982"/>
                </a:cubicBezTo>
                <a:cubicBezTo>
                  <a:pt x="3916400" y="4276300"/>
                  <a:pt x="3922380" y="4278258"/>
                  <a:pt x="3928628" y="4278890"/>
                </a:cubicBezTo>
                <a:close/>
                <a:moveTo>
                  <a:pt x="3310784" y="4278928"/>
                </a:moveTo>
                <a:cubicBezTo>
                  <a:pt x="3332333" y="4281334"/>
                  <a:pt x="3355974" y="4267372"/>
                  <a:pt x="3351684" y="4242455"/>
                </a:cubicBezTo>
                <a:cubicBezTo>
                  <a:pt x="3353285" y="4211752"/>
                  <a:pt x="3310266" y="4200525"/>
                  <a:pt x="3291502" y="4220917"/>
                </a:cubicBezTo>
                <a:cubicBezTo>
                  <a:pt x="3281204" y="4235123"/>
                  <a:pt x="3281204" y="4256202"/>
                  <a:pt x="3291044" y="4270866"/>
                </a:cubicBezTo>
                <a:cubicBezTo>
                  <a:pt x="3296650" y="4275505"/>
                  <a:pt x="3303601" y="4278126"/>
                  <a:pt x="3310784" y="4278928"/>
                </a:cubicBezTo>
                <a:close/>
                <a:moveTo>
                  <a:pt x="7012509" y="4372256"/>
                </a:moveTo>
                <a:cubicBezTo>
                  <a:pt x="7027276" y="4374151"/>
                  <a:pt x="7043410" y="4364318"/>
                  <a:pt x="7042901" y="4347338"/>
                </a:cubicBezTo>
                <a:cubicBezTo>
                  <a:pt x="7043127" y="4324236"/>
                  <a:pt x="7012414" y="4317999"/>
                  <a:pt x="6997509" y="4330474"/>
                </a:cubicBezTo>
                <a:cubicBezTo>
                  <a:pt x="6989604" y="4339715"/>
                  <a:pt x="6989604" y="4357965"/>
                  <a:pt x="6998863" y="4366282"/>
                </a:cubicBezTo>
                <a:cubicBezTo>
                  <a:pt x="7002815" y="4369689"/>
                  <a:pt x="7007586" y="4371624"/>
                  <a:pt x="7012509" y="4372256"/>
                </a:cubicBezTo>
                <a:close/>
                <a:moveTo>
                  <a:pt x="1675359" y="4377392"/>
                </a:moveTo>
                <a:cubicBezTo>
                  <a:pt x="1691011" y="4375761"/>
                  <a:pt x="1705642" y="4361897"/>
                  <a:pt x="1702741" y="4345072"/>
                </a:cubicBezTo>
                <a:cubicBezTo>
                  <a:pt x="1702969" y="4326300"/>
                  <a:pt x="1682041" y="4311650"/>
                  <a:pt x="1664751" y="4317602"/>
                </a:cubicBezTo>
                <a:cubicBezTo>
                  <a:pt x="1638590" y="4321722"/>
                  <a:pt x="1635178" y="4366132"/>
                  <a:pt x="1659974" y="4374603"/>
                </a:cubicBezTo>
                <a:cubicBezTo>
                  <a:pt x="1664808" y="4377121"/>
                  <a:pt x="1670140" y="4377936"/>
                  <a:pt x="1675359" y="4377392"/>
                </a:cubicBezTo>
                <a:close/>
                <a:moveTo>
                  <a:pt x="3845731" y="4379289"/>
                </a:moveTo>
                <a:cubicBezTo>
                  <a:pt x="3856314" y="4375263"/>
                  <a:pt x="3864352" y="4366759"/>
                  <a:pt x="3864121" y="4353832"/>
                </a:cubicBezTo>
                <a:cubicBezTo>
                  <a:pt x="3871754" y="4328659"/>
                  <a:pt x="3845152" y="4306887"/>
                  <a:pt x="3820632" y="4315051"/>
                </a:cubicBezTo>
                <a:cubicBezTo>
                  <a:pt x="3792411" y="4321175"/>
                  <a:pt x="3790791" y="4363130"/>
                  <a:pt x="3812073" y="4377871"/>
                </a:cubicBezTo>
                <a:cubicBezTo>
                  <a:pt x="3822020" y="4382860"/>
                  <a:pt x="3835147" y="4383314"/>
                  <a:pt x="3845731" y="4379289"/>
                </a:cubicBezTo>
                <a:close/>
                <a:moveTo>
                  <a:pt x="2199074" y="4379515"/>
                </a:moveTo>
                <a:cubicBezTo>
                  <a:pt x="2210135" y="4375887"/>
                  <a:pt x="2219037" y="4367552"/>
                  <a:pt x="2220284" y="4354513"/>
                </a:cubicBezTo>
                <a:cubicBezTo>
                  <a:pt x="2225731" y="4330700"/>
                  <a:pt x="2203268" y="4308475"/>
                  <a:pt x="2179682" y="4313918"/>
                </a:cubicBezTo>
                <a:cubicBezTo>
                  <a:pt x="2150883" y="4317773"/>
                  <a:pt x="2143172" y="4359728"/>
                  <a:pt x="2164937" y="4376284"/>
                </a:cubicBezTo>
                <a:cubicBezTo>
                  <a:pt x="2174806" y="4382067"/>
                  <a:pt x="2188015" y="4383144"/>
                  <a:pt x="2199074" y="4379515"/>
                </a:cubicBezTo>
                <a:close/>
                <a:moveTo>
                  <a:pt x="3003056" y="4380698"/>
                </a:moveTo>
                <a:cubicBezTo>
                  <a:pt x="3021047" y="4382564"/>
                  <a:pt x="3040497" y="4372980"/>
                  <a:pt x="3042053" y="4353474"/>
                </a:cubicBezTo>
                <a:cubicBezTo>
                  <a:pt x="3049429" y="4329502"/>
                  <a:pt x="3024764" y="4306887"/>
                  <a:pt x="3000791" y="4314124"/>
                </a:cubicBezTo>
                <a:cubicBezTo>
                  <a:pt x="2971746" y="4317064"/>
                  <a:pt x="2965291" y="4358676"/>
                  <a:pt x="2986268" y="4374959"/>
                </a:cubicBezTo>
                <a:cubicBezTo>
                  <a:pt x="2991224" y="4378181"/>
                  <a:pt x="2997059" y="4380076"/>
                  <a:pt x="3003056" y="4380698"/>
                </a:cubicBezTo>
                <a:close/>
                <a:moveTo>
                  <a:pt x="3626170" y="4380983"/>
                </a:moveTo>
                <a:cubicBezTo>
                  <a:pt x="3633690" y="4380869"/>
                  <a:pt x="3641210" y="4378992"/>
                  <a:pt x="3647869" y="4375580"/>
                </a:cubicBezTo>
                <a:cubicBezTo>
                  <a:pt x="3670141" y="4356472"/>
                  <a:pt x="3659120" y="4311658"/>
                  <a:pt x="3626515" y="4312796"/>
                </a:cubicBezTo>
                <a:cubicBezTo>
                  <a:pt x="3592302" y="4308474"/>
                  <a:pt x="3578066" y="4358064"/>
                  <a:pt x="3604472" y="4375808"/>
                </a:cubicBezTo>
                <a:cubicBezTo>
                  <a:pt x="3611131" y="4379447"/>
                  <a:pt x="3618650" y="4381096"/>
                  <a:pt x="3626170" y="4380983"/>
                </a:cubicBezTo>
                <a:close/>
                <a:moveTo>
                  <a:pt x="3321000" y="4381052"/>
                </a:moveTo>
                <a:cubicBezTo>
                  <a:pt x="3328550" y="4380713"/>
                  <a:pt x="3335957" y="4378452"/>
                  <a:pt x="3342110" y="4373816"/>
                </a:cubicBezTo>
                <a:cubicBezTo>
                  <a:pt x="3362166" y="4354823"/>
                  <a:pt x="3350999" y="4312540"/>
                  <a:pt x="3320459" y="4313444"/>
                </a:cubicBezTo>
                <a:cubicBezTo>
                  <a:pt x="3285133" y="4306887"/>
                  <a:pt x="3270091" y="4360928"/>
                  <a:pt x="3299036" y="4376756"/>
                </a:cubicBezTo>
                <a:cubicBezTo>
                  <a:pt x="3305759" y="4379808"/>
                  <a:pt x="3313451" y="4381391"/>
                  <a:pt x="3321000" y="4381052"/>
                </a:cubicBezTo>
                <a:close/>
                <a:moveTo>
                  <a:pt x="2899064" y="4381458"/>
                </a:moveTo>
                <a:cubicBezTo>
                  <a:pt x="2917929" y="4384435"/>
                  <a:pt x="2940010" y="4374933"/>
                  <a:pt x="2939838" y="4353436"/>
                </a:cubicBezTo>
                <a:cubicBezTo>
                  <a:pt x="2946241" y="4328212"/>
                  <a:pt x="2920630" y="4306887"/>
                  <a:pt x="2896848" y="4314454"/>
                </a:cubicBezTo>
                <a:cubicBezTo>
                  <a:pt x="2870323" y="4318811"/>
                  <a:pt x="2863691" y="4357563"/>
                  <a:pt x="2882214" y="4374303"/>
                </a:cubicBezTo>
                <a:cubicBezTo>
                  <a:pt x="2886844" y="4378086"/>
                  <a:pt x="2892775" y="4380465"/>
                  <a:pt x="2899064" y="4381458"/>
                </a:cubicBezTo>
                <a:close/>
                <a:moveTo>
                  <a:pt x="3115512" y="4381593"/>
                </a:moveTo>
                <a:cubicBezTo>
                  <a:pt x="3123943" y="4381419"/>
                  <a:pt x="3131915" y="4379229"/>
                  <a:pt x="3137880" y="4372196"/>
                </a:cubicBezTo>
                <a:cubicBezTo>
                  <a:pt x="3157379" y="4348215"/>
                  <a:pt x="3137880" y="4303712"/>
                  <a:pt x="3104157" y="4313858"/>
                </a:cubicBezTo>
                <a:cubicBezTo>
                  <a:pt x="3080069" y="4316394"/>
                  <a:pt x="3078004" y="4342220"/>
                  <a:pt x="3078692" y="4361359"/>
                </a:cubicBezTo>
                <a:cubicBezTo>
                  <a:pt x="3081675" y="4365740"/>
                  <a:pt x="3087410" y="4374502"/>
                  <a:pt x="3090392" y="4378883"/>
                </a:cubicBezTo>
                <a:cubicBezTo>
                  <a:pt x="3098192" y="4379921"/>
                  <a:pt x="3107082" y="4381765"/>
                  <a:pt x="3115512" y="4381593"/>
                </a:cubicBezTo>
                <a:close/>
                <a:moveTo>
                  <a:pt x="3726570" y="4381735"/>
                </a:moveTo>
                <a:cubicBezTo>
                  <a:pt x="3744834" y="4381958"/>
                  <a:pt x="3763320" y="4367379"/>
                  <a:pt x="3761135" y="4346916"/>
                </a:cubicBezTo>
                <a:cubicBezTo>
                  <a:pt x="3765392" y="4315085"/>
                  <a:pt x="3719907" y="4302125"/>
                  <a:pt x="3701534" y="4324407"/>
                </a:cubicBezTo>
                <a:cubicBezTo>
                  <a:pt x="3691676" y="4339868"/>
                  <a:pt x="3690779" y="4366697"/>
                  <a:pt x="3709152" y="4376246"/>
                </a:cubicBezTo>
                <a:cubicBezTo>
                  <a:pt x="3714418" y="4379941"/>
                  <a:pt x="3720482" y="4381660"/>
                  <a:pt x="3726570" y="4381735"/>
                </a:cubicBezTo>
                <a:close/>
                <a:moveTo>
                  <a:pt x="2598273" y="4381878"/>
                </a:moveTo>
                <a:cubicBezTo>
                  <a:pt x="2602689" y="4382100"/>
                  <a:pt x="2607215" y="4381311"/>
                  <a:pt x="2611802" y="4379132"/>
                </a:cubicBezTo>
                <a:cubicBezTo>
                  <a:pt x="2646423" y="4368580"/>
                  <a:pt x="2634730" y="4308475"/>
                  <a:pt x="2597589" y="4312604"/>
                </a:cubicBezTo>
                <a:cubicBezTo>
                  <a:pt x="2569158" y="4310769"/>
                  <a:pt x="2562286" y="4340362"/>
                  <a:pt x="2562745" y="4362844"/>
                </a:cubicBezTo>
                <a:cubicBezTo>
                  <a:pt x="2572717" y="4371447"/>
                  <a:pt x="2585005" y="4381212"/>
                  <a:pt x="2598273" y="4381878"/>
                </a:cubicBezTo>
                <a:close/>
                <a:moveTo>
                  <a:pt x="2079091" y="4382036"/>
                </a:moveTo>
                <a:cubicBezTo>
                  <a:pt x="2097267" y="4384892"/>
                  <a:pt x="2117912" y="4374075"/>
                  <a:pt x="2119108" y="4353563"/>
                </a:cubicBezTo>
                <a:cubicBezTo>
                  <a:pt x="2125702" y="4325984"/>
                  <a:pt x="2093860" y="4305300"/>
                  <a:pt x="2069999" y="4315642"/>
                </a:cubicBezTo>
                <a:cubicBezTo>
                  <a:pt x="2045661" y="4322767"/>
                  <a:pt x="2041569" y="4360918"/>
                  <a:pt x="2062497" y="4374477"/>
                </a:cubicBezTo>
                <a:cubicBezTo>
                  <a:pt x="2067207" y="4378614"/>
                  <a:pt x="2073016" y="4381085"/>
                  <a:pt x="2079091" y="4382036"/>
                </a:cubicBezTo>
                <a:close/>
                <a:moveTo>
                  <a:pt x="2392734" y="4382063"/>
                </a:moveTo>
                <a:cubicBezTo>
                  <a:pt x="2411937" y="4381661"/>
                  <a:pt x="2430492" y="4366600"/>
                  <a:pt x="2425671" y="4345447"/>
                </a:cubicBezTo>
                <a:cubicBezTo>
                  <a:pt x="2429798" y="4311376"/>
                  <a:pt x="2374697" y="4302125"/>
                  <a:pt x="2362768" y="4331232"/>
                </a:cubicBezTo>
                <a:cubicBezTo>
                  <a:pt x="2357716" y="4346349"/>
                  <a:pt x="2357487" y="4369139"/>
                  <a:pt x="2374236" y="4377261"/>
                </a:cubicBezTo>
                <a:cubicBezTo>
                  <a:pt x="2379916" y="4380702"/>
                  <a:pt x="2386363" y="4382197"/>
                  <a:pt x="2392734" y="4382063"/>
                </a:cubicBezTo>
                <a:close/>
                <a:moveTo>
                  <a:pt x="1976187" y="4382164"/>
                </a:moveTo>
                <a:cubicBezTo>
                  <a:pt x="1996463" y="4384080"/>
                  <a:pt x="2018656" y="4367846"/>
                  <a:pt x="2016606" y="4345281"/>
                </a:cubicBezTo>
                <a:cubicBezTo>
                  <a:pt x="2017520" y="4317032"/>
                  <a:pt x="1980330" y="4303712"/>
                  <a:pt x="1959587" y="4319099"/>
                </a:cubicBezTo>
                <a:cubicBezTo>
                  <a:pt x="1941576" y="4330812"/>
                  <a:pt x="1939982" y="4360898"/>
                  <a:pt x="1957534" y="4373760"/>
                </a:cubicBezTo>
                <a:cubicBezTo>
                  <a:pt x="1962890" y="4378870"/>
                  <a:pt x="1969426" y="4381525"/>
                  <a:pt x="1976187" y="4382164"/>
                </a:cubicBezTo>
                <a:close/>
                <a:moveTo>
                  <a:pt x="2803165" y="4382197"/>
                </a:moveTo>
                <a:cubicBezTo>
                  <a:pt x="2821850" y="4382068"/>
                  <a:pt x="2840784" y="4365654"/>
                  <a:pt x="2838737" y="4345650"/>
                </a:cubicBezTo>
                <a:cubicBezTo>
                  <a:pt x="2838282" y="4321029"/>
                  <a:pt x="2806214" y="4305299"/>
                  <a:pt x="2785734" y="4317381"/>
                </a:cubicBezTo>
                <a:cubicBezTo>
                  <a:pt x="2762766" y="4327868"/>
                  <a:pt x="2762309" y="4365027"/>
                  <a:pt x="2785055" y="4376426"/>
                </a:cubicBezTo>
                <a:cubicBezTo>
                  <a:pt x="2790571" y="4380472"/>
                  <a:pt x="2796864" y="4382239"/>
                  <a:pt x="2803165" y="4382197"/>
                </a:cubicBezTo>
                <a:close/>
                <a:moveTo>
                  <a:pt x="3521876" y="4382217"/>
                </a:moveTo>
                <a:cubicBezTo>
                  <a:pt x="3543463" y="4381841"/>
                  <a:pt x="3565431" y="4360622"/>
                  <a:pt x="3556101" y="4337600"/>
                </a:cubicBezTo>
                <a:cubicBezTo>
                  <a:pt x="3550220" y="4310339"/>
                  <a:pt x="3511090" y="4305299"/>
                  <a:pt x="3494578" y="4324771"/>
                </a:cubicBezTo>
                <a:cubicBezTo>
                  <a:pt x="3482816" y="4339662"/>
                  <a:pt x="3485304" y="4364173"/>
                  <a:pt x="3501590" y="4374940"/>
                </a:cubicBezTo>
                <a:cubicBezTo>
                  <a:pt x="3507527" y="4380152"/>
                  <a:pt x="3514680" y="4382342"/>
                  <a:pt x="3521876" y="4382217"/>
                </a:cubicBezTo>
                <a:close/>
                <a:moveTo>
                  <a:pt x="3423402" y="4382233"/>
                </a:moveTo>
                <a:cubicBezTo>
                  <a:pt x="3428275" y="4381996"/>
                  <a:pt x="3433181" y="4380592"/>
                  <a:pt x="3437987" y="4377644"/>
                </a:cubicBezTo>
                <a:cubicBezTo>
                  <a:pt x="3465354" y="4363583"/>
                  <a:pt x="3458343" y="4314370"/>
                  <a:pt x="3425095" y="4314143"/>
                </a:cubicBezTo>
                <a:cubicBezTo>
                  <a:pt x="3395918" y="4308474"/>
                  <a:pt x="3381216" y="4338183"/>
                  <a:pt x="3383930" y="4363129"/>
                </a:cubicBezTo>
                <a:cubicBezTo>
                  <a:pt x="3394448" y="4373165"/>
                  <a:pt x="3408782" y="4382945"/>
                  <a:pt x="3423402" y="4382233"/>
                </a:cubicBezTo>
                <a:close/>
                <a:moveTo>
                  <a:pt x="4855171" y="4382327"/>
                </a:moveTo>
                <a:cubicBezTo>
                  <a:pt x="4875096" y="4383404"/>
                  <a:pt x="4896321" y="4368398"/>
                  <a:pt x="4893446" y="4346229"/>
                </a:cubicBezTo>
                <a:cubicBezTo>
                  <a:pt x="4895475" y="4316217"/>
                  <a:pt x="4853984" y="4303712"/>
                  <a:pt x="4834817" y="4322811"/>
                </a:cubicBezTo>
                <a:cubicBezTo>
                  <a:pt x="4817904" y="4335770"/>
                  <a:pt x="4820385" y="4363282"/>
                  <a:pt x="4836621" y="4375559"/>
                </a:cubicBezTo>
                <a:cubicBezTo>
                  <a:pt x="4842033" y="4379822"/>
                  <a:pt x="4848530" y="4381968"/>
                  <a:pt x="4855171" y="4382327"/>
                </a:cubicBezTo>
                <a:close/>
                <a:moveTo>
                  <a:pt x="4758879" y="4382385"/>
                </a:moveTo>
                <a:cubicBezTo>
                  <a:pt x="4780576" y="4379846"/>
                  <a:pt x="4799882" y="4356193"/>
                  <a:pt x="4788678" y="4334083"/>
                </a:cubicBezTo>
                <a:cubicBezTo>
                  <a:pt x="4780404" y="4308258"/>
                  <a:pt x="4740874" y="4306887"/>
                  <a:pt x="4727084" y="4328141"/>
                </a:cubicBezTo>
                <a:cubicBezTo>
                  <a:pt x="4717891" y="4343681"/>
                  <a:pt x="4719730" y="4368363"/>
                  <a:pt x="4737426" y="4377047"/>
                </a:cubicBezTo>
                <a:cubicBezTo>
                  <a:pt x="4744149" y="4381732"/>
                  <a:pt x="4751647" y="4383232"/>
                  <a:pt x="4758879" y="4382385"/>
                </a:cubicBezTo>
                <a:close/>
                <a:moveTo>
                  <a:pt x="7113542" y="4382525"/>
                </a:moveTo>
                <a:cubicBezTo>
                  <a:pt x="7132431" y="4384876"/>
                  <a:pt x="7153337" y="4372097"/>
                  <a:pt x="7155766" y="4352265"/>
                </a:cubicBezTo>
                <a:cubicBezTo>
                  <a:pt x="7159467" y="4323543"/>
                  <a:pt x="7120373" y="4303712"/>
                  <a:pt x="7097472" y="4319896"/>
                </a:cubicBezTo>
                <a:cubicBezTo>
                  <a:pt x="7079429" y="4332205"/>
                  <a:pt x="7078504" y="4361611"/>
                  <a:pt x="7096085" y="4374832"/>
                </a:cubicBezTo>
                <a:cubicBezTo>
                  <a:pt x="7101174" y="4379277"/>
                  <a:pt x="7107246" y="4381741"/>
                  <a:pt x="7113542" y="4382525"/>
                </a:cubicBezTo>
                <a:close/>
                <a:moveTo>
                  <a:pt x="3214223" y="4382617"/>
                </a:moveTo>
                <a:cubicBezTo>
                  <a:pt x="3233307" y="4383091"/>
                  <a:pt x="3252965" y="4367797"/>
                  <a:pt x="3249213" y="4346428"/>
                </a:cubicBezTo>
                <a:cubicBezTo>
                  <a:pt x="3249895" y="4320234"/>
                  <a:pt x="3217827" y="4305299"/>
                  <a:pt x="3197130" y="4318396"/>
                </a:cubicBezTo>
                <a:cubicBezTo>
                  <a:pt x="3175978" y="4329655"/>
                  <a:pt x="3174841" y="4364580"/>
                  <a:pt x="3196220" y="4376528"/>
                </a:cubicBezTo>
                <a:cubicBezTo>
                  <a:pt x="3201565" y="4380549"/>
                  <a:pt x="3207862" y="4382459"/>
                  <a:pt x="3214223" y="4382617"/>
                </a:cubicBezTo>
                <a:close/>
                <a:moveTo>
                  <a:pt x="2700544" y="4382633"/>
                </a:moveTo>
                <a:cubicBezTo>
                  <a:pt x="2721812" y="4381396"/>
                  <a:pt x="2742426" y="4361744"/>
                  <a:pt x="2735166" y="4339405"/>
                </a:cubicBezTo>
                <a:cubicBezTo>
                  <a:pt x="2729863" y="4308938"/>
                  <a:pt x="2682373" y="4305300"/>
                  <a:pt x="2668316" y="4330992"/>
                </a:cubicBezTo>
                <a:cubicBezTo>
                  <a:pt x="2660711" y="4345999"/>
                  <a:pt x="2663933" y="4368735"/>
                  <a:pt x="2680068" y="4377148"/>
                </a:cubicBezTo>
                <a:cubicBezTo>
                  <a:pt x="2686296" y="4381410"/>
                  <a:pt x="2693458" y="4383045"/>
                  <a:pt x="2700544" y="4382633"/>
                </a:cubicBezTo>
                <a:close/>
                <a:moveTo>
                  <a:pt x="2290982" y="4382767"/>
                </a:moveTo>
                <a:cubicBezTo>
                  <a:pt x="2311287" y="4381549"/>
                  <a:pt x="2329825" y="4362059"/>
                  <a:pt x="2323085" y="4339492"/>
                </a:cubicBezTo>
                <a:cubicBezTo>
                  <a:pt x="2318590" y="4309403"/>
                  <a:pt x="2273646" y="4305300"/>
                  <a:pt x="2259926" y="4330374"/>
                </a:cubicBezTo>
                <a:cubicBezTo>
                  <a:pt x="2252726" y="4345647"/>
                  <a:pt x="2254753" y="4368669"/>
                  <a:pt x="2270950" y="4377332"/>
                </a:cubicBezTo>
                <a:cubicBezTo>
                  <a:pt x="2277244" y="4381549"/>
                  <a:pt x="2284211" y="4383173"/>
                  <a:pt x="2290982" y="4382767"/>
                </a:cubicBezTo>
                <a:close/>
                <a:moveTo>
                  <a:pt x="4959010" y="4382783"/>
                </a:moveTo>
                <a:cubicBezTo>
                  <a:pt x="4979161" y="4384604"/>
                  <a:pt x="5000567" y="4369011"/>
                  <a:pt x="4996106" y="4346221"/>
                </a:cubicBezTo>
                <a:cubicBezTo>
                  <a:pt x="4999766" y="4311492"/>
                  <a:pt x="4942798" y="4302125"/>
                  <a:pt x="4929757" y="4331598"/>
                </a:cubicBezTo>
                <a:cubicBezTo>
                  <a:pt x="4924266" y="4346221"/>
                  <a:pt x="4924724" y="4366554"/>
                  <a:pt x="4940281" y="4374780"/>
                </a:cubicBezTo>
                <a:cubicBezTo>
                  <a:pt x="4945715" y="4379635"/>
                  <a:pt x="4952293" y="4382176"/>
                  <a:pt x="4959010" y="4382783"/>
                </a:cubicBezTo>
                <a:close/>
                <a:moveTo>
                  <a:pt x="2188051" y="4476131"/>
                </a:moveTo>
                <a:cubicBezTo>
                  <a:pt x="2203265" y="4474857"/>
                  <a:pt x="2217468" y="4459829"/>
                  <a:pt x="2211755" y="4443102"/>
                </a:cubicBezTo>
                <a:cubicBezTo>
                  <a:pt x="2205926" y="4420800"/>
                  <a:pt x="2167378" y="4418012"/>
                  <a:pt x="2163562" y="4442638"/>
                </a:cubicBezTo>
                <a:cubicBezTo>
                  <a:pt x="2162219" y="4452395"/>
                  <a:pt x="2162219" y="4468425"/>
                  <a:pt x="2173200" y="4472374"/>
                </a:cubicBezTo>
                <a:cubicBezTo>
                  <a:pt x="2177796" y="4475452"/>
                  <a:pt x="2182977" y="4476556"/>
                  <a:pt x="2188051" y="4476131"/>
                </a:cubicBezTo>
                <a:close/>
                <a:moveTo>
                  <a:pt x="3404049" y="4480656"/>
                </a:moveTo>
                <a:cubicBezTo>
                  <a:pt x="3425307" y="4489450"/>
                  <a:pt x="3459004" y="4478627"/>
                  <a:pt x="3454029" y="4450894"/>
                </a:cubicBezTo>
                <a:cubicBezTo>
                  <a:pt x="3458100" y="4424739"/>
                  <a:pt x="3426212" y="4411662"/>
                  <a:pt x="3405406" y="4420906"/>
                </a:cubicBezTo>
                <a:cubicBezTo>
                  <a:pt x="3378946" y="4428572"/>
                  <a:pt x="3378041" y="4471638"/>
                  <a:pt x="3404049" y="4480656"/>
                </a:cubicBezTo>
                <a:close/>
                <a:moveTo>
                  <a:pt x="2510206" y="4481504"/>
                </a:moveTo>
                <a:cubicBezTo>
                  <a:pt x="2520548" y="4478081"/>
                  <a:pt x="2528658" y="4470601"/>
                  <a:pt x="2529470" y="4457943"/>
                </a:cubicBezTo>
                <a:cubicBezTo>
                  <a:pt x="2536883" y="4432167"/>
                  <a:pt x="2510004" y="4410074"/>
                  <a:pt x="2485438" y="4418359"/>
                </a:cubicBezTo>
                <a:cubicBezTo>
                  <a:pt x="2455791" y="4422732"/>
                  <a:pt x="2451162" y="4468990"/>
                  <a:pt x="2477564" y="4480728"/>
                </a:cubicBezTo>
                <a:cubicBezTo>
                  <a:pt x="2487294" y="4484295"/>
                  <a:pt x="2499861" y="4484927"/>
                  <a:pt x="2510206" y="4481504"/>
                </a:cubicBezTo>
                <a:close/>
                <a:moveTo>
                  <a:pt x="3845609" y="4481615"/>
                </a:moveTo>
                <a:cubicBezTo>
                  <a:pt x="3855697" y="4478305"/>
                  <a:pt x="3863595" y="4470936"/>
                  <a:pt x="3864171" y="4458385"/>
                </a:cubicBezTo>
                <a:cubicBezTo>
                  <a:pt x="3870166" y="4436508"/>
                  <a:pt x="3851489" y="4413249"/>
                  <a:pt x="3828430" y="4417394"/>
                </a:cubicBezTo>
                <a:cubicBezTo>
                  <a:pt x="3794764" y="4414170"/>
                  <a:pt x="3787616" y="4467367"/>
                  <a:pt x="3813903" y="4480492"/>
                </a:cubicBezTo>
                <a:cubicBezTo>
                  <a:pt x="3823242" y="4484177"/>
                  <a:pt x="3835521" y="4484926"/>
                  <a:pt x="3845609" y="4481615"/>
                </a:cubicBezTo>
                <a:close/>
                <a:moveTo>
                  <a:pt x="2406445" y="4481824"/>
                </a:moveTo>
                <a:cubicBezTo>
                  <a:pt x="2416512" y="4478620"/>
                  <a:pt x="2424386" y="4471420"/>
                  <a:pt x="2424842" y="4459060"/>
                </a:cubicBezTo>
                <a:cubicBezTo>
                  <a:pt x="2430508" y="4436608"/>
                  <a:pt x="2412364" y="4413249"/>
                  <a:pt x="2388530" y="4418465"/>
                </a:cubicBezTo>
                <a:cubicBezTo>
                  <a:pt x="2355888" y="4415743"/>
                  <a:pt x="2349539" y="4468132"/>
                  <a:pt x="2374937" y="4480605"/>
                </a:cubicBezTo>
                <a:cubicBezTo>
                  <a:pt x="2384114" y="4484233"/>
                  <a:pt x="2396377" y="4485027"/>
                  <a:pt x="2406445" y="4481824"/>
                </a:cubicBezTo>
                <a:close/>
                <a:moveTo>
                  <a:pt x="2688842" y="4482554"/>
                </a:moveTo>
                <a:cubicBezTo>
                  <a:pt x="2710578" y="4489450"/>
                  <a:pt x="2739171" y="4477036"/>
                  <a:pt x="2736653" y="4450829"/>
                </a:cubicBezTo>
                <a:cubicBezTo>
                  <a:pt x="2740085" y="4411518"/>
                  <a:pt x="2672603" y="4405312"/>
                  <a:pt x="2666887" y="4442783"/>
                </a:cubicBezTo>
                <a:cubicBezTo>
                  <a:pt x="2660711" y="4460025"/>
                  <a:pt x="2671916" y="4478186"/>
                  <a:pt x="2688842" y="4482554"/>
                </a:cubicBezTo>
                <a:close/>
                <a:moveTo>
                  <a:pt x="1974140" y="4482908"/>
                </a:moveTo>
                <a:cubicBezTo>
                  <a:pt x="1996751" y="4485974"/>
                  <a:pt x="2022265" y="4469693"/>
                  <a:pt x="2016746" y="4444149"/>
                </a:cubicBezTo>
                <a:cubicBezTo>
                  <a:pt x="2012842" y="4413250"/>
                  <a:pt x="1974219" y="4415505"/>
                  <a:pt x="1951920" y="4424527"/>
                </a:cubicBezTo>
                <a:cubicBezTo>
                  <a:pt x="1947553" y="4440316"/>
                  <a:pt x="1939982" y="4459712"/>
                  <a:pt x="1953765" y="4473020"/>
                </a:cubicBezTo>
                <a:cubicBezTo>
                  <a:pt x="1959398" y="4478715"/>
                  <a:pt x="1966604" y="4481886"/>
                  <a:pt x="1974140" y="4482908"/>
                </a:cubicBezTo>
                <a:close/>
                <a:moveTo>
                  <a:pt x="2808223" y="4482983"/>
                </a:moveTo>
                <a:cubicBezTo>
                  <a:pt x="2820038" y="4481323"/>
                  <a:pt x="2831061" y="4474914"/>
                  <a:pt x="2836940" y="4463811"/>
                </a:cubicBezTo>
                <a:cubicBezTo>
                  <a:pt x="2839879" y="4450534"/>
                  <a:pt x="2834679" y="4437257"/>
                  <a:pt x="2831287" y="4424666"/>
                </a:cubicBezTo>
                <a:cubicBezTo>
                  <a:pt x="2812520" y="4416425"/>
                  <a:pt x="2792163" y="4417112"/>
                  <a:pt x="2773394" y="4425124"/>
                </a:cubicBezTo>
                <a:cubicBezTo>
                  <a:pt x="2769325" y="4440919"/>
                  <a:pt x="2763898" y="4459233"/>
                  <a:pt x="2774979" y="4473655"/>
                </a:cubicBezTo>
                <a:cubicBezTo>
                  <a:pt x="2784021" y="4481552"/>
                  <a:pt x="2796628" y="4484642"/>
                  <a:pt x="2808223" y="4482983"/>
                </a:cubicBezTo>
                <a:close/>
                <a:moveTo>
                  <a:pt x="3128913" y="4483100"/>
                </a:moveTo>
                <a:cubicBezTo>
                  <a:pt x="3141693" y="4470627"/>
                  <a:pt x="3147854" y="4452711"/>
                  <a:pt x="3142149" y="4435475"/>
                </a:cubicBezTo>
                <a:cubicBezTo>
                  <a:pt x="3133706" y="4414384"/>
                  <a:pt x="3103583" y="4413250"/>
                  <a:pt x="3087380" y="4425723"/>
                </a:cubicBezTo>
                <a:cubicBezTo>
                  <a:pt x="3074829" y="4435021"/>
                  <a:pt x="3080763" y="4452257"/>
                  <a:pt x="3078480" y="4465410"/>
                </a:cubicBezTo>
                <a:cubicBezTo>
                  <a:pt x="3082816" y="4472441"/>
                  <a:pt x="3088750" y="4477884"/>
                  <a:pt x="3096052" y="4481966"/>
                </a:cubicBezTo>
                <a:cubicBezTo>
                  <a:pt x="3107006" y="4482646"/>
                  <a:pt x="3117960" y="4483100"/>
                  <a:pt x="3128913" y="4483100"/>
                </a:cubicBezTo>
                <a:close/>
                <a:moveTo>
                  <a:pt x="3016136" y="4483222"/>
                </a:moveTo>
                <a:cubicBezTo>
                  <a:pt x="3024335" y="4482281"/>
                  <a:pt x="3031934" y="4479201"/>
                  <a:pt x="3037076" y="4472126"/>
                </a:cubicBezTo>
                <a:cubicBezTo>
                  <a:pt x="3051016" y="4450219"/>
                  <a:pt x="3037533" y="4413250"/>
                  <a:pt x="3007595" y="4418042"/>
                </a:cubicBezTo>
                <a:cubicBezTo>
                  <a:pt x="2972400" y="4413478"/>
                  <a:pt x="2962116" y="4468019"/>
                  <a:pt x="2991597" y="4481483"/>
                </a:cubicBezTo>
                <a:cubicBezTo>
                  <a:pt x="2999139" y="4482966"/>
                  <a:pt x="3007938" y="4484164"/>
                  <a:pt x="3016136" y="4483222"/>
                </a:cubicBezTo>
                <a:close/>
                <a:moveTo>
                  <a:pt x="2913793" y="4483443"/>
                </a:moveTo>
                <a:cubicBezTo>
                  <a:pt x="2931286" y="4479446"/>
                  <a:pt x="2944417" y="4461806"/>
                  <a:pt x="2938942" y="4442640"/>
                </a:cubicBezTo>
                <a:cubicBezTo>
                  <a:pt x="2934836" y="4410753"/>
                  <a:pt x="2883282" y="4410074"/>
                  <a:pt x="2873473" y="4438343"/>
                </a:cubicBezTo>
                <a:cubicBezTo>
                  <a:pt x="2868454" y="4455531"/>
                  <a:pt x="2874385" y="4479956"/>
                  <a:pt x="2895372" y="4482443"/>
                </a:cubicBezTo>
                <a:cubicBezTo>
                  <a:pt x="2901645" y="4484591"/>
                  <a:pt x="2907961" y="4484775"/>
                  <a:pt x="2913793" y="4483443"/>
                </a:cubicBezTo>
                <a:close/>
                <a:moveTo>
                  <a:pt x="3623727" y="4483494"/>
                </a:moveTo>
                <a:cubicBezTo>
                  <a:pt x="3630023" y="4483573"/>
                  <a:pt x="3636343" y="4482240"/>
                  <a:pt x="3641896" y="4479634"/>
                </a:cubicBezTo>
                <a:cubicBezTo>
                  <a:pt x="3653002" y="4474419"/>
                  <a:pt x="3661037" y="4464105"/>
                  <a:pt x="3659660" y="4449779"/>
                </a:cubicBezTo>
                <a:cubicBezTo>
                  <a:pt x="3663792" y="4413564"/>
                  <a:pt x="3608234" y="4405312"/>
                  <a:pt x="3594230" y="4434193"/>
                </a:cubicBezTo>
                <a:cubicBezTo>
                  <a:pt x="3590327" y="4449550"/>
                  <a:pt x="3589179" y="4470408"/>
                  <a:pt x="3605709" y="4478889"/>
                </a:cubicBezTo>
                <a:cubicBezTo>
                  <a:pt x="3611161" y="4481926"/>
                  <a:pt x="3617432" y="4483416"/>
                  <a:pt x="3623727" y="4483494"/>
                </a:cubicBezTo>
                <a:close/>
                <a:moveTo>
                  <a:pt x="6912863" y="4483537"/>
                </a:moveTo>
                <a:cubicBezTo>
                  <a:pt x="6931741" y="4483940"/>
                  <a:pt x="6951074" y="4471811"/>
                  <a:pt x="6948479" y="4450776"/>
                </a:cubicBezTo>
                <a:cubicBezTo>
                  <a:pt x="6953092" y="4414133"/>
                  <a:pt x="6890352" y="4405312"/>
                  <a:pt x="6879741" y="4438561"/>
                </a:cubicBezTo>
                <a:cubicBezTo>
                  <a:pt x="6872129" y="4453264"/>
                  <a:pt x="6879280" y="4472263"/>
                  <a:pt x="6894965" y="4478823"/>
                </a:cubicBezTo>
                <a:cubicBezTo>
                  <a:pt x="6900328" y="4481876"/>
                  <a:pt x="6906570" y="4483403"/>
                  <a:pt x="6912863" y="4483537"/>
                </a:cubicBezTo>
                <a:close/>
                <a:moveTo>
                  <a:pt x="3530712" y="4483584"/>
                </a:moveTo>
                <a:cubicBezTo>
                  <a:pt x="3546118" y="4480440"/>
                  <a:pt x="3557193" y="4466583"/>
                  <a:pt x="3562191" y="4450674"/>
                </a:cubicBezTo>
                <a:cubicBezTo>
                  <a:pt x="3555296" y="4426954"/>
                  <a:pt x="3532084" y="4410075"/>
                  <a:pt x="3507263" y="4420567"/>
                </a:cubicBezTo>
                <a:cubicBezTo>
                  <a:pt x="3476466" y="4428778"/>
                  <a:pt x="3481293" y="4481923"/>
                  <a:pt x="3513928" y="4482835"/>
                </a:cubicBezTo>
                <a:cubicBezTo>
                  <a:pt x="3519961" y="4484489"/>
                  <a:pt x="3525577" y="4484631"/>
                  <a:pt x="3530712" y="4483584"/>
                </a:cubicBezTo>
                <a:close/>
                <a:moveTo>
                  <a:pt x="3199388" y="4484014"/>
                </a:moveTo>
                <a:cubicBezTo>
                  <a:pt x="3221411" y="4484687"/>
                  <a:pt x="3251463" y="4478857"/>
                  <a:pt x="3249399" y="4451053"/>
                </a:cubicBezTo>
                <a:cubicBezTo>
                  <a:pt x="3254216" y="4412039"/>
                  <a:pt x="3186312" y="4405312"/>
                  <a:pt x="3181265" y="4442757"/>
                </a:cubicBezTo>
                <a:cubicBezTo>
                  <a:pt x="3174841" y="4459574"/>
                  <a:pt x="3188835" y="4473027"/>
                  <a:pt x="3199388" y="4484014"/>
                </a:cubicBezTo>
                <a:close/>
                <a:moveTo>
                  <a:pt x="3317446" y="4484418"/>
                </a:moveTo>
                <a:cubicBezTo>
                  <a:pt x="3335963" y="4484097"/>
                  <a:pt x="3354447" y="4472170"/>
                  <a:pt x="3352393" y="4451138"/>
                </a:cubicBezTo>
                <a:cubicBezTo>
                  <a:pt x="3355816" y="4415800"/>
                  <a:pt x="3297624" y="4405312"/>
                  <a:pt x="3286214" y="4436775"/>
                </a:cubicBezTo>
                <a:cubicBezTo>
                  <a:pt x="3283704" y="4451822"/>
                  <a:pt x="3282791" y="4473710"/>
                  <a:pt x="3299678" y="4480777"/>
                </a:cubicBezTo>
                <a:cubicBezTo>
                  <a:pt x="3305098" y="4483342"/>
                  <a:pt x="3311274" y="4484525"/>
                  <a:pt x="3317446" y="4484418"/>
                </a:cubicBezTo>
                <a:close/>
                <a:moveTo>
                  <a:pt x="3727657" y="4484487"/>
                </a:moveTo>
                <a:cubicBezTo>
                  <a:pt x="3746202" y="4484162"/>
                  <a:pt x="3764430" y="4472204"/>
                  <a:pt x="3761548" y="4450369"/>
                </a:cubicBezTo>
                <a:cubicBezTo>
                  <a:pt x="3765165" y="4414554"/>
                  <a:pt x="3710001" y="4405312"/>
                  <a:pt x="3696888" y="4434888"/>
                </a:cubicBezTo>
                <a:cubicBezTo>
                  <a:pt x="3693045" y="4450369"/>
                  <a:pt x="3692366" y="4473707"/>
                  <a:pt x="3709775" y="4480870"/>
                </a:cubicBezTo>
                <a:cubicBezTo>
                  <a:pt x="3715257" y="4483412"/>
                  <a:pt x="3721475" y="4484596"/>
                  <a:pt x="3727657" y="4484487"/>
                </a:cubicBezTo>
                <a:close/>
                <a:moveTo>
                  <a:pt x="3949020" y="4484687"/>
                </a:moveTo>
                <a:cubicBezTo>
                  <a:pt x="3959711" y="4473023"/>
                  <a:pt x="3971766" y="4459300"/>
                  <a:pt x="3966535" y="4441918"/>
                </a:cubicBezTo>
                <a:cubicBezTo>
                  <a:pt x="3961985" y="4403724"/>
                  <a:pt x="3895566" y="4411729"/>
                  <a:pt x="3899206" y="4450609"/>
                </a:cubicBezTo>
                <a:cubicBezTo>
                  <a:pt x="3896704" y="4478740"/>
                  <a:pt x="3927866" y="4484458"/>
                  <a:pt x="3949020" y="4484687"/>
                </a:cubicBezTo>
                <a:close/>
                <a:moveTo>
                  <a:pt x="3409629" y="4587874"/>
                </a:moveTo>
                <a:lnTo>
                  <a:pt x="3435561" y="4587874"/>
                </a:lnTo>
                <a:cubicBezTo>
                  <a:pt x="3449993" y="4576957"/>
                  <a:pt x="3460591" y="4558761"/>
                  <a:pt x="3452473" y="4540565"/>
                </a:cubicBezTo>
                <a:cubicBezTo>
                  <a:pt x="3441875" y="4510087"/>
                  <a:pt x="3389109" y="4514635"/>
                  <a:pt x="3385726" y="4547389"/>
                </a:cubicBezTo>
                <a:cubicBezTo>
                  <a:pt x="3381216" y="4566039"/>
                  <a:pt x="3394972" y="4579459"/>
                  <a:pt x="3409629" y="4587874"/>
                </a:cubicBezTo>
                <a:close/>
                <a:moveTo>
                  <a:pt x="3302749" y="4587874"/>
                </a:moveTo>
                <a:lnTo>
                  <a:pt x="3330190" y="4587874"/>
                </a:lnTo>
                <a:cubicBezTo>
                  <a:pt x="3360579" y="4572445"/>
                  <a:pt x="3357177" y="4520170"/>
                  <a:pt x="3319531" y="4518789"/>
                </a:cubicBezTo>
                <a:cubicBezTo>
                  <a:pt x="3279844" y="4513262"/>
                  <a:pt x="3271679" y="4571063"/>
                  <a:pt x="3302749" y="4587874"/>
                </a:cubicBezTo>
                <a:close/>
                <a:moveTo>
                  <a:pt x="3093760" y="4587874"/>
                </a:moveTo>
                <a:lnTo>
                  <a:pt x="3122285" y="4587874"/>
                </a:lnTo>
                <a:cubicBezTo>
                  <a:pt x="3137803" y="4580740"/>
                  <a:pt x="3149441" y="4566011"/>
                  <a:pt x="3144877" y="4547830"/>
                </a:cubicBezTo>
                <a:cubicBezTo>
                  <a:pt x="3145790" y="4510777"/>
                  <a:pt x="3079839" y="4510087"/>
                  <a:pt x="3080067" y="4547139"/>
                </a:cubicBezTo>
                <a:cubicBezTo>
                  <a:pt x="3076416" y="4562559"/>
                  <a:pt x="3086229" y="4575447"/>
                  <a:pt x="3093760" y="4587874"/>
                </a:cubicBezTo>
                <a:close/>
                <a:moveTo>
                  <a:pt x="2894308" y="4587874"/>
                </a:moveTo>
                <a:lnTo>
                  <a:pt x="2916987" y="4587874"/>
                </a:lnTo>
                <a:cubicBezTo>
                  <a:pt x="2952592" y="4574944"/>
                  <a:pt x="2942840" y="4511674"/>
                  <a:pt x="2902019" y="4519987"/>
                </a:cubicBezTo>
                <a:cubicBezTo>
                  <a:pt x="2864372" y="4518833"/>
                  <a:pt x="2862104" y="4577022"/>
                  <a:pt x="2894308" y="4587874"/>
                </a:cubicBezTo>
                <a:close/>
                <a:moveTo>
                  <a:pt x="2689286" y="4587874"/>
                </a:moveTo>
                <a:lnTo>
                  <a:pt x="2714683" y="4587874"/>
                </a:lnTo>
                <a:cubicBezTo>
                  <a:pt x="2748022" y="4574829"/>
                  <a:pt x="2740315" y="4518297"/>
                  <a:pt x="2702895" y="4520585"/>
                </a:cubicBezTo>
                <a:cubicBezTo>
                  <a:pt x="2661846" y="4513262"/>
                  <a:pt x="2652774" y="4575286"/>
                  <a:pt x="2689286" y="4587874"/>
                </a:cubicBezTo>
                <a:close/>
                <a:moveTo>
                  <a:pt x="2583518" y="4587874"/>
                </a:moveTo>
                <a:lnTo>
                  <a:pt x="2608863" y="4587874"/>
                </a:lnTo>
                <a:cubicBezTo>
                  <a:pt x="2644835" y="4575971"/>
                  <a:pt x="2636919" y="4514849"/>
                  <a:pt x="2597100" y="4519199"/>
                </a:cubicBezTo>
                <a:cubicBezTo>
                  <a:pt x="2559322" y="4517139"/>
                  <a:pt x="2554345" y="4572079"/>
                  <a:pt x="2583518" y="4587874"/>
                </a:cubicBezTo>
                <a:close/>
                <a:moveTo>
                  <a:pt x="2483747" y="4587874"/>
                </a:moveTo>
                <a:lnTo>
                  <a:pt x="2508559" y="4587874"/>
                </a:lnTo>
                <a:cubicBezTo>
                  <a:pt x="2543229" y="4572906"/>
                  <a:pt x="2533365" y="4513262"/>
                  <a:pt x="2492481" y="4519019"/>
                </a:cubicBezTo>
                <a:cubicBezTo>
                  <a:pt x="2454826" y="4519479"/>
                  <a:pt x="2451162" y="4575209"/>
                  <a:pt x="2483747" y="4587874"/>
                </a:cubicBezTo>
                <a:close/>
                <a:moveTo>
                  <a:pt x="2377934" y="4587874"/>
                </a:moveTo>
                <a:lnTo>
                  <a:pt x="2406194" y="4587874"/>
                </a:lnTo>
                <a:cubicBezTo>
                  <a:pt x="2419050" y="4578411"/>
                  <a:pt x="2428920" y="4564561"/>
                  <a:pt x="2425017" y="4547711"/>
                </a:cubicBezTo>
                <a:cubicBezTo>
                  <a:pt x="2426166" y="4510318"/>
                  <a:pt x="2359807" y="4510087"/>
                  <a:pt x="2359581" y="4547019"/>
                </a:cubicBezTo>
                <a:cubicBezTo>
                  <a:pt x="2355888" y="4563869"/>
                  <a:pt x="2366003" y="4577718"/>
                  <a:pt x="2377934" y="4587874"/>
                </a:cubicBezTo>
                <a:close/>
                <a:moveTo>
                  <a:pt x="2275187" y="4587874"/>
                </a:moveTo>
                <a:lnTo>
                  <a:pt x="2301025" y="4587874"/>
                </a:lnTo>
                <a:cubicBezTo>
                  <a:pt x="2333663" y="4574928"/>
                  <a:pt x="2328898" y="4517130"/>
                  <a:pt x="2290375" y="4518980"/>
                </a:cubicBezTo>
                <a:cubicBezTo>
                  <a:pt x="2251591" y="4516436"/>
                  <a:pt x="2244784" y="4570766"/>
                  <a:pt x="2275187" y="4587874"/>
                </a:cubicBezTo>
                <a:close/>
                <a:moveTo>
                  <a:pt x="2172828" y="4587874"/>
                </a:moveTo>
                <a:lnTo>
                  <a:pt x="2199715" y="4587874"/>
                </a:lnTo>
                <a:cubicBezTo>
                  <a:pt x="2214953" y="4577492"/>
                  <a:pt x="2224139" y="4558340"/>
                  <a:pt x="2218313" y="4539650"/>
                </a:cubicBezTo>
                <a:cubicBezTo>
                  <a:pt x="2208901" y="4508499"/>
                  <a:pt x="2155123" y="4514037"/>
                  <a:pt x="2153330" y="4547264"/>
                </a:cubicBezTo>
                <a:cubicBezTo>
                  <a:pt x="2149522" y="4564570"/>
                  <a:pt x="2160047" y="4578414"/>
                  <a:pt x="2172828" y="4587874"/>
                </a:cubicBezTo>
                <a:close/>
                <a:moveTo>
                  <a:pt x="3507605" y="4587875"/>
                </a:moveTo>
                <a:lnTo>
                  <a:pt x="3531229" y="4587875"/>
                </a:lnTo>
                <a:cubicBezTo>
                  <a:pt x="3547743" y="4582106"/>
                  <a:pt x="3562192" y="4567108"/>
                  <a:pt x="3558523" y="4547956"/>
                </a:cubicBezTo>
                <a:cubicBezTo>
                  <a:pt x="3554165" y="4517499"/>
                  <a:pt x="3507835" y="4508500"/>
                  <a:pt x="3491780" y="4534112"/>
                </a:cubicBezTo>
                <a:cubicBezTo>
                  <a:pt x="3481229" y="4553494"/>
                  <a:pt x="3489486" y="4576799"/>
                  <a:pt x="3507605" y="4587875"/>
                </a:cubicBezTo>
                <a:close/>
                <a:moveTo>
                  <a:pt x="3612594" y="4587875"/>
                </a:moveTo>
                <a:lnTo>
                  <a:pt x="3636994" y="4587875"/>
                </a:lnTo>
                <a:cubicBezTo>
                  <a:pt x="3670141" y="4575401"/>
                  <a:pt x="3666458" y="4517420"/>
                  <a:pt x="3627326" y="4520192"/>
                </a:cubicBezTo>
                <a:cubicBezTo>
                  <a:pt x="3586353" y="4513262"/>
                  <a:pt x="3578066" y="4573553"/>
                  <a:pt x="3612594" y="4587875"/>
                </a:cubicBez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id-ID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89C462B-6F05-4480-8116-87B3FBF03A52}"/>
              </a:ext>
            </a:extLst>
          </p:cNvPr>
          <p:cNvSpPr/>
          <p:nvPr/>
        </p:nvSpPr>
        <p:spPr>
          <a:xfrm>
            <a:off x="7364761" y="2656145"/>
            <a:ext cx="247991" cy="247991"/>
          </a:xfrm>
          <a:prstGeom prst="ellipse">
            <a:avLst/>
          </a:prstGeom>
          <a:solidFill>
            <a:schemeClr val="bg1">
              <a:alpha val="17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154971C-8040-447C-A7EA-E2203BCAA5BC}"/>
              </a:ext>
            </a:extLst>
          </p:cNvPr>
          <p:cNvGrpSpPr/>
          <p:nvPr/>
        </p:nvGrpSpPr>
        <p:grpSpPr>
          <a:xfrm>
            <a:off x="10257768" y="4448179"/>
            <a:ext cx="206839" cy="206839"/>
            <a:chOff x="9485562" y="4680798"/>
            <a:chExt cx="306138" cy="30613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94D024B-F95D-44E1-9A09-B740CB28A2A1}"/>
                </a:ext>
              </a:extLst>
            </p:cNvPr>
            <p:cNvSpPr/>
            <p:nvPr/>
          </p:nvSpPr>
          <p:spPr>
            <a:xfrm>
              <a:off x="9485562" y="4680798"/>
              <a:ext cx="306138" cy="306138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 w="952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1FE4BE7-4D63-4FB2-A310-C026781FF103}"/>
                </a:ext>
              </a:extLst>
            </p:cNvPr>
            <p:cNvSpPr/>
            <p:nvPr/>
          </p:nvSpPr>
          <p:spPr>
            <a:xfrm>
              <a:off x="9537887" y="4733123"/>
              <a:ext cx="201488" cy="201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sx="99000" sy="99000" algn="t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1ED91FE-BBD6-481D-BD26-C8DD0B5449BF}"/>
              </a:ext>
            </a:extLst>
          </p:cNvPr>
          <p:cNvGrpSpPr/>
          <p:nvPr/>
        </p:nvGrpSpPr>
        <p:grpSpPr>
          <a:xfrm>
            <a:off x="8082637" y="3742731"/>
            <a:ext cx="206839" cy="206839"/>
            <a:chOff x="9485562" y="4680798"/>
            <a:chExt cx="306138" cy="30613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06B9C56-0B14-4F4E-826E-E9AF5009C832}"/>
                </a:ext>
              </a:extLst>
            </p:cNvPr>
            <p:cNvSpPr/>
            <p:nvPr/>
          </p:nvSpPr>
          <p:spPr>
            <a:xfrm>
              <a:off x="9485562" y="4680798"/>
              <a:ext cx="306138" cy="306138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 w="952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D9A3D6F-27EB-45FB-9BC8-08F05C3D74FF}"/>
                </a:ext>
              </a:extLst>
            </p:cNvPr>
            <p:cNvSpPr/>
            <p:nvPr/>
          </p:nvSpPr>
          <p:spPr>
            <a:xfrm>
              <a:off x="9537887" y="4733123"/>
              <a:ext cx="201488" cy="201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sx="99000" sy="99000" algn="t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5A5A5E-FBF8-4193-92E4-F8F325BC26EE}"/>
              </a:ext>
            </a:extLst>
          </p:cNvPr>
          <p:cNvGrpSpPr/>
          <p:nvPr/>
        </p:nvGrpSpPr>
        <p:grpSpPr>
          <a:xfrm>
            <a:off x="9543594" y="3553252"/>
            <a:ext cx="206839" cy="206839"/>
            <a:chOff x="9485562" y="4680798"/>
            <a:chExt cx="306138" cy="30613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2DB6478-688C-4898-868E-B73B6713DAF7}"/>
                </a:ext>
              </a:extLst>
            </p:cNvPr>
            <p:cNvSpPr/>
            <p:nvPr/>
          </p:nvSpPr>
          <p:spPr>
            <a:xfrm>
              <a:off x="9485562" y="4680798"/>
              <a:ext cx="306138" cy="306138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 w="952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F61DB7F-652B-4478-8C80-61B13400F6CE}"/>
                </a:ext>
              </a:extLst>
            </p:cNvPr>
            <p:cNvSpPr/>
            <p:nvPr/>
          </p:nvSpPr>
          <p:spPr>
            <a:xfrm>
              <a:off x="9537887" y="4733123"/>
              <a:ext cx="201488" cy="201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sx="99000" sy="99000" algn="t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3E08EBB-EF30-4C1B-BA08-F6602742AEDB}"/>
              </a:ext>
            </a:extLst>
          </p:cNvPr>
          <p:cNvGrpSpPr/>
          <p:nvPr/>
        </p:nvGrpSpPr>
        <p:grpSpPr>
          <a:xfrm>
            <a:off x="9183796" y="2214444"/>
            <a:ext cx="206839" cy="206839"/>
            <a:chOff x="9485562" y="4680798"/>
            <a:chExt cx="306138" cy="3061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1A5FAC4-5493-4951-A4D9-6560D6E0B001}"/>
                </a:ext>
              </a:extLst>
            </p:cNvPr>
            <p:cNvSpPr/>
            <p:nvPr/>
          </p:nvSpPr>
          <p:spPr>
            <a:xfrm>
              <a:off x="9485562" y="4680798"/>
              <a:ext cx="306138" cy="306138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 w="952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05B4C7B-7DAD-4B33-A852-932F32B567CD}"/>
                </a:ext>
              </a:extLst>
            </p:cNvPr>
            <p:cNvSpPr/>
            <p:nvPr/>
          </p:nvSpPr>
          <p:spPr>
            <a:xfrm>
              <a:off x="9537887" y="4733123"/>
              <a:ext cx="201488" cy="201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sx="99000" sy="99000" algn="t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CF497C1-FAA9-4C35-AF24-7A8725FC4EE1}"/>
              </a:ext>
            </a:extLst>
          </p:cNvPr>
          <p:cNvGrpSpPr/>
          <p:nvPr/>
        </p:nvGrpSpPr>
        <p:grpSpPr>
          <a:xfrm>
            <a:off x="10368923" y="2936341"/>
            <a:ext cx="206839" cy="206839"/>
            <a:chOff x="9485562" y="4680798"/>
            <a:chExt cx="306138" cy="30613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714651E-A1CD-47ED-BD3D-EDFEAC44BF0A}"/>
                </a:ext>
              </a:extLst>
            </p:cNvPr>
            <p:cNvSpPr/>
            <p:nvPr/>
          </p:nvSpPr>
          <p:spPr>
            <a:xfrm>
              <a:off x="9485562" y="4680798"/>
              <a:ext cx="306138" cy="306138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 w="952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73D5B2C-0FB2-422F-A761-653CE25F20B1}"/>
                </a:ext>
              </a:extLst>
            </p:cNvPr>
            <p:cNvSpPr/>
            <p:nvPr/>
          </p:nvSpPr>
          <p:spPr>
            <a:xfrm>
              <a:off x="9537887" y="4733123"/>
              <a:ext cx="201488" cy="201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sx="99000" sy="99000" algn="t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9B192C3-3519-4D21-8A6F-1FDA61D170D7}"/>
              </a:ext>
            </a:extLst>
          </p:cNvPr>
          <p:cNvGrpSpPr/>
          <p:nvPr/>
        </p:nvGrpSpPr>
        <p:grpSpPr>
          <a:xfrm>
            <a:off x="5860477" y="3949570"/>
            <a:ext cx="206839" cy="206839"/>
            <a:chOff x="9485562" y="4680798"/>
            <a:chExt cx="306138" cy="30613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B9FB86A-79FC-438E-8139-EA5B417EABB3}"/>
                </a:ext>
              </a:extLst>
            </p:cNvPr>
            <p:cNvSpPr/>
            <p:nvPr/>
          </p:nvSpPr>
          <p:spPr>
            <a:xfrm>
              <a:off x="9485562" y="4680798"/>
              <a:ext cx="306138" cy="306138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 w="952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4B611AE-F35E-4053-8C7B-F43FE152245A}"/>
                </a:ext>
              </a:extLst>
            </p:cNvPr>
            <p:cNvSpPr/>
            <p:nvPr/>
          </p:nvSpPr>
          <p:spPr>
            <a:xfrm>
              <a:off x="9537887" y="4733123"/>
              <a:ext cx="201488" cy="201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sx="99000" sy="99000" algn="t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5850BB-A123-4D7E-9AC9-CE64FAAE5CD8}"/>
              </a:ext>
            </a:extLst>
          </p:cNvPr>
          <p:cNvGrpSpPr/>
          <p:nvPr/>
        </p:nvGrpSpPr>
        <p:grpSpPr>
          <a:xfrm>
            <a:off x="5032329" y="2924309"/>
            <a:ext cx="206839" cy="206839"/>
            <a:chOff x="9485562" y="4680798"/>
            <a:chExt cx="306138" cy="306138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A028628-8B7B-4D14-9FBD-D514099FE69C}"/>
                </a:ext>
              </a:extLst>
            </p:cNvPr>
            <p:cNvSpPr/>
            <p:nvPr/>
          </p:nvSpPr>
          <p:spPr>
            <a:xfrm>
              <a:off x="9485562" y="4680798"/>
              <a:ext cx="306138" cy="306138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 w="952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2B4C9E2-B557-4EFF-8AE2-D8A35C86BDF3}"/>
                </a:ext>
              </a:extLst>
            </p:cNvPr>
            <p:cNvSpPr/>
            <p:nvPr/>
          </p:nvSpPr>
          <p:spPr>
            <a:xfrm>
              <a:off x="9537887" y="4733123"/>
              <a:ext cx="201488" cy="201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sx="99000" sy="99000" algn="t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619EF7F-FA09-4D2F-A1B2-E27751A44C49}"/>
              </a:ext>
            </a:extLst>
          </p:cNvPr>
          <p:cNvGrpSpPr/>
          <p:nvPr/>
        </p:nvGrpSpPr>
        <p:grpSpPr>
          <a:xfrm>
            <a:off x="6197768" y="2075118"/>
            <a:ext cx="206839" cy="206839"/>
            <a:chOff x="9485562" y="4680798"/>
            <a:chExt cx="306138" cy="306138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FB4945A-D02E-4C3D-9DC2-A9C8BBE61A8C}"/>
                </a:ext>
              </a:extLst>
            </p:cNvPr>
            <p:cNvSpPr/>
            <p:nvPr/>
          </p:nvSpPr>
          <p:spPr>
            <a:xfrm>
              <a:off x="9485562" y="4680798"/>
              <a:ext cx="306138" cy="306138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 w="952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E4AD401-1143-43D4-9D2E-77F9E10BF692}"/>
                </a:ext>
              </a:extLst>
            </p:cNvPr>
            <p:cNvSpPr/>
            <p:nvPr/>
          </p:nvSpPr>
          <p:spPr>
            <a:xfrm>
              <a:off x="9537887" y="4733123"/>
              <a:ext cx="201488" cy="201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dist="50800" dir="5400000" sx="99000" sy="99000" algn="t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DBC298-1BCB-4197-BD0F-F86EB5866069}"/>
              </a:ext>
            </a:extLst>
          </p:cNvPr>
          <p:cNvCxnSpPr>
            <a:cxnSpLocks/>
            <a:stCxn id="31" idx="4"/>
            <a:endCxn id="25" idx="0"/>
          </p:cNvCxnSpPr>
          <p:nvPr/>
        </p:nvCxnSpPr>
        <p:spPr>
          <a:xfrm flipH="1">
            <a:off x="5963896" y="2246604"/>
            <a:ext cx="337292" cy="1738319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C296653-A7B3-4AE6-A4D8-D7D04CADC479}"/>
              </a:ext>
            </a:extLst>
          </p:cNvPr>
          <p:cNvCxnSpPr>
            <a:cxnSpLocks/>
            <a:stCxn id="28" idx="6"/>
            <a:endCxn id="7" idx="2"/>
          </p:cNvCxnSpPr>
          <p:nvPr/>
        </p:nvCxnSpPr>
        <p:spPr>
          <a:xfrm flipV="1">
            <a:off x="5203815" y="2780141"/>
            <a:ext cx="2203332" cy="247588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37D329E-9C68-419B-94F0-18A6BE545E12}"/>
              </a:ext>
            </a:extLst>
          </p:cNvPr>
          <p:cNvCxnSpPr>
            <a:cxnSpLocks/>
            <a:stCxn id="31" idx="3"/>
            <a:endCxn id="28" idx="7"/>
          </p:cNvCxnSpPr>
          <p:nvPr/>
        </p:nvCxnSpPr>
        <p:spPr>
          <a:xfrm flipH="1">
            <a:off x="5183878" y="2226668"/>
            <a:ext cx="1069179" cy="752930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25D56CB-CF32-4B70-93FF-6AD03E6CBDC0}"/>
              </a:ext>
            </a:extLst>
          </p:cNvPr>
          <p:cNvCxnSpPr>
            <a:cxnSpLocks/>
            <a:stCxn id="25" idx="6"/>
            <a:endCxn id="13" idx="2"/>
          </p:cNvCxnSpPr>
          <p:nvPr/>
        </p:nvCxnSpPr>
        <p:spPr>
          <a:xfrm flipV="1">
            <a:off x="6031963" y="3846151"/>
            <a:ext cx="2086027" cy="206839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5A32091-FB71-46BF-9179-0151D522AF6C}"/>
              </a:ext>
            </a:extLst>
          </p:cNvPr>
          <p:cNvCxnSpPr>
            <a:stCxn id="7" idx="5"/>
            <a:endCxn id="13" idx="1"/>
          </p:cNvCxnSpPr>
          <p:nvPr/>
        </p:nvCxnSpPr>
        <p:spPr>
          <a:xfrm>
            <a:off x="7546462" y="2837847"/>
            <a:ext cx="591464" cy="96017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2D638E1-D7BF-4876-ADC4-1718B11644EE}"/>
              </a:ext>
            </a:extLst>
          </p:cNvPr>
          <p:cNvCxnSpPr>
            <a:cxnSpLocks/>
            <a:stCxn id="25" idx="7"/>
            <a:endCxn id="7" idx="3"/>
          </p:cNvCxnSpPr>
          <p:nvPr/>
        </p:nvCxnSpPr>
        <p:spPr>
          <a:xfrm flipV="1">
            <a:off x="6012027" y="2837847"/>
            <a:ext cx="1419023" cy="1167012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3563688-EA0C-4E41-BE87-3194185A4690}"/>
              </a:ext>
            </a:extLst>
          </p:cNvPr>
          <p:cNvCxnSpPr>
            <a:stCxn id="28" idx="5"/>
            <a:endCxn id="25" idx="2"/>
          </p:cNvCxnSpPr>
          <p:nvPr/>
        </p:nvCxnSpPr>
        <p:spPr>
          <a:xfrm>
            <a:off x="5183878" y="3075858"/>
            <a:ext cx="711951" cy="977132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8A33CA6-4577-4FAE-8CD2-7D378A7A7F26}"/>
              </a:ext>
            </a:extLst>
          </p:cNvPr>
          <p:cNvCxnSpPr>
            <a:cxnSpLocks/>
            <a:stCxn id="31" idx="5"/>
            <a:endCxn id="7" idx="1"/>
          </p:cNvCxnSpPr>
          <p:nvPr/>
        </p:nvCxnSpPr>
        <p:spPr>
          <a:xfrm>
            <a:off x="6349318" y="2226668"/>
            <a:ext cx="1081732" cy="495767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F947A7E-6378-413C-9BE7-58EFE9DA991E}"/>
              </a:ext>
            </a:extLst>
          </p:cNvPr>
          <p:cNvCxnSpPr>
            <a:stCxn id="7" idx="7"/>
            <a:endCxn id="19" idx="2"/>
          </p:cNvCxnSpPr>
          <p:nvPr/>
        </p:nvCxnSpPr>
        <p:spPr>
          <a:xfrm flipV="1">
            <a:off x="7546462" y="2317864"/>
            <a:ext cx="1672687" cy="404571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E5FEFFE-BCCD-4666-B7AD-5F25C939A4D5}"/>
              </a:ext>
            </a:extLst>
          </p:cNvPr>
          <p:cNvCxnSpPr>
            <a:stCxn id="31" idx="6"/>
            <a:endCxn id="19" idx="1"/>
          </p:cNvCxnSpPr>
          <p:nvPr/>
        </p:nvCxnSpPr>
        <p:spPr>
          <a:xfrm>
            <a:off x="6369254" y="2178538"/>
            <a:ext cx="2869831" cy="91195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C7499C1-AFD6-44B3-9F45-886D3B14704C}"/>
              </a:ext>
            </a:extLst>
          </p:cNvPr>
          <p:cNvCxnSpPr>
            <a:cxnSpLocks/>
            <a:stCxn id="13" idx="0"/>
            <a:endCxn id="19" idx="3"/>
          </p:cNvCxnSpPr>
          <p:nvPr/>
        </p:nvCxnSpPr>
        <p:spPr>
          <a:xfrm flipV="1">
            <a:off x="8186057" y="2365993"/>
            <a:ext cx="1053028" cy="1412090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D8A79ED-DB1B-4B17-9BA6-5A94D7B95F22}"/>
              </a:ext>
            </a:extLst>
          </p:cNvPr>
          <p:cNvCxnSpPr>
            <a:cxnSpLocks/>
            <a:stCxn id="16" idx="2"/>
            <a:endCxn id="13" idx="6"/>
          </p:cNvCxnSpPr>
          <p:nvPr/>
        </p:nvCxnSpPr>
        <p:spPr>
          <a:xfrm flipH="1">
            <a:off x="8254123" y="3656672"/>
            <a:ext cx="1324823" cy="189479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A0A7E2B-CAED-4394-8F92-49AB868E9F2F}"/>
              </a:ext>
            </a:extLst>
          </p:cNvPr>
          <p:cNvCxnSpPr>
            <a:stCxn id="10" idx="2"/>
            <a:endCxn id="13" idx="5"/>
          </p:cNvCxnSpPr>
          <p:nvPr/>
        </p:nvCxnSpPr>
        <p:spPr>
          <a:xfrm flipH="1" flipV="1">
            <a:off x="8234187" y="3894280"/>
            <a:ext cx="2058934" cy="657318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4D9C9D7-C828-4FC8-A76A-38D6A0CF8EB4}"/>
              </a:ext>
            </a:extLst>
          </p:cNvPr>
          <p:cNvCxnSpPr>
            <a:stCxn id="25" idx="5"/>
            <a:endCxn id="10" idx="3"/>
          </p:cNvCxnSpPr>
          <p:nvPr/>
        </p:nvCxnSpPr>
        <p:spPr>
          <a:xfrm>
            <a:off x="6012026" y="4101120"/>
            <a:ext cx="4301031" cy="498608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7746F42-4CF4-48EB-BC7F-BFC9B2FAF694}"/>
              </a:ext>
            </a:extLst>
          </p:cNvPr>
          <p:cNvCxnSpPr>
            <a:stCxn id="10" idx="1"/>
            <a:endCxn id="16" idx="5"/>
          </p:cNvCxnSpPr>
          <p:nvPr/>
        </p:nvCxnSpPr>
        <p:spPr>
          <a:xfrm flipH="1" flipV="1">
            <a:off x="9695143" y="3704801"/>
            <a:ext cx="617914" cy="798666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9F0486F-7514-4AFF-8E1B-7C1A3A49CB33}"/>
              </a:ext>
            </a:extLst>
          </p:cNvPr>
          <p:cNvCxnSpPr>
            <a:stCxn id="19" idx="4"/>
            <a:endCxn id="16" idx="0"/>
          </p:cNvCxnSpPr>
          <p:nvPr/>
        </p:nvCxnSpPr>
        <p:spPr>
          <a:xfrm>
            <a:off x="9287216" y="2385930"/>
            <a:ext cx="359798" cy="1202675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8631A84-D4F1-4B08-ACBB-91B9C163751C}"/>
              </a:ext>
            </a:extLst>
          </p:cNvPr>
          <p:cNvCxnSpPr>
            <a:cxnSpLocks/>
            <a:stCxn id="19" idx="5"/>
            <a:endCxn id="22" idx="1"/>
          </p:cNvCxnSpPr>
          <p:nvPr/>
        </p:nvCxnSpPr>
        <p:spPr>
          <a:xfrm>
            <a:off x="9335346" y="2365993"/>
            <a:ext cx="1088866" cy="625637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2F6F54A-1D48-4268-B185-23831A22BD0A}"/>
              </a:ext>
            </a:extLst>
          </p:cNvPr>
          <p:cNvCxnSpPr>
            <a:stCxn id="16" idx="6"/>
            <a:endCxn id="22" idx="3"/>
          </p:cNvCxnSpPr>
          <p:nvPr/>
        </p:nvCxnSpPr>
        <p:spPr>
          <a:xfrm flipV="1">
            <a:off x="9715080" y="3087891"/>
            <a:ext cx="709132" cy="568781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6937FDF-47DE-43BE-8705-E6EBC386CA04}"/>
              </a:ext>
            </a:extLst>
          </p:cNvPr>
          <p:cNvCxnSpPr>
            <a:stCxn id="10" idx="0"/>
            <a:endCxn id="22" idx="4"/>
          </p:cNvCxnSpPr>
          <p:nvPr/>
        </p:nvCxnSpPr>
        <p:spPr>
          <a:xfrm flipV="1">
            <a:off x="10361188" y="3107827"/>
            <a:ext cx="111154" cy="1375704"/>
          </a:xfrm>
          <a:prstGeom prst="line">
            <a:avLst/>
          </a:prstGeom>
          <a:ln w="12700">
            <a:solidFill>
              <a:schemeClr val="bg1">
                <a:alpha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4FB4711-45BE-47CE-81C8-E0B3D00D7B02}"/>
              </a:ext>
            </a:extLst>
          </p:cNvPr>
          <p:cNvSpPr/>
          <p:nvPr/>
        </p:nvSpPr>
        <p:spPr>
          <a:xfrm>
            <a:off x="1524000" y="1791618"/>
            <a:ext cx="23698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Ubuntu" panose="020B0504030602030204" pitchFamily="34" charset="0"/>
              </a:rPr>
              <a:t>World Map slide </a:t>
            </a:r>
            <a:endParaRPr lang="en-US" sz="36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023A67-04BD-419D-8C3C-4569F399F330}"/>
              </a:ext>
            </a:extLst>
          </p:cNvPr>
          <p:cNvSpPr/>
          <p:nvPr/>
        </p:nvSpPr>
        <p:spPr>
          <a:xfrm>
            <a:off x="1523999" y="3381988"/>
            <a:ext cx="3449571" cy="88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one, it's fairly easy to pick up another.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CE7CF26-8F3D-4004-A908-E84EB0FC5FFE}"/>
              </a:ext>
            </a:extLst>
          </p:cNvPr>
          <p:cNvSpPr/>
          <p:nvPr/>
        </p:nvSpPr>
        <p:spPr>
          <a:xfrm>
            <a:off x="1619249" y="4677847"/>
            <a:ext cx="1296186" cy="3448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Ubuntu" panose="020B0504030602030204" pitchFamily="34" charset="0"/>
              </a:rPr>
              <a:t>MORE DETAILS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ECC177-4472-49C1-9F05-C19BA832E686}"/>
              </a:ext>
            </a:extLst>
          </p:cNvPr>
          <p:cNvGrpSpPr/>
          <p:nvPr/>
        </p:nvGrpSpPr>
        <p:grpSpPr>
          <a:xfrm>
            <a:off x="6795723" y="5007104"/>
            <a:ext cx="2849154" cy="859559"/>
            <a:chOff x="6795723" y="5007104"/>
            <a:chExt cx="2849154" cy="859559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B1198D2-D270-46F1-A3BB-7EC16CDAD3AA}"/>
                </a:ext>
              </a:extLst>
            </p:cNvPr>
            <p:cNvSpPr/>
            <p:nvPr/>
          </p:nvSpPr>
          <p:spPr>
            <a:xfrm>
              <a:off x="6795723" y="5017665"/>
              <a:ext cx="306134" cy="848998"/>
            </a:xfrm>
            <a:custGeom>
              <a:avLst/>
              <a:gdLst/>
              <a:ahLst/>
              <a:cxnLst/>
              <a:rect l="l" t="t" r="r" b="b"/>
              <a:pathLst>
                <a:path w="1650336" h="4576865">
                  <a:moveTo>
                    <a:pt x="1650336" y="0"/>
                  </a:moveTo>
                  <a:lnTo>
                    <a:pt x="1650336" y="356206"/>
                  </a:lnTo>
                  <a:cubicBezTo>
                    <a:pt x="1257399" y="366457"/>
                    <a:pt x="1060931" y="536445"/>
                    <a:pt x="1060931" y="866170"/>
                  </a:cubicBezTo>
                  <a:lnTo>
                    <a:pt x="1060931" y="1622147"/>
                  </a:lnTo>
                  <a:cubicBezTo>
                    <a:pt x="1060931" y="1989458"/>
                    <a:pt x="870441" y="2206428"/>
                    <a:pt x="489463" y="2273057"/>
                  </a:cubicBezTo>
                  <a:lnTo>
                    <a:pt x="489463" y="2303808"/>
                  </a:lnTo>
                  <a:cubicBezTo>
                    <a:pt x="870441" y="2370436"/>
                    <a:pt x="1060931" y="2587406"/>
                    <a:pt x="1060931" y="2954717"/>
                  </a:cubicBezTo>
                  <a:lnTo>
                    <a:pt x="1060931" y="3715820"/>
                  </a:lnTo>
                  <a:cubicBezTo>
                    <a:pt x="1060931" y="3890079"/>
                    <a:pt x="1110902" y="4016502"/>
                    <a:pt x="1210845" y="4095089"/>
                  </a:cubicBezTo>
                  <a:cubicBezTo>
                    <a:pt x="1310787" y="4173677"/>
                    <a:pt x="1457285" y="4214679"/>
                    <a:pt x="1650336" y="4218096"/>
                  </a:cubicBezTo>
                  <a:lnTo>
                    <a:pt x="1650336" y="4576865"/>
                  </a:lnTo>
                  <a:cubicBezTo>
                    <a:pt x="1325736" y="4573448"/>
                    <a:pt x="1074598" y="4499132"/>
                    <a:pt x="896922" y="4353915"/>
                  </a:cubicBezTo>
                  <a:cubicBezTo>
                    <a:pt x="719246" y="4208700"/>
                    <a:pt x="630408" y="4004543"/>
                    <a:pt x="630408" y="3741446"/>
                  </a:cubicBezTo>
                  <a:lnTo>
                    <a:pt x="630408" y="2964968"/>
                  </a:lnTo>
                  <a:cubicBezTo>
                    <a:pt x="630408" y="2787292"/>
                    <a:pt x="576592" y="2660441"/>
                    <a:pt x="468962" y="2584416"/>
                  </a:cubicBezTo>
                  <a:cubicBezTo>
                    <a:pt x="361331" y="2508392"/>
                    <a:pt x="205011" y="2470379"/>
                    <a:pt x="0" y="2470379"/>
                  </a:cubicBezTo>
                  <a:lnTo>
                    <a:pt x="0" y="2109048"/>
                  </a:lnTo>
                  <a:cubicBezTo>
                    <a:pt x="222095" y="2105631"/>
                    <a:pt x="382687" y="2064629"/>
                    <a:pt x="481775" y="1986041"/>
                  </a:cubicBezTo>
                  <a:cubicBezTo>
                    <a:pt x="580864" y="1907454"/>
                    <a:pt x="630408" y="1786156"/>
                    <a:pt x="630408" y="1622147"/>
                  </a:cubicBezTo>
                  <a:lnTo>
                    <a:pt x="630408" y="837981"/>
                  </a:lnTo>
                  <a:cubicBezTo>
                    <a:pt x="630408" y="573176"/>
                    <a:pt x="722663" y="367311"/>
                    <a:pt x="907172" y="220386"/>
                  </a:cubicBezTo>
                  <a:cubicBezTo>
                    <a:pt x="1091682" y="73462"/>
                    <a:pt x="1339404" y="0"/>
                    <a:pt x="165033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Ubuntu" panose="020B050403060203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ECE6B83-E436-48F4-823E-375C68F50F4D}"/>
                </a:ext>
              </a:extLst>
            </p:cNvPr>
            <p:cNvSpPr txBox="1"/>
            <p:nvPr/>
          </p:nvSpPr>
          <p:spPr>
            <a:xfrm>
              <a:off x="7203741" y="5007104"/>
              <a:ext cx="2441136" cy="843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&lt;!--This is a comment. Comments are not displayed in the browser--&gt;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C29A5CF-4FEE-43B3-A1DA-DA653909DFF2}"/>
              </a:ext>
            </a:extLst>
          </p:cNvPr>
          <p:cNvGrpSpPr/>
          <p:nvPr/>
        </p:nvGrpSpPr>
        <p:grpSpPr>
          <a:xfrm>
            <a:off x="7486429" y="2450619"/>
            <a:ext cx="1475919" cy="657208"/>
            <a:chOff x="1580539" y="3066896"/>
            <a:chExt cx="1568157" cy="657208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D5A1D723-2BA7-4E1B-8881-132F010C3F76}"/>
                </a:ext>
              </a:extLst>
            </p:cNvPr>
            <p:cNvSpPr/>
            <p:nvPr/>
          </p:nvSpPr>
          <p:spPr>
            <a:xfrm>
              <a:off x="1580539" y="3066896"/>
              <a:ext cx="1568157" cy="657208"/>
            </a:xfrm>
            <a:prstGeom prst="roundRect">
              <a:avLst>
                <a:gd name="adj" fmla="val 14597"/>
              </a:avLst>
            </a:prstGeom>
            <a:solidFill>
              <a:schemeClr val="bg1"/>
            </a:soli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FC6864-9D23-4E6D-9FD5-79BD27561CBC}"/>
                </a:ext>
              </a:extLst>
            </p:cNvPr>
            <p:cNvSpPr txBox="1"/>
            <p:nvPr/>
          </p:nvSpPr>
          <p:spPr>
            <a:xfrm>
              <a:off x="1740856" y="3217759"/>
              <a:ext cx="1357823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chemeClr val="accent1"/>
                  </a:solidFill>
                  <a:latin typeface="Ubuntu" panose="020B0504030602030204" pitchFamily="34" charset="0"/>
                </a:rPr>
                <a:t>Option one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1FDF86B7-94E0-4F6E-956B-335CE1F8DF0C}"/>
              </a:ext>
            </a:extLst>
          </p:cNvPr>
          <p:cNvSpPr/>
          <p:nvPr/>
        </p:nvSpPr>
        <p:spPr>
          <a:xfrm>
            <a:off x="7407147" y="2698532"/>
            <a:ext cx="163218" cy="163218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152400" dist="50800" dir="5400000" sx="99000" sy="99000" algn="t" rotWithShape="0">
              <a:schemeClr val="accent5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53333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333">
                                          <p:cBhvr additive="base">
                                            <p:cTn id="7" dur="12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333">
                                          <p:cBhvr additive="base">
                                            <p:cTn id="8" dur="12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75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75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5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7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75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75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5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75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75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7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75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5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75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75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75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75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75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75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75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75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75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5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75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75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75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75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75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75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75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1" dur="500" fill="hold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500" fill="hold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5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75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7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5" grpId="0" animBg="1"/>
          <p:bldP spid="6" grpId="0" animBg="1"/>
          <p:bldP spid="58" grpId="0"/>
          <p:bldP spid="59" grpId="0" animBg="1"/>
          <p:bldP spid="7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75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75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75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7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75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75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75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75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75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7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75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75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75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75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75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75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75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75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75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75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75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75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75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75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75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75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75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75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75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2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1" dur="500" fill="hold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500" fill="hold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3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5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75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7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5" grpId="0" animBg="1"/>
          <p:bldP spid="6" grpId="0" animBg="1"/>
          <p:bldP spid="58" grpId="0"/>
          <p:bldP spid="59" grpId="0" animBg="1"/>
          <p:bldP spid="7" grpId="0" animBg="1"/>
        </p:bldLst>
      </p:timing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D806FEAE-4A03-4771-A5C8-E72D92F9299B}"/>
              </a:ext>
            </a:extLst>
          </p:cNvPr>
          <p:cNvSpPr/>
          <p:nvPr/>
        </p:nvSpPr>
        <p:spPr>
          <a:xfrm>
            <a:off x="1524000" y="0"/>
            <a:ext cx="4572000" cy="6858000"/>
          </a:xfrm>
          <a:prstGeom prst="rect">
            <a:avLst/>
          </a:prstGeom>
          <a:solidFill>
            <a:srgbClr val="F1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933EDAE-1B39-45A3-9C1D-29BE86F87B79}"/>
              </a:ext>
            </a:extLst>
          </p:cNvPr>
          <p:cNvSpPr/>
          <p:nvPr/>
        </p:nvSpPr>
        <p:spPr>
          <a:xfrm>
            <a:off x="3918147" y="800099"/>
            <a:ext cx="4355706" cy="5257802"/>
          </a:xfrm>
          <a:custGeom>
            <a:avLst/>
            <a:gdLst>
              <a:gd name="connsiteX0" fmla="*/ 1790700 w 3581400"/>
              <a:gd name="connsiteY0" fmla="*/ 0 h 4323132"/>
              <a:gd name="connsiteX1" fmla="*/ 3056916 w 3581400"/>
              <a:gd name="connsiteY1" fmla="*/ 524484 h 4323132"/>
              <a:gd name="connsiteX2" fmla="*/ 3056916 w 3581400"/>
              <a:gd name="connsiteY2" fmla="*/ 3056916 h 4323132"/>
              <a:gd name="connsiteX3" fmla="*/ 1790700 w 3581400"/>
              <a:gd name="connsiteY3" fmla="*/ 4323132 h 4323132"/>
              <a:gd name="connsiteX4" fmla="*/ 524484 w 3581400"/>
              <a:gd name="connsiteY4" fmla="*/ 3056916 h 4323132"/>
              <a:gd name="connsiteX5" fmla="*/ 524484 w 3581400"/>
              <a:gd name="connsiteY5" fmla="*/ 524484 h 4323132"/>
              <a:gd name="connsiteX6" fmla="*/ 1790700 w 3581400"/>
              <a:gd name="connsiteY6" fmla="*/ 0 h 432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81400" h="4323132">
                <a:moveTo>
                  <a:pt x="1790700" y="0"/>
                </a:moveTo>
                <a:cubicBezTo>
                  <a:pt x="2248980" y="0"/>
                  <a:pt x="2707260" y="174828"/>
                  <a:pt x="3056916" y="524484"/>
                </a:cubicBezTo>
                <a:cubicBezTo>
                  <a:pt x="3756228" y="1223796"/>
                  <a:pt x="3756228" y="2357605"/>
                  <a:pt x="3056916" y="3056916"/>
                </a:cubicBezTo>
                <a:lnTo>
                  <a:pt x="1790700" y="4323132"/>
                </a:lnTo>
                <a:lnTo>
                  <a:pt x="524484" y="3056916"/>
                </a:lnTo>
                <a:cubicBezTo>
                  <a:pt x="-174827" y="2357605"/>
                  <a:pt x="-174827" y="1223796"/>
                  <a:pt x="524484" y="524484"/>
                </a:cubicBezTo>
                <a:cubicBezTo>
                  <a:pt x="874140" y="174828"/>
                  <a:pt x="1332420" y="0"/>
                  <a:pt x="1790700" y="0"/>
                </a:cubicBezTo>
                <a:close/>
              </a:path>
            </a:pathLst>
          </a:custGeom>
          <a:noFill/>
          <a:ln w="47625">
            <a:gradFill flip="none" rotWithShape="1">
              <a:gsLst>
                <a:gs pos="0">
                  <a:schemeClr val="accent4">
                    <a:alpha val="16000"/>
                  </a:schemeClr>
                </a:gs>
                <a:gs pos="100000">
                  <a:schemeClr val="accent6"/>
                </a:gs>
                <a:gs pos="51000">
                  <a:schemeClr val="accent5">
                    <a:alpha val="17000"/>
                  </a:schemeClr>
                </a:gs>
              </a:gsLst>
              <a:lin ang="0" scaled="1"/>
              <a:tileRect/>
            </a:gradFill>
          </a:ln>
          <a:effectLst>
            <a:outerShdw blurRad="4445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F8620D-316C-4E49-B865-C32AE8AFC383}"/>
              </a:ext>
            </a:extLst>
          </p:cNvPr>
          <p:cNvSpPr/>
          <p:nvPr/>
        </p:nvSpPr>
        <p:spPr>
          <a:xfrm>
            <a:off x="8661006" y="1331677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Address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50AC5F-15BA-4554-8138-90FE4D4140AF}"/>
              </a:ext>
            </a:extLst>
          </p:cNvPr>
          <p:cNvSpPr/>
          <p:nvPr/>
        </p:nvSpPr>
        <p:spPr>
          <a:xfrm>
            <a:off x="8661006" y="1765205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2461DD-C2E5-444C-81CF-26D6DB9E2F15}"/>
              </a:ext>
            </a:extLst>
          </p:cNvPr>
          <p:cNvSpPr/>
          <p:nvPr/>
        </p:nvSpPr>
        <p:spPr>
          <a:xfrm>
            <a:off x="8661006" y="2775223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Phone number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62EDE22-896C-4D86-ADDB-2A771C7027E0}"/>
              </a:ext>
            </a:extLst>
          </p:cNvPr>
          <p:cNvSpPr/>
          <p:nvPr/>
        </p:nvSpPr>
        <p:spPr>
          <a:xfrm>
            <a:off x="8661006" y="3208751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71D167-EB68-4994-91FC-21A845F96A0F}"/>
              </a:ext>
            </a:extLst>
          </p:cNvPr>
          <p:cNvSpPr/>
          <p:nvPr/>
        </p:nvSpPr>
        <p:spPr>
          <a:xfrm>
            <a:off x="8661006" y="4218769"/>
            <a:ext cx="1435008" cy="338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32A4E"/>
                </a:solidFill>
                <a:latin typeface="Ubuntu" panose="020B0504030602030204" pitchFamily="34" charset="0"/>
              </a:rPr>
              <a:t>Websites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EA93C72-2A70-444F-85FD-A50393551596}"/>
              </a:ext>
            </a:extLst>
          </p:cNvPr>
          <p:cNvSpPr/>
          <p:nvPr/>
        </p:nvSpPr>
        <p:spPr>
          <a:xfrm>
            <a:off x="8661006" y="4652297"/>
            <a:ext cx="2788382" cy="611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32A4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There's no one "best" programming language, and once you've learned one.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87D1F92-D6AC-46EC-8367-020568818EA1}"/>
              </a:ext>
            </a:extLst>
          </p:cNvPr>
          <p:cNvSpPr/>
          <p:nvPr/>
        </p:nvSpPr>
        <p:spPr>
          <a:xfrm>
            <a:off x="1524000" y="2311733"/>
            <a:ext cx="3060710" cy="1107996"/>
          </a:xfrm>
          <a:prstGeom prst="rect">
            <a:avLst/>
          </a:prstGeom>
          <a:solidFill>
            <a:srgbClr val="232A4E"/>
          </a:solidFill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latin typeface="Ubuntu" panose="020B0504030602030204" pitchFamily="34" charset="0"/>
              </a:rPr>
              <a:t>Our</a:t>
            </a:r>
            <a:endParaRPr lang="en-US" sz="4800" b="1" i="0" dirty="0">
              <a:solidFill>
                <a:schemeClr val="bg1"/>
              </a:solidFill>
              <a:effectLst/>
              <a:latin typeface="Ubuntu" panose="020B0504030602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DAAB8E-7237-4A7C-8519-F4E2310C72FD}"/>
              </a:ext>
            </a:extLst>
          </p:cNvPr>
          <p:cNvSpPr/>
          <p:nvPr/>
        </p:nvSpPr>
        <p:spPr>
          <a:xfrm>
            <a:off x="2098299" y="3429000"/>
            <a:ext cx="2937241" cy="830997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Ubuntu" panose="020B0504030602030204" pitchFamily="34" charset="0"/>
              </a:rPr>
              <a:t>Office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97C3FA-B798-402F-9EF2-39890AD0382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F734007-F531-414A-8B9A-65CAEE0414FC}"/>
              </a:ext>
            </a:extLst>
          </p:cNvPr>
          <p:cNvGrpSpPr/>
          <p:nvPr/>
        </p:nvGrpSpPr>
        <p:grpSpPr>
          <a:xfrm>
            <a:off x="3832589" y="4606988"/>
            <a:ext cx="2263409" cy="657208"/>
            <a:chOff x="2033774" y="3105190"/>
            <a:chExt cx="2404861" cy="657208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529AA02-8E42-40CD-B0EB-6CCD12FA1AF8}"/>
                </a:ext>
              </a:extLst>
            </p:cNvPr>
            <p:cNvSpPr/>
            <p:nvPr/>
          </p:nvSpPr>
          <p:spPr>
            <a:xfrm>
              <a:off x="2033774" y="3105190"/>
              <a:ext cx="2404861" cy="657208"/>
            </a:xfrm>
            <a:prstGeom prst="roundRect">
              <a:avLst>
                <a:gd name="adj" fmla="val 14597"/>
              </a:avLst>
            </a:prstGeom>
            <a:solidFill>
              <a:schemeClr val="bg1"/>
            </a:solidFill>
            <a:ln>
              <a:noFill/>
            </a:ln>
            <a:effectLst>
              <a:outerShdw blurRad="355600" dist="228600" dir="5400000" sx="97000" sy="97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ED787FA-3920-42CC-A427-288864383177}"/>
                </a:ext>
              </a:extLst>
            </p:cNvPr>
            <p:cNvSpPr txBox="1"/>
            <p:nvPr/>
          </p:nvSpPr>
          <p:spPr>
            <a:xfrm>
              <a:off x="2239357" y="3256053"/>
              <a:ext cx="1993693" cy="35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@</a:t>
              </a:r>
              <a:r>
                <a:rPr lang="en-US" sz="1600" b="1" dirty="0" err="1">
                  <a:solidFill>
                    <a:srgbClr val="232A4E"/>
                  </a:solidFill>
                  <a:latin typeface="Ubuntu" panose="020B0504030602030204" pitchFamily="34" charset="0"/>
                </a:rPr>
                <a:t>coder_officials</a:t>
              </a:r>
              <a:r>
                <a:rPr lang="en-US" sz="1600" b="1" dirty="0">
                  <a:solidFill>
                    <a:srgbClr val="232A4E"/>
                  </a:solidFill>
                  <a:latin typeface="Ubuntu" panose="020B0504030602030204" pitchFamily="34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704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8" presetClass="entr" presetSubtype="3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8" presetClass="entr" presetSubtype="1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60" grpId="0" animBg="1"/>
      <p:bldP spid="34" grpId="0"/>
      <p:bldP spid="35" grpId="0"/>
      <p:bldP spid="36" grpId="0"/>
      <p:bldP spid="37" grpId="0"/>
      <p:bldP spid="38" grpId="0"/>
      <p:bldP spid="39" grpId="0"/>
      <p:bldP spid="45" grpId="0" animBg="1"/>
      <p:bldP spid="4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9FDC2E5-8398-4392-8C3D-78C7DC93A713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A508F6-BABD-4A8D-9D39-D8DFBD686FA2}"/>
              </a:ext>
            </a:extLst>
          </p:cNvPr>
          <p:cNvSpPr txBox="1"/>
          <p:nvPr/>
        </p:nvSpPr>
        <p:spPr>
          <a:xfrm>
            <a:off x="3926977" y="2690336"/>
            <a:ext cx="433804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1"/>
                </a:solidFill>
                <a:effectLst>
                  <a:outerShdw blurRad="317500" dist="38100" dir="5400000" algn="t" rotWithShape="0">
                    <a:prstClr val="black">
                      <a:alpha val="29000"/>
                    </a:prstClr>
                  </a:outerShdw>
                </a:effectLst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Thank you</a:t>
            </a:r>
            <a:endParaRPr lang="en-US" sz="6600" b="1" spc="-300" dirty="0">
              <a:solidFill>
                <a:schemeClr val="accent4"/>
              </a:solidFill>
              <a:effectLst>
                <a:outerShdw blurRad="317500" dist="38100" dir="5400000" algn="t" rotWithShape="0">
                  <a:prstClr val="black">
                    <a:alpha val="29000"/>
                  </a:prstClr>
                </a:outerShdw>
              </a:effectLst>
              <a:latin typeface="Ubuntu" panose="020B050403060203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726918-86C1-4314-B220-6337792AC10C}"/>
              </a:ext>
            </a:extLst>
          </p:cNvPr>
          <p:cNvSpPr txBox="1"/>
          <p:nvPr/>
        </p:nvSpPr>
        <p:spPr>
          <a:xfrm>
            <a:off x="4959314" y="3798332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  <a:latin typeface="Ubuntu" panose="020B0504030602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your attention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B463A48-095E-4F55-8338-E64489EB50E1}"/>
              </a:ext>
            </a:extLst>
          </p:cNvPr>
          <p:cNvSpPr/>
          <p:nvPr/>
        </p:nvSpPr>
        <p:spPr>
          <a:xfrm>
            <a:off x="2785042" y="2952829"/>
            <a:ext cx="434930" cy="1206188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rgbClr val="232A4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9EFF964-1826-4DEC-8AB7-349034A6B1BD}"/>
              </a:ext>
            </a:extLst>
          </p:cNvPr>
          <p:cNvSpPr/>
          <p:nvPr/>
        </p:nvSpPr>
        <p:spPr>
          <a:xfrm flipH="1">
            <a:off x="8972029" y="2952829"/>
            <a:ext cx="434930" cy="1206188"/>
          </a:xfrm>
          <a:custGeom>
            <a:avLst/>
            <a:gdLst/>
            <a:ahLst/>
            <a:cxnLst/>
            <a:rect l="l" t="t" r="r" b="b"/>
            <a:pathLst>
              <a:path w="1650336" h="4576865">
                <a:moveTo>
                  <a:pt x="1650336" y="0"/>
                </a:moveTo>
                <a:lnTo>
                  <a:pt x="1650336" y="356206"/>
                </a:lnTo>
                <a:cubicBezTo>
                  <a:pt x="1257399" y="366457"/>
                  <a:pt x="1060931" y="536445"/>
                  <a:pt x="1060931" y="866170"/>
                </a:cubicBezTo>
                <a:lnTo>
                  <a:pt x="1060931" y="1622147"/>
                </a:lnTo>
                <a:cubicBezTo>
                  <a:pt x="1060931" y="1989458"/>
                  <a:pt x="870441" y="2206428"/>
                  <a:pt x="489463" y="2273057"/>
                </a:cubicBezTo>
                <a:lnTo>
                  <a:pt x="489463" y="2303808"/>
                </a:lnTo>
                <a:cubicBezTo>
                  <a:pt x="870441" y="2370436"/>
                  <a:pt x="1060931" y="2587406"/>
                  <a:pt x="1060931" y="2954717"/>
                </a:cubicBezTo>
                <a:lnTo>
                  <a:pt x="1060931" y="3715820"/>
                </a:lnTo>
                <a:cubicBezTo>
                  <a:pt x="1060931" y="3890079"/>
                  <a:pt x="1110902" y="4016502"/>
                  <a:pt x="1210845" y="4095089"/>
                </a:cubicBezTo>
                <a:cubicBezTo>
                  <a:pt x="1310787" y="4173677"/>
                  <a:pt x="1457285" y="4214679"/>
                  <a:pt x="1650336" y="4218096"/>
                </a:cubicBezTo>
                <a:lnTo>
                  <a:pt x="1650336" y="4576865"/>
                </a:lnTo>
                <a:cubicBezTo>
                  <a:pt x="1325736" y="4573448"/>
                  <a:pt x="1074598" y="4499132"/>
                  <a:pt x="896922" y="4353915"/>
                </a:cubicBezTo>
                <a:cubicBezTo>
                  <a:pt x="719246" y="4208700"/>
                  <a:pt x="630408" y="4004543"/>
                  <a:pt x="630408" y="3741446"/>
                </a:cubicBezTo>
                <a:lnTo>
                  <a:pt x="630408" y="2964968"/>
                </a:lnTo>
                <a:cubicBezTo>
                  <a:pt x="630408" y="2787292"/>
                  <a:pt x="576592" y="2660441"/>
                  <a:pt x="468962" y="2584416"/>
                </a:cubicBezTo>
                <a:cubicBezTo>
                  <a:pt x="361331" y="2508392"/>
                  <a:pt x="205011" y="2470379"/>
                  <a:pt x="0" y="2470379"/>
                </a:cubicBezTo>
                <a:lnTo>
                  <a:pt x="0" y="2109048"/>
                </a:lnTo>
                <a:cubicBezTo>
                  <a:pt x="222095" y="2105631"/>
                  <a:pt x="382687" y="2064629"/>
                  <a:pt x="481775" y="1986041"/>
                </a:cubicBezTo>
                <a:cubicBezTo>
                  <a:pt x="580864" y="1907454"/>
                  <a:pt x="630408" y="1786156"/>
                  <a:pt x="630408" y="1622147"/>
                </a:cubicBezTo>
                <a:lnTo>
                  <a:pt x="630408" y="837981"/>
                </a:lnTo>
                <a:cubicBezTo>
                  <a:pt x="630408" y="573176"/>
                  <a:pt x="722663" y="367311"/>
                  <a:pt x="907172" y="220386"/>
                </a:cubicBezTo>
                <a:cubicBezTo>
                  <a:pt x="1091682" y="73462"/>
                  <a:pt x="1339404" y="0"/>
                  <a:pt x="1650336" y="0"/>
                </a:cubicBezTo>
                <a:close/>
              </a:path>
            </a:pathLst>
          </a:custGeom>
          <a:solidFill>
            <a:srgbClr val="232A4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2FC537-1D2A-42E6-A274-0F18D07B0BC7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794294" y="207034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5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8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0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1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2" accel="50000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4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5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7" grpId="0"/>
          <p:bldP spid="8" grpId="0"/>
          <p:bldP spid="5" grpId="0" animBg="1"/>
          <p:bldP spid="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8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2" accel="5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"/>
                                      </p:iterate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7" grpId="0"/>
          <p:bldP spid="8" grpId="0"/>
          <p:bldP spid="5" grpId="0" animBg="1"/>
          <p:bldP spid="6" grpId="0" animBg="1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Coder;//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0088FF"/>
      </a:accent1>
      <a:accent2>
        <a:srgbClr val="E700B2"/>
      </a:accent2>
      <a:accent3>
        <a:srgbClr val="FF6C41"/>
      </a:accent3>
      <a:accent4>
        <a:srgbClr val="FFBB37"/>
      </a:accent4>
      <a:accent5>
        <a:srgbClr val="FF0071"/>
      </a:accent5>
      <a:accent6>
        <a:srgbClr val="FF6C4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4BF70CF-403C-4D4F-A768-48878F1D23C5}">
  <we:reference id="wa104379997" version="2.0.0.0" store="en-US" storeType="OMEX"/>
  <we:alternateReferences>
    <we:reference id="wa104379997" version="2.0.0.0" store="wa104379997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3c56830-a6db-4c5a-92da-9ea6e2cd6ec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E68CDFCED6A84EB06AFC00A35A5C9A" ma:contentTypeVersion="18" ma:contentTypeDescription="Create a new document." ma:contentTypeScope="" ma:versionID="0466ac614a8a3366669f8ec5c36a7b21">
  <xsd:schema xmlns:xsd="http://www.w3.org/2001/XMLSchema" xmlns:xs="http://www.w3.org/2001/XMLSchema" xmlns:p="http://schemas.microsoft.com/office/2006/metadata/properties" xmlns:ns3="63c56830-a6db-4c5a-92da-9ea6e2cd6ecb" xmlns:ns4="960ca3ba-30b8-418e-892d-e53643ee2bcd" targetNamespace="http://schemas.microsoft.com/office/2006/metadata/properties" ma:root="true" ma:fieldsID="96a3b5433c3793f28f65eaece1638582" ns3:_="" ns4:_="">
    <xsd:import namespace="63c56830-a6db-4c5a-92da-9ea6e2cd6ecb"/>
    <xsd:import namespace="960ca3ba-30b8-418e-892d-e53643ee2bc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c56830-a6db-4c5a-92da-9ea6e2cd6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0ca3ba-30b8-418e-892d-e53643ee2bc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737525-395B-4CD5-B66D-54CE082B3A0C}">
  <ds:schemaRefs>
    <ds:schemaRef ds:uri="63c56830-a6db-4c5a-92da-9ea6e2cd6ecb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960ca3ba-30b8-418e-892d-e53643ee2bcd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1739808-14CE-41B5-86AA-06485FC3B6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c56830-a6db-4c5a-92da-9ea6e2cd6ecb"/>
    <ds:schemaRef ds:uri="960ca3ba-30b8-418e-892d-e53643ee2b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B0406CE-2A1D-497B-99E7-FC33B7831C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4566</TotalTime>
  <Words>2674</Words>
  <Application>Microsoft Office PowerPoint</Application>
  <PresentationFormat>Widescreen</PresentationFormat>
  <Paragraphs>641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6" baseType="lpstr">
      <vt:lpstr>Aptos</vt:lpstr>
      <vt:lpstr>Arial</vt:lpstr>
      <vt:lpstr>Consolas</vt:lpstr>
      <vt:lpstr>Montserrat</vt:lpstr>
      <vt:lpstr>Montserrat Light</vt:lpstr>
      <vt:lpstr>Nexa Light</vt:lpstr>
      <vt:lpstr>Open Sans Light</vt:lpstr>
      <vt:lpstr>Poppins</vt:lpstr>
      <vt:lpstr>Raleway</vt:lpstr>
      <vt:lpstr>Segoe UI Light</vt:lpstr>
      <vt:lpstr>Titillium Web SemiBold</vt:lpstr>
      <vt:lpstr>Ubuntu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Galang</dc:creator>
  <cp:lastModifiedBy>Thangaraj SHAGAR</cp:lastModifiedBy>
  <cp:revision>173</cp:revision>
  <dcterms:created xsi:type="dcterms:W3CDTF">2019-03-30T07:35:01Z</dcterms:created>
  <dcterms:modified xsi:type="dcterms:W3CDTF">2025-02-28T03:19:40Z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3a108f-898d-4589-9ebc-7ee3b46df9b8_Enabled">
    <vt:lpwstr>true</vt:lpwstr>
  </property>
  <property fmtid="{D5CDD505-2E9C-101B-9397-08002B2CF9AE}" pid="3" name="MSIP_Label_2a3a108f-898d-4589-9ebc-7ee3b46df9b8_SetDate">
    <vt:lpwstr>2024-12-10T15:24:32Z</vt:lpwstr>
  </property>
  <property fmtid="{D5CDD505-2E9C-101B-9397-08002B2CF9AE}" pid="4" name="MSIP_Label_2a3a108f-898d-4589-9ebc-7ee3b46df9b8_Method">
    <vt:lpwstr>Standard</vt:lpwstr>
  </property>
  <property fmtid="{D5CDD505-2E9C-101B-9397-08002B2CF9AE}" pid="5" name="MSIP_Label_2a3a108f-898d-4589-9ebc-7ee3b46df9b8_Name">
    <vt:lpwstr>Official use only</vt:lpwstr>
  </property>
  <property fmtid="{D5CDD505-2E9C-101B-9397-08002B2CF9AE}" pid="6" name="MSIP_Label_2a3a108f-898d-4589-9ebc-7ee3b46df9b8_SiteId">
    <vt:lpwstr>462ad9ae-d7d9-4206-b874-71b1e079776f</vt:lpwstr>
  </property>
  <property fmtid="{D5CDD505-2E9C-101B-9397-08002B2CF9AE}" pid="7" name="MSIP_Label_2a3a108f-898d-4589-9ebc-7ee3b46df9b8_ActionId">
    <vt:lpwstr>35bfffe7-29ec-422a-9210-f47d8a4df26a</vt:lpwstr>
  </property>
  <property fmtid="{D5CDD505-2E9C-101B-9397-08002B2CF9AE}" pid="8" name="MSIP_Label_2a3a108f-898d-4589-9ebc-7ee3b46df9b8_ContentBits">
    <vt:lpwstr>0</vt:lpwstr>
  </property>
  <property fmtid="{D5CDD505-2E9C-101B-9397-08002B2CF9AE}" pid="9" name="ContentTypeId">
    <vt:lpwstr>0x0101002CE68CDFCED6A84EB06AFC00A35A5C9A</vt:lpwstr>
  </property>
</Properties>
</file>